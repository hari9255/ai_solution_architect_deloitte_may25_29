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2"/>
  </p:notesMasterIdLst>
  <p:sldIdLst>
    <p:sldId id="326" r:id="rId2"/>
    <p:sldId id="340" r:id="rId3"/>
    <p:sldId id="338" r:id="rId4"/>
    <p:sldId id="262" r:id="rId5"/>
    <p:sldId id="267" r:id="rId6"/>
    <p:sldId id="341" r:id="rId7"/>
    <p:sldId id="343" r:id="rId8"/>
    <p:sldId id="342" r:id="rId9"/>
    <p:sldId id="276" r:id="rId10"/>
    <p:sldId id="339" r:id="rId11"/>
    <p:sldId id="328" r:id="rId12"/>
    <p:sldId id="277" r:id="rId13"/>
    <p:sldId id="310" r:id="rId14"/>
    <p:sldId id="312" r:id="rId15"/>
    <p:sldId id="317" r:id="rId16"/>
    <p:sldId id="285" r:id="rId17"/>
    <p:sldId id="258" r:id="rId18"/>
    <p:sldId id="274" r:id="rId19"/>
    <p:sldId id="330" r:id="rId20"/>
    <p:sldId id="292" r:id="rId21"/>
    <p:sldId id="300" r:id="rId22"/>
    <p:sldId id="299" r:id="rId23"/>
    <p:sldId id="332" r:id="rId24"/>
    <p:sldId id="261" r:id="rId25"/>
    <p:sldId id="333" r:id="rId26"/>
    <p:sldId id="334" r:id="rId27"/>
    <p:sldId id="335" r:id="rId28"/>
    <p:sldId id="336" r:id="rId29"/>
    <p:sldId id="263" r:id="rId30"/>
    <p:sldId id="265" r:id="rId31"/>
    <p:sldId id="288" r:id="rId32"/>
    <p:sldId id="291" r:id="rId33"/>
    <p:sldId id="296" r:id="rId34"/>
    <p:sldId id="298" r:id="rId35"/>
    <p:sldId id="295" r:id="rId36"/>
    <p:sldId id="322" r:id="rId37"/>
    <p:sldId id="324" r:id="rId38"/>
    <p:sldId id="323" r:id="rId39"/>
    <p:sldId id="266" r:id="rId40"/>
    <p:sldId id="325" r:id="rId41"/>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80" d="100"/>
          <a:sy n="80" d="100"/>
        </p:scale>
        <p:origin x="528" y="123"/>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33FA79F-B191-4A57-AA3F-329BA0187925}" type="doc">
      <dgm:prSet loTypeId="urn:microsoft.com/office/officeart/2005/8/layout/equation1" loCatId="process" qsTypeId="urn:microsoft.com/office/officeart/2005/8/quickstyle/simple1" qsCatId="simple" csTypeId="urn:microsoft.com/office/officeart/2005/8/colors/accent1_2" csCatId="accent1" phldr="1"/>
      <dgm:spPr/>
    </dgm:pt>
    <dgm:pt modelId="{E01891F3-268D-43C5-A81E-4C593BC1B6B4}">
      <dgm:prSet phldrT="[Text]"/>
      <dgm:spPr/>
      <dgm:t>
        <a:bodyPr/>
        <a:lstStyle/>
        <a:p>
          <a:r>
            <a:rPr lang="en-US" dirty="0"/>
            <a:t>Artificial Intelligence</a:t>
          </a:r>
        </a:p>
      </dgm:t>
    </dgm:pt>
    <dgm:pt modelId="{BF125D59-89A3-439E-9AED-F71E7D32BA9A}" type="parTrans" cxnId="{8CB72A3F-8617-4019-BC01-208581DCD625}">
      <dgm:prSet/>
      <dgm:spPr/>
      <dgm:t>
        <a:bodyPr/>
        <a:lstStyle/>
        <a:p>
          <a:endParaRPr lang="en-US"/>
        </a:p>
      </dgm:t>
    </dgm:pt>
    <dgm:pt modelId="{AE20BEA7-9766-4CCE-804C-F37A7D6B5008}" type="sibTrans" cxnId="{8CB72A3F-8617-4019-BC01-208581DCD625}">
      <dgm:prSet/>
      <dgm:spPr/>
      <dgm:t>
        <a:bodyPr/>
        <a:lstStyle/>
        <a:p>
          <a:endParaRPr lang="en-US"/>
        </a:p>
      </dgm:t>
    </dgm:pt>
    <dgm:pt modelId="{B93AFD4D-3B3B-4C03-BEFC-D4AD11481258}">
      <dgm:prSet phldrT="[Text]"/>
      <dgm:spPr/>
      <dgm:t>
        <a:bodyPr/>
        <a:lstStyle/>
        <a:p>
          <a:r>
            <a:rPr lang="en-US" dirty="0"/>
            <a:t>Computational Linguistics</a:t>
          </a:r>
        </a:p>
      </dgm:t>
    </dgm:pt>
    <dgm:pt modelId="{B76A6C70-72EB-4419-8CD0-808370C099E1}" type="parTrans" cxnId="{4308F3FE-B5E6-4DBE-BD5D-8EC2DFDE84C8}">
      <dgm:prSet/>
      <dgm:spPr/>
      <dgm:t>
        <a:bodyPr/>
        <a:lstStyle/>
        <a:p>
          <a:endParaRPr lang="en-US"/>
        </a:p>
      </dgm:t>
    </dgm:pt>
    <dgm:pt modelId="{D63E259C-E7FE-4E95-99CF-144AE9A4CCFD}" type="sibTrans" cxnId="{4308F3FE-B5E6-4DBE-BD5D-8EC2DFDE84C8}">
      <dgm:prSet/>
      <dgm:spPr/>
      <dgm:t>
        <a:bodyPr/>
        <a:lstStyle/>
        <a:p>
          <a:endParaRPr lang="en-US"/>
        </a:p>
      </dgm:t>
    </dgm:pt>
    <dgm:pt modelId="{A1FC2127-6BEB-4F1F-9C92-3AAC19568B1F}">
      <dgm:prSet phldrT="[Text]"/>
      <dgm:spPr/>
      <dgm:t>
        <a:bodyPr/>
        <a:lstStyle/>
        <a:p>
          <a:r>
            <a:rPr lang="en-US" dirty="0"/>
            <a:t>NLP</a:t>
          </a:r>
        </a:p>
      </dgm:t>
    </dgm:pt>
    <dgm:pt modelId="{FC719A4A-F37B-44D6-B98E-AC46D6E2947E}" type="parTrans" cxnId="{A28E931F-0A00-45B7-AD92-CF07F7974729}">
      <dgm:prSet/>
      <dgm:spPr/>
      <dgm:t>
        <a:bodyPr/>
        <a:lstStyle/>
        <a:p>
          <a:endParaRPr lang="en-US"/>
        </a:p>
      </dgm:t>
    </dgm:pt>
    <dgm:pt modelId="{B2EED96B-6424-40DB-A5FD-04507B47214A}" type="sibTrans" cxnId="{A28E931F-0A00-45B7-AD92-CF07F7974729}">
      <dgm:prSet/>
      <dgm:spPr/>
      <dgm:t>
        <a:bodyPr/>
        <a:lstStyle/>
        <a:p>
          <a:endParaRPr lang="en-US"/>
        </a:p>
      </dgm:t>
    </dgm:pt>
    <dgm:pt modelId="{417BDF2D-4884-4395-B6B2-40F2908B9F36}" type="pres">
      <dgm:prSet presAssocID="{133FA79F-B191-4A57-AA3F-329BA0187925}" presName="linearFlow" presStyleCnt="0">
        <dgm:presLayoutVars>
          <dgm:dir/>
          <dgm:resizeHandles val="exact"/>
        </dgm:presLayoutVars>
      </dgm:prSet>
      <dgm:spPr/>
    </dgm:pt>
    <dgm:pt modelId="{54FFBE57-16A7-48A4-9D40-368AC4EDB7C5}" type="pres">
      <dgm:prSet presAssocID="{E01891F3-268D-43C5-A81E-4C593BC1B6B4}" presName="node" presStyleLbl="node1" presStyleIdx="0" presStyleCnt="3">
        <dgm:presLayoutVars>
          <dgm:bulletEnabled val="1"/>
        </dgm:presLayoutVars>
      </dgm:prSet>
      <dgm:spPr>
        <a:prstGeom prst="rect">
          <a:avLst/>
        </a:prstGeom>
      </dgm:spPr>
    </dgm:pt>
    <dgm:pt modelId="{A89AA28E-25E9-42FF-A8A6-CFCCD8938C8C}" type="pres">
      <dgm:prSet presAssocID="{AE20BEA7-9766-4CCE-804C-F37A7D6B5008}" presName="spacerL" presStyleCnt="0"/>
      <dgm:spPr/>
    </dgm:pt>
    <dgm:pt modelId="{F1CC45E6-6E18-4DC9-BF2F-696E5C30FBB1}" type="pres">
      <dgm:prSet presAssocID="{AE20BEA7-9766-4CCE-804C-F37A7D6B5008}" presName="sibTrans" presStyleLbl="sibTrans2D1" presStyleIdx="0" presStyleCnt="2"/>
      <dgm:spPr/>
    </dgm:pt>
    <dgm:pt modelId="{8D59E1FA-0249-4ABB-ADCF-17D1D8A224F2}" type="pres">
      <dgm:prSet presAssocID="{AE20BEA7-9766-4CCE-804C-F37A7D6B5008}" presName="spacerR" presStyleCnt="0"/>
      <dgm:spPr/>
    </dgm:pt>
    <dgm:pt modelId="{FA196B04-C70B-47C0-BC69-E255E195F9CA}" type="pres">
      <dgm:prSet presAssocID="{B93AFD4D-3B3B-4C03-BEFC-D4AD11481258}" presName="node" presStyleLbl="node1" presStyleIdx="1" presStyleCnt="3">
        <dgm:presLayoutVars>
          <dgm:bulletEnabled val="1"/>
        </dgm:presLayoutVars>
      </dgm:prSet>
      <dgm:spPr>
        <a:prstGeom prst="rect">
          <a:avLst/>
        </a:prstGeom>
      </dgm:spPr>
    </dgm:pt>
    <dgm:pt modelId="{BDEEF87F-9DFE-4A40-8EDC-04903FD5948C}" type="pres">
      <dgm:prSet presAssocID="{D63E259C-E7FE-4E95-99CF-144AE9A4CCFD}" presName="spacerL" presStyleCnt="0"/>
      <dgm:spPr/>
    </dgm:pt>
    <dgm:pt modelId="{00F9BF43-6144-431A-AE8F-C6538C6FFD25}" type="pres">
      <dgm:prSet presAssocID="{D63E259C-E7FE-4E95-99CF-144AE9A4CCFD}" presName="sibTrans" presStyleLbl="sibTrans2D1" presStyleIdx="1" presStyleCnt="2"/>
      <dgm:spPr/>
    </dgm:pt>
    <dgm:pt modelId="{C9D4A358-429E-49FE-A831-98EACB38A49E}" type="pres">
      <dgm:prSet presAssocID="{D63E259C-E7FE-4E95-99CF-144AE9A4CCFD}" presName="spacerR" presStyleCnt="0"/>
      <dgm:spPr/>
    </dgm:pt>
    <dgm:pt modelId="{F4FD49D4-7BE9-415C-8912-19ADCB293145}" type="pres">
      <dgm:prSet presAssocID="{A1FC2127-6BEB-4F1F-9C92-3AAC19568B1F}" presName="node" presStyleLbl="node1" presStyleIdx="2" presStyleCnt="3">
        <dgm:presLayoutVars>
          <dgm:bulletEnabled val="1"/>
        </dgm:presLayoutVars>
      </dgm:prSet>
      <dgm:spPr>
        <a:prstGeom prst="rect">
          <a:avLst/>
        </a:prstGeom>
      </dgm:spPr>
    </dgm:pt>
  </dgm:ptLst>
  <dgm:cxnLst>
    <dgm:cxn modelId="{DC28EF06-5981-49F2-9800-C51F1715F0F3}" type="presOf" srcId="{B93AFD4D-3B3B-4C03-BEFC-D4AD11481258}" destId="{FA196B04-C70B-47C0-BC69-E255E195F9CA}" srcOrd="0" destOrd="0" presId="urn:microsoft.com/office/officeart/2005/8/layout/equation1"/>
    <dgm:cxn modelId="{A28E931F-0A00-45B7-AD92-CF07F7974729}" srcId="{133FA79F-B191-4A57-AA3F-329BA0187925}" destId="{A1FC2127-6BEB-4F1F-9C92-3AAC19568B1F}" srcOrd="2" destOrd="0" parTransId="{FC719A4A-F37B-44D6-B98E-AC46D6E2947E}" sibTransId="{B2EED96B-6424-40DB-A5FD-04507B47214A}"/>
    <dgm:cxn modelId="{8CB72A3F-8617-4019-BC01-208581DCD625}" srcId="{133FA79F-B191-4A57-AA3F-329BA0187925}" destId="{E01891F3-268D-43C5-A81E-4C593BC1B6B4}" srcOrd="0" destOrd="0" parTransId="{BF125D59-89A3-439E-9AED-F71E7D32BA9A}" sibTransId="{AE20BEA7-9766-4CCE-804C-F37A7D6B5008}"/>
    <dgm:cxn modelId="{AEE32640-15EA-4417-BB8A-A57F36745666}" type="presOf" srcId="{A1FC2127-6BEB-4F1F-9C92-3AAC19568B1F}" destId="{F4FD49D4-7BE9-415C-8912-19ADCB293145}" srcOrd="0" destOrd="0" presId="urn:microsoft.com/office/officeart/2005/8/layout/equation1"/>
    <dgm:cxn modelId="{DE0BC0C2-4888-462C-9D5B-95EF2C34CE28}" type="presOf" srcId="{E01891F3-268D-43C5-A81E-4C593BC1B6B4}" destId="{54FFBE57-16A7-48A4-9D40-368AC4EDB7C5}" srcOrd="0" destOrd="0" presId="urn:microsoft.com/office/officeart/2005/8/layout/equation1"/>
    <dgm:cxn modelId="{D12270F5-9268-4BB8-97CD-486AF564B415}" type="presOf" srcId="{133FA79F-B191-4A57-AA3F-329BA0187925}" destId="{417BDF2D-4884-4395-B6B2-40F2908B9F36}" srcOrd="0" destOrd="0" presId="urn:microsoft.com/office/officeart/2005/8/layout/equation1"/>
    <dgm:cxn modelId="{45B2E7FA-1EFB-43EE-A3F8-5348910E1653}" type="presOf" srcId="{D63E259C-E7FE-4E95-99CF-144AE9A4CCFD}" destId="{00F9BF43-6144-431A-AE8F-C6538C6FFD25}" srcOrd="0" destOrd="0" presId="urn:microsoft.com/office/officeart/2005/8/layout/equation1"/>
    <dgm:cxn modelId="{4308F3FE-B5E6-4DBE-BD5D-8EC2DFDE84C8}" srcId="{133FA79F-B191-4A57-AA3F-329BA0187925}" destId="{B93AFD4D-3B3B-4C03-BEFC-D4AD11481258}" srcOrd="1" destOrd="0" parTransId="{B76A6C70-72EB-4419-8CD0-808370C099E1}" sibTransId="{D63E259C-E7FE-4E95-99CF-144AE9A4CCFD}"/>
    <dgm:cxn modelId="{01FB97FF-29AD-4BAC-98C5-C8D6C3B4DBD3}" type="presOf" srcId="{AE20BEA7-9766-4CCE-804C-F37A7D6B5008}" destId="{F1CC45E6-6E18-4DC9-BF2F-696E5C30FBB1}" srcOrd="0" destOrd="0" presId="urn:microsoft.com/office/officeart/2005/8/layout/equation1"/>
    <dgm:cxn modelId="{D1117363-0E17-4E3E-ADC9-080E26156DB4}" type="presParOf" srcId="{417BDF2D-4884-4395-B6B2-40F2908B9F36}" destId="{54FFBE57-16A7-48A4-9D40-368AC4EDB7C5}" srcOrd="0" destOrd="0" presId="urn:microsoft.com/office/officeart/2005/8/layout/equation1"/>
    <dgm:cxn modelId="{51D49B49-F975-4F7A-8F8E-E454DA54D859}" type="presParOf" srcId="{417BDF2D-4884-4395-B6B2-40F2908B9F36}" destId="{A89AA28E-25E9-42FF-A8A6-CFCCD8938C8C}" srcOrd="1" destOrd="0" presId="urn:microsoft.com/office/officeart/2005/8/layout/equation1"/>
    <dgm:cxn modelId="{10039467-D9A7-4861-9917-9B726A2DD31D}" type="presParOf" srcId="{417BDF2D-4884-4395-B6B2-40F2908B9F36}" destId="{F1CC45E6-6E18-4DC9-BF2F-696E5C30FBB1}" srcOrd="2" destOrd="0" presId="urn:microsoft.com/office/officeart/2005/8/layout/equation1"/>
    <dgm:cxn modelId="{5468D0B5-7A78-405A-B219-79164794A951}" type="presParOf" srcId="{417BDF2D-4884-4395-B6B2-40F2908B9F36}" destId="{8D59E1FA-0249-4ABB-ADCF-17D1D8A224F2}" srcOrd="3" destOrd="0" presId="urn:microsoft.com/office/officeart/2005/8/layout/equation1"/>
    <dgm:cxn modelId="{CE9D51A5-1888-43AB-8E4A-A89C2763BB4E}" type="presParOf" srcId="{417BDF2D-4884-4395-B6B2-40F2908B9F36}" destId="{FA196B04-C70B-47C0-BC69-E255E195F9CA}" srcOrd="4" destOrd="0" presId="urn:microsoft.com/office/officeart/2005/8/layout/equation1"/>
    <dgm:cxn modelId="{66924C9D-DF9B-4CE8-BF12-B640411AEE44}" type="presParOf" srcId="{417BDF2D-4884-4395-B6B2-40F2908B9F36}" destId="{BDEEF87F-9DFE-4A40-8EDC-04903FD5948C}" srcOrd="5" destOrd="0" presId="urn:microsoft.com/office/officeart/2005/8/layout/equation1"/>
    <dgm:cxn modelId="{C176371F-63A9-44B1-966B-EADB8E8CE594}" type="presParOf" srcId="{417BDF2D-4884-4395-B6B2-40F2908B9F36}" destId="{00F9BF43-6144-431A-AE8F-C6538C6FFD25}" srcOrd="6" destOrd="0" presId="urn:microsoft.com/office/officeart/2005/8/layout/equation1"/>
    <dgm:cxn modelId="{1EFACC97-E3A9-4976-8E6D-2A37CF1520C2}" type="presParOf" srcId="{417BDF2D-4884-4395-B6B2-40F2908B9F36}" destId="{C9D4A358-429E-49FE-A831-98EACB38A49E}" srcOrd="7" destOrd="0" presId="urn:microsoft.com/office/officeart/2005/8/layout/equation1"/>
    <dgm:cxn modelId="{EC3CDD23-852C-4BAF-A4FC-794ED77CCFFC}" type="presParOf" srcId="{417BDF2D-4884-4395-B6B2-40F2908B9F36}" destId="{F4FD49D4-7BE9-415C-8912-19ADCB293145}" srcOrd="8" destOrd="0" presId="urn:microsoft.com/office/officeart/2005/8/layout/equati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AFB8414-9887-4E20-8D08-434C58FBFC7F}" type="doc">
      <dgm:prSet loTypeId="urn:microsoft.com/office/officeart/2005/8/layout/hProcess4" loCatId="process" qsTypeId="urn:microsoft.com/office/officeart/2005/8/quickstyle/simple1" qsCatId="simple" csTypeId="urn:microsoft.com/office/officeart/2005/8/colors/accent1_2" csCatId="accent1" phldr="1"/>
      <dgm:spPr/>
      <dgm:t>
        <a:bodyPr/>
        <a:lstStyle/>
        <a:p>
          <a:endParaRPr lang="en-US"/>
        </a:p>
      </dgm:t>
    </dgm:pt>
    <dgm:pt modelId="{68DD463A-E713-45B9-AC67-B31CC39F753F}">
      <dgm:prSet phldrT="[Text]"/>
      <dgm:spPr/>
      <dgm:t>
        <a:bodyPr/>
        <a:lstStyle/>
        <a:p>
          <a:r>
            <a:rPr lang="en-US" dirty="0"/>
            <a:t>Parsing</a:t>
          </a:r>
        </a:p>
      </dgm:t>
    </dgm:pt>
    <dgm:pt modelId="{4EC5417F-1D3E-4CD5-BE6A-AC452D069B4F}" type="parTrans" cxnId="{7DB7A620-02B3-451D-9FAD-7B1B63966123}">
      <dgm:prSet/>
      <dgm:spPr/>
      <dgm:t>
        <a:bodyPr/>
        <a:lstStyle/>
        <a:p>
          <a:endParaRPr lang="en-US"/>
        </a:p>
      </dgm:t>
    </dgm:pt>
    <dgm:pt modelId="{ADECC41D-5A6D-47A3-9FBA-3297201709F2}" type="sibTrans" cxnId="{7DB7A620-02B3-451D-9FAD-7B1B63966123}">
      <dgm:prSet/>
      <dgm:spPr/>
      <dgm:t>
        <a:bodyPr/>
        <a:lstStyle/>
        <a:p>
          <a:endParaRPr lang="en-US"/>
        </a:p>
      </dgm:t>
    </dgm:pt>
    <dgm:pt modelId="{3FAB99E8-39A0-4A6A-B80E-D9EDF2A61A85}">
      <dgm:prSet phldrT="[Text]"/>
      <dgm:spPr/>
      <dgm:t>
        <a:bodyPr/>
        <a:lstStyle/>
        <a:p>
          <a:r>
            <a:rPr lang="en-US" dirty="0"/>
            <a:t>Phonology</a:t>
          </a:r>
        </a:p>
      </dgm:t>
    </dgm:pt>
    <dgm:pt modelId="{01F72C6C-79F2-4FCE-8A82-80AA37ED1A70}" type="parTrans" cxnId="{A0BD5AF0-E4DB-4A34-A182-0066DE0BC7C5}">
      <dgm:prSet/>
      <dgm:spPr/>
      <dgm:t>
        <a:bodyPr/>
        <a:lstStyle/>
        <a:p>
          <a:endParaRPr lang="en-US"/>
        </a:p>
      </dgm:t>
    </dgm:pt>
    <dgm:pt modelId="{62A5C0C2-8996-4288-B0D4-60A929F20676}" type="sibTrans" cxnId="{A0BD5AF0-E4DB-4A34-A182-0066DE0BC7C5}">
      <dgm:prSet/>
      <dgm:spPr/>
      <dgm:t>
        <a:bodyPr/>
        <a:lstStyle/>
        <a:p>
          <a:endParaRPr lang="en-US"/>
        </a:p>
      </dgm:t>
    </dgm:pt>
    <dgm:pt modelId="{82C0FE06-5960-48EF-BC5A-A19CE06EEC65}">
      <dgm:prSet phldrT="[Text]"/>
      <dgm:spPr/>
      <dgm:t>
        <a:bodyPr/>
        <a:lstStyle/>
        <a:p>
          <a:r>
            <a:rPr lang="en-US" dirty="0"/>
            <a:t>Morphological</a:t>
          </a:r>
        </a:p>
      </dgm:t>
    </dgm:pt>
    <dgm:pt modelId="{EB257976-672B-44A3-B2DA-A91ED79FBF95}" type="parTrans" cxnId="{7C80742F-7461-404B-A66F-ED2456046E24}">
      <dgm:prSet/>
      <dgm:spPr/>
      <dgm:t>
        <a:bodyPr/>
        <a:lstStyle/>
        <a:p>
          <a:endParaRPr lang="en-US"/>
        </a:p>
      </dgm:t>
    </dgm:pt>
    <dgm:pt modelId="{0FE989D7-B233-4490-A977-9559649AAC55}" type="sibTrans" cxnId="{7C80742F-7461-404B-A66F-ED2456046E24}">
      <dgm:prSet/>
      <dgm:spPr/>
      <dgm:t>
        <a:bodyPr/>
        <a:lstStyle/>
        <a:p>
          <a:endParaRPr lang="en-US"/>
        </a:p>
      </dgm:t>
    </dgm:pt>
    <dgm:pt modelId="{E76E08DF-E5B8-4530-A2EB-7F07592EFC45}">
      <dgm:prSet phldrT="[Text]"/>
      <dgm:spPr/>
      <dgm:t>
        <a:bodyPr/>
        <a:lstStyle/>
        <a:p>
          <a:r>
            <a:rPr lang="en-US" dirty="0"/>
            <a:t>Translating</a:t>
          </a:r>
        </a:p>
      </dgm:t>
    </dgm:pt>
    <dgm:pt modelId="{DA0F0E52-3FBE-41EC-92A8-86B3C1789AD3}" type="parTrans" cxnId="{155274E2-DEDB-4C29-AD8A-9331A4BD515A}">
      <dgm:prSet/>
      <dgm:spPr/>
      <dgm:t>
        <a:bodyPr/>
        <a:lstStyle/>
        <a:p>
          <a:endParaRPr lang="en-US"/>
        </a:p>
      </dgm:t>
    </dgm:pt>
    <dgm:pt modelId="{34C069F8-FCDE-42F5-8529-C6A5D68CA7D8}" type="sibTrans" cxnId="{155274E2-DEDB-4C29-AD8A-9331A4BD515A}">
      <dgm:prSet/>
      <dgm:spPr/>
      <dgm:t>
        <a:bodyPr/>
        <a:lstStyle/>
        <a:p>
          <a:endParaRPr lang="en-US"/>
        </a:p>
      </dgm:t>
    </dgm:pt>
    <dgm:pt modelId="{57091078-8CB3-4D25-B9A5-D5E2AA6287FE}">
      <dgm:prSet phldrT="[Text]"/>
      <dgm:spPr/>
      <dgm:t>
        <a:bodyPr/>
        <a:lstStyle/>
        <a:p>
          <a:r>
            <a:rPr lang="en-US" dirty="0"/>
            <a:t>Syntactic</a:t>
          </a:r>
        </a:p>
      </dgm:t>
    </dgm:pt>
    <dgm:pt modelId="{96E3DABC-F9AC-4325-8AE0-8AA681EC0290}" type="parTrans" cxnId="{0108F382-7980-429E-AAE7-604CC30B9CB5}">
      <dgm:prSet/>
      <dgm:spPr/>
      <dgm:t>
        <a:bodyPr/>
        <a:lstStyle/>
        <a:p>
          <a:endParaRPr lang="en-US"/>
        </a:p>
      </dgm:t>
    </dgm:pt>
    <dgm:pt modelId="{759465F9-4F85-49CE-96C5-82EA96A38EFE}" type="sibTrans" cxnId="{0108F382-7980-429E-AAE7-604CC30B9CB5}">
      <dgm:prSet/>
      <dgm:spPr/>
      <dgm:t>
        <a:bodyPr/>
        <a:lstStyle/>
        <a:p>
          <a:endParaRPr lang="en-US"/>
        </a:p>
      </dgm:t>
    </dgm:pt>
    <dgm:pt modelId="{EE648655-7DED-4944-83B2-C22B0CDDB1B0}">
      <dgm:prSet phldrT="[Text]"/>
      <dgm:spPr/>
      <dgm:t>
        <a:bodyPr/>
        <a:lstStyle/>
        <a:p>
          <a:r>
            <a:rPr lang="en-US" dirty="0"/>
            <a:t>Semantic</a:t>
          </a:r>
        </a:p>
      </dgm:t>
    </dgm:pt>
    <dgm:pt modelId="{A5A298C3-FE22-4632-8DB8-3B701DD669A3}" type="parTrans" cxnId="{C8B4A502-81A6-45C8-BB32-9196452D990A}">
      <dgm:prSet/>
      <dgm:spPr/>
      <dgm:t>
        <a:bodyPr/>
        <a:lstStyle/>
        <a:p>
          <a:endParaRPr lang="en-US"/>
        </a:p>
      </dgm:t>
    </dgm:pt>
    <dgm:pt modelId="{C59607BB-6385-4F34-B362-FD92D2C54800}" type="sibTrans" cxnId="{C8B4A502-81A6-45C8-BB32-9196452D990A}">
      <dgm:prSet/>
      <dgm:spPr/>
      <dgm:t>
        <a:bodyPr/>
        <a:lstStyle/>
        <a:p>
          <a:endParaRPr lang="en-US"/>
        </a:p>
      </dgm:t>
    </dgm:pt>
    <dgm:pt modelId="{1716F84F-E421-48C6-8F79-DD233286204A}">
      <dgm:prSet phldrT="[Text]"/>
      <dgm:spPr/>
      <dgm:t>
        <a:bodyPr/>
        <a:lstStyle/>
        <a:p>
          <a:r>
            <a:rPr lang="en-US" dirty="0"/>
            <a:t>Generating </a:t>
          </a:r>
        </a:p>
        <a:p>
          <a:r>
            <a:rPr lang="en-US" dirty="0"/>
            <a:t>Input</a:t>
          </a:r>
        </a:p>
      </dgm:t>
    </dgm:pt>
    <dgm:pt modelId="{66F6C4F3-F2AE-4400-817A-8475EEC3B22D}" type="parTrans" cxnId="{3E9F9C2D-4982-47AA-A01E-DE60BBDB7189}">
      <dgm:prSet/>
      <dgm:spPr/>
      <dgm:t>
        <a:bodyPr/>
        <a:lstStyle/>
        <a:p>
          <a:endParaRPr lang="en-US"/>
        </a:p>
      </dgm:t>
    </dgm:pt>
    <dgm:pt modelId="{1AF4B529-B34E-4E0E-B0CA-87A692F7AC8A}" type="sibTrans" cxnId="{3E9F9C2D-4982-47AA-A01E-DE60BBDB7189}">
      <dgm:prSet/>
      <dgm:spPr/>
      <dgm:t>
        <a:bodyPr/>
        <a:lstStyle/>
        <a:p>
          <a:endParaRPr lang="en-US"/>
        </a:p>
      </dgm:t>
    </dgm:pt>
    <dgm:pt modelId="{0DD268A6-887F-4A0B-B51E-34E45611FC23}">
      <dgm:prSet phldrT="[Text]"/>
      <dgm:spPr/>
      <dgm:t>
        <a:bodyPr/>
        <a:lstStyle/>
        <a:p>
          <a:r>
            <a:rPr lang="en-US" dirty="0"/>
            <a:t>Discourse</a:t>
          </a:r>
        </a:p>
      </dgm:t>
    </dgm:pt>
    <dgm:pt modelId="{574DAEAD-6D07-41EC-9695-FF9DE1C7A0BB}" type="parTrans" cxnId="{A23C91E3-EB2E-4EE2-9C74-1247EDCE9ECF}">
      <dgm:prSet/>
      <dgm:spPr/>
      <dgm:t>
        <a:bodyPr/>
        <a:lstStyle/>
        <a:p>
          <a:endParaRPr lang="en-US"/>
        </a:p>
      </dgm:t>
    </dgm:pt>
    <dgm:pt modelId="{BF233CA3-BF54-4950-AABE-295ED37C06BA}" type="sibTrans" cxnId="{A23C91E3-EB2E-4EE2-9C74-1247EDCE9ECF}">
      <dgm:prSet/>
      <dgm:spPr/>
      <dgm:t>
        <a:bodyPr/>
        <a:lstStyle/>
        <a:p>
          <a:endParaRPr lang="en-US"/>
        </a:p>
      </dgm:t>
    </dgm:pt>
    <dgm:pt modelId="{C7563047-19FA-4508-AAFD-4EEE9F28FA8F}">
      <dgm:prSet phldrT="[Text]"/>
      <dgm:spPr/>
      <dgm:t>
        <a:bodyPr/>
        <a:lstStyle/>
        <a:p>
          <a:r>
            <a:rPr lang="en-US" dirty="0"/>
            <a:t>Pragmatic</a:t>
          </a:r>
        </a:p>
      </dgm:t>
    </dgm:pt>
    <dgm:pt modelId="{36030D6B-D260-40A2-BE52-53CB9ABA95F5}" type="parTrans" cxnId="{A5DA1281-0437-4FE5-81B6-7BACC38864D8}">
      <dgm:prSet/>
      <dgm:spPr/>
      <dgm:t>
        <a:bodyPr/>
        <a:lstStyle/>
        <a:p>
          <a:endParaRPr lang="en-US"/>
        </a:p>
      </dgm:t>
    </dgm:pt>
    <dgm:pt modelId="{A220FC32-D34B-45EB-8DA6-68CCAB73ACBF}" type="sibTrans" cxnId="{A5DA1281-0437-4FE5-81B6-7BACC38864D8}">
      <dgm:prSet/>
      <dgm:spPr/>
      <dgm:t>
        <a:bodyPr/>
        <a:lstStyle/>
        <a:p>
          <a:endParaRPr lang="en-US"/>
        </a:p>
      </dgm:t>
    </dgm:pt>
    <dgm:pt modelId="{E0D496AD-AC13-4A4B-922C-F8C70DF8BC30}">
      <dgm:prSet phldrT="[Text]"/>
      <dgm:spPr/>
      <dgm:t>
        <a:bodyPr/>
        <a:lstStyle/>
        <a:p>
          <a:r>
            <a:rPr lang="en-US" dirty="0"/>
            <a:t>Lexical</a:t>
          </a:r>
        </a:p>
      </dgm:t>
    </dgm:pt>
    <dgm:pt modelId="{22F4904D-1F48-44F0-9BEB-48264FE452D9}" type="parTrans" cxnId="{1632A09F-AA91-4EFE-9CE7-526A6D5D0609}">
      <dgm:prSet/>
      <dgm:spPr/>
      <dgm:t>
        <a:bodyPr/>
        <a:lstStyle/>
        <a:p>
          <a:endParaRPr lang="en-IN"/>
        </a:p>
      </dgm:t>
    </dgm:pt>
    <dgm:pt modelId="{B439F9AA-34F8-4C8B-9721-A9A6DD95FAA0}" type="sibTrans" cxnId="{1632A09F-AA91-4EFE-9CE7-526A6D5D0609}">
      <dgm:prSet/>
      <dgm:spPr/>
      <dgm:t>
        <a:bodyPr/>
        <a:lstStyle/>
        <a:p>
          <a:endParaRPr lang="en-IN"/>
        </a:p>
      </dgm:t>
    </dgm:pt>
    <dgm:pt modelId="{C4CAE519-E220-456F-90A1-EA339F5EBB55}" type="pres">
      <dgm:prSet presAssocID="{1AFB8414-9887-4E20-8D08-434C58FBFC7F}" presName="Name0" presStyleCnt="0">
        <dgm:presLayoutVars>
          <dgm:dir/>
          <dgm:animLvl val="lvl"/>
          <dgm:resizeHandles val="exact"/>
        </dgm:presLayoutVars>
      </dgm:prSet>
      <dgm:spPr/>
    </dgm:pt>
    <dgm:pt modelId="{BCEE36BF-DB52-41CA-8F8A-087411F926A3}" type="pres">
      <dgm:prSet presAssocID="{1AFB8414-9887-4E20-8D08-434C58FBFC7F}" presName="tSp" presStyleCnt="0"/>
      <dgm:spPr/>
    </dgm:pt>
    <dgm:pt modelId="{D843DBFD-789E-4C7F-89DE-9E54B137145F}" type="pres">
      <dgm:prSet presAssocID="{1AFB8414-9887-4E20-8D08-434C58FBFC7F}" presName="bSp" presStyleCnt="0"/>
      <dgm:spPr/>
    </dgm:pt>
    <dgm:pt modelId="{D9F08BAA-4E3B-45FD-A73E-CFE19E7A00C2}" type="pres">
      <dgm:prSet presAssocID="{1AFB8414-9887-4E20-8D08-434C58FBFC7F}" presName="process" presStyleCnt="0"/>
      <dgm:spPr/>
    </dgm:pt>
    <dgm:pt modelId="{846896FC-2C53-4521-8D7A-4FFA1BA5FC80}" type="pres">
      <dgm:prSet presAssocID="{68DD463A-E713-45B9-AC67-B31CC39F753F}" presName="composite1" presStyleCnt="0"/>
      <dgm:spPr/>
    </dgm:pt>
    <dgm:pt modelId="{7B83F706-1555-4E4A-8B98-BB68C71C0A19}" type="pres">
      <dgm:prSet presAssocID="{68DD463A-E713-45B9-AC67-B31CC39F753F}" presName="dummyNode1" presStyleLbl="node1" presStyleIdx="0" presStyleCnt="3"/>
      <dgm:spPr/>
    </dgm:pt>
    <dgm:pt modelId="{45EB2DB7-5B8F-416D-B324-88CE9B72746F}" type="pres">
      <dgm:prSet presAssocID="{68DD463A-E713-45B9-AC67-B31CC39F753F}" presName="childNode1" presStyleLbl="bgAcc1" presStyleIdx="0" presStyleCnt="3">
        <dgm:presLayoutVars>
          <dgm:bulletEnabled val="1"/>
        </dgm:presLayoutVars>
      </dgm:prSet>
      <dgm:spPr/>
    </dgm:pt>
    <dgm:pt modelId="{A6AD5CD8-666B-4E4B-BA89-F59A580BFF1C}" type="pres">
      <dgm:prSet presAssocID="{68DD463A-E713-45B9-AC67-B31CC39F753F}" presName="childNode1tx" presStyleLbl="bgAcc1" presStyleIdx="0" presStyleCnt="3">
        <dgm:presLayoutVars>
          <dgm:bulletEnabled val="1"/>
        </dgm:presLayoutVars>
      </dgm:prSet>
      <dgm:spPr/>
    </dgm:pt>
    <dgm:pt modelId="{A4945DCF-8CB4-4244-B0FB-B5C9B63A5A2E}" type="pres">
      <dgm:prSet presAssocID="{68DD463A-E713-45B9-AC67-B31CC39F753F}" presName="parentNode1" presStyleLbl="node1" presStyleIdx="0" presStyleCnt="3">
        <dgm:presLayoutVars>
          <dgm:chMax val="1"/>
          <dgm:bulletEnabled val="1"/>
        </dgm:presLayoutVars>
      </dgm:prSet>
      <dgm:spPr/>
    </dgm:pt>
    <dgm:pt modelId="{A2708BE0-05DF-4AAB-8E81-994BC1110E0B}" type="pres">
      <dgm:prSet presAssocID="{68DD463A-E713-45B9-AC67-B31CC39F753F}" presName="connSite1" presStyleCnt="0"/>
      <dgm:spPr/>
    </dgm:pt>
    <dgm:pt modelId="{DAB3D478-DE55-4EC6-BD21-D25CD12437D2}" type="pres">
      <dgm:prSet presAssocID="{ADECC41D-5A6D-47A3-9FBA-3297201709F2}" presName="Name9" presStyleLbl="sibTrans2D1" presStyleIdx="0" presStyleCnt="2"/>
      <dgm:spPr/>
    </dgm:pt>
    <dgm:pt modelId="{EA90163B-00BE-4ADB-BE2A-5EB1D27F43DF}" type="pres">
      <dgm:prSet presAssocID="{E76E08DF-E5B8-4530-A2EB-7F07592EFC45}" presName="composite2" presStyleCnt="0"/>
      <dgm:spPr/>
    </dgm:pt>
    <dgm:pt modelId="{B40254E9-9263-4038-8EE7-AA0A6AF0A411}" type="pres">
      <dgm:prSet presAssocID="{E76E08DF-E5B8-4530-A2EB-7F07592EFC45}" presName="dummyNode2" presStyleLbl="node1" presStyleIdx="0" presStyleCnt="3"/>
      <dgm:spPr/>
    </dgm:pt>
    <dgm:pt modelId="{7EDE5417-43FC-4978-B0CA-1788F1AD1248}" type="pres">
      <dgm:prSet presAssocID="{E76E08DF-E5B8-4530-A2EB-7F07592EFC45}" presName="childNode2" presStyleLbl="bgAcc1" presStyleIdx="1" presStyleCnt="3">
        <dgm:presLayoutVars>
          <dgm:bulletEnabled val="1"/>
        </dgm:presLayoutVars>
      </dgm:prSet>
      <dgm:spPr/>
    </dgm:pt>
    <dgm:pt modelId="{15AC9CE6-B08D-4FEB-9519-4AAFE615D99E}" type="pres">
      <dgm:prSet presAssocID="{E76E08DF-E5B8-4530-A2EB-7F07592EFC45}" presName="childNode2tx" presStyleLbl="bgAcc1" presStyleIdx="1" presStyleCnt="3">
        <dgm:presLayoutVars>
          <dgm:bulletEnabled val="1"/>
        </dgm:presLayoutVars>
      </dgm:prSet>
      <dgm:spPr/>
    </dgm:pt>
    <dgm:pt modelId="{B46FCDBD-2121-44C2-A925-2ACA4E441773}" type="pres">
      <dgm:prSet presAssocID="{E76E08DF-E5B8-4530-A2EB-7F07592EFC45}" presName="parentNode2" presStyleLbl="node1" presStyleIdx="1" presStyleCnt="3">
        <dgm:presLayoutVars>
          <dgm:chMax val="0"/>
          <dgm:bulletEnabled val="1"/>
        </dgm:presLayoutVars>
      </dgm:prSet>
      <dgm:spPr/>
    </dgm:pt>
    <dgm:pt modelId="{60AF2D6E-0BCB-4EBF-BB4E-4FB75AE2C030}" type="pres">
      <dgm:prSet presAssocID="{E76E08DF-E5B8-4530-A2EB-7F07592EFC45}" presName="connSite2" presStyleCnt="0"/>
      <dgm:spPr/>
    </dgm:pt>
    <dgm:pt modelId="{9EFDEDC8-926F-42A0-AF44-5ACE67E954A8}" type="pres">
      <dgm:prSet presAssocID="{34C069F8-FCDE-42F5-8529-C6A5D68CA7D8}" presName="Name18" presStyleLbl="sibTrans2D1" presStyleIdx="1" presStyleCnt="2"/>
      <dgm:spPr/>
    </dgm:pt>
    <dgm:pt modelId="{8D1713C3-353D-4F66-B707-4D991EC23C2D}" type="pres">
      <dgm:prSet presAssocID="{1716F84F-E421-48C6-8F79-DD233286204A}" presName="composite1" presStyleCnt="0"/>
      <dgm:spPr/>
    </dgm:pt>
    <dgm:pt modelId="{5F8BC3F6-6AB1-4EAC-B1B8-B007666BABB5}" type="pres">
      <dgm:prSet presAssocID="{1716F84F-E421-48C6-8F79-DD233286204A}" presName="dummyNode1" presStyleLbl="node1" presStyleIdx="1" presStyleCnt="3"/>
      <dgm:spPr/>
    </dgm:pt>
    <dgm:pt modelId="{C16E6317-BC32-4B77-986A-805DC801546A}" type="pres">
      <dgm:prSet presAssocID="{1716F84F-E421-48C6-8F79-DD233286204A}" presName="childNode1" presStyleLbl="bgAcc1" presStyleIdx="2" presStyleCnt="3">
        <dgm:presLayoutVars>
          <dgm:bulletEnabled val="1"/>
        </dgm:presLayoutVars>
      </dgm:prSet>
      <dgm:spPr/>
    </dgm:pt>
    <dgm:pt modelId="{3359414E-DE0D-4F0C-9B5A-F11C5864C518}" type="pres">
      <dgm:prSet presAssocID="{1716F84F-E421-48C6-8F79-DD233286204A}" presName="childNode1tx" presStyleLbl="bgAcc1" presStyleIdx="2" presStyleCnt="3">
        <dgm:presLayoutVars>
          <dgm:bulletEnabled val="1"/>
        </dgm:presLayoutVars>
      </dgm:prSet>
      <dgm:spPr/>
    </dgm:pt>
    <dgm:pt modelId="{1CCE2823-1E68-478B-AB78-14C4E6E41F30}" type="pres">
      <dgm:prSet presAssocID="{1716F84F-E421-48C6-8F79-DD233286204A}" presName="parentNode1" presStyleLbl="node1" presStyleIdx="2" presStyleCnt="3">
        <dgm:presLayoutVars>
          <dgm:chMax val="1"/>
          <dgm:bulletEnabled val="1"/>
        </dgm:presLayoutVars>
      </dgm:prSet>
      <dgm:spPr/>
    </dgm:pt>
    <dgm:pt modelId="{E9793988-BD2C-4427-B6D8-92BCC11C8599}" type="pres">
      <dgm:prSet presAssocID="{1716F84F-E421-48C6-8F79-DD233286204A}" presName="connSite1" presStyleCnt="0"/>
      <dgm:spPr/>
    </dgm:pt>
  </dgm:ptLst>
  <dgm:cxnLst>
    <dgm:cxn modelId="{C8B4A502-81A6-45C8-BB32-9196452D990A}" srcId="{E76E08DF-E5B8-4530-A2EB-7F07592EFC45}" destId="{EE648655-7DED-4944-83B2-C22B0CDDB1B0}" srcOrd="1" destOrd="0" parTransId="{A5A298C3-FE22-4632-8DB8-3B701DD669A3}" sibTransId="{C59607BB-6385-4F34-B362-FD92D2C54800}"/>
    <dgm:cxn modelId="{672CFA09-DB80-44DE-9318-3F914AB13503}" type="presOf" srcId="{C7563047-19FA-4508-AAFD-4EEE9F28FA8F}" destId="{C16E6317-BC32-4B77-986A-805DC801546A}" srcOrd="0" destOrd="1" presId="urn:microsoft.com/office/officeart/2005/8/layout/hProcess4"/>
    <dgm:cxn modelId="{62169E0B-09F1-4170-95E9-E926C262E41D}" type="presOf" srcId="{EE648655-7DED-4944-83B2-C22B0CDDB1B0}" destId="{7EDE5417-43FC-4978-B0CA-1788F1AD1248}" srcOrd="0" destOrd="1" presId="urn:microsoft.com/office/officeart/2005/8/layout/hProcess4"/>
    <dgm:cxn modelId="{7DB7A620-02B3-451D-9FAD-7B1B63966123}" srcId="{1AFB8414-9887-4E20-8D08-434C58FBFC7F}" destId="{68DD463A-E713-45B9-AC67-B31CC39F753F}" srcOrd="0" destOrd="0" parTransId="{4EC5417F-1D3E-4CD5-BE6A-AC452D069B4F}" sibTransId="{ADECC41D-5A6D-47A3-9FBA-3297201709F2}"/>
    <dgm:cxn modelId="{01A8AE2A-6029-4FE2-9278-4227A67AF23A}" type="presOf" srcId="{3FAB99E8-39A0-4A6A-B80E-D9EDF2A61A85}" destId="{45EB2DB7-5B8F-416D-B324-88CE9B72746F}" srcOrd="0" destOrd="0" presId="urn:microsoft.com/office/officeart/2005/8/layout/hProcess4"/>
    <dgm:cxn modelId="{CF57622C-2A77-4527-A7AE-0156B18ACCD4}" type="presOf" srcId="{82C0FE06-5960-48EF-BC5A-A19CE06EEC65}" destId="{45EB2DB7-5B8F-416D-B324-88CE9B72746F}" srcOrd="0" destOrd="1" presId="urn:microsoft.com/office/officeart/2005/8/layout/hProcess4"/>
    <dgm:cxn modelId="{3E9F9C2D-4982-47AA-A01E-DE60BBDB7189}" srcId="{1AFB8414-9887-4E20-8D08-434C58FBFC7F}" destId="{1716F84F-E421-48C6-8F79-DD233286204A}" srcOrd="2" destOrd="0" parTransId="{66F6C4F3-F2AE-4400-817A-8475EEC3B22D}" sibTransId="{1AF4B529-B34E-4E0E-B0CA-87A692F7AC8A}"/>
    <dgm:cxn modelId="{7C80742F-7461-404B-A66F-ED2456046E24}" srcId="{68DD463A-E713-45B9-AC67-B31CC39F753F}" destId="{82C0FE06-5960-48EF-BC5A-A19CE06EEC65}" srcOrd="1" destOrd="0" parTransId="{EB257976-672B-44A3-B2DA-A91ED79FBF95}" sibTransId="{0FE989D7-B233-4490-A977-9559649AAC55}"/>
    <dgm:cxn modelId="{6DC79334-BAEC-4558-B52C-74C92F8F9F99}" type="presOf" srcId="{57091078-8CB3-4D25-B9A5-D5E2AA6287FE}" destId="{15AC9CE6-B08D-4FEB-9519-4AAFE615D99E}" srcOrd="1" destOrd="0" presId="urn:microsoft.com/office/officeart/2005/8/layout/hProcess4"/>
    <dgm:cxn modelId="{237BEC36-0E43-4BF9-960A-DE18F72D9452}" type="presOf" srcId="{C7563047-19FA-4508-AAFD-4EEE9F28FA8F}" destId="{3359414E-DE0D-4F0C-9B5A-F11C5864C518}" srcOrd="1" destOrd="1" presId="urn:microsoft.com/office/officeart/2005/8/layout/hProcess4"/>
    <dgm:cxn modelId="{9AFB0837-2BDB-47DA-9B05-B5B4C7C82B2B}" type="presOf" srcId="{57091078-8CB3-4D25-B9A5-D5E2AA6287FE}" destId="{7EDE5417-43FC-4978-B0CA-1788F1AD1248}" srcOrd="0" destOrd="0" presId="urn:microsoft.com/office/officeart/2005/8/layout/hProcess4"/>
    <dgm:cxn modelId="{39EF123C-071F-43CF-A0F1-FE80A024A7E6}" type="presOf" srcId="{0DD268A6-887F-4A0B-B51E-34E45611FC23}" destId="{C16E6317-BC32-4B77-986A-805DC801546A}" srcOrd="0" destOrd="0" presId="urn:microsoft.com/office/officeart/2005/8/layout/hProcess4"/>
    <dgm:cxn modelId="{726E9961-AB21-43E6-B55B-C1A69BAFAE6C}" type="presOf" srcId="{E76E08DF-E5B8-4530-A2EB-7F07592EFC45}" destId="{B46FCDBD-2121-44C2-A925-2ACA4E441773}" srcOrd="0" destOrd="0" presId="urn:microsoft.com/office/officeart/2005/8/layout/hProcess4"/>
    <dgm:cxn modelId="{BFF3F965-4645-46A0-9428-E91AD3099FB0}" type="presOf" srcId="{34C069F8-FCDE-42F5-8529-C6A5D68CA7D8}" destId="{9EFDEDC8-926F-42A0-AF44-5ACE67E954A8}" srcOrd="0" destOrd="0" presId="urn:microsoft.com/office/officeart/2005/8/layout/hProcess4"/>
    <dgm:cxn modelId="{3A58484E-2BC4-4643-8C01-83FA9DEEBD82}" type="presOf" srcId="{E0D496AD-AC13-4A4B-922C-F8C70DF8BC30}" destId="{45EB2DB7-5B8F-416D-B324-88CE9B72746F}" srcOrd="0" destOrd="2" presId="urn:microsoft.com/office/officeart/2005/8/layout/hProcess4"/>
    <dgm:cxn modelId="{B8AD1959-F00D-47CC-89B7-898DAE554864}" type="presOf" srcId="{EE648655-7DED-4944-83B2-C22B0CDDB1B0}" destId="{15AC9CE6-B08D-4FEB-9519-4AAFE615D99E}" srcOrd="1" destOrd="1" presId="urn:microsoft.com/office/officeart/2005/8/layout/hProcess4"/>
    <dgm:cxn modelId="{A5DA1281-0437-4FE5-81B6-7BACC38864D8}" srcId="{1716F84F-E421-48C6-8F79-DD233286204A}" destId="{C7563047-19FA-4508-AAFD-4EEE9F28FA8F}" srcOrd="1" destOrd="0" parTransId="{36030D6B-D260-40A2-BE52-53CB9ABA95F5}" sibTransId="{A220FC32-D34B-45EB-8DA6-68CCAB73ACBF}"/>
    <dgm:cxn modelId="{3D92A382-6181-4476-80AB-2FB5C9899C21}" type="presOf" srcId="{1AFB8414-9887-4E20-8D08-434C58FBFC7F}" destId="{C4CAE519-E220-456F-90A1-EA339F5EBB55}" srcOrd="0" destOrd="0" presId="urn:microsoft.com/office/officeart/2005/8/layout/hProcess4"/>
    <dgm:cxn modelId="{0108F382-7980-429E-AAE7-604CC30B9CB5}" srcId="{E76E08DF-E5B8-4530-A2EB-7F07592EFC45}" destId="{57091078-8CB3-4D25-B9A5-D5E2AA6287FE}" srcOrd="0" destOrd="0" parTransId="{96E3DABC-F9AC-4325-8AE0-8AA681EC0290}" sibTransId="{759465F9-4F85-49CE-96C5-82EA96A38EFE}"/>
    <dgm:cxn modelId="{FBCAB383-23A3-4C29-A8FB-A165FC7B1ACC}" type="presOf" srcId="{3FAB99E8-39A0-4A6A-B80E-D9EDF2A61A85}" destId="{A6AD5CD8-666B-4E4B-BA89-F59A580BFF1C}" srcOrd="1" destOrd="0" presId="urn:microsoft.com/office/officeart/2005/8/layout/hProcess4"/>
    <dgm:cxn modelId="{7A81B08D-C5A9-47ED-AA96-D69DEC608110}" type="presOf" srcId="{ADECC41D-5A6D-47A3-9FBA-3297201709F2}" destId="{DAB3D478-DE55-4EC6-BD21-D25CD12437D2}" srcOrd="0" destOrd="0" presId="urn:microsoft.com/office/officeart/2005/8/layout/hProcess4"/>
    <dgm:cxn modelId="{6762988F-55A4-405C-92F0-3E6A0CA5D460}" type="presOf" srcId="{1716F84F-E421-48C6-8F79-DD233286204A}" destId="{1CCE2823-1E68-478B-AB78-14C4E6E41F30}" srcOrd="0" destOrd="0" presId="urn:microsoft.com/office/officeart/2005/8/layout/hProcess4"/>
    <dgm:cxn modelId="{6DE7D190-2335-46E0-B478-E54A816A4005}" type="presOf" srcId="{82C0FE06-5960-48EF-BC5A-A19CE06EEC65}" destId="{A6AD5CD8-666B-4E4B-BA89-F59A580BFF1C}" srcOrd="1" destOrd="1" presId="urn:microsoft.com/office/officeart/2005/8/layout/hProcess4"/>
    <dgm:cxn modelId="{1632A09F-AA91-4EFE-9CE7-526A6D5D0609}" srcId="{68DD463A-E713-45B9-AC67-B31CC39F753F}" destId="{E0D496AD-AC13-4A4B-922C-F8C70DF8BC30}" srcOrd="2" destOrd="0" parTransId="{22F4904D-1F48-44F0-9BEB-48264FE452D9}" sibTransId="{B439F9AA-34F8-4C8B-9721-A9A6DD95FAA0}"/>
    <dgm:cxn modelId="{55CE0FB9-F4E0-4429-A777-7DC21A2B0BD7}" type="presOf" srcId="{68DD463A-E713-45B9-AC67-B31CC39F753F}" destId="{A4945DCF-8CB4-4244-B0FB-B5C9B63A5A2E}" srcOrd="0" destOrd="0" presId="urn:microsoft.com/office/officeart/2005/8/layout/hProcess4"/>
    <dgm:cxn modelId="{3B7031B9-B315-4C34-B325-3A5E12EC07A7}" type="presOf" srcId="{0DD268A6-887F-4A0B-B51E-34E45611FC23}" destId="{3359414E-DE0D-4F0C-9B5A-F11C5864C518}" srcOrd="1" destOrd="0" presId="urn:microsoft.com/office/officeart/2005/8/layout/hProcess4"/>
    <dgm:cxn modelId="{1706F2C7-1347-447F-8172-79F842E9BACF}" type="presOf" srcId="{E0D496AD-AC13-4A4B-922C-F8C70DF8BC30}" destId="{A6AD5CD8-666B-4E4B-BA89-F59A580BFF1C}" srcOrd="1" destOrd="2" presId="urn:microsoft.com/office/officeart/2005/8/layout/hProcess4"/>
    <dgm:cxn modelId="{155274E2-DEDB-4C29-AD8A-9331A4BD515A}" srcId="{1AFB8414-9887-4E20-8D08-434C58FBFC7F}" destId="{E76E08DF-E5B8-4530-A2EB-7F07592EFC45}" srcOrd="1" destOrd="0" parTransId="{DA0F0E52-3FBE-41EC-92A8-86B3C1789AD3}" sibTransId="{34C069F8-FCDE-42F5-8529-C6A5D68CA7D8}"/>
    <dgm:cxn modelId="{A23C91E3-EB2E-4EE2-9C74-1247EDCE9ECF}" srcId="{1716F84F-E421-48C6-8F79-DD233286204A}" destId="{0DD268A6-887F-4A0B-B51E-34E45611FC23}" srcOrd="0" destOrd="0" parTransId="{574DAEAD-6D07-41EC-9695-FF9DE1C7A0BB}" sibTransId="{BF233CA3-BF54-4950-AABE-295ED37C06BA}"/>
    <dgm:cxn modelId="{A0BD5AF0-E4DB-4A34-A182-0066DE0BC7C5}" srcId="{68DD463A-E713-45B9-AC67-B31CC39F753F}" destId="{3FAB99E8-39A0-4A6A-B80E-D9EDF2A61A85}" srcOrd="0" destOrd="0" parTransId="{01F72C6C-79F2-4FCE-8A82-80AA37ED1A70}" sibTransId="{62A5C0C2-8996-4288-B0D4-60A929F20676}"/>
    <dgm:cxn modelId="{0520DA35-E05A-4200-A0C9-DD9BC8286DFE}" type="presParOf" srcId="{C4CAE519-E220-456F-90A1-EA339F5EBB55}" destId="{BCEE36BF-DB52-41CA-8F8A-087411F926A3}" srcOrd="0" destOrd="0" presId="urn:microsoft.com/office/officeart/2005/8/layout/hProcess4"/>
    <dgm:cxn modelId="{E8262C74-FF78-429C-B9A6-800F27256F9A}" type="presParOf" srcId="{C4CAE519-E220-456F-90A1-EA339F5EBB55}" destId="{D843DBFD-789E-4C7F-89DE-9E54B137145F}" srcOrd="1" destOrd="0" presId="urn:microsoft.com/office/officeart/2005/8/layout/hProcess4"/>
    <dgm:cxn modelId="{EDC8038F-FFDA-47CE-AF1A-3E79A7288F41}" type="presParOf" srcId="{C4CAE519-E220-456F-90A1-EA339F5EBB55}" destId="{D9F08BAA-4E3B-45FD-A73E-CFE19E7A00C2}" srcOrd="2" destOrd="0" presId="urn:microsoft.com/office/officeart/2005/8/layout/hProcess4"/>
    <dgm:cxn modelId="{4CD95001-1FB6-4750-8784-6549FF6F5222}" type="presParOf" srcId="{D9F08BAA-4E3B-45FD-A73E-CFE19E7A00C2}" destId="{846896FC-2C53-4521-8D7A-4FFA1BA5FC80}" srcOrd="0" destOrd="0" presId="urn:microsoft.com/office/officeart/2005/8/layout/hProcess4"/>
    <dgm:cxn modelId="{EFEDADFC-62C7-44B0-80B9-C1978AE46BD6}" type="presParOf" srcId="{846896FC-2C53-4521-8D7A-4FFA1BA5FC80}" destId="{7B83F706-1555-4E4A-8B98-BB68C71C0A19}" srcOrd="0" destOrd="0" presId="urn:microsoft.com/office/officeart/2005/8/layout/hProcess4"/>
    <dgm:cxn modelId="{55F9E183-FC7C-4BEE-805B-A047F7972979}" type="presParOf" srcId="{846896FC-2C53-4521-8D7A-4FFA1BA5FC80}" destId="{45EB2DB7-5B8F-416D-B324-88CE9B72746F}" srcOrd="1" destOrd="0" presId="urn:microsoft.com/office/officeart/2005/8/layout/hProcess4"/>
    <dgm:cxn modelId="{EFFF2821-2682-4E4B-9FD5-A776EC74D469}" type="presParOf" srcId="{846896FC-2C53-4521-8D7A-4FFA1BA5FC80}" destId="{A6AD5CD8-666B-4E4B-BA89-F59A580BFF1C}" srcOrd="2" destOrd="0" presId="urn:microsoft.com/office/officeart/2005/8/layout/hProcess4"/>
    <dgm:cxn modelId="{0CA6EC8D-37E7-4AF6-9659-BF29F00A36E4}" type="presParOf" srcId="{846896FC-2C53-4521-8D7A-4FFA1BA5FC80}" destId="{A4945DCF-8CB4-4244-B0FB-B5C9B63A5A2E}" srcOrd="3" destOrd="0" presId="urn:microsoft.com/office/officeart/2005/8/layout/hProcess4"/>
    <dgm:cxn modelId="{FB696132-A9DA-4548-B5E6-9D0874DF0A7D}" type="presParOf" srcId="{846896FC-2C53-4521-8D7A-4FFA1BA5FC80}" destId="{A2708BE0-05DF-4AAB-8E81-994BC1110E0B}" srcOrd="4" destOrd="0" presId="urn:microsoft.com/office/officeart/2005/8/layout/hProcess4"/>
    <dgm:cxn modelId="{8F67D949-6AE7-417E-B640-2BCA19DEDD76}" type="presParOf" srcId="{D9F08BAA-4E3B-45FD-A73E-CFE19E7A00C2}" destId="{DAB3D478-DE55-4EC6-BD21-D25CD12437D2}" srcOrd="1" destOrd="0" presId="urn:microsoft.com/office/officeart/2005/8/layout/hProcess4"/>
    <dgm:cxn modelId="{B06B211A-E130-4128-BF57-A5F87CD36C4F}" type="presParOf" srcId="{D9F08BAA-4E3B-45FD-A73E-CFE19E7A00C2}" destId="{EA90163B-00BE-4ADB-BE2A-5EB1D27F43DF}" srcOrd="2" destOrd="0" presId="urn:microsoft.com/office/officeart/2005/8/layout/hProcess4"/>
    <dgm:cxn modelId="{B5DEDF58-9831-48D9-A7A8-91B748D9E55B}" type="presParOf" srcId="{EA90163B-00BE-4ADB-BE2A-5EB1D27F43DF}" destId="{B40254E9-9263-4038-8EE7-AA0A6AF0A411}" srcOrd="0" destOrd="0" presId="urn:microsoft.com/office/officeart/2005/8/layout/hProcess4"/>
    <dgm:cxn modelId="{68862F26-4CCE-4D28-8DD3-EFE9C53F5D81}" type="presParOf" srcId="{EA90163B-00BE-4ADB-BE2A-5EB1D27F43DF}" destId="{7EDE5417-43FC-4978-B0CA-1788F1AD1248}" srcOrd="1" destOrd="0" presId="urn:microsoft.com/office/officeart/2005/8/layout/hProcess4"/>
    <dgm:cxn modelId="{3454F588-2F9F-43F0-93F3-C819A4F6D3B8}" type="presParOf" srcId="{EA90163B-00BE-4ADB-BE2A-5EB1D27F43DF}" destId="{15AC9CE6-B08D-4FEB-9519-4AAFE615D99E}" srcOrd="2" destOrd="0" presId="urn:microsoft.com/office/officeart/2005/8/layout/hProcess4"/>
    <dgm:cxn modelId="{023A06E7-C099-4A16-A515-96565143974E}" type="presParOf" srcId="{EA90163B-00BE-4ADB-BE2A-5EB1D27F43DF}" destId="{B46FCDBD-2121-44C2-A925-2ACA4E441773}" srcOrd="3" destOrd="0" presId="urn:microsoft.com/office/officeart/2005/8/layout/hProcess4"/>
    <dgm:cxn modelId="{664849DE-F878-49C0-A7E8-91A68480A37B}" type="presParOf" srcId="{EA90163B-00BE-4ADB-BE2A-5EB1D27F43DF}" destId="{60AF2D6E-0BCB-4EBF-BB4E-4FB75AE2C030}" srcOrd="4" destOrd="0" presId="urn:microsoft.com/office/officeart/2005/8/layout/hProcess4"/>
    <dgm:cxn modelId="{5755F72D-15FB-49B0-A734-0404B2E65DD4}" type="presParOf" srcId="{D9F08BAA-4E3B-45FD-A73E-CFE19E7A00C2}" destId="{9EFDEDC8-926F-42A0-AF44-5ACE67E954A8}" srcOrd="3" destOrd="0" presId="urn:microsoft.com/office/officeart/2005/8/layout/hProcess4"/>
    <dgm:cxn modelId="{2B5A9CC8-F8D6-4489-8A54-4545B386CA0C}" type="presParOf" srcId="{D9F08BAA-4E3B-45FD-A73E-CFE19E7A00C2}" destId="{8D1713C3-353D-4F66-B707-4D991EC23C2D}" srcOrd="4" destOrd="0" presId="urn:microsoft.com/office/officeart/2005/8/layout/hProcess4"/>
    <dgm:cxn modelId="{901A3222-BA90-45F2-B86B-AE72AF828C04}" type="presParOf" srcId="{8D1713C3-353D-4F66-B707-4D991EC23C2D}" destId="{5F8BC3F6-6AB1-4EAC-B1B8-B007666BABB5}" srcOrd="0" destOrd="0" presId="urn:microsoft.com/office/officeart/2005/8/layout/hProcess4"/>
    <dgm:cxn modelId="{8C8F3CCD-370D-4013-8CB1-B17F92AD4DF0}" type="presParOf" srcId="{8D1713C3-353D-4F66-B707-4D991EC23C2D}" destId="{C16E6317-BC32-4B77-986A-805DC801546A}" srcOrd="1" destOrd="0" presId="urn:microsoft.com/office/officeart/2005/8/layout/hProcess4"/>
    <dgm:cxn modelId="{2FF48E56-0F3B-4FDF-8354-940FF8AF63EB}" type="presParOf" srcId="{8D1713C3-353D-4F66-B707-4D991EC23C2D}" destId="{3359414E-DE0D-4F0C-9B5A-F11C5864C518}" srcOrd="2" destOrd="0" presId="urn:microsoft.com/office/officeart/2005/8/layout/hProcess4"/>
    <dgm:cxn modelId="{7621497F-B013-4918-B72C-0A8A7AE23353}" type="presParOf" srcId="{8D1713C3-353D-4F66-B707-4D991EC23C2D}" destId="{1CCE2823-1E68-478B-AB78-14C4E6E41F30}" srcOrd="3" destOrd="0" presId="urn:microsoft.com/office/officeart/2005/8/layout/hProcess4"/>
    <dgm:cxn modelId="{0D90A8F6-D50C-4840-B151-31EF87280B99}" type="presParOf" srcId="{8D1713C3-353D-4F66-B707-4D991EC23C2D}" destId="{E9793988-BD2C-4427-B6D8-92BCC11C8599}" srcOrd="4" destOrd="0" presId="urn:microsoft.com/office/officeart/2005/8/layout/h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4F0F4B5-41AE-4F81-BE40-88E9C7FC4D76}" type="doc">
      <dgm:prSet loTypeId="urn:microsoft.com/office/officeart/2005/8/layout/process1" loCatId="process" qsTypeId="urn:microsoft.com/office/officeart/2005/8/quickstyle/simple1" qsCatId="simple" csTypeId="urn:microsoft.com/office/officeart/2005/8/colors/accent1_2" csCatId="accent1" phldr="1"/>
      <dgm:spPr/>
    </dgm:pt>
    <dgm:pt modelId="{05D623BE-152B-4D99-8F1D-51F9650FAAFD}">
      <dgm:prSet phldrT="[Text]"/>
      <dgm:spPr/>
      <dgm:t>
        <a:bodyPr/>
        <a:lstStyle/>
        <a:p>
          <a:r>
            <a:rPr lang="en-US" dirty="0"/>
            <a:t>User </a:t>
          </a:r>
          <a:r>
            <a:rPr lang="en-US" dirty="0" err="1"/>
            <a:t>i</a:t>
          </a:r>
          <a:r>
            <a:rPr lang="en-US" dirty="0"/>
            <a:t>/p</a:t>
          </a:r>
          <a:r>
            <a:rPr lang="en-US" dirty="0">
              <a:sym typeface="Wingdings" pitchFamily="2" charset="2"/>
            </a:rPr>
            <a:t> </a:t>
          </a:r>
          <a:r>
            <a:rPr lang="en-US" dirty="0"/>
            <a:t>Indian PM</a:t>
          </a:r>
        </a:p>
      </dgm:t>
    </dgm:pt>
    <dgm:pt modelId="{9089A8A6-B04F-4B20-94BD-204C61FEEF8A}" type="parTrans" cxnId="{A14E02D7-1B9E-480A-9BCF-9F8D9A58CC9F}">
      <dgm:prSet/>
      <dgm:spPr/>
      <dgm:t>
        <a:bodyPr/>
        <a:lstStyle/>
        <a:p>
          <a:endParaRPr lang="en-US"/>
        </a:p>
      </dgm:t>
    </dgm:pt>
    <dgm:pt modelId="{76BD4819-1BE1-43F6-A5F6-1616569D7264}" type="sibTrans" cxnId="{A14E02D7-1B9E-480A-9BCF-9F8D9A58CC9F}">
      <dgm:prSet/>
      <dgm:spPr/>
      <dgm:t>
        <a:bodyPr/>
        <a:lstStyle/>
        <a:p>
          <a:endParaRPr lang="en-US"/>
        </a:p>
      </dgm:t>
    </dgm:pt>
    <dgm:pt modelId="{6E898411-A172-4887-B3A5-91DDDE135303}">
      <dgm:prSet phldrT="[Text]"/>
      <dgm:spPr/>
      <dgm:t>
        <a:bodyPr/>
        <a:lstStyle/>
        <a:p>
          <a:r>
            <a:rPr lang="en-US" dirty="0"/>
            <a:t>Doc1</a:t>
          </a:r>
          <a:r>
            <a:rPr lang="en-US" dirty="0">
              <a:sym typeface="Wingdings" pitchFamily="2" charset="2"/>
            </a:rPr>
            <a:t>Indian PM</a:t>
          </a:r>
        </a:p>
        <a:p>
          <a:r>
            <a:rPr lang="en-US" dirty="0">
              <a:sym typeface="Wingdings" pitchFamily="2" charset="2"/>
            </a:rPr>
            <a:t>Doc2Pakistan PM</a:t>
          </a:r>
        </a:p>
        <a:p>
          <a:r>
            <a:rPr lang="en-US" dirty="0">
              <a:sym typeface="Wingdings" pitchFamily="2" charset="2"/>
            </a:rPr>
            <a:t>Doc3American President</a:t>
          </a:r>
          <a:endParaRPr lang="en-US" dirty="0"/>
        </a:p>
      </dgm:t>
    </dgm:pt>
    <dgm:pt modelId="{902F047E-8F33-4C35-AAE0-C9DDF18DCB98}" type="parTrans" cxnId="{3FE7DA7C-7A06-4DEF-BB29-616BE5966FE2}">
      <dgm:prSet/>
      <dgm:spPr/>
      <dgm:t>
        <a:bodyPr/>
        <a:lstStyle/>
        <a:p>
          <a:endParaRPr lang="en-US"/>
        </a:p>
      </dgm:t>
    </dgm:pt>
    <dgm:pt modelId="{ED0A50C9-AA4C-4CC6-BCFC-475EB28C8CA0}" type="sibTrans" cxnId="{3FE7DA7C-7A06-4DEF-BB29-616BE5966FE2}">
      <dgm:prSet/>
      <dgm:spPr/>
      <dgm:t>
        <a:bodyPr/>
        <a:lstStyle/>
        <a:p>
          <a:endParaRPr lang="en-US"/>
        </a:p>
      </dgm:t>
    </dgm:pt>
    <dgm:pt modelId="{14E0C38A-415D-4361-8EF7-12CF622616A8}">
      <dgm:prSet phldrT="[Text]"/>
      <dgm:spPr/>
      <dgm:t>
        <a:bodyPr/>
        <a:lstStyle/>
        <a:p>
          <a:r>
            <a:rPr lang="en-US" dirty="0"/>
            <a:t>Brings document relating to Indian PM</a:t>
          </a:r>
        </a:p>
      </dgm:t>
    </dgm:pt>
    <dgm:pt modelId="{1F6C0979-2CEA-43C4-83D3-DC1D52A180BE}" type="parTrans" cxnId="{35016C6E-9A88-4CC5-AF8A-7FF8A16C3403}">
      <dgm:prSet/>
      <dgm:spPr/>
      <dgm:t>
        <a:bodyPr/>
        <a:lstStyle/>
        <a:p>
          <a:endParaRPr lang="en-US"/>
        </a:p>
      </dgm:t>
    </dgm:pt>
    <dgm:pt modelId="{8AFB5907-37E3-41C1-940C-760C7F4CD88C}" type="sibTrans" cxnId="{35016C6E-9A88-4CC5-AF8A-7FF8A16C3403}">
      <dgm:prSet/>
      <dgm:spPr/>
      <dgm:t>
        <a:bodyPr/>
        <a:lstStyle/>
        <a:p>
          <a:endParaRPr lang="en-US"/>
        </a:p>
      </dgm:t>
    </dgm:pt>
    <dgm:pt modelId="{DC531BC4-7C14-4387-8183-DEFD678B6F8C}" type="pres">
      <dgm:prSet presAssocID="{D4F0F4B5-41AE-4F81-BE40-88E9C7FC4D76}" presName="Name0" presStyleCnt="0">
        <dgm:presLayoutVars>
          <dgm:dir/>
          <dgm:resizeHandles val="exact"/>
        </dgm:presLayoutVars>
      </dgm:prSet>
      <dgm:spPr/>
    </dgm:pt>
    <dgm:pt modelId="{B8CBC3EB-436B-4D67-8522-591EBEC94DDD}" type="pres">
      <dgm:prSet presAssocID="{05D623BE-152B-4D99-8F1D-51F9650FAAFD}" presName="node" presStyleLbl="node1" presStyleIdx="0" presStyleCnt="3">
        <dgm:presLayoutVars>
          <dgm:bulletEnabled val="1"/>
        </dgm:presLayoutVars>
      </dgm:prSet>
      <dgm:spPr/>
    </dgm:pt>
    <dgm:pt modelId="{F9F380EE-AB42-44EB-9978-FC2BC60CD20C}" type="pres">
      <dgm:prSet presAssocID="{76BD4819-1BE1-43F6-A5F6-1616569D7264}" presName="sibTrans" presStyleLbl="sibTrans2D1" presStyleIdx="0" presStyleCnt="2"/>
      <dgm:spPr/>
    </dgm:pt>
    <dgm:pt modelId="{4D5073EB-B957-47D0-B682-5EE8FC34875B}" type="pres">
      <dgm:prSet presAssocID="{76BD4819-1BE1-43F6-A5F6-1616569D7264}" presName="connectorText" presStyleLbl="sibTrans2D1" presStyleIdx="0" presStyleCnt="2"/>
      <dgm:spPr/>
    </dgm:pt>
    <dgm:pt modelId="{E44F5C09-77B3-44B2-92CB-C64443BF3C2E}" type="pres">
      <dgm:prSet presAssocID="{6E898411-A172-4887-B3A5-91DDDE135303}" presName="node" presStyleLbl="node1" presStyleIdx="1" presStyleCnt="3" custLinFactNeighborX="-5855" custLinFactNeighborY="2416">
        <dgm:presLayoutVars>
          <dgm:bulletEnabled val="1"/>
        </dgm:presLayoutVars>
      </dgm:prSet>
      <dgm:spPr/>
    </dgm:pt>
    <dgm:pt modelId="{A9E3AF6D-3E62-499F-911D-C6168B5EA99F}" type="pres">
      <dgm:prSet presAssocID="{ED0A50C9-AA4C-4CC6-BCFC-475EB28C8CA0}" presName="sibTrans" presStyleLbl="sibTrans2D1" presStyleIdx="1" presStyleCnt="2"/>
      <dgm:spPr/>
    </dgm:pt>
    <dgm:pt modelId="{EBEA711D-480D-4281-8D50-D60B9E22B25D}" type="pres">
      <dgm:prSet presAssocID="{ED0A50C9-AA4C-4CC6-BCFC-475EB28C8CA0}" presName="connectorText" presStyleLbl="sibTrans2D1" presStyleIdx="1" presStyleCnt="2"/>
      <dgm:spPr/>
    </dgm:pt>
    <dgm:pt modelId="{4DAEB203-5F85-4450-A3A5-5B69FE08FBAD}" type="pres">
      <dgm:prSet presAssocID="{14E0C38A-415D-4361-8EF7-12CF622616A8}" presName="node" presStyleLbl="node1" presStyleIdx="2" presStyleCnt="3">
        <dgm:presLayoutVars>
          <dgm:bulletEnabled val="1"/>
        </dgm:presLayoutVars>
      </dgm:prSet>
      <dgm:spPr/>
    </dgm:pt>
  </dgm:ptLst>
  <dgm:cxnLst>
    <dgm:cxn modelId="{469D9B30-0052-4EB3-ABB7-3F18CBF79829}" type="presOf" srcId="{05D623BE-152B-4D99-8F1D-51F9650FAAFD}" destId="{B8CBC3EB-436B-4D67-8522-591EBEC94DDD}" srcOrd="0" destOrd="0" presId="urn:microsoft.com/office/officeart/2005/8/layout/process1"/>
    <dgm:cxn modelId="{27829B36-B66A-420E-B460-54499BEA63DB}" type="presOf" srcId="{D4F0F4B5-41AE-4F81-BE40-88E9C7FC4D76}" destId="{DC531BC4-7C14-4387-8183-DEFD678B6F8C}" srcOrd="0" destOrd="0" presId="urn:microsoft.com/office/officeart/2005/8/layout/process1"/>
    <dgm:cxn modelId="{8103C637-B6C4-42DF-A4DB-585CFBD3F0FA}" type="presOf" srcId="{ED0A50C9-AA4C-4CC6-BCFC-475EB28C8CA0}" destId="{A9E3AF6D-3E62-499F-911D-C6168B5EA99F}" srcOrd="0" destOrd="0" presId="urn:microsoft.com/office/officeart/2005/8/layout/process1"/>
    <dgm:cxn modelId="{49EEB66C-215B-4E70-BF71-3B10B2F70C69}" type="presOf" srcId="{ED0A50C9-AA4C-4CC6-BCFC-475EB28C8CA0}" destId="{EBEA711D-480D-4281-8D50-D60B9E22B25D}" srcOrd="1" destOrd="0" presId="urn:microsoft.com/office/officeart/2005/8/layout/process1"/>
    <dgm:cxn modelId="{35016C6E-9A88-4CC5-AF8A-7FF8A16C3403}" srcId="{D4F0F4B5-41AE-4F81-BE40-88E9C7FC4D76}" destId="{14E0C38A-415D-4361-8EF7-12CF622616A8}" srcOrd="2" destOrd="0" parTransId="{1F6C0979-2CEA-43C4-83D3-DC1D52A180BE}" sibTransId="{8AFB5907-37E3-41C1-940C-760C7F4CD88C}"/>
    <dgm:cxn modelId="{3FE7DA7C-7A06-4DEF-BB29-616BE5966FE2}" srcId="{D4F0F4B5-41AE-4F81-BE40-88E9C7FC4D76}" destId="{6E898411-A172-4887-B3A5-91DDDE135303}" srcOrd="1" destOrd="0" parTransId="{902F047E-8F33-4C35-AAE0-C9DDF18DCB98}" sibTransId="{ED0A50C9-AA4C-4CC6-BCFC-475EB28C8CA0}"/>
    <dgm:cxn modelId="{6872AE87-A18C-4069-B7DD-E071E7CDDED5}" type="presOf" srcId="{76BD4819-1BE1-43F6-A5F6-1616569D7264}" destId="{4D5073EB-B957-47D0-B682-5EE8FC34875B}" srcOrd="1" destOrd="0" presId="urn:microsoft.com/office/officeart/2005/8/layout/process1"/>
    <dgm:cxn modelId="{ACFA61A1-1864-4CBE-80E6-2813942EDD1B}" type="presOf" srcId="{6E898411-A172-4887-B3A5-91DDDE135303}" destId="{E44F5C09-77B3-44B2-92CB-C64443BF3C2E}" srcOrd="0" destOrd="0" presId="urn:microsoft.com/office/officeart/2005/8/layout/process1"/>
    <dgm:cxn modelId="{C02C49B9-BC6A-4E35-87A4-894890976ED0}" type="presOf" srcId="{14E0C38A-415D-4361-8EF7-12CF622616A8}" destId="{4DAEB203-5F85-4450-A3A5-5B69FE08FBAD}" srcOrd="0" destOrd="0" presId="urn:microsoft.com/office/officeart/2005/8/layout/process1"/>
    <dgm:cxn modelId="{930B93C0-FF09-40C1-B7E2-CF7800018234}" type="presOf" srcId="{76BD4819-1BE1-43F6-A5F6-1616569D7264}" destId="{F9F380EE-AB42-44EB-9978-FC2BC60CD20C}" srcOrd="0" destOrd="0" presId="urn:microsoft.com/office/officeart/2005/8/layout/process1"/>
    <dgm:cxn modelId="{A14E02D7-1B9E-480A-9BCF-9F8D9A58CC9F}" srcId="{D4F0F4B5-41AE-4F81-BE40-88E9C7FC4D76}" destId="{05D623BE-152B-4D99-8F1D-51F9650FAAFD}" srcOrd="0" destOrd="0" parTransId="{9089A8A6-B04F-4B20-94BD-204C61FEEF8A}" sibTransId="{76BD4819-1BE1-43F6-A5F6-1616569D7264}"/>
    <dgm:cxn modelId="{BE9CA914-ED6B-40C0-B508-D21ED7B9E572}" type="presParOf" srcId="{DC531BC4-7C14-4387-8183-DEFD678B6F8C}" destId="{B8CBC3EB-436B-4D67-8522-591EBEC94DDD}" srcOrd="0" destOrd="0" presId="urn:microsoft.com/office/officeart/2005/8/layout/process1"/>
    <dgm:cxn modelId="{8AF8819F-B7A0-4FFF-B75D-21043E9B9F96}" type="presParOf" srcId="{DC531BC4-7C14-4387-8183-DEFD678B6F8C}" destId="{F9F380EE-AB42-44EB-9978-FC2BC60CD20C}" srcOrd="1" destOrd="0" presId="urn:microsoft.com/office/officeart/2005/8/layout/process1"/>
    <dgm:cxn modelId="{34232D8C-BFA3-40C4-9E94-78D62104146D}" type="presParOf" srcId="{F9F380EE-AB42-44EB-9978-FC2BC60CD20C}" destId="{4D5073EB-B957-47D0-B682-5EE8FC34875B}" srcOrd="0" destOrd="0" presId="urn:microsoft.com/office/officeart/2005/8/layout/process1"/>
    <dgm:cxn modelId="{AA20F411-7A6E-49A8-84E1-5000AA4AE764}" type="presParOf" srcId="{DC531BC4-7C14-4387-8183-DEFD678B6F8C}" destId="{E44F5C09-77B3-44B2-92CB-C64443BF3C2E}" srcOrd="2" destOrd="0" presId="urn:microsoft.com/office/officeart/2005/8/layout/process1"/>
    <dgm:cxn modelId="{5CB70A18-3830-4B56-BA31-12B54061B5B3}" type="presParOf" srcId="{DC531BC4-7C14-4387-8183-DEFD678B6F8C}" destId="{A9E3AF6D-3E62-499F-911D-C6168B5EA99F}" srcOrd="3" destOrd="0" presId="urn:microsoft.com/office/officeart/2005/8/layout/process1"/>
    <dgm:cxn modelId="{B953B6BE-2890-42D4-8947-14246CD7F9B1}" type="presParOf" srcId="{A9E3AF6D-3E62-499F-911D-C6168B5EA99F}" destId="{EBEA711D-480D-4281-8D50-D60B9E22B25D}" srcOrd="0" destOrd="0" presId="urn:microsoft.com/office/officeart/2005/8/layout/process1"/>
    <dgm:cxn modelId="{2B17061A-8DC7-46B8-981E-2E3048993F51}" type="presParOf" srcId="{DC531BC4-7C14-4387-8183-DEFD678B6F8C}" destId="{4DAEB203-5F85-4450-A3A5-5B69FE08FBAD}" srcOrd="4"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FFBE57-16A7-48A4-9D40-368AC4EDB7C5}">
      <dsp:nvSpPr>
        <dsp:cNvPr id="0" name=""/>
        <dsp:cNvSpPr/>
      </dsp:nvSpPr>
      <dsp:spPr>
        <a:xfrm>
          <a:off x="222378" y="148"/>
          <a:ext cx="1599902" cy="1599902"/>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Artificial Intelligence</a:t>
          </a:r>
        </a:p>
      </dsp:txBody>
      <dsp:txXfrm>
        <a:off x="222378" y="148"/>
        <a:ext cx="1599902" cy="1599902"/>
      </dsp:txXfrm>
    </dsp:sp>
    <dsp:sp modelId="{F1CC45E6-6E18-4DC9-BF2F-696E5C30FBB1}">
      <dsp:nvSpPr>
        <dsp:cNvPr id="0" name=""/>
        <dsp:cNvSpPr/>
      </dsp:nvSpPr>
      <dsp:spPr>
        <a:xfrm>
          <a:off x="1952193" y="336128"/>
          <a:ext cx="927943" cy="927943"/>
        </a:xfrm>
        <a:prstGeom prst="mathPlus">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US" sz="1500" kern="1200"/>
        </a:p>
      </dsp:txBody>
      <dsp:txXfrm>
        <a:off x="2075192" y="690973"/>
        <a:ext cx="681945" cy="218253"/>
      </dsp:txXfrm>
    </dsp:sp>
    <dsp:sp modelId="{FA196B04-C70B-47C0-BC69-E255E195F9CA}">
      <dsp:nvSpPr>
        <dsp:cNvPr id="0" name=""/>
        <dsp:cNvSpPr/>
      </dsp:nvSpPr>
      <dsp:spPr>
        <a:xfrm>
          <a:off x="3010048" y="148"/>
          <a:ext cx="1599902" cy="1599902"/>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Computational Linguistics</a:t>
          </a:r>
        </a:p>
      </dsp:txBody>
      <dsp:txXfrm>
        <a:off x="3010048" y="148"/>
        <a:ext cx="1599902" cy="1599902"/>
      </dsp:txXfrm>
    </dsp:sp>
    <dsp:sp modelId="{00F9BF43-6144-431A-AE8F-C6538C6FFD25}">
      <dsp:nvSpPr>
        <dsp:cNvPr id="0" name=""/>
        <dsp:cNvSpPr/>
      </dsp:nvSpPr>
      <dsp:spPr>
        <a:xfrm>
          <a:off x="4739863" y="336128"/>
          <a:ext cx="927943" cy="927943"/>
        </a:xfrm>
        <a:prstGeom prst="mathEqual">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4862862" y="527284"/>
        <a:ext cx="681945" cy="545631"/>
      </dsp:txXfrm>
    </dsp:sp>
    <dsp:sp modelId="{F4FD49D4-7BE9-415C-8912-19ADCB293145}">
      <dsp:nvSpPr>
        <dsp:cNvPr id="0" name=""/>
        <dsp:cNvSpPr/>
      </dsp:nvSpPr>
      <dsp:spPr>
        <a:xfrm>
          <a:off x="5797718" y="148"/>
          <a:ext cx="1599902" cy="1599902"/>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NLP</a:t>
          </a:r>
        </a:p>
      </dsp:txBody>
      <dsp:txXfrm>
        <a:off x="5797718" y="148"/>
        <a:ext cx="1599902" cy="159990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EB2DB7-5B8F-416D-B324-88CE9B72746F}">
      <dsp:nvSpPr>
        <dsp:cNvPr id="0" name=""/>
        <dsp:cNvSpPr/>
      </dsp:nvSpPr>
      <dsp:spPr>
        <a:xfrm>
          <a:off x="3636" y="1234107"/>
          <a:ext cx="2250430" cy="1856134"/>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t" anchorCtr="0">
          <a:noAutofit/>
        </a:bodyPr>
        <a:lstStyle/>
        <a:p>
          <a:pPr marL="228600" lvl="1" indent="-228600" algn="l" defTabSz="1066800">
            <a:lnSpc>
              <a:spcPct val="90000"/>
            </a:lnSpc>
            <a:spcBef>
              <a:spcPct val="0"/>
            </a:spcBef>
            <a:spcAft>
              <a:spcPct val="15000"/>
            </a:spcAft>
            <a:buChar char="•"/>
          </a:pPr>
          <a:r>
            <a:rPr lang="en-US" sz="2400" kern="1200" dirty="0"/>
            <a:t>Phonology</a:t>
          </a:r>
        </a:p>
        <a:p>
          <a:pPr marL="228600" lvl="1" indent="-228600" algn="l" defTabSz="1066800">
            <a:lnSpc>
              <a:spcPct val="90000"/>
            </a:lnSpc>
            <a:spcBef>
              <a:spcPct val="0"/>
            </a:spcBef>
            <a:spcAft>
              <a:spcPct val="15000"/>
            </a:spcAft>
            <a:buChar char="•"/>
          </a:pPr>
          <a:r>
            <a:rPr lang="en-US" sz="2400" kern="1200" dirty="0"/>
            <a:t>Morphological</a:t>
          </a:r>
        </a:p>
        <a:p>
          <a:pPr marL="228600" lvl="1" indent="-228600" algn="l" defTabSz="1066800">
            <a:lnSpc>
              <a:spcPct val="90000"/>
            </a:lnSpc>
            <a:spcBef>
              <a:spcPct val="0"/>
            </a:spcBef>
            <a:spcAft>
              <a:spcPct val="15000"/>
            </a:spcAft>
            <a:buChar char="•"/>
          </a:pPr>
          <a:r>
            <a:rPr lang="en-US" sz="2400" kern="1200" dirty="0"/>
            <a:t>Lexical</a:t>
          </a:r>
        </a:p>
      </dsp:txBody>
      <dsp:txXfrm>
        <a:off x="46351" y="1276822"/>
        <a:ext cx="2165000" cy="1372961"/>
      </dsp:txXfrm>
    </dsp:sp>
    <dsp:sp modelId="{DAB3D478-DE55-4EC6-BD21-D25CD12437D2}">
      <dsp:nvSpPr>
        <dsp:cNvPr id="0" name=""/>
        <dsp:cNvSpPr/>
      </dsp:nvSpPr>
      <dsp:spPr>
        <a:xfrm>
          <a:off x="1272051" y="1689587"/>
          <a:ext cx="2462002" cy="2462002"/>
        </a:xfrm>
        <a:prstGeom prst="leftCircularArrow">
          <a:avLst>
            <a:gd name="adj1" fmla="val 3074"/>
            <a:gd name="adj2" fmla="val 377643"/>
            <a:gd name="adj3" fmla="val 2153154"/>
            <a:gd name="adj4" fmla="val 9024489"/>
            <a:gd name="adj5" fmla="val 3587"/>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A4945DCF-8CB4-4244-B0FB-B5C9B63A5A2E}">
      <dsp:nvSpPr>
        <dsp:cNvPr id="0" name=""/>
        <dsp:cNvSpPr/>
      </dsp:nvSpPr>
      <dsp:spPr>
        <a:xfrm>
          <a:off x="503731" y="2692499"/>
          <a:ext cx="2000382" cy="79548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Parsing</a:t>
          </a:r>
        </a:p>
      </dsp:txBody>
      <dsp:txXfrm>
        <a:off x="527030" y="2715798"/>
        <a:ext cx="1953784" cy="748888"/>
      </dsp:txXfrm>
    </dsp:sp>
    <dsp:sp modelId="{7EDE5417-43FC-4978-B0CA-1788F1AD1248}">
      <dsp:nvSpPr>
        <dsp:cNvPr id="0" name=""/>
        <dsp:cNvSpPr/>
      </dsp:nvSpPr>
      <dsp:spPr>
        <a:xfrm>
          <a:off x="2864560" y="1234107"/>
          <a:ext cx="2250430" cy="1856134"/>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t" anchorCtr="0">
          <a:noAutofit/>
        </a:bodyPr>
        <a:lstStyle/>
        <a:p>
          <a:pPr marL="228600" lvl="1" indent="-228600" algn="l" defTabSz="1066800">
            <a:lnSpc>
              <a:spcPct val="90000"/>
            </a:lnSpc>
            <a:spcBef>
              <a:spcPct val="0"/>
            </a:spcBef>
            <a:spcAft>
              <a:spcPct val="15000"/>
            </a:spcAft>
            <a:buChar char="•"/>
          </a:pPr>
          <a:r>
            <a:rPr lang="en-US" sz="2400" kern="1200" dirty="0"/>
            <a:t>Syntactic</a:t>
          </a:r>
        </a:p>
        <a:p>
          <a:pPr marL="228600" lvl="1" indent="-228600" algn="l" defTabSz="1066800">
            <a:lnSpc>
              <a:spcPct val="90000"/>
            </a:lnSpc>
            <a:spcBef>
              <a:spcPct val="0"/>
            </a:spcBef>
            <a:spcAft>
              <a:spcPct val="15000"/>
            </a:spcAft>
            <a:buChar char="•"/>
          </a:pPr>
          <a:r>
            <a:rPr lang="en-US" sz="2400" kern="1200" dirty="0"/>
            <a:t>Semantic</a:t>
          </a:r>
        </a:p>
      </dsp:txBody>
      <dsp:txXfrm>
        <a:off x="2907275" y="1674565"/>
        <a:ext cx="2165000" cy="1372961"/>
      </dsp:txXfrm>
    </dsp:sp>
    <dsp:sp modelId="{9EFDEDC8-926F-42A0-AF44-5ACE67E954A8}">
      <dsp:nvSpPr>
        <dsp:cNvPr id="0" name=""/>
        <dsp:cNvSpPr/>
      </dsp:nvSpPr>
      <dsp:spPr>
        <a:xfrm>
          <a:off x="4114223" y="99982"/>
          <a:ext cx="2749557" cy="2749557"/>
        </a:xfrm>
        <a:prstGeom prst="circularArrow">
          <a:avLst>
            <a:gd name="adj1" fmla="val 2753"/>
            <a:gd name="adj2" fmla="val 335608"/>
            <a:gd name="adj3" fmla="val 19488881"/>
            <a:gd name="adj4" fmla="val 12575511"/>
            <a:gd name="adj5" fmla="val 321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B46FCDBD-2121-44C2-A925-2ACA4E441773}">
      <dsp:nvSpPr>
        <dsp:cNvPr id="0" name=""/>
        <dsp:cNvSpPr/>
      </dsp:nvSpPr>
      <dsp:spPr>
        <a:xfrm>
          <a:off x="3364656" y="836364"/>
          <a:ext cx="2000382" cy="79548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Translating</a:t>
          </a:r>
        </a:p>
      </dsp:txBody>
      <dsp:txXfrm>
        <a:off x="3387955" y="859663"/>
        <a:ext cx="1953784" cy="748888"/>
      </dsp:txXfrm>
    </dsp:sp>
    <dsp:sp modelId="{C16E6317-BC32-4B77-986A-805DC801546A}">
      <dsp:nvSpPr>
        <dsp:cNvPr id="0" name=""/>
        <dsp:cNvSpPr/>
      </dsp:nvSpPr>
      <dsp:spPr>
        <a:xfrm>
          <a:off x="5725485" y="1234107"/>
          <a:ext cx="2250430" cy="1856134"/>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t" anchorCtr="0">
          <a:noAutofit/>
        </a:bodyPr>
        <a:lstStyle/>
        <a:p>
          <a:pPr marL="228600" lvl="1" indent="-228600" algn="l" defTabSz="1066800">
            <a:lnSpc>
              <a:spcPct val="90000"/>
            </a:lnSpc>
            <a:spcBef>
              <a:spcPct val="0"/>
            </a:spcBef>
            <a:spcAft>
              <a:spcPct val="15000"/>
            </a:spcAft>
            <a:buChar char="•"/>
          </a:pPr>
          <a:r>
            <a:rPr lang="en-US" sz="2400" kern="1200" dirty="0"/>
            <a:t>Discourse</a:t>
          </a:r>
        </a:p>
        <a:p>
          <a:pPr marL="228600" lvl="1" indent="-228600" algn="l" defTabSz="1066800">
            <a:lnSpc>
              <a:spcPct val="90000"/>
            </a:lnSpc>
            <a:spcBef>
              <a:spcPct val="0"/>
            </a:spcBef>
            <a:spcAft>
              <a:spcPct val="15000"/>
            </a:spcAft>
            <a:buChar char="•"/>
          </a:pPr>
          <a:r>
            <a:rPr lang="en-US" sz="2400" kern="1200" dirty="0"/>
            <a:t>Pragmatic</a:t>
          </a:r>
        </a:p>
      </dsp:txBody>
      <dsp:txXfrm>
        <a:off x="5768200" y="1276822"/>
        <a:ext cx="2165000" cy="1372961"/>
      </dsp:txXfrm>
    </dsp:sp>
    <dsp:sp modelId="{1CCE2823-1E68-478B-AB78-14C4E6E41F30}">
      <dsp:nvSpPr>
        <dsp:cNvPr id="0" name=""/>
        <dsp:cNvSpPr/>
      </dsp:nvSpPr>
      <dsp:spPr>
        <a:xfrm>
          <a:off x="6225581" y="2692499"/>
          <a:ext cx="2000382" cy="79548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Generating </a:t>
          </a:r>
        </a:p>
        <a:p>
          <a:pPr marL="0" lvl="0" indent="0" algn="ctr" defTabSz="889000">
            <a:lnSpc>
              <a:spcPct val="90000"/>
            </a:lnSpc>
            <a:spcBef>
              <a:spcPct val="0"/>
            </a:spcBef>
            <a:spcAft>
              <a:spcPct val="35000"/>
            </a:spcAft>
            <a:buNone/>
          </a:pPr>
          <a:r>
            <a:rPr lang="en-US" sz="2000" kern="1200" dirty="0"/>
            <a:t>Input</a:t>
          </a:r>
        </a:p>
      </dsp:txBody>
      <dsp:txXfrm>
        <a:off x="6248880" y="2715798"/>
        <a:ext cx="1953784" cy="74888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8CBC3EB-436B-4D67-8522-591EBEC94DDD}">
      <dsp:nvSpPr>
        <dsp:cNvPr id="0" name=""/>
        <dsp:cNvSpPr/>
      </dsp:nvSpPr>
      <dsp:spPr>
        <a:xfrm>
          <a:off x="5156" y="540722"/>
          <a:ext cx="1541338" cy="166175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User </a:t>
          </a:r>
          <a:r>
            <a:rPr lang="en-US" sz="1500" kern="1200" dirty="0" err="1"/>
            <a:t>i</a:t>
          </a:r>
          <a:r>
            <a:rPr lang="en-US" sz="1500" kern="1200" dirty="0"/>
            <a:t>/p</a:t>
          </a:r>
          <a:r>
            <a:rPr lang="en-US" sz="1500" kern="1200" dirty="0">
              <a:sym typeface="Wingdings" pitchFamily="2" charset="2"/>
            </a:rPr>
            <a:t> </a:t>
          </a:r>
          <a:r>
            <a:rPr lang="en-US" sz="1500" kern="1200" dirty="0"/>
            <a:t>Indian PM</a:t>
          </a:r>
        </a:p>
      </dsp:txBody>
      <dsp:txXfrm>
        <a:off x="50300" y="585866"/>
        <a:ext cx="1451050" cy="1571467"/>
      </dsp:txXfrm>
    </dsp:sp>
    <dsp:sp modelId="{F9F380EE-AB42-44EB-9978-FC2BC60CD20C}">
      <dsp:nvSpPr>
        <dsp:cNvPr id="0" name=""/>
        <dsp:cNvSpPr/>
      </dsp:nvSpPr>
      <dsp:spPr>
        <a:xfrm rot="65041">
          <a:off x="1691577" y="1200712"/>
          <a:ext cx="307686" cy="382251"/>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a:off x="1691585" y="1276289"/>
        <a:ext cx="215380" cy="229351"/>
      </dsp:txXfrm>
    </dsp:sp>
    <dsp:sp modelId="{E44F5C09-77B3-44B2-92CB-C64443BF3C2E}">
      <dsp:nvSpPr>
        <dsp:cNvPr id="0" name=""/>
        <dsp:cNvSpPr/>
      </dsp:nvSpPr>
      <dsp:spPr>
        <a:xfrm>
          <a:off x="2126932" y="580870"/>
          <a:ext cx="1541338" cy="166175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Doc1</a:t>
          </a:r>
          <a:r>
            <a:rPr lang="en-US" sz="1500" kern="1200" dirty="0">
              <a:sym typeface="Wingdings" pitchFamily="2" charset="2"/>
            </a:rPr>
            <a:t>Indian PM</a:t>
          </a:r>
        </a:p>
        <a:p>
          <a:pPr marL="0" lvl="0" indent="0" algn="ctr" defTabSz="666750">
            <a:lnSpc>
              <a:spcPct val="90000"/>
            </a:lnSpc>
            <a:spcBef>
              <a:spcPct val="0"/>
            </a:spcBef>
            <a:spcAft>
              <a:spcPct val="35000"/>
            </a:spcAft>
            <a:buNone/>
          </a:pPr>
          <a:r>
            <a:rPr lang="en-US" sz="1500" kern="1200" dirty="0">
              <a:sym typeface="Wingdings" pitchFamily="2" charset="2"/>
            </a:rPr>
            <a:t>Doc2Pakistan PM</a:t>
          </a:r>
        </a:p>
        <a:p>
          <a:pPr marL="0" lvl="0" indent="0" algn="ctr" defTabSz="666750">
            <a:lnSpc>
              <a:spcPct val="90000"/>
            </a:lnSpc>
            <a:spcBef>
              <a:spcPct val="0"/>
            </a:spcBef>
            <a:spcAft>
              <a:spcPct val="35000"/>
            </a:spcAft>
            <a:buNone/>
          </a:pPr>
          <a:r>
            <a:rPr lang="en-US" sz="1500" kern="1200" dirty="0">
              <a:sym typeface="Wingdings" pitchFamily="2" charset="2"/>
            </a:rPr>
            <a:t>Doc3American President</a:t>
          </a:r>
          <a:endParaRPr lang="en-US" sz="1500" kern="1200" dirty="0"/>
        </a:p>
      </dsp:txBody>
      <dsp:txXfrm>
        <a:off x="2172076" y="626014"/>
        <a:ext cx="1451050" cy="1571467"/>
      </dsp:txXfrm>
    </dsp:sp>
    <dsp:sp modelId="{A9E3AF6D-3E62-499F-911D-C6168B5EA99F}">
      <dsp:nvSpPr>
        <dsp:cNvPr id="0" name=""/>
        <dsp:cNvSpPr/>
      </dsp:nvSpPr>
      <dsp:spPr>
        <a:xfrm rot="21537099">
          <a:off x="3831400" y="1200368"/>
          <a:ext cx="345953" cy="382251"/>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a:off x="3831409" y="1277767"/>
        <a:ext cx="242167" cy="229351"/>
      </dsp:txXfrm>
    </dsp:sp>
    <dsp:sp modelId="{4DAEB203-5F85-4450-A3A5-5B69FE08FBAD}">
      <dsp:nvSpPr>
        <dsp:cNvPr id="0" name=""/>
        <dsp:cNvSpPr/>
      </dsp:nvSpPr>
      <dsp:spPr>
        <a:xfrm>
          <a:off x="4320904" y="540722"/>
          <a:ext cx="1541338" cy="166175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Brings document relating to Indian PM</a:t>
          </a:r>
        </a:p>
      </dsp:txBody>
      <dsp:txXfrm>
        <a:off x="4366048" y="585866"/>
        <a:ext cx="1451050" cy="1571467"/>
      </dsp:txXfrm>
    </dsp:sp>
  </dsp:spTree>
</dsp:drawing>
</file>

<file path=ppt/diagrams/layout1.xml><?xml version="1.0" encoding="utf-8"?>
<dgm:layoutDef xmlns:dgm="http://schemas.openxmlformats.org/drawingml/2006/diagram" xmlns:a="http://schemas.openxmlformats.org/drawingml/2006/main" uniqueId="urn:microsoft.com/office/officeart/2005/8/layout/equation1">
  <dgm:title val=""/>
  <dgm:desc val=""/>
  <dgm:catLst>
    <dgm:cat type="relationship" pri="17000"/>
    <dgm:cat type="process" pri="2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choose name="Name0">
      <dgm:if name="Name1" func="var" arg="dir" op="equ" val="norm">
        <dgm:alg type="lin">
          <dgm:param type="fallback" val="2D"/>
        </dgm:alg>
      </dgm:if>
      <dgm:else name="Name2">
        <dgm:alg type="lin">
          <dgm:param type="linDir" val="fromR"/>
          <dgm:param type="fallback" val="2D"/>
        </dgm:alg>
      </dgm:else>
    </dgm:choose>
    <dgm:shape xmlns:r="http://schemas.openxmlformats.org/officeDocument/2006/relationships" r:blip="">
      <dgm:adjLst/>
    </dgm:shape>
    <dgm:presOf/>
    <dgm:constrLst>
      <dgm:constr type="w" for="ch" ptType="node" refType="w"/>
      <dgm:constr type="w" for="ch" ptType="sibTrans" refType="w" refFor="ch" refPtType="node" fact="0.58"/>
      <dgm:constr type="primFontSz" for="ch" ptType="node" op="equ" val="65"/>
      <dgm:constr type="primFontSz" for="ch" ptType="sibTrans" op="equ" val="55"/>
      <dgm:constr type="primFontSz" for="ch" ptType="sibTrans" refType="primFontSz" refFor="ch" refPtType="node" op="lte" fact="0.8"/>
      <dgm:constr type="w" for="ch" forName="spacerL" refType="w" refFor="ch" refPtType="sibTrans" fact="0.14"/>
      <dgm:constr type="w" for="ch" forName="spacerR" refType="w" refFor="ch" refPtType="sibTrans" fact="0.14"/>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sibTransForEach" axis="followSib" ptType="sibTrans" cnt="1">
        <dgm:layoutNode name="spacerL">
          <dgm:alg type="sp"/>
          <dgm:shape xmlns:r="http://schemas.openxmlformats.org/officeDocument/2006/relationships" r:blip="">
            <dgm:adjLst/>
          </dgm:shape>
          <dgm:presOf/>
          <dgm:constrLst/>
          <dgm:ruleLst/>
        </dgm:layoutNode>
        <dgm:layoutNode name="sibTrans">
          <dgm:alg type="tx"/>
          <dgm:choose name="Name3">
            <dgm:if name="Name4" axis="followSib" ptType="sibTrans" func="cnt" op="equ" val="0">
              <dgm:shape xmlns:r="http://schemas.openxmlformats.org/officeDocument/2006/relationships" type="mathEqual" r:blip="">
                <dgm:adjLst/>
              </dgm:shape>
            </dgm:if>
            <dgm:else name="Name5">
              <dgm:shape xmlns:r="http://schemas.openxmlformats.org/officeDocument/2006/relationships" type="mathPlus" r:blip="">
                <dgm:adjLst/>
              </dgm:shape>
            </dgm:else>
          </dgm:choose>
          <dgm:presOf axis="self"/>
          <dgm:constrLst>
            <dgm:constr type="h" refType="w"/>
            <dgm:constr type="lMarg"/>
            <dgm:constr type="rMarg"/>
            <dgm:constr type="tMarg"/>
            <dgm:constr type="bMarg"/>
          </dgm:constrLst>
          <dgm:ruleLst>
            <dgm:rule type="primFontSz" val="5" fact="NaN" max="NaN"/>
          </dgm:ruleLst>
        </dgm:layoutNode>
        <dgm:layoutNode name="spacerR">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Process4">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connRout" val="curve"/>
              <dgm:param type="srcNode" val="parentNode1"/>
              <dgm:param type="dstNode" val="connSite2"/>
              <dgm:param type="begPts" val="bCtr"/>
              <dgm:param type="endPts" val="bCtr"/>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connRout" val="curve"/>
                <dgm:param type="srcNode" val="parentNode2"/>
                <dgm:param type="dstNode" val="connSite1"/>
                <dgm:param type="begPts" val="tCtr"/>
                <dgm:param type="endPts" val="tCtr"/>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D690B108-71BF-4743-868E-7E8B8B45482E}" type="datetimeFigureOut">
              <a:rPr lang="en-IN" smtClean="0"/>
              <a:t>06-04-2026</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0C2C0196-1A9E-4F97-9C50-4E4B4B5791DA}" type="slidenum">
              <a:rPr lang="en-IN" smtClean="0"/>
              <a:t>‹#›</a:t>
            </a:fld>
            <a:endParaRPr lang="en-IN"/>
          </a:p>
        </p:txBody>
      </p:sp>
    </p:spTree>
    <p:extLst>
      <p:ext uri="{BB962C8B-B14F-4D97-AF65-F5344CB8AC3E}">
        <p14:creationId xmlns:p14="http://schemas.microsoft.com/office/powerpoint/2010/main" val="10098441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3082387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800" b="0" i="0">
                <a:solidFill>
                  <a:srgbClr val="A6A6A6"/>
                </a:solidFill>
                <a:latin typeface="Arial"/>
                <a:cs typeface="Arial"/>
              </a:defRPr>
            </a:lvl1pPr>
          </a:lstStyle>
          <a:p>
            <a:pPr marL="12700">
              <a:lnSpc>
                <a:spcPct val="100000"/>
              </a:lnSpc>
              <a:spcBef>
                <a:spcPts val="25"/>
              </a:spcBef>
            </a:pPr>
            <a:r>
              <a:rPr dirty="0"/>
              <a:t>This slide</a:t>
            </a:r>
            <a:r>
              <a:rPr spc="65" dirty="0"/>
              <a:t> </a:t>
            </a:r>
            <a:r>
              <a:rPr dirty="0"/>
              <a:t>is </a:t>
            </a:r>
            <a:r>
              <a:rPr spc="-5" dirty="0"/>
              <a:t>100% editable. Adapt </a:t>
            </a:r>
            <a:r>
              <a:rPr dirty="0"/>
              <a:t>it to </a:t>
            </a:r>
            <a:r>
              <a:rPr spc="-5" dirty="0"/>
              <a:t>your needs and capture your audience's attention.</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4/6/2026</a:t>
            </a:fld>
            <a:endParaRPr lang="en-US"/>
          </a:p>
        </p:txBody>
      </p:sp>
      <p:sp>
        <p:nvSpPr>
          <p:cNvPr id="6" name="Holder 6"/>
          <p:cNvSpPr>
            <a:spLocks noGrp="1"/>
          </p:cNvSpPr>
          <p:nvPr>
            <p:ph type="sldNum" sz="quarter" idx="7"/>
          </p:nvPr>
        </p:nvSpPr>
        <p:spPr/>
        <p:txBody>
          <a:bodyPr lIns="0" tIns="0" rIns="0" bIns="0"/>
          <a:lstStyle>
            <a:lvl1pPr>
              <a:defRPr sz="800" b="0" i="0">
                <a:solidFill>
                  <a:schemeClr val="bg1"/>
                </a:solidFill>
                <a:latin typeface="Arial"/>
                <a:cs typeface="Arial"/>
              </a:defRPr>
            </a:lvl1pPr>
          </a:lstStyle>
          <a:p>
            <a:pPr marL="38100">
              <a:lnSpc>
                <a:spcPct val="100000"/>
              </a:lnSpc>
              <a:spcBef>
                <a:spcPts val="25"/>
              </a:spcBef>
            </a:pPr>
            <a:fld id="{81D60167-4931-47E6-BA6A-407CBD079E47}" type="slidenum">
              <a:rPr dirty="0"/>
              <a:pPr marL="38100">
                <a:lnSpc>
                  <a:spcPct val="100000"/>
                </a:lnSpc>
                <a:spcBef>
                  <a:spcPts val="25"/>
                </a:spcBef>
              </a:pPr>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chemeClr val="bg1"/>
                </a:solidFill>
                <a:latin typeface="Gothic Uralic"/>
                <a:cs typeface="Gothic Uralic"/>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defRPr sz="800" b="0" i="0">
                <a:solidFill>
                  <a:srgbClr val="A6A6A6"/>
                </a:solidFill>
                <a:latin typeface="Arial"/>
                <a:cs typeface="Arial"/>
              </a:defRPr>
            </a:lvl1pPr>
          </a:lstStyle>
          <a:p>
            <a:pPr marL="12700">
              <a:lnSpc>
                <a:spcPct val="100000"/>
              </a:lnSpc>
              <a:spcBef>
                <a:spcPts val="25"/>
              </a:spcBef>
            </a:pPr>
            <a:r>
              <a:rPr dirty="0"/>
              <a:t>This slide</a:t>
            </a:r>
            <a:r>
              <a:rPr spc="65" dirty="0"/>
              <a:t> </a:t>
            </a:r>
            <a:r>
              <a:rPr dirty="0"/>
              <a:t>is </a:t>
            </a:r>
            <a:r>
              <a:rPr spc="-5" dirty="0"/>
              <a:t>100% editable. Adapt </a:t>
            </a:r>
            <a:r>
              <a:rPr dirty="0"/>
              <a:t>it to </a:t>
            </a:r>
            <a:r>
              <a:rPr spc="-5" dirty="0"/>
              <a:t>your needs and capture your audience's attention.</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4/6/2026</a:t>
            </a:fld>
            <a:endParaRPr lang="en-US"/>
          </a:p>
        </p:txBody>
      </p:sp>
      <p:sp>
        <p:nvSpPr>
          <p:cNvPr id="6" name="Holder 6"/>
          <p:cNvSpPr>
            <a:spLocks noGrp="1"/>
          </p:cNvSpPr>
          <p:nvPr>
            <p:ph type="sldNum" sz="quarter" idx="7"/>
          </p:nvPr>
        </p:nvSpPr>
        <p:spPr/>
        <p:txBody>
          <a:bodyPr lIns="0" tIns="0" rIns="0" bIns="0"/>
          <a:lstStyle>
            <a:lvl1pPr>
              <a:defRPr sz="800" b="0" i="0">
                <a:solidFill>
                  <a:schemeClr val="bg1"/>
                </a:solidFill>
                <a:latin typeface="Arial"/>
                <a:cs typeface="Arial"/>
              </a:defRPr>
            </a:lvl1pPr>
          </a:lstStyle>
          <a:p>
            <a:pPr marL="38100">
              <a:lnSpc>
                <a:spcPct val="100000"/>
              </a:lnSpc>
              <a:spcBef>
                <a:spcPts val="25"/>
              </a:spcBef>
            </a:pPr>
            <a:fld id="{81D60167-4931-47E6-BA6A-407CBD079E47}" type="slidenum">
              <a:rPr dirty="0"/>
              <a:pPr marL="38100">
                <a:lnSpc>
                  <a:spcPct val="100000"/>
                </a:lnSpc>
                <a:spcBef>
                  <a:spcPts val="25"/>
                </a:spcBef>
              </a:pPr>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wo Content">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152B77"/>
          </a:solidFill>
        </p:spPr>
        <p:txBody>
          <a:bodyPr wrap="square" lIns="0" tIns="0" rIns="0" bIns="0" rtlCol="0"/>
          <a:lstStyle/>
          <a:p>
            <a:endParaRPr/>
          </a:p>
        </p:txBody>
      </p:sp>
      <p:sp>
        <p:nvSpPr>
          <p:cNvPr id="17" name="bg object 17"/>
          <p:cNvSpPr/>
          <p:nvPr/>
        </p:nvSpPr>
        <p:spPr>
          <a:xfrm>
            <a:off x="0" y="30480"/>
            <a:ext cx="12189460" cy="41275"/>
          </a:xfrm>
          <a:custGeom>
            <a:avLst/>
            <a:gdLst/>
            <a:ahLst/>
            <a:cxnLst/>
            <a:rect l="l" t="t" r="r" b="b"/>
            <a:pathLst>
              <a:path w="12189460" h="41275">
                <a:moveTo>
                  <a:pt x="12188952" y="0"/>
                </a:moveTo>
                <a:lnTo>
                  <a:pt x="0" y="0"/>
                </a:lnTo>
                <a:lnTo>
                  <a:pt x="0" y="41148"/>
                </a:lnTo>
                <a:lnTo>
                  <a:pt x="12188952" y="41148"/>
                </a:lnTo>
                <a:lnTo>
                  <a:pt x="12188952" y="0"/>
                </a:lnTo>
                <a:close/>
              </a:path>
            </a:pathLst>
          </a:custGeom>
          <a:solidFill>
            <a:srgbClr val="00D9CE"/>
          </a:solidFill>
        </p:spPr>
        <p:txBody>
          <a:bodyPr wrap="square" lIns="0" tIns="0" rIns="0" bIns="0" rtlCol="0"/>
          <a:lstStyle/>
          <a:p>
            <a:endParaRPr/>
          </a:p>
        </p:txBody>
      </p:sp>
      <p:sp>
        <p:nvSpPr>
          <p:cNvPr id="18" name="bg object 18"/>
          <p:cNvSpPr/>
          <p:nvPr/>
        </p:nvSpPr>
        <p:spPr>
          <a:xfrm>
            <a:off x="5574791" y="711708"/>
            <a:ext cx="104139" cy="105410"/>
          </a:xfrm>
          <a:custGeom>
            <a:avLst/>
            <a:gdLst/>
            <a:ahLst/>
            <a:cxnLst/>
            <a:rect l="l" t="t" r="r" b="b"/>
            <a:pathLst>
              <a:path w="104139" h="105409">
                <a:moveTo>
                  <a:pt x="103632" y="0"/>
                </a:moveTo>
                <a:lnTo>
                  <a:pt x="0" y="0"/>
                </a:lnTo>
                <a:lnTo>
                  <a:pt x="0" y="105155"/>
                </a:lnTo>
                <a:lnTo>
                  <a:pt x="103632" y="105155"/>
                </a:lnTo>
                <a:lnTo>
                  <a:pt x="103632" y="0"/>
                </a:lnTo>
                <a:close/>
              </a:path>
            </a:pathLst>
          </a:custGeom>
          <a:solidFill>
            <a:srgbClr val="FFFFFF">
              <a:alpha val="1960"/>
            </a:srgbClr>
          </a:solidFill>
        </p:spPr>
        <p:txBody>
          <a:bodyPr wrap="square" lIns="0" tIns="0" rIns="0" bIns="0" rtlCol="0"/>
          <a:lstStyle/>
          <a:p>
            <a:endParaRPr/>
          </a:p>
        </p:txBody>
      </p:sp>
      <p:sp>
        <p:nvSpPr>
          <p:cNvPr id="19" name="bg object 19"/>
          <p:cNvSpPr/>
          <p:nvPr/>
        </p:nvSpPr>
        <p:spPr>
          <a:xfrm>
            <a:off x="7292340" y="688848"/>
            <a:ext cx="82550" cy="76200"/>
          </a:xfrm>
          <a:custGeom>
            <a:avLst/>
            <a:gdLst/>
            <a:ahLst/>
            <a:cxnLst/>
            <a:rect l="l" t="t" r="r" b="b"/>
            <a:pathLst>
              <a:path w="82550" h="76200">
                <a:moveTo>
                  <a:pt x="82296" y="0"/>
                </a:moveTo>
                <a:lnTo>
                  <a:pt x="0" y="0"/>
                </a:lnTo>
                <a:lnTo>
                  <a:pt x="0" y="76200"/>
                </a:lnTo>
                <a:lnTo>
                  <a:pt x="82296" y="76200"/>
                </a:lnTo>
                <a:lnTo>
                  <a:pt x="82296" y="0"/>
                </a:lnTo>
                <a:close/>
              </a:path>
            </a:pathLst>
          </a:custGeom>
          <a:solidFill>
            <a:srgbClr val="FFFFFF">
              <a:alpha val="1960"/>
            </a:srgbClr>
          </a:solidFill>
        </p:spPr>
        <p:txBody>
          <a:bodyPr wrap="square" lIns="0" tIns="0" rIns="0" bIns="0" rtlCol="0"/>
          <a:lstStyle/>
          <a:p>
            <a:endParaRPr/>
          </a:p>
        </p:txBody>
      </p:sp>
      <p:sp>
        <p:nvSpPr>
          <p:cNvPr id="20" name="bg object 20"/>
          <p:cNvSpPr/>
          <p:nvPr/>
        </p:nvSpPr>
        <p:spPr>
          <a:xfrm>
            <a:off x="8397240" y="263651"/>
            <a:ext cx="205740" cy="205740"/>
          </a:xfrm>
          <a:custGeom>
            <a:avLst/>
            <a:gdLst/>
            <a:ahLst/>
            <a:cxnLst/>
            <a:rect l="l" t="t" r="r" b="b"/>
            <a:pathLst>
              <a:path w="205740" h="205740">
                <a:moveTo>
                  <a:pt x="205740" y="0"/>
                </a:moveTo>
                <a:lnTo>
                  <a:pt x="0" y="0"/>
                </a:lnTo>
                <a:lnTo>
                  <a:pt x="0" y="205740"/>
                </a:lnTo>
                <a:lnTo>
                  <a:pt x="205740" y="205740"/>
                </a:lnTo>
                <a:lnTo>
                  <a:pt x="205740" y="0"/>
                </a:lnTo>
                <a:close/>
              </a:path>
            </a:pathLst>
          </a:custGeom>
          <a:solidFill>
            <a:srgbClr val="FFFFFF">
              <a:alpha val="1960"/>
            </a:srgbClr>
          </a:solidFill>
        </p:spPr>
        <p:txBody>
          <a:bodyPr wrap="square" lIns="0" tIns="0" rIns="0" bIns="0" rtlCol="0"/>
          <a:lstStyle/>
          <a:p>
            <a:endParaRPr/>
          </a:p>
        </p:txBody>
      </p:sp>
      <p:sp>
        <p:nvSpPr>
          <p:cNvPr id="21" name="bg object 21"/>
          <p:cNvSpPr/>
          <p:nvPr/>
        </p:nvSpPr>
        <p:spPr>
          <a:xfrm>
            <a:off x="8388095" y="1510283"/>
            <a:ext cx="58419" cy="56515"/>
          </a:xfrm>
          <a:custGeom>
            <a:avLst/>
            <a:gdLst/>
            <a:ahLst/>
            <a:cxnLst/>
            <a:rect l="l" t="t" r="r" b="b"/>
            <a:pathLst>
              <a:path w="58420" h="56515">
                <a:moveTo>
                  <a:pt x="57911" y="0"/>
                </a:moveTo>
                <a:lnTo>
                  <a:pt x="0" y="0"/>
                </a:lnTo>
                <a:lnTo>
                  <a:pt x="0" y="56387"/>
                </a:lnTo>
                <a:lnTo>
                  <a:pt x="57911" y="56387"/>
                </a:lnTo>
                <a:lnTo>
                  <a:pt x="57911" y="0"/>
                </a:lnTo>
                <a:close/>
              </a:path>
            </a:pathLst>
          </a:custGeom>
          <a:solidFill>
            <a:srgbClr val="FFFFFF">
              <a:alpha val="1960"/>
            </a:srgbClr>
          </a:solidFill>
        </p:spPr>
        <p:txBody>
          <a:bodyPr wrap="square" lIns="0" tIns="0" rIns="0" bIns="0" rtlCol="0"/>
          <a:lstStyle/>
          <a:p>
            <a:endParaRPr/>
          </a:p>
        </p:txBody>
      </p:sp>
      <p:sp>
        <p:nvSpPr>
          <p:cNvPr id="22" name="bg object 22"/>
          <p:cNvSpPr/>
          <p:nvPr/>
        </p:nvSpPr>
        <p:spPr>
          <a:xfrm>
            <a:off x="9404604" y="765048"/>
            <a:ext cx="184785" cy="184785"/>
          </a:xfrm>
          <a:custGeom>
            <a:avLst/>
            <a:gdLst/>
            <a:ahLst/>
            <a:cxnLst/>
            <a:rect l="l" t="t" r="r" b="b"/>
            <a:pathLst>
              <a:path w="184784" h="184784">
                <a:moveTo>
                  <a:pt x="184403" y="0"/>
                </a:moveTo>
                <a:lnTo>
                  <a:pt x="0" y="0"/>
                </a:lnTo>
                <a:lnTo>
                  <a:pt x="0" y="184403"/>
                </a:lnTo>
                <a:lnTo>
                  <a:pt x="184403" y="184403"/>
                </a:lnTo>
                <a:lnTo>
                  <a:pt x="184403" y="0"/>
                </a:lnTo>
                <a:close/>
              </a:path>
            </a:pathLst>
          </a:custGeom>
          <a:solidFill>
            <a:srgbClr val="FFFFFF">
              <a:alpha val="1960"/>
            </a:srgbClr>
          </a:solidFill>
        </p:spPr>
        <p:txBody>
          <a:bodyPr wrap="square" lIns="0" tIns="0" rIns="0" bIns="0" rtlCol="0"/>
          <a:lstStyle/>
          <a:p>
            <a:endParaRPr/>
          </a:p>
        </p:txBody>
      </p:sp>
      <p:sp>
        <p:nvSpPr>
          <p:cNvPr id="23" name="bg object 23"/>
          <p:cNvSpPr/>
          <p:nvPr/>
        </p:nvSpPr>
        <p:spPr>
          <a:xfrm>
            <a:off x="10148316" y="344424"/>
            <a:ext cx="108585" cy="113030"/>
          </a:xfrm>
          <a:custGeom>
            <a:avLst/>
            <a:gdLst/>
            <a:ahLst/>
            <a:cxnLst/>
            <a:rect l="l" t="t" r="r" b="b"/>
            <a:pathLst>
              <a:path w="108584" h="113029">
                <a:moveTo>
                  <a:pt x="108203" y="0"/>
                </a:moveTo>
                <a:lnTo>
                  <a:pt x="0" y="0"/>
                </a:lnTo>
                <a:lnTo>
                  <a:pt x="0" y="112775"/>
                </a:lnTo>
                <a:lnTo>
                  <a:pt x="108203" y="112775"/>
                </a:lnTo>
                <a:lnTo>
                  <a:pt x="108203" y="0"/>
                </a:lnTo>
                <a:close/>
              </a:path>
            </a:pathLst>
          </a:custGeom>
          <a:solidFill>
            <a:srgbClr val="FFFFFF">
              <a:alpha val="1960"/>
            </a:srgbClr>
          </a:solidFill>
        </p:spPr>
        <p:txBody>
          <a:bodyPr wrap="square" lIns="0" tIns="0" rIns="0" bIns="0" rtlCol="0"/>
          <a:lstStyle/>
          <a:p>
            <a:endParaRPr/>
          </a:p>
        </p:txBody>
      </p:sp>
      <p:sp>
        <p:nvSpPr>
          <p:cNvPr id="24" name="bg object 24"/>
          <p:cNvSpPr/>
          <p:nvPr/>
        </p:nvSpPr>
        <p:spPr>
          <a:xfrm>
            <a:off x="8564880" y="758951"/>
            <a:ext cx="81280" cy="81280"/>
          </a:xfrm>
          <a:custGeom>
            <a:avLst/>
            <a:gdLst/>
            <a:ahLst/>
            <a:cxnLst/>
            <a:rect l="l" t="t" r="r" b="b"/>
            <a:pathLst>
              <a:path w="81279" h="81280">
                <a:moveTo>
                  <a:pt x="80772" y="0"/>
                </a:moveTo>
                <a:lnTo>
                  <a:pt x="0" y="0"/>
                </a:lnTo>
                <a:lnTo>
                  <a:pt x="0" y="80772"/>
                </a:lnTo>
                <a:lnTo>
                  <a:pt x="80772" y="80772"/>
                </a:lnTo>
                <a:lnTo>
                  <a:pt x="80772" y="0"/>
                </a:lnTo>
                <a:close/>
              </a:path>
            </a:pathLst>
          </a:custGeom>
          <a:solidFill>
            <a:srgbClr val="FFFFFF">
              <a:alpha val="1960"/>
            </a:srgbClr>
          </a:solidFill>
        </p:spPr>
        <p:txBody>
          <a:bodyPr wrap="square" lIns="0" tIns="0" rIns="0" bIns="0" rtlCol="0"/>
          <a:lstStyle/>
          <a:p>
            <a:endParaRPr/>
          </a:p>
        </p:txBody>
      </p:sp>
      <p:sp>
        <p:nvSpPr>
          <p:cNvPr id="25" name="bg object 25"/>
          <p:cNvSpPr/>
          <p:nvPr/>
        </p:nvSpPr>
        <p:spPr>
          <a:xfrm>
            <a:off x="9651492" y="1973579"/>
            <a:ext cx="169545" cy="169545"/>
          </a:xfrm>
          <a:custGeom>
            <a:avLst/>
            <a:gdLst/>
            <a:ahLst/>
            <a:cxnLst/>
            <a:rect l="l" t="t" r="r" b="b"/>
            <a:pathLst>
              <a:path w="169545" h="169544">
                <a:moveTo>
                  <a:pt x="169164" y="0"/>
                </a:moveTo>
                <a:lnTo>
                  <a:pt x="0" y="0"/>
                </a:lnTo>
                <a:lnTo>
                  <a:pt x="0" y="169163"/>
                </a:lnTo>
                <a:lnTo>
                  <a:pt x="169164" y="169163"/>
                </a:lnTo>
                <a:lnTo>
                  <a:pt x="169164" y="0"/>
                </a:lnTo>
                <a:close/>
              </a:path>
            </a:pathLst>
          </a:custGeom>
          <a:solidFill>
            <a:srgbClr val="FFFFFF">
              <a:alpha val="1960"/>
            </a:srgbClr>
          </a:solidFill>
        </p:spPr>
        <p:txBody>
          <a:bodyPr wrap="square" lIns="0" tIns="0" rIns="0" bIns="0" rtlCol="0"/>
          <a:lstStyle/>
          <a:p>
            <a:endParaRPr/>
          </a:p>
        </p:txBody>
      </p:sp>
      <p:sp>
        <p:nvSpPr>
          <p:cNvPr id="26" name="bg object 26"/>
          <p:cNvSpPr/>
          <p:nvPr/>
        </p:nvSpPr>
        <p:spPr>
          <a:xfrm>
            <a:off x="7693152" y="4942332"/>
            <a:ext cx="73660" cy="70485"/>
          </a:xfrm>
          <a:custGeom>
            <a:avLst/>
            <a:gdLst/>
            <a:ahLst/>
            <a:cxnLst/>
            <a:rect l="l" t="t" r="r" b="b"/>
            <a:pathLst>
              <a:path w="73659" h="70485">
                <a:moveTo>
                  <a:pt x="73151" y="0"/>
                </a:moveTo>
                <a:lnTo>
                  <a:pt x="0" y="0"/>
                </a:lnTo>
                <a:lnTo>
                  <a:pt x="0" y="70104"/>
                </a:lnTo>
                <a:lnTo>
                  <a:pt x="73151" y="70104"/>
                </a:lnTo>
                <a:lnTo>
                  <a:pt x="73151" y="0"/>
                </a:lnTo>
                <a:close/>
              </a:path>
            </a:pathLst>
          </a:custGeom>
          <a:solidFill>
            <a:srgbClr val="FFFFFF">
              <a:alpha val="1960"/>
            </a:srgbClr>
          </a:solidFill>
        </p:spPr>
        <p:txBody>
          <a:bodyPr wrap="square" lIns="0" tIns="0" rIns="0" bIns="0" rtlCol="0"/>
          <a:lstStyle/>
          <a:p>
            <a:endParaRPr/>
          </a:p>
        </p:txBody>
      </p:sp>
      <p:sp>
        <p:nvSpPr>
          <p:cNvPr id="27" name="bg object 27"/>
          <p:cNvSpPr/>
          <p:nvPr/>
        </p:nvSpPr>
        <p:spPr>
          <a:xfrm>
            <a:off x="8602980" y="4262628"/>
            <a:ext cx="90170" cy="86995"/>
          </a:xfrm>
          <a:custGeom>
            <a:avLst/>
            <a:gdLst/>
            <a:ahLst/>
            <a:cxnLst/>
            <a:rect l="l" t="t" r="r" b="b"/>
            <a:pathLst>
              <a:path w="90170" h="86995">
                <a:moveTo>
                  <a:pt x="89916" y="0"/>
                </a:moveTo>
                <a:lnTo>
                  <a:pt x="0" y="0"/>
                </a:lnTo>
                <a:lnTo>
                  <a:pt x="0" y="86868"/>
                </a:lnTo>
                <a:lnTo>
                  <a:pt x="89916" y="86868"/>
                </a:lnTo>
                <a:lnTo>
                  <a:pt x="89916" y="0"/>
                </a:lnTo>
                <a:close/>
              </a:path>
            </a:pathLst>
          </a:custGeom>
          <a:solidFill>
            <a:srgbClr val="FFFFFF">
              <a:alpha val="1960"/>
            </a:srgbClr>
          </a:solidFill>
        </p:spPr>
        <p:txBody>
          <a:bodyPr wrap="square" lIns="0" tIns="0" rIns="0" bIns="0" rtlCol="0"/>
          <a:lstStyle/>
          <a:p>
            <a:endParaRPr/>
          </a:p>
        </p:txBody>
      </p:sp>
      <p:sp>
        <p:nvSpPr>
          <p:cNvPr id="28" name="bg object 28"/>
          <p:cNvSpPr/>
          <p:nvPr/>
        </p:nvSpPr>
        <p:spPr>
          <a:xfrm>
            <a:off x="6054852" y="5756147"/>
            <a:ext cx="64135" cy="64135"/>
          </a:xfrm>
          <a:custGeom>
            <a:avLst/>
            <a:gdLst/>
            <a:ahLst/>
            <a:cxnLst/>
            <a:rect l="l" t="t" r="r" b="b"/>
            <a:pathLst>
              <a:path w="64135" h="64135">
                <a:moveTo>
                  <a:pt x="64008" y="0"/>
                </a:moveTo>
                <a:lnTo>
                  <a:pt x="0" y="0"/>
                </a:lnTo>
                <a:lnTo>
                  <a:pt x="0" y="64007"/>
                </a:lnTo>
                <a:lnTo>
                  <a:pt x="64008" y="64007"/>
                </a:lnTo>
                <a:lnTo>
                  <a:pt x="64008" y="0"/>
                </a:lnTo>
                <a:close/>
              </a:path>
            </a:pathLst>
          </a:custGeom>
          <a:solidFill>
            <a:srgbClr val="FFFFFF">
              <a:alpha val="1960"/>
            </a:srgbClr>
          </a:solidFill>
        </p:spPr>
        <p:txBody>
          <a:bodyPr wrap="square" lIns="0" tIns="0" rIns="0" bIns="0" rtlCol="0"/>
          <a:lstStyle/>
          <a:p>
            <a:endParaRPr/>
          </a:p>
        </p:txBody>
      </p:sp>
      <p:sp>
        <p:nvSpPr>
          <p:cNvPr id="29" name="bg object 29"/>
          <p:cNvSpPr/>
          <p:nvPr/>
        </p:nvSpPr>
        <p:spPr>
          <a:xfrm>
            <a:off x="5343144" y="4558284"/>
            <a:ext cx="55244" cy="55244"/>
          </a:xfrm>
          <a:custGeom>
            <a:avLst/>
            <a:gdLst/>
            <a:ahLst/>
            <a:cxnLst/>
            <a:rect l="l" t="t" r="r" b="b"/>
            <a:pathLst>
              <a:path w="55245" h="55245">
                <a:moveTo>
                  <a:pt x="54863" y="0"/>
                </a:moveTo>
                <a:lnTo>
                  <a:pt x="0" y="0"/>
                </a:lnTo>
                <a:lnTo>
                  <a:pt x="0" y="54863"/>
                </a:lnTo>
                <a:lnTo>
                  <a:pt x="54863" y="54863"/>
                </a:lnTo>
                <a:lnTo>
                  <a:pt x="54863" y="0"/>
                </a:lnTo>
                <a:close/>
              </a:path>
            </a:pathLst>
          </a:custGeom>
          <a:solidFill>
            <a:srgbClr val="FFFFFF">
              <a:alpha val="1960"/>
            </a:srgbClr>
          </a:solidFill>
        </p:spPr>
        <p:txBody>
          <a:bodyPr wrap="square" lIns="0" tIns="0" rIns="0" bIns="0" rtlCol="0"/>
          <a:lstStyle/>
          <a:p>
            <a:endParaRPr/>
          </a:p>
        </p:txBody>
      </p:sp>
      <p:sp>
        <p:nvSpPr>
          <p:cNvPr id="30" name="bg object 30"/>
          <p:cNvSpPr/>
          <p:nvPr/>
        </p:nvSpPr>
        <p:spPr>
          <a:xfrm>
            <a:off x="6829043" y="3223260"/>
            <a:ext cx="81280" cy="79375"/>
          </a:xfrm>
          <a:custGeom>
            <a:avLst/>
            <a:gdLst/>
            <a:ahLst/>
            <a:cxnLst/>
            <a:rect l="l" t="t" r="r" b="b"/>
            <a:pathLst>
              <a:path w="81279" h="79375">
                <a:moveTo>
                  <a:pt x="80772" y="0"/>
                </a:moveTo>
                <a:lnTo>
                  <a:pt x="0" y="0"/>
                </a:lnTo>
                <a:lnTo>
                  <a:pt x="0" y="79248"/>
                </a:lnTo>
                <a:lnTo>
                  <a:pt x="80772" y="79248"/>
                </a:lnTo>
                <a:lnTo>
                  <a:pt x="80772" y="0"/>
                </a:lnTo>
                <a:close/>
              </a:path>
            </a:pathLst>
          </a:custGeom>
          <a:solidFill>
            <a:srgbClr val="FFFFFF">
              <a:alpha val="1960"/>
            </a:srgbClr>
          </a:solidFill>
        </p:spPr>
        <p:txBody>
          <a:bodyPr wrap="square" lIns="0" tIns="0" rIns="0" bIns="0" rtlCol="0"/>
          <a:lstStyle/>
          <a:p>
            <a:endParaRPr/>
          </a:p>
        </p:txBody>
      </p:sp>
      <p:sp>
        <p:nvSpPr>
          <p:cNvPr id="31" name="bg object 31"/>
          <p:cNvSpPr/>
          <p:nvPr/>
        </p:nvSpPr>
        <p:spPr>
          <a:xfrm>
            <a:off x="4745735" y="2694432"/>
            <a:ext cx="53340" cy="55244"/>
          </a:xfrm>
          <a:custGeom>
            <a:avLst/>
            <a:gdLst/>
            <a:ahLst/>
            <a:cxnLst/>
            <a:rect l="l" t="t" r="r" b="b"/>
            <a:pathLst>
              <a:path w="53339" h="55244">
                <a:moveTo>
                  <a:pt x="53339" y="0"/>
                </a:moveTo>
                <a:lnTo>
                  <a:pt x="0" y="0"/>
                </a:lnTo>
                <a:lnTo>
                  <a:pt x="0" y="54863"/>
                </a:lnTo>
                <a:lnTo>
                  <a:pt x="53339" y="54863"/>
                </a:lnTo>
                <a:lnTo>
                  <a:pt x="53339" y="0"/>
                </a:lnTo>
                <a:close/>
              </a:path>
            </a:pathLst>
          </a:custGeom>
          <a:solidFill>
            <a:srgbClr val="FFFFFF">
              <a:alpha val="1960"/>
            </a:srgbClr>
          </a:solidFill>
        </p:spPr>
        <p:txBody>
          <a:bodyPr wrap="square" lIns="0" tIns="0" rIns="0" bIns="0" rtlCol="0"/>
          <a:lstStyle/>
          <a:p>
            <a:endParaRPr/>
          </a:p>
        </p:txBody>
      </p:sp>
      <p:sp>
        <p:nvSpPr>
          <p:cNvPr id="32" name="bg object 32"/>
          <p:cNvSpPr/>
          <p:nvPr/>
        </p:nvSpPr>
        <p:spPr>
          <a:xfrm>
            <a:off x="7071360" y="1470659"/>
            <a:ext cx="152400" cy="152400"/>
          </a:xfrm>
          <a:custGeom>
            <a:avLst/>
            <a:gdLst/>
            <a:ahLst/>
            <a:cxnLst/>
            <a:rect l="l" t="t" r="r" b="b"/>
            <a:pathLst>
              <a:path w="152400" h="152400">
                <a:moveTo>
                  <a:pt x="152400" y="0"/>
                </a:moveTo>
                <a:lnTo>
                  <a:pt x="0" y="0"/>
                </a:lnTo>
                <a:lnTo>
                  <a:pt x="0" y="152400"/>
                </a:lnTo>
                <a:lnTo>
                  <a:pt x="152400" y="152400"/>
                </a:lnTo>
                <a:lnTo>
                  <a:pt x="152400" y="0"/>
                </a:lnTo>
                <a:close/>
              </a:path>
            </a:pathLst>
          </a:custGeom>
          <a:solidFill>
            <a:srgbClr val="FFFFFF">
              <a:alpha val="1960"/>
            </a:srgbClr>
          </a:solidFill>
        </p:spPr>
        <p:txBody>
          <a:bodyPr wrap="square" lIns="0" tIns="0" rIns="0" bIns="0" rtlCol="0"/>
          <a:lstStyle/>
          <a:p>
            <a:endParaRPr/>
          </a:p>
        </p:txBody>
      </p:sp>
      <p:sp>
        <p:nvSpPr>
          <p:cNvPr id="33" name="bg object 33"/>
          <p:cNvSpPr/>
          <p:nvPr/>
        </p:nvSpPr>
        <p:spPr>
          <a:xfrm>
            <a:off x="6544056" y="344424"/>
            <a:ext cx="134620" cy="135890"/>
          </a:xfrm>
          <a:custGeom>
            <a:avLst/>
            <a:gdLst/>
            <a:ahLst/>
            <a:cxnLst/>
            <a:rect l="l" t="t" r="r" b="b"/>
            <a:pathLst>
              <a:path w="134620" h="135890">
                <a:moveTo>
                  <a:pt x="134111" y="0"/>
                </a:moveTo>
                <a:lnTo>
                  <a:pt x="0" y="0"/>
                </a:lnTo>
                <a:lnTo>
                  <a:pt x="0" y="135636"/>
                </a:lnTo>
                <a:lnTo>
                  <a:pt x="134111" y="135636"/>
                </a:lnTo>
                <a:lnTo>
                  <a:pt x="134111" y="0"/>
                </a:lnTo>
                <a:close/>
              </a:path>
            </a:pathLst>
          </a:custGeom>
          <a:solidFill>
            <a:srgbClr val="FFFFFF">
              <a:alpha val="1960"/>
            </a:srgbClr>
          </a:solidFill>
        </p:spPr>
        <p:txBody>
          <a:bodyPr wrap="square" lIns="0" tIns="0" rIns="0" bIns="0" rtlCol="0"/>
          <a:lstStyle/>
          <a:p>
            <a:endParaRPr/>
          </a:p>
        </p:txBody>
      </p:sp>
      <p:sp>
        <p:nvSpPr>
          <p:cNvPr id="34" name="bg object 34"/>
          <p:cNvSpPr/>
          <p:nvPr/>
        </p:nvSpPr>
        <p:spPr>
          <a:xfrm>
            <a:off x="10212324" y="1196339"/>
            <a:ext cx="135890" cy="139065"/>
          </a:xfrm>
          <a:custGeom>
            <a:avLst/>
            <a:gdLst/>
            <a:ahLst/>
            <a:cxnLst/>
            <a:rect l="l" t="t" r="r" b="b"/>
            <a:pathLst>
              <a:path w="135890" h="139065">
                <a:moveTo>
                  <a:pt x="135636" y="0"/>
                </a:moveTo>
                <a:lnTo>
                  <a:pt x="0" y="0"/>
                </a:lnTo>
                <a:lnTo>
                  <a:pt x="0" y="138684"/>
                </a:lnTo>
                <a:lnTo>
                  <a:pt x="135636" y="138684"/>
                </a:lnTo>
                <a:lnTo>
                  <a:pt x="135636" y="0"/>
                </a:lnTo>
                <a:close/>
              </a:path>
            </a:pathLst>
          </a:custGeom>
          <a:solidFill>
            <a:srgbClr val="FFFFFF">
              <a:alpha val="1960"/>
            </a:srgbClr>
          </a:solidFill>
        </p:spPr>
        <p:txBody>
          <a:bodyPr wrap="square" lIns="0" tIns="0" rIns="0" bIns="0" rtlCol="0"/>
          <a:lstStyle/>
          <a:p>
            <a:endParaRPr/>
          </a:p>
        </p:txBody>
      </p:sp>
      <p:sp>
        <p:nvSpPr>
          <p:cNvPr id="35" name="bg object 35"/>
          <p:cNvSpPr/>
          <p:nvPr/>
        </p:nvSpPr>
        <p:spPr>
          <a:xfrm>
            <a:off x="4232147" y="1341119"/>
            <a:ext cx="119380" cy="119380"/>
          </a:xfrm>
          <a:custGeom>
            <a:avLst/>
            <a:gdLst/>
            <a:ahLst/>
            <a:cxnLst/>
            <a:rect l="l" t="t" r="r" b="b"/>
            <a:pathLst>
              <a:path w="119379" h="119380">
                <a:moveTo>
                  <a:pt x="118872" y="0"/>
                </a:moveTo>
                <a:lnTo>
                  <a:pt x="0" y="0"/>
                </a:lnTo>
                <a:lnTo>
                  <a:pt x="0" y="118872"/>
                </a:lnTo>
                <a:lnTo>
                  <a:pt x="118872" y="118872"/>
                </a:lnTo>
                <a:lnTo>
                  <a:pt x="118872" y="0"/>
                </a:lnTo>
                <a:close/>
              </a:path>
            </a:pathLst>
          </a:custGeom>
          <a:solidFill>
            <a:srgbClr val="FFFFFF">
              <a:alpha val="1960"/>
            </a:srgbClr>
          </a:solidFill>
        </p:spPr>
        <p:txBody>
          <a:bodyPr wrap="square" lIns="0" tIns="0" rIns="0" bIns="0" rtlCol="0"/>
          <a:lstStyle/>
          <a:p>
            <a:endParaRPr/>
          </a:p>
        </p:txBody>
      </p:sp>
      <p:sp>
        <p:nvSpPr>
          <p:cNvPr id="36" name="bg object 36"/>
          <p:cNvSpPr/>
          <p:nvPr/>
        </p:nvSpPr>
        <p:spPr>
          <a:xfrm>
            <a:off x="3057144" y="3939540"/>
            <a:ext cx="24765" cy="26034"/>
          </a:xfrm>
          <a:custGeom>
            <a:avLst/>
            <a:gdLst/>
            <a:ahLst/>
            <a:cxnLst/>
            <a:rect l="l" t="t" r="r" b="b"/>
            <a:pathLst>
              <a:path w="24764" h="26035">
                <a:moveTo>
                  <a:pt x="24383" y="0"/>
                </a:moveTo>
                <a:lnTo>
                  <a:pt x="0" y="0"/>
                </a:lnTo>
                <a:lnTo>
                  <a:pt x="0" y="25907"/>
                </a:lnTo>
                <a:lnTo>
                  <a:pt x="24383" y="25907"/>
                </a:lnTo>
                <a:lnTo>
                  <a:pt x="24383" y="0"/>
                </a:lnTo>
                <a:close/>
              </a:path>
            </a:pathLst>
          </a:custGeom>
          <a:solidFill>
            <a:srgbClr val="FFFFFF">
              <a:alpha val="1960"/>
            </a:srgbClr>
          </a:solidFill>
        </p:spPr>
        <p:txBody>
          <a:bodyPr wrap="square" lIns="0" tIns="0" rIns="0" bIns="0" rtlCol="0"/>
          <a:lstStyle/>
          <a:p>
            <a:endParaRPr/>
          </a:p>
        </p:txBody>
      </p:sp>
      <p:sp>
        <p:nvSpPr>
          <p:cNvPr id="37" name="bg object 37"/>
          <p:cNvSpPr/>
          <p:nvPr/>
        </p:nvSpPr>
        <p:spPr>
          <a:xfrm>
            <a:off x="3339084" y="5277611"/>
            <a:ext cx="85725" cy="85725"/>
          </a:xfrm>
          <a:custGeom>
            <a:avLst/>
            <a:gdLst/>
            <a:ahLst/>
            <a:cxnLst/>
            <a:rect l="l" t="t" r="r" b="b"/>
            <a:pathLst>
              <a:path w="85725" h="85725">
                <a:moveTo>
                  <a:pt x="85344" y="0"/>
                </a:moveTo>
                <a:lnTo>
                  <a:pt x="0" y="0"/>
                </a:lnTo>
                <a:lnTo>
                  <a:pt x="0" y="85343"/>
                </a:lnTo>
                <a:lnTo>
                  <a:pt x="85344" y="85343"/>
                </a:lnTo>
                <a:lnTo>
                  <a:pt x="85344" y="0"/>
                </a:lnTo>
                <a:close/>
              </a:path>
            </a:pathLst>
          </a:custGeom>
          <a:solidFill>
            <a:srgbClr val="FFFFFF">
              <a:alpha val="1960"/>
            </a:srgbClr>
          </a:solidFill>
        </p:spPr>
        <p:txBody>
          <a:bodyPr wrap="square" lIns="0" tIns="0" rIns="0" bIns="0" rtlCol="0"/>
          <a:lstStyle/>
          <a:p>
            <a:endParaRPr/>
          </a:p>
        </p:txBody>
      </p:sp>
      <p:sp>
        <p:nvSpPr>
          <p:cNvPr id="38" name="bg object 38"/>
          <p:cNvSpPr/>
          <p:nvPr/>
        </p:nvSpPr>
        <p:spPr>
          <a:xfrm>
            <a:off x="1722120" y="5437632"/>
            <a:ext cx="81280" cy="81280"/>
          </a:xfrm>
          <a:custGeom>
            <a:avLst/>
            <a:gdLst/>
            <a:ahLst/>
            <a:cxnLst/>
            <a:rect l="l" t="t" r="r" b="b"/>
            <a:pathLst>
              <a:path w="81280" h="81279">
                <a:moveTo>
                  <a:pt x="80772" y="0"/>
                </a:moveTo>
                <a:lnTo>
                  <a:pt x="0" y="0"/>
                </a:lnTo>
                <a:lnTo>
                  <a:pt x="0" y="80772"/>
                </a:lnTo>
                <a:lnTo>
                  <a:pt x="80772" y="80772"/>
                </a:lnTo>
                <a:lnTo>
                  <a:pt x="80772" y="0"/>
                </a:lnTo>
                <a:close/>
              </a:path>
            </a:pathLst>
          </a:custGeom>
          <a:solidFill>
            <a:srgbClr val="FFFFFF">
              <a:alpha val="1960"/>
            </a:srgbClr>
          </a:solidFill>
        </p:spPr>
        <p:txBody>
          <a:bodyPr wrap="square" lIns="0" tIns="0" rIns="0" bIns="0" rtlCol="0"/>
          <a:lstStyle/>
          <a:p>
            <a:endParaRPr/>
          </a:p>
        </p:txBody>
      </p:sp>
      <p:sp>
        <p:nvSpPr>
          <p:cNvPr id="39" name="bg object 39"/>
          <p:cNvSpPr/>
          <p:nvPr/>
        </p:nvSpPr>
        <p:spPr>
          <a:xfrm>
            <a:off x="1834895" y="2828544"/>
            <a:ext cx="129539" cy="129539"/>
          </a:xfrm>
          <a:custGeom>
            <a:avLst/>
            <a:gdLst/>
            <a:ahLst/>
            <a:cxnLst/>
            <a:rect l="l" t="t" r="r" b="b"/>
            <a:pathLst>
              <a:path w="129539" h="129539">
                <a:moveTo>
                  <a:pt x="129539" y="0"/>
                </a:moveTo>
                <a:lnTo>
                  <a:pt x="0" y="0"/>
                </a:lnTo>
                <a:lnTo>
                  <a:pt x="0" y="129539"/>
                </a:lnTo>
                <a:lnTo>
                  <a:pt x="129539" y="129539"/>
                </a:lnTo>
                <a:lnTo>
                  <a:pt x="129539" y="0"/>
                </a:lnTo>
                <a:close/>
              </a:path>
            </a:pathLst>
          </a:custGeom>
          <a:solidFill>
            <a:srgbClr val="FFFFFF">
              <a:alpha val="1960"/>
            </a:srgbClr>
          </a:solidFill>
        </p:spPr>
        <p:txBody>
          <a:bodyPr wrap="square" lIns="0" tIns="0" rIns="0" bIns="0" rtlCol="0"/>
          <a:lstStyle/>
          <a:p>
            <a:endParaRPr/>
          </a:p>
        </p:txBody>
      </p:sp>
      <p:sp>
        <p:nvSpPr>
          <p:cNvPr id="40" name="bg object 40"/>
          <p:cNvSpPr/>
          <p:nvPr/>
        </p:nvSpPr>
        <p:spPr>
          <a:xfrm>
            <a:off x="2330196" y="486155"/>
            <a:ext cx="135890" cy="137160"/>
          </a:xfrm>
          <a:custGeom>
            <a:avLst/>
            <a:gdLst/>
            <a:ahLst/>
            <a:cxnLst/>
            <a:rect l="l" t="t" r="r" b="b"/>
            <a:pathLst>
              <a:path w="135889" h="137159">
                <a:moveTo>
                  <a:pt x="135636" y="0"/>
                </a:moveTo>
                <a:lnTo>
                  <a:pt x="0" y="0"/>
                </a:lnTo>
                <a:lnTo>
                  <a:pt x="0" y="137160"/>
                </a:lnTo>
                <a:lnTo>
                  <a:pt x="135636" y="137160"/>
                </a:lnTo>
                <a:lnTo>
                  <a:pt x="135636" y="0"/>
                </a:lnTo>
                <a:close/>
              </a:path>
            </a:pathLst>
          </a:custGeom>
          <a:solidFill>
            <a:srgbClr val="FFFFFF">
              <a:alpha val="1960"/>
            </a:srgbClr>
          </a:solidFill>
        </p:spPr>
        <p:txBody>
          <a:bodyPr wrap="square" lIns="0" tIns="0" rIns="0" bIns="0" rtlCol="0"/>
          <a:lstStyle/>
          <a:p>
            <a:endParaRPr/>
          </a:p>
        </p:txBody>
      </p:sp>
      <p:sp>
        <p:nvSpPr>
          <p:cNvPr id="41" name="bg object 41"/>
          <p:cNvSpPr/>
          <p:nvPr/>
        </p:nvSpPr>
        <p:spPr>
          <a:xfrm>
            <a:off x="3906011" y="495300"/>
            <a:ext cx="128270" cy="128270"/>
          </a:xfrm>
          <a:custGeom>
            <a:avLst/>
            <a:gdLst/>
            <a:ahLst/>
            <a:cxnLst/>
            <a:rect l="l" t="t" r="r" b="b"/>
            <a:pathLst>
              <a:path w="128270" h="128270">
                <a:moveTo>
                  <a:pt x="128015" y="0"/>
                </a:moveTo>
                <a:lnTo>
                  <a:pt x="0" y="0"/>
                </a:lnTo>
                <a:lnTo>
                  <a:pt x="0" y="128015"/>
                </a:lnTo>
                <a:lnTo>
                  <a:pt x="128015" y="128015"/>
                </a:lnTo>
                <a:lnTo>
                  <a:pt x="128015" y="0"/>
                </a:lnTo>
                <a:close/>
              </a:path>
            </a:pathLst>
          </a:custGeom>
          <a:solidFill>
            <a:srgbClr val="FFFFFF">
              <a:alpha val="1960"/>
            </a:srgbClr>
          </a:solidFill>
        </p:spPr>
        <p:txBody>
          <a:bodyPr wrap="square" lIns="0" tIns="0" rIns="0" bIns="0" rtlCol="0"/>
          <a:lstStyle/>
          <a:p>
            <a:endParaRPr/>
          </a:p>
        </p:txBody>
      </p:sp>
      <p:sp>
        <p:nvSpPr>
          <p:cNvPr id="42" name="bg object 42"/>
          <p:cNvSpPr/>
          <p:nvPr/>
        </p:nvSpPr>
        <p:spPr>
          <a:xfrm>
            <a:off x="2810255" y="128015"/>
            <a:ext cx="158750" cy="158750"/>
          </a:xfrm>
          <a:custGeom>
            <a:avLst/>
            <a:gdLst/>
            <a:ahLst/>
            <a:cxnLst/>
            <a:rect l="l" t="t" r="r" b="b"/>
            <a:pathLst>
              <a:path w="158750" h="158750">
                <a:moveTo>
                  <a:pt x="158495" y="0"/>
                </a:moveTo>
                <a:lnTo>
                  <a:pt x="0" y="0"/>
                </a:lnTo>
                <a:lnTo>
                  <a:pt x="0" y="158496"/>
                </a:lnTo>
                <a:lnTo>
                  <a:pt x="158495" y="158496"/>
                </a:lnTo>
                <a:lnTo>
                  <a:pt x="158495" y="0"/>
                </a:lnTo>
                <a:close/>
              </a:path>
            </a:pathLst>
          </a:custGeom>
          <a:solidFill>
            <a:srgbClr val="FFFFFF">
              <a:alpha val="1960"/>
            </a:srgbClr>
          </a:solidFill>
        </p:spPr>
        <p:txBody>
          <a:bodyPr wrap="square" lIns="0" tIns="0" rIns="0" bIns="0" rtlCol="0"/>
          <a:lstStyle/>
          <a:p>
            <a:endParaRPr/>
          </a:p>
        </p:txBody>
      </p:sp>
      <p:sp>
        <p:nvSpPr>
          <p:cNvPr id="43" name="bg object 43"/>
          <p:cNvSpPr/>
          <p:nvPr/>
        </p:nvSpPr>
        <p:spPr>
          <a:xfrm>
            <a:off x="2793492" y="1319783"/>
            <a:ext cx="248920" cy="247015"/>
          </a:xfrm>
          <a:custGeom>
            <a:avLst/>
            <a:gdLst/>
            <a:ahLst/>
            <a:cxnLst/>
            <a:rect l="l" t="t" r="r" b="b"/>
            <a:pathLst>
              <a:path w="248919" h="247015">
                <a:moveTo>
                  <a:pt x="248412" y="0"/>
                </a:moveTo>
                <a:lnTo>
                  <a:pt x="0" y="0"/>
                </a:lnTo>
                <a:lnTo>
                  <a:pt x="0" y="246887"/>
                </a:lnTo>
                <a:lnTo>
                  <a:pt x="248412" y="246887"/>
                </a:lnTo>
                <a:lnTo>
                  <a:pt x="248412" y="0"/>
                </a:lnTo>
                <a:close/>
              </a:path>
            </a:pathLst>
          </a:custGeom>
          <a:solidFill>
            <a:srgbClr val="FFFFFF">
              <a:alpha val="1960"/>
            </a:srgbClr>
          </a:solidFill>
        </p:spPr>
        <p:txBody>
          <a:bodyPr wrap="square" lIns="0" tIns="0" rIns="0" bIns="0" rtlCol="0"/>
          <a:lstStyle/>
          <a:p>
            <a:endParaRPr/>
          </a:p>
        </p:txBody>
      </p:sp>
      <p:sp>
        <p:nvSpPr>
          <p:cNvPr id="44" name="bg object 44"/>
          <p:cNvSpPr/>
          <p:nvPr/>
        </p:nvSpPr>
        <p:spPr>
          <a:xfrm>
            <a:off x="6015228" y="1988820"/>
            <a:ext cx="81280" cy="81280"/>
          </a:xfrm>
          <a:custGeom>
            <a:avLst/>
            <a:gdLst/>
            <a:ahLst/>
            <a:cxnLst/>
            <a:rect l="l" t="t" r="r" b="b"/>
            <a:pathLst>
              <a:path w="81279" h="81280">
                <a:moveTo>
                  <a:pt x="80772" y="0"/>
                </a:moveTo>
                <a:lnTo>
                  <a:pt x="0" y="0"/>
                </a:lnTo>
                <a:lnTo>
                  <a:pt x="0" y="80772"/>
                </a:lnTo>
                <a:lnTo>
                  <a:pt x="80772" y="80772"/>
                </a:lnTo>
                <a:lnTo>
                  <a:pt x="80772" y="0"/>
                </a:lnTo>
                <a:close/>
              </a:path>
            </a:pathLst>
          </a:custGeom>
          <a:solidFill>
            <a:srgbClr val="FFFFFF">
              <a:alpha val="1960"/>
            </a:srgbClr>
          </a:solidFill>
        </p:spPr>
        <p:txBody>
          <a:bodyPr wrap="square" lIns="0" tIns="0" rIns="0" bIns="0" rtlCol="0"/>
          <a:lstStyle/>
          <a:p>
            <a:endParaRPr/>
          </a:p>
        </p:txBody>
      </p:sp>
      <p:sp>
        <p:nvSpPr>
          <p:cNvPr id="45" name="bg object 45"/>
          <p:cNvSpPr/>
          <p:nvPr/>
        </p:nvSpPr>
        <p:spPr>
          <a:xfrm>
            <a:off x="1306067" y="1325880"/>
            <a:ext cx="131445" cy="128270"/>
          </a:xfrm>
          <a:custGeom>
            <a:avLst/>
            <a:gdLst/>
            <a:ahLst/>
            <a:cxnLst/>
            <a:rect l="l" t="t" r="r" b="b"/>
            <a:pathLst>
              <a:path w="131444" h="128269">
                <a:moveTo>
                  <a:pt x="131063" y="0"/>
                </a:moveTo>
                <a:lnTo>
                  <a:pt x="0" y="0"/>
                </a:lnTo>
                <a:lnTo>
                  <a:pt x="0" y="128015"/>
                </a:lnTo>
                <a:lnTo>
                  <a:pt x="131063" y="128015"/>
                </a:lnTo>
                <a:lnTo>
                  <a:pt x="131063" y="0"/>
                </a:lnTo>
                <a:close/>
              </a:path>
            </a:pathLst>
          </a:custGeom>
          <a:solidFill>
            <a:srgbClr val="FFFFFF">
              <a:alpha val="1960"/>
            </a:srgbClr>
          </a:solidFill>
        </p:spPr>
        <p:txBody>
          <a:bodyPr wrap="square" lIns="0" tIns="0" rIns="0" bIns="0" rtlCol="0"/>
          <a:lstStyle/>
          <a:p>
            <a:endParaRPr/>
          </a:p>
        </p:txBody>
      </p:sp>
      <p:sp>
        <p:nvSpPr>
          <p:cNvPr id="46" name="bg object 46"/>
          <p:cNvSpPr/>
          <p:nvPr/>
        </p:nvSpPr>
        <p:spPr>
          <a:xfrm>
            <a:off x="10770107" y="2086355"/>
            <a:ext cx="143510" cy="144780"/>
          </a:xfrm>
          <a:custGeom>
            <a:avLst/>
            <a:gdLst/>
            <a:ahLst/>
            <a:cxnLst/>
            <a:rect l="l" t="t" r="r" b="b"/>
            <a:pathLst>
              <a:path w="143509" h="144780">
                <a:moveTo>
                  <a:pt x="143255" y="0"/>
                </a:moveTo>
                <a:lnTo>
                  <a:pt x="0" y="0"/>
                </a:lnTo>
                <a:lnTo>
                  <a:pt x="0" y="144779"/>
                </a:lnTo>
                <a:lnTo>
                  <a:pt x="143255" y="144779"/>
                </a:lnTo>
                <a:lnTo>
                  <a:pt x="143255" y="0"/>
                </a:lnTo>
                <a:close/>
              </a:path>
            </a:pathLst>
          </a:custGeom>
          <a:solidFill>
            <a:srgbClr val="FFFFFF">
              <a:alpha val="1960"/>
            </a:srgbClr>
          </a:solidFill>
        </p:spPr>
        <p:txBody>
          <a:bodyPr wrap="square" lIns="0" tIns="0" rIns="0" bIns="0" rtlCol="0"/>
          <a:lstStyle/>
          <a:p>
            <a:endParaRPr/>
          </a:p>
        </p:txBody>
      </p:sp>
      <p:sp>
        <p:nvSpPr>
          <p:cNvPr id="47" name="bg object 47"/>
          <p:cNvSpPr/>
          <p:nvPr/>
        </p:nvSpPr>
        <p:spPr>
          <a:xfrm>
            <a:off x="6018276" y="1115059"/>
            <a:ext cx="253365" cy="251460"/>
          </a:xfrm>
          <a:custGeom>
            <a:avLst/>
            <a:gdLst/>
            <a:ahLst/>
            <a:cxnLst/>
            <a:rect l="l" t="t" r="r" b="b"/>
            <a:pathLst>
              <a:path w="253364" h="251459">
                <a:moveTo>
                  <a:pt x="252984" y="0"/>
                </a:moveTo>
                <a:lnTo>
                  <a:pt x="246634" y="0"/>
                </a:lnTo>
                <a:lnTo>
                  <a:pt x="246634" y="238760"/>
                </a:lnTo>
                <a:lnTo>
                  <a:pt x="246634" y="245110"/>
                </a:lnTo>
                <a:lnTo>
                  <a:pt x="245364" y="245110"/>
                </a:lnTo>
                <a:lnTo>
                  <a:pt x="245364" y="238760"/>
                </a:lnTo>
                <a:lnTo>
                  <a:pt x="246634" y="238760"/>
                </a:lnTo>
                <a:lnTo>
                  <a:pt x="246634" y="0"/>
                </a:lnTo>
                <a:lnTo>
                  <a:pt x="0" y="0"/>
                </a:lnTo>
                <a:lnTo>
                  <a:pt x="0" y="12700"/>
                </a:lnTo>
                <a:lnTo>
                  <a:pt x="0" y="238760"/>
                </a:lnTo>
                <a:lnTo>
                  <a:pt x="0" y="245110"/>
                </a:lnTo>
                <a:lnTo>
                  <a:pt x="0" y="251460"/>
                </a:lnTo>
                <a:lnTo>
                  <a:pt x="252984" y="251460"/>
                </a:lnTo>
                <a:lnTo>
                  <a:pt x="252984" y="245110"/>
                </a:lnTo>
                <a:lnTo>
                  <a:pt x="252984" y="238760"/>
                </a:lnTo>
                <a:lnTo>
                  <a:pt x="252984" y="12700"/>
                </a:lnTo>
                <a:lnTo>
                  <a:pt x="252984" y="0"/>
                </a:lnTo>
                <a:close/>
              </a:path>
            </a:pathLst>
          </a:custGeom>
          <a:solidFill>
            <a:srgbClr val="FFFFFF">
              <a:alpha val="1960"/>
            </a:srgbClr>
          </a:solidFill>
        </p:spPr>
        <p:txBody>
          <a:bodyPr wrap="square" lIns="0" tIns="0" rIns="0" bIns="0" rtlCol="0"/>
          <a:lstStyle/>
          <a:p>
            <a:endParaRPr/>
          </a:p>
        </p:txBody>
      </p:sp>
      <p:sp>
        <p:nvSpPr>
          <p:cNvPr id="48" name="bg object 48"/>
          <p:cNvSpPr/>
          <p:nvPr/>
        </p:nvSpPr>
        <p:spPr>
          <a:xfrm>
            <a:off x="5244084" y="35559"/>
            <a:ext cx="238125" cy="237490"/>
          </a:xfrm>
          <a:custGeom>
            <a:avLst/>
            <a:gdLst/>
            <a:ahLst/>
            <a:cxnLst/>
            <a:rect l="l" t="t" r="r" b="b"/>
            <a:pathLst>
              <a:path w="238125" h="237490">
                <a:moveTo>
                  <a:pt x="237744" y="0"/>
                </a:moveTo>
                <a:lnTo>
                  <a:pt x="0" y="0"/>
                </a:lnTo>
                <a:lnTo>
                  <a:pt x="0" y="12700"/>
                </a:lnTo>
                <a:lnTo>
                  <a:pt x="0" y="224790"/>
                </a:lnTo>
                <a:lnTo>
                  <a:pt x="0" y="231140"/>
                </a:lnTo>
                <a:lnTo>
                  <a:pt x="0" y="237490"/>
                </a:lnTo>
                <a:lnTo>
                  <a:pt x="237744" y="237490"/>
                </a:lnTo>
                <a:lnTo>
                  <a:pt x="237744" y="231140"/>
                </a:lnTo>
                <a:lnTo>
                  <a:pt x="237744" y="224790"/>
                </a:lnTo>
                <a:lnTo>
                  <a:pt x="237744" y="12700"/>
                </a:lnTo>
                <a:lnTo>
                  <a:pt x="237744" y="0"/>
                </a:lnTo>
                <a:close/>
              </a:path>
            </a:pathLst>
          </a:custGeom>
          <a:solidFill>
            <a:srgbClr val="FFFFFF">
              <a:alpha val="1960"/>
            </a:srgbClr>
          </a:solidFill>
        </p:spPr>
        <p:txBody>
          <a:bodyPr wrap="square" lIns="0" tIns="0" rIns="0" bIns="0" rtlCol="0"/>
          <a:lstStyle/>
          <a:p>
            <a:endParaRPr/>
          </a:p>
        </p:txBody>
      </p:sp>
      <p:sp>
        <p:nvSpPr>
          <p:cNvPr id="49" name="bg object 49"/>
          <p:cNvSpPr/>
          <p:nvPr/>
        </p:nvSpPr>
        <p:spPr>
          <a:xfrm>
            <a:off x="7226808" y="251459"/>
            <a:ext cx="79375" cy="79375"/>
          </a:xfrm>
          <a:custGeom>
            <a:avLst/>
            <a:gdLst/>
            <a:ahLst/>
            <a:cxnLst/>
            <a:rect l="l" t="t" r="r" b="b"/>
            <a:pathLst>
              <a:path w="79375" h="79375">
                <a:moveTo>
                  <a:pt x="79248" y="0"/>
                </a:moveTo>
                <a:lnTo>
                  <a:pt x="0" y="0"/>
                </a:lnTo>
                <a:lnTo>
                  <a:pt x="0" y="79248"/>
                </a:lnTo>
                <a:lnTo>
                  <a:pt x="79248" y="79248"/>
                </a:lnTo>
                <a:lnTo>
                  <a:pt x="79248" y="72898"/>
                </a:lnTo>
                <a:lnTo>
                  <a:pt x="79248" y="12700"/>
                </a:lnTo>
                <a:lnTo>
                  <a:pt x="79248" y="0"/>
                </a:lnTo>
                <a:close/>
              </a:path>
            </a:pathLst>
          </a:custGeom>
          <a:solidFill>
            <a:srgbClr val="FFFFFF">
              <a:alpha val="1960"/>
            </a:srgbClr>
          </a:solidFill>
        </p:spPr>
        <p:txBody>
          <a:bodyPr wrap="square" lIns="0" tIns="0" rIns="0" bIns="0" rtlCol="0"/>
          <a:lstStyle/>
          <a:p>
            <a:endParaRPr/>
          </a:p>
        </p:txBody>
      </p:sp>
      <p:sp>
        <p:nvSpPr>
          <p:cNvPr id="50" name="bg object 50"/>
          <p:cNvSpPr/>
          <p:nvPr/>
        </p:nvSpPr>
        <p:spPr>
          <a:xfrm>
            <a:off x="7571232" y="1460499"/>
            <a:ext cx="151130" cy="148590"/>
          </a:xfrm>
          <a:custGeom>
            <a:avLst/>
            <a:gdLst/>
            <a:ahLst/>
            <a:cxnLst/>
            <a:rect l="l" t="t" r="r" b="b"/>
            <a:pathLst>
              <a:path w="151129" h="148590">
                <a:moveTo>
                  <a:pt x="150876" y="0"/>
                </a:moveTo>
                <a:lnTo>
                  <a:pt x="0" y="0"/>
                </a:lnTo>
                <a:lnTo>
                  <a:pt x="0" y="12700"/>
                </a:lnTo>
                <a:lnTo>
                  <a:pt x="6096" y="12700"/>
                </a:lnTo>
                <a:lnTo>
                  <a:pt x="6096" y="134620"/>
                </a:lnTo>
                <a:lnTo>
                  <a:pt x="0" y="134620"/>
                </a:lnTo>
                <a:lnTo>
                  <a:pt x="0" y="142240"/>
                </a:lnTo>
                <a:lnTo>
                  <a:pt x="0" y="148590"/>
                </a:lnTo>
                <a:lnTo>
                  <a:pt x="150876" y="148590"/>
                </a:lnTo>
                <a:lnTo>
                  <a:pt x="150876" y="142240"/>
                </a:lnTo>
                <a:lnTo>
                  <a:pt x="150876" y="134620"/>
                </a:lnTo>
                <a:lnTo>
                  <a:pt x="150876" y="12700"/>
                </a:lnTo>
                <a:lnTo>
                  <a:pt x="150876" y="0"/>
                </a:lnTo>
                <a:close/>
              </a:path>
            </a:pathLst>
          </a:custGeom>
          <a:solidFill>
            <a:srgbClr val="FFFFFF">
              <a:alpha val="1960"/>
            </a:srgbClr>
          </a:solidFill>
        </p:spPr>
        <p:txBody>
          <a:bodyPr wrap="square" lIns="0" tIns="0" rIns="0" bIns="0" rtlCol="0"/>
          <a:lstStyle/>
          <a:p>
            <a:endParaRPr/>
          </a:p>
        </p:txBody>
      </p:sp>
      <p:sp>
        <p:nvSpPr>
          <p:cNvPr id="51" name="bg object 51"/>
          <p:cNvSpPr/>
          <p:nvPr/>
        </p:nvSpPr>
        <p:spPr>
          <a:xfrm>
            <a:off x="4946904" y="1603247"/>
            <a:ext cx="68580" cy="67310"/>
          </a:xfrm>
          <a:custGeom>
            <a:avLst/>
            <a:gdLst/>
            <a:ahLst/>
            <a:cxnLst/>
            <a:rect l="l" t="t" r="r" b="b"/>
            <a:pathLst>
              <a:path w="68579" h="67310">
                <a:moveTo>
                  <a:pt x="68580" y="0"/>
                </a:moveTo>
                <a:lnTo>
                  <a:pt x="62230" y="0"/>
                </a:lnTo>
                <a:lnTo>
                  <a:pt x="62230" y="54229"/>
                </a:lnTo>
                <a:lnTo>
                  <a:pt x="62230" y="60706"/>
                </a:lnTo>
                <a:lnTo>
                  <a:pt x="60960" y="60706"/>
                </a:lnTo>
                <a:lnTo>
                  <a:pt x="60960" y="54229"/>
                </a:lnTo>
                <a:lnTo>
                  <a:pt x="62230" y="54229"/>
                </a:lnTo>
                <a:lnTo>
                  <a:pt x="62230" y="0"/>
                </a:lnTo>
                <a:lnTo>
                  <a:pt x="0" y="0"/>
                </a:lnTo>
                <a:lnTo>
                  <a:pt x="0" y="67056"/>
                </a:lnTo>
                <a:lnTo>
                  <a:pt x="68580" y="67056"/>
                </a:lnTo>
                <a:lnTo>
                  <a:pt x="68580" y="60706"/>
                </a:lnTo>
                <a:lnTo>
                  <a:pt x="68580" y="12827"/>
                </a:lnTo>
                <a:lnTo>
                  <a:pt x="68580" y="0"/>
                </a:lnTo>
                <a:close/>
              </a:path>
            </a:pathLst>
          </a:custGeom>
          <a:solidFill>
            <a:srgbClr val="FFFFFF">
              <a:alpha val="1960"/>
            </a:srgbClr>
          </a:solidFill>
        </p:spPr>
        <p:txBody>
          <a:bodyPr wrap="square" lIns="0" tIns="0" rIns="0" bIns="0" rtlCol="0"/>
          <a:lstStyle/>
          <a:p>
            <a:endParaRPr/>
          </a:p>
        </p:txBody>
      </p:sp>
      <p:sp>
        <p:nvSpPr>
          <p:cNvPr id="52" name="bg object 52"/>
          <p:cNvSpPr/>
          <p:nvPr/>
        </p:nvSpPr>
        <p:spPr>
          <a:xfrm>
            <a:off x="5059680" y="736599"/>
            <a:ext cx="106680" cy="109220"/>
          </a:xfrm>
          <a:custGeom>
            <a:avLst/>
            <a:gdLst/>
            <a:ahLst/>
            <a:cxnLst/>
            <a:rect l="l" t="t" r="r" b="b"/>
            <a:pathLst>
              <a:path w="106679" h="109219">
                <a:moveTo>
                  <a:pt x="106680" y="0"/>
                </a:moveTo>
                <a:lnTo>
                  <a:pt x="100330" y="0"/>
                </a:lnTo>
                <a:lnTo>
                  <a:pt x="100330" y="96520"/>
                </a:lnTo>
                <a:lnTo>
                  <a:pt x="100330" y="102870"/>
                </a:lnTo>
                <a:lnTo>
                  <a:pt x="99060" y="102870"/>
                </a:lnTo>
                <a:lnTo>
                  <a:pt x="99060" y="96520"/>
                </a:lnTo>
                <a:lnTo>
                  <a:pt x="100330" y="96520"/>
                </a:lnTo>
                <a:lnTo>
                  <a:pt x="100330" y="0"/>
                </a:lnTo>
                <a:lnTo>
                  <a:pt x="0" y="0"/>
                </a:lnTo>
                <a:lnTo>
                  <a:pt x="0" y="12700"/>
                </a:lnTo>
                <a:lnTo>
                  <a:pt x="0" y="96520"/>
                </a:lnTo>
                <a:lnTo>
                  <a:pt x="0" y="102870"/>
                </a:lnTo>
                <a:lnTo>
                  <a:pt x="0" y="109220"/>
                </a:lnTo>
                <a:lnTo>
                  <a:pt x="106680" y="109220"/>
                </a:lnTo>
                <a:lnTo>
                  <a:pt x="106680" y="102870"/>
                </a:lnTo>
                <a:lnTo>
                  <a:pt x="106680" y="96520"/>
                </a:lnTo>
                <a:lnTo>
                  <a:pt x="106680" y="12700"/>
                </a:lnTo>
                <a:lnTo>
                  <a:pt x="106680" y="0"/>
                </a:lnTo>
                <a:close/>
              </a:path>
            </a:pathLst>
          </a:custGeom>
          <a:solidFill>
            <a:srgbClr val="FFFFFF">
              <a:alpha val="1960"/>
            </a:srgbClr>
          </a:solidFill>
        </p:spPr>
        <p:txBody>
          <a:bodyPr wrap="square" lIns="0" tIns="0" rIns="0" bIns="0" rtlCol="0"/>
          <a:lstStyle/>
          <a:p>
            <a:endParaRPr/>
          </a:p>
        </p:txBody>
      </p:sp>
      <p:sp>
        <p:nvSpPr>
          <p:cNvPr id="53" name="bg object 53"/>
          <p:cNvSpPr/>
          <p:nvPr/>
        </p:nvSpPr>
        <p:spPr>
          <a:xfrm>
            <a:off x="3401568" y="1056639"/>
            <a:ext cx="135890" cy="133350"/>
          </a:xfrm>
          <a:custGeom>
            <a:avLst/>
            <a:gdLst/>
            <a:ahLst/>
            <a:cxnLst/>
            <a:rect l="l" t="t" r="r" b="b"/>
            <a:pathLst>
              <a:path w="135889" h="133350">
                <a:moveTo>
                  <a:pt x="135636" y="0"/>
                </a:moveTo>
                <a:lnTo>
                  <a:pt x="0" y="0"/>
                </a:lnTo>
                <a:lnTo>
                  <a:pt x="0" y="12700"/>
                </a:lnTo>
                <a:lnTo>
                  <a:pt x="0" y="120650"/>
                </a:lnTo>
                <a:lnTo>
                  <a:pt x="0" y="127000"/>
                </a:lnTo>
                <a:lnTo>
                  <a:pt x="0" y="133350"/>
                </a:lnTo>
                <a:lnTo>
                  <a:pt x="135636" y="133350"/>
                </a:lnTo>
                <a:lnTo>
                  <a:pt x="135636" y="127000"/>
                </a:lnTo>
                <a:lnTo>
                  <a:pt x="135636" y="120650"/>
                </a:lnTo>
                <a:lnTo>
                  <a:pt x="135636" y="12700"/>
                </a:lnTo>
                <a:lnTo>
                  <a:pt x="135636" y="0"/>
                </a:lnTo>
                <a:close/>
              </a:path>
            </a:pathLst>
          </a:custGeom>
          <a:solidFill>
            <a:srgbClr val="FFFFFF">
              <a:alpha val="1960"/>
            </a:srgbClr>
          </a:solidFill>
        </p:spPr>
        <p:txBody>
          <a:bodyPr wrap="square" lIns="0" tIns="0" rIns="0" bIns="0" rtlCol="0"/>
          <a:lstStyle/>
          <a:p>
            <a:endParaRPr/>
          </a:p>
        </p:txBody>
      </p:sp>
      <p:sp>
        <p:nvSpPr>
          <p:cNvPr id="54" name="bg object 54"/>
          <p:cNvSpPr/>
          <p:nvPr/>
        </p:nvSpPr>
        <p:spPr>
          <a:xfrm>
            <a:off x="3339084" y="99059"/>
            <a:ext cx="302260" cy="306070"/>
          </a:xfrm>
          <a:custGeom>
            <a:avLst/>
            <a:gdLst/>
            <a:ahLst/>
            <a:cxnLst/>
            <a:rect l="l" t="t" r="r" b="b"/>
            <a:pathLst>
              <a:path w="302260" h="306070">
                <a:moveTo>
                  <a:pt x="301752" y="0"/>
                </a:moveTo>
                <a:lnTo>
                  <a:pt x="295402" y="0"/>
                </a:lnTo>
                <a:lnTo>
                  <a:pt x="295402" y="293370"/>
                </a:lnTo>
                <a:lnTo>
                  <a:pt x="295402" y="299720"/>
                </a:lnTo>
                <a:lnTo>
                  <a:pt x="289052" y="299720"/>
                </a:lnTo>
                <a:lnTo>
                  <a:pt x="289052" y="298704"/>
                </a:lnTo>
                <a:lnTo>
                  <a:pt x="294132" y="298704"/>
                </a:lnTo>
                <a:lnTo>
                  <a:pt x="294132" y="293370"/>
                </a:lnTo>
                <a:lnTo>
                  <a:pt x="295402" y="293370"/>
                </a:lnTo>
                <a:lnTo>
                  <a:pt x="295402" y="0"/>
                </a:lnTo>
                <a:lnTo>
                  <a:pt x="0" y="0"/>
                </a:lnTo>
                <a:lnTo>
                  <a:pt x="0" y="13970"/>
                </a:lnTo>
                <a:lnTo>
                  <a:pt x="0" y="293370"/>
                </a:lnTo>
                <a:lnTo>
                  <a:pt x="0" y="299720"/>
                </a:lnTo>
                <a:lnTo>
                  <a:pt x="0" y="306070"/>
                </a:lnTo>
                <a:lnTo>
                  <a:pt x="301752" y="306070"/>
                </a:lnTo>
                <a:lnTo>
                  <a:pt x="301752" y="299720"/>
                </a:lnTo>
                <a:lnTo>
                  <a:pt x="301752" y="293370"/>
                </a:lnTo>
                <a:lnTo>
                  <a:pt x="301752" y="13970"/>
                </a:lnTo>
                <a:lnTo>
                  <a:pt x="301752" y="0"/>
                </a:lnTo>
                <a:close/>
              </a:path>
            </a:pathLst>
          </a:custGeom>
          <a:solidFill>
            <a:srgbClr val="FFFFFF">
              <a:alpha val="1960"/>
            </a:srgbClr>
          </a:solidFill>
        </p:spPr>
        <p:txBody>
          <a:bodyPr wrap="square" lIns="0" tIns="0" rIns="0" bIns="0" rtlCol="0"/>
          <a:lstStyle/>
          <a:p>
            <a:endParaRPr/>
          </a:p>
        </p:txBody>
      </p:sp>
      <p:sp>
        <p:nvSpPr>
          <p:cNvPr id="55" name="bg object 55"/>
          <p:cNvSpPr/>
          <p:nvPr/>
        </p:nvSpPr>
        <p:spPr>
          <a:xfrm>
            <a:off x="2141220" y="225551"/>
            <a:ext cx="79375" cy="76200"/>
          </a:xfrm>
          <a:custGeom>
            <a:avLst/>
            <a:gdLst/>
            <a:ahLst/>
            <a:cxnLst/>
            <a:rect l="l" t="t" r="r" b="b"/>
            <a:pathLst>
              <a:path w="79375" h="76200">
                <a:moveTo>
                  <a:pt x="79248" y="0"/>
                </a:moveTo>
                <a:lnTo>
                  <a:pt x="0" y="0"/>
                </a:lnTo>
                <a:lnTo>
                  <a:pt x="0" y="76200"/>
                </a:lnTo>
                <a:lnTo>
                  <a:pt x="79248" y="76200"/>
                </a:lnTo>
                <a:lnTo>
                  <a:pt x="79248" y="69850"/>
                </a:lnTo>
                <a:lnTo>
                  <a:pt x="79248" y="12700"/>
                </a:lnTo>
                <a:lnTo>
                  <a:pt x="79248" y="0"/>
                </a:lnTo>
                <a:close/>
              </a:path>
            </a:pathLst>
          </a:custGeom>
          <a:solidFill>
            <a:srgbClr val="FFFFFF">
              <a:alpha val="1960"/>
            </a:srgbClr>
          </a:solidFill>
        </p:spPr>
        <p:txBody>
          <a:bodyPr wrap="square" lIns="0" tIns="0" rIns="0" bIns="0" rtlCol="0"/>
          <a:lstStyle/>
          <a:p>
            <a:endParaRPr/>
          </a:p>
        </p:txBody>
      </p:sp>
      <p:sp>
        <p:nvSpPr>
          <p:cNvPr id="56" name="bg object 56"/>
          <p:cNvSpPr/>
          <p:nvPr/>
        </p:nvSpPr>
        <p:spPr>
          <a:xfrm>
            <a:off x="1929384" y="1115059"/>
            <a:ext cx="160020" cy="158750"/>
          </a:xfrm>
          <a:custGeom>
            <a:avLst/>
            <a:gdLst/>
            <a:ahLst/>
            <a:cxnLst/>
            <a:rect l="l" t="t" r="r" b="b"/>
            <a:pathLst>
              <a:path w="160019" h="158750">
                <a:moveTo>
                  <a:pt x="160020" y="0"/>
                </a:moveTo>
                <a:lnTo>
                  <a:pt x="0" y="0"/>
                </a:lnTo>
                <a:lnTo>
                  <a:pt x="0" y="12700"/>
                </a:lnTo>
                <a:lnTo>
                  <a:pt x="0" y="146050"/>
                </a:lnTo>
                <a:lnTo>
                  <a:pt x="0" y="152400"/>
                </a:lnTo>
                <a:lnTo>
                  <a:pt x="0" y="158750"/>
                </a:lnTo>
                <a:lnTo>
                  <a:pt x="160020" y="158750"/>
                </a:lnTo>
                <a:lnTo>
                  <a:pt x="160020" y="152400"/>
                </a:lnTo>
                <a:lnTo>
                  <a:pt x="160020" y="146050"/>
                </a:lnTo>
                <a:lnTo>
                  <a:pt x="160020" y="12700"/>
                </a:lnTo>
                <a:lnTo>
                  <a:pt x="160020" y="0"/>
                </a:lnTo>
                <a:close/>
              </a:path>
            </a:pathLst>
          </a:custGeom>
          <a:solidFill>
            <a:srgbClr val="FFFFFF">
              <a:alpha val="1960"/>
            </a:srgbClr>
          </a:solidFill>
        </p:spPr>
        <p:txBody>
          <a:bodyPr wrap="square" lIns="0" tIns="0" rIns="0" bIns="0" rtlCol="0"/>
          <a:lstStyle/>
          <a:p>
            <a:endParaRPr/>
          </a:p>
        </p:txBody>
      </p:sp>
      <p:sp>
        <p:nvSpPr>
          <p:cNvPr id="57" name="bg object 57"/>
          <p:cNvSpPr/>
          <p:nvPr/>
        </p:nvSpPr>
        <p:spPr>
          <a:xfrm>
            <a:off x="1278636" y="520699"/>
            <a:ext cx="140335" cy="140970"/>
          </a:xfrm>
          <a:custGeom>
            <a:avLst/>
            <a:gdLst/>
            <a:ahLst/>
            <a:cxnLst/>
            <a:rect l="l" t="t" r="r" b="b"/>
            <a:pathLst>
              <a:path w="140334" h="140970">
                <a:moveTo>
                  <a:pt x="140208" y="0"/>
                </a:moveTo>
                <a:lnTo>
                  <a:pt x="0" y="0"/>
                </a:lnTo>
                <a:lnTo>
                  <a:pt x="0" y="12700"/>
                </a:lnTo>
                <a:lnTo>
                  <a:pt x="0" y="128270"/>
                </a:lnTo>
                <a:lnTo>
                  <a:pt x="0" y="134620"/>
                </a:lnTo>
                <a:lnTo>
                  <a:pt x="0" y="140970"/>
                </a:lnTo>
                <a:lnTo>
                  <a:pt x="140208" y="140970"/>
                </a:lnTo>
                <a:lnTo>
                  <a:pt x="140208" y="134620"/>
                </a:lnTo>
                <a:lnTo>
                  <a:pt x="140208" y="128270"/>
                </a:lnTo>
                <a:lnTo>
                  <a:pt x="140208" y="12700"/>
                </a:lnTo>
                <a:lnTo>
                  <a:pt x="140208" y="0"/>
                </a:lnTo>
                <a:close/>
              </a:path>
            </a:pathLst>
          </a:custGeom>
          <a:solidFill>
            <a:srgbClr val="FFFFFF">
              <a:alpha val="1960"/>
            </a:srgbClr>
          </a:solidFill>
        </p:spPr>
        <p:txBody>
          <a:bodyPr wrap="square" lIns="0" tIns="0" rIns="0" bIns="0" rtlCol="0"/>
          <a:lstStyle/>
          <a:p>
            <a:endParaRPr/>
          </a:p>
        </p:txBody>
      </p:sp>
      <p:sp>
        <p:nvSpPr>
          <p:cNvPr id="58" name="bg object 58"/>
          <p:cNvSpPr/>
          <p:nvPr/>
        </p:nvSpPr>
        <p:spPr>
          <a:xfrm>
            <a:off x="3724655" y="2193035"/>
            <a:ext cx="78105" cy="79375"/>
          </a:xfrm>
          <a:custGeom>
            <a:avLst/>
            <a:gdLst/>
            <a:ahLst/>
            <a:cxnLst/>
            <a:rect l="l" t="t" r="r" b="b"/>
            <a:pathLst>
              <a:path w="78104" h="79375">
                <a:moveTo>
                  <a:pt x="77724" y="0"/>
                </a:moveTo>
                <a:lnTo>
                  <a:pt x="71374" y="0"/>
                </a:lnTo>
                <a:lnTo>
                  <a:pt x="71374" y="71628"/>
                </a:lnTo>
                <a:lnTo>
                  <a:pt x="71374" y="72898"/>
                </a:lnTo>
                <a:lnTo>
                  <a:pt x="65024" y="72898"/>
                </a:lnTo>
                <a:lnTo>
                  <a:pt x="65024" y="71628"/>
                </a:lnTo>
                <a:lnTo>
                  <a:pt x="71374" y="71628"/>
                </a:lnTo>
                <a:lnTo>
                  <a:pt x="71374" y="0"/>
                </a:lnTo>
                <a:lnTo>
                  <a:pt x="0" y="0"/>
                </a:lnTo>
                <a:lnTo>
                  <a:pt x="0" y="79248"/>
                </a:lnTo>
                <a:lnTo>
                  <a:pt x="77724" y="79248"/>
                </a:lnTo>
                <a:lnTo>
                  <a:pt x="77724" y="72898"/>
                </a:lnTo>
                <a:lnTo>
                  <a:pt x="77724" y="12700"/>
                </a:lnTo>
                <a:lnTo>
                  <a:pt x="77724" y="0"/>
                </a:lnTo>
                <a:close/>
              </a:path>
            </a:pathLst>
          </a:custGeom>
          <a:solidFill>
            <a:srgbClr val="FFFFFF">
              <a:alpha val="1960"/>
            </a:srgbClr>
          </a:solidFill>
        </p:spPr>
        <p:txBody>
          <a:bodyPr wrap="square" lIns="0" tIns="0" rIns="0" bIns="0" rtlCol="0"/>
          <a:lstStyle/>
          <a:p>
            <a:endParaRPr/>
          </a:p>
        </p:txBody>
      </p:sp>
      <p:sp>
        <p:nvSpPr>
          <p:cNvPr id="59" name="bg object 59"/>
          <p:cNvSpPr/>
          <p:nvPr/>
        </p:nvSpPr>
        <p:spPr>
          <a:xfrm>
            <a:off x="2045208" y="2344419"/>
            <a:ext cx="96520" cy="99060"/>
          </a:xfrm>
          <a:custGeom>
            <a:avLst/>
            <a:gdLst/>
            <a:ahLst/>
            <a:cxnLst/>
            <a:rect l="l" t="t" r="r" b="b"/>
            <a:pathLst>
              <a:path w="96519" h="99060">
                <a:moveTo>
                  <a:pt x="96012" y="0"/>
                </a:moveTo>
                <a:lnTo>
                  <a:pt x="88138" y="0"/>
                </a:lnTo>
                <a:lnTo>
                  <a:pt x="88138" y="92456"/>
                </a:lnTo>
                <a:lnTo>
                  <a:pt x="88138" y="92710"/>
                </a:lnTo>
                <a:lnTo>
                  <a:pt x="81788" y="92710"/>
                </a:lnTo>
                <a:lnTo>
                  <a:pt x="81788" y="92456"/>
                </a:lnTo>
                <a:lnTo>
                  <a:pt x="88138" y="92456"/>
                </a:lnTo>
                <a:lnTo>
                  <a:pt x="88138" y="0"/>
                </a:lnTo>
                <a:lnTo>
                  <a:pt x="0" y="0"/>
                </a:lnTo>
                <a:lnTo>
                  <a:pt x="0" y="12700"/>
                </a:lnTo>
                <a:lnTo>
                  <a:pt x="0" y="86360"/>
                </a:lnTo>
                <a:lnTo>
                  <a:pt x="0" y="92710"/>
                </a:lnTo>
                <a:lnTo>
                  <a:pt x="0" y="99060"/>
                </a:lnTo>
                <a:lnTo>
                  <a:pt x="96012" y="99060"/>
                </a:lnTo>
                <a:lnTo>
                  <a:pt x="96012" y="92710"/>
                </a:lnTo>
                <a:lnTo>
                  <a:pt x="96012" y="86360"/>
                </a:lnTo>
                <a:lnTo>
                  <a:pt x="96012" y="12700"/>
                </a:lnTo>
                <a:lnTo>
                  <a:pt x="96012" y="0"/>
                </a:lnTo>
                <a:close/>
              </a:path>
            </a:pathLst>
          </a:custGeom>
          <a:solidFill>
            <a:srgbClr val="FFFFFF">
              <a:alpha val="1960"/>
            </a:srgbClr>
          </a:solidFill>
        </p:spPr>
        <p:txBody>
          <a:bodyPr wrap="square" lIns="0" tIns="0" rIns="0" bIns="0" rtlCol="0"/>
          <a:lstStyle/>
          <a:p>
            <a:endParaRPr/>
          </a:p>
        </p:txBody>
      </p:sp>
      <p:sp>
        <p:nvSpPr>
          <p:cNvPr id="60" name="bg object 60"/>
          <p:cNvSpPr/>
          <p:nvPr/>
        </p:nvSpPr>
        <p:spPr>
          <a:xfrm>
            <a:off x="4040124" y="3438144"/>
            <a:ext cx="53340" cy="58419"/>
          </a:xfrm>
          <a:custGeom>
            <a:avLst/>
            <a:gdLst/>
            <a:ahLst/>
            <a:cxnLst/>
            <a:rect l="l" t="t" r="r" b="b"/>
            <a:pathLst>
              <a:path w="53339" h="58420">
                <a:moveTo>
                  <a:pt x="53340" y="0"/>
                </a:moveTo>
                <a:lnTo>
                  <a:pt x="0" y="0"/>
                </a:lnTo>
                <a:lnTo>
                  <a:pt x="0" y="57912"/>
                </a:lnTo>
                <a:lnTo>
                  <a:pt x="53340" y="57912"/>
                </a:lnTo>
                <a:lnTo>
                  <a:pt x="53340" y="51435"/>
                </a:lnTo>
                <a:lnTo>
                  <a:pt x="53340" y="12827"/>
                </a:lnTo>
                <a:lnTo>
                  <a:pt x="53340" y="0"/>
                </a:lnTo>
                <a:close/>
              </a:path>
            </a:pathLst>
          </a:custGeom>
          <a:solidFill>
            <a:srgbClr val="FFFFFF">
              <a:alpha val="1960"/>
            </a:srgbClr>
          </a:solidFill>
        </p:spPr>
        <p:txBody>
          <a:bodyPr wrap="square" lIns="0" tIns="0" rIns="0" bIns="0" rtlCol="0"/>
          <a:lstStyle/>
          <a:p>
            <a:endParaRPr/>
          </a:p>
        </p:txBody>
      </p:sp>
      <p:sp>
        <p:nvSpPr>
          <p:cNvPr id="61" name="bg object 61"/>
          <p:cNvSpPr/>
          <p:nvPr/>
        </p:nvSpPr>
        <p:spPr>
          <a:xfrm>
            <a:off x="2488692" y="4700270"/>
            <a:ext cx="96520" cy="95250"/>
          </a:xfrm>
          <a:custGeom>
            <a:avLst/>
            <a:gdLst/>
            <a:ahLst/>
            <a:cxnLst/>
            <a:rect l="l" t="t" r="r" b="b"/>
            <a:pathLst>
              <a:path w="96519" h="95250">
                <a:moveTo>
                  <a:pt x="96012" y="0"/>
                </a:moveTo>
                <a:lnTo>
                  <a:pt x="0" y="0"/>
                </a:lnTo>
                <a:lnTo>
                  <a:pt x="0" y="12700"/>
                </a:lnTo>
                <a:lnTo>
                  <a:pt x="0" y="82550"/>
                </a:lnTo>
                <a:lnTo>
                  <a:pt x="0" y="88900"/>
                </a:lnTo>
                <a:lnTo>
                  <a:pt x="0" y="95250"/>
                </a:lnTo>
                <a:lnTo>
                  <a:pt x="96012" y="95250"/>
                </a:lnTo>
                <a:lnTo>
                  <a:pt x="96012" y="88900"/>
                </a:lnTo>
                <a:lnTo>
                  <a:pt x="96012" y="82550"/>
                </a:lnTo>
                <a:lnTo>
                  <a:pt x="96012" y="12700"/>
                </a:lnTo>
                <a:lnTo>
                  <a:pt x="96012" y="0"/>
                </a:lnTo>
                <a:close/>
              </a:path>
            </a:pathLst>
          </a:custGeom>
          <a:solidFill>
            <a:srgbClr val="FFFFFF">
              <a:alpha val="1960"/>
            </a:srgbClr>
          </a:solidFill>
        </p:spPr>
        <p:txBody>
          <a:bodyPr wrap="square" lIns="0" tIns="0" rIns="0" bIns="0" rtlCol="0"/>
          <a:lstStyle/>
          <a:p>
            <a:endParaRPr/>
          </a:p>
        </p:txBody>
      </p:sp>
      <p:sp>
        <p:nvSpPr>
          <p:cNvPr id="62" name="bg object 62"/>
          <p:cNvSpPr/>
          <p:nvPr/>
        </p:nvSpPr>
        <p:spPr>
          <a:xfrm>
            <a:off x="6772656" y="5437632"/>
            <a:ext cx="56515" cy="55244"/>
          </a:xfrm>
          <a:custGeom>
            <a:avLst/>
            <a:gdLst/>
            <a:ahLst/>
            <a:cxnLst/>
            <a:rect l="l" t="t" r="r" b="b"/>
            <a:pathLst>
              <a:path w="56515" h="55245">
                <a:moveTo>
                  <a:pt x="56388" y="0"/>
                </a:moveTo>
                <a:lnTo>
                  <a:pt x="0" y="0"/>
                </a:lnTo>
                <a:lnTo>
                  <a:pt x="0" y="54864"/>
                </a:lnTo>
                <a:lnTo>
                  <a:pt x="56388" y="54864"/>
                </a:lnTo>
                <a:lnTo>
                  <a:pt x="56388" y="46990"/>
                </a:lnTo>
                <a:lnTo>
                  <a:pt x="56388" y="12573"/>
                </a:lnTo>
                <a:lnTo>
                  <a:pt x="56388" y="0"/>
                </a:lnTo>
                <a:close/>
              </a:path>
            </a:pathLst>
          </a:custGeom>
          <a:solidFill>
            <a:srgbClr val="FFFFFF">
              <a:alpha val="1960"/>
            </a:srgbClr>
          </a:solidFill>
        </p:spPr>
        <p:txBody>
          <a:bodyPr wrap="square" lIns="0" tIns="0" rIns="0" bIns="0" rtlCol="0"/>
          <a:lstStyle/>
          <a:p>
            <a:endParaRPr/>
          </a:p>
        </p:txBody>
      </p:sp>
      <p:sp>
        <p:nvSpPr>
          <p:cNvPr id="63" name="bg object 63"/>
          <p:cNvSpPr/>
          <p:nvPr/>
        </p:nvSpPr>
        <p:spPr>
          <a:xfrm>
            <a:off x="4645152" y="5900927"/>
            <a:ext cx="35560" cy="35560"/>
          </a:xfrm>
          <a:custGeom>
            <a:avLst/>
            <a:gdLst/>
            <a:ahLst/>
            <a:cxnLst/>
            <a:rect l="l" t="t" r="r" b="b"/>
            <a:pathLst>
              <a:path w="35560" h="35560">
                <a:moveTo>
                  <a:pt x="35052" y="0"/>
                </a:moveTo>
                <a:lnTo>
                  <a:pt x="0" y="0"/>
                </a:lnTo>
                <a:lnTo>
                  <a:pt x="0" y="35052"/>
                </a:lnTo>
                <a:lnTo>
                  <a:pt x="35052" y="35052"/>
                </a:lnTo>
                <a:lnTo>
                  <a:pt x="35052" y="28676"/>
                </a:lnTo>
                <a:lnTo>
                  <a:pt x="35052" y="12750"/>
                </a:lnTo>
                <a:lnTo>
                  <a:pt x="35052" y="0"/>
                </a:lnTo>
                <a:close/>
              </a:path>
            </a:pathLst>
          </a:custGeom>
          <a:solidFill>
            <a:srgbClr val="FFFFFF">
              <a:alpha val="1960"/>
            </a:srgbClr>
          </a:solidFill>
        </p:spPr>
        <p:txBody>
          <a:bodyPr wrap="square" lIns="0" tIns="0" rIns="0" bIns="0" rtlCol="0"/>
          <a:lstStyle/>
          <a:p>
            <a:endParaRPr/>
          </a:p>
        </p:txBody>
      </p:sp>
      <p:sp>
        <p:nvSpPr>
          <p:cNvPr id="64" name="bg object 64"/>
          <p:cNvSpPr/>
          <p:nvPr/>
        </p:nvSpPr>
        <p:spPr>
          <a:xfrm>
            <a:off x="6763511" y="3977639"/>
            <a:ext cx="27940" cy="27940"/>
          </a:xfrm>
          <a:custGeom>
            <a:avLst/>
            <a:gdLst/>
            <a:ahLst/>
            <a:cxnLst/>
            <a:rect l="l" t="t" r="r" b="b"/>
            <a:pathLst>
              <a:path w="27940" h="27939">
                <a:moveTo>
                  <a:pt x="27432" y="0"/>
                </a:moveTo>
                <a:lnTo>
                  <a:pt x="0" y="0"/>
                </a:lnTo>
                <a:lnTo>
                  <a:pt x="0" y="27432"/>
                </a:lnTo>
                <a:lnTo>
                  <a:pt x="27432" y="27432"/>
                </a:lnTo>
                <a:lnTo>
                  <a:pt x="27432" y="19304"/>
                </a:lnTo>
                <a:lnTo>
                  <a:pt x="27432" y="12954"/>
                </a:lnTo>
                <a:lnTo>
                  <a:pt x="27432" y="0"/>
                </a:lnTo>
                <a:close/>
              </a:path>
            </a:pathLst>
          </a:custGeom>
          <a:solidFill>
            <a:srgbClr val="FFFFFF">
              <a:alpha val="1960"/>
            </a:srgbClr>
          </a:solidFill>
        </p:spPr>
        <p:txBody>
          <a:bodyPr wrap="square" lIns="0" tIns="0" rIns="0" bIns="0" rtlCol="0"/>
          <a:lstStyle/>
          <a:p>
            <a:endParaRPr/>
          </a:p>
        </p:txBody>
      </p:sp>
      <p:sp>
        <p:nvSpPr>
          <p:cNvPr id="65" name="bg object 65"/>
          <p:cNvSpPr/>
          <p:nvPr/>
        </p:nvSpPr>
        <p:spPr>
          <a:xfrm>
            <a:off x="9948672" y="3618229"/>
            <a:ext cx="113030" cy="115570"/>
          </a:xfrm>
          <a:custGeom>
            <a:avLst/>
            <a:gdLst/>
            <a:ahLst/>
            <a:cxnLst/>
            <a:rect l="l" t="t" r="r" b="b"/>
            <a:pathLst>
              <a:path w="113029" h="115570">
                <a:moveTo>
                  <a:pt x="112776" y="0"/>
                </a:moveTo>
                <a:lnTo>
                  <a:pt x="0" y="0"/>
                </a:lnTo>
                <a:lnTo>
                  <a:pt x="0" y="12700"/>
                </a:lnTo>
                <a:lnTo>
                  <a:pt x="0" y="102870"/>
                </a:lnTo>
                <a:lnTo>
                  <a:pt x="0" y="109220"/>
                </a:lnTo>
                <a:lnTo>
                  <a:pt x="0" y="115570"/>
                </a:lnTo>
                <a:lnTo>
                  <a:pt x="112776" y="115570"/>
                </a:lnTo>
                <a:lnTo>
                  <a:pt x="112776" y="109220"/>
                </a:lnTo>
                <a:lnTo>
                  <a:pt x="112776" y="102870"/>
                </a:lnTo>
                <a:lnTo>
                  <a:pt x="112776" y="12700"/>
                </a:lnTo>
                <a:lnTo>
                  <a:pt x="112776" y="0"/>
                </a:lnTo>
                <a:close/>
              </a:path>
            </a:pathLst>
          </a:custGeom>
          <a:solidFill>
            <a:srgbClr val="FFFFFF">
              <a:alpha val="1960"/>
            </a:srgbClr>
          </a:solidFill>
        </p:spPr>
        <p:txBody>
          <a:bodyPr wrap="square" lIns="0" tIns="0" rIns="0" bIns="0" rtlCol="0"/>
          <a:lstStyle/>
          <a:p>
            <a:endParaRPr/>
          </a:p>
        </p:txBody>
      </p:sp>
      <p:sp>
        <p:nvSpPr>
          <p:cNvPr id="66" name="bg object 66"/>
          <p:cNvSpPr/>
          <p:nvPr/>
        </p:nvSpPr>
        <p:spPr>
          <a:xfrm>
            <a:off x="9745980" y="5151120"/>
            <a:ext cx="205740" cy="208279"/>
          </a:xfrm>
          <a:custGeom>
            <a:avLst/>
            <a:gdLst/>
            <a:ahLst/>
            <a:cxnLst/>
            <a:rect l="l" t="t" r="r" b="b"/>
            <a:pathLst>
              <a:path w="205740" h="208279">
                <a:moveTo>
                  <a:pt x="205740" y="0"/>
                </a:moveTo>
                <a:lnTo>
                  <a:pt x="0" y="0"/>
                </a:lnTo>
                <a:lnTo>
                  <a:pt x="0" y="12700"/>
                </a:lnTo>
                <a:lnTo>
                  <a:pt x="0" y="195580"/>
                </a:lnTo>
                <a:lnTo>
                  <a:pt x="0" y="201930"/>
                </a:lnTo>
                <a:lnTo>
                  <a:pt x="0" y="208280"/>
                </a:lnTo>
                <a:lnTo>
                  <a:pt x="205740" y="208280"/>
                </a:lnTo>
                <a:lnTo>
                  <a:pt x="205740" y="201930"/>
                </a:lnTo>
                <a:lnTo>
                  <a:pt x="205740" y="195580"/>
                </a:lnTo>
                <a:lnTo>
                  <a:pt x="205740" y="12700"/>
                </a:lnTo>
                <a:lnTo>
                  <a:pt x="205740" y="0"/>
                </a:lnTo>
                <a:close/>
              </a:path>
            </a:pathLst>
          </a:custGeom>
          <a:solidFill>
            <a:srgbClr val="FFFFFF">
              <a:alpha val="1960"/>
            </a:srgbClr>
          </a:solidFill>
        </p:spPr>
        <p:txBody>
          <a:bodyPr wrap="square" lIns="0" tIns="0" rIns="0" bIns="0" rtlCol="0"/>
          <a:lstStyle/>
          <a:p>
            <a:endParaRPr/>
          </a:p>
        </p:txBody>
      </p:sp>
      <p:sp>
        <p:nvSpPr>
          <p:cNvPr id="67" name="bg object 67"/>
          <p:cNvSpPr/>
          <p:nvPr/>
        </p:nvSpPr>
        <p:spPr>
          <a:xfrm>
            <a:off x="10732008" y="4587239"/>
            <a:ext cx="79375" cy="81280"/>
          </a:xfrm>
          <a:custGeom>
            <a:avLst/>
            <a:gdLst/>
            <a:ahLst/>
            <a:cxnLst/>
            <a:rect l="l" t="t" r="r" b="b"/>
            <a:pathLst>
              <a:path w="79375" h="81279">
                <a:moveTo>
                  <a:pt x="79248" y="0"/>
                </a:moveTo>
                <a:lnTo>
                  <a:pt x="72898" y="0"/>
                </a:lnTo>
                <a:lnTo>
                  <a:pt x="72898" y="73152"/>
                </a:lnTo>
                <a:lnTo>
                  <a:pt x="72898" y="74295"/>
                </a:lnTo>
                <a:lnTo>
                  <a:pt x="66548" y="74295"/>
                </a:lnTo>
                <a:lnTo>
                  <a:pt x="66548" y="73152"/>
                </a:lnTo>
                <a:lnTo>
                  <a:pt x="72898" y="73152"/>
                </a:lnTo>
                <a:lnTo>
                  <a:pt x="72898" y="0"/>
                </a:lnTo>
                <a:lnTo>
                  <a:pt x="0" y="0"/>
                </a:lnTo>
                <a:lnTo>
                  <a:pt x="0" y="80772"/>
                </a:lnTo>
                <a:lnTo>
                  <a:pt x="79248" y="80772"/>
                </a:lnTo>
                <a:lnTo>
                  <a:pt x="79248" y="74295"/>
                </a:lnTo>
                <a:lnTo>
                  <a:pt x="79248" y="12954"/>
                </a:lnTo>
                <a:lnTo>
                  <a:pt x="79248" y="0"/>
                </a:lnTo>
                <a:close/>
              </a:path>
            </a:pathLst>
          </a:custGeom>
          <a:solidFill>
            <a:srgbClr val="FFFFFF">
              <a:alpha val="1960"/>
            </a:srgbClr>
          </a:solidFill>
        </p:spPr>
        <p:txBody>
          <a:bodyPr wrap="square" lIns="0" tIns="0" rIns="0" bIns="0" rtlCol="0"/>
          <a:lstStyle/>
          <a:p>
            <a:endParaRPr/>
          </a:p>
        </p:txBody>
      </p:sp>
      <p:sp>
        <p:nvSpPr>
          <p:cNvPr id="68" name="bg object 68"/>
          <p:cNvSpPr/>
          <p:nvPr/>
        </p:nvSpPr>
        <p:spPr>
          <a:xfrm>
            <a:off x="8500872" y="2851149"/>
            <a:ext cx="147955" cy="149860"/>
          </a:xfrm>
          <a:custGeom>
            <a:avLst/>
            <a:gdLst/>
            <a:ahLst/>
            <a:cxnLst/>
            <a:rect l="l" t="t" r="r" b="b"/>
            <a:pathLst>
              <a:path w="147954" h="149860">
                <a:moveTo>
                  <a:pt x="147828" y="0"/>
                </a:moveTo>
                <a:lnTo>
                  <a:pt x="0" y="0"/>
                </a:lnTo>
                <a:lnTo>
                  <a:pt x="0" y="15240"/>
                </a:lnTo>
                <a:lnTo>
                  <a:pt x="0" y="137160"/>
                </a:lnTo>
                <a:lnTo>
                  <a:pt x="0" y="143510"/>
                </a:lnTo>
                <a:lnTo>
                  <a:pt x="0" y="149860"/>
                </a:lnTo>
                <a:lnTo>
                  <a:pt x="147828" y="149860"/>
                </a:lnTo>
                <a:lnTo>
                  <a:pt x="147828" y="143510"/>
                </a:lnTo>
                <a:lnTo>
                  <a:pt x="147828" y="137160"/>
                </a:lnTo>
                <a:lnTo>
                  <a:pt x="147828" y="15240"/>
                </a:lnTo>
                <a:lnTo>
                  <a:pt x="147828" y="0"/>
                </a:lnTo>
                <a:close/>
              </a:path>
            </a:pathLst>
          </a:custGeom>
          <a:solidFill>
            <a:srgbClr val="FFFFFF">
              <a:alpha val="1960"/>
            </a:srgbClr>
          </a:solidFill>
        </p:spPr>
        <p:txBody>
          <a:bodyPr wrap="square" lIns="0" tIns="0" rIns="0" bIns="0" rtlCol="0"/>
          <a:lstStyle/>
          <a:p>
            <a:endParaRPr/>
          </a:p>
        </p:txBody>
      </p:sp>
      <p:sp>
        <p:nvSpPr>
          <p:cNvPr id="69" name="bg object 69"/>
          <p:cNvSpPr/>
          <p:nvPr/>
        </p:nvSpPr>
        <p:spPr>
          <a:xfrm>
            <a:off x="9310116" y="121919"/>
            <a:ext cx="222885" cy="222250"/>
          </a:xfrm>
          <a:custGeom>
            <a:avLst/>
            <a:gdLst/>
            <a:ahLst/>
            <a:cxnLst/>
            <a:rect l="l" t="t" r="r" b="b"/>
            <a:pathLst>
              <a:path w="222884" h="222250">
                <a:moveTo>
                  <a:pt x="222504" y="0"/>
                </a:moveTo>
                <a:lnTo>
                  <a:pt x="0" y="0"/>
                </a:lnTo>
                <a:lnTo>
                  <a:pt x="0" y="12700"/>
                </a:lnTo>
                <a:lnTo>
                  <a:pt x="0" y="208280"/>
                </a:lnTo>
                <a:lnTo>
                  <a:pt x="0" y="214630"/>
                </a:lnTo>
                <a:lnTo>
                  <a:pt x="0" y="222250"/>
                </a:lnTo>
                <a:lnTo>
                  <a:pt x="222504" y="222250"/>
                </a:lnTo>
                <a:lnTo>
                  <a:pt x="222504" y="214630"/>
                </a:lnTo>
                <a:lnTo>
                  <a:pt x="222504" y="208280"/>
                </a:lnTo>
                <a:lnTo>
                  <a:pt x="222504" y="12700"/>
                </a:lnTo>
                <a:lnTo>
                  <a:pt x="222504" y="0"/>
                </a:lnTo>
                <a:close/>
              </a:path>
            </a:pathLst>
          </a:custGeom>
          <a:solidFill>
            <a:srgbClr val="FFFFFF">
              <a:alpha val="1960"/>
            </a:srgbClr>
          </a:solidFill>
        </p:spPr>
        <p:txBody>
          <a:bodyPr wrap="square" lIns="0" tIns="0" rIns="0" bIns="0" rtlCol="0"/>
          <a:lstStyle/>
          <a:p>
            <a:endParaRPr/>
          </a:p>
        </p:txBody>
      </p:sp>
      <p:sp>
        <p:nvSpPr>
          <p:cNvPr id="70" name="bg object 70"/>
          <p:cNvSpPr/>
          <p:nvPr/>
        </p:nvSpPr>
        <p:spPr>
          <a:xfrm>
            <a:off x="10616184" y="657859"/>
            <a:ext cx="104139" cy="106680"/>
          </a:xfrm>
          <a:custGeom>
            <a:avLst/>
            <a:gdLst/>
            <a:ahLst/>
            <a:cxnLst/>
            <a:rect l="l" t="t" r="r" b="b"/>
            <a:pathLst>
              <a:path w="104140" h="106679">
                <a:moveTo>
                  <a:pt x="103632" y="0"/>
                </a:moveTo>
                <a:lnTo>
                  <a:pt x="0" y="0"/>
                </a:lnTo>
                <a:lnTo>
                  <a:pt x="0" y="12700"/>
                </a:lnTo>
                <a:lnTo>
                  <a:pt x="0" y="93980"/>
                </a:lnTo>
                <a:lnTo>
                  <a:pt x="0" y="100330"/>
                </a:lnTo>
                <a:lnTo>
                  <a:pt x="0" y="106680"/>
                </a:lnTo>
                <a:lnTo>
                  <a:pt x="103632" y="106680"/>
                </a:lnTo>
                <a:lnTo>
                  <a:pt x="103632" y="100330"/>
                </a:lnTo>
                <a:lnTo>
                  <a:pt x="103632" y="93980"/>
                </a:lnTo>
                <a:lnTo>
                  <a:pt x="103632" y="12700"/>
                </a:lnTo>
                <a:lnTo>
                  <a:pt x="103632" y="0"/>
                </a:lnTo>
                <a:close/>
              </a:path>
            </a:pathLst>
          </a:custGeom>
          <a:solidFill>
            <a:srgbClr val="FFFFFF">
              <a:alpha val="1960"/>
            </a:srgbClr>
          </a:solidFill>
        </p:spPr>
        <p:txBody>
          <a:bodyPr wrap="square" lIns="0" tIns="0" rIns="0" bIns="0" rtlCol="0"/>
          <a:lstStyle/>
          <a:p>
            <a:endParaRPr/>
          </a:p>
        </p:txBody>
      </p:sp>
      <p:sp>
        <p:nvSpPr>
          <p:cNvPr id="71" name="bg object 71"/>
          <p:cNvSpPr/>
          <p:nvPr/>
        </p:nvSpPr>
        <p:spPr>
          <a:xfrm>
            <a:off x="10579608" y="8889"/>
            <a:ext cx="218440" cy="219710"/>
          </a:xfrm>
          <a:custGeom>
            <a:avLst/>
            <a:gdLst/>
            <a:ahLst/>
            <a:cxnLst/>
            <a:rect l="l" t="t" r="r" b="b"/>
            <a:pathLst>
              <a:path w="218440" h="219710">
                <a:moveTo>
                  <a:pt x="217932" y="0"/>
                </a:moveTo>
                <a:lnTo>
                  <a:pt x="0" y="0"/>
                </a:lnTo>
                <a:lnTo>
                  <a:pt x="0" y="12700"/>
                </a:lnTo>
                <a:lnTo>
                  <a:pt x="0" y="205740"/>
                </a:lnTo>
                <a:lnTo>
                  <a:pt x="0" y="212090"/>
                </a:lnTo>
                <a:lnTo>
                  <a:pt x="0" y="219710"/>
                </a:lnTo>
                <a:lnTo>
                  <a:pt x="217932" y="219710"/>
                </a:lnTo>
                <a:lnTo>
                  <a:pt x="217932" y="212090"/>
                </a:lnTo>
                <a:lnTo>
                  <a:pt x="217932" y="205740"/>
                </a:lnTo>
                <a:lnTo>
                  <a:pt x="217932" y="12700"/>
                </a:lnTo>
                <a:lnTo>
                  <a:pt x="217932" y="0"/>
                </a:lnTo>
                <a:close/>
              </a:path>
            </a:pathLst>
          </a:custGeom>
          <a:solidFill>
            <a:srgbClr val="FFFFFF">
              <a:alpha val="1960"/>
            </a:srgbClr>
          </a:solidFill>
        </p:spPr>
        <p:txBody>
          <a:bodyPr wrap="square" lIns="0" tIns="0" rIns="0" bIns="0" rtlCol="0"/>
          <a:lstStyle/>
          <a:p>
            <a:endParaRPr/>
          </a:p>
        </p:txBody>
      </p:sp>
      <p:sp>
        <p:nvSpPr>
          <p:cNvPr id="72" name="bg object 72"/>
          <p:cNvSpPr/>
          <p:nvPr/>
        </p:nvSpPr>
        <p:spPr>
          <a:xfrm>
            <a:off x="9105900" y="1445259"/>
            <a:ext cx="119380" cy="121920"/>
          </a:xfrm>
          <a:custGeom>
            <a:avLst/>
            <a:gdLst/>
            <a:ahLst/>
            <a:cxnLst/>
            <a:rect l="l" t="t" r="r" b="b"/>
            <a:pathLst>
              <a:path w="119379" h="121919">
                <a:moveTo>
                  <a:pt x="118872" y="0"/>
                </a:moveTo>
                <a:lnTo>
                  <a:pt x="112522" y="0"/>
                </a:lnTo>
                <a:lnTo>
                  <a:pt x="112522" y="115316"/>
                </a:lnTo>
                <a:lnTo>
                  <a:pt x="112522" y="115570"/>
                </a:lnTo>
                <a:lnTo>
                  <a:pt x="106172" y="115570"/>
                </a:lnTo>
                <a:lnTo>
                  <a:pt x="106172" y="115316"/>
                </a:lnTo>
                <a:lnTo>
                  <a:pt x="112522" y="115316"/>
                </a:lnTo>
                <a:lnTo>
                  <a:pt x="112522" y="0"/>
                </a:lnTo>
                <a:lnTo>
                  <a:pt x="0" y="0"/>
                </a:lnTo>
                <a:lnTo>
                  <a:pt x="0" y="12700"/>
                </a:lnTo>
                <a:lnTo>
                  <a:pt x="0" y="109220"/>
                </a:lnTo>
                <a:lnTo>
                  <a:pt x="0" y="115570"/>
                </a:lnTo>
                <a:lnTo>
                  <a:pt x="0" y="121920"/>
                </a:lnTo>
                <a:lnTo>
                  <a:pt x="118872" y="121920"/>
                </a:lnTo>
                <a:lnTo>
                  <a:pt x="118872" y="115570"/>
                </a:lnTo>
                <a:lnTo>
                  <a:pt x="118872" y="109220"/>
                </a:lnTo>
                <a:lnTo>
                  <a:pt x="118872" y="12700"/>
                </a:lnTo>
                <a:lnTo>
                  <a:pt x="118872" y="0"/>
                </a:lnTo>
                <a:close/>
              </a:path>
            </a:pathLst>
          </a:custGeom>
          <a:solidFill>
            <a:srgbClr val="FFFFFF">
              <a:alpha val="1960"/>
            </a:srgbClr>
          </a:solidFill>
        </p:spPr>
        <p:txBody>
          <a:bodyPr wrap="square" lIns="0" tIns="0" rIns="0" bIns="0" rtlCol="0"/>
          <a:lstStyle/>
          <a:p>
            <a:endParaRPr/>
          </a:p>
        </p:txBody>
      </p:sp>
      <p:sp>
        <p:nvSpPr>
          <p:cNvPr id="73" name="bg object 73"/>
          <p:cNvSpPr/>
          <p:nvPr/>
        </p:nvSpPr>
        <p:spPr>
          <a:xfrm>
            <a:off x="10738104" y="1391919"/>
            <a:ext cx="169545" cy="168910"/>
          </a:xfrm>
          <a:custGeom>
            <a:avLst/>
            <a:gdLst/>
            <a:ahLst/>
            <a:cxnLst/>
            <a:rect l="l" t="t" r="r" b="b"/>
            <a:pathLst>
              <a:path w="169545" h="168909">
                <a:moveTo>
                  <a:pt x="169164" y="0"/>
                </a:moveTo>
                <a:lnTo>
                  <a:pt x="0" y="0"/>
                </a:lnTo>
                <a:lnTo>
                  <a:pt x="0" y="12700"/>
                </a:lnTo>
                <a:lnTo>
                  <a:pt x="0" y="156210"/>
                </a:lnTo>
                <a:lnTo>
                  <a:pt x="0" y="162560"/>
                </a:lnTo>
                <a:lnTo>
                  <a:pt x="0" y="168910"/>
                </a:lnTo>
                <a:lnTo>
                  <a:pt x="169164" y="168910"/>
                </a:lnTo>
                <a:lnTo>
                  <a:pt x="169164" y="162560"/>
                </a:lnTo>
                <a:lnTo>
                  <a:pt x="169164" y="156210"/>
                </a:lnTo>
                <a:lnTo>
                  <a:pt x="169164" y="12700"/>
                </a:lnTo>
                <a:lnTo>
                  <a:pt x="169164" y="0"/>
                </a:lnTo>
                <a:close/>
              </a:path>
            </a:pathLst>
          </a:custGeom>
          <a:solidFill>
            <a:srgbClr val="FFFFFF">
              <a:alpha val="1960"/>
            </a:srgbClr>
          </a:solidFill>
        </p:spPr>
        <p:txBody>
          <a:bodyPr wrap="square" lIns="0" tIns="0" rIns="0" bIns="0" rtlCol="0"/>
          <a:lstStyle/>
          <a:p>
            <a:endParaRPr/>
          </a:p>
        </p:txBody>
      </p:sp>
      <p:sp>
        <p:nvSpPr>
          <p:cNvPr id="74" name="bg object 74"/>
          <p:cNvSpPr/>
          <p:nvPr/>
        </p:nvSpPr>
        <p:spPr>
          <a:xfrm>
            <a:off x="7882128" y="736599"/>
            <a:ext cx="113030" cy="115570"/>
          </a:xfrm>
          <a:custGeom>
            <a:avLst/>
            <a:gdLst/>
            <a:ahLst/>
            <a:cxnLst/>
            <a:rect l="l" t="t" r="r" b="b"/>
            <a:pathLst>
              <a:path w="113029" h="115569">
                <a:moveTo>
                  <a:pt x="112776" y="0"/>
                </a:moveTo>
                <a:lnTo>
                  <a:pt x="0" y="0"/>
                </a:lnTo>
                <a:lnTo>
                  <a:pt x="0" y="12700"/>
                </a:lnTo>
                <a:lnTo>
                  <a:pt x="0" y="102870"/>
                </a:lnTo>
                <a:lnTo>
                  <a:pt x="0" y="109220"/>
                </a:lnTo>
                <a:lnTo>
                  <a:pt x="0" y="115570"/>
                </a:lnTo>
                <a:lnTo>
                  <a:pt x="112776" y="115570"/>
                </a:lnTo>
                <a:lnTo>
                  <a:pt x="112776" y="109220"/>
                </a:lnTo>
                <a:lnTo>
                  <a:pt x="112776" y="102870"/>
                </a:lnTo>
                <a:lnTo>
                  <a:pt x="112776" y="12700"/>
                </a:lnTo>
                <a:lnTo>
                  <a:pt x="112776" y="0"/>
                </a:lnTo>
                <a:close/>
              </a:path>
            </a:pathLst>
          </a:custGeom>
          <a:solidFill>
            <a:srgbClr val="FFFFFF">
              <a:alpha val="1960"/>
            </a:srgbClr>
          </a:solidFill>
        </p:spPr>
        <p:txBody>
          <a:bodyPr wrap="square" lIns="0" tIns="0" rIns="0" bIns="0" rtlCol="0"/>
          <a:lstStyle/>
          <a:p>
            <a:endParaRPr/>
          </a:p>
        </p:txBody>
      </p:sp>
      <p:sp>
        <p:nvSpPr>
          <p:cNvPr id="75" name="bg object 75"/>
          <p:cNvSpPr/>
          <p:nvPr/>
        </p:nvSpPr>
        <p:spPr>
          <a:xfrm>
            <a:off x="7789164" y="0"/>
            <a:ext cx="200025" cy="198120"/>
          </a:xfrm>
          <a:custGeom>
            <a:avLst/>
            <a:gdLst/>
            <a:ahLst/>
            <a:cxnLst/>
            <a:rect l="l" t="t" r="r" b="b"/>
            <a:pathLst>
              <a:path w="200025" h="198120">
                <a:moveTo>
                  <a:pt x="199644" y="0"/>
                </a:moveTo>
                <a:lnTo>
                  <a:pt x="0" y="0"/>
                </a:lnTo>
                <a:lnTo>
                  <a:pt x="0" y="12700"/>
                </a:lnTo>
                <a:lnTo>
                  <a:pt x="0" y="185420"/>
                </a:lnTo>
                <a:lnTo>
                  <a:pt x="0" y="191770"/>
                </a:lnTo>
                <a:lnTo>
                  <a:pt x="0" y="198120"/>
                </a:lnTo>
                <a:lnTo>
                  <a:pt x="199644" y="198120"/>
                </a:lnTo>
                <a:lnTo>
                  <a:pt x="199644" y="191770"/>
                </a:lnTo>
                <a:lnTo>
                  <a:pt x="199644" y="185420"/>
                </a:lnTo>
                <a:lnTo>
                  <a:pt x="199644" y="12700"/>
                </a:lnTo>
                <a:lnTo>
                  <a:pt x="199644" y="0"/>
                </a:lnTo>
                <a:close/>
              </a:path>
            </a:pathLst>
          </a:custGeom>
          <a:solidFill>
            <a:srgbClr val="FFFFFF">
              <a:alpha val="1960"/>
            </a:srgbClr>
          </a:solidFill>
        </p:spPr>
        <p:txBody>
          <a:bodyPr wrap="square" lIns="0" tIns="0" rIns="0" bIns="0" rtlCol="0"/>
          <a:lstStyle/>
          <a:p>
            <a:endParaRPr/>
          </a:p>
        </p:txBody>
      </p:sp>
      <p:sp>
        <p:nvSpPr>
          <p:cNvPr id="76" name="bg object 76"/>
          <p:cNvSpPr/>
          <p:nvPr/>
        </p:nvSpPr>
        <p:spPr>
          <a:xfrm>
            <a:off x="5462016" y="1432559"/>
            <a:ext cx="151130" cy="146050"/>
          </a:xfrm>
          <a:custGeom>
            <a:avLst/>
            <a:gdLst/>
            <a:ahLst/>
            <a:cxnLst/>
            <a:rect l="l" t="t" r="r" b="b"/>
            <a:pathLst>
              <a:path w="151129" h="146050">
                <a:moveTo>
                  <a:pt x="150876" y="0"/>
                </a:moveTo>
                <a:lnTo>
                  <a:pt x="0" y="0"/>
                </a:lnTo>
                <a:lnTo>
                  <a:pt x="0" y="12700"/>
                </a:lnTo>
                <a:lnTo>
                  <a:pt x="0" y="133350"/>
                </a:lnTo>
                <a:lnTo>
                  <a:pt x="0" y="139700"/>
                </a:lnTo>
                <a:lnTo>
                  <a:pt x="0" y="146050"/>
                </a:lnTo>
                <a:lnTo>
                  <a:pt x="150876" y="146050"/>
                </a:lnTo>
                <a:lnTo>
                  <a:pt x="150876" y="139700"/>
                </a:lnTo>
                <a:lnTo>
                  <a:pt x="150876" y="133350"/>
                </a:lnTo>
                <a:lnTo>
                  <a:pt x="150876" y="12700"/>
                </a:lnTo>
                <a:lnTo>
                  <a:pt x="150876" y="0"/>
                </a:lnTo>
                <a:close/>
              </a:path>
            </a:pathLst>
          </a:custGeom>
          <a:solidFill>
            <a:srgbClr val="FFFFFF">
              <a:alpha val="1960"/>
            </a:srgbClr>
          </a:solidFill>
        </p:spPr>
        <p:txBody>
          <a:bodyPr wrap="square" lIns="0" tIns="0" rIns="0" bIns="0" rtlCol="0"/>
          <a:lstStyle/>
          <a:p>
            <a:endParaRPr/>
          </a:p>
        </p:txBody>
      </p:sp>
      <p:sp>
        <p:nvSpPr>
          <p:cNvPr id="77" name="bg object 77"/>
          <p:cNvSpPr/>
          <p:nvPr/>
        </p:nvSpPr>
        <p:spPr>
          <a:xfrm>
            <a:off x="4442460" y="851915"/>
            <a:ext cx="83820" cy="85725"/>
          </a:xfrm>
          <a:custGeom>
            <a:avLst/>
            <a:gdLst/>
            <a:ahLst/>
            <a:cxnLst/>
            <a:rect l="l" t="t" r="r" b="b"/>
            <a:pathLst>
              <a:path w="83820" h="85725">
                <a:moveTo>
                  <a:pt x="83820" y="0"/>
                </a:moveTo>
                <a:lnTo>
                  <a:pt x="77470" y="0"/>
                </a:lnTo>
                <a:lnTo>
                  <a:pt x="77470" y="77724"/>
                </a:lnTo>
                <a:lnTo>
                  <a:pt x="77470" y="78867"/>
                </a:lnTo>
                <a:lnTo>
                  <a:pt x="71120" y="78867"/>
                </a:lnTo>
                <a:lnTo>
                  <a:pt x="71120" y="77724"/>
                </a:lnTo>
                <a:lnTo>
                  <a:pt x="77470" y="77724"/>
                </a:lnTo>
                <a:lnTo>
                  <a:pt x="77470" y="0"/>
                </a:lnTo>
                <a:lnTo>
                  <a:pt x="0" y="0"/>
                </a:lnTo>
                <a:lnTo>
                  <a:pt x="0" y="85344"/>
                </a:lnTo>
                <a:lnTo>
                  <a:pt x="83820" y="85344"/>
                </a:lnTo>
                <a:lnTo>
                  <a:pt x="83820" y="78867"/>
                </a:lnTo>
                <a:lnTo>
                  <a:pt x="83820" y="12827"/>
                </a:lnTo>
                <a:lnTo>
                  <a:pt x="83820" y="0"/>
                </a:lnTo>
                <a:close/>
              </a:path>
            </a:pathLst>
          </a:custGeom>
          <a:solidFill>
            <a:srgbClr val="FFFFFF">
              <a:alpha val="1960"/>
            </a:srgbClr>
          </a:solidFill>
        </p:spPr>
        <p:txBody>
          <a:bodyPr wrap="square" lIns="0" tIns="0" rIns="0" bIns="0" rtlCol="0"/>
          <a:lstStyle/>
          <a:p>
            <a:endParaRPr/>
          </a:p>
        </p:txBody>
      </p:sp>
      <p:sp>
        <p:nvSpPr>
          <p:cNvPr id="78" name="bg object 78"/>
          <p:cNvSpPr/>
          <p:nvPr/>
        </p:nvSpPr>
        <p:spPr>
          <a:xfrm>
            <a:off x="3710940" y="1696211"/>
            <a:ext cx="48895" cy="48895"/>
          </a:xfrm>
          <a:custGeom>
            <a:avLst/>
            <a:gdLst/>
            <a:ahLst/>
            <a:cxnLst/>
            <a:rect l="l" t="t" r="r" b="b"/>
            <a:pathLst>
              <a:path w="48895" h="48894">
                <a:moveTo>
                  <a:pt x="48768" y="0"/>
                </a:moveTo>
                <a:lnTo>
                  <a:pt x="0" y="0"/>
                </a:lnTo>
                <a:lnTo>
                  <a:pt x="0" y="48768"/>
                </a:lnTo>
                <a:lnTo>
                  <a:pt x="48768" y="48768"/>
                </a:lnTo>
                <a:lnTo>
                  <a:pt x="48768" y="42418"/>
                </a:lnTo>
                <a:lnTo>
                  <a:pt x="48768" y="12573"/>
                </a:lnTo>
                <a:lnTo>
                  <a:pt x="48768" y="0"/>
                </a:lnTo>
                <a:close/>
              </a:path>
            </a:pathLst>
          </a:custGeom>
          <a:solidFill>
            <a:srgbClr val="FFFFFF">
              <a:alpha val="1960"/>
            </a:srgbClr>
          </a:solidFill>
        </p:spPr>
        <p:txBody>
          <a:bodyPr wrap="square" lIns="0" tIns="0" rIns="0" bIns="0" rtlCol="0"/>
          <a:lstStyle/>
          <a:p>
            <a:endParaRPr/>
          </a:p>
        </p:txBody>
      </p:sp>
      <p:sp>
        <p:nvSpPr>
          <p:cNvPr id="79" name="bg object 79"/>
          <p:cNvSpPr/>
          <p:nvPr/>
        </p:nvSpPr>
        <p:spPr>
          <a:xfrm>
            <a:off x="2974848" y="2285999"/>
            <a:ext cx="113030" cy="111760"/>
          </a:xfrm>
          <a:custGeom>
            <a:avLst/>
            <a:gdLst/>
            <a:ahLst/>
            <a:cxnLst/>
            <a:rect l="l" t="t" r="r" b="b"/>
            <a:pathLst>
              <a:path w="113030" h="111760">
                <a:moveTo>
                  <a:pt x="112776" y="0"/>
                </a:moveTo>
                <a:lnTo>
                  <a:pt x="106426" y="0"/>
                </a:lnTo>
                <a:lnTo>
                  <a:pt x="106426" y="105156"/>
                </a:lnTo>
                <a:lnTo>
                  <a:pt x="106426" y="105410"/>
                </a:lnTo>
                <a:lnTo>
                  <a:pt x="98425" y="105410"/>
                </a:lnTo>
                <a:lnTo>
                  <a:pt x="98425" y="105156"/>
                </a:lnTo>
                <a:lnTo>
                  <a:pt x="106426" y="105156"/>
                </a:lnTo>
                <a:lnTo>
                  <a:pt x="106426" y="0"/>
                </a:lnTo>
                <a:lnTo>
                  <a:pt x="0" y="0"/>
                </a:lnTo>
                <a:lnTo>
                  <a:pt x="0" y="12700"/>
                </a:lnTo>
                <a:lnTo>
                  <a:pt x="0" y="99060"/>
                </a:lnTo>
                <a:lnTo>
                  <a:pt x="0" y="105410"/>
                </a:lnTo>
                <a:lnTo>
                  <a:pt x="0" y="111760"/>
                </a:lnTo>
                <a:lnTo>
                  <a:pt x="112776" y="111760"/>
                </a:lnTo>
                <a:lnTo>
                  <a:pt x="112776" y="105410"/>
                </a:lnTo>
                <a:lnTo>
                  <a:pt x="112776" y="99060"/>
                </a:lnTo>
                <a:lnTo>
                  <a:pt x="112776" y="12700"/>
                </a:lnTo>
                <a:lnTo>
                  <a:pt x="112776" y="0"/>
                </a:lnTo>
                <a:close/>
              </a:path>
            </a:pathLst>
          </a:custGeom>
          <a:solidFill>
            <a:srgbClr val="FFFFFF">
              <a:alpha val="1960"/>
            </a:srgbClr>
          </a:solidFill>
        </p:spPr>
        <p:txBody>
          <a:bodyPr wrap="square" lIns="0" tIns="0" rIns="0" bIns="0" rtlCol="0"/>
          <a:lstStyle/>
          <a:p>
            <a:endParaRPr/>
          </a:p>
        </p:txBody>
      </p:sp>
      <p:sp>
        <p:nvSpPr>
          <p:cNvPr id="80" name="bg object 80"/>
          <p:cNvSpPr/>
          <p:nvPr/>
        </p:nvSpPr>
        <p:spPr>
          <a:xfrm>
            <a:off x="1757172" y="1976627"/>
            <a:ext cx="83820" cy="83820"/>
          </a:xfrm>
          <a:custGeom>
            <a:avLst/>
            <a:gdLst/>
            <a:ahLst/>
            <a:cxnLst/>
            <a:rect l="l" t="t" r="r" b="b"/>
            <a:pathLst>
              <a:path w="83819" h="83819">
                <a:moveTo>
                  <a:pt x="83820" y="0"/>
                </a:moveTo>
                <a:lnTo>
                  <a:pt x="0" y="0"/>
                </a:lnTo>
                <a:lnTo>
                  <a:pt x="0" y="83820"/>
                </a:lnTo>
                <a:lnTo>
                  <a:pt x="83820" y="83820"/>
                </a:lnTo>
                <a:lnTo>
                  <a:pt x="83820" y="75946"/>
                </a:lnTo>
                <a:lnTo>
                  <a:pt x="83820" y="12700"/>
                </a:lnTo>
                <a:lnTo>
                  <a:pt x="83820" y="0"/>
                </a:lnTo>
                <a:close/>
              </a:path>
            </a:pathLst>
          </a:custGeom>
          <a:solidFill>
            <a:srgbClr val="FFFFFF">
              <a:alpha val="1960"/>
            </a:srgbClr>
          </a:solidFill>
        </p:spPr>
        <p:txBody>
          <a:bodyPr wrap="square" lIns="0" tIns="0" rIns="0" bIns="0" rtlCol="0"/>
          <a:lstStyle/>
          <a:p>
            <a:endParaRPr/>
          </a:p>
        </p:txBody>
      </p:sp>
      <p:sp>
        <p:nvSpPr>
          <p:cNvPr id="81" name="bg object 81"/>
          <p:cNvSpPr/>
          <p:nvPr/>
        </p:nvSpPr>
        <p:spPr>
          <a:xfrm>
            <a:off x="1522476" y="73659"/>
            <a:ext cx="205740" cy="205740"/>
          </a:xfrm>
          <a:custGeom>
            <a:avLst/>
            <a:gdLst/>
            <a:ahLst/>
            <a:cxnLst/>
            <a:rect l="l" t="t" r="r" b="b"/>
            <a:pathLst>
              <a:path w="205739" h="205740">
                <a:moveTo>
                  <a:pt x="205740" y="0"/>
                </a:moveTo>
                <a:lnTo>
                  <a:pt x="199390" y="0"/>
                </a:lnTo>
                <a:lnTo>
                  <a:pt x="199390" y="199136"/>
                </a:lnTo>
                <a:lnTo>
                  <a:pt x="199390" y="199390"/>
                </a:lnTo>
                <a:lnTo>
                  <a:pt x="193040" y="199390"/>
                </a:lnTo>
                <a:lnTo>
                  <a:pt x="193040" y="199136"/>
                </a:lnTo>
                <a:lnTo>
                  <a:pt x="199390" y="199136"/>
                </a:lnTo>
                <a:lnTo>
                  <a:pt x="199390" y="0"/>
                </a:lnTo>
                <a:lnTo>
                  <a:pt x="0" y="0"/>
                </a:lnTo>
                <a:lnTo>
                  <a:pt x="0" y="12700"/>
                </a:lnTo>
                <a:lnTo>
                  <a:pt x="0" y="193040"/>
                </a:lnTo>
                <a:lnTo>
                  <a:pt x="0" y="199390"/>
                </a:lnTo>
                <a:lnTo>
                  <a:pt x="0" y="205740"/>
                </a:lnTo>
                <a:lnTo>
                  <a:pt x="205740" y="205740"/>
                </a:lnTo>
                <a:lnTo>
                  <a:pt x="205740" y="199390"/>
                </a:lnTo>
                <a:lnTo>
                  <a:pt x="205740" y="193040"/>
                </a:lnTo>
                <a:lnTo>
                  <a:pt x="205740" y="12700"/>
                </a:lnTo>
                <a:lnTo>
                  <a:pt x="205740" y="0"/>
                </a:lnTo>
                <a:close/>
              </a:path>
            </a:pathLst>
          </a:custGeom>
          <a:solidFill>
            <a:srgbClr val="FFFFFF">
              <a:alpha val="1960"/>
            </a:srgbClr>
          </a:solidFill>
        </p:spPr>
        <p:txBody>
          <a:bodyPr wrap="square" lIns="0" tIns="0" rIns="0" bIns="0" rtlCol="0"/>
          <a:lstStyle/>
          <a:p>
            <a:endParaRPr/>
          </a:p>
        </p:txBody>
      </p:sp>
      <p:sp>
        <p:nvSpPr>
          <p:cNvPr id="82" name="bg object 82"/>
          <p:cNvSpPr/>
          <p:nvPr/>
        </p:nvSpPr>
        <p:spPr>
          <a:xfrm>
            <a:off x="5701284" y="2977895"/>
            <a:ext cx="47625" cy="47625"/>
          </a:xfrm>
          <a:custGeom>
            <a:avLst/>
            <a:gdLst/>
            <a:ahLst/>
            <a:cxnLst/>
            <a:rect l="l" t="t" r="r" b="b"/>
            <a:pathLst>
              <a:path w="47625" h="47625">
                <a:moveTo>
                  <a:pt x="47244" y="0"/>
                </a:moveTo>
                <a:lnTo>
                  <a:pt x="0" y="0"/>
                </a:lnTo>
                <a:lnTo>
                  <a:pt x="0" y="47244"/>
                </a:lnTo>
                <a:lnTo>
                  <a:pt x="47244" y="47244"/>
                </a:lnTo>
                <a:lnTo>
                  <a:pt x="47244" y="40894"/>
                </a:lnTo>
                <a:lnTo>
                  <a:pt x="47244" y="12573"/>
                </a:lnTo>
                <a:lnTo>
                  <a:pt x="47244" y="0"/>
                </a:lnTo>
                <a:close/>
              </a:path>
            </a:pathLst>
          </a:custGeom>
          <a:solidFill>
            <a:srgbClr val="FFFFFF">
              <a:alpha val="1960"/>
            </a:srgbClr>
          </a:solidFill>
        </p:spPr>
        <p:txBody>
          <a:bodyPr wrap="square" lIns="0" tIns="0" rIns="0" bIns="0" rtlCol="0"/>
          <a:lstStyle/>
          <a:p>
            <a:endParaRPr/>
          </a:p>
        </p:txBody>
      </p:sp>
      <p:sp>
        <p:nvSpPr>
          <p:cNvPr id="83" name="bg object 83"/>
          <p:cNvSpPr/>
          <p:nvPr/>
        </p:nvSpPr>
        <p:spPr>
          <a:xfrm>
            <a:off x="1594104" y="3796283"/>
            <a:ext cx="26034" cy="24765"/>
          </a:xfrm>
          <a:custGeom>
            <a:avLst/>
            <a:gdLst/>
            <a:ahLst/>
            <a:cxnLst/>
            <a:rect l="l" t="t" r="r" b="b"/>
            <a:pathLst>
              <a:path w="26034" h="24764">
                <a:moveTo>
                  <a:pt x="25908" y="0"/>
                </a:moveTo>
                <a:lnTo>
                  <a:pt x="19431" y="0"/>
                </a:lnTo>
                <a:lnTo>
                  <a:pt x="19431" y="12192"/>
                </a:lnTo>
                <a:lnTo>
                  <a:pt x="19431" y="18288"/>
                </a:lnTo>
                <a:lnTo>
                  <a:pt x="18288" y="18288"/>
                </a:lnTo>
                <a:lnTo>
                  <a:pt x="18288" y="12192"/>
                </a:lnTo>
                <a:lnTo>
                  <a:pt x="19431" y="12192"/>
                </a:lnTo>
                <a:lnTo>
                  <a:pt x="19431" y="0"/>
                </a:lnTo>
                <a:lnTo>
                  <a:pt x="0" y="0"/>
                </a:lnTo>
                <a:lnTo>
                  <a:pt x="0" y="24384"/>
                </a:lnTo>
                <a:lnTo>
                  <a:pt x="25908" y="24384"/>
                </a:lnTo>
                <a:lnTo>
                  <a:pt x="25908" y="18288"/>
                </a:lnTo>
                <a:lnTo>
                  <a:pt x="25908" y="12192"/>
                </a:lnTo>
                <a:lnTo>
                  <a:pt x="25908" y="0"/>
                </a:lnTo>
                <a:close/>
              </a:path>
            </a:pathLst>
          </a:custGeom>
          <a:solidFill>
            <a:srgbClr val="FFFFFF">
              <a:alpha val="1960"/>
            </a:srgbClr>
          </a:solidFill>
        </p:spPr>
        <p:txBody>
          <a:bodyPr wrap="square" lIns="0" tIns="0" rIns="0" bIns="0" rtlCol="0"/>
          <a:lstStyle/>
          <a:p>
            <a:endParaRPr/>
          </a:p>
        </p:txBody>
      </p:sp>
      <p:sp>
        <p:nvSpPr>
          <p:cNvPr id="84" name="bg object 84"/>
          <p:cNvSpPr/>
          <p:nvPr/>
        </p:nvSpPr>
        <p:spPr>
          <a:xfrm>
            <a:off x="10232136" y="2401823"/>
            <a:ext cx="190500" cy="189230"/>
          </a:xfrm>
          <a:custGeom>
            <a:avLst/>
            <a:gdLst/>
            <a:ahLst/>
            <a:cxnLst/>
            <a:rect l="l" t="t" r="r" b="b"/>
            <a:pathLst>
              <a:path w="190500" h="189230">
                <a:moveTo>
                  <a:pt x="190500" y="0"/>
                </a:moveTo>
                <a:lnTo>
                  <a:pt x="0" y="0"/>
                </a:lnTo>
                <a:lnTo>
                  <a:pt x="0" y="188976"/>
                </a:lnTo>
                <a:lnTo>
                  <a:pt x="190500" y="188976"/>
                </a:lnTo>
                <a:lnTo>
                  <a:pt x="190500" y="0"/>
                </a:lnTo>
                <a:close/>
              </a:path>
            </a:pathLst>
          </a:custGeom>
          <a:solidFill>
            <a:srgbClr val="FFFFFF">
              <a:alpha val="1960"/>
            </a:srgbClr>
          </a:solidFill>
        </p:spPr>
        <p:txBody>
          <a:bodyPr wrap="square" lIns="0" tIns="0" rIns="0" bIns="0" rtlCol="0"/>
          <a:lstStyle/>
          <a:p>
            <a:endParaRPr/>
          </a:p>
        </p:txBody>
      </p:sp>
      <p:sp>
        <p:nvSpPr>
          <p:cNvPr id="85" name="bg object 85"/>
          <p:cNvSpPr/>
          <p:nvPr/>
        </p:nvSpPr>
        <p:spPr>
          <a:xfrm>
            <a:off x="10264140" y="1911095"/>
            <a:ext cx="127000" cy="121920"/>
          </a:xfrm>
          <a:custGeom>
            <a:avLst/>
            <a:gdLst/>
            <a:ahLst/>
            <a:cxnLst/>
            <a:rect l="l" t="t" r="r" b="b"/>
            <a:pathLst>
              <a:path w="127000" h="121919">
                <a:moveTo>
                  <a:pt x="126492" y="0"/>
                </a:moveTo>
                <a:lnTo>
                  <a:pt x="0" y="0"/>
                </a:lnTo>
                <a:lnTo>
                  <a:pt x="0" y="121920"/>
                </a:lnTo>
                <a:lnTo>
                  <a:pt x="126492" y="121920"/>
                </a:lnTo>
                <a:lnTo>
                  <a:pt x="126492" y="0"/>
                </a:lnTo>
                <a:close/>
              </a:path>
            </a:pathLst>
          </a:custGeom>
          <a:solidFill>
            <a:srgbClr val="FFFFFF">
              <a:alpha val="1960"/>
            </a:srgbClr>
          </a:solidFill>
        </p:spPr>
        <p:txBody>
          <a:bodyPr wrap="square" lIns="0" tIns="0" rIns="0" bIns="0" rtlCol="0"/>
          <a:lstStyle/>
          <a:p>
            <a:endParaRPr/>
          </a:p>
        </p:txBody>
      </p:sp>
      <p:sp>
        <p:nvSpPr>
          <p:cNvPr id="86" name="bg object 86"/>
          <p:cNvSpPr/>
          <p:nvPr/>
        </p:nvSpPr>
        <p:spPr>
          <a:xfrm>
            <a:off x="10280904" y="1705368"/>
            <a:ext cx="91440" cy="93345"/>
          </a:xfrm>
          <a:custGeom>
            <a:avLst/>
            <a:gdLst/>
            <a:ahLst/>
            <a:cxnLst/>
            <a:rect l="l" t="t" r="r" b="b"/>
            <a:pathLst>
              <a:path w="91440" h="93344">
                <a:moveTo>
                  <a:pt x="91440" y="0"/>
                </a:moveTo>
                <a:lnTo>
                  <a:pt x="0" y="0"/>
                </a:lnTo>
                <a:lnTo>
                  <a:pt x="0" y="92951"/>
                </a:lnTo>
                <a:lnTo>
                  <a:pt x="91440" y="92951"/>
                </a:lnTo>
                <a:lnTo>
                  <a:pt x="91440" y="0"/>
                </a:lnTo>
                <a:close/>
              </a:path>
            </a:pathLst>
          </a:custGeom>
          <a:solidFill>
            <a:srgbClr val="FFFFFF">
              <a:alpha val="1960"/>
            </a:srgbClr>
          </a:solidFill>
        </p:spPr>
        <p:txBody>
          <a:bodyPr wrap="square" lIns="0" tIns="0" rIns="0" bIns="0" rtlCol="0"/>
          <a:lstStyle/>
          <a:p>
            <a:endParaRPr/>
          </a:p>
        </p:txBody>
      </p:sp>
      <p:sp>
        <p:nvSpPr>
          <p:cNvPr id="87" name="bg object 87"/>
          <p:cNvSpPr/>
          <p:nvPr/>
        </p:nvSpPr>
        <p:spPr>
          <a:xfrm>
            <a:off x="10299192" y="1563623"/>
            <a:ext cx="58419" cy="59690"/>
          </a:xfrm>
          <a:custGeom>
            <a:avLst/>
            <a:gdLst/>
            <a:ahLst/>
            <a:cxnLst/>
            <a:rect l="l" t="t" r="r" b="b"/>
            <a:pathLst>
              <a:path w="58420" h="59690">
                <a:moveTo>
                  <a:pt x="57912" y="0"/>
                </a:moveTo>
                <a:lnTo>
                  <a:pt x="0" y="0"/>
                </a:lnTo>
                <a:lnTo>
                  <a:pt x="0" y="59436"/>
                </a:lnTo>
                <a:lnTo>
                  <a:pt x="57912" y="59436"/>
                </a:lnTo>
                <a:lnTo>
                  <a:pt x="57912" y="0"/>
                </a:lnTo>
                <a:close/>
              </a:path>
            </a:pathLst>
          </a:custGeom>
          <a:solidFill>
            <a:srgbClr val="FFFFFF">
              <a:alpha val="1960"/>
            </a:srgbClr>
          </a:solidFill>
        </p:spPr>
        <p:txBody>
          <a:bodyPr wrap="square" lIns="0" tIns="0" rIns="0" bIns="0" rtlCol="0"/>
          <a:lstStyle/>
          <a:p>
            <a:endParaRPr/>
          </a:p>
        </p:txBody>
      </p:sp>
      <p:sp>
        <p:nvSpPr>
          <p:cNvPr id="88" name="bg object 88"/>
          <p:cNvSpPr/>
          <p:nvPr/>
        </p:nvSpPr>
        <p:spPr>
          <a:xfrm>
            <a:off x="8702040" y="1831848"/>
            <a:ext cx="195580" cy="189230"/>
          </a:xfrm>
          <a:custGeom>
            <a:avLst/>
            <a:gdLst/>
            <a:ahLst/>
            <a:cxnLst/>
            <a:rect l="l" t="t" r="r" b="b"/>
            <a:pathLst>
              <a:path w="195579" h="189230">
                <a:moveTo>
                  <a:pt x="195072" y="0"/>
                </a:moveTo>
                <a:lnTo>
                  <a:pt x="0" y="0"/>
                </a:lnTo>
                <a:lnTo>
                  <a:pt x="0" y="188975"/>
                </a:lnTo>
                <a:lnTo>
                  <a:pt x="195072" y="188975"/>
                </a:lnTo>
                <a:lnTo>
                  <a:pt x="195072" y="0"/>
                </a:lnTo>
                <a:close/>
              </a:path>
            </a:pathLst>
          </a:custGeom>
          <a:solidFill>
            <a:srgbClr val="FFFFFF">
              <a:alpha val="1960"/>
            </a:srgbClr>
          </a:solidFill>
        </p:spPr>
        <p:txBody>
          <a:bodyPr wrap="square" lIns="0" tIns="0" rIns="0" bIns="0" rtlCol="0"/>
          <a:lstStyle/>
          <a:p>
            <a:endParaRPr/>
          </a:p>
        </p:txBody>
      </p:sp>
      <p:sp>
        <p:nvSpPr>
          <p:cNvPr id="89" name="bg object 89"/>
          <p:cNvSpPr/>
          <p:nvPr/>
        </p:nvSpPr>
        <p:spPr>
          <a:xfrm>
            <a:off x="8721852" y="1583435"/>
            <a:ext cx="155575" cy="155575"/>
          </a:xfrm>
          <a:custGeom>
            <a:avLst/>
            <a:gdLst/>
            <a:ahLst/>
            <a:cxnLst/>
            <a:rect l="l" t="t" r="r" b="b"/>
            <a:pathLst>
              <a:path w="155575" h="155575">
                <a:moveTo>
                  <a:pt x="155448" y="0"/>
                </a:moveTo>
                <a:lnTo>
                  <a:pt x="0" y="0"/>
                </a:lnTo>
                <a:lnTo>
                  <a:pt x="0" y="155448"/>
                </a:lnTo>
                <a:lnTo>
                  <a:pt x="155448" y="155448"/>
                </a:lnTo>
                <a:lnTo>
                  <a:pt x="155448" y="0"/>
                </a:lnTo>
                <a:close/>
              </a:path>
            </a:pathLst>
          </a:custGeom>
          <a:solidFill>
            <a:srgbClr val="FFFFFF">
              <a:alpha val="1960"/>
            </a:srgbClr>
          </a:solidFill>
        </p:spPr>
        <p:txBody>
          <a:bodyPr wrap="square" lIns="0" tIns="0" rIns="0" bIns="0" rtlCol="0"/>
          <a:lstStyle/>
          <a:p>
            <a:endParaRPr/>
          </a:p>
        </p:txBody>
      </p:sp>
      <p:sp>
        <p:nvSpPr>
          <p:cNvPr id="90" name="bg object 90"/>
          <p:cNvSpPr/>
          <p:nvPr/>
        </p:nvSpPr>
        <p:spPr>
          <a:xfrm>
            <a:off x="8738616" y="1341119"/>
            <a:ext cx="123825" cy="127000"/>
          </a:xfrm>
          <a:custGeom>
            <a:avLst/>
            <a:gdLst/>
            <a:ahLst/>
            <a:cxnLst/>
            <a:rect l="l" t="t" r="r" b="b"/>
            <a:pathLst>
              <a:path w="123825" h="127000">
                <a:moveTo>
                  <a:pt x="123444" y="0"/>
                </a:moveTo>
                <a:lnTo>
                  <a:pt x="0" y="0"/>
                </a:lnTo>
                <a:lnTo>
                  <a:pt x="0" y="126492"/>
                </a:lnTo>
                <a:lnTo>
                  <a:pt x="123444" y="126492"/>
                </a:lnTo>
                <a:lnTo>
                  <a:pt x="123444" y="0"/>
                </a:lnTo>
                <a:close/>
              </a:path>
            </a:pathLst>
          </a:custGeom>
          <a:solidFill>
            <a:srgbClr val="FFFFFF">
              <a:alpha val="1960"/>
            </a:srgbClr>
          </a:solidFill>
        </p:spPr>
        <p:txBody>
          <a:bodyPr wrap="square" lIns="0" tIns="0" rIns="0" bIns="0" rtlCol="0"/>
          <a:lstStyle/>
          <a:p>
            <a:endParaRPr/>
          </a:p>
        </p:txBody>
      </p:sp>
      <p:sp>
        <p:nvSpPr>
          <p:cNvPr id="91" name="bg object 91"/>
          <p:cNvSpPr/>
          <p:nvPr/>
        </p:nvSpPr>
        <p:spPr>
          <a:xfrm>
            <a:off x="8755380" y="1138440"/>
            <a:ext cx="88900" cy="90170"/>
          </a:xfrm>
          <a:custGeom>
            <a:avLst/>
            <a:gdLst/>
            <a:ahLst/>
            <a:cxnLst/>
            <a:rect l="l" t="t" r="r" b="b"/>
            <a:pathLst>
              <a:path w="88900" h="90169">
                <a:moveTo>
                  <a:pt x="88392" y="0"/>
                </a:moveTo>
                <a:lnTo>
                  <a:pt x="0" y="0"/>
                </a:lnTo>
                <a:lnTo>
                  <a:pt x="0" y="89903"/>
                </a:lnTo>
                <a:lnTo>
                  <a:pt x="88392" y="89903"/>
                </a:lnTo>
                <a:lnTo>
                  <a:pt x="88392" y="0"/>
                </a:lnTo>
                <a:close/>
              </a:path>
            </a:pathLst>
          </a:custGeom>
          <a:solidFill>
            <a:srgbClr val="FFFFFF">
              <a:alpha val="1960"/>
            </a:srgbClr>
          </a:solidFill>
        </p:spPr>
        <p:txBody>
          <a:bodyPr wrap="square" lIns="0" tIns="0" rIns="0" bIns="0" rtlCol="0"/>
          <a:lstStyle/>
          <a:p>
            <a:endParaRPr/>
          </a:p>
        </p:txBody>
      </p:sp>
      <p:sp>
        <p:nvSpPr>
          <p:cNvPr id="92" name="bg object 92"/>
          <p:cNvSpPr/>
          <p:nvPr/>
        </p:nvSpPr>
        <p:spPr>
          <a:xfrm>
            <a:off x="8770620" y="996695"/>
            <a:ext cx="58419" cy="59690"/>
          </a:xfrm>
          <a:custGeom>
            <a:avLst/>
            <a:gdLst/>
            <a:ahLst/>
            <a:cxnLst/>
            <a:rect l="l" t="t" r="r" b="b"/>
            <a:pathLst>
              <a:path w="58420" h="59690">
                <a:moveTo>
                  <a:pt x="57912" y="0"/>
                </a:moveTo>
                <a:lnTo>
                  <a:pt x="0" y="0"/>
                </a:lnTo>
                <a:lnTo>
                  <a:pt x="0" y="59436"/>
                </a:lnTo>
                <a:lnTo>
                  <a:pt x="57912" y="59436"/>
                </a:lnTo>
                <a:lnTo>
                  <a:pt x="57912" y="0"/>
                </a:lnTo>
                <a:close/>
              </a:path>
            </a:pathLst>
          </a:custGeom>
          <a:solidFill>
            <a:srgbClr val="FFFFFF">
              <a:alpha val="1960"/>
            </a:srgbClr>
          </a:solidFill>
        </p:spPr>
        <p:txBody>
          <a:bodyPr wrap="square" lIns="0" tIns="0" rIns="0" bIns="0" rtlCol="0"/>
          <a:lstStyle/>
          <a:p>
            <a:endParaRPr/>
          </a:p>
        </p:txBody>
      </p:sp>
      <p:sp>
        <p:nvSpPr>
          <p:cNvPr id="93" name="bg object 93"/>
          <p:cNvSpPr/>
          <p:nvPr/>
        </p:nvSpPr>
        <p:spPr>
          <a:xfrm>
            <a:off x="6559295" y="2173223"/>
            <a:ext cx="190500" cy="189230"/>
          </a:xfrm>
          <a:custGeom>
            <a:avLst/>
            <a:gdLst/>
            <a:ahLst/>
            <a:cxnLst/>
            <a:rect l="l" t="t" r="r" b="b"/>
            <a:pathLst>
              <a:path w="190500" h="189230">
                <a:moveTo>
                  <a:pt x="190500" y="0"/>
                </a:moveTo>
                <a:lnTo>
                  <a:pt x="0" y="0"/>
                </a:lnTo>
                <a:lnTo>
                  <a:pt x="0" y="188975"/>
                </a:lnTo>
                <a:lnTo>
                  <a:pt x="190500" y="188975"/>
                </a:lnTo>
                <a:lnTo>
                  <a:pt x="190500" y="0"/>
                </a:lnTo>
                <a:close/>
              </a:path>
            </a:pathLst>
          </a:custGeom>
          <a:solidFill>
            <a:srgbClr val="FFFFFF">
              <a:alpha val="1960"/>
            </a:srgbClr>
          </a:solidFill>
        </p:spPr>
        <p:txBody>
          <a:bodyPr wrap="square" lIns="0" tIns="0" rIns="0" bIns="0" rtlCol="0"/>
          <a:lstStyle/>
          <a:p>
            <a:endParaRPr/>
          </a:p>
        </p:txBody>
      </p:sp>
      <p:sp>
        <p:nvSpPr>
          <p:cNvPr id="94" name="bg object 94"/>
          <p:cNvSpPr/>
          <p:nvPr/>
        </p:nvSpPr>
        <p:spPr>
          <a:xfrm>
            <a:off x="6576047" y="1920239"/>
            <a:ext cx="158750" cy="160020"/>
          </a:xfrm>
          <a:custGeom>
            <a:avLst/>
            <a:gdLst/>
            <a:ahLst/>
            <a:cxnLst/>
            <a:rect l="l" t="t" r="r" b="b"/>
            <a:pathLst>
              <a:path w="158750" h="160019">
                <a:moveTo>
                  <a:pt x="158508" y="0"/>
                </a:moveTo>
                <a:lnTo>
                  <a:pt x="0" y="0"/>
                </a:lnTo>
                <a:lnTo>
                  <a:pt x="0" y="160020"/>
                </a:lnTo>
                <a:lnTo>
                  <a:pt x="158508" y="160020"/>
                </a:lnTo>
                <a:lnTo>
                  <a:pt x="158508" y="0"/>
                </a:lnTo>
                <a:close/>
              </a:path>
            </a:pathLst>
          </a:custGeom>
          <a:solidFill>
            <a:srgbClr val="FFFFFF">
              <a:alpha val="1960"/>
            </a:srgbClr>
          </a:solidFill>
        </p:spPr>
        <p:txBody>
          <a:bodyPr wrap="square" lIns="0" tIns="0" rIns="0" bIns="0" rtlCol="0"/>
          <a:lstStyle/>
          <a:p>
            <a:endParaRPr/>
          </a:p>
        </p:txBody>
      </p:sp>
      <p:sp>
        <p:nvSpPr>
          <p:cNvPr id="95" name="bg object 95"/>
          <p:cNvSpPr/>
          <p:nvPr/>
        </p:nvSpPr>
        <p:spPr>
          <a:xfrm>
            <a:off x="6591300" y="1679447"/>
            <a:ext cx="125095" cy="125095"/>
          </a:xfrm>
          <a:custGeom>
            <a:avLst/>
            <a:gdLst/>
            <a:ahLst/>
            <a:cxnLst/>
            <a:rect l="l" t="t" r="r" b="b"/>
            <a:pathLst>
              <a:path w="125095" h="125094">
                <a:moveTo>
                  <a:pt x="124968" y="0"/>
                </a:moveTo>
                <a:lnTo>
                  <a:pt x="0" y="0"/>
                </a:lnTo>
                <a:lnTo>
                  <a:pt x="0" y="124968"/>
                </a:lnTo>
                <a:lnTo>
                  <a:pt x="124968" y="124968"/>
                </a:lnTo>
                <a:lnTo>
                  <a:pt x="124968" y="0"/>
                </a:lnTo>
                <a:close/>
              </a:path>
            </a:pathLst>
          </a:custGeom>
          <a:solidFill>
            <a:srgbClr val="FFFFFF">
              <a:alpha val="1960"/>
            </a:srgbClr>
          </a:solidFill>
        </p:spPr>
        <p:txBody>
          <a:bodyPr wrap="square" lIns="0" tIns="0" rIns="0" bIns="0" rtlCol="0"/>
          <a:lstStyle/>
          <a:p>
            <a:endParaRPr/>
          </a:p>
        </p:txBody>
      </p:sp>
      <p:sp>
        <p:nvSpPr>
          <p:cNvPr id="96" name="bg object 96"/>
          <p:cNvSpPr/>
          <p:nvPr/>
        </p:nvSpPr>
        <p:spPr>
          <a:xfrm>
            <a:off x="6606540" y="1476768"/>
            <a:ext cx="94615" cy="93345"/>
          </a:xfrm>
          <a:custGeom>
            <a:avLst/>
            <a:gdLst/>
            <a:ahLst/>
            <a:cxnLst/>
            <a:rect l="l" t="t" r="r" b="b"/>
            <a:pathLst>
              <a:path w="94615" h="93344">
                <a:moveTo>
                  <a:pt x="94488" y="0"/>
                </a:moveTo>
                <a:lnTo>
                  <a:pt x="0" y="0"/>
                </a:lnTo>
                <a:lnTo>
                  <a:pt x="0" y="92951"/>
                </a:lnTo>
                <a:lnTo>
                  <a:pt x="94488" y="92951"/>
                </a:lnTo>
                <a:lnTo>
                  <a:pt x="94488" y="0"/>
                </a:lnTo>
                <a:close/>
              </a:path>
            </a:pathLst>
          </a:custGeom>
          <a:solidFill>
            <a:srgbClr val="FFFFFF">
              <a:alpha val="1960"/>
            </a:srgbClr>
          </a:solidFill>
        </p:spPr>
        <p:txBody>
          <a:bodyPr wrap="square" lIns="0" tIns="0" rIns="0" bIns="0" rtlCol="0"/>
          <a:lstStyle/>
          <a:p>
            <a:endParaRPr/>
          </a:p>
        </p:txBody>
      </p:sp>
      <p:sp>
        <p:nvSpPr>
          <p:cNvPr id="97" name="bg object 97"/>
          <p:cNvSpPr/>
          <p:nvPr/>
        </p:nvSpPr>
        <p:spPr>
          <a:xfrm>
            <a:off x="6624828" y="1335023"/>
            <a:ext cx="56515" cy="59690"/>
          </a:xfrm>
          <a:custGeom>
            <a:avLst/>
            <a:gdLst/>
            <a:ahLst/>
            <a:cxnLst/>
            <a:rect l="l" t="t" r="r" b="b"/>
            <a:pathLst>
              <a:path w="56515" h="59690">
                <a:moveTo>
                  <a:pt x="56388" y="0"/>
                </a:moveTo>
                <a:lnTo>
                  <a:pt x="0" y="0"/>
                </a:lnTo>
                <a:lnTo>
                  <a:pt x="0" y="59436"/>
                </a:lnTo>
                <a:lnTo>
                  <a:pt x="56388" y="59436"/>
                </a:lnTo>
                <a:lnTo>
                  <a:pt x="56388" y="0"/>
                </a:lnTo>
                <a:close/>
              </a:path>
            </a:pathLst>
          </a:custGeom>
          <a:solidFill>
            <a:srgbClr val="FFFFFF">
              <a:alpha val="1960"/>
            </a:srgbClr>
          </a:solidFill>
        </p:spPr>
        <p:txBody>
          <a:bodyPr wrap="square" lIns="0" tIns="0" rIns="0" bIns="0" rtlCol="0"/>
          <a:lstStyle/>
          <a:p>
            <a:endParaRPr/>
          </a:p>
        </p:txBody>
      </p:sp>
      <p:sp>
        <p:nvSpPr>
          <p:cNvPr id="98" name="bg object 98"/>
          <p:cNvSpPr/>
          <p:nvPr/>
        </p:nvSpPr>
        <p:spPr>
          <a:xfrm>
            <a:off x="4721352" y="556259"/>
            <a:ext cx="190500" cy="190500"/>
          </a:xfrm>
          <a:custGeom>
            <a:avLst/>
            <a:gdLst/>
            <a:ahLst/>
            <a:cxnLst/>
            <a:rect l="l" t="t" r="r" b="b"/>
            <a:pathLst>
              <a:path w="190500" h="190500">
                <a:moveTo>
                  <a:pt x="190500" y="0"/>
                </a:moveTo>
                <a:lnTo>
                  <a:pt x="0" y="0"/>
                </a:lnTo>
                <a:lnTo>
                  <a:pt x="0" y="190500"/>
                </a:lnTo>
                <a:lnTo>
                  <a:pt x="190500" y="190500"/>
                </a:lnTo>
                <a:lnTo>
                  <a:pt x="190500" y="0"/>
                </a:lnTo>
                <a:close/>
              </a:path>
            </a:pathLst>
          </a:custGeom>
          <a:solidFill>
            <a:srgbClr val="FFFFFF">
              <a:alpha val="1960"/>
            </a:srgbClr>
          </a:solidFill>
        </p:spPr>
        <p:txBody>
          <a:bodyPr wrap="square" lIns="0" tIns="0" rIns="0" bIns="0" rtlCol="0"/>
          <a:lstStyle/>
          <a:p>
            <a:endParaRPr/>
          </a:p>
        </p:txBody>
      </p:sp>
      <p:sp>
        <p:nvSpPr>
          <p:cNvPr id="99" name="bg object 99"/>
          <p:cNvSpPr/>
          <p:nvPr/>
        </p:nvSpPr>
        <p:spPr>
          <a:xfrm>
            <a:off x="4754880" y="135635"/>
            <a:ext cx="121920" cy="53340"/>
          </a:xfrm>
          <a:custGeom>
            <a:avLst/>
            <a:gdLst/>
            <a:ahLst/>
            <a:cxnLst/>
            <a:rect l="l" t="t" r="r" b="b"/>
            <a:pathLst>
              <a:path w="121920" h="53339">
                <a:moveTo>
                  <a:pt x="121920" y="0"/>
                </a:moveTo>
                <a:lnTo>
                  <a:pt x="0" y="0"/>
                </a:lnTo>
                <a:lnTo>
                  <a:pt x="0" y="53340"/>
                </a:lnTo>
                <a:lnTo>
                  <a:pt x="121920" y="53340"/>
                </a:lnTo>
                <a:lnTo>
                  <a:pt x="121920" y="0"/>
                </a:lnTo>
                <a:close/>
              </a:path>
            </a:pathLst>
          </a:custGeom>
          <a:solidFill>
            <a:srgbClr val="FFFFFF">
              <a:alpha val="1960"/>
            </a:srgbClr>
          </a:solidFill>
        </p:spPr>
        <p:txBody>
          <a:bodyPr wrap="square" lIns="0" tIns="0" rIns="0" bIns="0" rtlCol="0"/>
          <a:lstStyle/>
          <a:p>
            <a:endParaRPr/>
          </a:p>
        </p:txBody>
      </p:sp>
      <p:sp>
        <p:nvSpPr>
          <p:cNvPr id="100" name="bg object 100"/>
          <p:cNvSpPr/>
          <p:nvPr/>
        </p:nvSpPr>
        <p:spPr>
          <a:xfrm>
            <a:off x="4072128" y="2796539"/>
            <a:ext cx="190500" cy="190500"/>
          </a:xfrm>
          <a:custGeom>
            <a:avLst/>
            <a:gdLst/>
            <a:ahLst/>
            <a:cxnLst/>
            <a:rect l="l" t="t" r="r" b="b"/>
            <a:pathLst>
              <a:path w="190500" h="190500">
                <a:moveTo>
                  <a:pt x="190500" y="0"/>
                </a:moveTo>
                <a:lnTo>
                  <a:pt x="0" y="0"/>
                </a:lnTo>
                <a:lnTo>
                  <a:pt x="0" y="190500"/>
                </a:lnTo>
                <a:lnTo>
                  <a:pt x="190500" y="190500"/>
                </a:lnTo>
                <a:lnTo>
                  <a:pt x="190500" y="0"/>
                </a:lnTo>
                <a:close/>
              </a:path>
            </a:pathLst>
          </a:custGeom>
          <a:solidFill>
            <a:srgbClr val="FFFFFF">
              <a:alpha val="1960"/>
            </a:srgbClr>
          </a:solidFill>
        </p:spPr>
        <p:txBody>
          <a:bodyPr wrap="square" lIns="0" tIns="0" rIns="0" bIns="0" rtlCol="0"/>
          <a:lstStyle/>
          <a:p>
            <a:endParaRPr/>
          </a:p>
        </p:txBody>
      </p:sp>
      <p:sp>
        <p:nvSpPr>
          <p:cNvPr id="101" name="bg object 101"/>
          <p:cNvSpPr/>
          <p:nvPr/>
        </p:nvSpPr>
        <p:spPr>
          <a:xfrm>
            <a:off x="4087368" y="2546603"/>
            <a:ext cx="157480" cy="157480"/>
          </a:xfrm>
          <a:custGeom>
            <a:avLst/>
            <a:gdLst/>
            <a:ahLst/>
            <a:cxnLst/>
            <a:rect l="l" t="t" r="r" b="b"/>
            <a:pathLst>
              <a:path w="157479" h="157480">
                <a:moveTo>
                  <a:pt x="156972" y="0"/>
                </a:moveTo>
                <a:lnTo>
                  <a:pt x="0" y="0"/>
                </a:lnTo>
                <a:lnTo>
                  <a:pt x="0" y="156972"/>
                </a:lnTo>
                <a:lnTo>
                  <a:pt x="156972" y="156972"/>
                </a:lnTo>
                <a:lnTo>
                  <a:pt x="156972" y="0"/>
                </a:lnTo>
                <a:close/>
              </a:path>
            </a:pathLst>
          </a:custGeom>
          <a:solidFill>
            <a:srgbClr val="FFFFFF">
              <a:alpha val="1960"/>
            </a:srgbClr>
          </a:solidFill>
        </p:spPr>
        <p:txBody>
          <a:bodyPr wrap="square" lIns="0" tIns="0" rIns="0" bIns="0" rtlCol="0"/>
          <a:lstStyle/>
          <a:p>
            <a:endParaRPr/>
          </a:p>
        </p:txBody>
      </p:sp>
      <p:sp>
        <p:nvSpPr>
          <p:cNvPr id="102" name="bg object 102"/>
          <p:cNvSpPr/>
          <p:nvPr/>
        </p:nvSpPr>
        <p:spPr>
          <a:xfrm>
            <a:off x="4104132" y="2308859"/>
            <a:ext cx="125095" cy="121920"/>
          </a:xfrm>
          <a:custGeom>
            <a:avLst/>
            <a:gdLst/>
            <a:ahLst/>
            <a:cxnLst/>
            <a:rect l="l" t="t" r="r" b="b"/>
            <a:pathLst>
              <a:path w="125095" h="121919">
                <a:moveTo>
                  <a:pt x="124968" y="0"/>
                </a:moveTo>
                <a:lnTo>
                  <a:pt x="0" y="0"/>
                </a:lnTo>
                <a:lnTo>
                  <a:pt x="0" y="121920"/>
                </a:lnTo>
                <a:lnTo>
                  <a:pt x="124968" y="121920"/>
                </a:lnTo>
                <a:lnTo>
                  <a:pt x="124968" y="0"/>
                </a:lnTo>
                <a:close/>
              </a:path>
            </a:pathLst>
          </a:custGeom>
          <a:solidFill>
            <a:srgbClr val="FFFFFF">
              <a:alpha val="1960"/>
            </a:srgbClr>
          </a:solidFill>
        </p:spPr>
        <p:txBody>
          <a:bodyPr wrap="square" lIns="0" tIns="0" rIns="0" bIns="0" rtlCol="0"/>
          <a:lstStyle/>
          <a:p>
            <a:endParaRPr/>
          </a:p>
        </p:txBody>
      </p:sp>
      <p:sp>
        <p:nvSpPr>
          <p:cNvPr id="103" name="bg object 103"/>
          <p:cNvSpPr/>
          <p:nvPr/>
        </p:nvSpPr>
        <p:spPr>
          <a:xfrm>
            <a:off x="4119372" y="2101595"/>
            <a:ext cx="91440" cy="94615"/>
          </a:xfrm>
          <a:custGeom>
            <a:avLst/>
            <a:gdLst/>
            <a:ahLst/>
            <a:cxnLst/>
            <a:rect l="l" t="t" r="r" b="b"/>
            <a:pathLst>
              <a:path w="91439" h="94614">
                <a:moveTo>
                  <a:pt x="91440" y="0"/>
                </a:moveTo>
                <a:lnTo>
                  <a:pt x="0" y="0"/>
                </a:lnTo>
                <a:lnTo>
                  <a:pt x="0" y="94488"/>
                </a:lnTo>
                <a:lnTo>
                  <a:pt x="91440" y="94488"/>
                </a:lnTo>
                <a:lnTo>
                  <a:pt x="91440" y="0"/>
                </a:lnTo>
                <a:close/>
              </a:path>
            </a:pathLst>
          </a:custGeom>
          <a:solidFill>
            <a:srgbClr val="FFFFFF">
              <a:alpha val="1960"/>
            </a:srgbClr>
          </a:solidFill>
        </p:spPr>
        <p:txBody>
          <a:bodyPr wrap="square" lIns="0" tIns="0" rIns="0" bIns="0" rtlCol="0"/>
          <a:lstStyle/>
          <a:p>
            <a:endParaRPr/>
          </a:p>
        </p:txBody>
      </p:sp>
      <p:sp>
        <p:nvSpPr>
          <p:cNvPr id="104" name="bg object 104"/>
          <p:cNvSpPr/>
          <p:nvPr/>
        </p:nvSpPr>
        <p:spPr>
          <a:xfrm>
            <a:off x="4136136" y="1959863"/>
            <a:ext cx="58419" cy="58419"/>
          </a:xfrm>
          <a:custGeom>
            <a:avLst/>
            <a:gdLst/>
            <a:ahLst/>
            <a:cxnLst/>
            <a:rect l="l" t="t" r="r" b="b"/>
            <a:pathLst>
              <a:path w="58420" h="58419">
                <a:moveTo>
                  <a:pt x="57912" y="0"/>
                </a:moveTo>
                <a:lnTo>
                  <a:pt x="0" y="0"/>
                </a:lnTo>
                <a:lnTo>
                  <a:pt x="0" y="57912"/>
                </a:lnTo>
                <a:lnTo>
                  <a:pt x="57912" y="57912"/>
                </a:lnTo>
                <a:lnTo>
                  <a:pt x="57912" y="0"/>
                </a:lnTo>
                <a:close/>
              </a:path>
            </a:pathLst>
          </a:custGeom>
          <a:solidFill>
            <a:srgbClr val="FFFFFF">
              <a:alpha val="1960"/>
            </a:srgbClr>
          </a:solidFill>
        </p:spPr>
        <p:txBody>
          <a:bodyPr wrap="square" lIns="0" tIns="0" rIns="0" bIns="0" rtlCol="0"/>
          <a:lstStyle/>
          <a:p>
            <a:endParaRPr/>
          </a:p>
        </p:txBody>
      </p:sp>
      <p:sp>
        <p:nvSpPr>
          <p:cNvPr id="105" name="bg object 105"/>
          <p:cNvSpPr/>
          <p:nvPr/>
        </p:nvSpPr>
        <p:spPr>
          <a:xfrm>
            <a:off x="1464563" y="3276600"/>
            <a:ext cx="189230" cy="190500"/>
          </a:xfrm>
          <a:custGeom>
            <a:avLst/>
            <a:gdLst/>
            <a:ahLst/>
            <a:cxnLst/>
            <a:rect l="l" t="t" r="r" b="b"/>
            <a:pathLst>
              <a:path w="189230" h="190500">
                <a:moveTo>
                  <a:pt x="188975" y="0"/>
                </a:moveTo>
                <a:lnTo>
                  <a:pt x="0" y="0"/>
                </a:lnTo>
                <a:lnTo>
                  <a:pt x="0" y="190500"/>
                </a:lnTo>
                <a:lnTo>
                  <a:pt x="188975" y="190500"/>
                </a:lnTo>
                <a:lnTo>
                  <a:pt x="188975" y="0"/>
                </a:lnTo>
                <a:close/>
              </a:path>
            </a:pathLst>
          </a:custGeom>
          <a:solidFill>
            <a:srgbClr val="FFFFFF">
              <a:alpha val="1960"/>
            </a:srgbClr>
          </a:solidFill>
        </p:spPr>
        <p:txBody>
          <a:bodyPr wrap="square" lIns="0" tIns="0" rIns="0" bIns="0" rtlCol="0"/>
          <a:lstStyle/>
          <a:p>
            <a:endParaRPr/>
          </a:p>
        </p:txBody>
      </p:sp>
      <p:sp>
        <p:nvSpPr>
          <p:cNvPr id="106" name="bg object 106"/>
          <p:cNvSpPr/>
          <p:nvPr/>
        </p:nvSpPr>
        <p:spPr>
          <a:xfrm>
            <a:off x="1481328" y="3025139"/>
            <a:ext cx="157480" cy="158750"/>
          </a:xfrm>
          <a:custGeom>
            <a:avLst/>
            <a:gdLst/>
            <a:ahLst/>
            <a:cxnLst/>
            <a:rect l="l" t="t" r="r" b="b"/>
            <a:pathLst>
              <a:path w="157480" h="158750">
                <a:moveTo>
                  <a:pt x="156972" y="0"/>
                </a:moveTo>
                <a:lnTo>
                  <a:pt x="0" y="0"/>
                </a:lnTo>
                <a:lnTo>
                  <a:pt x="0" y="158496"/>
                </a:lnTo>
                <a:lnTo>
                  <a:pt x="156972" y="158496"/>
                </a:lnTo>
                <a:lnTo>
                  <a:pt x="156972" y="0"/>
                </a:lnTo>
                <a:close/>
              </a:path>
            </a:pathLst>
          </a:custGeom>
          <a:solidFill>
            <a:srgbClr val="FFFFFF">
              <a:alpha val="1960"/>
            </a:srgbClr>
          </a:solidFill>
        </p:spPr>
        <p:txBody>
          <a:bodyPr wrap="square" lIns="0" tIns="0" rIns="0" bIns="0" rtlCol="0"/>
          <a:lstStyle/>
          <a:p>
            <a:endParaRPr/>
          </a:p>
        </p:txBody>
      </p:sp>
      <p:sp>
        <p:nvSpPr>
          <p:cNvPr id="107" name="bg object 107"/>
          <p:cNvSpPr/>
          <p:nvPr/>
        </p:nvSpPr>
        <p:spPr>
          <a:xfrm>
            <a:off x="1499616" y="2787395"/>
            <a:ext cx="123825" cy="121920"/>
          </a:xfrm>
          <a:custGeom>
            <a:avLst/>
            <a:gdLst/>
            <a:ahLst/>
            <a:cxnLst/>
            <a:rect l="l" t="t" r="r" b="b"/>
            <a:pathLst>
              <a:path w="123825" h="121919">
                <a:moveTo>
                  <a:pt x="123444" y="0"/>
                </a:moveTo>
                <a:lnTo>
                  <a:pt x="0" y="0"/>
                </a:lnTo>
                <a:lnTo>
                  <a:pt x="0" y="121920"/>
                </a:lnTo>
                <a:lnTo>
                  <a:pt x="123444" y="121920"/>
                </a:lnTo>
                <a:lnTo>
                  <a:pt x="123444" y="0"/>
                </a:lnTo>
                <a:close/>
              </a:path>
            </a:pathLst>
          </a:custGeom>
          <a:solidFill>
            <a:srgbClr val="FFFFFF">
              <a:alpha val="1960"/>
            </a:srgbClr>
          </a:solidFill>
        </p:spPr>
        <p:txBody>
          <a:bodyPr wrap="square" lIns="0" tIns="0" rIns="0" bIns="0" rtlCol="0"/>
          <a:lstStyle/>
          <a:p>
            <a:endParaRPr/>
          </a:p>
        </p:txBody>
      </p:sp>
      <p:sp>
        <p:nvSpPr>
          <p:cNvPr id="108" name="bg object 108"/>
          <p:cNvSpPr/>
          <p:nvPr/>
        </p:nvSpPr>
        <p:spPr>
          <a:xfrm>
            <a:off x="1516380" y="2581668"/>
            <a:ext cx="90170" cy="93345"/>
          </a:xfrm>
          <a:custGeom>
            <a:avLst/>
            <a:gdLst/>
            <a:ahLst/>
            <a:cxnLst/>
            <a:rect l="l" t="t" r="r" b="b"/>
            <a:pathLst>
              <a:path w="90169" h="93344">
                <a:moveTo>
                  <a:pt x="89916" y="0"/>
                </a:moveTo>
                <a:lnTo>
                  <a:pt x="0" y="0"/>
                </a:lnTo>
                <a:lnTo>
                  <a:pt x="0" y="92951"/>
                </a:lnTo>
                <a:lnTo>
                  <a:pt x="89916" y="92951"/>
                </a:lnTo>
                <a:lnTo>
                  <a:pt x="89916" y="0"/>
                </a:lnTo>
                <a:close/>
              </a:path>
            </a:pathLst>
          </a:custGeom>
          <a:solidFill>
            <a:srgbClr val="FFFFFF">
              <a:alpha val="1960"/>
            </a:srgbClr>
          </a:solidFill>
        </p:spPr>
        <p:txBody>
          <a:bodyPr wrap="square" lIns="0" tIns="0" rIns="0" bIns="0" rtlCol="0"/>
          <a:lstStyle/>
          <a:p>
            <a:endParaRPr/>
          </a:p>
        </p:txBody>
      </p:sp>
      <p:sp>
        <p:nvSpPr>
          <p:cNvPr id="109" name="bg object 109"/>
          <p:cNvSpPr/>
          <p:nvPr/>
        </p:nvSpPr>
        <p:spPr>
          <a:xfrm>
            <a:off x="1531620" y="2439923"/>
            <a:ext cx="59690" cy="58419"/>
          </a:xfrm>
          <a:custGeom>
            <a:avLst/>
            <a:gdLst/>
            <a:ahLst/>
            <a:cxnLst/>
            <a:rect l="l" t="t" r="r" b="b"/>
            <a:pathLst>
              <a:path w="59690" h="58419">
                <a:moveTo>
                  <a:pt x="59436" y="0"/>
                </a:moveTo>
                <a:lnTo>
                  <a:pt x="0" y="0"/>
                </a:lnTo>
                <a:lnTo>
                  <a:pt x="0" y="57912"/>
                </a:lnTo>
                <a:lnTo>
                  <a:pt x="59436" y="57912"/>
                </a:lnTo>
                <a:lnTo>
                  <a:pt x="59436" y="0"/>
                </a:lnTo>
                <a:close/>
              </a:path>
            </a:pathLst>
          </a:custGeom>
          <a:solidFill>
            <a:srgbClr val="FFFFFF">
              <a:alpha val="1960"/>
            </a:srgbClr>
          </a:solidFill>
        </p:spPr>
        <p:txBody>
          <a:bodyPr wrap="square" lIns="0" tIns="0" rIns="0" bIns="0" rtlCol="0"/>
          <a:lstStyle/>
          <a:p>
            <a:endParaRPr/>
          </a:p>
        </p:txBody>
      </p:sp>
      <p:sp>
        <p:nvSpPr>
          <p:cNvPr id="110" name="bg object 110"/>
          <p:cNvSpPr/>
          <p:nvPr/>
        </p:nvSpPr>
        <p:spPr>
          <a:xfrm>
            <a:off x="2417064" y="1937003"/>
            <a:ext cx="190500" cy="190500"/>
          </a:xfrm>
          <a:custGeom>
            <a:avLst/>
            <a:gdLst/>
            <a:ahLst/>
            <a:cxnLst/>
            <a:rect l="l" t="t" r="r" b="b"/>
            <a:pathLst>
              <a:path w="190500" h="190500">
                <a:moveTo>
                  <a:pt x="190500" y="0"/>
                </a:moveTo>
                <a:lnTo>
                  <a:pt x="0" y="0"/>
                </a:lnTo>
                <a:lnTo>
                  <a:pt x="0" y="190500"/>
                </a:lnTo>
                <a:lnTo>
                  <a:pt x="190500" y="190500"/>
                </a:lnTo>
                <a:lnTo>
                  <a:pt x="190500" y="0"/>
                </a:lnTo>
                <a:close/>
              </a:path>
            </a:pathLst>
          </a:custGeom>
          <a:solidFill>
            <a:srgbClr val="FFFFFF">
              <a:alpha val="1960"/>
            </a:srgbClr>
          </a:solidFill>
        </p:spPr>
        <p:txBody>
          <a:bodyPr wrap="square" lIns="0" tIns="0" rIns="0" bIns="0" rtlCol="0"/>
          <a:lstStyle/>
          <a:p>
            <a:endParaRPr/>
          </a:p>
        </p:txBody>
      </p:sp>
      <p:sp>
        <p:nvSpPr>
          <p:cNvPr id="111" name="bg object 111"/>
          <p:cNvSpPr/>
          <p:nvPr/>
        </p:nvSpPr>
        <p:spPr>
          <a:xfrm>
            <a:off x="2433827" y="1685544"/>
            <a:ext cx="157480" cy="71755"/>
          </a:xfrm>
          <a:custGeom>
            <a:avLst/>
            <a:gdLst/>
            <a:ahLst/>
            <a:cxnLst/>
            <a:rect l="l" t="t" r="r" b="b"/>
            <a:pathLst>
              <a:path w="157480" h="71755">
                <a:moveTo>
                  <a:pt x="156972" y="0"/>
                </a:moveTo>
                <a:lnTo>
                  <a:pt x="0" y="0"/>
                </a:lnTo>
                <a:lnTo>
                  <a:pt x="0" y="68325"/>
                </a:lnTo>
                <a:lnTo>
                  <a:pt x="18724" y="64065"/>
                </a:lnTo>
                <a:lnTo>
                  <a:pt x="36830" y="61007"/>
                </a:lnTo>
                <a:lnTo>
                  <a:pt x="54935" y="59164"/>
                </a:lnTo>
                <a:lnTo>
                  <a:pt x="73660" y="58546"/>
                </a:lnTo>
                <a:lnTo>
                  <a:pt x="95232" y="59215"/>
                </a:lnTo>
                <a:lnTo>
                  <a:pt x="116506" y="61420"/>
                </a:lnTo>
                <a:lnTo>
                  <a:pt x="137185" y="65458"/>
                </a:lnTo>
                <a:lnTo>
                  <a:pt x="156972" y="71627"/>
                </a:lnTo>
                <a:lnTo>
                  <a:pt x="156972" y="0"/>
                </a:lnTo>
                <a:close/>
              </a:path>
            </a:pathLst>
          </a:custGeom>
          <a:solidFill>
            <a:srgbClr val="FFFFFF">
              <a:alpha val="1960"/>
            </a:srgbClr>
          </a:solidFill>
        </p:spPr>
        <p:txBody>
          <a:bodyPr wrap="square" lIns="0" tIns="0" rIns="0" bIns="0" rtlCol="0"/>
          <a:lstStyle/>
          <a:p>
            <a:endParaRPr/>
          </a:p>
        </p:txBody>
      </p:sp>
      <p:sp>
        <p:nvSpPr>
          <p:cNvPr id="112" name="bg object 112"/>
          <p:cNvSpPr/>
          <p:nvPr/>
        </p:nvSpPr>
        <p:spPr>
          <a:xfrm>
            <a:off x="2449068" y="1447799"/>
            <a:ext cx="127000" cy="121920"/>
          </a:xfrm>
          <a:custGeom>
            <a:avLst/>
            <a:gdLst/>
            <a:ahLst/>
            <a:cxnLst/>
            <a:rect l="l" t="t" r="r" b="b"/>
            <a:pathLst>
              <a:path w="127000" h="121919">
                <a:moveTo>
                  <a:pt x="126492" y="0"/>
                </a:moveTo>
                <a:lnTo>
                  <a:pt x="0" y="0"/>
                </a:lnTo>
                <a:lnTo>
                  <a:pt x="0" y="121920"/>
                </a:lnTo>
                <a:lnTo>
                  <a:pt x="126492" y="121920"/>
                </a:lnTo>
                <a:lnTo>
                  <a:pt x="126492" y="0"/>
                </a:lnTo>
                <a:close/>
              </a:path>
            </a:pathLst>
          </a:custGeom>
          <a:solidFill>
            <a:srgbClr val="FFFFFF">
              <a:alpha val="1960"/>
            </a:srgbClr>
          </a:solidFill>
        </p:spPr>
        <p:txBody>
          <a:bodyPr wrap="square" lIns="0" tIns="0" rIns="0" bIns="0" rtlCol="0"/>
          <a:lstStyle/>
          <a:p>
            <a:endParaRPr/>
          </a:p>
        </p:txBody>
      </p:sp>
      <p:sp>
        <p:nvSpPr>
          <p:cNvPr id="113" name="bg object 113"/>
          <p:cNvSpPr/>
          <p:nvPr/>
        </p:nvSpPr>
        <p:spPr>
          <a:xfrm>
            <a:off x="2465832" y="1242059"/>
            <a:ext cx="93345" cy="93345"/>
          </a:xfrm>
          <a:custGeom>
            <a:avLst/>
            <a:gdLst/>
            <a:ahLst/>
            <a:cxnLst/>
            <a:rect l="l" t="t" r="r" b="b"/>
            <a:pathLst>
              <a:path w="93344" h="93344">
                <a:moveTo>
                  <a:pt x="92964" y="0"/>
                </a:moveTo>
                <a:lnTo>
                  <a:pt x="0" y="0"/>
                </a:lnTo>
                <a:lnTo>
                  <a:pt x="0" y="92964"/>
                </a:lnTo>
                <a:lnTo>
                  <a:pt x="92964" y="92964"/>
                </a:lnTo>
                <a:lnTo>
                  <a:pt x="92964" y="0"/>
                </a:lnTo>
                <a:close/>
              </a:path>
            </a:pathLst>
          </a:custGeom>
          <a:solidFill>
            <a:srgbClr val="FFFFFF">
              <a:alpha val="1960"/>
            </a:srgbClr>
          </a:solidFill>
        </p:spPr>
        <p:txBody>
          <a:bodyPr wrap="square" lIns="0" tIns="0" rIns="0" bIns="0" rtlCol="0"/>
          <a:lstStyle/>
          <a:p>
            <a:endParaRPr/>
          </a:p>
        </p:txBody>
      </p:sp>
      <p:sp>
        <p:nvSpPr>
          <p:cNvPr id="114" name="bg object 114"/>
          <p:cNvSpPr/>
          <p:nvPr/>
        </p:nvSpPr>
        <p:spPr>
          <a:xfrm>
            <a:off x="2484120" y="1100327"/>
            <a:ext cx="59690" cy="58419"/>
          </a:xfrm>
          <a:custGeom>
            <a:avLst/>
            <a:gdLst/>
            <a:ahLst/>
            <a:cxnLst/>
            <a:rect l="l" t="t" r="r" b="b"/>
            <a:pathLst>
              <a:path w="59689" h="58419">
                <a:moveTo>
                  <a:pt x="59436" y="0"/>
                </a:moveTo>
                <a:lnTo>
                  <a:pt x="0" y="0"/>
                </a:lnTo>
                <a:lnTo>
                  <a:pt x="0" y="57912"/>
                </a:lnTo>
                <a:lnTo>
                  <a:pt x="59436" y="57912"/>
                </a:lnTo>
                <a:lnTo>
                  <a:pt x="59436" y="0"/>
                </a:lnTo>
                <a:close/>
              </a:path>
            </a:pathLst>
          </a:custGeom>
          <a:solidFill>
            <a:srgbClr val="FFFFFF">
              <a:alpha val="1960"/>
            </a:srgbClr>
          </a:solidFill>
        </p:spPr>
        <p:txBody>
          <a:bodyPr wrap="square" lIns="0" tIns="0" rIns="0" bIns="0" rtlCol="0"/>
          <a:lstStyle/>
          <a:p>
            <a:endParaRPr/>
          </a:p>
        </p:txBody>
      </p:sp>
      <p:sp>
        <p:nvSpPr>
          <p:cNvPr id="115" name="bg object 115"/>
          <p:cNvSpPr/>
          <p:nvPr/>
        </p:nvSpPr>
        <p:spPr>
          <a:xfrm>
            <a:off x="6141720" y="480059"/>
            <a:ext cx="108585" cy="113030"/>
          </a:xfrm>
          <a:custGeom>
            <a:avLst/>
            <a:gdLst/>
            <a:ahLst/>
            <a:cxnLst/>
            <a:rect l="l" t="t" r="r" b="b"/>
            <a:pathLst>
              <a:path w="108585" h="113029">
                <a:moveTo>
                  <a:pt x="108204" y="0"/>
                </a:moveTo>
                <a:lnTo>
                  <a:pt x="0" y="0"/>
                </a:lnTo>
                <a:lnTo>
                  <a:pt x="0" y="112776"/>
                </a:lnTo>
                <a:lnTo>
                  <a:pt x="108204" y="112776"/>
                </a:lnTo>
                <a:lnTo>
                  <a:pt x="108204" y="0"/>
                </a:lnTo>
                <a:close/>
              </a:path>
            </a:pathLst>
          </a:custGeom>
          <a:solidFill>
            <a:srgbClr val="FFFFFF">
              <a:alpha val="1960"/>
            </a:srgbClr>
          </a:solidFill>
        </p:spPr>
        <p:txBody>
          <a:bodyPr wrap="square" lIns="0" tIns="0" rIns="0" bIns="0" rtlCol="0"/>
          <a:lstStyle/>
          <a:p>
            <a:endParaRPr/>
          </a:p>
        </p:txBody>
      </p:sp>
      <p:sp>
        <p:nvSpPr>
          <p:cNvPr id="116" name="bg object 116"/>
          <p:cNvSpPr/>
          <p:nvPr/>
        </p:nvSpPr>
        <p:spPr>
          <a:xfrm>
            <a:off x="6941820" y="955547"/>
            <a:ext cx="78105" cy="78105"/>
          </a:xfrm>
          <a:custGeom>
            <a:avLst/>
            <a:gdLst/>
            <a:ahLst/>
            <a:cxnLst/>
            <a:rect l="l" t="t" r="r" b="b"/>
            <a:pathLst>
              <a:path w="78104" h="78105">
                <a:moveTo>
                  <a:pt x="77724" y="0"/>
                </a:moveTo>
                <a:lnTo>
                  <a:pt x="0" y="0"/>
                </a:lnTo>
                <a:lnTo>
                  <a:pt x="0" y="77724"/>
                </a:lnTo>
                <a:lnTo>
                  <a:pt x="77724" y="77724"/>
                </a:lnTo>
                <a:lnTo>
                  <a:pt x="77724" y="0"/>
                </a:lnTo>
                <a:close/>
              </a:path>
            </a:pathLst>
          </a:custGeom>
          <a:solidFill>
            <a:srgbClr val="FFFFFF">
              <a:alpha val="1960"/>
            </a:srgbClr>
          </a:solidFill>
        </p:spPr>
        <p:txBody>
          <a:bodyPr wrap="square" lIns="0" tIns="0" rIns="0" bIns="0" rtlCol="0"/>
          <a:lstStyle/>
          <a:p>
            <a:endParaRPr/>
          </a:p>
        </p:txBody>
      </p:sp>
      <p:sp>
        <p:nvSpPr>
          <p:cNvPr id="117" name="bg object 117"/>
          <p:cNvSpPr/>
          <p:nvPr/>
        </p:nvSpPr>
        <p:spPr>
          <a:xfrm>
            <a:off x="6935724" y="402335"/>
            <a:ext cx="59690" cy="60960"/>
          </a:xfrm>
          <a:custGeom>
            <a:avLst/>
            <a:gdLst/>
            <a:ahLst/>
            <a:cxnLst/>
            <a:rect l="l" t="t" r="r" b="b"/>
            <a:pathLst>
              <a:path w="59690" h="60959">
                <a:moveTo>
                  <a:pt x="59436" y="0"/>
                </a:moveTo>
                <a:lnTo>
                  <a:pt x="0" y="0"/>
                </a:lnTo>
                <a:lnTo>
                  <a:pt x="0" y="60960"/>
                </a:lnTo>
                <a:lnTo>
                  <a:pt x="59436" y="60960"/>
                </a:lnTo>
                <a:lnTo>
                  <a:pt x="59436" y="0"/>
                </a:lnTo>
                <a:close/>
              </a:path>
            </a:pathLst>
          </a:custGeom>
          <a:solidFill>
            <a:srgbClr val="FFFFFF">
              <a:alpha val="1960"/>
            </a:srgbClr>
          </a:solidFill>
        </p:spPr>
        <p:txBody>
          <a:bodyPr wrap="square" lIns="0" tIns="0" rIns="0" bIns="0" rtlCol="0"/>
          <a:lstStyle/>
          <a:p>
            <a:endParaRPr/>
          </a:p>
        </p:txBody>
      </p:sp>
      <p:sp>
        <p:nvSpPr>
          <p:cNvPr id="118" name="bg object 118"/>
          <p:cNvSpPr/>
          <p:nvPr/>
        </p:nvSpPr>
        <p:spPr>
          <a:xfrm>
            <a:off x="7872984" y="1109471"/>
            <a:ext cx="96520" cy="97790"/>
          </a:xfrm>
          <a:custGeom>
            <a:avLst/>
            <a:gdLst/>
            <a:ahLst/>
            <a:cxnLst/>
            <a:rect l="l" t="t" r="r" b="b"/>
            <a:pathLst>
              <a:path w="96520" h="97790">
                <a:moveTo>
                  <a:pt x="95999" y="0"/>
                </a:moveTo>
                <a:lnTo>
                  <a:pt x="0" y="0"/>
                </a:lnTo>
                <a:lnTo>
                  <a:pt x="0" y="97536"/>
                </a:lnTo>
                <a:lnTo>
                  <a:pt x="95999" y="97536"/>
                </a:lnTo>
                <a:lnTo>
                  <a:pt x="95999" y="0"/>
                </a:lnTo>
                <a:close/>
              </a:path>
            </a:pathLst>
          </a:custGeom>
          <a:solidFill>
            <a:srgbClr val="FFFFFF">
              <a:alpha val="1960"/>
            </a:srgbClr>
          </a:solidFill>
        </p:spPr>
        <p:txBody>
          <a:bodyPr wrap="square" lIns="0" tIns="0" rIns="0" bIns="0" rtlCol="0"/>
          <a:lstStyle/>
          <a:p>
            <a:endParaRPr/>
          </a:p>
        </p:txBody>
      </p:sp>
      <p:sp>
        <p:nvSpPr>
          <p:cNvPr id="119" name="bg object 119"/>
          <p:cNvSpPr/>
          <p:nvPr/>
        </p:nvSpPr>
        <p:spPr>
          <a:xfrm>
            <a:off x="9075420" y="426719"/>
            <a:ext cx="27940" cy="27940"/>
          </a:xfrm>
          <a:custGeom>
            <a:avLst/>
            <a:gdLst/>
            <a:ahLst/>
            <a:cxnLst/>
            <a:rect l="l" t="t" r="r" b="b"/>
            <a:pathLst>
              <a:path w="27940" h="27940">
                <a:moveTo>
                  <a:pt x="27432" y="0"/>
                </a:moveTo>
                <a:lnTo>
                  <a:pt x="0" y="0"/>
                </a:lnTo>
                <a:lnTo>
                  <a:pt x="0" y="27432"/>
                </a:lnTo>
                <a:lnTo>
                  <a:pt x="27432" y="27432"/>
                </a:lnTo>
                <a:lnTo>
                  <a:pt x="27432" y="0"/>
                </a:lnTo>
                <a:close/>
              </a:path>
            </a:pathLst>
          </a:custGeom>
          <a:solidFill>
            <a:srgbClr val="FFFFFF">
              <a:alpha val="1960"/>
            </a:srgbClr>
          </a:solidFill>
        </p:spPr>
        <p:txBody>
          <a:bodyPr wrap="square" lIns="0" tIns="0" rIns="0" bIns="0" rtlCol="0"/>
          <a:lstStyle/>
          <a:p>
            <a:endParaRPr/>
          </a:p>
        </p:txBody>
      </p:sp>
      <p:sp>
        <p:nvSpPr>
          <p:cNvPr id="120" name="bg object 120"/>
          <p:cNvSpPr/>
          <p:nvPr/>
        </p:nvSpPr>
        <p:spPr>
          <a:xfrm>
            <a:off x="9595104" y="1403603"/>
            <a:ext cx="109855" cy="113030"/>
          </a:xfrm>
          <a:custGeom>
            <a:avLst/>
            <a:gdLst/>
            <a:ahLst/>
            <a:cxnLst/>
            <a:rect l="l" t="t" r="r" b="b"/>
            <a:pathLst>
              <a:path w="109854" h="113030">
                <a:moveTo>
                  <a:pt x="109728" y="0"/>
                </a:moveTo>
                <a:lnTo>
                  <a:pt x="0" y="0"/>
                </a:lnTo>
                <a:lnTo>
                  <a:pt x="0" y="112776"/>
                </a:lnTo>
                <a:lnTo>
                  <a:pt x="109728" y="112776"/>
                </a:lnTo>
                <a:lnTo>
                  <a:pt x="109728" y="0"/>
                </a:lnTo>
                <a:close/>
              </a:path>
            </a:pathLst>
          </a:custGeom>
          <a:solidFill>
            <a:srgbClr val="FFFFFF">
              <a:alpha val="1960"/>
            </a:srgbClr>
          </a:solidFill>
        </p:spPr>
        <p:txBody>
          <a:bodyPr wrap="square" lIns="0" tIns="0" rIns="0" bIns="0" rtlCol="0"/>
          <a:lstStyle/>
          <a:p>
            <a:endParaRPr/>
          </a:p>
        </p:txBody>
      </p:sp>
      <p:sp>
        <p:nvSpPr>
          <p:cNvPr id="121" name="bg object 121"/>
          <p:cNvSpPr/>
          <p:nvPr/>
        </p:nvSpPr>
        <p:spPr>
          <a:xfrm>
            <a:off x="7972044" y="1876043"/>
            <a:ext cx="88900" cy="88900"/>
          </a:xfrm>
          <a:custGeom>
            <a:avLst/>
            <a:gdLst/>
            <a:ahLst/>
            <a:cxnLst/>
            <a:rect l="l" t="t" r="r" b="b"/>
            <a:pathLst>
              <a:path w="88900" h="88900">
                <a:moveTo>
                  <a:pt x="88392" y="0"/>
                </a:moveTo>
                <a:lnTo>
                  <a:pt x="0" y="0"/>
                </a:lnTo>
                <a:lnTo>
                  <a:pt x="0" y="88392"/>
                </a:lnTo>
                <a:lnTo>
                  <a:pt x="88392" y="88392"/>
                </a:lnTo>
                <a:lnTo>
                  <a:pt x="88392" y="0"/>
                </a:lnTo>
                <a:close/>
              </a:path>
            </a:pathLst>
          </a:custGeom>
          <a:solidFill>
            <a:srgbClr val="FFFFFF">
              <a:alpha val="1960"/>
            </a:srgbClr>
          </a:solidFill>
        </p:spPr>
        <p:txBody>
          <a:bodyPr wrap="square" lIns="0" tIns="0" rIns="0" bIns="0" rtlCol="0"/>
          <a:lstStyle/>
          <a:p>
            <a:endParaRPr/>
          </a:p>
        </p:txBody>
      </p:sp>
      <p:sp>
        <p:nvSpPr>
          <p:cNvPr id="122" name="bg object 122"/>
          <p:cNvSpPr/>
          <p:nvPr/>
        </p:nvSpPr>
        <p:spPr>
          <a:xfrm>
            <a:off x="9479280" y="2490215"/>
            <a:ext cx="56515" cy="62865"/>
          </a:xfrm>
          <a:custGeom>
            <a:avLst/>
            <a:gdLst/>
            <a:ahLst/>
            <a:cxnLst/>
            <a:rect l="l" t="t" r="r" b="b"/>
            <a:pathLst>
              <a:path w="56515" h="62864">
                <a:moveTo>
                  <a:pt x="56388" y="0"/>
                </a:moveTo>
                <a:lnTo>
                  <a:pt x="0" y="0"/>
                </a:lnTo>
                <a:lnTo>
                  <a:pt x="0" y="62484"/>
                </a:lnTo>
                <a:lnTo>
                  <a:pt x="56388" y="62484"/>
                </a:lnTo>
                <a:lnTo>
                  <a:pt x="56388" y="0"/>
                </a:lnTo>
                <a:close/>
              </a:path>
            </a:pathLst>
          </a:custGeom>
          <a:solidFill>
            <a:srgbClr val="FFFFFF">
              <a:alpha val="1960"/>
            </a:srgbClr>
          </a:solidFill>
        </p:spPr>
        <p:txBody>
          <a:bodyPr wrap="square" lIns="0" tIns="0" rIns="0" bIns="0" rtlCol="0"/>
          <a:lstStyle/>
          <a:p>
            <a:endParaRPr/>
          </a:p>
        </p:txBody>
      </p:sp>
      <p:sp>
        <p:nvSpPr>
          <p:cNvPr id="123" name="bg object 123"/>
          <p:cNvSpPr/>
          <p:nvPr/>
        </p:nvSpPr>
        <p:spPr>
          <a:xfrm>
            <a:off x="10058400" y="777252"/>
            <a:ext cx="29209" cy="30480"/>
          </a:xfrm>
          <a:custGeom>
            <a:avLst/>
            <a:gdLst/>
            <a:ahLst/>
            <a:cxnLst/>
            <a:rect l="l" t="t" r="r" b="b"/>
            <a:pathLst>
              <a:path w="29209" h="30479">
                <a:moveTo>
                  <a:pt x="28956" y="0"/>
                </a:moveTo>
                <a:lnTo>
                  <a:pt x="0" y="0"/>
                </a:lnTo>
                <a:lnTo>
                  <a:pt x="0" y="30467"/>
                </a:lnTo>
                <a:lnTo>
                  <a:pt x="28956" y="30467"/>
                </a:lnTo>
                <a:lnTo>
                  <a:pt x="28956" y="0"/>
                </a:lnTo>
                <a:close/>
              </a:path>
            </a:pathLst>
          </a:custGeom>
          <a:solidFill>
            <a:srgbClr val="FFFFFF">
              <a:alpha val="1960"/>
            </a:srgbClr>
          </a:solidFill>
        </p:spPr>
        <p:txBody>
          <a:bodyPr wrap="square" lIns="0" tIns="0" rIns="0" bIns="0" rtlCol="0"/>
          <a:lstStyle/>
          <a:p>
            <a:endParaRPr/>
          </a:p>
        </p:txBody>
      </p:sp>
      <p:sp>
        <p:nvSpPr>
          <p:cNvPr id="124" name="bg object 124"/>
          <p:cNvSpPr/>
          <p:nvPr/>
        </p:nvSpPr>
        <p:spPr>
          <a:xfrm>
            <a:off x="10379964" y="160019"/>
            <a:ext cx="58419" cy="58419"/>
          </a:xfrm>
          <a:custGeom>
            <a:avLst/>
            <a:gdLst/>
            <a:ahLst/>
            <a:cxnLst/>
            <a:rect l="l" t="t" r="r" b="b"/>
            <a:pathLst>
              <a:path w="58420" h="58420">
                <a:moveTo>
                  <a:pt x="57912" y="0"/>
                </a:moveTo>
                <a:lnTo>
                  <a:pt x="0" y="0"/>
                </a:lnTo>
                <a:lnTo>
                  <a:pt x="0" y="57912"/>
                </a:lnTo>
                <a:lnTo>
                  <a:pt x="57912" y="57912"/>
                </a:lnTo>
                <a:lnTo>
                  <a:pt x="57912" y="0"/>
                </a:lnTo>
                <a:close/>
              </a:path>
            </a:pathLst>
          </a:custGeom>
          <a:solidFill>
            <a:srgbClr val="FFFFFF">
              <a:alpha val="1960"/>
            </a:srgbClr>
          </a:solidFill>
        </p:spPr>
        <p:txBody>
          <a:bodyPr wrap="square" lIns="0" tIns="0" rIns="0" bIns="0" rtlCol="0"/>
          <a:lstStyle/>
          <a:p>
            <a:endParaRPr/>
          </a:p>
        </p:txBody>
      </p:sp>
      <p:sp>
        <p:nvSpPr>
          <p:cNvPr id="125" name="bg object 125"/>
          <p:cNvSpPr/>
          <p:nvPr/>
        </p:nvSpPr>
        <p:spPr>
          <a:xfrm>
            <a:off x="10776204" y="1083576"/>
            <a:ext cx="47625" cy="48895"/>
          </a:xfrm>
          <a:custGeom>
            <a:avLst/>
            <a:gdLst/>
            <a:ahLst/>
            <a:cxnLst/>
            <a:rect l="l" t="t" r="r" b="b"/>
            <a:pathLst>
              <a:path w="47625" h="48894">
                <a:moveTo>
                  <a:pt x="47244" y="0"/>
                </a:moveTo>
                <a:lnTo>
                  <a:pt x="0" y="0"/>
                </a:lnTo>
                <a:lnTo>
                  <a:pt x="0" y="48755"/>
                </a:lnTo>
                <a:lnTo>
                  <a:pt x="47244" y="48755"/>
                </a:lnTo>
                <a:lnTo>
                  <a:pt x="47244" y="0"/>
                </a:lnTo>
                <a:close/>
              </a:path>
            </a:pathLst>
          </a:custGeom>
          <a:solidFill>
            <a:srgbClr val="FFFFFF">
              <a:alpha val="1960"/>
            </a:srgbClr>
          </a:solidFill>
        </p:spPr>
        <p:txBody>
          <a:bodyPr wrap="square" lIns="0" tIns="0" rIns="0" bIns="0" rtlCol="0"/>
          <a:lstStyle/>
          <a:p>
            <a:endParaRPr/>
          </a:p>
        </p:txBody>
      </p:sp>
      <p:sp>
        <p:nvSpPr>
          <p:cNvPr id="126" name="bg object 126"/>
          <p:cNvSpPr/>
          <p:nvPr/>
        </p:nvSpPr>
        <p:spPr>
          <a:xfrm>
            <a:off x="10684764" y="1763280"/>
            <a:ext cx="71755" cy="71755"/>
          </a:xfrm>
          <a:custGeom>
            <a:avLst/>
            <a:gdLst/>
            <a:ahLst/>
            <a:cxnLst/>
            <a:rect l="l" t="t" r="r" b="b"/>
            <a:pathLst>
              <a:path w="71754" h="71755">
                <a:moveTo>
                  <a:pt x="71628" y="0"/>
                </a:moveTo>
                <a:lnTo>
                  <a:pt x="0" y="0"/>
                </a:lnTo>
                <a:lnTo>
                  <a:pt x="0" y="71615"/>
                </a:lnTo>
                <a:lnTo>
                  <a:pt x="71628" y="71615"/>
                </a:lnTo>
                <a:lnTo>
                  <a:pt x="71628" y="0"/>
                </a:lnTo>
                <a:close/>
              </a:path>
            </a:pathLst>
          </a:custGeom>
          <a:solidFill>
            <a:srgbClr val="FFFFFF">
              <a:alpha val="1960"/>
            </a:srgbClr>
          </a:solidFill>
        </p:spPr>
        <p:txBody>
          <a:bodyPr wrap="square" lIns="0" tIns="0" rIns="0" bIns="0" rtlCol="0"/>
          <a:lstStyle/>
          <a:p>
            <a:endParaRPr/>
          </a:p>
        </p:txBody>
      </p:sp>
      <p:sp>
        <p:nvSpPr>
          <p:cNvPr id="127" name="bg object 127"/>
          <p:cNvSpPr/>
          <p:nvPr/>
        </p:nvSpPr>
        <p:spPr>
          <a:xfrm>
            <a:off x="10512552" y="3067811"/>
            <a:ext cx="53340" cy="55244"/>
          </a:xfrm>
          <a:custGeom>
            <a:avLst/>
            <a:gdLst/>
            <a:ahLst/>
            <a:cxnLst/>
            <a:rect l="l" t="t" r="r" b="b"/>
            <a:pathLst>
              <a:path w="53340" h="55244">
                <a:moveTo>
                  <a:pt x="53340" y="0"/>
                </a:moveTo>
                <a:lnTo>
                  <a:pt x="0" y="0"/>
                </a:lnTo>
                <a:lnTo>
                  <a:pt x="0" y="54864"/>
                </a:lnTo>
                <a:lnTo>
                  <a:pt x="53340" y="54864"/>
                </a:lnTo>
                <a:lnTo>
                  <a:pt x="53340" y="0"/>
                </a:lnTo>
                <a:close/>
              </a:path>
            </a:pathLst>
          </a:custGeom>
          <a:solidFill>
            <a:srgbClr val="FFFFFF">
              <a:alpha val="1960"/>
            </a:srgbClr>
          </a:solidFill>
        </p:spPr>
        <p:txBody>
          <a:bodyPr wrap="square" lIns="0" tIns="0" rIns="0" bIns="0" rtlCol="0"/>
          <a:lstStyle/>
          <a:p>
            <a:endParaRPr/>
          </a:p>
        </p:txBody>
      </p:sp>
      <p:sp>
        <p:nvSpPr>
          <p:cNvPr id="128" name="bg object 128"/>
          <p:cNvSpPr/>
          <p:nvPr/>
        </p:nvSpPr>
        <p:spPr>
          <a:xfrm>
            <a:off x="9945624" y="3369563"/>
            <a:ext cx="41275" cy="43180"/>
          </a:xfrm>
          <a:custGeom>
            <a:avLst/>
            <a:gdLst/>
            <a:ahLst/>
            <a:cxnLst/>
            <a:rect l="l" t="t" r="r" b="b"/>
            <a:pathLst>
              <a:path w="41275" h="43179">
                <a:moveTo>
                  <a:pt x="41148" y="0"/>
                </a:moveTo>
                <a:lnTo>
                  <a:pt x="0" y="0"/>
                </a:lnTo>
                <a:lnTo>
                  <a:pt x="0" y="42672"/>
                </a:lnTo>
                <a:lnTo>
                  <a:pt x="41148" y="42672"/>
                </a:lnTo>
                <a:lnTo>
                  <a:pt x="41148" y="0"/>
                </a:lnTo>
                <a:close/>
              </a:path>
            </a:pathLst>
          </a:custGeom>
          <a:solidFill>
            <a:srgbClr val="FFFFFF">
              <a:alpha val="1960"/>
            </a:srgbClr>
          </a:solidFill>
        </p:spPr>
        <p:txBody>
          <a:bodyPr wrap="square" lIns="0" tIns="0" rIns="0" bIns="0" rtlCol="0"/>
          <a:lstStyle/>
          <a:p>
            <a:endParaRPr/>
          </a:p>
        </p:txBody>
      </p:sp>
      <p:sp>
        <p:nvSpPr>
          <p:cNvPr id="129" name="bg object 129"/>
          <p:cNvSpPr/>
          <p:nvPr/>
        </p:nvSpPr>
        <p:spPr>
          <a:xfrm>
            <a:off x="10530840" y="4250435"/>
            <a:ext cx="76200" cy="71755"/>
          </a:xfrm>
          <a:custGeom>
            <a:avLst/>
            <a:gdLst/>
            <a:ahLst/>
            <a:cxnLst/>
            <a:rect l="l" t="t" r="r" b="b"/>
            <a:pathLst>
              <a:path w="76200" h="71754">
                <a:moveTo>
                  <a:pt x="76200" y="0"/>
                </a:moveTo>
                <a:lnTo>
                  <a:pt x="0" y="0"/>
                </a:lnTo>
                <a:lnTo>
                  <a:pt x="0" y="71628"/>
                </a:lnTo>
                <a:lnTo>
                  <a:pt x="76200" y="71628"/>
                </a:lnTo>
                <a:lnTo>
                  <a:pt x="76200" y="0"/>
                </a:lnTo>
                <a:close/>
              </a:path>
            </a:pathLst>
          </a:custGeom>
          <a:solidFill>
            <a:srgbClr val="FFFFFF">
              <a:alpha val="1960"/>
            </a:srgbClr>
          </a:solidFill>
        </p:spPr>
        <p:txBody>
          <a:bodyPr wrap="square" lIns="0" tIns="0" rIns="0" bIns="0" rtlCol="0"/>
          <a:lstStyle/>
          <a:p>
            <a:endParaRPr/>
          </a:p>
        </p:txBody>
      </p:sp>
      <p:sp>
        <p:nvSpPr>
          <p:cNvPr id="130" name="bg object 130"/>
          <p:cNvSpPr/>
          <p:nvPr/>
        </p:nvSpPr>
        <p:spPr>
          <a:xfrm>
            <a:off x="8970264" y="3820667"/>
            <a:ext cx="45720" cy="44450"/>
          </a:xfrm>
          <a:custGeom>
            <a:avLst/>
            <a:gdLst/>
            <a:ahLst/>
            <a:cxnLst/>
            <a:rect l="l" t="t" r="r" b="b"/>
            <a:pathLst>
              <a:path w="45720" h="44450">
                <a:moveTo>
                  <a:pt x="45720" y="0"/>
                </a:moveTo>
                <a:lnTo>
                  <a:pt x="0" y="0"/>
                </a:lnTo>
                <a:lnTo>
                  <a:pt x="0" y="44196"/>
                </a:lnTo>
                <a:lnTo>
                  <a:pt x="45720" y="44196"/>
                </a:lnTo>
                <a:lnTo>
                  <a:pt x="45720" y="0"/>
                </a:lnTo>
                <a:close/>
              </a:path>
            </a:pathLst>
          </a:custGeom>
          <a:solidFill>
            <a:srgbClr val="FFFFFF">
              <a:alpha val="1960"/>
            </a:srgbClr>
          </a:solidFill>
        </p:spPr>
        <p:txBody>
          <a:bodyPr wrap="square" lIns="0" tIns="0" rIns="0" bIns="0" rtlCol="0"/>
          <a:lstStyle/>
          <a:p>
            <a:endParaRPr/>
          </a:p>
        </p:txBody>
      </p:sp>
      <p:sp>
        <p:nvSpPr>
          <p:cNvPr id="131" name="bg object 131"/>
          <p:cNvSpPr/>
          <p:nvPr/>
        </p:nvSpPr>
        <p:spPr>
          <a:xfrm>
            <a:off x="7705344" y="3898391"/>
            <a:ext cx="79375" cy="79375"/>
          </a:xfrm>
          <a:custGeom>
            <a:avLst/>
            <a:gdLst/>
            <a:ahLst/>
            <a:cxnLst/>
            <a:rect l="l" t="t" r="r" b="b"/>
            <a:pathLst>
              <a:path w="79375" h="79375">
                <a:moveTo>
                  <a:pt x="79248" y="0"/>
                </a:moveTo>
                <a:lnTo>
                  <a:pt x="0" y="0"/>
                </a:lnTo>
                <a:lnTo>
                  <a:pt x="0" y="79248"/>
                </a:lnTo>
                <a:lnTo>
                  <a:pt x="79248" y="79248"/>
                </a:lnTo>
                <a:lnTo>
                  <a:pt x="79248" y="0"/>
                </a:lnTo>
                <a:close/>
              </a:path>
            </a:pathLst>
          </a:custGeom>
          <a:solidFill>
            <a:srgbClr val="FFFFFF">
              <a:alpha val="1960"/>
            </a:srgbClr>
          </a:solidFill>
        </p:spPr>
        <p:txBody>
          <a:bodyPr wrap="square" lIns="0" tIns="0" rIns="0" bIns="0" rtlCol="0"/>
          <a:lstStyle/>
          <a:p>
            <a:endParaRPr/>
          </a:p>
        </p:txBody>
      </p:sp>
      <p:sp>
        <p:nvSpPr>
          <p:cNvPr id="132" name="bg object 132"/>
          <p:cNvSpPr/>
          <p:nvPr/>
        </p:nvSpPr>
        <p:spPr>
          <a:xfrm>
            <a:off x="7499604" y="2468879"/>
            <a:ext cx="81280" cy="81280"/>
          </a:xfrm>
          <a:custGeom>
            <a:avLst/>
            <a:gdLst/>
            <a:ahLst/>
            <a:cxnLst/>
            <a:rect l="l" t="t" r="r" b="b"/>
            <a:pathLst>
              <a:path w="81279" h="81280">
                <a:moveTo>
                  <a:pt x="80772" y="0"/>
                </a:moveTo>
                <a:lnTo>
                  <a:pt x="0" y="0"/>
                </a:lnTo>
                <a:lnTo>
                  <a:pt x="0" y="80772"/>
                </a:lnTo>
                <a:lnTo>
                  <a:pt x="80772" y="80772"/>
                </a:lnTo>
                <a:lnTo>
                  <a:pt x="80772" y="0"/>
                </a:lnTo>
                <a:close/>
              </a:path>
            </a:pathLst>
          </a:custGeom>
          <a:solidFill>
            <a:srgbClr val="FFFFFF">
              <a:alpha val="1960"/>
            </a:srgbClr>
          </a:solidFill>
        </p:spPr>
        <p:txBody>
          <a:bodyPr wrap="square" lIns="0" tIns="0" rIns="0" bIns="0" rtlCol="0"/>
          <a:lstStyle/>
          <a:p>
            <a:endParaRPr/>
          </a:p>
        </p:txBody>
      </p:sp>
      <p:sp>
        <p:nvSpPr>
          <p:cNvPr id="133" name="bg object 133"/>
          <p:cNvSpPr/>
          <p:nvPr/>
        </p:nvSpPr>
        <p:spPr>
          <a:xfrm>
            <a:off x="6283452" y="3564635"/>
            <a:ext cx="50800" cy="47625"/>
          </a:xfrm>
          <a:custGeom>
            <a:avLst/>
            <a:gdLst/>
            <a:ahLst/>
            <a:cxnLst/>
            <a:rect l="l" t="t" r="r" b="b"/>
            <a:pathLst>
              <a:path w="50800" h="47625">
                <a:moveTo>
                  <a:pt x="50279" y="0"/>
                </a:moveTo>
                <a:lnTo>
                  <a:pt x="0" y="0"/>
                </a:lnTo>
                <a:lnTo>
                  <a:pt x="0" y="47244"/>
                </a:lnTo>
                <a:lnTo>
                  <a:pt x="50279" y="47244"/>
                </a:lnTo>
                <a:lnTo>
                  <a:pt x="50279" y="0"/>
                </a:lnTo>
                <a:close/>
              </a:path>
            </a:pathLst>
          </a:custGeom>
          <a:solidFill>
            <a:srgbClr val="FFFFFF">
              <a:alpha val="1960"/>
            </a:srgbClr>
          </a:solidFill>
        </p:spPr>
        <p:txBody>
          <a:bodyPr wrap="square" lIns="0" tIns="0" rIns="0" bIns="0" rtlCol="0"/>
          <a:lstStyle/>
          <a:p>
            <a:endParaRPr/>
          </a:p>
        </p:txBody>
      </p:sp>
      <p:sp>
        <p:nvSpPr>
          <p:cNvPr id="134" name="bg object 134"/>
          <p:cNvSpPr/>
          <p:nvPr/>
        </p:nvSpPr>
        <p:spPr>
          <a:xfrm>
            <a:off x="5321808" y="2346959"/>
            <a:ext cx="59690" cy="64135"/>
          </a:xfrm>
          <a:custGeom>
            <a:avLst/>
            <a:gdLst/>
            <a:ahLst/>
            <a:cxnLst/>
            <a:rect l="l" t="t" r="r" b="b"/>
            <a:pathLst>
              <a:path w="59689" h="64135">
                <a:moveTo>
                  <a:pt x="59436" y="0"/>
                </a:moveTo>
                <a:lnTo>
                  <a:pt x="0" y="0"/>
                </a:lnTo>
                <a:lnTo>
                  <a:pt x="0" y="64008"/>
                </a:lnTo>
                <a:lnTo>
                  <a:pt x="59436" y="64008"/>
                </a:lnTo>
                <a:lnTo>
                  <a:pt x="59436" y="0"/>
                </a:lnTo>
                <a:close/>
              </a:path>
            </a:pathLst>
          </a:custGeom>
          <a:solidFill>
            <a:srgbClr val="FFFFFF">
              <a:alpha val="1960"/>
            </a:srgbClr>
          </a:solidFill>
        </p:spPr>
        <p:txBody>
          <a:bodyPr wrap="square" lIns="0" tIns="0" rIns="0" bIns="0" rtlCol="0"/>
          <a:lstStyle/>
          <a:p>
            <a:endParaRPr/>
          </a:p>
        </p:txBody>
      </p:sp>
      <p:sp>
        <p:nvSpPr>
          <p:cNvPr id="135" name="bg object 135"/>
          <p:cNvSpPr/>
          <p:nvPr/>
        </p:nvSpPr>
        <p:spPr>
          <a:xfrm>
            <a:off x="5282184" y="3864863"/>
            <a:ext cx="113030" cy="113030"/>
          </a:xfrm>
          <a:custGeom>
            <a:avLst/>
            <a:gdLst/>
            <a:ahLst/>
            <a:cxnLst/>
            <a:rect l="l" t="t" r="r" b="b"/>
            <a:pathLst>
              <a:path w="113029" h="113029">
                <a:moveTo>
                  <a:pt x="112776" y="0"/>
                </a:moveTo>
                <a:lnTo>
                  <a:pt x="0" y="0"/>
                </a:lnTo>
                <a:lnTo>
                  <a:pt x="0" y="112776"/>
                </a:lnTo>
                <a:lnTo>
                  <a:pt x="112776" y="112776"/>
                </a:lnTo>
                <a:lnTo>
                  <a:pt x="112776" y="0"/>
                </a:lnTo>
                <a:close/>
              </a:path>
            </a:pathLst>
          </a:custGeom>
          <a:solidFill>
            <a:srgbClr val="FFFFFF">
              <a:alpha val="1960"/>
            </a:srgbClr>
          </a:solidFill>
        </p:spPr>
        <p:txBody>
          <a:bodyPr wrap="square" lIns="0" tIns="0" rIns="0" bIns="0" rtlCol="0"/>
          <a:lstStyle/>
          <a:p>
            <a:endParaRPr/>
          </a:p>
        </p:txBody>
      </p:sp>
      <p:sp>
        <p:nvSpPr>
          <p:cNvPr id="136" name="bg object 136"/>
          <p:cNvSpPr/>
          <p:nvPr/>
        </p:nvSpPr>
        <p:spPr>
          <a:xfrm>
            <a:off x="4407408" y="4696967"/>
            <a:ext cx="143510" cy="144780"/>
          </a:xfrm>
          <a:custGeom>
            <a:avLst/>
            <a:gdLst/>
            <a:ahLst/>
            <a:cxnLst/>
            <a:rect l="l" t="t" r="r" b="b"/>
            <a:pathLst>
              <a:path w="143510" h="144779">
                <a:moveTo>
                  <a:pt x="143256" y="0"/>
                </a:moveTo>
                <a:lnTo>
                  <a:pt x="0" y="0"/>
                </a:lnTo>
                <a:lnTo>
                  <a:pt x="0" y="144780"/>
                </a:lnTo>
                <a:lnTo>
                  <a:pt x="143256" y="144780"/>
                </a:lnTo>
                <a:lnTo>
                  <a:pt x="143256" y="0"/>
                </a:lnTo>
                <a:close/>
              </a:path>
            </a:pathLst>
          </a:custGeom>
          <a:solidFill>
            <a:srgbClr val="FFFFFF">
              <a:alpha val="1960"/>
            </a:srgbClr>
          </a:solidFill>
        </p:spPr>
        <p:txBody>
          <a:bodyPr wrap="square" lIns="0" tIns="0" rIns="0" bIns="0" rtlCol="0"/>
          <a:lstStyle/>
          <a:p>
            <a:endParaRPr/>
          </a:p>
        </p:txBody>
      </p:sp>
      <p:sp>
        <p:nvSpPr>
          <p:cNvPr id="137" name="bg object 137"/>
          <p:cNvSpPr/>
          <p:nvPr/>
        </p:nvSpPr>
        <p:spPr>
          <a:xfrm>
            <a:off x="3212592" y="2912363"/>
            <a:ext cx="41275" cy="45720"/>
          </a:xfrm>
          <a:custGeom>
            <a:avLst/>
            <a:gdLst/>
            <a:ahLst/>
            <a:cxnLst/>
            <a:rect l="l" t="t" r="r" b="b"/>
            <a:pathLst>
              <a:path w="41275" h="45719">
                <a:moveTo>
                  <a:pt x="41148" y="0"/>
                </a:moveTo>
                <a:lnTo>
                  <a:pt x="0" y="0"/>
                </a:lnTo>
                <a:lnTo>
                  <a:pt x="0" y="45720"/>
                </a:lnTo>
                <a:lnTo>
                  <a:pt x="41148" y="45720"/>
                </a:lnTo>
                <a:lnTo>
                  <a:pt x="41148" y="0"/>
                </a:lnTo>
                <a:close/>
              </a:path>
            </a:pathLst>
          </a:custGeom>
          <a:solidFill>
            <a:srgbClr val="FFFFFF">
              <a:alpha val="1960"/>
            </a:srgbClr>
          </a:solidFill>
        </p:spPr>
        <p:txBody>
          <a:bodyPr wrap="square" lIns="0" tIns="0" rIns="0" bIns="0" rtlCol="0"/>
          <a:lstStyle/>
          <a:p>
            <a:endParaRPr/>
          </a:p>
        </p:txBody>
      </p:sp>
      <p:sp>
        <p:nvSpPr>
          <p:cNvPr id="138" name="bg object 138"/>
          <p:cNvSpPr/>
          <p:nvPr/>
        </p:nvSpPr>
        <p:spPr>
          <a:xfrm>
            <a:off x="2365248" y="4040123"/>
            <a:ext cx="33655" cy="32384"/>
          </a:xfrm>
          <a:custGeom>
            <a:avLst/>
            <a:gdLst/>
            <a:ahLst/>
            <a:cxnLst/>
            <a:rect l="l" t="t" r="r" b="b"/>
            <a:pathLst>
              <a:path w="33655" h="32385">
                <a:moveTo>
                  <a:pt x="33528" y="0"/>
                </a:moveTo>
                <a:lnTo>
                  <a:pt x="0" y="0"/>
                </a:lnTo>
                <a:lnTo>
                  <a:pt x="0" y="32004"/>
                </a:lnTo>
                <a:lnTo>
                  <a:pt x="33528" y="32004"/>
                </a:lnTo>
                <a:lnTo>
                  <a:pt x="33528" y="0"/>
                </a:lnTo>
                <a:close/>
              </a:path>
            </a:pathLst>
          </a:custGeom>
          <a:solidFill>
            <a:srgbClr val="FFFFFF">
              <a:alpha val="1960"/>
            </a:srgbClr>
          </a:solidFill>
        </p:spPr>
        <p:txBody>
          <a:bodyPr wrap="square" lIns="0" tIns="0" rIns="0" bIns="0" rtlCol="0"/>
          <a:lstStyle/>
          <a:p>
            <a:endParaRPr/>
          </a:p>
        </p:txBody>
      </p:sp>
      <p:sp>
        <p:nvSpPr>
          <p:cNvPr id="139" name="bg object 139"/>
          <p:cNvSpPr/>
          <p:nvPr/>
        </p:nvSpPr>
        <p:spPr>
          <a:xfrm>
            <a:off x="1653527" y="4783835"/>
            <a:ext cx="109855" cy="108585"/>
          </a:xfrm>
          <a:custGeom>
            <a:avLst/>
            <a:gdLst/>
            <a:ahLst/>
            <a:cxnLst/>
            <a:rect l="l" t="t" r="r" b="b"/>
            <a:pathLst>
              <a:path w="109855" h="108585">
                <a:moveTo>
                  <a:pt x="109728" y="0"/>
                </a:moveTo>
                <a:lnTo>
                  <a:pt x="0" y="0"/>
                </a:lnTo>
                <a:lnTo>
                  <a:pt x="0" y="108204"/>
                </a:lnTo>
                <a:lnTo>
                  <a:pt x="109728" y="108204"/>
                </a:lnTo>
                <a:lnTo>
                  <a:pt x="109728" y="0"/>
                </a:lnTo>
                <a:close/>
              </a:path>
            </a:pathLst>
          </a:custGeom>
          <a:solidFill>
            <a:srgbClr val="FFFFFF">
              <a:alpha val="1960"/>
            </a:srgbClr>
          </a:solidFill>
        </p:spPr>
        <p:txBody>
          <a:bodyPr wrap="square" lIns="0" tIns="0" rIns="0" bIns="0" rtlCol="0"/>
          <a:lstStyle/>
          <a:p>
            <a:endParaRPr/>
          </a:p>
        </p:txBody>
      </p:sp>
      <p:sp>
        <p:nvSpPr>
          <p:cNvPr id="140" name="bg object 140"/>
          <p:cNvSpPr/>
          <p:nvPr/>
        </p:nvSpPr>
        <p:spPr>
          <a:xfrm>
            <a:off x="2694432" y="774204"/>
            <a:ext cx="71755" cy="68580"/>
          </a:xfrm>
          <a:custGeom>
            <a:avLst/>
            <a:gdLst/>
            <a:ahLst/>
            <a:cxnLst/>
            <a:rect l="l" t="t" r="r" b="b"/>
            <a:pathLst>
              <a:path w="71755" h="68580">
                <a:moveTo>
                  <a:pt x="71615" y="0"/>
                </a:moveTo>
                <a:lnTo>
                  <a:pt x="0" y="0"/>
                </a:lnTo>
                <a:lnTo>
                  <a:pt x="0" y="68567"/>
                </a:lnTo>
                <a:lnTo>
                  <a:pt x="71615" y="68567"/>
                </a:lnTo>
                <a:lnTo>
                  <a:pt x="71615" y="0"/>
                </a:lnTo>
                <a:close/>
              </a:path>
            </a:pathLst>
          </a:custGeom>
          <a:solidFill>
            <a:srgbClr val="FFFFFF">
              <a:alpha val="1960"/>
            </a:srgbClr>
          </a:solidFill>
        </p:spPr>
        <p:txBody>
          <a:bodyPr wrap="square" lIns="0" tIns="0" rIns="0" bIns="0" rtlCol="0"/>
          <a:lstStyle/>
          <a:p>
            <a:endParaRPr/>
          </a:p>
        </p:txBody>
      </p:sp>
      <p:sp>
        <p:nvSpPr>
          <p:cNvPr id="141" name="bg object 141"/>
          <p:cNvSpPr/>
          <p:nvPr/>
        </p:nvSpPr>
        <p:spPr>
          <a:xfrm>
            <a:off x="1741932" y="617219"/>
            <a:ext cx="71755" cy="71755"/>
          </a:xfrm>
          <a:custGeom>
            <a:avLst/>
            <a:gdLst/>
            <a:ahLst/>
            <a:cxnLst/>
            <a:rect l="l" t="t" r="r" b="b"/>
            <a:pathLst>
              <a:path w="71755" h="71754">
                <a:moveTo>
                  <a:pt x="71615" y="0"/>
                </a:moveTo>
                <a:lnTo>
                  <a:pt x="0" y="0"/>
                </a:lnTo>
                <a:lnTo>
                  <a:pt x="0" y="71628"/>
                </a:lnTo>
                <a:lnTo>
                  <a:pt x="71615" y="71628"/>
                </a:lnTo>
                <a:lnTo>
                  <a:pt x="71615" y="0"/>
                </a:lnTo>
                <a:close/>
              </a:path>
            </a:pathLst>
          </a:custGeom>
          <a:solidFill>
            <a:srgbClr val="FFFFFF">
              <a:alpha val="1960"/>
            </a:srgbClr>
          </a:solidFill>
        </p:spPr>
        <p:txBody>
          <a:bodyPr wrap="square" lIns="0" tIns="0" rIns="0" bIns="0" rtlCol="0"/>
          <a:lstStyle/>
          <a:p>
            <a:endParaRPr/>
          </a:p>
        </p:txBody>
      </p:sp>
      <p:sp>
        <p:nvSpPr>
          <p:cNvPr id="142" name="bg object 142"/>
          <p:cNvSpPr/>
          <p:nvPr/>
        </p:nvSpPr>
        <p:spPr>
          <a:xfrm>
            <a:off x="1380744" y="1857755"/>
            <a:ext cx="44450" cy="41275"/>
          </a:xfrm>
          <a:custGeom>
            <a:avLst/>
            <a:gdLst/>
            <a:ahLst/>
            <a:cxnLst/>
            <a:rect l="l" t="t" r="r" b="b"/>
            <a:pathLst>
              <a:path w="44450" h="41275">
                <a:moveTo>
                  <a:pt x="44196" y="0"/>
                </a:moveTo>
                <a:lnTo>
                  <a:pt x="0" y="0"/>
                </a:lnTo>
                <a:lnTo>
                  <a:pt x="0" y="41148"/>
                </a:lnTo>
                <a:lnTo>
                  <a:pt x="44196" y="41148"/>
                </a:lnTo>
                <a:lnTo>
                  <a:pt x="44196" y="0"/>
                </a:lnTo>
                <a:close/>
              </a:path>
            </a:pathLst>
          </a:custGeom>
          <a:solidFill>
            <a:srgbClr val="FFFFFF">
              <a:alpha val="1960"/>
            </a:srgbClr>
          </a:solidFill>
        </p:spPr>
        <p:txBody>
          <a:bodyPr wrap="square" lIns="0" tIns="0" rIns="0" bIns="0" rtlCol="0"/>
          <a:lstStyle/>
          <a:p>
            <a:endParaRPr/>
          </a:p>
        </p:txBody>
      </p:sp>
      <p:sp>
        <p:nvSpPr>
          <p:cNvPr id="143" name="bg object 143"/>
          <p:cNvSpPr/>
          <p:nvPr/>
        </p:nvSpPr>
        <p:spPr>
          <a:xfrm>
            <a:off x="2346960" y="3250691"/>
            <a:ext cx="102235" cy="104139"/>
          </a:xfrm>
          <a:custGeom>
            <a:avLst/>
            <a:gdLst/>
            <a:ahLst/>
            <a:cxnLst/>
            <a:rect l="l" t="t" r="r" b="b"/>
            <a:pathLst>
              <a:path w="102235" h="104139">
                <a:moveTo>
                  <a:pt x="102108" y="0"/>
                </a:moveTo>
                <a:lnTo>
                  <a:pt x="0" y="0"/>
                </a:lnTo>
                <a:lnTo>
                  <a:pt x="0" y="103632"/>
                </a:lnTo>
                <a:lnTo>
                  <a:pt x="102108" y="103632"/>
                </a:lnTo>
                <a:lnTo>
                  <a:pt x="102108" y="0"/>
                </a:lnTo>
                <a:close/>
              </a:path>
            </a:pathLst>
          </a:custGeom>
          <a:solidFill>
            <a:srgbClr val="FFFFFF">
              <a:alpha val="1960"/>
            </a:srgbClr>
          </a:solidFill>
        </p:spPr>
        <p:txBody>
          <a:bodyPr wrap="square" lIns="0" tIns="0" rIns="0" bIns="0" rtlCol="0"/>
          <a:lstStyle/>
          <a:p>
            <a:endParaRPr/>
          </a:p>
        </p:txBody>
      </p:sp>
      <p:sp>
        <p:nvSpPr>
          <p:cNvPr id="144" name="bg object 144"/>
          <p:cNvSpPr/>
          <p:nvPr/>
        </p:nvSpPr>
        <p:spPr>
          <a:xfrm>
            <a:off x="3968496" y="4165091"/>
            <a:ext cx="53340" cy="52069"/>
          </a:xfrm>
          <a:custGeom>
            <a:avLst/>
            <a:gdLst/>
            <a:ahLst/>
            <a:cxnLst/>
            <a:rect l="l" t="t" r="r" b="b"/>
            <a:pathLst>
              <a:path w="53339" h="52070">
                <a:moveTo>
                  <a:pt x="53340" y="0"/>
                </a:moveTo>
                <a:lnTo>
                  <a:pt x="0" y="0"/>
                </a:lnTo>
                <a:lnTo>
                  <a:pt x="0" y="51816"/>
                </a:lnTo>
                <a:lnTo>
                  <a:pt x="53340" y="51816"/>
                </a:lnTo>
                <a:lnTo>
                  <a:pt x="53340" y="0"/>
                </a:lnTo>
                <a:close/>
              </a:path>
            </a:pathLst>
          </a:custGeom>
          <a:solidFill>
            <a:srgbClr val="FFFFFF">
              <a:alpha val="1960"/>
            </a:srgbClr>
          </a:solidFill>
        </p:spPr>
        <p:txBody>
          <a:bodyPr wrap="square" lIns="0" tIns="0" rIns="0" bIns="0" rtlCol="0"/>
          <a:lstStyle/>
          <a:p>
            <a:endParaRPr/>
          </a:p>
        </p:txBody>
      </p:sp>
      <p:sp>
        <p:nvSpPr>
          <p:cNvPr id="145" name="bg object 145"/>
          <p:cNvSpPr/>
          <p:nvPr/>
        </p:nvSpPr>
        <p:spPr>
          <a:xfrm>
            <a:off x="6393180" y="4657344"/>
            <a:ext cx="85725" cy="83820"/>
          </a:xfrm>
          <a:custGeom>
            <a:avLst/>
            <a:gdLst/>
            <a:ahLst/>
            <a:cxnLst/>
            <a:rect l="l" t="t" r="r" b="b"/>
            <a:pathLst>
              <a:path w="85725" h="83820">
                <a:moveTo>
                  <a:pt x="85344" y="0"/>
                </a:moveTo>
                <a:lnTo>
                  <a:pt x="0" y="0"/>
                </a:lnTo>
                <a:lnTo>
                  <a:pt x="0" y="83820"/>
                </a:lnTo>
                <a:lnTo>
                  <a:pt x="85344" y="83820"/>
                </a:lnTo>
                <a:lnTo>
                  <a:pt x="85344" y="0"/>
                </a:lnTo>
                <a:close/>
              </a:path>
            </a:pathLst>
          </a:custGeom>
          <a:solidFill>
            <a:srgbClr val="FFFFFF">
              <a:alpha val="1960"/>
            </a:srgbClr>
          </a:solidFill>
        </p:spPr>
        <p:txBody>
          <a:bodyPr wrap="square" lIns="0" tIns="0" rIns="0" bIns="0" rtlCol="0"/>
          <a:lstStyle/>
          <a:p>
            <a:endParaRPr/>
          </a:p>
        </p:txBody>
      </p:sp>
      <p:sp>
        <p:nvSpPr>
          <p:cNvPr id="146" name="bg object 146"/>
          <p:cNvSpPr/>
          <p:nvPr/>
        </p:nvSpPr>
        <p:spPr>
          <a:xfrm>
            <a:off x="8695944" y="5779008"/>
            <a:ext cx="88900" cy="86995"/>
          </a:xfrm>
          <a:custGeom>
            <a:avLst/>
            <a:gdLst/>
            <a:ahLst/>
            <a:cxnLst/>
            <a:rect l="l" t="t" r="r" b="b"/>
            <a:pathLst>
              <a:path w="88900" h="86995">
                <a:moveTo>
                  <a:pt x="88392" y="0"/>
                </a:moveTo>
                <a:lnTo>
                  <a:pt x="0" y="0"/>
                </a:lnTo>
                <a:lnTo>
                  <a:pt x="0" y="86868"/>
                </a:lnTo>
                <a:lnTo>
                  <a:pt x="88392" y="86868"/>
                </a:lnTo>
                <a:lnTo>
                  <a:pt x="88392" y="0"/>
                </a:lnTo>
                <a:close/>
              </a:path>
            </a:pathLst>
          </a:custGeom>
          <a:solidFill>
            <a:srgbClr val="FFFFFF">
              <a:alpha val="1960"/>
            </a:srgbClr>
          </a:solidFill>
        </p:spPr>
        <p:txBody>
          <a:bodyPr wrap="square" lIns="0" tIns="0" rIns="0" bIns="0" rtlCol="0"/>
          <a:lstStyle/>
          <a:p>
            <a:endParaRPr/>
          </a:p>
        </p:txBody>
      </p:sp>
      <p:sp>
        <p:nvSpPr>
          <p:cNvPr id="147" name="bg object 147"/>
          <p:cNvSpPr/>
          <p:nvPr/>
        </p:nvSpPr>
        <p:spPr>
          <a:xfrm>
            <a:off x="8397240" y="263651"/>
            <a:ext cx="205740" cy="205740"/>
          </a:xfrm>
          <a:custGeom>
            <a:avLst/>
            <a:gdLst/>
            <a:ahLst/>
            <a:cxnLst/>
            <a:rect l="l" t="t" r="r" b="b"/>
            <a:pathLst>
              <a:path w="205740" h="205740">
                <a:moveTo>
                  <a:pt x="205740" y="0"/>
                </a:moveTo>
                <a:lnTo>
                  <a:pt x="0" y="0"/>
                </a:lnTo>
                <a:lnTo>
                  <a:pt x="0" y="205740"/>
                </a:lnTo>
                <a:lnTo>
                  <a:pt x="205740" y="205740"/>
                </a:lnTo>
                <a:lnTo>
                  <a:pt x="205740" y="0"/>
                </a:lnTo>
                <a:close/>
              </a:path>
            </a:pathLst>
          </a:custGeom>
          <a:solidFill>
            <a:srgbClr val="FFFFFF">
              <a:alpha val="1960"/>
            </a:srgbClr>
          </a:solidFill>
        </p:spPr>
        <p:txBody>
          <a:bodyPr wrap="square" lIns="0" tIns="0" rIns="0" bIns="0" rtlCol="0"/>
          <a:lstStyle/>
          <a:p>
            <a:endParaRPr/>
          </a:p>
        </p:txBody>
      </p:sp>
      <p:sp>
        <p:nvSpPr>
          <p:cNvPr id="148" name="bg object 148"/>
          <p:cNvSpPr/>
          <p:nvPr/>
        </p:nvSpPr>
        <p:spPr>
          <a:xfrm>
            <a:off x="8564880" y="758951"/>
            <a:ext cx="81280" cy="29209"/>
          </a:xfrm>
          <a:custGeom>
            <a:avLst/>
            <a:gdLst/>
            <a:ahLst/>
            <a:cxnLst/>
            <a:rect l="l" t="t" r="r" b="b"/>
            <a:pathLst>
              <a:path w="81279" h="29209">
                <a:moveTo>
                  <a:pt x="80772" y="0"/>
                </a:moveTo>
                <a:lnTo>
                  <a:pt x="0" y="0"/>
                </a:lnTo>
                <a:lnTo>
                  <a:pt x="0" y="28956"/>
                </a:lnTo>
                <a:lnTo>
                  <a:pt x="21246" y="24068"/>
                </a:lnTo>
                <a:lnTo>
                  <a:pt x="41576" y="18907"/>
                </a:lnTo>
                <a:lnTo>
                  <a:pt x="61311" y="13150"/>
                </a:lnTo>
                <a:lnTo>
                  <a:pt x="80772" y="6476"/>
                </a:lnTo>
                <a:lnTo>
                  <a:pt x="80772" y="0"/>
                </a:lnTo>
                <a:close/>
              </a:path>
            </a:pathLst>
          </a:custGeom>
          <a:solidFill>
            <a:srgbClr val="FFFFFF">
              <a:alpha val="1960"/>
            </a:srgbClr>
          </a:solidFill>
        </p:spPr>
        <p:txBody>
          <a:bodyPr wrap="square" lIns="0" tIns="0" rIns="0" bIns="0" rtlCol="0"/>
          <a:lstStyle/>
          <a:p>
            <a:endParaRPr/>
          </a:p>
        </p:txBody>
      </p:sp>
      <p:sp>
        <p:nvSpPr>
          <p:cNvPr id="149" name="bg object 149"/>
          <p:cNvSpPr/>
          <p:nvPr/>
        </p:nvSpPr>
        <p:spPr>
          <a:xfrm>
            <a:off x="10232136" y="2401823"/>
            <a:ext cx="190500" cy="189230"/>
          </a:xfrm>
          <a:custGeom>
            <a:avLst/>
            <a:gdLst/>
            <a:ahLst/>
            <a:cxnLst/>
            <a:rect l="l" t="t" r="r" b="b"/>
            <a:pathLst>
              <a:path w="190500" h="189230">
                <a:moveTo>
                  <a:pt x="190500" y="0"/>
                </a:moveTo>
                <a:lnTo>
                  <a:pt x="0" y="0"/>
                </a:lnTo>
                <a:lnTo>
                  <a:pt x="0" y="188976"/>
                </a:lnTo>
                <a:lnTo>
                  <a:pt x="190500" y="188976"/>
                </a:lnTo>
                <a:lnTo>
                  <a:pt x="190500" y="0"/>
                </a:lnTo>
                <a:close/>
              </a:path>
            </a:pathLst>
          </a:custGeom>
          <a:solidFill>
            <a:srgbClr val="FFFFFF">
              <a:alpha val="1960"/>
            </a:srgbClr>
          </a:solidFill>
        </p:spPr>
        <p:txBody>
          <a:bodyPr wrap="square" lIns="0" tIns="0" rIns="0" bIns="0" rtlCol="0"/>
          <a:lstStyle/>
          <a:p>
            <a:endParaRPr/>
          </a:p>
        </p:txBody>
      </p:sp>
      <p:sp>
        <p:nvSpPr>
          <p:cNvPr id="150" name="bg object 150"/>
          <p:cNvSpPr/>
          <p:nvPr/>
        </p:nvSpPr>
        <p:spPr>
          <a:xfrm>
            <a:off x="10247376" y="2148839"/>
            <a:ext cx="158750" cy="160020"/>
          </a:xfrm>
          <a:custGeom>
            <a:avLst/>
            <a:gdLst/>
            <a:ahLst/>
            <a:cxnLst/>
            <a:rect l="l" t="t" r="r" b="b"/>
            <a:pathLst>
              <a:path w="158750" h="160019">
                <a:moveTo>
                  <a:pt x="158496" y="0"/>
                </a:moveTo>
                <a:lnTo>
                  <a:pt x="0" y="0"/>
                </a:lnTo>
                <a:lnTo>
                  <a:pt x="0" y="160020"/>
                </a:lnTo>
                <a:lnTo>
                  <a:pt x="158496" y="160020"/>
                </a:lnTo>
                <a:lnTo>
                  <a:pt x="158496" y="0"/>
                </a:lnTo>
                <a:close/>
              </a:path>
            </a:pathLst>
          </a:custGeom>
          <a:solidFill>
            <a:srgbClr val="FFFFFF">
              <a:alpha val="1960"/>
            </a:srgbClr>
          </a:solidFill>
        </p:spPr>
        <p:txBody>
          <a:bodyPr wrap="square" lIns="0" tIns="0" rIns="0" bIns="0" rtlCol="0"/>
          <a:lstStyle/>
          <a:p>
            <a:endParaRPr/>
          </a:p>
        </p:txBody>
      </p:sp>
      <p:sp>
        <p:nvSpPr>
          <p:cNvPr id="151" name="bg object 151"/>
          <p:cNvSpPr/>
          <p:nvPr/>
        </p:nvSpPr>
        <p:spPr>
          <a:xfrm>
            <a:off x="10212324" y="1196339"/>
            <a:ext cx="135890" cy="139065"/>
          </a:xfrm>
          <a:custGeom>
            <a:avLst/>
            <a:gdLst/>
            <a:ahLst/>
            <a:cxnLst/>
            <a:rect l="l" t="t" r="r" b="b"/>
            <a:pathLst>
              <a:path w="135890" h="139065">
                <a:moveTo>
                  <a:pt x="135636" y="0"/>
                </a:moveTo>
                <a:lnTo>
                  <a:pt x="0" y="0"/>
                </a:lnTo>
                <a:lnTo>
                  <a:pt x="0" y="138684"/>
                </a:lnTo>
                <a:lnTo>
                  <a:pt x="135636" y="138684"/>
                </a:lnTo>
                <a:lnTo>
                  <a:pt x="135636" y="0"/>
                </a:lnTo>
                <a:close/>
              </a:path>
            </a:pathLst>
          </a:custGeom>
          <a:solidFill>
            <a:srgbClr val="FFFFFF">
              <a:alpha val="1960"/>
            </a:srgbClr>
          </a:solidFill>
        </p:spPr>
        <p:txBody>
          <a:bodyPr wrap="square" lIns="0" tIns="0" rIns="0" bIns="0" rtlCol="0"/>
          <a:lstStyle/>
          <a:p>
            <a:endParaRPr/>
          </a:p>
        </p:txBody>
      </p:sp>
      <p:sp>
        <p:nvSpPr>
          <p:cNvPr id="152" name="bg object 152"/>
          <p:cNvSpPr/>
          <p:nvPr/>
        </p:nvSpPr>
        <p:spPr>
          <a:xfrm>
            <a:off x="2417064" y="1937003"/>
            <a:ext cx="190500" cy="190500"/>
          </a:xfrm>
          <a:custGeom>
            <a:avLst/>
            <a:gdLst/>
            <a:ahLst/>
            <a:cxnLst/>
            <a:rect l="l" t="t" r="r" b="b"/>
            <a:pathLst>
              <a:path w="190500" h="190500">
                <a:moveTo>
                  <a:pt x="190500" y="0"/>
                </a:moveTo>
                <a:lnTo>
                  <a:pt x="0" y="0"/>
                </a:lnTo>
                <a:lnTo>
                  <a:pt x="0" y="190500"/>
                </a:lnTo>
                <a:lnTo>
                  <a:pt x="190500" y="190500"/>
                </a:lnTo>
                <a:lnTo>
                  <a:pt x="190500" y="0"/>
                </a:lnTo>
                <a:close/>
              </a:path>
            </a:pathLst>
          </a:custGeom>
          <a:solidFill>
            <a:srgbClr val="FFFFFF">
              <a:alpha val="1960"/>
            </a:srgbClr>
          </a:solidFill>
        </p:spPr>
        <p:txBody>
          <a:bodyPr wrap="square" lIns="0" tIns="0" rIns="0" bIns="0" rtlCol="0"/>
          <a:lstStyle/>
          <a:p>
            <a:endParaRPr/>
          </a:p>
        </p:txBody>
      </p:sp>
      <p:sp>
        <p:nvSpPr>
          <p:cNvPr id="153" name="bg object 153"/>
          <p:cNvSpPr/>
          <p:nvPr/>
        </p:nvSpPr>
        <p:spPr>
          <a:xfrm>
            <a:off x="2433827" y="1744979"/>
            <a:ext cx="157480" cy="99060"/>
          </a:xfrm>
          <a:custGeom>
            <a:avLst/>
            <a:gdLst/>
            <a:ahLst/>
            <a:cxnLst/>
            <a:rect l="l" t="t" r="r" b="b"/>
            <a:pathLst>
              <a:path w="157480" h="99060">
                <a:moveTo>
                  <a:pt x="73660" y="0"/>
                </a:moveTo>
                <a:lnTo>
                  <a:pt x="54935" y="595"/>
                </a:lnTo>
                <a:lnTo>
                  <a:pt x="36830" y="2381"/>
                </a:lnTo>
                <a:lnTo>
                  <a:pt x="18724" y="5357"/>
                </a:lnTo>
                <a:lnTo>
                  <a:pt x="0" y="9525"/>
                </a:lnTo>
                <a:lnTo>
                  <a:pt x="0" y="99060"/>
                </a:lnTo>
                <a:lnTo>
                  <a:pt x="156972" y="99060"/>
                </a:lnTo>
                <a:lnTo>
                  <a:pt x="156972" y="12827"/>
                </a:lnTo>
                <a:lnTo>
                  <a:pt x="137185" y="6750"/>
                </a:lnTo>
                <a:lnTo>
                  <a:pt x="116506" y="2793"/>
                </a:lnTo>
                <a:lnTo>
                  <a:pt x="95232" y="646"/>
                </a:lnTo>
                <a:lnTo>
                  <a:pt x="73660" y="0"/>
                </a:lnTo>
                <a:close/>
              </a:path>
            </a:pathLst>
          </a:custGeom>
          <a:solidFill>
            <a:srgbClr val="FFFFFF">
              <a:alpha val="1960"/>
            </a:srgbClr>
          </a:solidFill>
        </p:spPr>
        <p:txBody>
          <a:bodyPr wrap="square" lIns="0" tIns="0" rIns="0" bIns="0" rtlCol="0"/>
          <a:lstStyle/>
          <a:p>
            <a:endParaRPr/>
          </a:p>
        </p:txBody>
      </p:sp>
      <p:sp>
        <p:nvSpPr>
          <p:cNvPr id="154" name="bg object 154"/>
          <p:cNvSpPr/>
          <p:nvPr/>
        </p:nvSpPr>
        <p:spPr>
          <a:xfrm>
            <a:off x="7071360" y="1470659"/>
            <a:ext cx="152400" cy="152400"/>
          </a:xfrm>
          <a:custGeom>
            <a:avLst/>
            <a:gdLst/>
            <a:ahLst/>
            <a:cxnLst/>
            <a:rect l="l" t="t" r="r" b="b"/>
            <a:pathLst>
              <a:path w="152400" h="152400">
                <a:moveTo>
                  <a:pt x="152400" y="0"/>
                </a:moveTo>
                <a:lnTo>
                  <a:pt x="0" y="0"/>
                </a:lnTo>
                <a:lnTo>
                  <a:pt x="0" y="152400"/>
                </a:lnTo>
                <a:lnTo>
                  <a:pt x="152400" y="152400"/>
                </a:lnTo>
                <a:lnTo>
                  <a:pt x="152400" y="0"/>
                </a:lnTo>
                <a:close/>
              </a:path>
            </a:pathLst>
          </a:custGeom>
          <a:solidFill>
            <a:srgbClr val="FFFFFF">
              <a:alpha val="1960"/>
            </a:srgbClr>
          </a:solidFill>
        </p:spPr>
        <p:txBody>
          <a:bodyPr wrap="square" lIns="0" tIns="0" rIns="0" bIns="0" rtlCol="0"/>
          <a:lstStyle/>
          <a:p>
            <a:endParaRPr/>
          </a:p>
        </p:txBody>
      </p:sp>
      <p:sp>
        <p:nvSpPr>
          <p:cNvPr id="155" name="bg object 155"/>
          <p:cNvSpPr/>
          <p:nvPr/>
        </p:nvSpPr>
        <p:spPr>
          <a:xfrm>
            <a:off x="7571232" y="1460499"/>
            <a:ext cx="21590" cy="148590"/>
          </a:xfrm>
          <a:custGeom>
            <a:avLst/>
            <a:gdLst/>
            <a:ahLst/>
            <a:cxnLst/>
            <a:rect l="l" t="t" r="r" b="b"/>
            <a:pathLst>
              <a:path w="21590" h="148590">
                <a:moveTo>
                  <a:pt x="21336" y="80645"/>
                </a:moveTo>
                <a:lnTo>
                  <a:pt x="20802" y="63792"/>
                </a:lnTo>
                <a:lnTo>
                  <a:pt x="19431" y="46926"/>
                </a:lnTo>
                <a:lnTo>
                  <a:pt x="17475" y="30073"/>
                </a:lnTo>
                <a:lnTo>
                  <a:pt x="15240" y="13208"/>
                </a:lnTo>
                <a:lnTo>
                  <a:pt x="15240" y="12700"/>
                </a:lnTo>
                <a:lnTo>
                  <a:pt x="15240" y="2540"/>
                </a:lnTo>
                <a:lnTo>
                  <a:pt x="15240" y="0"/>
                </a:lnTo>
                <a:lnTo>
                  <a:pt x="0" y="0"/>
                </a:lnTo>
                <a:lnTo>
                  <a:pt x="0" y="2540"/>
                </a:lnTo>
                <a:lnTo>
                  <a:pt x="0" y="12700"/>
                </a:lnTo>
                <a:lnTo>
                  <a:pt x="0" y="148590"/>
                </a:lnTo>
                <a:lnTo>
                  <a:pt x="15240" y="148590"/>
                </a:lnTo>
                <a:lnTo>
                  <a:pt x="15240" y="135128"/>
                </a:lnTo>
                <a:lnTo>
                  <a:pt x="17475" y="122567"/>
                </a:lnTo>
                <a:lnTo>
                  <a:pt x="19431" y="109080"/>
                </a:lnTo>
                <a:lnTo>
                  <a:pt x="20802" y="95008"/>
                </a:lnTo>
                <a:lnTo>
                  <a:pt x="21336" y="80645"/>
                </a:lnTo>
                <a:close/>
              </a:path>
            </a:pathLst>
          </a:custGeom>
          <a:solidFill>
            <a:srgbClr val="FFFFFF">
              <a:alpha val="1960"/>
            </a:srgbClr>
          </a:solidFill>
        </p:spPr>
        <p:txBody>
          <a:bodyPr wrap="square" lIns="0" tIns="0" rIns="0" bIns="0" rtlCol="0"/>
          <a:lstStyle/>
          <a:p>
            <a:endParaRPr/>
          </a:p>
        </p:txBody>
      </p:sp>
      <p:sp>
        <p:nvSpPr>
          <p:cNvPr id="156" name="bg object 156"/>
          <p:cNvSpPr/>
          <p:nvPr/>
        </p:nvSpPr>
        <p:spPr>
          <a:xfrm>
            <a:off x="5059680" y="736599"/>
            <a:ext cx="106680" cy="109220"/>
          </a:xfrm>
          <a:custGeom>
            <a:avLst/>
            <a:gdLst/>
            <a:ahLst/>
            <a:cxnLst/>
            <a:rect l="l" t="t" r="r" b="b"/>
            <a:pathLst>
              <a:path w="106679" h="109219">
                <a:moveTo>
                  <a:pt x="106680" y="96520"/>
                </a:moveTo>
                <a:lnTo>
                  <a:pt x="100330" y="96520"/>
                </a:lnTo>
                <a:lnTo>
                  <a:pt x="92964" y="96520"/>
                </a:lnTo>
                <a:lnTo>
                  <a:pt x="92964" y="13208"/>
                </a:lnTo>
                <a:lnTo>
                  <a:pt x="12192" y="13208"/>
                </a:lnTo>
                <a:lnTo>
                  <a:pt x="12192" y="96520"/>
                </a:lnTo>
                <a:lnTo>
                  <a:pt x="0" y="96520"/>
                </a:lnTo>
                <a:lnTo>
                  <a:pt x="0" y="102870"/>
                </a:lnTo>
                <a:lnTo>
                  <a:pt x="0" y="109220"/>
                </a:lnTo>
                <a:lnTo>
                  <a:pt x="106680" y="109220"/>
                </a:lnTo>
                <a:lnTo>
                  <a:pt x="106680" y="102870"/>
                </a:lnTo>
                <a:lnTo>
                  <a:pt x="106680" y="96520"/>
                </a:lnTo>
                <a:close/>
              </a:path>
              <a:path w="106679" h="109219">
                <a:moveTo>
                  <a:pt x="106680" y="0"/>
                </a:moveTo>
                <a:lnTo>
                  <a:pt x="0" y="0"/>
                </a:lnTo>
                <a:lnTo>
                  <a:pt x="0" y="12700"/>
                </a:lnTo>
                <a:lnTo>
                  <a:pt x="106680" y="12700"/>
                </a:lnTo>
                <a:lnTo>
                  <a:pt x="106680" y="0"/>
                </a:lnTo>
                <a:close/>
              </a:path>
            </a:pathLst>
          </a:custGeom>
          <a:solidFill>
            <a:srgbClr val="FFFFFF">
              <a:alpha val="1960"/>
            </a:srgbClr>
          </a:solidFill>
        </p:spPr>
        <p:txBody>
          <a:bodyPr wrap="square" lIns="0" tIns="0" rIns="0" bIns="0" rtlCol="0"/>
          <a:lstStyle/>
          <a:p>
            <a:endParaRPr/>
          </a:p>
        </p:txBody>
      </p:sp>
      <p:sp>
        <p:nvSpPr>
          <p:cNvPr id="157" name="bg object 157"/>
          <p:cNvSpPr/>
          <p:nvPr/>
        </p:nvSpPr>
        <p:spPr>
          <a:xfrm>
            <a:off x="4442460" y="851915"/>
            <a:ext cx="83820" cy="85725"/>
          </a:xfrm>
          <a:custGeom>
            <a:avLst/>
            <a:gdLst/>
            <a:ahLst/>
            <a:cxnLst/>
            <a:rect l="l" t="t" r="r" b="b"/>
            <a:pathLst>
              <a:path w="83820" h="85725">
                <a:moveTo>
                  <a:pt x="83820" y="0"/>
                </a:moveTo>
                <a:lnTo>
                  <a:pt x="70866" y="0"/>
                </a:lnTo>
                <a:lnTo>
                  <a:pt x="70866" y="13081"/>
                </a:lnTo>
                <a:lnTo>
                  <a:pt x="70866" y="72263"/>
                </a:lnTo>
                <a:lnTo>
                  <a:pt x="12954" y="72263"/>
                </a:lnTo>
                <a:lnTo>
                  <a:pt x="12954" y="71628"/>
                </a:lnTo>
                <a:lnTo>
                  <a:pt x="70104" y="71628"/>
                </a:lnTo>
                <a:lnTo>
                  <a:pt x="70104" y="13716"/>
                </a:lnTo>
                <a:lnTo>
                  <a:pt x="12954" y="13716"/>
                </a:lnTo>
                <a:lnTo>
                  <a:pt x="12954" y="13081"/>
                </a:lnTo>
                <a:lnTo>
                  <a:pt x="70866" y="13081"/>
                </a:lnTo>
                <a:lnTo>
                  <a:pt x="70866" y="0"/>
                </a:lnTo>
                <a:lnTo>
                  <a:pt x="0" y="0"/>
                </a:lnTo>
                <a:lnTo>
                  <a:pt x="0" y="68961"/>
                </a:lnTo>
                <a:lnTo>
                  <a:pt x="3175" y="75438"/>
                </a:lnTo>
                <a:lnTo>
                  <a:pt x="6477" y="82042"/>
                </a:lnTo>
                <a:lnTo>
                  <a:pt x="9652" y="85344"/>
                </a:lnTo>
                <a:lnTo>
                  <a:pt x="83820" y="85344"/>
                </a:lnTo>
                <a:lnTo>
                  <a:pt x="83820" y="78740"/>
                </a:lnTo>
                <a:lnTo>
                  <a:pt x="83820" y="13081"/>
                </a:lnTo>
                <a:lnTo>
                  <a:pt x="83820" y="0"/>
                </a:lnTo>
                <a:close/>
              </a:path>
            </a:pathLst>
          </a:custGeom>
          <a:solidFill>
            <a:srgbClr val="FFFFFF">
              <a:alpha val="1960"/>
            </a:srgbClr>
          </a:solidFill>
        </p:spPr>
        <p:txBody>
          <a:bodyPr wrap="square" lIns="0" tIns="0" rIns="0" bIns="0" rtlCol="0"/>
          <a:lstStyle/>
          <a:p>
            <a:endParaRPr/>
          </a:p>
        </p:txBody>
      </p:sp>
      <p:sp>
        <p:nvSpPr>
          <p:cNvPr id="158" name="bg object 158"/>
          <p:cNvSpPr/>
          <p:nvPr/>
        </p:nvSpPr>
        <p:spPr>
          <a:xfrm>
            <a:off x="4721352" y="556259"/>
            <a:ext cx="190500" cy="190500"/>
          </a:xfrm>
          <a:custGeom>
            <a:avLst/>
            <a:gdLst/>
            <a:ahLst/>
            <a:cxnLst/>
            <a:rect l="l" t="t" r="r" b="b"/>
            <a:pathLst>
              <a:path w="190500" h="190500">
                <a:moveTo>
                  <a:pt x="190500" y="0"/>
                </a:moveTo>
                <a:lnTo>
                  <a:pt x="0" y="0"/>
                </a:lnTo>
                <a:lnTo>
                  <a:pt x="0" y="190500"/>
                </a:lnTo>
                <a:lnTo>
                  <a:pt x="190500" y="190500"/>
                </a:lnTo>
                <a:lnTo>
                  <a:pt x="190500" y="0"/>
                </a:lnTo>
                <a:close/>
              </a:path>
            </a:pathLst>
          </a:custGeom>
          <a:solidFill>
            <a:srgbClr val="FFFFFF">
              <a:alpha val="1960"/>
            </a:srgbClr>
          </a:solidFill>
        </p:spPr>
        <p:txBody>
          <a:bodyPr wrap="square" lIns="0" tIns="0" rIns="0" bIns="0" rtlCol="0"/>
          <a:lstStyle/>
          <a:p>
            <a:endParaRPr/>
          </a:p>
        </p:txBody>
      </p:sp>
      <p:sp>
        <p:nvSpPr>
          <p:cNvPr id="159" name="bg object 159"/>
          <p:cNvSpPr/>
          <p:nvPr/>
        </p:nvSpPr>
        <p:spPr>
          <a:xfrm>
            <a:off x="4738116" y="304799"/>
            <a:ext cx="158750" cy="158750"/>
          </a:xfrm>
          <a:custGeom>
            <a:avLst/>
            <a:gdLst/>
            <a:ahLst/>
            <a:cxnLst/>
            <a:rect l="l" t="t" r="r" b="b"/>
            <a:pathLst>
              <a:path w="158750" h="158750">
                <a:moveTo>
                  <a:pt x="158496" y="0"/>
                </a:moveTo>
                <a:lnTo>
                  <a:pt x="0" y="0"/>
                </a:lnTo>
                <a:lnTo>
                  <a:pt x="0" y="158496"/>
                </a:lnTo>
                <a:lnTo>
                  <a:pt x="158496" y="158496"/>
                </a:lnTo>
                <a:lnTo>
                  <a:pt x="158496" y="0"/>
                </a:lnTo>
                <a:close/>
              </a:path>
            </a:pathLst>
          </a:custGeom>
          <a:solidFill>
            <a:srgbClr val="FFFFFF">
              <a:alpha val="1960"/>
            </a:srgbClr>
          </a:solidFill>
        </p:spPr>
        <p:txBody>
          <a:bodyPr wrap="square" lIns="0" tIns="0" rIns="0" bIns="0" rtlCol="0"/>
          <a:lstStyle/>
          <a:p>
            <a:endParaRPr/>
          </a:p>
        </p:txBody>
      </p:sp>
      <p:sp>
        <p:nvSpPr>
          <p:cNvPr id="160" name="bg object 160"/>
          <p:cNvSpPr/>
          <p:nvPr/>
        </p:nvSpPr>
        <p:spPr>
          <a:xfrm>
            <a:off x="2330196" y="486155"/>
            <a:ext cx="135890" cy="137160"/>
          </a:xfrm>
          <a:custGeom>
            <a:avLst/>
            <a:gdLst/>
            <a:ahLst/>
            <a:cxnLst/>
            <a:rect l="l" t="t" r="r" b="b"/>
            <a:pathLst>
              <a:path w="135889" h="137159">
                <a:moveTo>
                  <a:pt x="135636" y="0"/>
                </a:moveTo>
                <a:lnTo>
                  <a:pt x="0" y="0"/>
                </a:lnTo>
                <a:lnTo>
                  <a:pt x="0" y="137160"/>
                </a:lnTo>
                <a:lnTo>
                  <a:pt x="135636" y="137160"/>
                </a:lnTo>
                <a:lnTo>
                  <a:pt x="135636" y="0"/>
                </a:lnTo>
                <a:close/>
              </a:path>
            </a:pathLst>
          </a:custGeom>
          <a:solidFill>
            <a:srgbClr val="FFFFFF">
              <a:alpha val="1960"/>
            </a:srgbClr>
          </a:solidFill>
        </p:spPr>
        <p:txBody>
          <a:bodyPr wrap="square" lIns="0" tIns="0" rIns="0" bIns="0" rtlCol="0"/>
          <a:lstStyle/>
          <a:p>
            <a:endParaRPr/>
          </a:p>
        </p:txBody>
      </p:sp>
      <p:sp>
        <p:nvSpPr>
          <p:cNvPr id="161" name="bg object 161"/>
          <p:cNvSpPr/>
          <p:nvPr/>
        </p:nvSpPr>
        <p:spPr>
          <a:xfrm>
            <a:off x="2161032" y="260603"/>
            <a:ext cx="59690" cy="41275"/>
          </a:xfrm>
          <a:custGeom>
            <a:avLst/>
            <a:gdLst/>
            <a:ahLst/>
            <a:cxnLst/>
            <a:rect l="l" t="t" r="r" b="b"/>
            <a:pathLst>
              <a:path w="59689" h="41275">
                <a:moveTo>
                  <a:pt x="59436" y="0"/>
                </a:moveTo>
                <a:lnTo>
                  <a:pt x="56261" y="0"/>
                </a:lnTo>
                <a:lnTo>
                  <a:pt x="50038" y="3175"/>
                </a:lnTo>
                <a:lnTo>
                  <a:pt x="46926" y="6286"/>
                </a:lnTo>
                <a:lnTo>
                  <a:pt x="38188" y="11493"/>
                </a:lnTo>
                <a:lnTo>
                  <a:pt x="30048" y="17526"/>
                </a:lnTo>
                <a:lnTo>
                  <a:pt x="22504" y="23571"/>
                </a:lnTo>
                <a:lnTo>
                  <a:pt x="15913" y="28448"/>
                </a:lnTo>
                <a:lnTo>
                  <a:pt x="15621" y="28448"/>
                </a:lnTo>
                <a:lnTo>
                  <a:pt x="9398" y="31623"/>
                </a:lnTo>
                <a:lnTo>
                  <a:pt x="6223" y="37973"/>
                </a:lnTo>
                <a:lnTo>
                  <a:pt x="0" y="41148"/>
                </a:lnTo>
                <a:lnTo>
                  <a:pt x="59436" y="41148"/>
                </a:lnTo>
                <a:lnTo>
                  <a:pt x="59436" y="34798"/>
                </a:lnTo>
                <a:lnTo>
                  <a:pt x="59436" y="0"/>
                </a:lnTo>
                <a:close/>
              </a:path>
            </a:pathLst>
          </a:custGeom>
          <a:solidFill>
            <a:srgbClr val="FFFFFF">
              <a:alpha val="1960"/>
            </a:srgbClr>
          </a:solidFill>
        </p:spPr>
        <p:txBody>
          <a:bodyPr wrap="square" lIns="0" tIns="0" rIns="0" bIns="0" rtlCol="0"/>
          <a:lstStyle/>
          <a:p>
            <a:endParaRPr/>
          </a:p>
        </p:txBody>
      </p:sp>
      <p:sp>
        <p:nvSpPr>
          <p:cNvPr id="162" name="bg object 162"/>
          <p:cNvSpPr/>
          <p:nvPr/>
        </p:nvSpPr>
        <p:spPr>
          <a:xfrm>
            <a:off x="22859" y="92964"/>
            <a:ext cx="6963918" cy="899921"/>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4800" b="1" i="0">
                <a:solidFill>
                  <a:schemeClr val="bg1"/>
                </a:solidFill>
                <a:latin typeface="Gothic Uralic"/>
                <a:cs typeface="Gothic Uralic"/>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800" b="0" i="0">
                <a:solidFill>
                  <a:srgbClr val="A6A6A6"/>
                </a:solidFill>
                <a:latin typeface="Arial"/>
                <a:cs typeface="Arial"/>
              </a:defRPr>
            </a:lvl1pPr>
          </a:lstStyle>
          <a:p>
            <a:pPr marL="12700">
              <a:lnSpc>
                <a:spcPct val="100000"/>
              </a:lnSpc>
              <a:spcBef>
                <a:spcPts val="25"/>
              </a:spcBef>
            </a:pPr>
            <a:r>
              <a:rPr dirty="0"/>
              <a:t>This slide</a:t>
            </a:r>
            <a:r>
              <a:rPr spc="65" dirty="0"/>
              <a:t> </a:t>
            </a:r>
            <a:r>
              <a:rPr dirty="0"/>
              <a:t>is </a:t>
            </a:r>
            <a:r>
              <a:rPr spc="-5" dirty="0"/>
              <a:t>100% editable. Adapt </a:t>
            </a:r>
            <a:r>
              <a:rPr dirty="0"/>
              <a:t>it to </a:t>
            </a:r>
            <a:r>
              <a:rPr spc="-5" dirty="0"/>
              <a:t>your needs and capture your audience's attention.</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4/6/2026</a:t>
            </a:fld>
            <a:endParaRPr lang="en-US"/>
          </a:p>
        </p:txBody>
      </p:sp>
      <p:sp>
        <p:nvSpPr>
          <p:cNvPr id="7" name="Holder 7"/>
          <p:cNvSpPr>
            <a:spLocks noGrp="1"/>
          </p:cNvSpPr>
          <p:nvPr>
            <p:ph type="sldNum" sz="quarter" idx="7"/>
          </p:nvPr>
        </p:nvSpPr>
        <p:spPr/>
        <p:txBody>
          <a:bodyPr lIns="0" tIns="0" rIns="0" bIns="0"/>
          <a:lstStyle>
            <a:lvl1pPr>
              <a:defRPr sz="800" b="0" i="0">
                <a:solidFill>
                  <a:schemeClr val="bg1"/>
                </a:solidFill>
                <a:latin typeface="Arial"/>
                <a:cs typeface="Arial"/>
              </a:defRPr>
            </a:lvl1pPr>
          </a:lstStyle>
          <a:p>
            <a:pPr marL="38100">
              <a:lnSpc>
                <a:spcPct val="100000"/>
              </a:lnSpc>
              <a:spcBef>
                <a:spcPts val="25"/>
              </a:spcBef>
            </a:pPr>
            <a:fld id="{81D60167-4931-47E6-BA6A-407CBD079E47}" type="slidenum">
              <a:rPr dirty="0"/>
              <a:pPr marL="38100">
                <a:lnSpc>
                  <a:spcPct val="100000"/>
                </a:lnSpc>
                <a:spcBef>
                  <a:spcPts val="25"/>
                </a:spcBef>
              </a:pPr>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chemeClr val="bg1"/>
                </a:solidFill>
                <a:latin typeface="Gothic Uralic"/>
                <a:cs typeface="Gothic Uralic"/>
              </a:defRPr>
            </a:lvl1pPr>
          </a:lstStyle>
          <a:p>
            <a:endParaRPr/>
          </a:p>
        </p:txBody>
      </p:sp>
      <p:sp>
        <p:nvSpPr>
          <p:cNvPr id="3" name="Holder 3"/>
          <p:cNvSpPr>
            <a:spLocks noGrp="1"/>
          </p:cNvSpPr>
          <p:nvPr>
            <p:ph type="ftr" sz="quarter" idx="5"/>
          </p:nvPr>
        </p:nvSpPr>
        <p:spPr/>
        <p:txBody>
          <a:bodyPr lIns="0" tIns="0" rIns="0" bIns="0"/>
          <a:lstStyle>
            <a:lvl1pPr>
              <a:defRPr sz="800" b="0" i="0">
                <a:solidFill>
                  <a:srgbClr val="A6A6A6"/>
                </a:solidFill>
                <a:latin typeface="Arial"/>
                <a:cs typeface="Arial"/>
              </a:defRPr>
            </a:lvl1pPr>
          </a:lstStyle>
          <a:p>
            <a:pPr marL="12700">
              <a:lnSpc>
                <a:spcPct val="100000"/>
              </a:lnSpc>
              <a:spcBef>
                <a:spcPts val="25"/>
              </a:spcBef>
            </a:pPr>
            <a:r>
              <a:rPr dirty="0"/>
              <a:t>This slide</a:t>
            </a:r>
            <a:r>
              <a:rPr spc="65" dirty="0"/>
              <a:t> </a:t>
            </a:r>
            <a:r>
              <a:rPr dirty="0"/>
              <a:t>is </a:t>
            </a:r>
            <a:r>
              <a:rPr spc="-5" dirty="0"/>
              <a:t>100% editable. Adapt </a:t>
            </a:r>
            <a:r>
              <a:rPr dirty="0"/>
              <a:t>it to </a:t>
            </a:r>
            <a:r>
              <a:rPr spc="-5" dirty="0"/>
              <a:t>your needs and capture your audience's attention.</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4/6/2026</a:t>
            </a:fld>
            <a:endParaRPr lang="en-US"/>
          </a:p>
        </p:txBody>
      </p:sp>
      <p:sp>
        <p:nvSpPr>
          <p:cNvPr id="5" name="Holder 5"/>
          <p:cNvSpPr>
            <a:spLocks noGrp="1"/>
          </p:cNvSpPr>
          <p:nvPr>
            <p:ph type="sldNum" sz="quarter" idx="7"/>
          </p:nvPr>
        </p:nvSpPr>
        <p:spPr/>
        <p:txBody>
          <a:bodyPr lIns="0" tIns="0" rIns="0" bIns="0"/>
          <a:lstStyle>
            <a:lvl1pPr>
              <a:defRPr sz="800" b="0" i="0">
                <a:solidFill>
                  <a:schemeClr val="bg1"/>
                </a:solidFill>
                <a:latin typeface="Arial"/>
                <a:cs typeface="Arial"/>
              </a:defRPr>
            </a:lvl1pPr>
          </a:lstStyle>
          <a:p>
            <a:pPr marL="38100">
              <a:lnSpc>
                <a:spcPct val="100000"/>
              </a:lnSpc>
              <a:spcBef>
                <a:spcPts val="25"/>
              </a:spcBef>
            </a:pPr>
            <a:fld id="{81D60167-4931-47E6-BA6A-407CBD079E47}" type="slidenum">
              <a:rPr dirty="0"/>
              <a:pPr marL="38100">
                <a:lnSpc>
                  <a:spcPct val="100000"/>
                </a:lnSpc>
                <a:spcBef>
                  <a:spcPts val="25"/>
                </a:spcBef>
              </a:pPr>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800" b="0" i="0">
                <a:solidFill>
                  <a:srgbClr val="A6A6A6"/>
                </a:solidFill>
                <a:latin typeface="Arial"/>
                <a:cs typeface="Arial"/>
              </a:defRPr>
            </a:lvl1pPr>
          </a:lstStyle>
          <a:p>
            <a:pPr marL="12700">
              <a:lnSpc>
                <a:spcPct val="100000"/>
              </a:lnSpc>
              <a:spcBef>
                <a:spcPts val="25"/>
              </a:spcBef>
            </a:pPr>
            <a:r>
              <a:rPr dirty="0"/>
              <a:t>This slide</a:t>
            </a:r>
            <a:r>
              <a:rPr spc="65" dirty="0"/>
              <a:t> </a:t>
            </a:r>
            <a:r>
              <a:rPr dirty="0"/>
              <a:t>is </a:t>
            </a:r>
            <a:r>
              <a:rPr spc="-5" dirty="0"/>
              <a:t>100% editable. Adapt </a:t>
            </a:r>
            <a:r>
              <a:rPr dirty="0"/>
              <a:t>it to </a:t>
            </a:r>
            <a:r>
              <a:rPr spc="-5" dirty="0"/>
              <a:t>your needs and capture your audience's attention.</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4/6/2026</a:t>
            </a:fld>
            <a:endParaRPr lang="en-US"/>
          </a:p>
        </p:txBody>
      </p:sp>
      <p:sp>
        <p:nvSpPr>
          <p:cNvPr id="4" name="Holder 4"/>
          <p:cNvSpPr>
            <a:spLocks noGrp="1"/>
          </p:cNvSpPr>
          <p:nvPr>
            <p:ph type="sldNum" sz="quarter" idx="7"/>
          </p:nvPr>
        </p:nvSpPr>
        <p:spPr/>
        <p:txBody>
          <a:bodyPr lIns="0" tIns="0" rIns="0" bIns="0"/>
          <a:lstStyle>
            <a:lvl1pPr>
              <a:defRPr sz="800" b="0" i="0">
                <a:solidFill>
                  <a:schemeClr val="bg1"/>
                </a:solidFill>
                <a:latin typeface="Arial"/>
                <a:cs typeface="Arial"/>
              </a:defRPr>
            </a:lvl1pPr>
          </a:lstStyle>
          <a:p>
            <a:pPr marL="38100">
              <a:lnSpc>
                <a:spcPct val="100000"/>
              </a:lnSpc>
              <a:spcBef>
                <a:spcPts val="25"/>
              </a:spcBef>
            </a:pPr>
            <a:fld id="{81D60167-4931-47E6-BA6A-407CBD079E47}" type="slidenum">
              <a:rPr dirty="0"/>
              <a:pPr marL="38100">
                <a:lnSpc>
                  <a:spcPct val="100000"/>
                </a:lnSpc>
                <a:spcBef>
                  <a:spcPts val="25"/>
                </a:spcBef>
              </a:pPr>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2">
            <a:lumMod val="60000"/>
            <a:lumOff val="40000"/>
          </a:schemeClr>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152B77"/>
          </a:solidFill>
        </p:spPr>
        <p:txBody>
          <a:bodyPr wrap="square" lIns="0" tIns="0" rIns="0" bIns="0" rtlCol="0"/>
          <a:lstStyle/>
          <a:p>
            <a:endParaRPr/>
          </a:p>
        </p:txBody>
      </p:sp>
      <p:sp>
        <p:nvSpPr>
          <p:cNvPr id="17" name="bg object 17"/>
          <p:cNvSpPr/>
          <p:nvPr/>
        </p:nvSpPr>
        <p:spPr>
          <a:xfrm>
            <a:off x="0" y="30480"/>
            <a:ext cx="12189460" cy="41275"/>
          </a:xfrm>
          <a:custGeom>
            <a:avLst/>
            <a:gdLst/>
            <a:ahLst/>
            <a:cxnLst/>
            <a:rect l="l" t="t" r="r" b="b"/>
            <a:pathLst>
              <a:path w="12189460" h="41275">
                <a:moveTo>
                  <a:pt x="12188952" y="0"/>
                </a:moveTo>
                <a:lnTo>
                  <a:pt x="0" y="0"/>
                </a:lnTo>
                <a:lnTo>
                  <a:pt x="0" y="41148"/>
                </a:lnTo>
                <a:lnTo>
                  <a:pt x="12188952" y="41148"/>
                </a:lnTo>
                <a:lnTo>
                  <a:pt x="12188952" y="0"/>
                </a:lnTo>
                <a:close/>
              </a:path>
            </a:pathLst>
          </a:custGeom>
          <a:solidFill>
            <a:srgbClr val="00D9CE"/>
          </a:solidFill>
        </p:spPr>
        <p:txBody>
          <a:bodyPr wrap="square" lIns="0" tIns="0" rIns="0" bIns="0" rtlCol="0"/>
          <a:lstStyle/>
          <a:p>
            <a:endParaRPr/>
          </a:p>
        </p:txBody>
      </p:sp>
      <p:sp>
        <p:nvSpPr>
          <p:cNvPr id="2" name="Holder 2"/>
          <p:cNvSpPr>
            <a:spLocks noGrp="1"/>
          </p:cNvSpPr>
          <p:nvPr>
            <p:ph type="title"/>
          </p:nvPr>
        </p:nvSpPr>
        <p:spPr>
          <a:xfrm>
            <a:off x="267106" y="2087626"/>
            <a:ext cx="3514090" cy="756919"/>
          </a:xfrm>
          <a:prstGeom prst="rect">
            <a:avLst/>
          </a:prstGeom>
        </p:spPr>
        <p:txBody>
          <a:bodyPr wrap="square" lIns="0" tIns="0" rIns="0" bIns="0">
            <a:spAutoFit/>
          </a:bodyPr>
          <a:lstStyle>
            <a:lvl1pPr>
              <a:defRPr sz="4800" b="1" i="0">
                <a:solidFill>
                  <a:schemeClr val="bg1"/>
                </a:solidFill>
                <a:latin typeface="Gothic Uralic"/>
                <a:cs typeface="Gothic Uralic"/>
              </a:defRPr>
            </a:lvl1pPr>
          </a:lstStyle>
          <a:p>
            <a:endParaRPr/>
          </a:p>
        </p:txBody>
      </p:sp>
      <p:sp>
        <p:nvSpPr>
          <p:cNvPr id="3" name="Holder 3"/>
          <p:cNvSpPr>
            <a:spLocks noGrp="1"/>
          </p:cNvSpPr>
          <p:nvPr>
            <p:ph type="body" idx="1"/>
          </p:nvPr>
        </p:nvSpPr>
        <p:spPr>
          <a:xfrm>
            <a:off x="406780" y="3059429"/>
            <a:ext cx="11375390" cy="2318385"/>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4070984" y="6684894"/>
            <a:ext cx="4046854" cy="139700"/>
          </a:xfrm>
          <a:prstGeom prst="rect">
            <a:avLst/>
          </a:prstGeom>
        </p:spPr>
        <p:txBody>
          <a:bodyPr wrap="square" lIns="0" tIns="0" rIns="0" bIns="0">
            <a:spAutoFit/>
          </a:bodyPr>
          <a:lstStyle>
            <a:lvl1pPr>
              <a:defRPr sz="800" b="0" i="0">
                <a:solidFill>
                  <a:srgbClr val="A6A6A6"/>
                </a:solidFill>
                <a:latin typeface="Arial"/>
                <a:cs typeface="Arial"/>
              </a:defRPr>
            </a:lvl1pPr>
          </a:lstStyle>
          <a:p>
            <a:pPr marL="12700">
              <a:lnSpc>
                <a:spcPct val="100000"/>
              </a:lnSpc>
              <a:spcBef>
                <a:spcPts val="25"/>
              </a:spcBef>
            </a:pPr>
            <a:r>
              <a:rPr dirty="0"/>
              <a:t>This slide</a:t>
            </a:r>
            <a:r>
              <a:rPr spc="65" dirty="0"/>
              <a:t> </a:t>
            </a:r>
            <a:r>
              <a:rPr dirty="0"/>
              <a:t>is </a:t>
            </a:r>
            <a:r>
              <a:rPr spc="-5" dirty="0"/>
              <a:t>100% editable. Adapt </a:t>
            </a:r>
            <a:r>
              <a:rPr dirty="0"/>
              <a:t>it to </a:t>
            </a:r>
            <a:r>
              <a:rPr spc="-5" dirty="0"/>
              <a:t>your needs and capture your audience's attention.</a:t>
            </a: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pPr/>
              <a:t>4/6/2026</a:t>
            </a:fld>
            <a:endParaRPr lang="en-US"/>
          </a:p>
        </p:txBody>
      </p:sp>
      <p:sp>
        <p:nvSpPr>
          <p:cNvPr id="6" name="Holder 6"/>
          <p:cNvSpPr>
            <a:spLocks noGrp="1"/>
          </p:cNvSpPr>
          <p:nvPr>
            <p:ph type="sldNum" sz="quarter" idx="7"/>
          </p:nvPr>
        </p:nvSpPr>
        <p:spPr>
          <a:xfrm>
            <a:off x="11807952" y="6652890"/>
            <a:ext cx="189229" cy="139700"/>
          </a:xfrm>
          <a:prstGeom prst="rect">
            <a:avLst/>
          </a:prstGeom>
        </p:spPr>
        <p:txBody>
          <a:bodyPr wrap="square" lIns="0" tIns="0" rIns="0" bIns="0">
            <a:spAutoFit/>
          </a:bodyPr>
          <a:lstStyle>
            <a:lvl1pPr>
              <a:defRPr sz="800" b="0" i="0">
                <a:solidFill>
                  <a:schemeClr val="bg1"/>
                </a:solidFill>
                <a:latin typeface="Arial"/>
                <a:cs typeface="Arial"/>
              </a:defRPr>
            </a:lvl1pPr>
          </a:lstStyle>
          <a:p>
            <a:pPr marL="38100">
              <a:lnSpc>
                <a:spcPct val="100000"/>
              </a:lnSpc>
              <a:spcBef>
                <a:spcPts val="25"/>
              </a:spcBef>
            </a:pPr>
            <a:fld id="{81D60167-4931-47E6-BA6A-407CBD079E47}" type="slidenum">
              <a:rPr dirty="0"/>
              <a:pPr marL="38100">
                <a:lnSpc>
                  <a:spcPct val="100000"/>
                </a:lnSpc>
                <a:spcBef>
                  <a:spcPts val="25"/>
                </a:spcBef>
              </a:pPr>
              <a:t>‹#›</a:t>
            </a:fld>
            <a:endParaRPr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s>
</file>

<file path=ppt/slides/_rels/slide5.xml.rels><?xml version="1.0" encoding="UTF-8" standalone="yes"?>
<Relationships xmlns="http://schemas.openxmlformats.org/package/2006/relationships"><Relationship Id="rId13" Type="http://schemas.openxmlformats.org/officeDocument/2006/relationships/image" Target="../media/image28.png"/><Relationship Id="rId18" Type="http://schemas.openxmlformats.org/officeDocument/2006/relationships/image" Target="../media/image33.png"/><Relationship Id="rId26" Type="http://schemas.openxmlformats.org/officeDocument/2006/relationships/image" Target="../media/image41.png"/><Relationship Id="rId21" Type="http://schemas.openxmlformats.org/officeDocument/2006/relationships/image" Target="../media/image36.png"/><Relationship Id="rId34" Type="http://schemas.openxmlformats.org/officeDocument/2006/relationships/image" Target="../media/image49.png"/><Relationship Id="rId7" Type="http://schemas.openxmlformats.org/officeDocument/2006/relationships/image" Target="../media/image22.png"/><Relationship Id="rId12" Type="http://schemas.openxmlformats.org/officeDocument/2006/relationships/image" Target="../media/image27.png"/><Relationship Id="rId17" Type="http://schemas.openxmlformats.org/officeDocument/2006/relationships/image" Target="../media/image32.png"/><Relationship Id="rId25" Type="http://schemas.openxmlformats.org/officeDocument/2006/relationships/image" Target="../media/image40.png"/><Relationship Id="rId33" Type="http://schemas.openxmlformats.org/officeDocument/2006/relationships/image" Target="../media/image48.png"/><Relationship Id="rId38" Type="http://schemas.openxmlformats.org/officeDocument/2006/relationships/image" Target="../media/image53.png"/><Relationship Id="rId2" Type="http://schemas.openxmlformats.org/officeDocument/2006/relationships/image" Target="../media/image17.png"/><Relationship Id="rId16" Type="http://schemas.openxmlformats.org/officeDocument/2006/relationships/image" Target="../media/image31.png"/><Relationship Id="rId20" Type="http://schemas.openxmlformats.org/officeDocument/2006/relationships/image" Target="../media/image35.png"/><Relationship Id="rId29" Type="http://schemas.openxmlformats.org/officeDocument/2006/relationships/image" Target="../media/image44.png"/><Relationship Id="rId1" Type="http://schemas.openxmlformats.org/officeDocument/2006/relationships/slideLayout" Target="../slideLayouts/slideLayout5.xml"/><Relationship Id="rId6" Type="http://schemas.openxmlformats.org/officeDocument/2006/relationships/image" Target="../media/image21.png"/><Relationship Id="rId11" Type="http://schemas.openxmlformats.org/officeDocument/2006/relationships/image" Target="../media/image26.png"/><Relationship Id="rId24" Type="http://schemas.openxmlformats.org/officeDocument/2006/relationships/image" Target="../media/image39.png"/><Relationship Id="rId32" Type="http://schemas.openxmlformats.org/officeDocument/2006/relationships/image" Target="../media/image47.png"/><Relationship Id="rId37" Type="http://schemas.openxmlformats.org/officeDocument/2006/relationships/image" Target="../media/image52.png"/><Relationship Id="rId5" Type="http://schemas.openxmlformats.org/officeDocument/2006/relationships/image" Target="../media/image20.png"/><Relationship Id="rId15" Type="http://schemas.openxmlformats.org/officeDocument/2006/relationships/image" Target="../media/image30.png"/><Relationship Id="rId23" Type="http://schemas.openxmlformats.org/officeDocument/2006/relationships/image" Target="../media/image38.png"/><Relationship Id="rId28" Type="http://schemas.openxmlformats.org/officeDocument/2006/relationships/image" Target="../media/image43.png"/><Relationship Id="rId36" Type="http://schemas.openxmlformats.org/officeDocument/2006/relationships/image" Target="../media/image51.png"/><Relationship Id="rId10" Type="http://schemas.openxmlformats.org/officeDocument/2006/relationships/image" Target="../media/image25.png"/><Relationship Id="rId19" Type="http://schemas.openxmlformats.org/officeDocument/2006/relationships/image" Target="../media/image34.png"/><Relationship Id="rId31" Type="http://schemas.openxmlformats.org/officeDocument/2006/relationships/image" Target="../media/image46.png"/><Relationship Id="rId4" Type="http://schemas.openxmlformats.org/officeDocument/2006/relationships/image" Target="../media/image19.png"/><Relationship Id="rId9" Type="http://schemas.openxmlformats.org/officeDocument/2006/relationships/image" Target="../media/image24.png"/><Relationship Id="rId14" Type="http://schemas.openxmlformats.org/officeDocument/2006/relationships/image" Target="../media/image29.png"/><Relationship Id="rId22" Type="http://schemas.openxmlformats.org/officeDocument/2006/relationships/image" Target="../media/image37.png"/><Relationship Id="rId27" Type="http://schemas.openxmlformats.org/officeDocument/2006/relationships/image" Target="../media/image42.png"/><Relationship Id="rId30" Type="http://schemas.openxmlformats.org/officeDocument/2006/relationships/image" Target="../media/image45.png"/><Relationship Id="rId35" Type="http://schemas.openxmlformats.org/officeDocument/2006/relationships/image" Target="../media/image50.png"/><Relationship Id="rId8" Type="http://schemas.openxmlformats.org/officeDocument/2006/relationships/image" Target="../media/image23.png"/><Relationship Id="rId3" Type="http://schemas.openxmlformats.org/officeDocument/2006/relationships/image" Target="../media/image18.png"/></Relationships>
</file>

<file path=ppt/slides/_rels/slide6.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8" Type="http://schemas.openxmlformats.org/officeDocument/2006/relationships/image" Target="../media/image61.png"/><Relationship Id="rId13" Type="http://schemas.openxmlformats.org/officeDocument/2006/relationships/image" Target="../media/image66.png"/><Relationship Id="rId18" Type="http://schemas.openxmlformats.org/officeDocument/2006/relationships/image" Target="../media/image71.png"/><Relationship Id="rId3" Type="http://schemas.openxmlformats.org/officeDocument/2006/relationships/image" Target="../media/image56.png"/><Relationship Id="rId21" Type="http://schemas.openxmlformats.org/officeDocument/2006/relationships/image" Target="../media/image74.png"/><Relationship Id="rId7" Type="http://schemas.openxmlformats.org/officeDocument/2006/relationships/image" Target="../media/image60.png"/><Relationship Id="rId12" Type="http://schemas.openxmlformats.org/officeDocument/2006/relationships/image" Target="../media/image65.png"/><Relationship Id="rId17" Type="http://schemas.openxmlformats.org/officeDocument/2006/relationships/image" Target="../media/image70.png"/><Relationship Id="rId25" Type="http://schemas.openxmlformats.org/officeDocument/2006/relationships/image" Target="../media/image78.png"/><Relationship Id="rId2" Type="http://schemas.openxmlformats.org/officeDocument/2006/relationships/image" Target="../media/image55.png"/><Relationship Id="rId16" Type="http://schemas.openxmlformats.org/officeDocument/2006/relationships/image" Target="../media/image69.png"/><Relationship Id="rId20" Type="http://schemas.openxmlformats.org/officeDocument/2006/relationships/image" Target="../media/image73.png"/><Relationship Id="rId1" Type="http://schemas.openxmlformats.org/officeDocument/2006/relationships/slideLayout" Target="../slideLayouts/slideLayout2.xml"/><Relationship Id="rId6" Type="http://schemas.openxmlformats.org/officeDocument/2006/relationships/image" Target="../media/image59.png"/><Relationship Id="rId11" Type="http://schemas.openxmlformats.org/officeDocument/2006/relationships/image" Target="../media/image64.png"/><Relationship Id="rId24" Type="http://schemas.openxmlformats.org/officeDocument/2006/relationships/image" Target="../media/image77.png"/><Relationship Id="rId5" Type="http://schemas.openxmlformats.org/officeDocument/2006/relationships/image" Target="../media/image58.png"/><Relationship Id="rId15" Type="http://schemas.openxmlformats.org/officeDocument/2006/relationships/image" Target="../media/image68.png"/><Relationship Id="rId23" Type="http://schemas.openxmlformats.org/officeDocument/2006/relationships/image" Target="../media/image76.png"/><Relationship Id="rId10" Type="http://schemas.openxmlformats.org/officeDocument/2006/relationships/image" Target="../media/image63.png"/><Relationship Id="rId19" Type="http://schemas.openxmlformats.org/officeDocument/2006/relationships/image" Target="../media/image72.png"/><Relationship Id="rId4" Type="http://schemas.openxmlformats.org/officeDocument/2006/relationships/image" Target="../media/image57.png"/><Relationship Id="rId9" Type="http://schemas.openxmlformats.org/officeDocument/2006/relationships/image" Target="../media/image62.png"/><Relationship Id="rId14" Type="http://schemas.openxmlformats.org/officeDocument/2006/relationships/image" Target="../media/image67.png"/><Relationship Id="rId22" Type="http://schemas.openxmlformats.org/officeDocument/2006/relationships/image" Target="../media/image75.png"/></Relationships>
</file>

<file path=ppt/slides/_rels/slide10.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86.png"/><Relationship Id="rId13" Type="http://schemas.openxmlformats.org/officeDocument/2006/relationships/image" Target="../media/image91.png"/><Relationship Id="rId18" Type="http://schemas.openxmlformats.org/officeDocument/2006/relationships/image" Target="../media/image96.png"/><Relationship Id="rId26" Type="http://schemas.openxmlformats.org/officeDocument/2006/relationships/image" Target="../media/image104.png"/><Relationship Id="rId3" Type="http://schemas.openxmlformats.org/officeDocument/2006/relationships/image" Target="../media/image81.png"/><Relationship Id="rId21" Type="http://schemas.openxmlformats.org/officeDocument/2006/relationships/image" Target="../media/image99.png"/><Relationship Id="rId7" Type="http://schemas.openxmlformats.org/officeDocument/2006/relationships/image" Target="../media/image85.png"/><Relationship Id="rId12" Type="http://schemas.openxmlformats.org/officeDocument/2006/relationships/image" Target="../media/image90.png"/><Relationship Id="rId17" Type="http://schemas.openxmlformats.org/officeDocument/2006/relationships/image" Target="../media/image95.png"/><Relationship Id="rId25" Type="http://schemas.openxmlformats.org/officeDocument/2006/relationships/image" Target="../media/image103.png"/><Relationship Id="rId2" Type="http://schemas.openxmlformats.org/officeDocument/2006/relationships/image" Target="../media/image80.png"/><Relationship Id="rId16" Type="http://schemas.openxmlformats.org/officeDocument/2006/relationships/image" Target="../media/image94.png"/><Relationship Id="rId20" Type="http://schemas.openxmlformats.org/officeDocument/2006/relationships/image" Target="../media/image98.png"/><Relationship Id="rId29" Type="http://schemas.openxmlformats.org/officeDocument/2006/relationships/image" Target="../media/image107.png"/><Relationship Id="rId1" Type="http://schemas.openxmlformats.org/officeDocument/2006/relationships/slideLayout" Target="../slideLayouts/slideLayout2.xml"/><Relationship Id="rId6" Type="http://schemas.openxmlformats.org/officeDocument/2006/relationships/image" Target="../media/image84.png"/><Relationship Id="rId11" Type="http://schemas.openxmlformats.org/officeDocument/2006/relationships/image" Target="../media/image89.png"/><Relationship Id="rId24" Type="http://schemas.openxmlformats.org/officeDocument/2006/relationships/image" Target="../media/image102.png"/><Relationship Id="rId32" Type="http://schemas.openxmlformats.org/officeDocument/2006/relationships/image" Target="../media/image110.png"/><Relationship Id="rId5" Type="http://schemas.openxmlformats.org/officeDocument/2006/relationships/image" Target="../media/image83.png"/><Relationship Id="rId15" Type="http://schemas.openxmlformats.org/officeDocument/2006/relationships/image" Target="../media/image93.png"/><Relationship Id="rId23" Type="http://schemas.openxmlformats.org/officeDocument/2006/relationships/image" Target="../media/image101.png"/><Relationship Id="rId28" Type="http://schemas.openxmlformats.org/officeDocument/2006/relationships/image" Target="../media/image106.png"/><Relationship Id="rId10" Type="http://schemas.openxmlformats.org/officeDocument/2006/relationships/image" Target="../media/image88.png"/><Relationship Id="rId19" Type="http://schemas.openxmlformats.org/officeDocument/2006/relationships/image" Target="../media/image97.png"/><Relationship Id="rId31" Type="http://schemas.openxmlformats.org/officeDocument/2006/relationships/image" Target="../media/image109.png"/><Relationship Id="rId4" Type="http://schemas.openxmlformats.org/officeDocument/2006/relationships/image" Target="../media/image82.png"/><Relationship Id="rId9" Type="http://schemas.openxmlformats.org/officeDocument/2006/relationships/image" Target="../media/image87.png"/><Relationship Id="rId14" Type="http://schemas.openxmlformats.org/officeDocument/2006/relationships/image" Target="../media/image92.png"/><Relationship Id="rId22" Type="http://schemas.openxmlformats.org/officeDocument/2006/relationships/image" Target="../media/image100.png"/><Relationship Id="rId27" Type="http://schemas.openxmlformats.org/officeDocument/2006/relationships/image" Target="../media/image105.png"/><Relationship Id="rId30" Type="http://schemas.openxmlformats.org/officeDocument/2006/relationships/image" Target="../media/image108.png"/></Relationships>
</file>

<file path=ppt/slides/_rels/slide13.xml.rels><?xml version="1.0" encoding="UTF-8" standalone="yes"?>
<Relationships xmlns="http://schemas.openxmlformats.org/package/2006/relationships"><Relationship Id="rId8" Type="http://schemas.openxmlformats.org/officeDocument/2006/relationships/image" Target="../media/image117.png"/><Relationship Id="rId13" Type="http://schemas.openxmlformats.org/officeDocument/2006/relationships/image" Target="../media/image122.png"/><Relationship Id="rId18" Type="http://schemas.openxmlformats.org/officeDocument/2006/relationships/image" Target="../media/image127.png"/><Relationship Id="rId3" Type="http://schemas.openxmlformats.org/officeDocument/2006/relationships/image" Target="../media/image112.png"/><Relationship Id="rId21" Type="http://schemas.openxmlformats.org/officeDocument/2006/relationships/image" Target="../media/image130.png"/><Relationship Id="rId7" Type="http://schemas.openxmlformats.org/officeDocument/2006/relationships/image" Target="../media/image116.png"/><Relationship Id="rId12" Type="http://schemas.openxmlformats.org/officeDocument/2006/relationships/image" Target="../media/image121.png"/><Relationship Id="rId17" Type="http://schemas.openxmlformats.org/officeDocument/2006/relationships/image" Target="../media/image126.png"/><Relationship Id="rId2" Type="http://schemas.openxmlformats.org/officeDocument/2006/relationships/image" Target="../media/image111.png"/><Relationship Id="rId16" Type="http://schemas.openxmlformats.org/officeDocument/2006/relationships/image" Target="../media/image125.png"/><Relationship Id="rId20" Type="http://schemas.openxmlformats.org/officeDocument/2006/relationships/image" Target="../media/image129.png"/><Relationship Id="rId1" Type="http://schemas.openxmlformats.org/officeDocument/2006/relationships/slideLayout" Target="../slideLayouts/slideLayout2.xml"/><Relationship Id="rId6" Type="http://schemas.openxmlformats.org/officeDocument/2006/relationships/image" Target="../media/image115.png"/><Relationship Id="rId11" Type="http://schemas.openxmlformats.org/officeDocument/2006/relationships/image" Target="../media/image120.png"/><Relationship Id="rId24" Type="http://schemas.openxmlformats.org/officeDocument/2006/relationships/image" Target="../media/image133.png"/><Relationship Id="rId5" Type="http://schemas.openxmlformats.org/officeDocument/2006/relationships/image" Target="../media/image114.png"/><Relationship Id="rId15" Type="http://schemas.openxmlformats.org/officeDocument/2006/relationships/image" Target="../media/image124.png"/><Relationship Id="rId23" Type="http://schemas.openxmlformats.org/officeDocument/2006/relationships/image" Target="../media/image132.png"/><Relationship Id="rId10" Type="http://schemas.openxmlformats.org/officeDocument/2006/relationships/image" Target="../media/image119.png"/><Relationship Id="rId19" Type="http://schemas.openxmlformats.org/officeDocument/2006/relationships/image" Target="../media/image128.png"/><Relationship Id="rId4" Type="http://schemas.openxmlformats.org/officeDocument/2006/relationships/image" Target="../media/image113.png"/><Relationship Id="rId9" Type="http://schemas.openxmlformats.org/officeDocument/2006/relationships/image" Target="../media/image118.png"/><Relationship Id="rId14" Type="http://schemas.openxmlformats.org/officeDocument/2006/relationships/image" Target="../media/image123.png"/><Relationship Id="rId22" Type="http://schemas.openxmlformats.org/officeDocument/2006/relationships/image" Target="../media/image131.png"/></Relationships>
</file>

<file path=ppt/slides/_rels/slide14.xml.rels><?xml version="1.0" encoding="UTF-8" standalone="yes"?>
<Relationships xmlns="http://schemas.openxmlformats.org/package/2006/relationships"><Relationship Id="rId8" Type="http://schemas.openxmlformats.org/officeDocument/2006/relationships/image" Target="../media/image140.png"/><Relationship Id="rId13" Type="http://schemas.openxmlformats.org/officeDocument/2006/relationships/image" Target="../media/image145.png"/><Relationship Id="rId3" Type="http://schemas.openxmlformats.org/officeDocument/2006/relationships/image" Target="../media/image135.png"/><Relationship Id="rId7" Type="http://schemas.openxmlformats.org/officeDocument/2006/relationships/image" Target="../media/image139.png"/><Relationship Id="rId12" Type="http://schemas.openxmlformats.org/officeDocument/2006/relationships/image" Target="../media/image144.png"/><Relationship Id="rId2" Type="http://schemas.openxmlformats.org/officeDocument/2006/relationships/image" Target="../media/image134.png"/><Relationship Id="rId1" Type="http://schemas.openxmlformats.org/officeDocument/2006/relationships/slideLayout" Target="../slideLayouts/slideLayout2.xml"/><Relationship Id="rId6" Type="http://schemas.openxmlformats.org/officeDocument/2006/relationships/image" Target="../media/image138.png"/><Relationship Id="rId11" Type="http://schemas.openxmlformats.org/officeDocument/2006/relationships/image" Target="../media/image143.png"/><Relationship Id="rId5" Type="http://schemas.openxmlformats.org/officeDocument/2006/relationships/image" Target="../media/image137.png"/><Relationship Id="rId15" Type="http://schemas.openxmlformats.org/officeDocument/2006/relationships/image" Target="../media/image147.png"/><Relationship Id="rId10" Type="http://schemas.openxmlformats.org/officeDocument/2006/relationships/image" Target="../media/image142.png"/><Relationship Id="rId4" Type="http://schemas.openxmlformats.org/officeDocument/2006/relationships/image" Target="../media/image136.png"/><Relationship Id="rId9" Type="http://schemas.openxmlformats.org/officeDocument/2006/relationships/image" Target="../media/image141.png"/><Relationship Id="rId14" Type="http://schemas.openxmlformats.org/officeDocument/2006/relationships/image" Target="../media/image146.png"/></Relationships>
</file>

<file path=ppt/slides/_rels/slide15.xml.rels><?xml version="1.0" encoding="UTF-8" standalone="yes"?>
<Relationships xmlns="http://schemas.openxmlformats.org/package/2006/relationships"><Relationship Id="rId8" Type="http://schemas.openxmlformats.org/officeDocument/2006/relationships/image" Target="../media/image150.png"/><Relationship Id="rId13" Type="http://schemas.openxmlformats.org/officeDocument/2006/relationships/image" Target="../media/image155.png"/><Relationship Id="rId18" Type="http://schemas.openxmlformats.org/officeDocument/2006/relationships/image" Target="../media/image160.png"/><Relationship Id="rId26" Type="http://schemas.openxmlformats.org/officeDocument/2006/relationships/image" Target="../media/image168.png"/><Relationship Id="rId3" Type="http://schemas.openxmlformats.org/officeDocument/2006/relationships/image" Target="../media/image128.png"/><Relationship Id="rId21" Type="http://schemas.openxmlformats.org/officeDocument/2006/relationships/image" Target="../media/image163.png"/><Relationship Id="rId7" Type="http://schemas.openxmlformats.org/officeDocument/2006/relationships/image" Target="../media/image149.png"/><Relationship Id="rId12" Type="http://schemas.openxmlformats.org/officeDocument/2006/relationships/image" Target="../media/image154.png"/><Relationship Id="rId17" Type="http://schemas.openxmlformats.org/officeDocument/2006/relationships/image" Target="../media/image159.png"/><Relationship Id="rId25" Type="http://schemas.openxmlformats.org/officeDocument/2006/relationships/image" Target="../media/image167.png"/><Relationship Id="rId2" Type="http://schemas.openxmlformats.org/officeDocument/2006/relationships/image" Target="../media/image148.png"/><Relationship Id="rId16" Type="http://schemas.openxmlformats.org/officeDocument/2006/relationships/image" Target="../media/image158.png"/><Relationship Id="rId20" Type="http://schemas.openxmlformats.org/officeDocument/2006/relationships/image" Target="../media/image162.png"/><Relationship Id="rId29" Type="http://schemas.openxmlformats.org/officeDocument/2006/relationships/image" Target="../media/image171.png"/><Relationship Id="rId1" Type="http://schemas.openxmlformats.org/officeDocument/2006/relationships/slideLayout" Target="../slideLayouts/slideLayout2.xml"/><Relationship Id="rId6" Type="http://schemas.openxmlformats.org/officeDocument/2006/relationships/image" Target="../media/image131.png"/><Relationship Id="rId11" Type="http://schemas.openxmlformats.org/officeDocument/2006/relationships/image" Target="../media/image153.png"/><Relationship Id="rId24" Type="http://schemas.openxmlformats.org/officeDocument/2006/relationships/image" Target="../media/image166.png"/><Relationship Id="rId5" Type="http://schemas.openxmlformats.org/officeDocument/2006/relationships/image" Target="../media/image130.png"/><Relationship Id="rId15" Type="http://schemas.openxmlformats.org/officeDocument/2006/relationships/image" Target="../media/image157.png"/><Relationship Id="rId23" Type="http://schemas.openxmlformats.org/officeDocument/2006/relationships/image" Target="../media/image165.png"/><Relationship Id="rId28" Type="http://schemas.openxmlformats.org/officeDocument/2006/relationships/image" Target="../media/image170.png"/><Relationship Id="rId10" Type="http://schemas.openxmlformats.org/officeDocument/2006/relationships/image" Target="../media/image152.png"/><Relationship Id="rId19" Type="http://schemas.openxmlformats.org/officeDocument/2006/relationships/image" Target="../media/image161.png"/><Relationship Id="rId4" Type="http://schemas.openxmlformats.org/officeDocument/2006/relationships/image" Target="../media/image129.png"/><Relationship Id="rId9" Type="http://schemas.openxmlformats.org/officeDocument/2006/relationships/image" Target="../media/image151.png"/><Relationship Id="rId14" Type="http://schemas.openxmlformats.org/officeDocument/2006/relationships/image" Target="../media/image156.png"/><Relationship Id="rId22" Type="http://schemas.openxmlformats.org/officeDocument/2006/relationships/image" Target="../media/image164.png"/><Relationship Id="rId27" Type="http://schemas.openxmlformats.org/officeDocument/2006/relationships/image" Target="../media/image169.png"/></Relationships>
</file>

<file path=ppt/slides/_rels/slide16.xml.rels><?xml version="1.0" encoding="UTF-8" standalone="yes"?>
<Relationships xmlns="http://schemas.openxmlformats.org/package/2006/relationships"><Relationship Id="rId8" Type="http://schemas.openxmlformats.org/officeDocument/2006/relationships/image" Target="../media/image178.png"/><Relationship Id="rId13" Type="http://schemas.openxmlformats.org/officeDocument/2006/relationships/image" Target="../media/image183.png"/><Relationship Id="rId18" Type="http://schemas.openxmlformats.org/officeDocument/2006/relationships/image" Target="../media/image188.png"/><Relationship Id="rId26" Type="http://schemas.openxmlformats.org/officeDocument/2006/relationships/image" Target="../media/image196.png"/><Relationship Id="rId3" Type="http://schemas.openxmlformats.org/officeDocument/2006/relationships/image" Target="../media/image173.png"/><Relationship Id="rId21" Type="http://schemas.openxmlformats.org/officeDocument/2006/relationships/image" Target="../media/image191.png"/><Relationship Id="rId7" Type="http://schemas.openxmlformats.org/officeDocument/2006/relationships/image" Target="../media/image177.png"/><Relationship Id="rId12" Type="http://schemas.openxmlformats.org/officeDocument/2006/relationships/image" Target="../media/image182.png"/><Relationship Id="rId17" Type="http://schemas.openxmlformats.org/officeDocument/2006/relationships/image" Target="../media/image187.png"/><Relationship Id="rId25" Type="http://schemas.openxmlformats.org/officeDocument/2006/relationships/image" Target="../media/image195.png"/><Relationship Id="rId2" Type="http://schemas.openxmlformats.org/officeDocument/2006/relationships/image" Target="../media/image172.png"/><Relationship Id="rId16" Type="http://schemas.openxmlformats.org/officeDocument/2006/relationships/image" Target="../media/image186.png"/><Relationship Id="rId20" Type="http://schemas.openxmlformats.org/officeDocument/2006/relationships/image" Target="../media/image190.png"/><Relationship Id="rId1" Type="http://schemas.openxmlformats.org/officeDocument/2006/relationships/slideLayout" Target="../slideLayouts/slideLayout3.xml"/><Relationship Id="rId6" Type="http://schemas.openxmlformats.org/officeDocument/2006/relationships/image" Target="../media/image176.png"/><Relationship Id="rId11" Type="http://schemas.openxmlformats.org/officeDocument/2006/relationships/image" Target="../media/image181.png"/><Relationship Id="rId24" Type="http://schemas.openxmlformats.org/officeDocument/2006/relationships/image" Target="../media/image194.png"/><Relationship Id="rId5" Type="http://schemas.openxmlformats.org/officeDocument/2006/relationships/image" Target="../media/image175.png"/><Relationship Id="rId15" Type="http://schemas.openxmlformats.org/officeDocument/2006/relationships/image" Target="../media/image185.png"/><Relationship Id="rId23" Type="http://schemas.openxmlformats.org/officeDocument/2006/relationships/image" Target="../media/image193.png"/><Relationship Id="rId10" Type="http://schemas.openxmlformats.org/officeDocument/2006/relationships/image" Target="../media/image180.png"/><Relationship Id="rId19" Type="http://schemas.openxmlformats.org/officeDocument/2006/relationships/image" Target="../media/image189.png"/><Relationship Id="rId4" Type="http://schemas.openxmlformats.org/officeDocument/2006/relationships/image" Target="../media/image174.png"/><Relationship Id="rId9" Type="http://schemas.openxmlformats.org/officeDocument/2006/relationships/image" Target="../media/image179.png"/><Relationship Id="rId14" Type="http://schemas.openxmlformats.org/officeDocument/2006/relationships/image" Target="../media/image184.png"/><Relationship Id="rId22" Type="http://schemas.openxmlformats.org/officeDocument/2006/relationships/image" Target="../media/image192.png"/><Relationship Id="rId27" Type="http://schemas.openxmlformats.org/officeDocument/2006/relationships/image" Target="../media/image197.png"/></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8.xml.rels><?xml version="1.0" encoding="UTF-8" standalone="yes"?>
<Relationships xmlns="http://schemas.openxmlformats.org/package/2006/relationships"><Relationship Id="rId3" Type="http://schemas.openxmlformats.org/officeDocument/2006/relationships/image" Target="../media/image199.png"/><Relationship Id="rId2" Type="http://schemas.openxmlformats.org/officeDocument/2006/relationships/image" Target="../media/image19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00.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4.xml.rels><?xml version="1.0" encoding="UTF-8" standalone="yes"?>
<Relationships xmlns="http://schemas.openxmlformats.org/package/2006/relationships"><Relationship Id="rId2" Type="http://schemas.openxmlformats.org/officeDocument/2006/relationships/image" Target="../media/image20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03.jpeg"/><Relationship Id="rId2" Type="http://schemas.openxmlformats.org/officeDocument/2006/relationships/image" Target="../media/image202.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7.xml.rels><?xml version="1.0" encoding="UTF-8" standalone="yes"?>
<Relationships xmlns="http://schemas.openxmlformats.org/package/2006/relationships"><Relationship Id="rId3" Type="http://schemas.openxmlformats.org/officeDocument/2006/relationships/image" Target="../media/image205.png"/><Relationship Id="rId2" Type="http://schemas.openxmlformats.org/officeDocument/2006/relationships/image" Target="../media/image204.jpeg"/><Relationship Id="rId1" Type="http://schemas.openxmlformats.org/officeDocument/2006/relationships/slideLayout" Target="../slideLayouts/slideLayout2.xml"/><Relationship Id="rId4" Type="http://schemas.openxmlformats.org/officeDocument/2006/relationships/image" Target="../media/image206.png"/></Relationships>
</file>

<file path=ppt/slides/_rels/slide28.xml.rels><?xml version="1.0" encoding="UTF-8" standalone="yes"?>
<Relationships xmlns="http://schemas.openxmlformats.org/package/2006/relationships"><Relationship Id="rId2" Type="http://schemas.openxmlformats.org/officeDocument/2006/relationships/image" Target="../media/image20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0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8" Type="http://schemas.openxmlformats.org/officeDocument/2006/relationships/image" Target="../media/image215.png"/><Relationship Id="rId13" Type="http://schemas.openxmlformats.org/officeDocument/2006/relationships/image" Target="../media/image220.png"/><Relationship Id="rId18" Type="http://schemas.openxmlformats.org/officeDocument/2006/relationships/image" Target="../media/image225.png"/><Relationship Id="rId26" Type="http://schemas.openxmlformats.org/officeDocument/2006/relationships/image" Target="../media/image233.png"/><Relationship Id="rId3" Type="http://schemas.openxmlformats.org/officeDocument/2006/relationships/image" Target="../media/image210.png"/><Relationship Id="rId21" Type="http://schemas.openxmlformats.org/officeDocument/2006/relationships/image" Target="../media/image228.png"/><Relationship Id="rId7" Type="http://schemas.openxmlformats.org/officeDocument/2006/relationships/image" Target="../media/image214.png"/><Relationship Id="rId12" Type="http://schemas.openxmlformats.org/officeDocument/2006/relationships/image" Target="../media/image219.png"/><Relationship Id="rId17" Type="http://schemas.openxmlformats.org/officeDocument/2006/relationships/image" Target="../media/image224.png"/><Relationship Id="rId25" Type="http://schemas.openxmlformats.org/officeDocument/2006/relationships/image" Target="../media/image232.png"/><Relationship Id="rId2" Type="http://schemas.openxmlformats.org/officeDocument/2006/relationships/image" Target="../media/image209.png"/><Relationship Id="rId16" Type="http://schemas.openxmlformats.org/officeDocument/2006/relationships/image" Target="../media/image223.png"/><Relationship Id="rId20" Type="http://schemas.openxmlformats.org/officeDocument/2006/relationships/image" Target="../media/image227.png"/><Relationship Id="rId1" Type="http://schemas.openxmlformats.org/officeDocument/2006/relationships/slideLayout" Target="../slideLayouts/slideLayout2.xml"/><Relationship Id="rId6" Type="http://schemas.openxmlformats.org/officeDocument/2006/relationships/image" Target="../media/image213.png"/><Relationship Id="rId11" Type="http://schemas.openxmlformats.org/officeDocument/2006/relationships/image" Target="../media/image218.png"/><Relationship Id="rId24" Type="http://schemas.openxmlformats.org/officeDocument/2006/relationships/image" Target="../media/image231.png"/><Relationship Id="rId5" Type="http://schemas.openxmlformats.org/officeDocument/2006/relationships/image" Target="../media/image212.png"/><Relationship Id="rId15" Type="http://schemas.openxmlformats.org/officeDocument/2006/relationships/image" Target="../media/image222.png"/><Relationship Id="rId23" Type="http://schemas.openxmlformats.org/officeDocument/2006/relationships/image" Target="../media/image230.png"/><Relationship Id="rId10" Type="http://schemas.openxmlformats.org/officeDocument/2006/relationships/image" Target="../media/image217.png"/><Relationship Id="rId19" Type="http://schemas.openxmlformats.org/officeDocument/2006/relationships/image" Target="../media/image226.png"/><Relationship Id="rId4" Type="http://schemas.openxmlformats.org/officeDocument/2006/relationships/image" Target="../media/image211.png"/><Relationship Id="rId9" Type="http://schemas.openxmlformats.org/officeDocument/2006/relationships/image" Target="../media/image216.png"/><Relationship Id="rId14" Type="http://schemas.openxmlformats.org/officeDocument/2006/relationships/image" Target="../media/image221.png"/><Relationship Id="rId22" Type="http://schemas.openxmlformats.org/officeDocument/2006/relationships/image" Target="../media/image229.png"/><Relationship Id="rId27" Type="http://schemas.openxmlformats.org/officeDocument/2006/relationships/image" Target="../media/image234.png"/></Relationships>
</file>

<file path=ppt/slides/_rels/slide31.xml.rels><?xml version="1.0" encoding="UTF-8" standalone="yes"?>
<Relationships xmlns="http://schemas.openxmlformats.org/package/2006/relationships"><Relationship Id="rId8" Type="http://schemas.openxmlformats.org/officeDocument/2006/relationships/image" Target="../media/image241.png"/><Relationship Id="rId13" Type="http://schemas.openxmlformats.org/officeDocument/2006/relationships/image" Target="../media/image246.png"/><Relationship Id="rId18" Type="http://schemas.openxmlformats.org/officeDocument/2006/relationships/image" Target="../media/image251.png"/><Relationship Id="rId26" Type="http://schemas.openxmlformats.org/officeDocument/2006/relationships/image" Target="../media/image259.png"/><Relationship Id="rId3" Type="http://schemas.openxmlformats.org/officeDocument/2006/relationships/image" Target="../media/image236.png"/><Relationship Id="rId21" Type="http://schemas.openxmlformats.org/officeDocument/2006/relationships/image" Target="../media/image254.png"/><Relationship Id="rId7" Type="http://schemas.openxmlformats.org/officeDocument/2006/relationships/image" Target="../media/image240.png"/><Relationship Id="rId12" Type="http://schemas.openxmlformats.org/officeDocument/2006/relationships/image" Target="../media/image245.png"/><Relationship Id="rId17" Type="http://schemas.openxmlformats.org/officeDocument/2006/relationships/image" Target="../media/image250.png"/><Relationship Id="rId25" Type="http://schemas.openxmlformats.org/officeDocument/2006/relationships/image" Target="../media/image258.png"/><Relationship Id="rId2" Type="http://schemas.openxmlformats.org/officeDocument/2006/relationships/image" Target="../media/image235.png"/><Relationship Id="rId16" Type="http://schemas.openxmlformats.org/officeDocument/2006/relationships/image" Target="../media/image249.png"/><Relationship Id="rId20" Type="http://schemas.openxmlformats.org/officeDocument/2006/relationships/image" Target="../media/image253.png"/><Relationship Id="rId1" Type="http://schemas.openxmlformats.org/officeDocument/2006/relationships/slideLayout" Target="../slideLayouts/slideLayout2.xml"/><Relationship Id="rId6" Type="http://schemas.openxmlformats.org/officeDocument/2006/relationships/image" Target="../media/image239.png"/><Relationship Id="rId11" Type="http://schemas.openxmlformats.org/officeDocument/2006/relationships/image" Target="../media/image244.png"/><Relationship Id="rId24" Type="http://schemas.openxmlformats.org/officeDocument/2006/relationships/image" Target="../media/image257.png"/><Relationship Id="rId5" Type="http://schemas.openxmlformats.org/officeDocument/2006/relationships/image" Target="../media/image238.png"/><Relationship Id="rId15" Type="http://schemas.openxmlformats.org/officeDocument/2006/relationships/image" Target="../media/image248.png"/><Relationship Id="rId23" Type="http://schemas.openxmlformats.org/officeDocument/2006/relationships/image" Target="../media/image256.png"/><Relationship Id="rId28" Type="http://schemas.openxmlformats.org/officeDocument/2006/relationships/image" Target="../media/image261.png"/><Relationship Id="rId10" Type="http://schemas.openxmlformats.org/officeDocument/2006/relationships/image" Target="../media/image243.png"/><Relationship Id="rId19" Type="http://schemas.openxmlformats.org/officeDocument/2006/relationships/image" Target="../media/image252.png"/><Relationship Id="rId4" Type="http://schemas.openxmlformats.org/officeDocument/2006/relationships/image" Target="../media/image237.png"/><Relationship Id="rId9" Type="http://schemas.openxmlformats.org/officeDocument/2006/relationships/image" Target="../media/image242.png"/><Relationship Id="rId14" Type="http://schemas.openxmlformats.org/officeDocument/2006/relationships/image" Target="../media/image247.png"/><Relationship Id="rId22" Type="http://schemas.openxmlformats.org/officeDocument/2006/relationships/image" Target="../media/image255.png"/><Relationship Id="rId27" Type="http://schemas.openxmlformats.org/officeDocument/2006/relationships/image" Target="../media/image260.png"/></Relationships>
</file>

<file path=ppt/slides/_rels/slide32.xml.rels><?xml version="1.0" encoding="UTF-8" standalone="yes"?>
<Relationships xmlns="http://schemas.openxmlformats.org/package/2006/relationships"><Relationship Id="rId13" Type="http://schemas.openxmlformats.org/officeDocument/2006/relationships/image" Target="../media/image273.png"/><Relationship Id="rId18" Type="http://schemas.openxmlformats.org/officeDocument/2006/relationships/image" Target="../media/image278.png"/><Relationship Id="rId26" Type="http://schemas.openxmlformats.org/officeDocument/2006/relationships/image" Target="../media/image286.png"/><Relationship Id="rId21" Type="http://schemas.openxmlformats.org/officeDocument/2006/relationships/image" Target="../media/image281.png"/><Relationship Id="rId34" Type="http://schemas.openxmlformats.org/officeDocument/2006/relationships/image" Target="../media/image294.png"/><Relationship Id="rId7" Type="http://schemas.openxmlformats.org/officeDocument/2006/relationships/image" Target="../media/image267.png"/><Relationship Id="rId12" Type="http://schemas.openxmlformats.org/officeDocument/2006/relationships/image" Target="../media/image272.png"/><Relationship Id="rId17" Type="http://schemas.openxmlformats.org/officeDocument/2006/relationships/image" Target="../media/image277.png"/><Relationship Id="rId25" Type="http://schemas.openxmlformats.org/officeDocument/2006/relationships/image" Target="../media/image285.png"/><Relationship Id="rId33" Type="http://schemas.openxmlformats.org/officeDocument/2006/relationships/image" Target="../media/image293.png"/><Relationship Id="rId38" Type="http://schemas.openxmlformats.org/officeDocument/2006/relationships/image" Target="../media/image298.png"/><Relationship Id="rId2" Type="http://schemas.openxmlformats.org/officeDocument/2006/relationships/image" Target="../media/image262.jpeg"/><Relationship Id="rId16" Type="http://schemas.openxmlformats.org/officeDocument/2006/relationships/image" Target="../media/image276.png"/><Relationship Id="rId20" Type="http://schemas.openxmlformats.org/officeDocument/2006/relationships/image" Target="../media/image280.png"/><Relationship Id="rId29" Type="http://schemas.openxmlformats.org/officeDocument/2006/relationships/image" Target="../media/image289.png"/><Relationship Id="rId1" Type="http://schemas.openxmlformats.org/officeDocument/2006/relationships/slideLayout" Target="../slideLayouts/slideLayout2.xml"/><Relationship Id="rId6" Type="http://schemas.openxmlformats.org/officeDocument/2006/relationships/image" Target="../media/image266.png"/><Relationship Id="rId11" Type="http://schemas.openxmlformats.org/officeDocument/2006/relationships/image" Target="../media/image271.png"/><Relationship Id="rId24" Type="http://schemas.openxmlformats.org/officeDocument/2006/relationships/image" Target="../media/image284.png"/><Relationship Id="rId32" Type="http://schemas.openxmlformats.org/officeDocument/2006/relationships/image" Target="../media/image292.png"/><Relationship Id="rId37" Type="http://schemas.openxmlformats.org/officeDocument/2006/relationships/image" Target="../media/image297.png"/><Relationship Id="rId5" Type="http://schemas.openxmlformats.org/officeDocument/2006/relationships/image" Target="../media/image265.png"/><Relationship Id="rId15" Type="http://schemas.openxmlformats.org/officeDocument/2006/relationships/image" Target="../media/image275.png"/><Relationship Id="rId23" Type="http://schemas.openxmlformats.org/officeDocument/2006/relationships/image" Target="../media/image283.png"/><Relationship Id="rId28" Type="http://schemas.openxmlformats.org/officeDocument/2006/relationships/image" Target="../media/image288.png"/><Relationship Id="rId36" Type="http://schemas.openxmlformats.org/officeDocument/2006/relationships/image" Target="../media/image296.png"/><Relationship Id="rId10" Type="http://schemas.openxmlformats.org/officeDocument/2006/relationships/image" Target="../media/image270.png"/><Relationship Id="rId19" Type="http://schemas.openxmlformats.org/officeDocument/2006/relationships/image" Target="../media/image279.png"/><Relationship Id="rId31" Type="http://schemas.openxmlformats.org/officeDocument/2006/relationships/image" Target="../media/image291.png"/><Relationship Id="rId4" Type="http://schemas.openxmlformats.org/officeDocument/2006/relationships/image" Target="../media/image264.png"/><Relationship Id="rId9" Type="http://schemas.openxmlformats.org/officeDocument/2006/relationships/image" Target="../media/image269.png"/><Relationship Id="rId14" Type="http://schemas.openxmlformats.org/officeDocument/2006/relationships/image" Target="../media/image274.png"/><Relationship Id="rId22" Type="http://schemas.openxmlformats.org/officeDocument/2006/relationships/image" Target="../media/image282.png"/><Relationship Id="rId27" Type="http://schemas.openxmlformats.org/officeDocument/2006/relationships/image" Target="../media/image287.png"/><Relationship Id="rId30" Type="http://schemas.openxmlformats.org/officeDocument/2006/relationships/image" Target="../media/image290.png"/><Relationship Id="rId35" Type="http://schemas.openxmlformats.org/officeDocument/2006/relationships/image" Target="../media/image295.png"/><Relationship Id="rId8" Type="http://schemas.openxmlformats.org/officeDocument/2006/relationships/image" Target="../media/image268.png"/><Relationship Id="rId3" Type="http://schemas.openxmlformats.org/officeDocument/2006/relationships/image" Target="../media/image263.png"/></Relationships>
</file>

<file path=ppt/slides/_rels/slide33.xml.rels><?xml version="1.0" encoding="UTF-8" standalone="yes"?>
<Relationships xmlns="http://schemas.openxmlformats.org/package/2006/relationships"><Relationship Id="rId8" Type="http://schemas.openxmlformats.org/officeDocument/2006/relationships/image" Target="../media/image305.png"/><Relationship Id="rId13" Type="http://schemas.openxmlformats.org/officeDocument/2006/relationships/image" Target="../media/image310.png"/><Relationship Id="rId18" Type="http://schemas.openxmlformats.org/officeDocument/2006/relationships/image" Target="../media/image315.png"/><Relationship Id="rId26" Type="http://schemas.openxmlformats.org/officeDocument/2006/relationships/image" Target="../media/image323.png"/><Relationship Id="rId3" Type="http://schemas.openxmlformats.org/officeDocument/2006/relationships/image" Target="../media/image300.png"/><Relationship Id="rId21" Type="http://schemas.openxmlformats.org/officeDocument/2006/relationships/image" Target="../media/image318.png"/><Relationship Id="rId7" Type="http://schemas.openxmlformats.org/officeDocument/2006/relationships/image" Target="../media/image304.png"/><Relationship Id="rId12" Type="http://schemas.openxmlformats.org/officeDocument/2006/relationships/image" Target="../media/image309.png"/><Relationship Id="rId17" Type="http://schemas.openxmlformats.org/officeDocument/2006/relationships/image" Target="../media/image314.png"/><Relationship Id="rId25" Type="http://schemas.openxmlformats.org/officeDocument/2006/relationships/image" Target="../media/image322.png"/><Relationship Id="rId2" Type="http://schemas.openxmlformats.org/officeDocument/2006/relationships/image" Target="../media/image299.png"/><Relationship Id="rId16" Type="http://schemas.openxmlformats.org/officeDocument/2006/relationships/image" Target="../media/image313.png"/><Relationship Id="rId20" Type="http://schemas.openxmlformats.org/officeDocument/2006/relationships/image" Target="../media/image317.png"/><Relationship Id="rId1" Type="http://schemas.openxmlformats.org/officeDocument/2006/relationships/slideLayout" Target="../slideLayouts/slideLayout2.xml"/><Relationship Id="rId6" Type="http://schemas.openxmlformats.org/officeDocument/2006/relationships/image" Target="../media/image303.png"/><Relationship Id="rId11" Type="http://schemas.openxmlformats.org/officeDocument/2006/relationships/image" Target="../media/image308.png"/><Relationship Id="rId24" Type="http://schemas.openxmlformats.org/officeDocument/2006/relationships/image" Target="../media/image321.png"/><Relationship Id="rId5" Type="http://schemas.openxmlformats.org/officeDocument/2006/relationships/image" Target="../media/image302.png"/><Relationship Id="rId15" Type="http://schemas.openxmlformats.org/officeDocument/2006/relationships/image" Target="../media/image312.png"/><Relationship Id="rId23" Type="http://schemas.openxmlformats.org/officeDocument/2006/relationships/image" Target="../media/image320.png"/><Relationship Id="rId10" Type="http://schemas.openxmlformats.org/officeDocument/2006/relationships/image" Target="../media/image307.png"/><Relationship Id="rId19" Type="http://schemas.openxmlformats.org/officeDocument/2006/relationships/image" Target="../media/image316.png"/><Relationship Id="rId4" Type="http://schemas.openxmlformats.org/officeDocument/2006/relationships/image" Target="../media/image301.png"/><Relationship Id="rId9" Type="http://schemas.openxmlformats.org/officeDocument/2006/relationships/image" Target="../media/image306.png"/><Relationship Id="rId14" Type="http://schemas.openxmlformats.org/officeDocument/2006/relationships/image" Target="../media/image311.png"/><Relationship Id="rId22" Type="http://schemas.openxmlformats.org/officeDocument/2006/relationships/image" Target="../media/image319.png"/></Relationships>
</file>

<file path=ppt/slides/_rels/slide34.xml.rels><?xml version="1.0" encoding="UTF-8" standalone="yes"?>
<Relationships xmlns="http://schemas.openxmlformats.org/package/2006/relationships"><Relationship Id="rId3" Type="http://schemas.openxmlformats.org/officeDocument/2006/relationships/image" Target="../media/image325.png"/><Relationship Id="rId2" Type="http://schemas.openxmlformats.org/officeDocument/2006/relationships/image" Target="../media/image324.png"/><Relationship Id="rId1" Type="http://schemas.openxmlformats.org/officeDocument/2006/relationships/slideLayout" Target="../slideLayouts/slideLayout2.xml"/><Relationship Id="rId4" Type="http://schemas.openxmlformats.org/officeDocument/2006/relationships/image" Target="../media/image326.png"/></Relationships>
</file>

<file path=ppt/slides/_rels/slide35.xml.rels><?xml version="1.0" encoding="UTF-8" standalone="yes"?>
<Relationships xmlns="http://schemas.openxmlformats.org/package/2006/relationships"><Relationship Id="rId13" Type="http://schemas.openxmlformats.org/officeDocument/2006/relationships/image" Target="../media/image338.png"/><Relationship Id="rId18" Type="http://schemas.openxmlformats.org/officeDocument/2006/relationships/image" Target="../media/image343.png"/><Relationship Id="rId26" Type="http://schemas.openxmlformats.org/officeDocument/2006/relationships/image" Target="../media/image351.png"/><Relationship Id="rId21" Type="http://schemas.openxmlformats.org/officeDocument/2006/relationships/image" Target="../media/image346.png"/><Relationship Id="rId34" Type="http://schemas.openxmlformats.org/officeDocument/2006/relationships/image" Target="../media/image359.png"/><Relationship Id="rId7" Type="http://schemas.openxmlformats.org/officeDocument/2006/relationships/image" Target="../media/image332.png"/><Relationship Id="rId12" Type="http://schemas.openxmlformats.org/officeDocument/2006/relationships/image" Target="../media/image337.png"/><Relationship Id="rId17" Type="http://schemas.openxmlformats.org/officeDocument/2006/relationships/image" Target="../media/image342.png"/><Relationship Id="rId25" Type="http://schemas.openxmlformats.org/officeDocument/2006/relationships/image" Target="../media/image350.png"/><Relationship Id="rId33" Type="http://schemas.openxmlformats.org/officeDocument/2006/relationships/image" Target="../media/image358.png"/><Relationship Id="rId38" Type="http://schemas.openxmlformats.org/officeDocument/2006/relationships/image" Target="../media/image363.png"/><Relationship Id="rId2" Type="http://schemas.openxmlformats.org/officeDocument/2006/relationships/image" Target="../media/image327.png"/><Relationship Id="rId16" Type="http://schemas.openxmlformats.org/officeDocument/2006/relationships/image" Target="../media/image341.png"/><Relationship Id="rId20" Type="http://schemas.openxmlformats.org/officeDocument/2006/relationships/image" Target="../media/image345.png"/><Relationship Id="rId29" Type="http://schemas.openxmlformats.org/officeDocument/2006/relationships/image" Target="../media/image354.png"/><Relationship Id="rId1" Type="http://schemas.openxmlformats.org/officeDocument/2006/relationships/slideLayout" Target="../slideLayouts/slideLayout2.xml"/><Relationship Id="rId6" Type="http://schemas.openxmlformats.org/officeDocument/2006/relationships/image" Target="../media/image331.png"/><Relationship Id="rId11" Type="http://schemas.openxmlformats.org/officeDocument/2006/relationships/image" Target="../media/image336.png"/><Relationship Id="rId24" Type="http://schemas.openxmlformats.org/officeDocument/2006/relationships/image" Target="../media/image349.png"/><Relationship Id="rId32" Type="http://schemas.openxmlformats.org/officeDocument/2006/relationships/image" Target="../media/image357.png"/><Relationship Id="rId37" Type="http://schemas.openxmlformats.org/officeDocument/2006/relationships/image" Target="../media/image362.png"/><Relationship Id="rId5" Type="http://schemas.openxmlformats.org/officeDocument/2006/relationships/image" Target="../media/image330.png"/><Relationship Id="rId15" Type="http://schemas.openxmlformats.org/officeDocument/2006/relationships/image" Target="../media/image340.png"/><Relationship Id="rId23" Type="http://schemas.openxmlformats.org/officeDocument/2006/relationships/image" Target="../media/image348.png"/><Relationship Id="rId28" Type="http://schemas.openxmlformats.org/officeDocument/2006/relationships/image" Target="../media/image353.png"/><Relationship Id="rId36" Type="http://schemas.openxmlformats.org/officeDocument/2006/relationships/image" Target="../media/image361.png"/><Relationship Id="rId10" Type="http://schemas.openxmlformats.org/officeDocument/2006/relationships/image" Target="../media/image335.png"/><Relationship Id="rId19" Type="http://schemas.openxmlformats.org/officeDocument/2006/relationships/image" Target="../media/image344.png"/><Relationship Id="rId31" Type="http://schemas.openxmlformats.org/officeDocument/2006/relationships/image" Target="../media/image356.png"/><Relationship Id="rId4" Type="http://schemas.openxmlformats.org/officeDocument/2006/relationships/image" Target="../media/image329.png"/><Relationship Id="rId9" Type="http://schemas.openxmlformats.org/officeDocument/2006/relationships/image" Target="../media/image334.png"/><Relationship Id="rId14" Type="http://schemas.openxmlformats.org/officeDocument/2006/relationships/image" Target="../media/image339.png"/><Relationship Id="rId22" Type="http://schemas.openxmlformats.org/officeDocument/2006/relationships/image" Target="../media/image347.png"/><Relationship Id="rId27" Type="http://schemas.openxmlformats.org/officeDocument/2006/relationships/image" Target="../media/image352.png"/><Relationship Id="rId30" Type="http://schemas.openxmlformats.org/officeDocument/2006/relationships/image" Target="../media/image355.png"/><Relationship Id="rId35" Type="http://schemas.openxmlformats.org/officeDocument/2006/relationships/image" Target="../media/image360.png"/><Relationship Id="rId8" Type="http://schemas.openxmlformats.org/officeDocument/2006/relationships/image" Target="../media/image333.png"/><Relationship Id="rId3" Type="http://schemas.openxmlformats.org/officeDocument/2006/relationships/image" Target="../media/image328.png"/></Relationships>
</file>

<file path=ppt/slides/_rels/slide36.xml.rels><?xml version="1.0" encoding="UTF-8" standalone="yes"?>
<Relationships xmlns="http://schemas.openxmlformats.org/package/2006/relationships"><Relationship Id="rId13" Type="http://schemas.openxmlformats.org/officeDocument/2006/relationships/image" Target="../media/image375.png"/><Relationship Id="rId18" Type="http://schemas.openxmlformats.org/officeDocument/2006/relationships/image" Target="../media/image380.png"/><Relationship Id="rId26" Type="http://schemas.openxmlformats.org/officeDocument/2006/relationships/image" Target="../media/image388.png"/><Relationship Id="rId39" Type="http://schemas.openxmlformats.org/officeDocument/2006/relationships/image" Target="../media/image401.png"/><Relationship Id="rId21" Type="http://schemas.openxmlformats.org/officeDocument/2006/relationships/image" Target="../media/image383.png"/><Relationship Id="rId34" Type="http://schemas.openxmlformats.org/officeDocument/2006/relationships/image" Target="../media/image396.png"/><Relationship Id="rId7" Type="http://schemas.openxmlformats.org/officeDocument/2006/relationships/image" Target="../media/image369.png"/><Relationship Id="rId2" Type="http://schemas.openxmlformats.org/officeDocument/2006/relationships/image" Target="../media/image364.png"/><Relationship Id="rId16" Type="http://schemas.openxmlformats.org/officeDocument/2006/relationships/image" Target="../media/image378.png"/><Relationship Id="rId20" Type="http://schemas.openxmlformats.org/officeDocument/2006/relationships/image" Target="../media/image382.png"/><Relationship Id="rId29" Type="http://schemas.openxmlformats.org/officeDocument/2006/relationships/image" Target="../media/image391.png"/><Relationship Id="rId41" Type="http://schemas.openxmlformats.org/officeDocument/2006/relationships/image" Target="../media/image363.png"/><Relationship Id="rId1" Type="http://schemas.openxmlformats.org/officeDocument/2006/relationships/slideLayout" Target="../slideLayouts/slideLayout2.xml"/><Relationship Id="rId6" Type="http://schemas.openxmlformats.org/officeDocument/2006/relationships/image" Target="../media/image368.png"/><Relationship Id="rId11" Type="http://schemas.openxmlformats.org/officeDocument/2006/relationships/image" Target="../media/image373.png"/><Relationship Id="rId24" Type="http://schemas.openxmlformats.org/officeDocument/2006/relationships/image" Target="../media/image386.png"/><Relationship Id="rId32" Type="http://schemas.openxmlformats.org/officeDocument/2006/relationships/image" Target="../media/image394.png"/><Relationship Id="rId37" Type="http://schemas.openxmlformats.org/officeDocument/2006/relationships/image" Target="../media/image399.png"/><Relationship Id="rId40" Type="http://schemas.openxmlformats.org/officeDocument/2006/relationships/image" Target="../media/image402.png"/><Relationship Id="rId5" Type="http://schemas.openxmlformats.org/officeDocument/2006/relationships/image" Target="../media/image367.png"/><Relationship Id="rId15" Type="http://schemas.openxmlformats.org/officeDocument/2006/relationships/image" Target="../media/image377.png"/><Relationship Id="rId23" Type="http://schemas.openxmlformats.org/officeDocument/2006/relationships/image" Target="../media/image385.png"/><Relationship Id="rId28" Type="http://schemas.openxmlformats.org/officeDocument/2006/relationships/image" Target="../media/image390.png"/><Relationship Id="rId36" Type="http://schemas.openxmlformats.org/officeDocument/2006/relationships/image" Target="../media/image398.png"/><Relationship Id="rId10" Type="http://schemas.openxmlformats.org/officeDocument/2006/relationships/image" Target="../media/image372.png"/><Relationship Id="rId19" Type="http://schemas.openxmlformats.org/officeDocument/2006/relationships/image" Target="../media/image381.png"/><Relationship Id="rId31" Type="http://schemas.openxmlformats.org/officeDocument/2006/relationships/image" Target="../media/image393.png"/><Relationship Id="rId4" Type="http://schemas.openxmlformats.org/officeDocument/2006/relationships/image" Target="../media/image366.png"/><Relationship Id="rId9" Type="http://schemas.openxmlformats.org/officeDocument/2006/relationships/image" Target="../media/image371.png"/><Relationship Id="rId14" Type="http://schemas.openxmlformats.org/officeDocument/2006/relationships/image" Target="../media/image376.png"/><Relationship Id="rId22" Type="http://schemas.openxmlformats.org/officeDocument/2006/relationships/image" Target="../media/image384.png"/><Relationship Id="rId27" Type="http://schemas.openxmlformats.org/officeDocument/2006/relationships/image" Target="../media/image389.png"/><Relationship Id="rId30" Type="http://schemas.openxmlformats.org/officeDocument/2006/relationships/image" Target="../media/image392.png"/><Relationship Id="rId35" Type="http://schemas.openxmlformats.org/officeDocument/2006/relationships/image" Target="../media/image397.png"/><Relationship Id="rId8" Type="http://schemas.openxmlformats.org/officeDocument/2006/relationships/image" Target="../media/image370.png"/><Relationship Id="rId3" Type="http://schemas.openxmlformats.org/officeDocument/2006/relationships/image" Target="../media/image365.png"/><Relationship Id="rId12" Type="http://schemas.openxmlformats.org/officeDocument/2006/relationships/image" Target="../media/image374.png"/><Relationship Id="rId17" Type="http://schemas.openxmlformats.org/officeDocument/2006/relationships/image" Target="../media/image379.png"/><Relationship Id="rId25" Type="http://schemas.openxmlformats.org/officeDocument/2006/relationships/image" Target="../media/image387.png"/><Relationship Id="rId33" Type="http://schemas.openxmlformats.org/officeDocument/2006/relationships/image" Target="../media/image395.png"/><Relationship Id="rId38" Type="http://schemas.openxmlformats.org/officeDocument/2006/relationships/image" Target="../media/image400.png"/></Relationships>
</file>

<file path=ppt/slides/_rels/slide37.xml.rels><?xml version="1.0" encoding="UTF-8" standalone="yes"?>
<Relationships xmlns="http://schemas.openxmlformats.org/package/2006/relationships"><Relationship Id="rId8" Type="http://schemas.openxmlformats.org/officeDocument/2006/relationships/image" Target="../media/image409.png"/><Relationship Id="rId13" Type="http://schemas.openxmlformats.org/officeDocument/2006/relationships/image" Target="../media/image414.png"/><Relationship Id="rId18" Type="http://schemas.openxmlformats.org/officeDocument/2006/relationships/image" Target="../media/image419.png"/><Relationship Id="rId3" Type="http://schemas.openxmlformats.org/officeDocument/2006/relationships/image" Target="../media/image404.png"/><Relationship Id="rId21" Type="http://schemas.openxmlformats.org/officeDocument/2006/relationships/image" Target="../media/image422.png"/><Relationship Id="rId7" Type="http://schemas.openxmlformats.org/officeDocument/2006/relationships/image" Target="../media/image408.png"/><Relationship Id="rId12" Type="http://schemas.openxmlformats.org/officeDocument/2006/relationships/image" Target="../media/image413.png"/><Relationship Id="rId17" Type="http://schemas.openxmlformats.org/officeDocument/2006/relationships/image" Target="../media/image418.png"/><Relationship Id="rId2" Type="http://schemas.openxmlformats.org/officeDocument/2006/relationships/image" Target="../media/image403.png"/><Relationship Id="rId16" Type="http://schemas.openxmlformats.org/officeDocument/2006/relationships/image" Target="../media/image417.png"/><Relationship Id="rId20" Type="http://schemas.openxmlformats.org/officeDocument/2006/relationships/image" Target="../media/image421.png"/><Relationship Id="rId1" Type="http://schemas.openxmlformats.org/officeDocument/2006/relationships/slideLayout" Target="../slideLayouts/slideLayout2.xml"/><Relationship Id="rId6" Type="http://schemas.openxmlformats.org/officeDocument/2006/relationships/image" Target="../media/image407.png"/><Relationship Id="rId11" Type="http://schemas.openxmlformats.org/officeDocument/2006/relationships/image" Target="../media/image412.png"/><Relationship Id="rId5" Type="http://schemas.openxmlformats.org/officeDocument/2006/relationships/image" Target="../media/image406.png"/><Relationship Id="rId15" Type="http://schemas.openxmlformats.org/officeDocument/2006/relationships/image" Target="../media/image416.png"/><Relationship Id="rId23" Type="http://schemas.openxmlformats.org/officeDocument/2006/relationships/image" Target="../media/image363.png"/><Relationship Id="rId10" Type="http://schemas.openxmlformats.org/officeDocument/2006/relationships/image" Target="../media/image411.png"/><Relationship Id="rId19" Type="http://schemas.openxmlformats.org/officeDocument/2006/relationships/image" Target="../media/image420.png"/><Relationship Id="rId4" Type="http://schemas.openxmlformats.org/officeDocument/2006/relationships/image" Target="../media/image405.png"/><Relationship Id="rId9" Type="http://schemas.openxmlformats.org/officeDocument/2006/relationships/image" Target="../media/image410.png"/><Relationship Id="rId14" Type="http://schemas.openxmlformats.org/officeDocument/2006/relationships/image" Target="../media/image415.png"/><Relationship Id="rId22" Type="http://schemas.openxmlformats.org/officeDocument/2006/relationships/image" Target="../media/image423.png"/></Relationships>
</file>

<file path=ppt/slides/_rels/slide38.xml.rels><?xml version="1.0" encoding="UTF-8" standalone="yes"?>
<Relationships xmlns="http://schemas.openxmlformats.org/package/2006/relationships"><Relationship Id="rId13" Type="http://schemas.openxmlformats.org/officeDocument/2006/relationships/image" Target="../media/image304.png"/><Relationship Id="rId18" Type="http://schemas.openxmlformats.org/officeDocument/2006/relationships/image" Target="../media/image434.png"/><Relationship Id="rId26" Type="http://schemas.openxmlformats.org/officeDocument/2006/relationships/image" Target="../media/image439.png"/><Relationship Id="rId39" Type="http://schemas.openxmlformats.org/officeDocument/2006/relationships/image" Target="../media/image452.png"/><Relationship Id="rId21" Type="http://schemas.openxmlformats.org/officeDocument/2006/relationships/image" Target="../media/image154.png"/><Relationship Id="rId34" Type="http://schemas.openxmlformats.org/officeDocument/2006/relationships/image" Target="../media/image447.png"/><Relationship Id="rId7" Type="http://schemas.openxmlformats.org/officeDocument/2006/relationships/image" Target="../media/image130.png"/><Relationship Id="rId2" Type="http://schemas.openxmlformats.org/officeDocument/2006/relationships/image" Target="../media/image424.png"/><Relationship Id="rId16" Type="http://schemas.openxmlformats.org/officeDocument/2006/relationships/image" Target="../media/image432.png"/><Relationship Id="rId20" Type="http://schemas.openxmlformats.org/officeDocument/2006/relationships/image" Target="../media/image436.png"/><Relationship Id="rId29" Type="http://schemas.openxmlformats.org/officeDocument/2006/relationships/image" Target="../media/image442.png"/><Relationship Id="rId41" Type="http://schemas.openxmlformats.org/officeDocument/2006/relationships/image" Target="../media/image363.png"/><Relationship Id="rId1" Type="http://schemas.openxmlformats.org/officeDocument/2006/relationships/slideLayout" Target="../slideLayouts/slideLayout2.xml"/><Relationship Id="rId6" Type="http://schemas.openxmlformats.org/officeDocument/2006/relationships/image" Target="../media/image426.png"/><Relationship Id="rId11" Type="http://schemas.openxmlformats.org/officeDocument/2006/relationships/image" Target="../media/image300.png"/><Relationship Id="rId24" Type="http://schemas.openxmlformats.org/officeDocument/2006/relationships/image" Target="../media/image437.png"/><Relationship Id="rId32" Type="http://schemas.openxmlformats.org/officeDocument/2006/relationships/image" Target="../media/image445.png"/><Relationship Id="rId37" Type="http://schemas.openxmlformats.org/officeDocument/2006/relationships/image" Target="../media/image450.png"/><Relationship Id="rId40" Type="http://schemas.openxmlformats.org/officeDocument/2006/relationships/image" Target="../media/image453.png"/><Relationship Id="rId5" Type="http://schemas.openxmlformats.org/officeDocument/2006/relationships/image" Target="../media/image129.png"/><Relationship Id="rId15" Type="http://schemas.openxmlformats.org/officeDocument/2006/relationships/image" Target="../media/image431.png"/><Relationship Id="rId23" Type="http://schemas.openxmlformats.org/officeDocument/2006/relationships/image" Target="../media/image162.png"/><Relationship Id="rId28" Type="http://schemas.openxmlformats.org/officeDocument/2006/relationships/image" Target="../media/image441.png"/><Relationship Id="rId36" Type="http://schemas.openxmlformats.org/officeDocument/2006/relationships/image" Target="../media/image449.png"/><Relationship Id="rId10" Type="http://schemas.openxmlformats.org/officeDocument/2006/relationships/image" Target="../media/image428.png"/><Relationship Id="rId19" Type="http://schemas.openxmlformats.org/officeDocument/2006/relationships/image" Target="../media/image435.png"/><Relationship Id="rId31" Type="http://schemas.openxmlformats.org/officeDocument/2006/relationships/image" Target="../media/image444.png"/><Relationship Id="rId4" Type="http://schemas.openxmlformats.org/officeDocument/2006/relationships/image" Target="../media/image128.png"/><Relationship Id="rId9" Type="http://schemas.openxmlformats.org/officeDocument/2006/relationships/image" Target="../media/image427.png"/><Relationship Id="rId14" Type="http://schemas.openxmlformats.org/officeDocument/2006/relationships/image" Target="../media/image430.png"/><Relationship Id="rId22" Type="http://schemas.openxmlformats.org/officeDocument/2006/relationships/image" Target="../media/image161.png"/><Relationship Id="rId27" Type="http://schemas.openxmlformats.org/officeDocument/2006/relationships/image" Target="../media/image440.png"/><Relationship Id="rId30" Type="http://schemas.openxmlformats.org/officeDocument/2006/relationships/image" Target="../media/image443.png"/><Relationship Id="rId35" Type="http://schemas.openxmlformats.org/officeDocument/2006/relationships/image" Target="../media/image448.png"/><Relationship Id="rId8" Type="http://schemas.openxmlformats.org/officeDocument/2006/relationships/image" Target="../media/image131.png"/><Relationship Id="rId3" Type="http://schemas.openxmlformats.org/officeDocument/2006/relationships/image" Target="../media/image425.png"/><Relationship Id="rId12" Type="http://schemas.openxmlformats.org/officeDocument/2006/relationships/image" Target="../media/image429.png"/><Relationship Id="rId17" Type="http://schemas.openxmlformats.org/officeDocument/2006/relationships/image" Target="../media/image433.png"/><Relationship Id="rId25" Type="http://schemas.openxmlformats.org/officeDocument/2006/relationships/image" Target="../media/image438.png"/><Relationship Id="rId33" Type="http://schemas.openxmlformats.org/officeDocument/2006/relationships/image" Target="../media/image446.png"/><Relationship Id="rId38" Type="http://schemas.openxmlformats.org/officeDocument/2006/relationships/image" Target="../media/image451.png"/></Relationships>
</file>

<file path=ppt/slides/_rels/slide39.xml.rels><?xml version="1.0" encoding="UTF-8" standalone="yes"?>
<Relationships xmlns="http://schemas.openxmlformats.org/package/2006/relationships"><Relationship Id="rId13" Type="http://schemas.openxmlformats.org/officeDocument/2006/relationships/image" Target="../media/image465.png"/><Relationship Id="rId18" Type="http://schemas.openxmlformats.org/officeDocument/2006/relationships/image" Target="../media/image470.png"/><Relationship Id="rId26" Type="http://schemas.openxmlformats.org/officeDocument/2006/relationships/image" Target="../media/image478.png"/><Relationship Id="rId39" Type="http://schemas.openxmlformats.org/officeDocument/2006/relationships/image" Target="../media/image491.png"/><Relationship Id="rId21" Type="http://schemas.openxmlformats.org/officeDocument/2006/relationships/image" Target="../media/image473.png"/><Relationship Id="rId34" Type="http://schemas.openxmlformats.org/officeDocument/2006/relationships/image" Target="../media/image486.png"/><Relationship Id="rId42" Type="http://schemas.openxmlformats.org/officeDocument/2006/relationships/image" Target="../media/image494.png"/><Relationship Id="rId7" Type="http://schemas.openxmlformats.org/officeDocument/2006/relationships/image" Target="../media/image459.png"/><Relationship Id="rId2" Type="http://schemas.openxmlformats.org/officeDocument/2006/relationships/image" Target="../media/image454.png"/><Relationship Id="rId16" Type="http://schemas.openxmlformats.org/officeDocument/2006/relationships/image" Target="../media/image468.png"/><Relationship Id="rId20" Type="http://schemas.openxmlformats.org/officeDocument/2006/relationships/image" Target="../media/image472.png"/><Relationship Id="rId29" Type="http://schemas.openxmlformats.org/officeDocument/2006/relationships/image" Target="../media/image481.png"/><Relationship Id="rId41" Type="http://schemas.openxmlformats.org/officeDocument/2006/relationships/image" Target="../media/image493.png"/><Relationship Id="rId1" Type="http://schemas.openxmlformats.org/officeDocument/2006/relationships/slideLayout" Target="../slideLayouts/slideLayout2.xml"/><Relationship Id="rId6" Type="http://schemas.openxmlformats.org/officeDocument/2006/relationships/image" Target="../media/image458.png"/><Relationship Id="rId11" Type="http://schemas.openxmlformats.org/officeDocument/2006/relationships/image" Target="../media/image463.png"/><Relationship Id="rId24" Type="http://schemas.openxmlformats.org/officeDocument/2006/relationships/image" Target="../media/image476.png"/><Relationship Id="rId32" Type="http://schemas.openxmlformats.org/officeDocument/2006/relationships/image" Target="../media/image484.png"/><Relationship Id="rId37" Type="http://schemas.openxmlformats.org/officeDocument/2006/relationships/image" Target="../media/image489.png"/><Relationship Id="rId40" Type="http://schemas.openxmlformats.org/officeDocument/2006/relationships/image" Target="../media/image492.png"/><Relationship Id="rId5" Type="http://schemas.openxmlformats.org/officeDocument/2006/relationships/image" Target="../media/image457.png"/><Relationship Id="rId15" Type="http://schemas.openxmlformats.org/officeDocument/2006/relationships/image" Target="../media/image467.png"/><Relationship Id="rId23" Type="http://schemas.openxmlformats.org/officeDocument/2006/relationships/image" Target="../media/image475.png"/><Relationship Id="rId28" Type="http://schemas.openxmlformats.org/officeDocument/2006/relationships/image" Target="../media/image480.png"/><Relationship Id="rId36" Type="http://schemas.openxmlformats.org/officeDocument/2006/relationships/image" Target="../media/image488.png"/><Relationship Id="rId10" Type="http://schemas.openxmlformats.org/officeDocument/2006/relationships/image" Target="../media/image462.png"/><Relationship Id="rId19" Type="http://schemas.openxmlformats.org/officeDocument/2006/relationships/image" Target="../media/image471.png"/><Relationship Id="rId31" Type="http://schemas.openxmlformats.org/officeDocument/2006/relationships/image" Target="../media/image483.png"/><Relationship Id="rId4" Type="http://schemas.openxmlformats.org/officeDocument/2006/relationships/image" Target="../media/image456.png"/><Relationship Id="rId9" Type="http://schemas.openxmlformats.org/officeDocument/2006/relationships/image" Target="../media/image461.png"/><Relationship Id="rId14" Type="http://schemas.openxmlformats.org/officeDocument/2006/relationships/image" Target="../media/image466.png"/><Relationship Id="rId22" Type="http://schemas.openxmlformats.org/officeDocument/2006/relationships/image" Target="../media/image474.png"/><Relationship Id="rId27" Type="http://schemas.openxmlformats.org/officeDocument/2006/relationships/image" Target="../media/image479.png"/><Relationship Id="rId30" Type="http://schemas.openxmlformats.org/officeDocument/2006/relationships/image" Target="../media/image482.png"/><Relationship Id="rId35" Type="http://schemas.openxmlformats.org/officeDocument/2006/relationships/image" Target="../media/image487.png"/><Relationship Id="rId43" Type="http://schemas.openxmlformats.org/officeDocument/2006/relationships/image" Target="../media/image363.png"/><Relationship Id="rId8" Type="http://schemas.openxmlformats.org/officeDocument/2006/relationships/image" Target="../media/image460.png"/><Relationship Id="rId3" Type="http://schemas.openxmlformats.org/officeDocument/2006/relationships/image" Target="../media/image455.png"/><Relationship Id="rId12" Type="http://schemas.openxmlformats.org/officeDocument/2006/relationships/image" Target="../media/image464.png"/><Relationship Id="rId17" Type="http://schemas.openxmlformats.org/officeDocument/2006/relationships/image" Target="../media/image469.png"/><Relationship Id="rId25" Type="http://schemas.openxmlformats.org/officeDocument/2006/relationships/image" Target="../media/image477.png"/><Relationship Id="rId33" Type="http://schemas.openxmlformats.org/officeDocument/2006/relationships/image" Target="../media/image485.png"/><Relationship Id="rId38" Type="http://schemas.openxmlformats.org/officeDocument/2006/relationships/image" Target="../media/image49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18D5E-8392-463F-BD98-C1202D5FEBA3}"/>
              </a:ext>
            </a:extLst>
          </p:cNvPr>
          <p:cNvSpPr>
            <a:spLocks noGrp="1"/>
          </p:cNvSpPr>
          <p:nvPr>
            <p:ph type="title" idx="4294967295"/>
          </p:nvPr>
        </p:nvSpPr>
        <p:spPr>
          <a:xfrm>
            <a:off x="1905000" y="228600"/>
            <a:ext cx="11164888" cy="574453"/>
          </a:xfrm>
        </p:spPr>
        <p:txBody>
          <a:bodyPr/>
          <a:lstStyle/>
          <a:p>
            <a:r>
              <a:rPr lang="en-US" sz="3733" dirty="0">
                <a:solidFill>
                  <a:srgbClr val="000000"/>
                </a:solidFill>
                <a:latin typeface="+mj-lt"/>
              </a:rPr>
              <a:t>Introduction to Artificial Intelligence (AI)</a:t>
            </a:r>
            <a:endParaRPr lang="en-IN" sz="3733" dirty="0">
              <a:latin typeface="+mj-lt"/>
            </a:endParaRPr>
          </a:p>
        </p:txBody>
      </p:sp>
      <p:pic>
        <p:nvPicPr>
          <p:cNvPr id="1028" name="Picture 4" descr="What is Artificial Intelligence? How AI Works &amp; Key Concepts">
            <a:extLst>
              <a:ext uri="{FF2B5EF4-FFF2-40B4-BE49-F238E27FC236}">
                <a16:creationId xmlns:a16="http://schemas.microsoft.com/office/drawing/2014/main" id="{B0EFAEE7-C7E3-32A0-503D-A85ED0F945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157288"/>
            <a:ext cx="11277600" cy="54721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756939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23F8535-4ADD-CA9B-A816-3A1E56A021E4}"/>
              </a:ext>
            </a:extLst>
          </p:cNvPr>
          <p:cNvPicPr>
            <a:picLocks noChangeAspect="1"/>
          </p:cNvPicPr>
          <p:nvPr/>
        </p:nvPicPr>
        <p:blipFill>
          <a:blip r:embed="rId2"/>
          <a:stretch>
            <a:fillRect/>
          </a:stretch>
        </p:blipFill>
        <p:spPr>
          <a:xfrm>
            <a:off x="2133600" y="838200"/>
            <a:ext cx="8610599" cy="5181599"/>
          </a:xfrm>
          <a:prstGeom prst="rect">
            <a:avLst/>
          </a:prstGeom>
        </p:spPr>
      </p:pic>
    </p:spTree>
    <p:extLst>
      <p:ext uri="{BB962C8B-B14F-4D97-AF65-F5344CB8AC3E}">
        <p14:creationId xmlns:p14="http://schemas.microsoft.com/office/powerpoint/2010/main" val="1242144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69C07-A799-40FB-AF1A-FFF05E3D9F45}"/>
              </a:ext>
            </a:extLst>
          </p:cNvPr>
          <p:cNvSpPr>
            <a:spLocks noGrp="1"/>
          </p:cNvSpPr>
          <p:nvPr>
            <p:ph type="title"/>
          </p:nvPr>
        </p:nvSpPr>
        <p:spPr>
          <a:xfrm>
            <a:off x="580103" y="457200"/>
            <a:ext cx="4685453" cy="410433"/>
          </a:xfrm>
        </p:spPr>
        <p:txBody>
          <a:bodyPr/>
          <a:lstStyle/>
          <a:p>
            <a:r>
              <a:rPr lang="en-US" sz="2667" dirty="0"/>
              <a:t>Definition : AI</a:t>
            </a:r>
            <a:endParaRPr lang="en-IN" sz="2667" dirty="0"/>
          </a:p>
        </p:txBody>
      </p:sp>
      <p:sp>
        <p:nvSpPr>
          <p:cNvPr id="3" name="Text Placeholder 2">
            <a:extLst>
              <a:ext uri="{FF2B5EF4-FFF2-40B4-BE49-F238E27FC236}">
                <a16:creationId xmlns:a16="http://schemas.microsoft.com/office/drawing/2014/main" id="{A69751D1-E246-4837-BD57-E3ED91F7E024}"/>
              </a:ext>
            </a:extLst>
          </p:cNvPr>
          <p:cNvSpPr>
            <a:spLocks noGrp="1"/>
          </p:cNvSpPr>
          <p:nvPr>
            <p:ph type="body" idx="1"/>
          </p:nvPr>
        </p:nvSpPr>
        <p:spPr>
          <a:xfrm>
            <a:off x="609600" y="1255013"/>
            <a:ext cx="10972400" cy="3570401"/>
          </a:xfrm>
        </p:spPr>
        <p:txBody>
          <a:bodyPr/>
          <a:lstStyle/>
          <a:p>
            <a:r>
              <a:rPr lang="en-US" sz="2133" dirty="0">
                <a:solidFill>
                  <a:schemeClr val="bg1"/>
                </a:solidFill>
              </a:rPr>
              <a:t>AI can be defined as the ability of a computer / machine to perform extremely complex tasks (that are associated with humans) with extreme proficiency</a:t>
            </a:r>
          </a:p>
          <a:p>
            <a:r>
              <a:rPr lang="en-US" sz="2133" dirty="0">
                <a:solidFill>
                  <a:schemeClr val="bg1"/>
                </a:solidFill>
              </a:rPr>
              <a:t>Why human intelligence ?</a:t>
            </a:r>
            <a:endParaRPr lang="en-IN" sz="1600" dirty="0">
              <a:solidFill>
                <a:schemeClr val="bg1"/>
              </a:solidFill>
            </a:endParaRPr>
          </a:p>
          <a:p>
            <a:pPr lvl="1">
              <a:buFont typeface="Wingdings" panose="05000000000000000000" pitchFamily="2" charset="2"/>
              <a:buChar char="ü"/>
            </a:pPr>
            <a:r>
              <a:rPr lang="en-US" sz="1867" dirty="0">
                <a:solidFill>
                  <a:schemeClr val="bg1"/>
                </a:solidFill>
              </a:rPr>
              <a:t>A</a:t>
            </a:r>
            <a:r>
              <a:rPr lang="en-IN" sz="1867" dirty="0" err="1">
                <a:solidFill>
                  <a:schemeClr val="bg1"/>
                </a:solidFill>
              </a:rPr>
              <a:t>bility</a:t>
            </a:r>
            <a:r>
              <a:rPr lang="en-IN" sz="1867" dirty="0">
                <a:solidFill>
                  <a:schemeClr val="bg1"/>
                </a:solidFill>
              </a:rPr>
              <a:t> to adjust with the change in environment</a:t>
            </a:r>
          </a:p>
          <a:p>
            <a:pPr lvl="1">
              <a:buFont typeface="Wingdings" panose="05000000000000000000" pitchFamily="2" charset="2"/>
              <a:buChar char="ü"/>
            </a:pPr>
            <a:r>
              <a:rPr lang="en-US" sz="1867" dirty="0">
                <a:solidFill>
                  <a:schemeClr val="bg1"/>
                </a:solidFill>
              </a:rPr>
              <a:t>H</a:t>
            </a:r>
            <a:r>
              <a:rPr lang="en-IN" sz="1867" dirty="0" err="1">
                <a:solidFill>
                  <a:schemeClr val="bg1"/>
                </a:solidFill>
              </a:rPr>
              <a:t>umans</a:t>
            </a:r>
            <a:r>
              <a:rPr lang="en-IN" sz="1867" dirty="0">
                <a:solidFill>
                  <a:schemeClr val="bg1"/>
                </a:solidFill>
              </a:rPr>
              <a:t> have multiple traits / abilities</a:t>
            </a:r>
            <a:endParaRPr lang="en-IN" sz="2133" dirty="0">
              <a:solidFill>
                <a:schemeClr val="bg1"/>
              </a:solidFill>
            </a:endParaRPr>
          </a:p>
          <a:p>
            <a:pPr>
              <a:buFont typeface="Arial" panose="020B0604020202020204" pitchFamily="34" charset="0"/>
              <a:buChar char="•"/>
            </a:pPr>
            <a:r>
              <a:rPr lang="en-US" sz="2133" dirty="0">
                <a:solidFill>
                  <a:schemeClr val="bg1"/>
                </a:solidFill>
              </a:rPr>
              <a:t>A</a:t>
            </a:r>
            <a:r>
              <a:rPr lang="en-IN" sz="2133" dirty="0">
                <a:solidFill>
                  <a:schemeClr val="bg1"/>
                </a:solidFill>
              </a:rPr>
              <a:t>I relies on the following features</a:t>
            </a:r>
          </a:p>
          <a:p>
            <a:pPr lvl="1">
              <a:buFont typeface="Wingdings" panose="05000000000000000000" pitchFamily="2" charset="2"/>
              <a:buChar char="ü"/>
            </a:pPr>
            <a:r>
              <a:rPr lang="en-US" sz="1867" dirty="0">
                <a:solidFill>
                  <a:schemeClr val="bg1"/>
                </a:solidFill>
              </a:rPr>
              <a:t>A</a:t>
            </a:r>
            <a:r>
              <a:rPr lang="en-IN" sz="1867" dirty="0" err="1">
                <a:solidFill>
                  <a:schemeClr val="bg1"/>
                </a:solidFill>
              </a:rPr>
              <a:t>bility</a:t>
            </a:r>
            <a:r>
              <a:rPr lang="en-IN" sz="1867" dirty="0">
                <a:solidFill>
                  <a:schemeClr val="bg1"/>
                </a:solidFill>
              </a:rPr>
              <a:t> to learn</a:t>
            </a:r>
          </a:p>
          <a:p>
            <a:pPr lvl="1">
              <a:buFont typeface="Wingdings" panose="05000000000000000000" pitchFamily="2" charset="2"/>
              <a:buChar char="ü"/>
            </a:pPr>
            <a:r>
              <a:rPr lang="en-IN" sz="1867" dirty="0">
                <a:solidFill>
                  <a:schemeClr val="bg1"/>
                </a:solidFill>
              </a:rPr>
              <a:t>Ability to reason</a:t>
            </a:r>
          </a:p>
          <a:p>
            <a:pPr lvl="1">
              <a:buFont typeface="Wingdings" panose="05000000000000000000" pitchFamily="2" charset="2"/>
              <a:buChar char="ü"/>
            </a:pPr>
            <a:r>
              <a:rPr lang="en-US" sz="1867" dirty="0">
                <a:solidFill>
                  <a:schemeClr val="bg1"/>
                </a:solidFill>
              </a:rPr>
              <a:t>P</a:t>
            </a:r>
            <a:r>
              <a:rPr lang="en-IN" sz="1867" dirty="0" err="1">
                <a:solidFill>
                  <a:schemeClr val="bg1"/>
                </a:solidFill>
              </a:rPr>
              <a:t>roblem</a:t>
            </a:r>
            <a:r>
              <a:rPr lang="en-IN" sz="1867" dirty="0">
                <a:solidFill>
                  <a:schemeClr val="bg1"/>
                </a:solidFill>
              </a:rPr>
              <a:t> solving</a:t>
            </a:r>
          </a:p>
          <a:p>
            <a:pPr lvl="1">
              <a:buFont typeface="Wingdings" panose="05000000000000000000" pitchFamily="2" charset="2"/>
              <a:buChar char="ü"/>
            </a:pPr>
            <a:r>
              <a:rPr lang="en-US" sz="1867" dirty="0">
                <a:solidFill>
                  <a:schemeClr val="bg1"/>
                </a:solidFill>
              </a:rPr>
              <a:t>P</a:t>
            </a:r>
            <a:r>
              <a:rPr lang="en-IN" sz="1867" dirty="0" err="1">
                <a:solidFill>
                  <a:schemeClr val="bg1"/>
                </a:solidFill>
              </a:rPr>
              <a:t>erception</a:t>
            </a:r>
            <a:endParaRPr lang="en-IN" sz="1867" dirty="0">
              <a:solidFill>
                <a:schemeClr val="bg1"/>
              </a:solidFill>
            </a:endParaRPr>
          </a:p>
          <a:p>
            <a:pPr lvl="1">
              <a:buFont typeface="Wingdings" panose="05000000000000000000" pitchFamily="2" charset="2"/>
              <a:buChar char="ü"/>
            </a:pPr>
            <a:r>
              <a:rPr lang="en-US" sz="1867" dirty="0">
                <a:solidFill>
                  <a:schemeClr val="bg1"/>
                </a:solidFill>
              </a:rPr>
              <a:t>L</a:t>
            </a:r>
            <a:r>
              <a:rPr lang="en-IN" sz="1867" dirty="0" err="1">
                <a:solidFill>
                  <a:schemeClr val="bg1"/>
                </a:solidFill>
              </a:rPr>
              <a:t>anguage</a:t>
            </a:r>
            <a:endParaRPr lang="en-IN" sz="1867" dirty="0">
              <a:solidFill>
                <a:schemeClr val="bg1"/>
              </a:solidFill>
            </a:endParaRPr>
          </a:p>
          <a:p>
            <a:pPr lvl="1">
              <a:buFont typeface="Arial" panose="020B0604020202020204" pitchFamily="34" charset="0"/>
              <a:buChar char="•"/>
            </a:pPr>
            <a:endParaRPr lang="en-US" sz="1600" dirty="0"/>
          </a:p>
        </p:txBody>
      </p:sp>
    </p:spTree>
    <p:extLst>
      <p:ext uri="{BB962C8B-B14F-4D97-AF65-F5344CB8AC3E}">
        <p14:creationId xmlns:p14="http://schemas.microsoft.com/office/powerpoint/2010/main" val="21488689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263753" y="204343"/>
            <a:ext cx="5772150" cy="513715"/>
          </a:xfrm>
          <a:prstGeom prst="rect">
            <a:avLst/>
          </a:prstGeom>
        </p:spPr>
        <p:txBody>
          <a:bodyPr vert="horz" wrap="square" lIns="0" tIns="12700" rIns="0" bIns="0" rtlCol="0">
            <a:spAutoFit/>
          </a:bodyPr>
          <a:lstStyle/>
          <a:p>
            <a:pPr marL="12700">
              <a:lnSpc>
                <a:spcPct val="100000"/>
              </a:lnSpc>
              <a:spcBef>
                <a:spcPts val="100"/>
              </a:spcBef>
            </a:pPr>
            <a:r>
              <a:rPr sz="3200" dirty="0"/>
              <a:t>Types </a:t>
            </a:r>
            <a:r>
              <a:rPr sz="3200" spc="-5" dirty="0"/>
              <a:t>of </a:t>
            </a:r>
            <a:r>
              <a:rPr sz="3200" dirty="0"/>
              <a:t>Artificial</a:t>
            </a:r>
            <a:r>
              <a:rPr sz="3200" spc="-50" dirty="0"/>
              <a:t> </a:t>
            </a:r>
            <a:r>
              <a:rPr sz="3200" dirty="0"/>
              <a:t>Intelligence</a:t>
            </a:r>
            <a:endParaRPr sz="3200"/>
          </a:p>
        </p:txBody>
      </p:sp>
      <p:sp>
        <p:nvSpPr>
          <p:cNvPr id="4" name="object 4"/>
          <p:cNvSpPr/>
          <p:nvPr/>
        </p:nvSpPr>
        <p:spPr>
          <a:xfrm>
            <a:off x="11807952" y="6621777"/>
            <a:ext cx="197370" cy="232397"/>
          </a:xfrm>
          <a:prstGeom prst="rect">
            <a:avLst/>
          </a:prstGeom>
          <a:blipFill>
            <a:blip r:embed="rId2" cstate="print"/>
            <a:stretch>
              <a:fillRect/>
            </a:stretch>
          </a:blipFill>
        </p:spPr>
        <p:txBody>
          <a:bodyPr wrap="square" lIns="0" tIns="0" rIns="0" bIns="0" rtlCol="0"/>
          <a:lstStyle/>
          <a:p>
            <a:endParaRPr/>
          </a:p>
        </p:txBody>
      </p:sp>
      <p:grpSp>
        <p:nvGrpSpPr>
          <p:cNvPr id="5" name="object 5"/>
          <p:cNvGrpSpPr/>
          <p:nvPr/>
        </p:nvGrpSpPr>
        <p:grpSpPr>
          <a:xfrm>
            <a:off x="277368" y="1322070"/>
            <a:ext cx="3708400" cy="4863973"/>
            <a:chOff x="277368" y="1322070"/>
            <a:chExt cx="3708400" cy="4863973"/>
          </a:xfrm>
        </p:grpSpPr>
        <p:sp>
          <p:nvSpPr>
            <p:cNvPr id="6" name="object 6"/>
            <p:cNvSpPr/>
            <p:nvPr/>
          </p:nvSpPr>
          <p:spPr>
            <a:xfrm>
              <a:off x="406146" y="1322070"/>
              <a:ext cx="3450590" cy="4819015"/>
            </a:xfrm>
            <a:custGeom>
              <a:avLst/>
              <a:gdLst/>
              <a:ahLst/>
              <a:cxnLst/>
              <a:rect l="l" t="t" r="r" b="b"/>
              <a:pathLst>
                <a:path w="3450590" h="4819015">
                  <a:moveTo>
                    <a:pt x="0" y="4818888"/>
                  </a:moveTo>
                  <a:lnTo>
                    <a:pt x="3450336" y="4818888"/>
                  </a:lnTo>
                  <a:lnTo>
                    <a:pt x="3450336" y="0"/>
                  </a:lnTo>
                  <a:lnTo>
                    <a:pt x="0" y="0"/>
                  </a:lnTo>
                  <a:lnTo>
                    <a:pt x="0" y="4818888"/>
                  </a:lnTo>
                  <a:close/>
                </a:path>
              </a:pathLst>
            </a:custGeom>
            <a:ln w="3175">
              <a:solidFill>
                <a:srgbClr val="FFFFFF"/>
              </a:solidFill>
            </a:ln>
          </p:spPr>
          <p:txBody>
            <a:bodyPr wrap="square" lIns="0" tIns="0" rIns="0" bIns="0" rtlCol="0"/>
            <a:lstStyle/>
            <a:p>
              <a:endParaRPr/>
            </a:p>
          </p:txBody>
        </p:sp>
        <p:sp>
          <p:nvSpPr>
            <p:cNvPr id="7" name="object 7"/>
            <p:cNvSpPr/>
            <p:nvPr/>
          </p:nvSpPr>
          <p:spPr>
            <a:xfrm>
              <a:off x="277368" y="6106668"/>
              <a:ext cx="3708400" cy="79375"/>
            </a:xfrm>
            <a:custGeom>
              <a:avLst/>
              <a:gdLst/>
              <a:ahLst/>
              <a:cxnLst/>
              <a:rect l="l" t="t" r="r" b="b"/>
              <a:pathLst>
                <a:path w="3708400" h="79375">
                  <a:moveTo>
                    <a:pt x="3707891" y="0"/>
                  </a:moveTo>
                  <a:lnTo>
                    <a:pt x="0" y="0"/>
                  </a:lnTo>
                  <a:lnTo>
                    <a:pt x="0" y="79248"/>
                  </a:lnTo>
                  <a:lnTo>
                    <a:pt x="3707891" y="79248"/>
                  </a:lnTo>
                  <a:lnTo>
                    <a:pt x="3707891" y="0"/>
                  </a:lnTo>
                  <a:close/>
                </a:path>
              </a:pathLst>
            </a:custGeom>
            <a:solidFill>
              <a:srgbClr val="00D9CE"/>
            </a:solidFill>
          </p:spPr>
          <p:txBody>
            <a:bodyPr wrap="square" lIns="0" tIns="0" rIns="0" bIns="0" rtlCol="0"/>
            <a:lstStyle/>
            <a:p>
              <a:endParaRPr/>
            </a:p>
          </p:txBody>
        </p:sp>
        <p:sp>
          <p:nvSpPr>
            <p:cNvPr id="8" name="object 8"/>
            <p:cNvSpPr/>
            <p:nvPr/>
          </p:nvSpPr>
          <p:spPr>
            <a:xfrm>
              <a:off x="278892" y="1423416"/>
              <a:ext cx="3703320" cy="76200"/>
            </a:xfrm>
            <a:prstGeom prst="rect">
              <a:avLst/>
            </a:prstGeom>
            <a:blipFill>
              <a:blip r:embed="rId3" cstate="print"/>
              <a:stretch>
                <a:fillRect/>
              </a:stretch>
            </a:blipFill>
          </p:spPr>
          <p:txBody>
            <a:bodyPr wrap="square" lIns="0" tIns="0" rIns="0" bIns="0" rtlCol="0"/>
            <a:lstStyle/>
            <a:p>
              <a:endParaRPr/>
            </a:p>
          </p:txBody>
        </p:sp>
        <p:sp>
          <p:nvSpPr>
            <p:cNvPr id="9" name="object 9"/>
            <p:cNvSpPr/>
            <p:nvPr/>
          </p:nvSpPr>
          <p:spPr>
            <a:xfrm>
              <a:off x="1949284" y="2749295"/>
              <a:ext cx="360045" cy="360045"/>
            </a:xfrm>
            <a:custGeom>
              <a:avLst/>
              <a:gdLst/>
              <a:ahLst/>
              <a:cxnLst/>
              <a:rect l="l" t="t" r="r" b="b"/>
              <a:pathLst>
                <a:path w="360044" h="360044">
                  <a:moveTo>
                    <a:pt x="268135" y="91440"/>
                  </a:moveTo>
                  <a:lnTo>
                    <a:pt x="92875" y="91440"/>
                  </a:lnTo>
                  <a:lnTo>
                    <a:pt x="92875" y="266700"/>
                  </a:lnTo>
                  <a:lnTo>
                    <a:pt x="268135" y="266700"/>
                  </a:lnTo>
                  <a:lnTo>
                    <a:pt x="268135" y="91440"/>
                  </a:lnTo>
                  <a:close/>
                </a:path>
                <a:path w="360044" h="360044">
                  <a:moveTo>
                    <a:pt x="359575" y="21717"/>
                  </a:moveTo>
                  <a:lnTo>
                    <a:pt x="357886" y="13182"/>
                  </a:lnTo>
                  <a:lnTo>
                    <a:pt x="353301" y="6286"/>
                  </a:lnTo>
                  <a:lnTo>
                    <a:pt x="346443" y="1689"/>
                  </a:lnTo>
                  <a:lnTo>
                    <a:pt x="337985" y="0"/>
                  </a:lnTo>
                  <a:lnTo>
                    <a:pt x="326682" y="0"/>
                  </a:lnTo>
                  <a:lnTo>
                    <a:pt x="326682" y="77978"/>
                  </a:lnTo>
                  <a:lnTo>
                    <a:pt x="326682" y="280924"/>
                  </a:lnTo>
                  <a:lnTo>
                    <a:pt x="323151" y="298386"/>
                  </a:lnTo>
                  <a:lnTo>
                    <a:pt x="313550" y="312635"/>
                  </a:lnTo>
                  <a:lnTo>
                    <a:pt x="299300" y="322237"/>
                  </a:lnTo>
                  <a:lnTo>
                    <a:pt x="281851" y="325755"/>
                  </a:lnTo>
                  <a:lnTo>
                    <a:pt x="79032" y="325755"/>
                  </a:lnTo>
                  <a:lnTo>
                    <a:pt x="61645" y="322237"/>
                  </a:lnTo>
                  <a:lnTo>
                    <a:pt x="47434" y="312635"/>
                  </a:lnTo>
                  <a:lnTo>
                    <a:pt x="37846" y="298386"/>
                  </a:lnTo>
                  <a:lnTo>
                    <a:pt x="34328" y="280924"/>
                  </a:lnTo>
                  <a:lnTo>
                    <a:pt x="34328" y="77978"/>
                  </a:lnTo>
                  <a:lnTo>
                    <a:pt x="37846" y="60413"/>
                  </a:lnTo>
                  <a:lnTo>
                    <a:pt x="47434" y="46037"/>
                  </a:lnTo>
                  <a:lnTo>
                    <a:pt x="61645" y="36334"/>
                  </a:lnTo>
                  <a:lnTo>
                    <a:pt x="79032" y="32766"/>
                  </a:lnTo>
                  <a:lnTo>
                    <a:pt x="281851" y="32766"/>
                  </a:lnTo>
                  <a:lnTo>
                    <a:pt x="299300" y="36334"/>
                  </a:lnTo>
                  <a:lnTo>
                    <a:pt x="313550" y="46037"/>
                  </a:lnTo>
                  <a:lnTo>
                    <a:pt x="323151" y="60413"/>
                  </a:lnTo>
                  <a:lnTo>
                    <a:pt x="326682" y="77978"/>
                  </a:lnTo>
                  <a:lnTo>
                    <a:pt x="326682" y="0"/>
                  </a:lnTo>
                  <a:lnTo>
                    <a:pt x="22898" y="0"/>
                  </a:lnTo>
                  <a:lnTo>
                    <a:pt x="10706" y="2857"/>
                  </a:lnTo>
                  <a:lnTo>
                    <a:pt x="3619" y="12788"/>
                  </a:lnTo>
                  <a:lnTo>
                    <a:pt x="457" y="31877"/>
                  </a:lnTo>
                  <a:lnTo>
                    <a:pt x="0" y="62166"/>
                  </a:lnTo>
                  <a:lnTo>
                    <a:pt x="1054" y="105765"/>
                  </a:lnTo>
                  <a:lnTo>
                    <a:pt x="2425" y="164706"/>
                  </a:lnTo>
                  <a:lnTo>
                    <a:pt x="2908" y="241071"/>
                  </a:lnTo>
                  <a:lnTo>
                    <a:pt x="1308" y="336931"/>
                  </a:lnTo>
                  <a:lnTo>
                    <a:pt x="3035" y="345313"/>
                  </a:lnTo>
                  <a:lnTo>
                    <a:pt x="7721" y="352221"/>
                  </a:lnTo>
                  <a:lnTo>
                    <a:pt x="14592" y="356920"/>
                  </a:lnTo>
                  <a:lnTo>
                    <a:pt x="22898" y="358648"/>
                  </a:lnTo>
                  <a:lnTo>
                    <a:pt x="119989" y="356946"/>
                  </a:lnTo>
                  <a:lnTo>
                    <a:pt x="196900" y="357327"/>
                  </a:lnTo>
                  <a:lnTo>
                    <a:pt x="299148" y="359600"/>
                  </a:lnTo>
                  <a:lnTo>
                    <a:pt x="328917" y="359117"/>
                  </a:lnTo>
                  <a:lnTo>
                    <a:pt x="341693" y="356946"/>
                  </a:lnTo>
                  <a:lnTo>
                    <a:pt x="347433" y="355981"/>
                  </a:lnTo>
                  <a:lnTo>
                    <a:pt x="356908" y="348970"/>
                  </a:lnTo>
                  <a:lnTo>
                    <a:pt x="359575" y="336931"/>
                  </a:lnTo>
                  <a:lnTo>
                    <a:pt x="359575" y="325755"/>
                  </a:lnTo>
                  <a:lnTo>
                    <a:pt x="359575" y="32766"/>
                  </a:lnTo>
                  <a:lnTo>
                    <a:pt x="359575" y="21717"/>
                  </a:lnTo>
                  <a:close/>
                </a:path>
              </a:pathLst>
            </a:custGeom>
            <a:solidFill>
              <a:srgbClr val="FFFFFF"/>
            </a:solidFill>
          </p:spPr>
          <p:txBody>
            <a:bodyPr wrap="square" lIns="0" tIns="0" rIns="0" bIns="0" rtlCol="0"/>
            <a:lstStyle/>
            <a:p>
              <a:endParaRPr/>
            </a:p>
          </p:txBody>
        </p:sp>
        <p:sp>
          <p:nvSpPr>
            <p:cNvPr id="10" name="object 10"/>
            <p:cNvSpPr/>
            <p:nvPr/>
          </p:nvSpPr>
          <p:spPr>
            <a:xfrm>
              <a:off x="1456943" y="2255519"/>
              <a:ext cx="645160" cy="1346200"/>
            </a:xfrm>
            <a:custGeom>
              <a:avLst/>
              <a:gdLst/>
              <a:ahLst/>
              <a:cxnLst/>
              <a:rect l="l" t="t" r="r" b="b"/>
              <a:pathLst>
                <a:path w="645160" h="1346200">
                  <a:moveTo>
                    <a:pt x="587501" y="0"/>
                  </a:moveTo>
                  <a:lnTo>
                    <a:pt x="521509" y="9731"/>
                  </a:lnTo>
                  <a:lnTo>
                    <a:pt x="461899" y="38226"/>
                  </a:lnTo>
                  <a:lnTo>
                    <a:pt x="417766" y="78851"/>
                  </a:lnTo>
                  <a:lnTo>
                    <a:pt x="388874" y="128524"/>
                  </a:lnTo>
                  <a:lnTo>
                    <a:pt x="392636" y="149221"/>
                  </a:lnTo>
                  <a:lnTo>
                    <a:pt x="403066" y="177704"/>
                  </a:lnTo>
                  <a:lnTo>
                    <a:pt x="423449" y="206426"/>
                  </a:lnTo>
                  <a:lnTo>
                    <a:pt x="457073" y="227837"/>
                  </a:lnTo>
                  <a:lnTo>
                    <a:pt x="468907" y="213832"/>
                  </a:lnTo>
                  <a:lnTo>
                    <a:pt x="480694" y="194944"/>
                  </a:lnTo>
                  <a:lnTo>
                    <a:pt x="488862" y="172152"/>
                  </a:lnTo>
                  <a:lnTo>
                    <a:pt x="489838" y="146430"/>
                  </a:lnTo>
                  <a:lnTo>
                    <a:pt x="490495" y="134822"/>
                  </a:lnTo>
                  <a:lnTo>
                    <a:pt x="495379" y="124713"/>
                  </a:lnTo>
                  <a:lnTo>
                    <a:pt x="503715" y="117177"/>
                  </a:lnTo>
                  <a:lnTo>
                    <a:pt x="514731" y="113283"/>
                  </a:lnTo>
                  <a:lnTo>
                    <a:pt x="526339" y="113905"/>
                  </a:lnTo>
                  <a:lnTo>
                    <a:pt x="536448" y="118824"/>
                  </a:lnTo>
                  <a:lnTo>
                    <a:pt x="543984" y="127196"/>
                  </a:lnTo>
                  <a:lnTo>
                    <a:pt x="547878" y="138175"/>
                  </a:lnTo>
                  <a:lnTo>
                    <a:pt x="548237" y="172489"/>
                  </a:lnTo>
                  <a:lnTo>
                    <a:pt x="540845" y="203231"/>
                  </a:lnTo>
                  <a:lnTo>
                    <a:pt x="528429" y="229830"/>
                  </a:lnTo>
                  <a:lnTo>
                    <a:pt x="513714" y="251713"/>
                  </a:lnTo>
                  <a:lnTo>
                    <a:pt x="531856" y="267485"/>
                  </a:lnTo>
                  <a:lnTo>
                    <a:pt x="547211" y="288163"/>
                  </a:lnTo>
                  <a:lnTo>
                    <a:pt x="557756" y="314078"/>
                  </a:lnTo>
                  <a:lnTo>
                    <a:pt x="561467" y="345566"/>
                  </a:lnTo>
                  <a:lnTo>
                    <a:pt x="556325" y="362217"/>
                  </a:lnTo>
                  <a:lnTo>
                    <a:pt x="545480" y="371141"/>
                  </a:lnTo>
                  <a:lnTo>
                    <a:pt x="535231" y="374517"/>
                  </a:lnTo>
                  <a:lnTo>
                    <a:pt x="531876" y="374522"/>
                  </a:lnTo>
                  <a:lnTo>
                    <a:pt x="520529" y="372060"/>
                  </a:lnTo>
                  <a:lnTo>
                    <a:pt x="511301" y="365680"/>
                  </a:lnTo>
                  <a:lnTo>
                    <a:pt x="505122" y="356324"/>
                  </a:lnTo>
                  <a:lnTo>
                    <a:pt x="502919" y="344931"/>
                  </a:lnTo>
                  <a:lnTo>
                    <a:pt x="496792" y="318144"/>
                  </a:lnTo>
                  <a:lnTo>
                    <a:pt x="482473" y="301228"/>
                  </a:lnTo>
                  <a:lnTo>
                    <a:pt x="467201" y="292193"/>
                  </a:lnTo>
                  <a:lnTo>
                    <a:pt x="458216" y="289051"/>
                  </a:lnTo>
                  <a:lnTo>
                    <a:pt x="441644" y="284267"/>
                  </a:lnTo>
                  <a:lnTo>
                    <a:pt x="405939" y="267160"/>
                  </a:lnTo>
                  <a:lnTo>
                    <a:pt x="365543" y="228740"/>
                  </a:lnTo>
                  <a:lnTo>
                    <a:pt x="334899" y="160019"/>
                  </a:lnTo>
                  <a:lnTo>
                    <a:pt x="291219" y="179924"/>
                  </a:lnTo>
                  <a:lnTo>
                    <a:pt x="254720" y="208430"/>
                  </a:lnTo>
                  <a:lnTo>
                    <a:pt x="226853" y="243989"/>
                  </a:lnTo>
                  <a:lnTo>
                    <a:pt x="209069" y="285053"/>
                  </a:lnTo>
                  <a:lnTo>
                    <a:pt x="202819" y="330072"/>
                  </a:lnTo>
                  <a:lnTo>
                    <a:pt x="202819" y="337946"/>
                  </a:lnTo>
                  <a:lnTo>
                    <a:pt x="216900" y="382222"/>
                  </a:lnTo>
                  <a:lnTo>
                    <a:pt x="261366" y="435101"/>
                  </a:lnTo>
                  <a:lnTo>
                    <a:pt x="279941" y="434762"/>
                  </a:lnTo>
                  <a:lnTo>
                    <a:pt x="305196" y="431053"/>
                  </a:lnTo>
                  <a:lnTo>
                    <a:pt x="332571" y="421368"/>
                  </a:lnTo>
                  <a:lnTo>
                    <a:pt x="357505" y="403097"/>
                  </a:lnTo>
                  <a:lnTo>
                    <a:pt x="379102" y="393509"/>
                  </a:lnTo>
                  <a:lnTo>
                    <a:pt x="398748" y="402018"/>
                  </a:lnTo>
                  <a:lnTo>
                    <a:pt x="408439" y="421100"/>
                  </a:lnTo>
                  <a:lnTo>
                    <a:pt x="400176" y="443229"/>
                  </a:lnTo>
                  <a:lnTo>
                    <a:pt x="373062" y="465560"/>
                  </a:lnTo>
                  <a:lnTo>
                    <a:pt x="343757" y="480234"/>
                  </a:lnTo>
                  <a:lnTo>
                    <a:pt x="314594" y="488789"/>
                  </a:lnTo>
                  <a:lnTo>
                    <a:pt x="287908" y="492759"/>
                  </a:lnTo>
                  <a:lnTo>
                    <a:pt x="280836" y="536104"/>
                  </a:lnTo>
                  <a:lnTo>
                    <a:pt x="259048" y="573389"/>
                  </a:lnTo>
                  <a:lnTo>
                    <a:pt x="230544" y="592647"/>
                  </a:lnTo>
                  <a:lnTo>
                    <a:pt x="203326" y="581913"/>
                  </a:lnTo>
                  <a:lnTo>
                    <a:pt x="197094" y="557960"/>
                  </a:lnTo>
                  <a:lnTo>
                    <a:pt x="211280" y="537924"/>
                  </a:lnTo>
                  <a:lnTo>
                    <a:pt x="227204" y="514959"/>
                  </a:lnTo>
                  <a:lnTo>
                    <a:pt x="226187" y="482218"/>
                  </a:lnTo>
                  <a:lnTo>
                    <a:pt x="205416" y="464496"/>
                  </a:lnTo>
                  <a:lnTo>
                    <a:pt x="188420" y="445690"/>
                  </a:lnTo>
                  <a:lnTo>
                    <a:pt x="174877" y="426765"/>
                  </a:lnTo>
                  <a:lnTo>
                    <a:pt x="164465" y="408685"/>
                  </a:lnTo>
                  <a:lnTo>
                    <a:pt x="153263" y="423864"/>
                  </a:lnTo>
                  <a:lnTo>
                    <a:pt x="144002" y="440007"/>
                  </a:lnTo>
                  <a:lnTo>
                    <a:pt x="136907" y="457031"/>
                  </a:lnTo>
                  <a:lnTo>
                    <a:pt x="132206" y="474852"/>
                  </a:lnTo>
                  <a:lnTo>
                    <a:pt x="130190" y="481339"/>
                  </a:lnTo>
                  <a:lnTo>
                    <a:pt x="126746" y="487124"/>
                  </a:lnTo>
                  <a:lnTo>
                    <a:pt x="122062" y="491980"/>
                  </a:lnTo>
                  <a:lnTo>
                    <a:pt x="76679" y="520432"/>
                  </a:lnTo>
                  <a:lnTo>
                    <a:pt x="44384" y="551780"/>
                  </a:lnTo>
                  <a:lnTo>
                    <a:pt x="20283" y="588456"/>
                  </a:lnTo>
                  <a:lnTo>
                    <a:pt x="5210" y="629191"/>
                  </a:lnTo>
                  <a:lnTo>
                    <a:pt x="0" y="672718"/>
                  </a:lnTo>
                  <a:lnTo>
                    <a:pt x="5210" y="716556"/>
                  </a:lnTo>
                  <a:lnTo>
                    <a:pt x="20283" y="757479"/>
                  </a:lnTo>
                  <a:lnTo>
                    <a:pt x="44384" y="794251"/>
                  </a:lnTo>
                  <a:lnTo>
                    <a:pt x="76679" y="825635"/>
                  </a:lnTo>
                  <a:lnTo>
                    <a:pt x="122062" y="854075"/>
                  </a:lnTo>
                  <a:lnTo>
                    <a:pt x="126746" y="858901"/>
                  </a:lnTo>
                  <a:lnTo>
                    <a:pt x="130190" y="864679"/>
                  </a:lnTo>
                  <a:lnTo>
                    <a:pt x="132206" y="871219"/>
                  </a:lnTo>
                  <a:lnTo>
                    <a:pt x="136888" y="888968"/>
                  </a:lnTo>
                  <a:lnTo>
                    <a:pt x="143938" y="905954"/>
                  </a:lnTo>
                  <a:lnTo>
                    <a:pt x="153156" y="922083"/>
                  </a:lnTo>
                  <a:lnTo>
                    <a:pt x="164337" y="937259"/>
                  </a:lnTo>
                  <a:lnTo>
                    <a:pt x="174970" y="918686"/>
                  </a:lnTo>
                  <a:lnTo>
                    <a:pt x="188817" y="899255"/>
                  </a:lnTo>
                  <a:lnTo>
                    <a:pt x="206236" y="879967"/>
                  </a:lnTo>
                  <a:lnTo>
                    <a:pt x="227583" y="861821"/>
                  </a:lnTo>
                  <a:lnTo>
                    <a:pt x="230487" y="851056"/>
                  </a:lnTo>
                  <a:lnTo>
                    <a:pt x="230616" y="836279"/>
                  </a:lnTo>
                  <a:lnTo>
                    <a:pt x="224530" y="819191"/>
                  </a:lnTo>
                  <a:lnTo>
                    <a:pt x="208787" y="801496"/>
                  </a:lnTo>
                  <a:lnTo>
                    <a:pt x="197447" y="780780"/>
                  </a:lnTo>
                  <a:lnTo>
                    <a:pt x="204358" y="760539"/>
                  </a:lnTo>
                  <a:lnTo>
                    <a:pt x="222629" y="749347"/>
                  </a:lnTo>
                  <a:lnTo>
                    <a:pt x="245363" y="755776"/>
                  </a:lnTo>
                  <a:lnTo>
                    <a:pt x="268231" y="779073"/>
                  </a:lnTo>
                  <a:lnTo>
                    <a:pt x="282098" y="803560"/>
                  </a:lnTo>
                  <a:lnTo>
                    <a:pt x="288583" y="828000"/>
                  </a:lnTo>
                  <a:lnTo>
                    <a:pt x="289306" y="851153"/>
                  </a:lnTo>
                  <a:lnTo>
                    <a:pt x="316434" y="855138"/>
                  </a:lnTo>
                  <a:lnTo>
                    <a:pt x="346122" y="863790"/>
                  </a:lnTo>
                  <a:lnTo>
                    <a:pt x="375977" y="878728"/>
                  </a:lnTo>
                  <a:lnTo>
                    <a:pt x="403606" y="901572"/>
                  </a:lnTo>
                  <a:lnTo>
                    <a:pt x="411329" y="917094"/>
                  </a:lnTo>
                  <a:lnTo>
                    <a:pt x="409194" y="933164"/>
                  </a:lnTo>
                  <a:lnTo>
                    <a:pt x="398962" y="945757"/>
                  </a:lnTo>
                  <a:lnTo>
                    <a:pt x="382397" y="950849"/>
                  </a:lnTo>
                  <a:lnTo>
                    <a:pt x="364043" y="943836"/>
                  </a:lnTo>
                  <a:lnTo>
                    <a:pt x="344344" y="928655"/>
                  </a:lnTo>
                  <a:lnTo>
                    <a:pt x="313763" y="914094"/>
                  </a:lnTo>
                  <a:lnTo>
                    <a:pt x="262763" y="908938"/>
                  </a:lnTo>
                  <a:lnTo>
                    <a:pt x="232051" y="938339"/>
                  </a:lnTo>
                  <a:lnTo>
                    <a:pt x="212680" y="971669"/>
                  </a:lnTo>
                  <a:lnTo>
                    <a:pt x="203938" y="1007392"/>
                  </a:lnTo>
                  <a:lnTo>
                    <a:pt x="205115" y="1043970"/>
                  </a:lnTo>
                  <a:lnTo>
                    <a:pt x="234380" y="1113550"/>
                  </a:lnTo>
                  <a:lnTo>
                    <a:pt x="261048" y="1143477"/>
                  </a:lnTo>
                  <a:lnTo>
                    <a:pt x="294791" y="1168115"/>
                  </a:lnTo>
                  <a:lnTo>
                    <a:pt x="334899" y="1185926"/>
                  </a:lnTo>
                  <a:lnTo>
                    <a:pt x="353093" y="1136011"/>
                  </a:lnTo>
                  <a:lnTo>
                    <a:pt x="377350" y="1102363"/>
                  </a:lnTo>
                  <a:lnTo>
                    <a:pt x="405039" y="1080676"/>
                  </a:lnTo>
                  <a:lnTo>
                    <a:pt x="433530" y="1066641"/>
                  </a:lnTo>
                  <a:lnTo>
                    <a:pt x="460193" y="1055951"/>
                  </a:lnTo>
                  <a:lnTo>
                    <a:pt x="482399" y="1044301"/>
                  </a:lnTo>
                  <a:lnTo>
                    <a:pt x="497518" y="1027381"/>
                  </a:lnTo>
                  <a:lnTo>
                    <a:pt x="502919" y="1000887"/>
                  </a:lnTo>
                  <a:lnTo>
                    <a:pt x="507807" y="984085"/>
                  </a:lnTo>
                  <a:lnTo>
                    <a:pt x="518588" y="974963"/>
                  </a:lnTo>
                  <a:lnTo>
                    <a:pt x="528869" y="971436"/>
                  </a:lnTo>
                  <a:lnTo>
                    <a:pt x="532257" y="971422"/>
                  </a:lnTo>
                  <a:lnTo>
                    <a:pt x="558006" y="985912"/>
                  </a:lnTo>
                  <a:lnTo>
                    <a:pt x="560133" y="1020286"/>
                  </a:lnTo>
                  <a:lnTo>
                    <a:pt x="543686" y="1060898"/>
                  </a:lnTo>
                  <a:lnTo>
                    <a:pt x="513714" y="1094104"/>
                  </a:lnTo>
                  <a:lnTo>
                    <a:pt x="536823" y="1136415"/>
                  </a:lnTo>
                  <a:lnTo>
                    <a:pt x="548655" y="1183703"/>
                  </a:lnTo>
                  <a:lnTo>
                    <a:pt x="543272" y="1220799"/>
                  </a:lnTo>
                  <a:lnTo>
                    <a:pt x="514731" y="1232534"/>
                  </a:lnTo>
                  <a:lnTo>
                    <a:pt x="489838" y="1199514"/>
                  </a:lnTo>
                  <a:lnTo>
                    <a:pt x="488880" y="1173773"/>
                  </a:lnTo>
                  <a:lnTo>
                    <a:pt x="480742" y="1150937"/>
                  </a:lnTo>
                  <a:lnTo>
                    <a:pt x="457073" y="1117980"/>
                  </a:lnTo>
                  <a:lnTo>
                    <a:pt x="423449" y="1139537"/>
                  </a:lnTo>
                  <a:lnTo>
                    <a:pt x="392636" y="1196937"/>
                  </a:lnTo>
                  <a:lnTo>
                    <a:pt x="388874" y="1217421"/>
                  </a:lnTo>
                  <a:lnTo>
                    <a:pt x="412347" y="1259827"/>
                  </a:lnTo>
                  <a:lnTo>
                    <a:pt x="446026" y="1295271"/>
                  </a:lnTo>
                  <a:lnTo>
                    <a:pt x="487830" y="1322340"/>
                  </a:lnTo>
                  <a:lnTo>
                    <a:pt x="535681" y="1339618"/>
                  </a:lnTo>
                  <a:lnTo>
                    <a:pt x="587501" y="1345691"/>
                  </a:lnTo>
                  <a:lnTo>
                    <a:pt x="609719" y="1341278"/>
                  </a:lnTo>
                  <a:lnTo>
                    <a:pt x="627888" y="1329245"/>
                  </a:lnTo>
                  <a:lnTo>
                    <a:pt x="640151" y="1311401"/>
                  </a:lnTo>
                  <a:lnTo>
                    <a:pt x="644651" y="1289557"/>
                  </a:lnTo>
                  <a:lnTo>
                    <a:pt x="644651" y="910589"/>
                  </a:lnTo>
                  <a:lnTo>
                    <a:pt x="516128" y="910589"/>
                  </a:lnTo>
                  <a:lnTo>
                    <a:pt x="484941" y="904283"/>
                  </a:lnTo>
                  <a:lnTo>
                    <a:pt x="459422" y="887095"/>
                  </a:lnTo>
                  <a:lnTo>
                    <a:pt x="442190" y="861619"/>
                  </a:lnTo>
                  <a:lnTo>
                    <a:pt x="435863" y="830452"/>
                  </a:lnTo>
                  <a:lnTo>
                    <a:pt x="435863" y="515492"/>
                  </a:lnTo>
                  <a:lnTo>
                    <a:pt x="442190" y="484326"/>
                  </a:lnTo>
                  <a:lnTo>
                    <a:pt x="459422" y="458850"/>
                  </a:lnTo>
                  <a:lnTo>
                    <a:pt x="484941" y="441662"/>
                  </a:lnTo>
                  <a:lnTo>
                    <a:pt x="516128" y="435355"/>
                  </a:lnTo>
                  <a:lnTo>
                    <a:pt x="644651" y="435355"/>
                  </a:lnTo>
                  <a:lnTo>
                    <a:pt x="644651" y="56514"/>
                  </a:lnTo>
                  <a:lnTo>
                    <a:pt x="640151" y="34504"/>
                  </a:lnTo>
                  <a:lnTo>
                    <a:pt x="627888" y="16541"/>
                  </a:lnTo>
                  <a:lnTo>
                    <a:pt x="609719" y="4437"/>
                  </a:lnTo>
                  <a:lnTo>
                    <a:pt x="587501" y="0"/>
                  </a:lnTo>
                  <a:close/>
                </a:path>
              </a:pathLst>
            </a:custGeom>
            <a:solidFill>
              <a:srgbClr val="FF8E01"/>
            </a:solidFill>
          </p:spPr>
          <p:txBody>
            <a:bodyPr wrap="square" lIns="0" tIns="0" rIns="0" bIns="0" rtlCol="0"/>
            <a:lstStyle/>
            <a:p>
              <a:endParaRPr/>
            </a:p>
          </p:txBody>
        </p:sp>
        <p:sp>
          <p:nvSpPr>
            <p:cNvPr id="11" name="object 11"/>
            <p:cNvSpPr/>
            <p:nvPr/>
          </p:nvSpPr>
          <p:spPr>
            <a:xfrm>
              <a:off x="2159507" y="2255519"/>
              <a:ext cx="643255" cy="1346200"/>
            </a:xfrm>
            <a:custGeom>
              <a:avLst/>
              <a:gdLst/>
              <a:ahLst/>
              <a:cxnLst/>
              <a:rect l="l" t="t" r="r" b="b"/>
              <a:pathLst>
                <a:path w="643255" h="1346200">
                  <a:moveTo>
                    <a:pt x="57023" y="0"/>
                  </a:moveTo>
                  <a:lnTo>
                    <a:pt x="34825" y="4437"/>
                  </a:lnTo>
                  <a:lnTo>
                    <a:pt x="16700" y="16541"/>
                  </a:lnTo>
                  <a:lnTo>
                    <a:pt x="4480" y="34504"/>
                  </a:lnTo>
                  <a:lnTo>
                    <a:pt x="0" y="56514"/>
                  </a:lnTo>
                  <a:lnTo>
                    <a:pt x="0" y="435355"/>
                  </a:lnTo>
                  <a:lnTo>
                    <a:pt x="127889" y="435355"/>
                  </a:lnTo>
                  <a:lnTo>
                    <a:pt x="159055" y="441662"/>
                  </a:lnTo>
                  <a:lnTo>
                    <a:pt x="184531" y="458850"/>
                  </a:lnTo>
                  <a:lnTo>
                    <a:pt x="201719" y="484326"/>
                  </a:lnTo>
                  <a:lnTo>
                    <a:pt x="208025" y="515492"/>
                  </a:lnTo>
                  <a:lnTo>
                    <a:pt x="208025" y="830452"/>
                  </a:lnTo>
                  <a:lnTo>
                    <a:pt x="201719" y="861619"/>
                  </a:lnTo>
                  <a:lnTo>
                    <a:pt x="184531" y="887095"/>
                  </a:lnTo>
                  <a:lnTo>
                    <a:pt x="159055" y="904283"/>
                  </a:lnTo>
                  <a:lnTo>
                    <a:pt x="127889" y="910589"/>
                  </a:lnTo>
                  <a:lnTo>
                    <a:pt x="0" y="910589"/>
                  </a:lnTo>
                  <a:lnTo>
                    <a:pt x="0" y="1289557"/>
                  </a:lnTo>
                  <a:lnTo>
                    <a:pt x="4480" y="1311402"/>
                  </a:lnTo>
                  <a:lnTo>
                    <a:pt x="16700" y="1329245"/>
                  </a:lnTo>
                  <a:lnTo>
                    <a:pt x="34825" y="1341278"/>
                  </a:lnTo>
                  <a:lnTo>
                    <a:pt x="57023" y="1345691"/>
                  </a:lnTo>
                  <a:lnTo>
                    <a:pt x="108509" y="1339631"/>
                  </a:lnTo>
                  <a:lnTo>
                    <a:pt x="156131" y="1322384"/>
                  </a:lnTo>
                  <a:lnTo>
                    <a:pt x="197822" y="1295354"/>
                  </a:lnTo>
                  <a:lnTo>
                    <a:pt x="231514" y="1259941"/>
                  </a:lnTo>
                  <a:lnTo>
                    <a:pt x="255143" y="1217549"/>
                  </a:lnTo>
                  <a:lnTo>
                    <a:pt x="251398" y="1196937"/>
                  </a:lnTo>
                  <a:lnTo>
                    <a:pt x="240998" y="1168384"/>
                  </a:lnTo>
                  <a:lnTo>
                    <a:pt x="220620" y="1139521"/>
                  </a:lnTo>
                  <a:lnTo>
                    <a:pt x="186944" y="1117980"/>
                  </a:lnTo>
                  <a:lnTo>
                    <a:pt x="175129" y="1132006"/>
                  </a:lnTo>
                  <a:lnTo>
                    <a:pt x="163385" y="1150937"/>
                  </a:lnTo>
                  <a:lnTo>
                    <a:pt x="155261" y="1173773"/>
                  </a:lnTo>
                  <a:lnTo>
                    <a:pt x="154305" y="1199514"/>
                  </a:lnTo>
                  <a:lnTo>
                    <a:pt x="153650" y="1211050"/>
                  </a:lnTo>
                  <a:lnTo>
                    <a:pt x="148780" y="1221120"/>
                  </a:lnTo>
                  <a:lnTo>
                    <a:pt x="140481" y="1228643"/>
                  </a:lnTo>
                  <a:lnTo>
                    <a:pt x="129540" y="1232534"/>
                  </a:lnTo>
                  <a:lnTo>
                    <a:pt x="125349" y="1232915"/>
                  </a:lnTo>
                  <a:lnTo>
                    <a:pt x="99425" y="1217406"/>
                  </a:lnTo>
                  <a:lnTo>
                    <a:pt x="95694" y="1179988"/>
                  </a:lnTo>
                  <a:lnTo>
                    <a:pt x="108061" y="1134332"/>
                  </a:lnTo>
                  <a:lnTo>
                    <a:pt x="130429" y="1094104"/>
                  </a:lnTo>
                  <a:lnTo>
                    <a:pt x="112361" y="1078335"/>
                  </a:lnTo>
                  <a:lnTo>
                    <a:pt x="97043" y="1057671"/>
                  </a:lnTo>
                  <a:lnTo>
                    <a:pt x="86512" y="1031793"/>
                  </a:lnTo>
                  <a:lnTo>
                    <a:pt x="82804" y="1000378"/>
                  </a:lnTo>
                  <a:lnTo>
                    <a:pt x="85171" y="989050"/>
                  </a:lnTo>
                  <a:lnTo>
                    <a:pt x="91455" y="979852"/>
                  </a:lnTo>
                  <a:lnTo>
                    <a:pt x="100716" y="973679"/>
                  </a:lnTo>
                  <a:lnTo>
                    <a:pt x="112014" y="971422"/>
                  </a:lnTo>
                  <a:lnTo>
                    <a:pt x="117863" y="972687"/>
                  </a:lnTo>
                  <a:lnTo>
                    <a:pt x="127857" y="976296"/>
                  </a:lnTo>
                  <a:lnTo>
                    <a:pt x="137231" y="984835"/>
                  </a:lnTo>
                  <a:lnTo>
                    <a:pt x="141224" y="1000887"/>
                  </a:lnTo>
                  <a:lnTo>
                    <a:pt x="150139" y="1032230"/>
                  </a:lnTo>
                  <a:lnTo>
                    <a:pt x="169116" y="1049797"/>
                  </a:lnTo>
                  <a:lnTo>
                    <a:pt x="185354" y="1056911"/>
                  </a:lnTo>
                  <a:lnTo>
                    <a:pt x="186055" y="1056893"/>
                  </a:lnTo>
                  <a:lnTo>
                    <a:pt x="236069" y="1077394"/>
                  </a:lnTo>
                  <a:lnTo>
                    <a:pt x="271938" y="1109456"/>
                  </a:lnTo>
                  <a:lnTo>
                    <a:pt x="295568" y="1147494"/>
                  </a:lnTo>
                  <a:lnTo>
                    <a:pt x="308864" y="1185926"/>
                  </a:lnTo>
                  <a:lnTo>
                    <a:pt x="352481" y="1166070"/>
                  </a:lnTo>
                  <a:lnTo>
                    <a:pt x="388943" y="1137570"/>
                  </a:lnTo>
                  <a:lnTo>
                    <a:pt x="416790" y="1101993"/>
                  </a:lnTo>
                  <a:lnTo>
                    <a:pt x="434567" y="1060905"/>
                  </a:lnTo>
                  <a:lnTo>
                    <a:pt x="440817" y="1015872"/>
                  </a:lnTo>
                  <a:lnTo>
                    <a:pt x="440817" y="1007617"/>
                  </a:lnTo>
                  <a:lnTo>
                    <a:pt x="425910" y="962120"/>
                  </a:lnTo>
                  <a:lnTo>
                    <a:pt x="380873" y="908938"/>
                  </a:lnTo>
                  <a:lnTo>
                    <a:pt x="361981" y="909218"/>
                  </a:lnTo>
                  <a:lnTo>
                    <a:pt x="336232" y="912987"/>
                  </a:lnTo>
                  <a:lnTo>
                    <a:pt x="308292" y="922922"/>
                  </a:lnTo>
                  <a:lnTo>
                    <a:pt x="282829" y="941704"/>
                  </a:lnTo>
                  <a:lnTo>
                    <a:pt x="261358" y="951168"/>
                  </a:lnTo>
                  <a:lnTo>
                    <a:pt x="241649" y="942736"/>
                  </a:lnTo>
                  <a:lnTo>
                    <a:pt x="231894" y="923756"/>
                  </a:lnTo>
                  <a:lnTo>
                    <a:pt x="240284" y="901572"/>
                  </a:lnTo>
                  <a:lnTo>
                    <a:pt x="267839" y="878728"/>
                  </a:lnTo>
                  <a:lnTo>
                    <a:pt x="297656" y="863790"/>
                  </a:lnTo>
                  <a:lnTo>
                    <a:pt x="327330" y="855138"/>
                  </a:lnTo>
                  <a:lnTo>
                    <a:pt x="354456" y="851153"/>
                  </a:lnTo>
                  <a:lnTo>
                    <a:pt x="361372" y="807676"/>
                  </a:lnTo>
                  <a:lnTo>
                    <a:pt x="383206" y="769651"/>
                  </a:lnTo>
                  <a:lnTo>
                    <a:pt x="411874" y="749677"/>
                  </a:lnTo>
                  <a:lnTo>
                    <a:pt x="439293" y="760349"/>
                  </a:lnTo>
                  <a:lnTo>
                    <a:pt x="445768" y="784901"/>
                  </a:lnTo>
                  <a:lnTo>
                    <a:pt x="431180" y="805037"/>
                  </a:lnTo>
                  <a:lnTo>
                    <a:pt x="414807" y="828196"/>
                  </a:lnTo>
                  <a:lnTo>
                    <a:pt x="415925" y="861821"/>
                  </a:lnTo>
                  <a:lnTo>
                    <a:pt x="437197" y="879947"/>
                  </a:lnTo>
                  <a:lnTo>
                    <a:pt x="454564" y="899191"/>
                  </a:lnTo>
                  <a:lnTo>
                    <a:pt x="468360" y="918579"/>
                  </a:lnTo>
                  <a:lnTo>
                    <a:pt x="478917" y="937132"/>
                  </a:lnTo>
                  <a:lnTo>
                    <a:pt x="490025" y="921958"/>
                  </a:lnTo>
                  <a:lnTo>
                    <a:pt x="499205" y="905843"/>
                  </a:lnTo>
                  <a:lnTo>
                    <a:pt x="506241" y="888894"/>
                  </a:lnTo>
                  <a:lnTo>
                    <a:pt x="510921" y="871219"/>
                  </a:lnTo>
                  <a:lnTo>
                    <a:pt x="512990" y="864679"/>
                  </a:lnTo>
                  <a:lnTo>
                    <a:pt x="516429" y="858901"/>
                  </a:lnTo>
                  <a:lnTo>
                    <a:pt x="521082" y="854075"/>
                  </a:lnTo>
                  <a:lnTo>
                    <a:pt x="566448" y="825640"/>
                  </a:lnTo>
                  <a:lnTo>
                    <a:pt x="598743" y="794292"/>
                  </a:lnTo>
                  <a:lnTo>
                    <a:pt x="622844" y="757616"/>
                  </a:lnTo>
                  <a:lnTo>
                    <a:pt x="637917" y="716881"/>
                  </a:lnTo>
                  <a:lnTo>
                    <a:pt x="643128" y="673353"/>
                  </a:lnTo>
                  <a:lnTo>
                    <a:pt x="637917" y="629455"/>
                  </a:lnTo>
                  <a:lnTo>
                    <a:pt x="622844" y="588501"/>
                  </a:lnTo>
                  <a:lnTo>
                    <a:pt x="598743" y="551729"/>
                  </a:lnTo>
                  <a:lnTo>
                    <a:pt x="566448" y="520376"/>
                  </a:lnTo>
                  <a:lnTo>
                    <a:pt x="521082" y="491980"/>
                  </a:lnTo>
                  <a:lnTo>
                    <a:pt x="516429" y="487124"/>
                  </a:lnTo>
                  <a:lnTo>
                    <a:pt x="512990" y="481339"/>
                  </a:lnTo>
                  <a:lnTo>
                    <a:pt x="510921" y="474852"/>
                  </a:lnTo>
                  <a:lnTo>
                    <a:pt x="506241" y="457086"/>
                  </a:lnTo>
                  <a:lnTo>
                    <a:pt x="499205" y="440070"/>
                  </a:lnTo>
                  <a:lnTo>
                    <a:pt x="490025" y="423935"/>
                  </a:lnTo>
                  <a:lnTo>
                    <a:pt x="478917" y="408813"/>
                  </a:lnTo>
                  <a:lnTo>
                    <a:pt x="468453" y="426872"/>
                  </a:lnTo>
                  <a:lnTo>
                    <a:pt x="454929" y="445754"/>
                  </a:lnTo>
                  <a:lnTo>
                    <a:pt x="438001" y="464516"/>
                  </a:lnTo>
                  <a:lnTo>
                    <a:pt x="417322" y="482218"/>
                  </a:lnTo>
                  <a:lnTo>
                    <a:pt x="416375" y="515119"/>
                  </a:lnTo>
                  <a:lnTo>
                    <a:pt x="446629" y="557728"/>
                  </a:lnTo>
                  <a:lnTo>
                    <a:pt x="440181" y="581913"/>
                  </a:lnTo>
                  <a:lnTo>
                    <a:pt x="431234" y="589361"/>
                  </a:lnTo>
                  <a:lnTo>
                    <a:pt x="420512" y="592724"/>
                  </a:lnTo>
                  <a:lnTo>
                    <a:pt x="409338" y="591825"/>
                  </a:lnTo>
                  <a:lnTo>
                    <a:pt x="376606" y="563608"/>
                  </a:lnTo>
                  <a:lnTo>
                    <a:pt x="356564" y="515566"/>
                  </a:lnTo>
                  <a:lnTo>
                    <a:pt x="355854" y="492759"/>
                  </a:lnTo>
                  <a:lnTo>
                    <a:pt x="308115" y="481802"/>
                  </a:lnTo>
                  <a:lnTo>
                    <a:pt x="263128" y="459866"/>
                  </a:lnTo>
                  <a:lnTo>
                    <a:pt x="236785" y="431645"/>
                  </a:lnTo>
                  <a:lnTo>
                    <a:pt x="244983" y="401827"/>
                  </a:lnTo>
                  <a:lnTo>
                    <a:pt x="267807" y="393257"/>
                  </a:lnTo>
                  <a:lnTo>
                    <a:pt x="290321" y="407082"/>
                  </a:lnTo>
                  <a:lnTo>
                    <a:pt x="324457" y="426598"/>
                  </a:lnTo>
                  <a:lnTo>
                    <a:pt x="382143" y="435101"/>
                  </a:lnTo>
                  <a:lnTo>
                    <a:pt x="422862" y="389207"/>
                  </a:lnTo>
                  <a:lnTo>
                    <a:pt x="440817" y="330072"/>
                  </a:lnTo>
                  <a:lnTo>
                    <a:pt x="434567" y="285053"/>
                  </a:lnTo>
                  <a:lnTo>
                    <a:pt x="416790" y="243989"/>
                  </a:lnTo>
                  <a:lnTo>
                    <a:pt x="388943" y="208430"/>
                  </a:lnTo>
                  <a:lnTo>
                    <a:pt x="352481" y="179924"/>
                  </a:lnTo>
                  <a:lnTo>
                    <a:pt x="308864" y="160019"/>
                  </a:lnTo>
                  <a:lnTo>
                    <a:pt x="295493" y="198522"/>
                  </a:lnTo>
                  <a:lnTo>
                    <a:pt x="271811" y="236585"/>
                  </a:lnTo>
                  <a:lnTo>
                    <a:pt x="235890" y="268622"/>
                  </a:lnTo>
                  <a:lnTo>
                    <a:pt x="185800" y="289051"/>
                  </a:lnTo>
                  <a:lnTo>
                    <a:pt x="153614" y="308389"/>
                  </a:lnTo>
                  <a:lnTo>
                    <a:pt x="142811" y="336978"/>
                  </a:lnTo>
                  <a:lnTo>
                    <a:pt x="135151" y="362971"/>
                  </a:lnTo>
                  <a:lnTo>
                    <a:pt x="112394" y="374522"/>
                  </a:lnTo>
                  <a:lnTo>
                    <a:pt x="106574" y="373302"/>
                  </a:lnTo>
                  <a:lnTo>
                    <a:pt x="96599" y="369808"/>
                  </a:lnTo>
                  <a:lnTo>
                    <a:pt x="87123" y="361432"/>
                  </a:lnTo>
                  <a:lnTo>
                    <a:pt x="82804" y="345566"/>
                  </a:lnTo>
                  <a:lnTo>
                    <a:pt x="86512" y="314078"/>
                  </a:lnTo>
                  <a:lnTo>
                    <a:pt x="97043" y="288163"/>
                  </a:lnTo>
                  <a:lnTo>
                    <a:pt x="112361" y="267485"/>
                  </a:lnTo>
                  <a:lnTo>
                    <a:pt x="130429" y="251713"/>
                  </a:lnTo>
                  <a:lnTo>
                    <a:pt x="115806" y="229830"/>
                  </a:lnTo>
                  <a:lnTo>
                    <a:pt x="103457" y="203231"/>
                  </a:lnTo>
                  <a:lnTo>
                    <a:pt x="96085" y="172489"/>
                  </a:lnTo>
                  <a:lnTo>
                    <a:pt x="96393" y="138175"/>
                  </a:lnTo>
                  <a:lnTo>
                    <a:pt x="108513" y="117891"/>
                  </a:lnTo>
                  <a:lnTo>
                    <a:pt x="129444" y="113537"/>
                  </a:lnTo>
                  <a:lnTo>
                    <a:pt x="148328" y="123567"/>
                  </a:lnTo>
                  <a:lnTo>
                    <a:pt x="154305" y="146430"/>
                  </a:lnTo>
                  <a:lnTo>
                    <a:pt x="155261" y="172152"/>
                  </a:lnTo>
                  <a:lnTo>
                    <a:pt x="163385" y="194944"/>
                  </a:lnTo>
                  <a:lnTo>
                    <a:pt x="175129" y="213832"/>
                  </a:lnTo>
                  <a:lnTo>
                    <a:pt x="186944" y="227837"/>
                  </a:lnTo>
                  <a:lnTo>
                    <a:pt x="220600" y="206244"/>
                  </a:lnTo>
                  <a:lnTo>
                    <a:pt x="240934" y="177291"/>
                  </a:lnTo>
                  <a:lnTo>
                    <a:pt x="251291" y="148720"/>
                  </a:lnTo>
                  <a:lnTo>
                    <a:pt x="255016" y="128269"/>
                  </a:lnTo>
                  <a:lnTo>
                    <a:pt x="242448" y="102520"/>
                  </a:lnTo>
                  <a:lnTo>
                    <a:pt x="205741" y="56975"/>
                  </a:lnTo>
                  <a:lnTo>
                    <a:pt x="153535" y="21699"/>
                  </a:lnTo>
                  <a:lnTo>
                    <a:pt x="122777" y="9731"/>
                  </a:lnTo>
                  <a:lnTo>
                    <a:pt x="90447" y="2454"/>
                  </a:lnTo>
                  <a:close/>
                </a:path>
              </a:pathLst>
            </a:custGeom>
            <a:solidFill>
              <a:srgbClr val="00D9CE"/>
            </a:solidFill>
          </p:spPr>
          <p:txBody>
            <a:bodyPr wrap="square" lIns="0" tIns="0" rIns="0" bIns="0" rtlCol="0"/>
            <a:lstStyle/>
            <a:p>
              <a:endParaRPr/>
            </a:p>
          </p:txBody>
        </p:sp>
      </p:grpSp>
      <p:grpSp>
        <p:nvGrpSpPr>
          <p:cNvPr id="13" name="object 13"/>
          <p:cNvGrpSpPr/>
          <p:nvPr/>
        </p:nvGrpSpPr>
        <p:grpSpPr>
          <a:xfrm>
            <a:off x="4276344" y="1322070"/>
            <a:ext cx="3708400" cy="4877688"/>
            <a:chOff x="4276344" y="1322070"/>
            <a:chExt cx="3708400" cy="4877688"/>
          </a:xfrm>
        </p:grpSpPr>
        <p:sp>
          <p:nvSpPr>
            <p:cNvPr id="14" name="object 14"/>
            <p:cNvSpPr/>
            <p:nvPr/>
          </p:nvSpPr>
          <p:spPr>
            <a:xfrm>
              <a:off x="4405122" y="1322070"/>
              <a:ext cx="3451860" cy="4819015"/>
            </a:xfrm>
            <a:custGeom>
              <a:avLst/>
              <a:gdLst/>
              <a:ahLst/>
              <a:cxnLst/>
              <a:rect l="l" t="t" r="r" b="b"/>
              <a:pathLst>
                <a:path w="3451859" h="4819015">
                  <a:moveTo>
                    <a:pt x="0" y="4818888"/>
                  </a:moveTo>
                  <a:lnTo>
                    <a:pt x="3451860" y="4818888"/>
                  </a:lnTo>
                  <a:lnTo>
                    <a:pt x="3451860" y="0"/>
                  </a:lnTo>
                  <a:lnTo>
                    <a:pt x="0" y="0"/>
                  </a:lnTo>
                  <a:lnTo>
                    <a:pt x="0" y="4818888"/>
                  </a:lnTo>
                  <a:close/>
                </a:path>
              </a:pathLst>
            </a:custGeom>
            <a:ln w="3175">
              <a:solidFill>
                <a:srgbClr val="FFFFFF"/>
              </a:solidFill>
            </a:ln>
          </p:spPr>
          <p:txBody>
            <a:bodyPr wrap="square" lIns="0" tIns="0" rIns="0" bIns="0" rtlCol="0"/>
            <a:lstStyle/>
            <a:p>
              <a:endParaRPr/>
            </a:p>
          </p:txBody>
        </p:sp>
        <p:sp>
          <p:nvSpPr>
            <p:cNvPr id="15" name="object 15"/>
            <p:cNvSpPr/>
            <p:nvPr/>
          </p:nvSpPr>
          <p:spPr>
            <a:xfrm>
              <a:off x="4276344" y="6120383"/>
              <a:ext cx="3708400" cy="79375"/>
            </a:xfrm>
            <a:custGeom>
              <a:avLst/>
              <a:gdLst/>
              <a:ahLst/>
              <a:cxnLst/>
              <a:rect l="l" t="t" r="r" b="b"/>
              <a:pathLst>
                <a:path w="3708400" h="79375">
                  <a:moveTo>
                    <a:pt x="3707892" y="0"/>
                  </a:moveTo>
                  <a:lnTo>
                    <a:pt x="0" y="0"/>
                  </a:lnTo>
                  <a:lnTo>
                    <a:pt x="0" y="79247"/>
                  </a:lnTo>
                  <a:lnTo>
                    <a:pt x="3707892" y="79247"/>
                  </a:lnTo>
                  <a:lnTo>
                    <a:pt x="3707892" y="0"/>
                  </a:lnTo>
                  <a:close/>
                </a:path>
              </a:pathLst>
            </a:custGeom>
            <a:solidFill>
              <a:srgbClr val="00D9CE"/>
            </a:solidFill>
          </p:spPr>
          <p:txBody>
            <a:bodyPr wrap="square" lIns="0" tIns="0" rIns="0" bIns="0" rtlCol="0"/>
            <a:lstStyle/>
            <a:p>
              <a:endParaRPr/>
            </a:p>
          </p:txBody>
        </p:sp>
        <p:sp>
          <p:nvSpPr>
            <p:cNvPr id="16" name="object 16"/>
            <p:cNvSpPr/>
            <p:nvPr/>
          </p:nvSpPr>
          <p:spPr>
            <a:xfrm>
              <a:off x="4277868" y="1423416"/>
              <a:ext cx="3703320" cy="76200"/>
            </a:xfrm>
            <a:prstGeom prst="rect">
              <a:avLst/>
            </a:prstGeom>
            <a:blipFill>
              <a:blip r:embed="rId4" cstate="print"/>
              <a:stretch>
                <a:fillRect/>
              </a:stretch>
            </a:blipFill>
          </p:spPr>
          <p:txBody>
            <a:bodyPr wrap="square" lIns="0" tIns="0" rIns="0" bIns="0" rtlCol="0"/>
            <a:lstStyle/>
            <a:p>
              <a:endParaRPr/>
            </a:p>
          </p:txBody>
        </p:sp>
        <p:sp>
          <p:nvSpPr>
            <p:cNvPr id="17" name="object 17"/>
            <p:cNvSpPr/>
            <p:nvPr/>
          </p:nvSpPr>
          <p:spPr>
            <a:xfrm>
              <a:off x="5931408" y="2644140"/>
              <a:ext cx="105155" cy="88392"/>
            </a:xfrm>
            <a:prstGeom prst="rect">
              <a:avLst/>
            </a:prstGeom>
            <a:blipFill>
              <a:blip r:embed="rId5" cstate="print"/>
              <a:stretch>
                <a:fillRect/>
              </a:stretch>
            </a:blipFill>
          </p:spPr>
          <p:txBody>
            <a:bodyPr wrap="square" lIns="0" tIns="0" rIns="0" bIns="0" rtlCol="0"/>
            <a:lstStyle/>
            <a:p>
              <a:endParaRPr/>
            </a:p>
          </p:txBody>
        </p:sp>
        <p:sp>
          <p:nvSpPr>
            <p:cNvPr id="18" name="object 18"/>
            <p:cNvSpPr/>
            <p:nvPr/>
          </p:nvSpPr>
          <p:spPr>
            <a:xfrm>
              <a:off x="5931408" y="2511552"/>
              <a:ext cx="105155" cy="88392"/>
            </a:xfrm>
            <a:prstGeom prst="rect">
              <a:avLst/>
            </a:prstGeom>
            <a:blipFill>
              <a:blip r:embed="rId6" cstate="print"/>
              <a:stretch>
                <a:fillRect/>
              </a:stretch>
            </a:blipFill>
          </p:spPr>
          <p:txBody>
            <a:bodyPr wrap="square" lIns="0" tIns="0" rIns="0" bIns="0" rtlCol="0"/>
            <a:lstStyle/>
            <a:p>
              <a:endParaRPr/>
            </a:p>
          </p:txBody>
        </p:sp>
        <p:sp>
          <p:nvSpPr>
            <p:cNvPr id="19" name="object 19"/>
            <p:cNvSpPr/>
            <p:nvPr/>
          </p:nvSpPr>
          <p:spPr>
            <a:xfrm>
              <a:off x="6025895" y="2400300"/>
              <a:ext cx="408940" cy="441959"/>
            </a:xfrm>
            <a:custGeom>
              <a:avLst/>
              <a:gdLst/>
              <a:ahLst/>
              <a:cxnLst/>
              <a:rect l="l" t="t" r="r" b="b"/>
              <a:pathLst>
                <a:path w="408939" h="441960">
                  <a:moveTo>
                    <a:pt x="401463" y="321437"/>
                  </a:moveTo>
                  <a:lnTo>
                    <a:pt x="110998" y="321437"/>
                  </a:lnTo>
                  <a:lnTo>
                    <a:pt x="118871" y="322579"/>
                  </a:lnTo>
                  <a:lnTo>
                    <a:pt x="124967" y="327151"/>
                  </a:lnTo>
                  <a:lnTo>
                    <a:pt x="158750" y="345821"/>
                  </a:lnTo>
                  <a:lnTo>
                    <a:pt x="163702" y="352044"/>
                  </a:lnTo>
                  <a:lnTo>
                    <a:pt x="164973" y="359537"/>
                  </a:lnTo>
                  <a:lnTo>
                    <a:pt x="178688" y="441960"/>
                  </a:lnTo>
                  <a:lnTo>
                    <a:pt x="229742" y="441960"/>
                  </a:lnTo>
                  <a:lnTo>
                    <a:pt x="243458" y="359537"/>
                  </a:lnTo>
                  <a:lnTo>
                    <a:pt x="244728" y="352044"/>
                  </a:lnTo>
                  <a:lnTo>
                    <a:pt x="249554" y="345821"/>
                  </a:lnTo>
                  <a:lnTo>
                    <a:pt x="256539" y="342773"/>
                  </a:lnTo>
                  <a:lnTo>
                    <a:pt x="263685" y="339439"/>
                  </a:lnTo>
                  <a:lnTo>
                    <a:pt x="270507" y="335724"/>
                  </a:lnTo>
                  <a:lnTo>
                    <a:pt x="277085" y="331628"/>
                  </a:lnTo>
                  <a:lnTo>
                    <a:pt x="283463" y="327151"/>
                  </a:lnTo>
                  <a:lnTo>
                    <a:pt x="289432" y="322579"/>
                  </a:lnTo>
                  <a:lnTo>
                    <a:pt x="297433" y="321563"/>
                  </a:lnTo>
                  <a:lnTo>
                    <a:pt x="401390" y="321563"/>
                  </a:lnTo>
                  <a:close/>
                </a:path>
                <a:path w="408939" h="441960">
                  <a:moveTo>
                    <a:pt x="25526" y="88391"/>
                  </a:moveTo>
                  <a:lnTo>
                    <a:pt x="0" y="132587"/>
                  </a:lnTo>
                  <a:lnTo>
                    <a:pt x="70484" y="190500"/>
                  </a:lnTo>
                  <a:lnTo>
                    <a:pt x="73405" y="197992"/>
                  </a:lnTo>
                  <a:lnTo>
                    <a:pt x="72505" y="205486"/>
                  </a:lnTo>
                  <a:lnTo>
                    <a:pt x="71800" y="213223"/>
                  </a:lnTo>
                  <a:lnTo>
                    <a:pt x="71565" y="220995"/>
                  </a:lnTo>
                  <a:lnTo>
                    <a:pt x="71807" y="228792"/>
                  </a:lnTo>
                  <a:lnTo>
                    <a:pt x="72532" y="236600"/>
                  </a:lnTo>
                  <a:lnTo>
                    <a:pt x="73405" y="243966"/>
                  </a:lnTo>
                  <a:lnTo>
                    <a:pt x="70484" y="251460"/>
                  </a:lnTo>
                  <a:lnTo>
                    <a:pt x="64642" y="256159"/>
                  </a:lnTo>
                  <a:lnTo>
                    <a:pt x="0" y="309372"/>
                  </a:lnTo>
                  <a:lnTo>
                    <a:pt x="25526" y="353567"/>
                  </a:lnTo>
                  <a:lnTo>
                    <a:pt x="83968" y="331628"/>
                  </a:lnTo>
                  <a:lnTo>
                    <a:pt x="110998" y="321437"/>
                  </a:lnTo>
                  <a:lnTo>
                    <a:pt x="401463" y="321437"/>
                  </a:lnTo>
                  <a:lnTo>
                    <a:pt x="408431" y="309372"/>
                  </a:lnTo>
                  <a:lnTo>
                    <a:pt x="204215" y="309372"/>
                  </a:lnTo>
                  <a:lnTo>
                    <a:pt x="169777" y="302418"/>
                  </a:lnTo>
                  <a:lnTo>
                    <a:pt x="141684" y="283464"/>
                  </a:lnTo>
                  <a:lnTo>
                    <a:pt x="122759" y="255365"/>
                  </a:lnTo>
                  <a:lnTo>
                    <a:pt x="115827" y="220995"/>
                  </a:lnTo>
                  <a:lnTo>
                    <a:pt x="122759" y="186594"/>
                  </a:lnTo>
                  <a:lnTo>
                    <a:pt x="141684" y="158496"/>
                  </a:lnTo>
                  <a:lnTo>
                    <a:pt x="169777" y="139541"/>
                  </a:lnTo>
                  <a:lnTo>
                    <a:pt x="204215" y="132587"/>
                  </a:lnTo>
                  <a:lnTo>
                    <a:pt x="408431" y="132587"/>
                  </a:lnTo>
                  <a:lnTo>
                    <a:pt x="401463" y="120523"/>
                  </a:lnTo>
                  <a:lnTo>
                    <a:pt x="297306" y="120523"/>
                  </a:lnTo>
                  <a:lnTo>
                    <a:pt x="296432" y="120396"/>
                  </a:lnTo>
                  <a:lnTo>
                    <a:pt x="110998" y="120396"/>
                  </a:lnTo>
                  <a:lnTo>
                    <a:pt x="104012" y="117855"/>
                  </a:lnTo>
                  <a:lnTo>
                    <a:pt x="25526" y="88391"/>
                  </a:lnTo>
                  <a:close/>
                </a:path>
                <a:path w="408939" h="441960">
                  <a:moveTo>
                    <a:pt x="401390" y="321563"/>
                  </a:moveTo>
                  <a:lnTo>
                    <a:pt x="297433" y="321563"/>
                  </a:lnTo>
                  <a:lnTo>
                    <a:pt x="304418" y="324103"/>
                  </a:lnTo>
                  <a:lnTo>
                    <a:pt x="382904" y="353567"/>
                  </a:lnTo>
                  <a:lnTo>
                    <a:pt x="401390" y="321563"/>
                  </a:lnTo>
                  <a:close/>
                </a:path>
                <a:path w="408939" h="441960">
                  <a:moveTo>
                    <a:pt x="408431" y="132587"/>
                  </a:moveTo>
                  <a:lnTo>
                    <a:pt x="204215" y="132587"/>
                  </a:lnTo>
                  <a:lnTo>
                    <a:pt x="238654" y="139541"/>
                  </a:lnTo>
                  <a:lnTo>
                    <a:pt x="266747" y="158496"/>
                  </a:lnTo>
                  <a:lnTo>
                    <a:pt x="285672" y="186594"/>
                  </a:lnTo>
                  <a:lnTo>
                    <a:pt x="292604" y="220964"/>
                  </a:lnTo>
                  <a:lnTo>
                    <a:pt x="285672" y="255365"/>
                  </a:lnTo>
                  <a:lnTo>
                    <a:pt x="266747" y="283464"/>
                  </a:lnTo>
                  <a:lnTo>
                    <a:pt x="238654" y="302418"/>
                  </a:lnTo>
                  <a:lnTo>
                    <a:pt x="204215" y="309372"/>
                  </a:lnTo>
                  <a:lnTo>
                    <a:pt x="408431" y="309372"/>
                  </a:lnTo>
                  <a:lnTo>
                    <a:pt x="343788" y="256159"/>
                  </a:lnTo>
                  <a:lnTo>
                    <a:pt x="342645" y="255015"/>
                  </a:lnTo>
                  <a:lnTo>
                    <a:pt x="342138" y="254635"/>
                  </a:lnTo>
                  <a:lnTo>
                    <a:pt x="341756" y="254126"/>
                  </a:lnTo>
                  <a:lnTo>
                    <a:pt x="341375" y="253746"/>
                  </a:lnTo>
                  <a:lnTo>
                    <a:pt x="339725" y="251967"/>
                  </a:lnTo>
                  <a:lnTo>
                    <a:pt x="335788" y="239395"/>
                  </a:lnTo>
                  <a:lnTo>
                    <a:pt x="335800" y="236474"/>
                  </a:lnTo>
                  <a:lnTo>
                    <a:pt x="336575" y="228736"/>
                  </a:lnTo>
                  <a:lnTo>
                    <a:pt x="336834" y="220964"/>
                  </a:lnTo>
                  <a:lnTo>
                    <a:pt x="336568" y="213167"/>
                  </a:lnTo>
                  <a:lnTo>
                    <a:pt x="335772" y="205359"/>
                  </a:lnTo>
                  <a:lnTo>
                    <a:pt x="334899" y="197992"/>
                  </a:lnTo>
                  <a:lnTo>
                    <a:pt x="337946" y="190500"/>
                  </a:lnTo>
                  <a:lnTo>
                    <a:pt x="343788" y="185800"/>
                  </a:lnTo>
                  <a:lnTo>
                    <a:pt x="408431" y="132587"/>
                  </a:lnTo>
                  <a:close/>
                </a:path>
                <a:path w="408939" h="441960">
                  <a:moveTo>
                    <a:pt x="382904" y="88391"/>
                  </a:moveTo>
                  <a:lnTo>
                    <a:pt x="297306" y="120523"/>
                  </a:lnTo>
                  <a:lnTo>
                    <a:pt x="401463" y="120523"/>
                  </a:lnTo>
                  <a:lnTo>
                    <a:pt x="382904" y="88391"/>
                  </a:lnTo>
                  <a:close/>
                </a:path>
                <a:path w="408939" h="441960">
                  <a:moveTo>
                    <a:pt x="229742" y="0"/>
                  </a:moveTo>
                  <a:lnTo>
                    <a:pt x="178688" y="0"/>
                  </a:lnTo>
                  <a:lnTo>
                    <a:pt x="164973" y="82423"/>
                  </a:lnTo>
                  <a:lnTo>
                    <a:pt x="163702" y="89915"/>
                  </a:lnTo>
                  <a:lnTo>
                    <a:pt x="158750" y="96138"/>
                  </a:lnTo>
                  <a:lnTo>
                    <a:pt x="151891" y="99187"/>
                  </a:lnTo>
                  <a:lnTo>
                    <a:pt x="144845" y="102467"/>
                  </a:lnTo>
                  <a:lnTo>
                    <a:pt x="138001" y="106187"/>
                  </a:lnTo>
                  <a:lnTo>
                    <a:pt x="131371" y="110313"/>
                  </a:lnTo>
                  <a:lnTo>
                    <a:pt x="124967" y="114808"/>
                  </a:lnTo>
                  <a:lnTo>
                    <a:pt x="118871" y="119252"/>
                  </a:lnTo>
                  <a:lnTo>
                    <a:pt x="110998" y="120396"/>
                  </a:lnTo>
                  <a:lnTo>
                    <a:pt x="296432" y="120396"/>
                  </a:lnTo>
                  <a:lnTo>
                    <a:pt x="289432" y="119379"/>
                  </a:lnTo>
                  <a:lnTo>
                    <a:pt x="283463" y="114808"/>
                  </a:lnTo>
                  <a:lnTo>
                    <a:pt x="249554" y="96138"/>
                  </a:lnTo>
                  <a:lnTo>
                    <a:pt x="244601" y="89915"/>
                  </a:lnTo>
                  <a:lnTo>
                    <a:pt x="243458" y="82423"/>
                  </a:lnTo>
                  <a:lnTo>
                    <a:pt x="229742" y="0"/>
                  </a:lnTo>
                  <a:close/>
                </a:path>
              </a:pathLst>
            </a:custGeom>
            <a:solidFill>
              <a:srgbClr val="FF8E01"/>
            </a:solidFill>
          </p:spPr>
          <p:txBody>
            <a:bodyPr wrap="square" lIns="0" tIns="0" rIns="0" bIns="0" rtlCol="0"/>
            <a:lstStyle/>
            <a:p>
              <a:endParaRPr/>
            </a:p>
          </p:txBody>
        </p:sp>
        <p:sp>
          <p:nvSpPr>
            <p:cNvPr id="20" name="object 20"/>
            <p:cNvSpPr/>
            <p:nvPr/>
          </p:nvSpPr>
          <p:spPr>
            <a:xfrm>
              <a:off x="6173723" y="3041903"/>
              <a:ext cx="300355" cy="486409"/>
            </a:xfrm>
            <a:custGeom>
              <a:avLst/>
              <a:gdLst/>
              <a:ahLst/>
              <a:cxnLst/>
              <a:rect l="l" t="t" r="r" b="b"/>
              <a:pathLst>
                <a:path w="300354" h="486410">
                  <a:moveTo>
                    <a:pt x="132587" y="265175"/>
                  </a:moveTo>
                  <a:lnTo>
                    <a:pt x="88391" y="265175"/>
                  </a:lnTo>
                  <a:lnTo>
                    <a:pt x="88391" y="424307"/>
                  </a:lnTo>
                  <a:lnTo>
                    <a:pt x="142621" y="486156"/>
                  </a:lnTo>
                  <a:lnTo>
                    <a:pt x="300227" y="486156"/>
                  </a:lnTo>
                  <a:lnTo>
                    <a:pt x="134874" y="320801"/>
                  </a:lnTo>
                  <a:lnTo>
                    <a:pt x="132587" y="315213"/>
                  </a:lnTo>
                  <a:lnTo>
                    <a:pt x="132587" y="265175"/>
                  </a:lnTo>
                  <a:close/>
                </a:path>
                <a:path w="300354" h="486410">
                  <a:moveTo>
                    <a:pt x="132587" y="0"/>
                  </a:moveTo>
                  <a:lnTo>
                    <a:pt x="0" y="0"/>
                  </a:lnTo>
                  <a:lnTo>
                    <a:pt x="0" y="323215"/>
                  </a:lnTo>
                  <a:lnTo>
                    <a:pt x="44196" y="373634"/>
                  </a:lnTo>
                  <a:lnTo>
                    <a:pt x="44196" y="265175"/>
                  </a:lnTo>
                  <a:lnTo>
                    <a:pt x="132587" y="265175"/>
                  </a:lnTo>
                  <a:lnTo>
                    <a:pt x="132587" y="220980"/>
                  </a:lnTo>
                  <a:lnTo>
                    <a:pt x="44196" y="220980"/>
                  </a:lnTo>
                  <a:lnTo>
                    <a:pt x="44196" y="176784"/>
                  </a:lnTo>
                  <a:lnTo>
                    <a:pt x="132587" y="176784"/>
                  </a:lnTo>
                  <a:lnTo>
                    <a:pt x="132587" y="132587"/>
                  </a:lnTo>
                  <a:lnTo>
                    <a:pt x="44196" y="132587"/>
                  </a:lnTo>
                  <a:lnTo>
                    <a:pt x="44196" y="88392"/>
                  </a:lnTo>
                  <a:lnTo>
                    <a:pt x="132587" y="88392"/>
                  </a:lnTo>
                  <a:lnTo>
                    <a:pt x="132587" y="0"/>
                  </a:lnTo>
                  <a:close/>
                </a:path>
                <a:path w="300354" h="486410">
                  <a:moveTo>
                    <a:pt x="132587" y="176784"/>
                  </a:moveTo>
                  <a:lnTo>
                    <a:pt x="88391" y="176784"/>
                  </a:lnTo>
                  <a:lnTo>
                    <a:pt x="88391" y="220980"/>
                  </a:lnTo>
                  <a:lnTo>
                    <a:pt x="132587" y="220980"/>
                  </a:lnTo>
                  <a:lnTo>
                    <a:pt x="132587" y="176784"/>
                  </a:lnTo>
                  <a:close/>
                </a:path>
                <a:path w="300354" h="486410">
                  <a:moveTo>
                    <a:pt x="132587" y="88392"/>
                  </a:moveTo>
                  <a:lnTo>
                    <a:pt x="88391" y="88392"/>
                  </a:lnTo>
                  <a:lnTo>
                    <a:pt x="88391" y="132587"/>
                  </a:lnTo>
                  <a:lnTo>
                    <a:pt x="132587" y="132587"/>
                  </a:lnTo>
                  <a:lnTo>
                    <a:pt x="132587" y="88392"/>
                  </a:lnTo>
                  <a:close/>
                </a:path>
              </a:pathLst>
            </a:custGeom>
            <a:solidFill>
              <a:srgbClr val="00D9CE"/>
            </a:solidFill>
          </p:spPr>
          <p:txBody>
            <a:bodyPr wrap="square" lIns="0" tIns="0" rIns="0" bIns="0" rtlCol="0"/>
            <a:lstStyle/>
            <a:p>
              <a:endParaRPr/>
            </a:p>
          </p:txBody>
        </p:sp>
        <p:sp>
          <p:nvSpPr>
            <p:cNvPr id="21" name="object 21"/>
            <p:cNvSpPr/>
            <p:nvPr/>
          </p:nvSpPr>
          <p:spPr>
            <a:xfrm>
              <a:off x="5856732" y="2290572"/>
              <a:ext cx="340360" cy="182880"/>
            </a:xfrm>
            <a:custGeom>
              <a:avLst/>
              <a:gdLst/>
              <a:ahLst/>
              <a:cxnLst/>
              <a:rect l="l" t="t" r="r" b="b"/>
              <a:pathLst>
                <a:path w="340360" h="182880">
                  <a:moveTo>
                    <a:pt x="339851" y="0"/>
                  </a:moveTo>
                  <a:lnTo>
                    <a:pt x="162687" y="0"/>
                  </a:lnTo>
                  <a:lnTo>
                    <a:pt x="162687" y="44195"/>
                  </a:lnTo>
                  <a:lnTo>
                    <a:pt x="160946" y="52792"/>
                  </a:lnTo>
                  <a:lnTo>
                    <a:pt x="156194" y="59816"/>
                  </a:lnTo>
                  <a:lnTo>
                    <a:pt x="149131" y="64555"/>
                  </a:lnTo>
                  <a:lnTo>
                    <a:pt x="140462" y="66293"/>
                  </a:lnTo>
                  <a:lnTo>
                    <a:pt x="0" y="66293"/>
                  </a:lnTo>
                  <a:lnTo>
                    <a:pt x="72643" y="167766"/>
                  </a:lnTo>
                  <a:lnTo>
                    <a:pt x="74040" y="172212"/>
                  </a:lnTo>
                  <a:lnTo>
                    <a:pt x="74040" y="176783"/>
                  </a:lnTo>
                  <a:lnTo>
                    <a:pt x="156209" y="176783"/>
                  </a:lnTo>
                  <a:lnTo>
                    <a:pt x="165607" y="160654"/>
                  </a:lnTo>
                  <a:lnTo>
                    <a:pt x="170707" y="154646"/>
                  </a:lnTo>
                  <a:lnTo>
                    <a:pt x="177355" y="150875"/>
                  </a:lnTo>
                  <a:lnTo>
                    <a:pt x="184860" y="149582"/>
                  </a:lnTo>
                  <a:lnTo>
                    <a:pt x="192531" y="151002"/>
                  </a:lnTo>
                  <a:lnTo>
                    <a:pt x="277875" y="182879"/>
                  </a:lnTo>
                  <a:lnTo>
                    <a:pt x="282701" y="179704"/>
                  </a:lnTo>
                  <a:lnTo>
                    <a:pt x="292480" y="174370"/>
                  </a:lnTo>
                  <a:lnTo>
                    <a:pt x="307466" y="84708"/>
                  </a:lnTo>
                  <a:lnTo>
                    <a:pt x="310112" y="77331"/>
                  </a:lnTo>
                  <a:lnTo>
                    <a:pt x="315007" y="71500"/>
                  </a:lnTo>
                  <a:lnTo>
                    <a:pt x="321593" y="67671"/>
                  </a:lnTo>
                  <a:lnTo>
                    <a:pt x="329310" y="66293"/>
                  </a:lnTo>
                  <a:lnTo>
                    <a:pt x="339851" y="66293"/>
                  </a:lnTo>
                  <a:lnTo>
                    <a:pt x="339851" y="0"/>
                  </a:lnTo>
                  <a:close/>
                </a:path>
              </a:pathLst>
            </a:custGeom>
            <a:solidFill>
              <a:srgbClr val="FFFFFF"/>
            </a:solidFill>
          </p:spPr>
          <p:txBody>
            <a:bodyPr wrap="square" lIns="0" tIns="0" rIns="0" bIns="0" rtlCol="0"/>
            <a:lstStyle/>
            <a:p>
              <a:endParaRPr/>
            </a:p>
          </p:txBody>
        </p:sp>
        <p:sp>
          <p:nvSpPr>
            <p:cNvPr id="22" name="object 22"/>
            <p:cNvSpPr/>
            <p:nvPr/>
          </p:nvSpPr>
          <p:spPr>
            <a:xfrm>
              <a:off x="6185916" y="2577083"/>
              <a:ext cx="88392" cy="88391"/>
            </a:xfrm>
            <a:prstGeom prst="rect">
              <a:avLst/>
            </a:prstGeom>
            <a:blipFill>
              <a:blip r:embed="rId7" cstate="print"/>
              <a:stretch>
                <a:fillRect/>
              </a:stretch>
            </a:blipFill>
          </p:spPr>
          <p:txBody>
            <a:bodyPr wrap="square" lIns="0" tIns="0" rIns="0" bIns="0" rtlCol="0"/>
            <a:lstStyle/>
            <a:p>
              <a:endParaRPr/>
            </a:p>
          </p:txBody>
        </p:sp>
        <p:sp>
          <p:nvSpPr>
            <p:cNvPr id="23" name="object 23"/>
            <p:cNvSpPr/>
            <p:nvPr/>
          </p:nvSpPr>
          <p:spPr>
            <a:xfrm>
              <a:off x="5522976" y="2340863"/>
              <a:ext cx="408940" cy="878205"/>
            </a:xfrm>
            <a:custGeom>
              <a:avLst/>
              <a:gdLst/>
              <a:ahLst/>
              <a:cxnLst/>
              <a:rect l="l" t="t" r="r" b="b"/>
              <a:pathLst>
                <a:path w="408939" h="878205">
                  <a:moveTo>
                    <a:pt x="408432" y="656986"/>
                  </a:moveTo>
                  <a:lnTo>
                    <a:pt x="187118" y="656986"/>
                  </a:lnTo>
                  <a:lnTo>
                    <a:pt x="195347" y="658639"/>
                  </a:lnTo>
                  <a:lnTo>
                    <a:pt x="202564" y="663448"/>
                  </a:lnTo>
                  <a:lnTo>
                    <a:pt x="207373" y="670718"/>
                  </a:lnTo>
                  <a:lnTo>
                    <a:pt x="209026" y="678942"/>
                  </a:lnTo>
                  <a:lnTo>
                    <a:pt x="207512" y="687165"/>
                  </a:lnTo>
                  <a:lnTo>
                    <a:pt x="158305" y="726662"/>
                  </a:lnTo>
                  <a:lnTo>
                    <a:pt x="105790" y="743076"/>
                  </a:lnTo>
                  <a:lnTo>
                    <a:pt x="118490" y="755776"/>
                  </a:lnTo>
                  <a:lnTo>
                    <a:pt x="120776" y="761364"/>
                  </a:lnTo>
                  <a:lnTo>
                    <a:pt x="120776" y="877697"/>
                  </a:lnTo>
                  <a:lnTo>
                    <a:pt x="229362" y="877824"/>
                  </a:lnTo>
                  <a:lnTo>
                    <a:pt x="267335" y="859440"/>
                  </a:lnTo>
                  <a:lnTo>
                    <a:pt x="304641" y="839724"/>
                  </a:lnTo>
                  <a:lnTo>
                    <a:pt x="341233" y="818673"/>
                  </a:lnTo>
                  <a:lnTo>
                    <a:pt x="377063" y="796289"/>
                  </a:lnTo>
                  <a:lnTo>
                    <a:pt x="377316" y="796163"/>
                  </a:lnTo>
                  <a:lnTo>
                    <a:pt x="408432" y="777113"/>
                  </a:lnTo>
                  <a:lnTo>
                    <a:pt x="408432" y="656986"/>
                  </a:lnTo>
                  <a:close/>
                </a:path>
                <a:path w="408939" h="878205">
                  <a:moveTo>
                    <a:pt x="268732" y="0"/>
                  </a:moveTo>
                  <a:lnTo>
                    <a:pt x="221361" y="23622"/>
                  </a:lnTo>
                  <a:lnTo>
                    <a:pt x="179856" y="47955"/>
                  </a:lnTo>
                  <a:lnTo>
                    <a:pt x="142736" y="77418"/>
                  </a:lnTo>
                  <a:lnTo>
                    <a:pt x="110360" y="111423"/>
                  </a:lnTo>
                  <a:lnTo>
                    <a:pt x="83089" y="149383"/>
                  </a:lnTo>
                  <a:lnTo>
                    <a:pt x="61283" y="190713"/>
                  </a:lnTo>
                  <a:lnTo>
                    <a:pt x="45303" y="234826"/>
                  </a:lnTo>
                  <a:lnTo>
                    <a:pt x="35507" y="281136"/>
                  </a:lnTo>
                  <a:lnTo>
                    <a:pt x="32258" y="329057"/>
                  </a:lnTo>
                  <a:lnTo>
                    <a:pt x="34760" y="354377"/>
                  </a:lnTo>
                  <a:lnTo>
                    <a:pt x="42084" y="378460"/>
                  </a:lnTo>
                  <a:lnTo>
                    <a:pt x="53957" y="400637"/>
                  </a:lnTo>
                  <a:lnTo>
                    <a:pt x="70103" y="420243"/>
                  </a:lnTo>
                  <a:lnTo>
                    <a:pt x="74068" y="425573"/>
                  </a:lnTo>
                  <a:lnTo>
                    <a:pt x="76200" y="431736"/>
                  </a:lnTo>
                  <a:lnTo>
                    <a:pt x="76426" y="438280"/>
                  </a:lnTo>
                  <a:lnTo>
                    <a:pt x="74675" y="444753"/>
                  </a:lnTo>
                  <a:lnTo>
                    <a:pt x="0" y="612521"/>
                  </a:lnTo>
                  <a:lnTo>
                    <a:pt x="54483" y="612521"/>
                  </a:lnTo>
                  <a:lnTo>
                    <a:pt x="63079" y="614259"/>
                  </a:lnTo>
                  <a:lnTo>
                    <a:pt x="70103" y="618998"/>
                  </a:lnTo>
                  <a:lnTo>
                    <a:pt x="74842" y="626022"/>
                  </a:lnTo>
                  <a:lnTo>
                    <a:pt x="76581" y="634619"/>
                  </a:lnTo>
                  <a:lnTo>
                    <a:pt x="76581" y="700913"/>
                  </a:lnTo>
                  <a:lnTo>
                    <a:pt x="80390" y="700913"/>
                  </a:lnTo>
                  <a:lnTo>
                    <a:pt x="105658" y="698484"/>
                  </a:lnTo>
                  <a:lnTo>
                    <a:pt x="129746" y="691197"/>
                  </a:lnTo>
                  <a:lnTo>
                    <a:pt x="151953" y="679338"/>
                  </a:lnTo>
                  <a:lnTo>
                    <a:pt x="171576" y="663194"/>
                  </a:lnTo>
                  <a:lnTo>
                    <a:pt x="178865" y="658500"/>
                  </a:lnTo>
                  <a:lnTo>
                    <a:pt x="187118" y="656986"/>
                  </a:lnTo>
                  <a:lnTo>
                    <a:pt x="408432" y="656986"/>
                  </a:lnTo>
                  <a:lnTo>
                    <a:pt x="408432" y="627507"/>
                  </a:lnTo>
                  <a:lnTo>
                    <a:pt x="311785" y="588899"/>
                  </a:lnTo>
                  <a:lnTo>
                    <a:pt x="303275" y="585597"/>
                  </a:lnTo>
                  <a:lnTo>
                    <a:pt x="297814" y="577469"/>
                  </a:lnTo>
                  <a:lnTo>
                    <a:pt x="297814" y="475234"/>
                  </a:lnTo>
                  <a:lnTo>
                    <a:pt x="299338" y="470535"/>
                  </a:lnTo>
                  <a:lnTo>
                    <a:pt x="302260" y="466725"/>
                  </a:lnTo>
                  <a:lnTo>
                    <a:pt x="308849" y="457962"/>
                  </a:lnTo>
                  <a:lnTo>
                    <a:pt x="120776" y="457962"/>
                  </a:lnTo>
                  <a:lnTo>
                    <a:pt x="112180" y="456223"/>
                  </a:lnTo>
                  <a:lnTo>
                    <a:pt x="105156" y="451485"/>
                  </a:lnTo>
                  <a:lnTo>
                    <a:pt x="100417" y="444460"/>
                  </a:lnTo>
                  <a:lnTo>
                    <a:pt x="98678" y="435863"/>
                  </a:lnTo>
                  <a:lnTo>
                    <a:pt x="98678" y="369570"/>
                  </a:lnTo>
                  <a:lnTo>
                    <a:pt x="100417" y="360973"/>
                  </a:lnTo>
                  <a:lnTo>
                    <a:pt x="105155" y="353949"/>
                  </a:lnTo>
                  <a:lnTo>
                    <a:pt x="112180" y="349210"/>
                  </a:lnTo>
                  <a:lnTo>
                    <a:pt x="120776" y="347472"/>
                  </a:lnTo>
                  <a:lnTo>
                    <a:pt x="364236" y="347472"/>
                  </a:lnTo>
                  <a:lnTo>
                    <a:pt x="364236" y="303275"/>
                  </a:lnTo>
                  <a:lnTo>
                    <a:pt x="275716" y="303275"/>
                  </a:lnTo>
                  <a:lnTo>
                    <a:pt x="275716" y="259080"/>
                  </a:lnTo>
                  <a:lnTo>
                    <a:pt x="364236" y="259080"/>
                  </a:lnTo>
                  <a:lnTo>
                    <a:pt x="364236" y="214884"/>
                  </a:lnTo>
                  <a:lnTo>
                    <a:pt x="275716" y="214884"/>
                  </a:lnTo>
                  <a:lnTo>
                    <a:pt x="275716" y="126491"/>
                  </a:lnTo>
                  <a:lnTo>
                    <a:pt x="359152" y="126491"/>
                  </a:lnTo>
                  <a:lnTo>
                    <a:pt x="268732" y="0"/>
                  </a:lnTo>
                  <a:close/>
                </a:path>
                <a:path w="408939" h="878205">
                  <a:moveTo>
                    <a:pt x="275716" y="347472"/>
                  </a:moveTo>
                  <a:lnTo>
                    <a:pt x="120776" y="347472"/>
                  </a:lnTo>
                  <a:lnTo>
                    <a:pt x="129446" y="349210"/>
                  </a:lnTo>
                  <a:lnTo>
                    <a:pt x="136509" y="353949"/>
                  </a:lnTo>
                  <a:lnTo>
                    <a:pt x="141261" y="360973"/>
                  </a:lnTo>
                  <a:lnTo>
                    <a:pt x="143001" y="369570"/>
                  </a:lnTo>
                  <a:lnTo>
                    <a:pt x="143001" y="413765"/>
                  </a:lnTo>
                  <a:lnTo>
                    <a:pt x="187198" y="413765"/>
                  </a:lnTo>
                  <a:lnTo>
                    <a:pt x="195794" y="415504"/>
                  </a:lnTo>
                  <a:lnTo>
                    <a:pt x="202819" y="420243"/>
                  </a:lnTo>
                  <a:lnTo>
                    <a:pt x="207557" y="427267"/>
                  </a:lnTo>
                  <a:lnTo>
                    <a:pt x="209296" y="435863"/>
                  </a:lnTo>
                  <a:lnTo>
                    <a:pt x="207557" y="444460"/>
                  </a:lnTo>
                  <a:lnTo>
                    <a:pt x="202819" y="451485"/>
                  </a:lnTo>
                  <a:lnTo>
                    <a:pt x="195794" y="456223"/>
                  </a:lnTo>
                  <a:lnTo>
                    <a:pt x="187198" y="457962"/>
                  </a:lnTo>
                  <a:lnTo>
                    <a:pt x="308849" y="457962"/>
                  </a:lnTo>
                  <a:lnTo>
                    <a:pt x="358697" y="391668"/>
                  </a:lnTo>
                  <a:lnTo>
                    <a:pt x="275716" y="391668"/>
                  </a:lnTo>
                  <a:lnTo>
                    <a:pt x="275716" y="347472"/>
                  </a:lnTo>
                  <a:close/>
                </a:path>
                <a:path w="408939" h="878205">
                  <a:moveTo>
                    <a:pt x="364236" y="347472"/>
                  </a:moveTo>
                  <a:lnTo>
                    <a:pt x="319913" y="347472"/>
                  </a:lnTo>
                  <a:lnTo>
                    <a:pt x="319913" y="391668"/>
                  </a:lnTo>
                  <a:lnTo>
                    <a:pt x="358697" y="391668"/>
                  </a:lnTo>
                  <a:lnTo>
                    <a:pt x="364236" y="384301"/>
                  </a:lnTo>
                  <a:lnTo>
                    <a:pt x="364236" y="347472"/>
                  </a:lnTo>
                  <a:close/>
                </a:path>
                <a:path w="408939" h="878205">
                  <a:moveTo>
                    <a:pt x="364236" y="259080"/>
                  </a:moveTo>
                  <a:lnTo>
                    <a:pt x="319913" y="259080"/>
                  </a:lnTo>
                  <a:lnTo>
                    <a:pt x="319913" y="303275"/>
                  </a:lnTo>
                  <a:lnTo>
                    <a:pt x="364236" y="303275"/>
                  </a:lnTo>
                  <a:lnTo>
                    <a:pt x="364236" y="259080"/>
                  </a:lnTo>
                  <a:close/>
                </a:path>
                <a:path w="408939" h="878205">
                  <a:moveTo>
                    <a:pt x="359152" y="126491"/>
                  </a:moveTo>
                  <a:lnTo>
                    <a:pt x="319913" y="126491"/>
                  </a:lnTo>
                  <a:lnTo>
                    <a:pt x="319913" y="214884"/>
                  </a:lnTo>
                  <a:lnTo>
                    <a:pt x="364236" y="214884"/>
                  </a:lnTo>
                  <a:lnTo>
                    <a:pt x="364236" y="133603"/>
                  </a:lnTo>
                  <a:lnTo>
                    <a:pt x="359152" y="126491"/>
                  </a:lnTo>
                  <a:close/>
                </a:path>
              </a:pathLst>
            </a:custGeom>
            <a:solidFill>
              <a:srgbClr val="00D9CE"/>
            </a:solidFill>
          </p:spPr>
          <p:txBody>
            <a:bodyPr wrap="square" lIns="0" tIns="0" rIns="0" bIns="0" rtlCol="0"/>
            <a:lstStyle/>
            <a:p>
              <a:endParaRPr/>
            </a:p>
          </p:txBody>
        </p:sp>
        <p:sp>
          <p:nvSpPr>
            <p:cNvPr id="24" name="object 24"/>
            <p:cNvSpPr/>
            <p:nvPr/>
          </p:nvSpPr>
          <p:spPr>
            <a:xfrm>
              <a:off x="5864352" y="2770632"/>
              <a:ext cx="353695" cy="227329"/>
            </a:xfrm>
            <a:custGeom>
              <a:avLst/>
              <a:gdLst/>
              <a:ahLst/>
              <a:cxnLst/>
              <a:rect l="l" t="t" r="r" b="b"/>
              <a:pathLst>
                <a:path w="353695" h="227330">
                  <a:moveTo>
                    <a:pt x="39370" y="5079"/>
                  </a:moveTo>
                  <a:lnTo>
                    <a:pt x="0" y="57657"/>
                  </a:lnTo>
                  <a:lnTo>
                    <a:pt x="0" y="94487"/>
                  </a:lnTo>
                  <a:lnTo>
                    <a:pt x="265175" y="94487"/>
                  </a:lnTo>
                  <a:lnTo>
                    <a:pt x="265175" y="138683"/>
                  </a:lnTo>
                  <a:lnTo>
                    <a:pt x="37464" y="138683"/>
                  </a:lnTo>
                  <a:lnTo>
                    <a:pt x="105028" y="165734"/>
                  </a:lnTo>
                  <a:lnTo>
                    <a:pt x="110489" y="173862"/>
                  </a:lnTo>
                  <a:lnTo>
                    <a:pt x="110489" y="227075"/>
                  </a:lnTo>
                  <a:lnTo>
                    <a:pt x="353568" y="227075"/>
                  </a:lnTo>
                  <a:lnTo>
                    <a:pt x="353568" y="116585"/>
                  </a:lnTo>
                  <a:lnTo>
                    <a:pt x="320928" y="116585"/>
                  </a:lnTo>
                  <a:lnTo>
                    <a:pt x="313211" y="115190"/>
                  </a:lnTo>
                  <a:lnTo>
                    <a:pt x="306625" y="111331"/>
                  </a:lnTo>
                  <a:lnTo>
                    <a:pt x="301730" y="105495"/>
                  </a:lnTo>
                  <a:lnTo>
                    <a:pt x="299085" y="98170"/>
                  </a:lnTo>
                  <a:lnTo>
                    <a:pt x="288334" y="33297"/>
                  </a:lnTo>
                  <a:lnTo>
                    <a:pt x="176805" y="33297"/>
                  </a:lnTo>
                  <a:lnTo>
                    <a:pt x="169306" y="32003"/>
                  </a:lnTo>
                  <a:lnTo>
                    <a:pt x="162688" y="28233"/>
                  </a:lnTo>
                  <a:lnTo>
                    <a:pt x="157607" y="22225"/>
                  </a:lnTo>
                  <a:lnTo>
                    <a:pt x="148336" y="6095"/>
                  </a:lnTo>
                  <a:lnTo>
                    <a:pt x="44196" y="6095"/>
                  </a:lnTo>
                  <a:lnTo>
                    <a:pt x="42545" y="5968"/>
                  </a:lnTo>
                  <a:lnTo>
                    <a:pt x="41021" y="5587"/>
                  </a:lnTo>
                  <a:lnTo>
                    <a:pt x="39370" y="5079"/>
                  </a:lnTo>
                  <a:close/>
                </a:path>
                <a:path w="353695" h="227330">
                  <a:moveTo>
                    <a:pt x="132587" y="94487"/>
                  </a:moveTo>
                  <a:lnTo>
                    <a:pt x="88392" y="94487"/>
                  </a:lnTo>
                  <a:lnTo>
                    <a:pt x="88392" y="138683"/>
                  </a:lnTo>
                  <a:lnTo>
                    <a:pt x="132587" y="138683"/>
                  </a:lnTo>
                  <a:lnTo>
                    <a:pt x="132587" y="94487"/>
                  </a:lnTo>
                  <a:close/>
                </a:path>
                <a:path w="353695" h="227330">
                  <a:moveTo>
                    <a:pt x="220980" y="94487"/>
                  </a:moveTo>
                  <a:lnTo>
                    <a:pt x="176784" y="94487"/>
                  </a:lnTo>
                  <a:lnTo>
                    <a:pt x="176784" y="138683"/>
                  </a:lnTo>
                  <a:lnTo>
                    <a:pt x="220980" y="138683"/>
                  </a:lnTo>
                  <a:lnTo>
                    <a:pt x="220980" y="94487"/>
                  </a:lnTo>
                  <a:close/>
                </a:path>
                <a:path w="353695" h="227330">
                  <a:moveTo>
                    <a:pt x="269621" y="0"/>
                  </a:moveTo>
                  <a:lnTo>
                    <a:pt x="184531" y="31876"/>
                  </a:lnTo>
                  <a:lnTo>
                    <a:pt x="176805" y="33297"/>
                  </a:lnTo>
                  <a:lnTo>
                    <a:pt x="288334" y="33297"/>
                  </a:lnTo>
                  <a:lnTo>
                    <a:pt x="284225" y="8508"/>
                  </a:lnTo>
                  <a:lnTo>
                    <a:pt x="279273" y="5968"/>
                  </a:lnTo>
                  <a:lnTo>
                    <a:pt x="274447" y="3175"/>
                  </a:lnTo>
                  <a:lnTo>
                    <a:pt x="269621" y="0"/>
                  </a:lnTo>
                  <a:close/>
                </a:path>
              </a:pathLst>
            </a:custGeom>
            <a:solidFill>
              <a:srgbClr val="FFFFFF"/>
            </a:solidFill>
          </p:spPr>
          <p:txBody>
            <a:bodyPr wrap="square" lIns="0" tIns="0" rIns="0" bIns="0" rtlCol="0"/>
            <a:lstStyle/>
            <a:p>
              <a:endParaRPr/>
            </a:p>
          </p:txBody>
        </p:sp>
        <p:sp>
          <p:nvSpPr>
            <p:cNvPr id="25" name="object 25"/>
            <p:cNvSpPr/>
            <p:nvPr/>
          </p:nvSpPr>
          <p:spPr>
            <a:xfrm>
              <a:off x="5873496" y="3041903"/>
              <a:ext cx="167640" cy="486409"/>
            </a:xfrm>
            <a:custGeom>
              <a:avLst/>
              <a:gdLst/>
              <a:ahLst/>
              <a:cxnLst/>
              <a:rect l="l" t="t" r="r" b="b"/>
              <a:pathLst>
                <a:path w="167639" h="486410">
                  <a:moveTo>
                    <a:pt x="167640" y="286512"/>
                  </a:moveTo>
                  <a:lnTo>
                    <a:pt x="123444" y="286512"/>
                  </a:lnTo>
                  <a:lnTo>
                    <a:pt x="123444" y="358902"/>
                  </a:lnTo>
                  <a:lnTo>
                    <a:pt x="121158" y="364617"/>
                  </a:lnTo>
                  <a:lnTo>
                    <a:pt x="0" y="486156"/>
                  </a:lnTo>
                  <a:lnTo>
                    <a:pt x="167640" y="486156"/>
                  </a:lnTo>
                  <a:lnTo>
                    <a:pt x="167640" y="286512"/>
                  </a:lnTo>
                  <a:close/>
                </a:path>
                <a:path w="167639" h="486410">
                  <a:moveTo>
                    <a:pt x="167640" y="0"/>
                  </a:moveTo>
                  <a:lnTo>
                    <a:pt x="100965" y="0"/>
                  </a:lnTo>
                  <a:lnTo>
                    <a:pt x="100965" y="95504"/>
                  </a:lnTo>
                  <a:lnTo>
                    <a:pt x="97155" y="102489"/>
                  </a:lnTo>
                  <a:lnTo>
                    <a:pt x="67056" y="121031"/>
                  </a:lnTo>
                  <a:lnTo>
                    <a:pt x="105410" y="184404"/>
                  </a:lnTo>
                  <a:lnTo>
                    <a:pt x="167640" y="122809"/>
                  </a:lnTo>
                  <a:lnTo>
                    <a:pt x="167640" y="0"/>
                  </a:lnTo>
                  <a:close/>
                </a:path>
              </a:pathLst>
            </a:custGeom>
            <a:solidFill>
              <a:srgbClr val="00D9CE"/>
            </a:solidFill>
          </p:spPr>
          <p:txBody>
            <a:bodyPr wrap="square" lIns="0" tIns="0" rIns="0" bIns="0" rtlCol="0"/>
            <a:lstStyle/>
            <a:p>
              <a:endParaRPr/>
            </a:p>
          </p:txBody>
        </p:sp>
        <p:sp>
          <p:nvSpPr>
            <p:cNvPr id="26" name="object 26"/>
            <p:cNvSpPr/>
            <p:nvPr/>
          </p:nvSpPr>
          <p:spPr>
            <a:xfrm>
              <a:off x="6085332" y="3328415"/>
              <a:ext cx="172212" cy="199644"/>
            </a:xfrm>
            <a:prstGeom prst="rect">
              <a:avLst/>
            </a:prstGeom>
            <a:blipFill>
              <a:blip r:embed="rId8" cstate="print"/>
              <a:stretch>
                <a:fillRect/>
              </a:stretch>
            </a:blipFill>
          </p:spPr>
          <p:txBody>
            <a:bodyPr wrap="square" lIns="0" tIns="0" rIns="0" bIns="0" rtlCol="0"/>
            <a:lstStyle/>
            <a:p>
              <a:endParaRPr/>
            </a:p>
          </p:txBody>
        </p:sp>
        <p:sp>
          <p:nvSpPr>
            <p:cNvPr id="27" name="object 27"/>
            <p:cNvSpPr/>
            <p:nvPr/>
          </p:nvSpPr>
          <p:spPr>
            <a:xfrm>
              <a:off x="5996939" y="3041903"/>
              <a:ext cx="132715" cy="242570"/>
            </a:xfrm>
            <a:custGeom>
              <a:avLst/>
              <a:gdLst/>
              <a:ahLst/>
              <a:cxnLst/>
              <a:rect l="l" t="t" r="r" b="b"/>
              <a:pathLst>
                <a:path w="132714" h="242570">
                  <a:moveTo>
                    <a:pt x="132587" y="0"/>
                  </a:moveTo>
                  <a:lnTo>
                    <a:pt x="88392" y="0"/>
                  </a:lnTo>
                  <a:lnTo>
                    <a:pt x="88392" y="138049"/>
                  </a:lnTo>
                  <a:lnTo>
                    <a:pt x="86106" y="143637"/>
                  </a:lnTo>
                  <a:lnTo>
                    <a:pt x="0" y="229362"/>
                  </a:lnTo>
                  <a:lnTo>
                    <a:pt x="0" y="242316"/>
                  </a:lnTo>
                  <a:lnTo>
                    <a:pt x="132587" y="242316"/>
                  </a:lnTo>
                  <a:lnTo>
                    <a:pt x="132587" y="0"/>
                  </a:lnTo>
                  <a:close/>
                </a:path>
              </a:pathLst>
            </a:custGeom>
            <a:solidFill>
              <a:srgbClr val="00D9CE"/>
            </a:solidFill>
          </p:spPr>
          <p:txBody>
            <a:bodyPr wrap="square" lIns="0" tIns="0" rIns="0" bIns="0" rtlCol="0"/>
            <a:lstStyle/>
            <a:p>
              <a:endParaRPr/>
            </a:p>
          </p:txBody>
        </p:sp>
        <p:sp>
          <p:nvSpPr>
            <p:cNvPr id="28" name="object 28"/>
            <p:cNvSpPr/>
            <p:nvPr/>
          </p:nvSpPr>
          <p:spPr>
            <a:xfrm>
              <a:off x="6394576" y="2798063"/>
              <a:ext cx="276225" cy="165735"/>
            </a:xfrm>
            <a:custGeom>
              <a:avLst/>
              <a:gdLst/>
              <a:ahLst/>
              <a:cxnLst/>
              <a:rect l="l" t="t" r="r" b="b"/>
              <a:pathLst>
                <a:path w="276225" h="165735">
                  <a:moveTo>
                    <a:pt x="1270" y="0"/>
                  </a:moveTo>
                  <a:lnTo>
                    <a:pt x="0" y="116459"/>
                  </a:lnTo>
                  <a:lnTo>
                    <a:pt x="2412" y="122174"/>
                  </a:lnTo>
                  <a:lnTo>
                    <a:pt x="10668" y="130556"/>
                  </a:lnTo>
                  <a:lnTo>
                    <a:pt x="16256" y="132969"/>
                  </a:lnTo>
                  <a:lnTo>
                    <a:pt x="170306" y="132969"/>
                  </a:lnTo>
                  <a:lnTo>
                    <a:pt x="180754" y="148845"/>
                  </a:lnTo>
                  <a:lnTo>
                    <a:pt x="195500" y="159972"/>
                  </a:lnTo>
                  <a:lnTo>
                    <a:pt x="213080" y="165598"/>
                  </a:lnTo>
                  <a:lnTo>
                    <a:pt x="232028" y="164973"/>
                  </a:lnTo>
                  <a:lnTo>
                    <a:pt x="249717" y="157948"/>
                  </a:lnTo>
                  <a:lnTo>
                    <a:pt x="263620" y="145732"/>
                  </a:lnTo>
                  <a:lnTo>
                    <a:pt x="272712" y="129611"/>
                  </a:lnTo>
                  <a:lnTo>
                    <a:pt x="275971" y="110871"/>
                  </a:lnTo>
                  <a:lnTo>
                    <a:pt x="272712" y="92075"/>
                  </a:lnTo>
                  <a:lnTo>
                    <a:pt x="263620" y="75946"/>
                  </a:lnTo>
                  <a:lnTo>
                    <a:pt x="249717" y="63722"/>
                  </a:lnTo>
                  <a:lnTo>
                    <a:pt x="232028" y="56641"/>
                  </a:lnTo>
                  <a:lnTo>
                    <a:pt x="213080" y="56034"/>
                  </a:lnTo>
                  <a:lnTo>
                    <a:pt x="195500" y="61690"/>
                  </a:lnTo>
                  <a:lnTo>
                    <a:pt x="180754" y="72822"/>
                  </a:lnTo>
                  <a:lnTo>
                    <a:pt x="170306" y="88646"/>
                  </a:lnTo>
                  <a:lnTo>
                    <a:pt x="44450" y="88646"/>
                  </a:lnTo>
                  <a:lnTo>
                    <a:pt x="45465" y="508"/>
                  </a:lnTo>
                  <a:close/>
                </a:path>
              </a:pathLst>
            </a:custGeom>
            <a:solidFill>
              <a:srgbClr val="FF8E01"/>
            </a:solidFill>
          </p:spPr>
          <p:txBody>
            <a:bodyPr wrap="square" lIns="0" tIns="0" rIns="0" bIns="0" rtlCol="0"/>
            <a:lstStyle/>
            <a:p>
              <a:endParaRPr/>
            </a:p>
          </p:txBody>
        </p:sp>
        <p:sp>
          <p:nvSpPr>
            <p:cNvPr id="29" name="object 29"/>
            <p:cNvSpPr/>
            <p:nvPr/>
          </p:nvSpPr>
          <p:spPr>
            <a:xfrm>
              <a:off x="6483095" y="2301240"/>
              <a:ext cx="186934" cy="231648"/>
            </a:xfrm>
            <a:prstGeom prst="rect">
              <a:avLst/>
            </a:prstGeom>
            <a:blipFill>
              <a:blip r:embed="rId9" cstate="print"/>
              <a:stretch>
                <a:fillRect/>
              </a:stretch>
            </a:blipFill>
          </p:spPr>
          <p:txBody>
            <a:bodyPr wrap="square" lIns="0" tIns="0" rIns="0" bIns="0" rtlCol="0"/>
            <a:lstStyle/>
            <a:p>
              <a:endParaRPr/>
            </a:p>
          </p:txBody>
        </p:sp>
        <p:sp>
          <p:nvSpPr>
            <p:cNvPr id="30" name="object 30"/>
            <p:cNvSpPr/>
            <p:nvPr/>
          </p:nvSpPr>
          <p:spPr>
            <a:xfrm>
              <a:off x="6438900" y="2588260"/>
              <a:ext cx="299085" cy="111125"/>
            </a:xfrm>
            <a:custGeom>
              <a:avLst/>
              <a:gdLst/>
              <a:ahLst/>
              <a:cxnLst/>
              <a:rect l="l" t="t" r="r" b="b"/>
              <a:pathLst>
                <a:path w="299084" h="111125">
                  <a:moveTo>
                    <a:pt x="250698" y="0"/>
                  </a:moveTo>
                  <a:lnTo>
                    <a:pt x="231769" y="787"/>
                  </a:lnTo>
                  <a:lnTo>
                    <a:pt x="214614" y="7731"/>
                  </a:lnTo>
                  <a:lnTo>
                    <a:pt x="200673" y="19984"/>
                  </a:lnTo>
                  <a:lnTo>
                    <a:pt x="191389" y="36702"/>
                  </a:lnTo>
                  <a:lnTo>
                    <a:pt x="888" y="32892"/>
                  </a:lnTo>
                  <a:lnTo>
                    <a:pt x="0" y="77342"/>
                  </a:lnTo>
                  <a:lnTo>
                    <a:pt x="194691" y="81152"/>
                  </a:lnTo>
                  <a:lnTo>
                    <a:pt x="206319" y="96262"/>
                  </a:lnTo>
                  <a:lnTo>
                    <a:pt x="221900" y="106298"/>
                  </a:lnTo>
                  <a:lnTo>
                    <a:pt x="239910" y="110620"/>
                  </a:lnTo>
                  <a:lnTo>
                    <a:pt x="258825" y="108585"/>
                  </a:lnTo>
                  <a:lnTo>
                    <a:pt x="275859" y="100165"/>
                  </a:lnTo>
                  <a:lnTo>
                    <a:pt x="288798" y="86852"/>
                  </a:lnTo>
                  <a:lnTo>
                    <a:pt x="296687" y="69990"/>
                  </a:lnTo>
                  <a:lnTo>
                    <a:pt x="298576" y="50926"/>
                  </a:lnTo>
                  <a:lnTo>
                    <a:pt x="293935" y="32414"/>
                  </a:lnTo>
                  <a:lnTo>
                    <a:pt x="283638" y="16938"/>
                  </a:lnTo>
                  <a:lnTo>
                    <a:pt x="268841" y="5724"/>
                  </a:lnTo>
                  <a:lnTo>
                    <a:pt x="250698" y="0"/>
                  </a:lnTo>
                  <a:close/>
                </a:path>
              </a:pathLst>
            </a:custGeom>
            <a:solidFill>
              <a:srgbClr val="FF8E01"/>
            </a:solidFill>
          </p:spPr>
          <p:txBody>
            <a:bodyPr wrap="square" lIns="0" tIns="0" rIns="0" bIns="0" rtlCol="0"/>
            <a:lstStyle/>
            <a:p>
              <a:endParaRPr/>
            </a:p>
          </p:txBody>
        </p:sp>
      </p:grpSp>
      <p:grpSp>
        <p:nvGrpSpPr>
          <p:cNvPr id="32" name="object 32"/>
          <p:cNvGrpSpPr/>
          <p:nvPr/>
        </p:nvGrpSpPr>
        <p:grpSpPr>
          <a:xfrm>
            <a:off x="8275319" y="1321117"/>
            <a:ext cx="3708400" cy="4877688"/>
            <a:chOff x="8275319" y="1322070"/>
            <a:chExt cx="3708400" cy="4877688"/>
          </a:xfrm>
        </p:grpSpPr>
        <p:sp>
          <p:nvSpPr>
            <p:cNvPr id="33" name="object 33"/>
            <p:cNvSpPr/>
            <p:nvPr/>
          </p:nvSpPr>
          <p:spPr>
            <a:xfrm>
              <a:off x="8404097" y="1322070"/>
              <a:ext cx="3451860" cy="4819015"/>
            </a:xfrm>
            <a:custGeom>
              <a:avLst/>
              <a:gdLst/>
              <a:ahLst/>
              <a:cxnLst/>
              <a:rect l="l" t="t" r="r" b="b"/>
              <a:pathLst>
                <a:path w="3451859" h="4819015">
                  <a:moveTo>
                    <a:pt x="0" y="4818888"/>
                  </a:moveTo>
                  <a:lnTo>
                    <a:pt x="3451859" y="4818888"/>
                  </a:lnTo>
                  <a:lnTo>
                    <a:pt x="3451859" y="0"/>
                  </a:lnTo>
                  <a:lnTo>
                    <a:pt x="0" y="0"/>
                  </a:lnTo>
                  <a:lnTo>
                    <a:pt x="0" y="4818888"/>
                  </a:lnTo>
                  <a:close/>
                </a:path>
              </a:pathLst>
            </a:custGeom>
            <a:ln w="3175">
              <a:solidFill>
                <a:srgbClr val="FFFFFF"/>
              </a:solidFill>
            </a:ln>
          </p:spPr>
          <p:txBody>
            <a:bodyPr wrap="square" lIns="0" tIns="0" rIns="0" bIns="0" rtlCol="0"/>
            <a:lstStyle/>
            <a:p>
              <a:endParaRPr/>
            </a:p>
          </p:txBody>
        </p:sp>
        <p:sp>
          <p:nvSpPr>
            <p:cNvPr id="34" name="object 34"/>
            <p:cNvSpPr/>
            <p:nvPr/>
          </p:nvSpPr>
          <p:spPr>
            <a:xfrm>
              <a:off x="8275319" y="6120383"/>
              <a:ext cx="3708400" cy="79375"/>
            </a:xfrm>
            <a:custGeom>
              <a:avLst/>
              <a:gdLst/>
              <a:ahLst/>
              <a:cxnLst/>
              <a:rect l="l" t="t" r="r" b="b"/>
              <a:pathLst>
                <a:path w="3708400" h="79375">
                  <a:moveTo>
                    <a:pt x="3707891" y="0"/>
                  </a:moveTo>
                  <a:lnTo>
                    <a:pt x="0" y="0"/>
                  </a:lnTo>
                  <a:lnTo>
                    <a:pt x="0" y="79247"/>
                  </a:lnTo>
                  <a:lnTo>
                    <a:pt x="3707891" y="79247"/>
                  </a:lnTo>
                  <a:lnTo>
                    <a:pt x="3707891" y="0"/>
                  </a:lnTo>
                  <a:close/>
                </a:path>
              </a:pathLst>
            </a:custGeom>
            <a:solidFill>
              <a:srgbClr val="00D9CE"/>
            </a:solidFill>
          </p:spPr>
          <p:txBody>
            <a:bodyPr wrap="square" lIns="0" tIns="0" rIns="0" bIns="0" rtlCol="0"/>
            <a:lstStyle/>
            <a:p>
              <a:endParaRPr/>
            </a:p>
          </p:txBody>
        </p:sp>
        <p:sp>
          <p:nvSpPr>
            <p:cNvPr id="35" name="object 35"/>
            <p:cNvSpPr/>
            <p:nvPr/>
          </p:nvSpPr>
          <p:spPr>
            <a:xfrm>
              <a:off x="8278367" y="1423416"/>
              <a:ext cx="3703320" cy="76200"/>
            </a:xfrm>
            <a:prstGeom prst="rect">
              <a:avLst/>
            </a:prstGeom>
            <a:blipFill>
              <a:blip r:embed="rId10" cstate="print"/>
              <a:stretch>
                <a:fillRect/>
              </a:stretch>
            </a:blipFill>
          </p:spPr>
          <p:txBody>
            <a:bodyPr wrap="square" lIns="0" tIns="0" rIns="0" bIns="0" rtlCol="0"/>
            <a:lstStyle/>
            <a:p>
              <a:endParaRPr/>
            </a:p>
          </p:txBody>
        </p:sp>
        <p:sp>
          <p:nvSpPr>
            <p:cNvPr id="36" name="object 36"/>
            <p:cNvSpPr/>
            <p:nvPr/>
          </p:nvSpPr>
          <p:spPr>
            <a:xfrm>
              <a:off x="9945623" y="3107436"/>
              <a:ext cx="367665" cy="96520"/>
            </a:xfrm>
            <a:custGeom>
              <a:avLst/>
              <a:gdLst/>
              <a:ahLst/>
              <a:cxnLst/>
              <a:rect l="l" t="t" r="r" b="b"/>
              <a:pathLst>
                <a:path w="367665" h="96519">
                  <a:moveTo>
                    <a:pt x="367283" y="0"/>
                  </a:moveTo>
                  <a:lnTo>
                    <a:pt x="0" y="0"/>
                  </a:lnTo>
                  <a:lnTo>
                    <a:pt x="0" y="96012"/>
                  </a:lnTo>
                  <a:lnTo>
                    <a:pt x="367283" y="96012"/>
                  </a:lnTo>
                  <a:lnTo>
                    <a:pt x="367283" y="0"/>
                  </a:lnTo>
                  <a:close/>
                </a:path>
              </a:pathLst>
            </a:custGeom>
            <a:solidFill>
              <a:srgbClr val="FF8E01"/>
            </a:solidFill>
          </p:spPr>
          <p:txBody>
            <a:bodyPr wrap="square" lIns="0" tIns="0" rIns="0" bIns="0" rtlCol="0"/>
            <a:lstStyle/>
            <a:p>
              <a:endParaRPr/>
            </a:p>
          </p:txBody>
        </p:sp>
        <p:sp>
          <p:nvSpPr>
            <p:cNvPr id="37" name="object 37"/>
            <p:cNvSpPr/>
            <p:nvPr/>
          </p:nvSpPr>
          <p:spPr>
            <a:xfrm>
              <a:off x="9617963" y="2351532"/>
              <a:ext cx="1019810" cy="715010"/>
            </a:xfrm>
            <a:custGeom>
              <a:avLst/>
              <a:gdLst/>
              <a:ahLst/>
              <a:cxnLst/>
              <a:rect l="l" t="t" r="r" b="b"/>
              <a:pathLst>
                <a:path w="1019809" h="715010">
                  <a:moveTo>
                    <a:pt x="697864" y="0"/>
                  </a:moveTo>
                  <a:lnTo>
                    <a:pt x="321690" y="0"/>
                  </a:lnTo>
                  <a:lnTo>
                    <a:pt x="274152" y="3484"/>
                  </a:lnTo>
                  <a:lnTo>
                    <a:pt x="228779" y="13607"/>
                  </a:lnTo>
                  <a:lnTo>
                    <a:pt x="186070" y="29871"/>
                  </a:lnTo>
                  <a:lnTo>
                    <a:pt x="146523" y="51780"/>
                  </a:lnTo>
                  <a:lnTo>
                    <a:pt x="110634" y="78835"/>
                  </a:lnTo>
                  <a:lnTo>
                    <a:pt x="78902" y="110542"/>
                  </a:lnTo>
                  <a:lnTo>
                    <a:pt x="51824" y="146401"/>
                  </a:lnTo>
                  <a:lnTo>
                    <a:pt x="29897" y="185918"/>
                  </a:lnTo>
                  <a:lnTo>
                    <a:pt x="13619" y="228593"/>
                  </a:lnTo>
                  <a:lnTo>
                    <a:pt x="3487" y="273932"/>
                  </a:lnTo>
                  <a:lnTo>
                    <a:pt x="0" y="321437"/>
                  </a:lnTo>
                  <a:lnTo>
                    <a:pt x="0" y="393318"/>
                  </a:lnTo>
                  <a:lnTo>
                    <a:pt x="3487" y="440823"/>
                  </a:lnTo>
                  <a:lnTo>
                    <a:pt x="13619" y="486162"/>
                  </a:lnTo>
                  <a:lnTo>
                    <a:pt x="29897" y="528837"/>
                  </a:lnTo>
                  <a:lnTo>
                    <a:pt x="51824" y="568354"/>
                  </a:lnTo>
                  <a:lnTo>
                    <a:pt x="78902" y="604213"/>
                  </a:lnTo>
                  <a:lnTo>
                    <a:pt x="110634" y="635920"/>
                  </a:lnTo>
                  <a:lnTo>
                    <a:pt x="146523" y="662975"/>
                  </a:lnTo>
                  <a:lnTo>
                    <a:pt x="186070" y="684884"/>
                  </a:lnTo>
                  <a:lnTo>
                    <a:pt x="228779" y="701148"/>
                  </a:lnTo>
                  <a:lnTo>
                    <a:pt x="274152" y="711271"/>
                  </a:lnTo>
                  <a:lnTo>
                    <a:pt x="321690" y="714755"/>
                  </a:lnTo>
                  <a:lnTo>
                    <a:pt x="697864" y="714755"/>
                  </a:lnTo>
                  <a:lnTo>
                    <a:pt x="745403" y="711271"/>
                  </a:lnTo>
                  <a:lnTo>
                    <a:pt x="790776" y="701148"/>
                  </a:lnTo>
                  <a:lnTo>
                    <a:pt x="833485" y="684884"/>
                  </a:lnTo>
                  <a:lnTo>
                    <a:pt x="873032" y="662975"/>
                  </a:lnTo>
                  <a:lnTo>
                    <a:pt x="908921" y="635920"/>
                  </a:lnTo>
                  <a:lnTo>
                    <a:pt x="940653" y="604213"/>
                  </a:lnTo>
                  <a:lnTo>
                    <a:pt x="967731" y="568354"/>
                  </a:lnTo>
                  <a:lnTo>
                    <a:pt x="989658" y="528837"/>
                  </a:lnTo>
                  <a:lnTo>
                    <a:pt x="991357" y="524382"/>
                  </a:lnTo>
                  <a:lnTo>
                    <a:pt x="164083" y="524382"/>
                  </a:lnTo>
                  <a:lnTo>
                    <a:pt x="120489" y="515580"/>
                  </a:lnTo>
                  <a:lnTo>
                    <a:pt x="84883" y="491585"/>
                  </a:lnTo>
                  <a:lnTo>
                    <a:pt x="60874" y="456017"/>
                  </a:lnTo>
                  <a:lnTo>
                    <a:pt x="52069" y="412495"/>
                  </a:lnTo>
                  <a:lnTo>
                    <a:pt x="60874" y="368921"/>
                  </a:lnTo>
                  <a:lnTo>
                    <a:pt x="84883" y="333359"/>
                  </a:lnTo>
                  <a:lnTo>
                    <a:pt x="120489" y="309393"/>
                  </a:lnTo>
                  <a:lnTo>
                    <a:pt x="164083" y="300608"/>
                  </a:lnTo>
                  <a:lnTo>
                    <a:pt x="1018026" y="300608"/>
                  </a:lnTo>
                  <a:lnTo>
                    <a:pt x="1016068" y="273932"/>
                  </a:lnTo>
                  <a:lnTo>
                    <a:pt x="1005936" y="228593"/>
                  </a:lnTo>
                  <a:lnTo>
                    <a:pt x="989658" y="185918"/>
                  </a:lnTo>
                  <a:lnTo>
                    <a:pt x="967731" y="146401"/>
                  </a:lnTo>
                  <a:lnTo>
                    <a:pt x="940653" y="110542"/>
                  </a:lnTo>
                  <a:lnTo>
                    <a:pt x="908921" y="78835"/>
                  </a:lnTo>
                  <a:lnTo>
                    <a:pt x="873032" y="51780"/>
                  </a:lnTo>
                  <a:lnTo>
                    <a:pt x="833485" y="29871"/>
                  </a:lnTo>
                  <a:lnTo>
                    <a:pt x="790776" y="13607"/>
                  </a:lnTo>
                  <a:lnTo>
                    <a:pt x="745403" y="3484"/>
                  </a:lnTo>
                  <a:lnTo>
                    <a:pt x="697864" y="0"/>
                  </a:lnTo>
                  <a:close/>
                </a:path>
                <a:path w="1019809" h="715010">
                  <a:moveTo>
                    <a:pt x="1018026" y="300608"/>
                  </a:moveTo>
                  <a:lnTo>
                    <a:pt x="858901" y="300608"/>
                  </a:lnTo>
                  <a:lnTo>
                    <a:pt x="902537" y="309322"/>
                  </a:lnTo>
                  <a:lnTo>
                    <a:pt x="938244" y="333263"/>
                  </a:lnTo>
                  <a:lnTo>
                    <a:pt x="962378" y="368849"/>
                  </a:lnTo>
                  <a:lnTo>
                    <a:pt x="971295" y="412495"/>
                  </a:lnTo>
                  <a:lnTo>
                    <a:pt x="962378" y="456142"/>
                  </a:lnTo>
                  <a:lnTo>
                    <a:pt x="938244" y="491728"/>
                  </a:lnTo>
                  <a:lnTo>
                    <a:pt x="902537" y="515669"/>
                  </a:lnTo>
                  <a:lnTo>
                    <a:pt x="858901" y="524382"/>
                  </a:lnTo>
                  <a:lnTo>
                    <a:pt x="991357" y="524382"/>
                  </a:lnTo>
                  <a:lnTo>
                    <a:pt x="1005936" y="486162"/>
                  </a:lnTo>
                  <a:lnTo>
                    <a:pt x="1016068" y="440823"/>
                  </a:lnTo>
                  <a:lnTo>
                    <a:pt x="1019555" y="393318"/>
                  </a:lnTo>
                  <a:lnTo>
                    <a:pt x="1019555" y="321437"/>
                  </a:lnTo>
                  <a:lnTo>
                    <a:pt x="1018026" y="300608"/>
                  </a:lnTo>
                  <a:close/>
                </a:path>
              </a:pathLst>
            </a:custGeom>
            <a:solidFill>
              <a:srgbClr val="00D9CE"/>
            </a:solidFill>
          </p:spPr>
          <p:txBody>
            <a:bodyPr wrap="square" lIns="0" tIns="0" rIns="0" bIns="0" rtlCol="0"/>
            <a:lstStyle/>
            <a:p>
              <a:endParaRPr/>
            </a:p>
          </p:txBody>
        </p:sp>
        <p:sp>
          <p:nvSpPr>
            <p:cNvPr id="38" name="object 38"/>
            <p:cNvSpPr/>
            <p:nvPr/>
          </p:nvSpPr>
          <p:spPr>
            <a:xfrm>
              <a:off x="9925811" y="2250947"/>
              <a:ext cx="407034" cy="59690"/>
            </a:xfrm>
            <a:custGeom>
              <a:avLst/>
              <a:gdLst/>
              <a:ahLst/>
              <a:cxnLst/>
              <a:rect l="l" t="t" r="r" b="b"/>
              <a:pathLst>
                <a:path w="407034" h="59689">
                  <a:moveTo>
                    <a:pt x="392430" y="0"/>
                  </a:moveTo>
                  <a:lnTo>
                    <a:pt x="14478" y="0"/>
                  </a:lnTo>
                  <a:lnTo>
                    <a:pt x="6604" y="380"/>
                  </a:lnTo>
                  <a:lnTo>
                    <a:pt x="381" y="6603"/>
                  </a:lnTo>
                  <a:lnTo>
                    <a:pt x="0" y="14350"/>
                  </a:lnTo>
                  <a:lnTo>
                    <a:pt x="0" y="59309"/>
                  </a:lnTo>
                  <a:lnTo>
                    <a:pt x="6731" y="59181"/>
                  </a:lnTo>
                  <a:lnTo>
                    <a:pt x="10414" y="59436"/>
                  </a:lnTo>
                  <a:lnTo>
                    <a:pt x="396494" y="59436"/>
                  </a:lnTo>
                  <a:lnTo>
                    <a:pt x="400177" y="59181"/>
                  </a:lnTo>
                  <a:lnTo>
                    <a:pt x="406908" y="59309"/>
                  </a:lnTo>
                  <a:lnTo>
                    <a:pt x="406908" y="14350"/>
                  </a:lnTo>
                  <a:lnTo>
                    <a:pt x="406527" y="6603"/>
                  </a:lnTo>
                  <a:lnTo>
                    <a:pt x="400304" y="380"/>
                  </a:lnTo>
                  <a:close/>
                </a:path>
              </a:pathLst>
            </a:custGeom>
            <a:solidFill>
              <a:srgbClr val="FF8E01"/>
            </a:solidFill>
          </p:spPr>
          <p:txBody>
            <a:bodyPr wrap="square" lIns="0" tIns="0" rIns="0" bIns="0" rtlCol="0"/>
            <a:lstStyle/>
            <a:p>
              <a:endParaRPr/>
            </a:p>
          </p:txBody>
        </p:sp>
        <p:sp>
          <p:nvSpPr>
            <p:cNvPr id="39" name="object 39"/>
            <p:cNvSpPr/>
            <p:nvPr/>
          </p:nvSpPr>
          <p:spPr>
            <a:xfrm>
              <a:off x="9709403" y="2691383"/>
              <a:ext cx="840105" cy="144780"/>
            </a:xfrm>
            <a:custGeom>
              <a:avLst/>
              <a:gdLst/>
              <a:ahLst/>
              <a:cxnLst/>
              <a:rect l="l" t="t" r="r" b="b"/>
              <a:pathLst>
                <a:path w="840104" h="144780">
                  <a:moveTo>
                    <a:pt x="767715" y="0"/>
                  </a:moveTo>
                  <a:lnTo>
                    <a:pt x="72009" y="0"/>
                  </a:lnTo>
                  <a:lnTo>
                    <a:pt x="43987" y="5685"/>
                  </a:lnTo>
                  <a:lnTo>
                    <a:pt x="21097" y="21193"/>
                  </a:lnTo>
                  <a:lnTo>
                    <a:pt x="5661" y="44201"/>
                  </a:lnTo>
                  <a:lnTo>
                    <a:pt x="0" y="72389"/>
                  </a:lnTo>
                  <a:lnTo>
                    <a:pt x="5661" y="100578"/>
                  </a:lnTo>
                  <a:lnTo>
                    <a:pt x="21097" y="123586"/>
                  </a:lnTo>
                  <a:lnTo>
                    <a:pt x="43987" y="139094"/>
                  </a:lnTo>
                  <a:lnTo>
                    <a:pt x="72009" y="144779"/>
                  </a:lnTo>
                  <a:lnTo>
                    <a:pt x="767715" y="144779"/>
                  </a:lnTo>
                  <a:lnTo>
                    <a:pt x="795736" y="139094"/>
                  </a:lnTo>
                  <a:lnTo>
                    <a:pt x="818626" y="123586"/>
                  </a:lnTo>
                  <a:lnTo>
                    <a:pt x="826986" y="111125"/>
                  </a:lnTo>
                  <a:lnTo>
                    <a:pt x="141986" y="111125"/>
                  </a:lnTo>
                  <a:lnTo>
                    <a:pt x="134189" y="109541"/>
                  </a:lnTo>
                  <a:lnTo>
                    <a:pt x="127809" y="105219"/>
                  </a:lnTo>
                  <a:lnTo>
                    <a:pt x="123501" y="98802"/>
                  </a:lnTo>
                  <a:lnTo>
                    <a:pt x="121920" y="90931"/>
                  </a:lnTo>
                  <a:lnTo>
                    <a:pt x="121920" y="53848"/>
                  </a:lnTo>
                  <a:lnTo>
                    <a:pt x="123501" y="45977"/>
                  </a:lnTo>
                  <a:lnTo>
                    <a:pt x="127809" y="39560"/>
                  </a:lnTo>
                  <a:lnTo>
                    <a:pt x="134189" y="35238"/>
                  </a:lnTo>
                  <a:lnTo>
                    <a:pt x="141986" y="33654"/>
                  </a:lnTo>
                  <a:lnTo>
                    <a:pt x="826986" y="33654"/>
                  </a:lnTo>
                  <a:lnTo>
                    <a:pt x="818626" y="21193"/>
                  </a:lnTo>
                  <a:lnTo>
                    <a:pt x="795736" y="5685"/>
                  </a:lnTo>
                  <a:lnTo>
                    <a:pt x="767715" y="0"/>
                  </a:lnTo>
                  <a:close/>
                </a:path>
                <a:path w="840104" h="144780">
                  <a:moveTo>
                    <a:pt x="660907" y="33654"/>
                  </a:moveTo>
                  <a:lnTo>
                    <a:pt x="178816" y="33654"/>
                  </a:lnTo>
                  <a:lnTo>
                    <a:pt x="186612" y="35238"/>
                  </a:lnTo>
                  <a:lnTo>
                    <a:pt x="192992" y="39560"/>
                  </a:lnTo>
                  <a:lnTo>
                    <a:pt x="197300" y="45977"/>
                  </a:lnTo>
                  <a:lnTo>
                    <a:pt x="198881" y="53848"/>
                  </a:lnTo>
                  <a:lnTo>
                    <a:pt x="198881" y="90931"/>
                  </a:lnTo>
                  <a:lnTo>
                    <a:pt x="197300" y="98802"/>
                  </a:lnTo>
                  <a:lnTo>
                    <a:pt x="192992" y="105219"/>
                  </a:lnTo>
                  <a:lnTo>
                    <a:pt x="186612" y="109541"/>
                  </a:lnTo>
                  <a:lnTo>
                    <a:pt x="178816" y="111125"/>
                  </a:lnTo>
                  <a:lnTo>
                    <a:pt x="660907" y="111125"/>
                  </a:lnTo>
                  <a:lnTo>
                    <a:pt x="653111" y="109541"/>
                  </a:lnTo>
                  <a:lnTo>
                    <a:pt x="646731" y="105219"/>
                  </a:lnTo>
                  <a:lnTo>
                    <a:pt x="642423" y="98802"/>
                  </a:lnTo>
                  <a:lnTo>
                    <a:pt x="640842" y="90931"/>
                  </a:lnTo>
                  <a:lnTo>
                    <a:pt x="640842" y="53848"/>
                  </a:lnTo>
                  <a:lnTo>
                    <a:pt x="642423" y="45977"/>
                  </a:lnTo>
                  <a:lnTo>
                    <a:pt x="646731" y="39560"/>
                  </a:lnTo>
                  <a:lnTo>
                    <a:pt x="653111" y="35238"/>
                  </a:lnTo>
                  <a:lnTo>
                    <a:pt x="660907" y="33654"/>
                  </a:lnTo>
                  <a:close/>
                </a:path>
                <a:path w="840104" h="144780">
                  <a:moveTo>
                    <a:pt x="826986" y="33654"/>
                  </a:moveTo>
                  <a:lnTo>
                    <a:pt x="697738" y="33654"/>
                  </a:lnTo>
                  <a:lnTo>
                    <a:pt x="705534" y="35238"/>
                  </a:lnTo>
                  <a:lnTo>
                    <a:pt x="711914" y="39560"/>
                  </a:lnTo>
                  <a:lnTo>
                    <a:pt x="716222" y="45977"/>
                  </a:lnTo>
                  <a:lnTo>
                    <a:pt x="717803" y="53848"/>
                  </a:lnTo>
                  <a:lnTo>
                    <a:pt x="717803" y="90931"/>
                  </a:lnTo>
                  <a:lnTo>
                    <a:pt x="716222" y="98802"/>
                  </a:lnTo>
                  <a:lnTo>
                    <a:pt x="711914" y="105219"/>
                  </a:lnTo>
                  <a:lnTo>
                    <a:pt x="705534" y="109541"/>
                  </a:lnTo>
                  <a:lnTo>
                    <a:pt x="697738" y="111125"/>
                  </a:lnTo>
                  <a:lnTo>
                    <a:pt x="826986" y="111125"/>
                  </a:lnTo>
                  <a:lnTo>
                    <a:pt x="834062" y="100578"/>
                  </a:lnTo>
                  <a:lnTo>
                    <a:pt x="839724" y="72389"/>
                  </a:lnTo>
                  <a:lnTo>
                    <a:pt x="834062" y="44201"/>
                  </a:lnTo>
                  <a:lnTo>
                    <a:pt x="826986" y="33654"/>
                  </a:lnTo>
                  <a:close/>
                </a:path>
              </a:pathLst>
            </a:custGeom>
            <a:solidFill>
              <a:srgbClr val="FFFFFF"/>
            </a:solidFill>
          </p:spPr>
          <p:txBody>
            <a:bodyPr wrap="square" lIns="0" tIns="0" rIns="0" bIns="0" rtlCol="0"/>
            <a:lstStyle/>
            <a:p>
              <a:endParaRPr/>
            </a:p>
          </p:txBody>
        </p:sp>
        <p:sp>
          <p:nvSpPr>
            <p:cNvPr id="40" name="object 40"/>
            <p:cNvSpPr/>
            <p:nvPr/>
          </p:nvSpPr>
          <p:spPr>
            <a:xfrm>
              <a:off x="9598152" y="3244595"/>
              <a:ext cx="1062355" cy="401320"/>
            </a:xfrm>
            <a:custGeom>
              <a:avLst/>
              <a:gdLst/>
              <a:ahLst/>
              <a:cxnLst/>
              <a:rect l="l" t="t" r="r" b="b"/>
              <a:pathLst>
                <a:path w="1062354" h="401320">
                  <a:moveTo>
                    <a:pt x="792480" y="201168"/>
                  </a:moveTo>
                  <a:lnTo>
                    <a:pt x="269748" y="201168"/>
                  </a:lnTo>
                  <a:lnTo>
                    <a:pt x="269748" y="400812"/>
                  </a:lnTo>
                  <a:lnTo>
                    <a:pt x="792480" y="400812"/>
                  </a:lnTo>
                  <a:lnTo>
                    <a:pt x="792480" y="201168"/>
                  </a:lnTo>
                  <a:close/>
                </a:path>
                <a:path w="1062354" h="401320">
                  <a:moveTo>
                    <a:pt x="1062228" y="200406"/>
                  </a:moveTo>
                  <a:lnTo>
                    <a:pt x="1056919" y="154444"/>
                  </a:lnTo>
                  <a:lnTo>
                    <a:pt x="1041806" y="112255"/>
                  </a:lnTo>
                  <a:lnTo>
                    <a:pt x="1018108" y="75044"/>
                  </a:lnTo>
                  <a:lnTo>
                    <a:pt x="987005" y="44018"/>
                  </a:lnTo>
                  <a:lnTo>
                    <a:pt x="949731" y="20370"/>
                  </a:lnTo>
                  <a:lnTo>
                    <a:pt x="907465" y="5295"/>
                  </a:lnTo>
                  <a:lnTo>
                    <a:pt x="861441" y="0"/>
                  </a:lnTo>
                  <a:lnTo>
                    <a:pt x="200787" y="0"/>
                  </a:lnTo>
                  <a:lnTo>
                    <a:pt x="154749" y="5295"/>
                  </a:lnTo>
                  <a:lnTo>
                    <a:pt x="112483" y="20370"/>
                  </a:lnTo>
                  <a:lnTo>
                    <a:pt x="75209" y="44018"/>
                  </a:lnTo>
                  <a:lnTo>
                    <a:pt x="44107" y="75044"/>
                  </a:lnTo>
                  <a:lnTo>
                    <a:pt x="20408" y="112255"/>
                  </a:lnTo>
                  <a:lnTo>
                    <a:pt x="5295" y="154444"/>
                  </a:lnTo>
                  <a:lnTo>
                    <a:pt x="0" y="200406"/>
                  </a:lnTo>
                  <a:lnTo>
                    <a:pt x="5295" y="246380"/>
                  </a:lnTo>
                  <a:lnTo>
                    <a:pt x="20408" y="288569"/>
                  </a:lnTo>
                  <a:lnTo>
                    <a:pt x="44107" y="325780"/>
                  </a:lnTo>
                  <a:lnTo>
                    <a:pt x="75209" y="356806"/>
                  </a:lnTo>
                  <a:lnTo>
                    <a:pt x="112483" y="380453"/>
                  </a:lnTo>
                  <a:lnTo>
                    <a:pt x="154749" y="395528"/>
                  </a:lnTo>
                  <a:lnTo>
                    <a:pt x="200787" y="400812"/>
                  </a:lnTo>
                  <a:lnTo>
                    <a:pt x="229870" y="400812"/>
                  </a:lnTo>
                  <a:lnTo>
                    <a:pt x="229870" y="179959"/>
                  </a:lnTo>
                  <a:lnTo>
                    <a:pt x="231698" y="172224"/>
                  </a:lnTo>
                  <a:lnTo>
                    <a:pt x="236575" y="165976"/>
                  </a:lnTo>
                  <a:lnTo>
                    <a:pt x="243522" y="161798"/>
                  </a:lnTo>
                  <a:lnTo>
                    <a:pt x="251587" y="160274"/>
                  </a:lnTo>
                  <a:lnTo>
                    <a:pt x="810641" y="160274"/>
                  </a:lnTo>
                  <a:lnTo>
                    <a:pt x="818692" y="161798"/>
                  </a:lnTo>
                  <a:lnTo>
                    <a:pt x="825639" y="165976"/>
                  </a:lnTo>
                  <a:lnTo>
                    <a:pt x="830516" y="172224"/>
                  </a:lnTo>
                  <a:lnTo>
                    <a:pt x="832358" y="179959"/>
                  </a:lnTo>
                  <a:lnTo>
                    <a:pt x="832358" y="400812"/>
                  </a:lnTo>
                  <a:lnTo>
                    <a:pt x="861441" y="400812"/>
                  </a:lnTo>
                  <a:lnTo>
                    <a:pt x="907465" y="395528"/>
                  </a:lnTo>
                  <a:lnTo>
                    <a:pt x="949731" y="380453"/>
                  </a:lnTo>
                  <a:lnTo>
                    <a:pt x="987005" y="356806"/>
                  </a:lnTo>
                  <a:lnTo>
                    <a:pt x="1018108" y="325780"/>
                  </a:lnTo>
                  <a:lnTo>
                    <a:pt x="1041806" y="288569"/>
                  </a:lnTo>
                  <a:lnTo>
                    <a:pt x="1056919" y="246380"/>
                  </a:lnTo>
                  <a:lnTo>
                    <a:pt x="1062228" y="200406"/>
                  </a:lnTo>
                  <a:close/>
                </a:path>
              </a:pathLst>
            </a:custGeom>
            <a:solidFill>
              <a:srgbClr val="FF8E01"/>
            </a:solidFill>
          </p:spPr>
          <p:txBody>
            <a:bodyPr wrap="square" lIns="0" tIns="0" rIns="0" bIns="0" rtlCol="0"/>
            <a:lstStyle/>
            <a:p>
              <a:endParaRPr/>
            </a:p>
          </p:txBody>
        </p:sp>
        <p:sp>
          <p:nvSpPr>
            <p:cNvPr id="41" name="object 41"/>
            <p:cNvSpPr/>
            <p:nvPr/>
          </p:nvSpPr>
          <p:spPr>
            <a:xfrm>
              <a:off x="10664951" y="2604516"/>
              <a:ext cx="179831" cy="245363"/>
            </a:xfrm>
            <a:prstGeom prst="rect">
              <a:avLst/>
            </a:prstGeom>
            <a:blipFill>
              <a:blip r:embed="rId11" cstate="print"/>
              <a:stretch>
                <a:fillRect/>
              </a:stretch>
            </a:blipFill>
          </p:spPr>
          <p:txBody>
            <a:bodyPr wrap="square" lIns="0" tIns="0" rIns="0" bIns="0" rtlCol="0"/>
            <a:lstStyle/>
            <a:p>
              <a:endParaRPr/>
            </a:p>
          </p:txBody>
        </p:sp>
        <p:sp>
          <p:nvSpPr>
            <p:cNvPr id="42" name="object 42"/>
            <p:cNvSpPr/>
            <p:nvPr/>
          </p:nvSpPr>
          <p:spPr>
            <a:xfrm>
              <a:off x="9413747" y="2604516"/>
              <a:ext cx="179831" cy="245363"/>
            </a:xfrm>
            <a:prstGeom prst="rect">
              <a:avLst/>
            </a:prstGeom>
            <a:blipFill>
              <a:blip r:embed="rId12" cstate="print"/>
              <a:stretch>
                <a:fillRect/>
              </a:stretch>
            </a:blipFill>
          </p:spPr>
          <p:txBody>
            <a:bodyPr wrap="square" lIns="0" tIns="0" rIns="0" bIns="0" rtlCol="0"/>
            <a:lstStyle/>
            <a:p>
              <a:endParaRPr/>
            </a:p>
          </p:txBody>
        </p:sp>
      </p:grpSp>
      <p:sp>
        <p:nvSpPr>
          <p:cNvPr id="44" name="object 44"/>
          <p:cNvSpPr txBox="1"/>
          <p:nvPr/>
        </p:nvSpPr>
        <p:spPr>
          <a:xfrm>
            <a:off x="1370518" y="4811304"/>
            <a:ext cx="2058482" cy="289823"/>
          </a:xfrm>
          <a:prstGeom prst="rect">
            <a:avLst/>
          </a:prstGeom>
        </p:spPr>
        <p:txBody>
          <a:bodyPr vert="horz" wrap="square" lIns="0" tIns="12700" rIns="0" bIns="0" rtlCol="0">
            <a:spAutoFit/>
          </a:bodyPr>
          <a:lstStyle/>
          <a:p>
            <a:pPr>
              <a:lnSpc>
                <a:spcPct val="100000"/>
              </a:lnSpc>
              <a:spcBef>
                <a:spcPts val="100"/>
              </a:spcBef>
            </a:pPr>
            <a:r>
              <a:rPr lang="en-IN" sz="1800" b="1" dirty="0">
                <a:solidFill>
                  <a:srgbClr val="FFFFFF"/>
                </a:solidFill>
                <a:latin typeface="Gothic Uralic"/>
                <a:cs typeface="Gothic Uralic"/>
              </a:rPr>
              <a:t>Machine</a:t>
            </a:r>
            <a:r>
              <a:rPr lang="en-IN" sz="1800" b="1" spc="-100" dirty="0">
                <a:solidFill>
                  <a:srgbClr val="FFFFFF"/>
                </a:solidFill>
                <a:latin typeface="Gothic Uralic"/>
                <a:cs typeface="Gothic Uralic"/>
              </a:rPr>
              <a:t> </a:t>
            </a:r>
            <a:r>
              <a:rPr lang="en-IN" sz="1800" b="1" dirty="0">
                <a:solidFill>
                  <a:srgbClr val="FFFFFF"/>
                </a:solidFill>
                <a:latin typeface="Gothic Uralic"/>
                <a:cs typeface="Gothic Uralic"/>
              </a:rPr>
              <a:t>Learning</a:t>
            </a:r>
            <a:endParaRPr lang="en-IN" sz="1800" dirty="0">
              <a:latin typeface="Gothic Uralic"/>
              <a:cs typeface="Gothic Uralic"/>
            </a:endParaRPr>
          </a:p>
        </p:txBody>
      </p:sp>
      <p:grpSp>
        <p:nvGrpSpPr>
          <p:cNvPr id="45" name="object 45"/>
          <p:cNvGrpSpPr/>
          <p:nvPr/>
        </p:nvGrpSpPr>
        <p:grpSpPr>
          <a:xfrm>
            <a:off x="1039367" y="4297553"/>
            <a:ext cx="2183130" cy="110489"/>
            <a:chOff x="1039367" y="4297553"/>
            <a:chExt cx="2183130" cy="110489"/>
          </a:xfrm>
        </p:grpSpPr>
        <p:sp>
          <p:nvSpPr>
            <p:cNvPr id="46" name="object 46"/>
            <p:cNvSpPr/>
            <p:nvPr/>
          </p:nvSpPr>
          <p:spPr>
            <a:xfrm>
              <a:off x="1039367" y="4351020"/>
              <a:ext cx="2183130" cy="0"/>
            </a:xfrm>
            <a:custGeom>
              <a:avLst/>
              <a:gdLst/>
              <a:ahLst/>
              <a:cxnLst/>
              <a:rect l="l" t="t" r="r" b="b"/>
              <a:pathLst>
                <a:path w="2183130">
                  <a:moveTo>
                    <a:pt x="0" y="0"/>
                  </a:moveTo>
                  <a:lnTo>
                    <a:pt x="2183003" y="0"/>
                  </a:lnTo>
                </a:path>
              </a:pathLst>
            </a:custGeom>
            <a:ln w="6350">
              <a:solidFill>
                <a:srgbClr val="FFFFFF"/>
              </a:solidFill>
              <a:prstDash val="sysDash"/>
            </a:ln>
          </p:spPr>
          <p:txBody>
            <a:bodyPr wrap="square" lIns="0" tIns="0" rIns="0" bIns="0" rtlCol="0"/>
            <a:lstStyle/>
            <a:p>
              <a:endParaRPr/>
            </a:p>
          </p:txBody>
        </p:sp>
        <p:sp>
          <p:nvSpPr>
            <p:cNvPr id="47" name="object 47"/>
            <p:cNvSpPr/>
            <p:nvPr/>
          </p:nvSpPr>
          <p:spPr>
            <a:xfrm>
              <a:off x="2075560" y="4297553"/>
              <a:ext cx="109981" cy="109981"/>
            </a:xfrm>
            <a:prstGeom prst="rect">
              <a:avLst/>
            </a:prstGeom>
            <a:blipFill>
              <a:blip r:embed="rId13" cstate="print"/>
              <a:stretch>
                <a:fillRect/>
              </a:stretch>
            </a:blipFill>
          </p:spPr>
          <p:txBody>
            <a:bodyPr wrap="square" lIns="0" tIns="0" rIns="0" bIns="0" rtlCol="0"/>
            <a:lstStyle/>
            <a:p>
              <a:endParaRPr/>
            </a:p>
          </p:txBody>
        </p:sp>
      </p:grpSp>
      <p:grpSp>
        <p:nvGrpSpPr>
          <p:cNvPr id="49" name="object 49"/>
          <p:cNvGrpSpPr/>
          <p:nvPr/>
        </p:nvGrpSpPr>
        <p:grpSpPr>
          <a:xfrm>
            <a:off x="5038344" y="4277740"/>
            <a:ext cx="2183130" cy="110489"/>
            <a:chOff x="5038344" y="4277740"/>
            <a:chExt cx="2183130" cy="110489"/>
          </a:xfrm>
        </p:grpSpPr>
        <p:sp>
          <p:nvSpPr>
            <p:cNvPr id="50" name="object 50"/>
            <p:cNvSpPr/>
            <p:nvPr/>
          </p:nvSpPr>
          <p:spPr>
            <a:xfrm>
              <a:off x="5038344" y="4331207"/>
              <a:ext cx="2183130" cy="0"/>
            </a:xfrm>
            <a:custGeom>
              <a:avLst/>
              <a:gdLst/>
              <a:ahLst/>
              <a:cxnLst/>
              <a:rect l="l" t="t" r="r" b="b"/>
              <a:pathLst>
                <a:path w="2183129">
                  <a:moveTo>
                    <a:pt x="0" y="0"/>
                  </a:moveTo>
                  <a:lnTo>
                    <a:pt x="2183003" y="0"/>
                  </a:lnTo>
                </a:path>
              </a:pathLst>
            </a:custGeom>
            <a:ln w="6350">
              <a:solidFill>
                <a:srgbClr val="FFFFFF"/>
              </a:solidFill>
              <a:prstDash val="sysDash"/>
            </a:ln>
          </p:spPr>
          <p:txBody>
            <a:bodyPr wrap="square" lIns="0" tIns="0" rIns="0" bIns="0" rtlCol="0"/>
            <a:lstStyle/>
            <a:p>
              <a:endParaRPr/>
            </a:p>
          </p:txBody>
        </p:sp>
        <p:sp>
          <p:nvSpPr>
            <p:cNvPr id="51" name="object 51"/>
            <p:cNvSpPr/>
            <p:nvPr/>
          </p:nvSpPr>
          <p:spPr>
            <a:xfrm>
              <a:off x="6076061" y="4277740"/>
              <a:ext cx="109981" cy="109981"/>
            </a:xfrm>
            <a:prstGeom prst="rect">
              <a:avLst/>
            </a:prstGeom>
            <a:blipFill>
              <a:blip r:embed="rId13" cstate="print"/>
              <a:stretch>
                <a:fillRect/>
              </a:stretch>
            </a:blipFill>
          </p:spPr>
          <p:txBody>
            <a:bodyPr wrap="square" lIns="0" tIns="0" rIns="0" bIns="0" rtlCol="0"/>
            <a:lstStyle/>
            <a:p>
              <a:endParaRPr/>
            </a:p>
          </p:txBody>
        </p:sp>
      </p:grpSp>
      <p:sp>
        <p:nvSpPr>
          <p:cNvPr id="52" name="object 52"/>
          <p:cNvSpPr txBox="1"/>
          <p:nvPr/>
        </p:nvSpPr>
        <p:spPr>
          <a:xfrm>
            <a:off x="4832381" y="4843706"/>
            <a:ext cx="2850326" cy="289823"/>
          </a:xfrm>
          <a:prstGeom prst="rect">
            <a:avLst/>
          </a:prstGeom>
        </p:spPr>
        <p:txBody>
          <a:bodyPr vert="horz" wrap="square" lIns="0" tIns="12700" rIns="0" bIns="0" rtlCol="0">
            <a:spAutoFit/>
          </a:bodyPr>
          <a:lstStyle/>
          <a:p>
            <a:pPr>
              <a:lnSpc>
                <a:spcPct val="100000"/>
              </a:lnSpc>
              <a:spcBef>
                <a:spcPts val="100"/>
              </a:spcBef>
            </a:pPr>
            <a:r>
              <a:rPr lang="en-IN" b="1" spc="-5" dirty="0">
                <a:solidFill>
                  <a:srgbClr val="FFFFFF"/>
                </a:solidFill>
                <a:latin typeface="Gothic Uralic"/>
                <a:cs typeface="Gothic Uralic"/>
              </a:rPr>
              <a:t>Natural Language Processing</a:t>
            </a:r>
            <a:endParaRPr sz="1800" dirty="0">
              <a:latin typeface="Gothic Uralic"/>
              <a:cs typeface="Gothic Uralic"/>
            </a:endParaRPr>
          </a:p>
        </p:txBody>
      </p:sp>
      <p:grpSp>
        <p:nvGrpSpPr>
          <p:cNvPr id="53" name="object 53"/>
          <p:cNvGrpSpPr/>
          <p:nvPr/>
        </p:nvGrpSpPr>
        <p:grpSpPr>
          <a:xfrm>
            <a:off x="9037319" y="4317365"/>
            <a:ext cx="2183130" cy="110489"/>
            <a:chOff x="9037319" y="4317365"/>
            <a:chExt cx="2183130" cy="110489"/>
          </a:xfrm>
        </p:grpSpPr>
        <p:sp>
          <p:nvSpPr>
            <p:cNvPr id="54" name="object 54"/>
            <p:cNvSpPr/>
            <p:nvPr/>
          </p:nvSpPr>
          <p:spPr>
            <a:xfrm>
              <a:off x="9037319" y="4370832"/>
              <a:ext cx="2183130" cy="0"/>
            </a:xfrm>
            <a:custGeom>
              <a:avLst/>
              <a:gdLst/>
              <a:ahLst/>
              <a:cxnLst/>
              <a:rect l="l" t="t" r="r" b="b"/>
              <a:pathLst>
                <a:path w="2183129">
                  <a:moveTo>
                    <a:pt x="0" y="0"/>
                  </a:moveTo>
                  <a:lnTo>
                    <a:pt x="2183003" y="0"/>
                  </a:lnTo>
                </a:path>
              </a:pathLst>
            </a:custGeom>
            <a:ln w="6350">
              <a:solidFill>
                <a:srgbClr val="FFFFFF"/>
              </a:solidFill>
              <a:prstDash val="sysDash"/>
            </a:ln>
          </p:spPr>
          <p:txBody>
            <a:bodyPr wrap="square" lIns="0" tIns="0" rIns="0" bIns="0" rtlCol="0"/>
            <a:lstStyle/>
            <a:p>
              <a:endParaRPr/>
            </a:p>
          </p:txBody>
        </p:sp>
        <p:sp>
          <p:nvSpPr>
            <p:cNvPr id="55" name="object 55"/>
            <p:cNvSpPr/>
            <p:nvPr/>
          </p:nvSpPr>
          <p:spPr>
            <a:xfrm>
              <a:off x="10075036" y="4317365"/>
              <a:ext cx="109982" cy="109981"/>
            </a:xfrm>
            <a:prstGeom prst="rect">
              <a:avLst/>
            </a:prstGeom>
            <a:blipFill>
              <a:blip r:embed="rId14" cstate="print"/>
              <a:stretch>
                <a:fillRect/>
              </a:stretch>
            </a:blipFill>
          </p:spPr>
          <p:txBody>
            <a:bodyPr wrap="square" lIns="0" tIns="0" rIns="0" bIns="0" rtlCol="0"/>
            <a:lstStyle/>
            <a:p>
              <a:endParaRPr/>
            </a:p>
          </p:txBody>
        </p:sp>
      </p:grpSp>
      <p:sp>
        <p:nvSpPr>
          <p:cNvPr id="57" name="object 57"/>
          <p:cNvSpPr txBox="1"/>
          <p:nvPr/>
        </p:nvSpPr>
        <p:spPr>
          <a:xfrm>
            <a:off x="11836907" y="6652890"/>
            <a:ext cx="133350" cy="139700"/>
          </a:xfrm>
          <a:prstGeom prst="rect">
            <a:avLst/>
          </a:prstGeom>
        </p:spPr>
        <p:txBody>
          <a:bodyPr vert="horz" wrap="square" lIns="0" tIns="3175" rIns="0" bIns="0" rtlCol="0">
            <a:spAutoFit/>
          </a:bodyPr>
          <a:lstStyle/>
          <a:p>
            <a:pPr marL="38100">
              <a:lnSpc>
                <a:spcPct val="100000"/>
              </a:lnSpc>
              <a:spcBef>
                <a:spcPts val="25"/>
              </a:spcBef>
            </a:pPr>
            <a:fld id="{81D60167-4931-47E6-BA6A-407CBD079E47}" type="slidenum">
              <a:rPr sz="800" dirty="0">
                <a:solidFill>
                  <a:srgbClr val="FFFFFF"/>
                </a:solidFill>
                <a:latin typeface="Arial"/>
                <a:cs typeface="Arial"/>
              </a:rPr>
              <a:pPr marL="38100">
                <a:lnSpc>
                  <a:spcPct val="100000"/>
                </a:lnSpc>
                <a:spcBef>
                  <a:spcPts val="25"/>
                </a:spcBef>
              </a:pPr>
              <a:t>4</a:t>
            </a:fld>
            <a:endParaRPr sz="800">
              <a:latin typeface="Arial"/>
              <a:cs typeface="Arial"/>
            </a:endParaRPr>
          </a:p>
        </p:txBody>
      </p:sp>
      <p:sp>
        <p:nvSpPr>
          <p:cNvPr id="61" name="TextBox 60">
            <a:extLst>
              <a:ext uri="{FF2B5EF4-FFF2-40B4-BE49-F238E27FC236}">
                <a16:creationId xmlns:a16="http://schemas.microsoft.com/office/drawing/2014/main" id="{AF66C536-854D-6850-39BA-65C95D92E7F0}"/>
              </a:ext>
            </a:extLst>
          </p:cNvPr>
          <p:cNvSpPr txBox="1"/>
          <p:nvPr/>
        </p:nvSpPr>
        <p:spPr>
          <a:xfrm>
            <a:off x="8627236" y="4895087"/>
            <a:ext cx="2895600" cy="369332"/>
          </a:xfrm>
          <a:prstGeom prst="rect">
            <a:avLst/>
          </a:prstGeom>
          <a:noFill/>
        </p:spPr>
        <p:txBody>
          <a:bodyPr wrap="square" rtlCol="0">
            <a:spAutoFit/>
          </a:bodyPr>
          <a:lstStyle/>
          <a:p>
            <a:r>
              <a:rPr lang="en-IN" dirty="0">
                <a:solidFill>
                  <a:schemeClr val="bg1"/>
                </a:solidFill>
              </a:rPr>
              <a:t>Deep Learning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5574791" y="711708"/>
            <a:ext cx="104139" cy="105410"/>
          </a:xfrm>
          <a:custGeom>
            <a:avLst/>
            <a:gdLst/>
            <a:ahLst/>
            <a:cxnLst/>
            <a:rect l="l" t="t" r="r" b="b"/>
            <a:pathLst>
              <a:path w="104139" h="105409">
                <a:moveTo>
                  <a:pt x="103632" y="0"/>
                </a:moveTo>
                <a:lnTo>
                  <a:pt x="0" y="0"/>
                </a:lnTo>
                <a:lnTo>
                  <a:pt x="0" y="105155"/>
                </a:lnTo>
                <a:lnTo>
                  <a:pt x="103632" y="105155"/>
                </a:lnTo>
                <a:lnTo>
                  <a:pt x="103632" y="0"/>
                </a:lnTo>
                <a:close/>
              </a:path>
            </a:pathLst>
          </a:custGeom>
          <a:solidFill>
            <a:srgbClr val="FFFFFF">
              <a:alpha val="1960"/>
            </a:srgbClr>
          </a:solidFill>
        </p:spPr>
        <p:txBody>
          <a:bodyPr wrap="square" lIns="0" tIns="0" rIns="0" bIns="0" rtlCol="0"/>
          <a:lstStyle/>
          <a:p>
            <a:endParaRPr/>
          </a:p>
        </p:txBody>
      </p:sp>
      <p:sp>
        <p:nvSpPr>
          <p:cNvPr id="3" name="object 3"/>
          <p:cNvSpPr/>
          <p:nvPr/>
        </p:nvSpPr>
        <p:spPr>
          <a:xfrm>
            <a:off x="7292340" y="688848"/>
            <a:ext cx="82550" cy="76200"/>
          </a:xfrm>
          <a:custGeom>
            <a:avLst/>
            <a:gdLst/>
            <a:ahLst/>
            <a:cxnLst/>
            <a:rect l="l" t="t" r="r" b="b"/>
            <a:pathLst>
              <a:path w="82550" h="76200">
                <a:moveTo>
                  <a:pt x="82296" y="0"/>
                </a:moveTo>
                <a:lnTo>
                  <a:pt x="0" y="0"/>
                </a:lnTo>
                <a:lnTo>
                  <a:pt x="0" y="76200"/>
                </a:lnTo>
                <a:lnTo>
                  <a:pt x="82296" y="76200"/>
                </a:lnTo>
                <a:lnTo>
                  <a:pt x="82296" y="0"/>
                </a:lnTo>
                <a:close/>
              </a:path>
            </a:pathLst>
          </a:custGeom>
          <a:solidFill>
            <a:srgbClr val="FFFFFF">
              <a:alpha val="1960"/>
            </a:srgbClr>
          </a:solidFill>
        </p:spPr>
        <p:txBody>
          <a:bodyPr wrap="square" lIns="0" tIns="0" rIns="0" bIns="0" rtlCol="0"/>
          <a:lstStyle/>
          <a:p>
            <a:endParaRPr/>
          </a:p>
        </p:txBody>
      </p:sp>
      <p:sp>
        <p:nvSpPr>
          <p:cNvPr id="4" name="object 4"/>
          <p:cNvSpPr/>
          <p:nvPr/>
        </p:nvSpPr>
        <p:spPr>
          <a:xfrm>
            <a:off x="8397240" y="263651"/>
            <a:ext cx="205740" cy="205740"/>
          </a:xfrm>
          <a:custGeom>
            <a:avLst/>
            <a:gdLst/>
            <a:ahLst/>
            <a:cxnLst/>
            <a:rect l="l" t="t" r="r" b="b"/>
            <a:pathLst>
              <a:path w="205740" h="205740">
                <a:moveTo>
                  <a:pt x="205740" y="0"/>
                </a:moveTo>
                <a:lnTo>
                  <a:pt x="0" y="0"/>
                </a:lnTo>
                <a:lnTo>
                  <a:pt x="0" y="205740"/>
                </a:lnTo>
                <a:lnTo>
                  <a:pt x="205740" y="205740"/>
                </a:lnTo>
                <a:lnTo>
                  <a:pt x="205740" y="0"/>
                </a:lnTo>
                <a:close/>
              </a:path>
            </a:pathLst>
          </a:custGeom>
          <a:solidFill>
            <a:srgbClr val="FFFFFF">
              <a:alpha val="1960"/>
            </a:srgbClr>
          </a:solidFill>
        </p:spPr>
        <p:txBody>
          <a:bodyPr wrap="square" lIns="0" tIns="0" rIns="0" bIns="0" rtlCol="0"/>
          <a:lstStyle/>
          <a:p>
            <a:endParaRPr/>
          </a:p>
        </p:txBody>
      </p:sp>
      <p:sp>
        <p:nvSpPr>
          <p:cNvPr id="5" name="object 5"/>
          <p:cNvSpPr/>
          <p:nvPr/>
        </p:nvSpPr>
        <p:spPr>
          <a:xfrm>
            <a:off x="8388095" y="1510283"/>
            <a:ext cx="58419" cy="56515"/>
          </a:xfrm>
          <a:custGeom>
            <a:avLst/>
            <a:gdLst/>
            <a:ahLst/>
            <a:cxnLst/>
            <a:rect l="l" t="t" r="r" b="b"/>
            <a:pathLst>
              <a:path w="58420" h="56515">
                <a:moveTo>
                  <a:pt x="57911" y="0"/>
                </a:moveTo>
                <a:lnTo>
                  <a:pt x="0" y="0"/>
                </a:lnTo>
                <a:lnTo>
                  <a:pt x="0" y="56387"/>
                </a:lnTo>
                <a:lnTo>
                  <a:pt x="57911" y="56387"/>
                </a:lnTo>
                <a:lnTo>
                  <a:pt x="57911" y="0"/>
                </a:lnTo>
                <a:close/>
              </a:path>
            </a:pathLst>
          </a:custGeom>
          <a:solidFill>
            <a:srgbClr val="FFFFFF">
              <a:alpha val="1960"/>
            </a:srgbClr>
          </a:solidFill>
        </p:spPr>
        <p:txBody>
          <a:bodyPr wrap="square" lIns="0" tIns="0" rIns="0" bIns="0" rtlCol="0"/>
          <a:lstStyle/>
          <a:p>
            <a:endParaRPr/>
          </a:p>
        </p:txBody>
      </p:sp>
      <p:sp>
        <p:nvSpPr>
          <p:cNvPr id="6" name="object 6"/>
          <p:cNvSpPr/>
          <p:nvPr/>
        </p:nvSpPr>
        <p:spPr>
          <a:xfrm>
            <a:off x="9404604" y="765048"/>
            <a:ext cx="184785" cy="184785"/>
          </a:xfrm>
          <a:custGeom>
            <a:avLst/>
            <a:gdLst/>
            <a:ahLst/>
            <a:cxnLst/>
            <a:rect l="l" t="t" r="r" b="b"/>
            <a:pathLst>
              <a:path w="184784" h="184784">
                <a:moveTo>
                  <a:pt x="184403" y="0"/>
                </a:moveTo>
                <a:lnTo>
                  <a:pt x="0" y="0"/>
                </a:lnTo>
                <a:lnTo>
                  <a:pt x="0" y="184403"/>
                </a:lnTo>
                <a:lnTo>
                  <a:pt x="184403" y="184403"/>
                </a:lnTo>
                <a:lnTo>
                  <a:pt x="184403" y="0"/>
                </a:lnTo>
                <a:close/>
              </a:path>
            </a:pathLst>
          </a:custGeom>
          <a:solidFill>
            <a:srgbClr val="FFFFFF">
              <a:alpha val="1960"/>
            </a:srgbClr>
          </a:solidFill>
        </p:spPr>
        <p:txBody>
          <a:bodyPr wrap="square" lIns="0" tIns="0" rIns="0" bIns="0" rtlCol="0"/>
          <a:lstStyle/>
          <a:p>
            <a:endParaRPr/>
          </a:p>
        </p:txBody>
      </p:sp>
      <p:sp>
        <p:nvSpPr>
          <p:cNvPr id="7" name="object 7"/>
          <p:cNvSpPr/>
          <p:nvPr/>
        </p:nvSpPr>
        <p:spPr>
          <a:xfrm>
            <a:off x="10148316" y="344424"/>
            <a:ext cx="108585" cy="113030"/>
          </a:xfrm>
          <a:custGeom>
            <a:avLst/>
            <a:gdLst/>
            <a:ahLst/>
            <a:cxnLst/>
            <a:rect l="l" t="t" r="r" b="b"/>
            <a:pathLst>
              <a:path w="108584" h="113029">
                <a:moveTo>
                  <a:pt x="108203" y="0"/>
                </a:moveTo>
                <a:lnTo>
                  <a:pt x="0" y="0"/>
                </a:lnTo>
                <a:lnTo>
                  <a:pt x="0" y="112775"/>
                </a:lnTo>
                <a:lnTo>
                  <a:pt x="108203" y="112775"/>
                </a:lnTo>
                <a:lnTo>
                  <a:pt x="108203" y="0"/>
                </a:lnTo>
                <a:close/>
              </a:path>
            </a:pathLst>
          </a:custGeom>
          <a:solidFill>
            <a:srgbClr val="FFFFFF">
              <a:alpha val="1960"/>
            </a:srgbClr>
          </a:solidFill>
        </p:spPr>
        <p:txBody>
          <a:bodyPr wrap="square" lIns="0" tIns="0" rIns="0" bIns="0" rtlCol="0"/>
          <a:lstStyle/>
          <a:p>
            <a:endParaRPr/>
          </a:p>
        </p:txBody>
      </p:sp>
      <p:sp>
        <p:nvSpPr>
          <p:cNvPr id="8" name="object 8"/>
          <p:cNvSpPr/>
          <p:nvPr/>
        </p:nvSpPr>
        <p:spPr>
          <a:xfrm>
            <a:off x="8564880" y="758951"/>
            <a:ext cx="81280" cy="81280"/>
          </a:xfrm>
          <a:custGeom>
            <a:avLst/>
            <a:gdLst/>
            <a:ahLst/>
            <a:cxnLst/>
            <a:rect l="l" t="t" r="r" b="b"/>
            <a:pathLst>
              <a:path w="81279" h="81280">
                <a:moveTo>
                  <a:pt x="80772" y="0"/>
                </a:moveTo>
                <a:lnTo>
                  <a:pt x="0" y="0"/>
                </a:lnTo>
                <a:lnTo>
                  <a:pt x="0" y="80772"/>
                </a:lnTo>
                <a:lnTo>
                  <a:pt x="80772" y="80772"/>
                </a:lnTo>
                <a:lnTo>
                  <a:pt x="80772" y="0"/>
                </a:lnTo>
                <a:close/>
              </a:path>
            </a:pathLst>
          </a:custGeom>
          <a:solidFill>
            <a:srgbClr val="FFFFFF">
              <a:alpha val="1960"/>
            </a:srgbClr>
          </a:solidFill>
        </p:spPr>
        <p:txBody>
          <a:bodyPr wrap="square" lIns="0" tIns="0" rIns="0" bIns="0" rtlCol="0"/>
          <a:lstStyle/>
          <a:p>
            <a:endParaRPr/>
          </a:p>
        </p:txBody>
      </p:sp>
      <p:sp>
        <p:nvSpPr>
          <p:cNvPr id="9" name="object 9"/>
          <p:cNvSpPr/>
          <p:nvPr/>
        </p:nvSpPr>
        <p:spPr>
          <a:xfrm>
            <a:off x="9651492" y="1973579"/>
            <a:ext cx="169545" cy="169545"/>
          </a:xfrm>
          <a:custGeom>
            <a:avLst/>
            <a:gdLst/>
            <a:ahLst/>
            <a:cxnLst/>
            <a:rect l="l" t="t" r="r" b="b"/>
            <a:pathLst>
              <a:path w="169545" h="169544">
                <a:moveTo>
                  <a:pt x="169164" y="0"/>
                </a:moveTo>
                <a:lnTo>
                  <a:pt x="0" y="0"/>
                </a:lnTo>
                <a:lnTo>
                  <a:pt x="0" y="169163"/>
                </a:lnTo>
                <a:lnTo>
                  <a:pt x="169164" y="169163"/>
                </a:lnTo>
                <a:lnTo>
                  <a:pt x="169164" y="0"/>
                </a:lnTo>
                <a:close/>
              </a:path>
            </a:pathLst>
          </a:custGeom>
          <a:solidFill>
            <a:srgbClr val="FFFFFF">
              <a:alpha val="1960"/>
            </a:srgbClr>
          </a:solidFill>
        </p:spPr>
        <p:txBody>
          <a:bodyPr wrap="square" lIns="0" tIns="0" rIns="0" bIns="0" rtlCol="0"/>
          <a:lstStyle/>
          <a:p>
            <a:endParaRPr/>
          </a:p>
        </p:txBody>
      </p:sp>
      <p:sp>
        <p:nvSpPr>
          <p:cNvPr id="10" name="object 10"/>
          <p:cNvSpPr/>
          <p:nvPr/>
        </p:nvSpPr>
        <p:spPr>
          <a:xfrm>
            <a:off x="7693152" y="4942332"/>
            <a:ext cx="73660" cy="70485"/>
          </a:xfrm>
          <a:custGeom>
            <a:avLst/>
            <a:gdLst/>
            <a:ahLst/>
            <a:cxnLst/>
            <a:rect l="l" t="t" r="r" b="b"/>
            <a:pathLst>
              <a:path w="73659" h="70485">
                <a:moveTo>
                  <a:pt x="73151" y="0"/>
                </a:moveTo>
                <a:lnTo>
                  <a:pt x="0" y="0"/>
                </a:lnTo>
                <a:lnTo>
                  <a:pt x="0" y="70104"/>
                </a:lnTo>
                <a:lnTo>
                  <a:pt x="73151" y="70104"/>
                </a:lnTo>
                <a:lnTo>
                  <a:pt x="73151" y="0"/>
                </a:lnTo>
                <a:close/>
              </a:path>
            </a:pathLst>
          </a:custGeom>
          <a:solidFill>
            <a:srgbClr val="FFFFFF">
              <a:alpha val="1960"/>
            </a:srgbClr>
          </a:solidFill>
        </p:spPr>
        <p:txBody>
          <a:bodyPr wrap="square" lIns="0" tIns="0" rIns="0" bIns="0" rtlCol="0"/>
          <a:lstStyle/>
          <a:p>
            <a:endParaRPr/>
          </a:p>
        </p:txBody>
      </p:sp>
      <p:sp>
        <p:nvSpPr>
          <p:cNvPr id="11" name="object 11"/>
          <p:cNvSpPr/>
          <p:nvPr/>
        </p:nvSpPr>
        <p:spPr>
          <a:xfrm>
            <a:off x="8602980" y="4262628"/>
            <a:ext cx="90170" cy="86995"/>
          </a:xfrm>
          <a:custGeom>
            <a:avLst/>
            <a:gdLst/>
            <a:ahLst/>
            <a:cxnLst/>
            <a:rect l="l" t="t" r="r" b="b"/>
            <a:pathLst>
              <a:path w="90170" h="86995">
                <a:moveTo>
                  <a:pt x="89916" y="0"/>
                </a:moveTo>
                <a:lnTo>
                  <a:pt x="0" y="0"/>
                </a:lnTo>
                <a:lnTo>
                  <a:pt x="0" y="86868"/>
                </a:lnTo>
                <a:lnTo>
                  <a:pt x="89916" y="86868"/>
                </a:lnTo>
                <a:lnTo>
                  <a:pt x="89916" y="0"/>
                </a:lnTo>
                <a:close/>
              </a:path>
            </a:pathLst>
          </a:custGeom>
          <a:solidFill>
            <a:srgbClr val="FFFFFF">
              <a:alpha val="1960"/>
            </a:srgbClr>
          </a:solidFill>
        </p:spPr>
        <p:txBody>
          <a:bodyPr wrap="square" lIns="0" tIns="0" rIns="0" bIns="0" rtlCol="0"/>
          <a:lstStyle/>
          <a:p>
            <a:endParaRPr/>
          </a:p>
        </p:txBody>
      </p:sp>
      <p:sp>
        <p:nvSpPr>
          <p:cNvPr id="12" name="object 12"/>
          <p:cNvSpPr/>
          <p:nvPr/>
        </p:nvSpPr>
        <p:spPr>
          <a:xfrm>
            <a:off x="6054852" y="5756147"/>
            <a:ext cx="64135" cy="64135"/>
          </a:xfrm>
          <a:custGeom>
            <a:avLst/>
            <a:gdLst/>
            <a:ahLst/>
            <a:cxnLst/>
            <a:rect l="l" t="t" r="r" b="b"/>
            <a:pathLst>
              <a:path w="64135" h="64135">
                <a:moveTo>
                  <a:pt x="64008" y="0"/>
                </a:moveTo>
                <a:lnTo>
                  <a:pt x="0" y="0"/>
                </a:lnTo>
                <a:lnTo>
                  <a:pt x="0" y="64007"/>
                </a:lnTo>
                <a:lnTo>
                  <a:pt x="64008" y="64007"/>
                </a:lnTo>
                <a:lnTo>
                  <a:pt x="64008" y="0"/>
                </a:lnTo>
                <a:close/>
              </a:path>
            </a:pathLst>
          </a:custGeom>
          <a:solidFill>
            <a:srgbClr val="FFFFFF">
              <a:alpha val="1960"/>
            </a:srgbClr>
          </a:solidFill>
        </p:spPr>
        <p:txBody>
          <a:bodyPr wrap="square" lIns="0" tIns="0" rIns="0" bIns="0" rtlCol="0"/>
          <a:lstStyle/>
          <a:p>
            <a:endParaRPr/>
          </a:p>
        </p:txBody>
      </p:sp>
      <p:sp>
        <p:nvSpPr>
          <p:cNvPr id="13" name="object 13"/>
          <p:cNvSpPr/>
          <p:nvPr/>
        </p:nvSpPr>
        <p:spPr>
          <a:xfrm>
            <a:off x="5343144" y="4558284"/>
            <a:ext cx="55244" cy="55244"/>
          </a:xfrm>
          <a:custGeom>
            <a:avLst/>
            <a:gdLst/>
            <a:ahLst/>
            <a:cxnLst/>
            <a:rect l="l" t="t" r="r" b="b"/>
            <a:pathLst>
              <a:path w="55245" h="55245">
                <a:moveTo>
                  <a:pt x="54863" y="0"/>
                </a:moveTo>
                <a:lnTo>
                  <a:pt x="0" y="0"/>
                </a:lnTo>
                <a:lnTo>
                  <a:pt x="0" y="54863"/>
                </a:lnTo>
                <a:lnTo>
                  <a:pt x="54863" y="54863"/>
                </a:lnTo>
                <a:lnTo>
                  <a:pt x="54863" y="0"/>
                </a:lnTo>
                <a:close/>
              </a:path>
            </a:pathLst>
          </a:custGeom>
          <a:solidFill>
            <a:srgbClr val="FFFFFF">
              <a:alpha val="1960"/>
            </a:srgbClr>
          </a:solidFill>
        </p:spPr>
        <p:txBody>
          <a:bodyPr wrap="square" lIns="0" tIns="0" rIns="0" bIns="0" rtlCol="0"/>
          <a:lstStyle/>
          <a:p>
            <a:endParaRPr/>
          </a:p>
        </p:txBody>
      </p:sp>
      <p:sp>
        <p:nvSpPr>
          <p:cNvPr id="14" name="object 14"/>
          <p:cNvSpPr/>
          <p:nvPr/>
        </p:nvSpPr>
        <p:spPr>
          <a:xfrm>
            <a:off x="6829043" y="3223260"/>
            <a:ext cx="81280" cy="79375"/>
          </a:xfrm>
          <a:custGeom>
            <a:avLst/>
            <a:gdLst/>
            <a:ahLst/>
            <a:cxnLst/>
            <a:rect l="l" t="t" r="r" b="b"/>
            <a:pathLst>
              <a:path w="81279" h="79375">
                <a:moveTo>
                  <a:pt x="80772" y="0"/>
                </a:moveTo>
                <a:lnTo>
                  <a:pt x="0" y="0"/>
                </a:lnTo>
                <a:lnTo>
                  <a:pt x="0" y="79248"/>
                </a:lnTo>
                <a:lnTo>
                  <a:pt x="80772" y="79248"/>
                </a:lnTo>
                <a:lnTo>
                  <a:pt x="80772" y="0"/>
                </a:lnTo>
                <a:close/>
              </a:path>
            </a:pathLst>
          </a:custGeom>
          <a:solidFill>
            <a:srgbClr val="FFFFFF">
              <a:alpha val="1960"/>
            </a:srgbClr>
          </a:solidFill>
        </p:spPr>
        <p:txBody>
          <a:bodyPr wrap="square" lIns="0" tIns="0" rIns="0" bIns="0" rtlCol="0"/>
          <a:lstStyle/>
          <a:p>
            <a:endParaRPr/>
          </a:p>
        </p:txBody>
      </p:sp>
      <p:sp>
        <p:nvSpPr>
          <p:cNvPr id="15" name="object 15"/>
          <p:cNvSpPr/>
          <p:nvPr/>
        </p:nvSpPr>
        <p:spPr>
          <a:xfrm>
            <a:off x="4745735" y="2694432"/>
            <a:ext cx="53340" cy="55244"/>
          </a:xfrm>
          <a:custGeom>
            <a:avLst/>
            <a:gdLst/>
            <a:ahLst/>
            <a:cxnLst/>
            <a:rect l="l" t="t" r="r" b="b"/>
            <a:pathLst>
              <a:path w="53339" h="55244">
                <a:moveTo>
                  <a:pt x="53339" y="0"/>
                </a:moveTo>
                <a:lnTo>
                  <a:pt x="0" y="0"/>
                </a:lnTo>
                <a:lnTo>
                  <a:pt x="0" y="54863"/>
                </a:lnTo>
                <a:lnTo>
                  <a:pt x="53339" y="54863"/>
                </a:lnTo>
                <a:lnTo>
                  <a:pt x="53339" y="0"/>
                </a:lnTo>
                <a:close/>
              </a:path>
            </a:pathLst>
          </a:custGeom>
          <a:solidFill>
            <a:srgbClr val="FFFFFF">
              <a:alpha val="1960"/>
            </a:srgbClr>
          </a:solidFill>
        </p:spPr>
        <p:txBody>
          <a:bodyPr wrap="square" lIns="0" tIns="0" rIns="0" bIns="0" rtlCol="0"/>
          <a:lstStyle/>
          <a:p>
            <a:endParaRPr/>
          </a:p>
        </p:txBody>
      </p:sp>
      <p:sp>
        <p:nvSpPr>
          <p:cNvPr id="16" name="object 16"/>
          <p:cNvSpPr/>
          <p:nvPr/>
        </p:nvSpPr>
        <p:spPr>
          <a:xfrm>
            <a:off x="7071360" y="1470659"/>
            <a:ext cx="152400" cy="152400"/>
          </a:xfrm>
          <a:custGeom>
            <a:avLst/>
            <a:gdLst/>
            <a:ahLst/>
            <a:cxnLst/>
            <a:rect l="l" t="t" r="r" b="b"/>
            <a:pathLst>
              <a:path w="152400" h="152400">
                <a:moveTo>
                  <a:pt x="152400" y="0"/>
                </a:moveTo>
                <a:lnTo>
                  <a:pt x="0" y="0"/>
                </a:lnTo>
                <a:lnTo>
                  <a:pt x="0" y="152400"/>
                </a:lnTo>
                <a:lnTo>
                  <a:pt x="152400" y="152400"/>
                </a:lnTo>
                <a:lnTo>
                  <a:pt x="152400" y="0"/>
                </a:lnTo>
                <a:close/>
              </a:path>
            </a:pathLst>
          </a:custGeom>
          <a:solidFill>
            <a:srgbClr val="FFFFFF">
              <a:alpha val="1960"/>
            </a:srgbClr>
          </a:solidFill>
        </p:spPr>
        <p:txBody>
          <a:bodyPr wrap="square" lIns="0" tIns="0" rIns="0" bIns="0" rtlCol="0"/>
          <a:lstStyle/>
          <a:p>
            <a:endParaRPr/>
          </a:p>
        </p:txBody>
      </p:sp>
      <p:sp>
        <p:nvSpPr>
          <p:cNvPr id="17" name="object 17"/>
          <p:cNvSpPr/>
          <p:nvPr/>
        </p:nvSpPr>
        <p:spPr>
          <a:xfrm>
            <a:off x="6544056" y="344424"/>
            <a:ext cx="134620" cy="135890"/>
          </a:xfrm>
          <a:custGeom>
            <a:avLst/>
            <a:gdLst/>
            <a:ahLst/>
            <a:cxnLst/>
            <a:rect l="l" t="t" r="r" b="b"/>
            <a:pathLst>
              <a:path w="134620" h="135890">
                <a:moveTo>
                  <a:pt x="134111" y="0"/>
                </a:moveTo>
                <a:lnTo>
                  <a:pt x="0" y="0"/>
                </a:lnTo>
                <a:lnTo>
                  <a:pt x="0" y="135636"/>
                </a:lnTo>
                <a:lnTo>
                  <a:pt x="134111" y="135636"/>
                </a:lnTo>
                <a:lnTo>
                  <a:pt x="134111" y="0"/>
                </a:lnTo>
                <a:close/>
              </a:path>
            </a:pathLst>
          </a:custGeom>
          <a:solidFill>
            <a:srgbClr val="FFFFFF">
              <a:alpha val="1960"/>
            </a:srgbClr>
          </a:solidFill>
        </p:spPr>
        <p:txBody>
          <a:bodyPr wrap="square" lIns="0" tIns="0" rIns="0" bIns="0" rtlCol="0"/>
          <a:lstStyle/>
          <a:p>
            <a:endParaRPr/>
          </a:p>
        </p:txBody>
      </p:sp>
      <p:sp>
        <p:nvSpPr>
          <p:cNvPr id="18" name="object 18"/>
          <p:cNvSpPr/>
          <p:nvPr/>
        </p:nvSpPr>
        <p:spPr>
          <a:xfrm>
            <a:off x="10212324" y="1196339"/>
            <a:ext cx="135890" cy="139065"/>
          </a:xfrm>
          <a:custGeom>
            <a:avLst/>
            <a:gdLst/>
            <a:ahLst/>
            <a:cxnLst/>
            <a:rect l="l" t="t" r="r" b="b"/>
            <a:pathLst>
              <a:path w="135890" h="139065">
                <a:moveTo>
                  <a:pt x="135636" y="0"/>
                </a:moveTo>
                <a:lnTo>
                  <a:pt x="0" y="0"/>
                </a:lnTo>
                <a:lnTo>
                  <a:pt x="0" y="138684"/>
                </a:lnTo>
                <a:lnTo>
                  <a:pt x="135636" y="138684"/>
                </a:lnTo>
                <a:lnTo>
                  <a:pt x="135636" y="0"/>
                </a:lnTo>
                <a:close/>
              </a:path>
            </a:pathLst>
          </a:custGeom>
          <a:solidFill>
            <a:srgbClr val="FFFFFF">
              <a:alpha val="1960"/>
            </a:srgbClr>
          </a:solidFill>
        </p:spPr>
        <p:txBody>
          <a:bodyPr wrap="square" lIns="0" tIns="0" rIns="0" bIns="0" rtlCol="0"/>
          <a:lstStyle/>
          <a:p>
            <a:endParaRPr/>
          </a:p>
        </p:txBody>
      </p:sp>
      <p:sp>
        <p:nvSpPr>
          <p:cNvPr id="19" name="object 19"/>
          <p:cNvSpPr/>
          <p:nvPr/>
        </p:nvSpPr>
        <p:spPr>
          <a:xfrm>
            <a:off x="4232147" y="1341119"/>
            <a:ext cx="119380" cy="119380"/>
          </a:xfrm>
          <a:custGeom>
            <a:avLst/>
            <a:gdLst/>
            <a:ahLst/>
            <a:cxnLst/>
            <a:rect l="l" t="t" r="r" b="b"/>
            <a:pathLst>
              <a:path w="119379" h="119380">
                <a:moveTo>
                  <a:pt x="118872" y="0"/>
                </a:moveTo>
                <a:lnTo>
                  <a:pt x="0" y="0"/>
                </a:lnTo>
                <a:lnTo>
                  <a:pt x="0" y="118872"/>
                </a:lnTo>
                <a:lnTo>
                  <a:pt x="118872" y="118872"/>
                </a:lnTo>
                <a:lnTo>
                  <a:pt x="118872" y="0"/>
                </a:lnTo>
                <a:close/>
              </a:path>
            </a:pathLst>
          </a:custGeom>
          <a:solidFill>
            <a:srgbClr val="FFFFFF">
              <a:alpha val="1960"/>
            </a:srgbClr>
          </a:solidFill>
        </p:spPr>
        <p:txBody>
          <a:bodyPr wrap="square" lIns="0" tIns="0" rIns="0" bIns="0" rtlCol="0"/>
          <a:lstStyle/>
          <a:p>
            <a:endParaRPr/>
          </a:p>
        </p:txBody>
      </p:sp>
      <p:sp>
        <p:nvSpPr>
          <p:cNvPr id="20" name="object 20"/>
          <p:cNvSpPr/>
          <p:nvPr/>
        </p:nvSpPr>
        <p:spPr>
          <a:xfrm>
            <a:off x="3057144" y="3939540"/>
            <a:ext cx="24765" cy="26034"/>
          </a:xfrm>
          <a:custGeom>
            <a:avLst/>
            <a:gdLst/>
            <a:ahLst/>
            <a:cxnLst/>
            <a:rect l="l" t="t" r="r" b="b"/>
            <a:pathLst>
              <a:path w="24764" h="26035">
                <a:moveTo>
                  <a:pt x="24383" y="0"/>
                </a:moveTo>
                <a:lnTo>
                  <a:pt x="0" y="0"/>
                </a:lnTo>
                <a:lnTo>
                  <a:pt x="0" y="25907"/>
                </a:lnTo>
                <a:lnTo>
                  <a:pt x="24383" y="25907"/>
                </a:lnTo>
                <a:lnTo>
                  <a:pt x="24383" y="0"/>
                </a:lnTo>
                <a:close/>
              </a:path>
            </a:pathLst>
          </a:custGeom>
          <a:solidFill>
            <a:srgbClr val="FFFFFF">
              <a:alpha val="1960"/>
            </a:srgbClr>
          </a:solidFill>
        </p:spPr>
        <p:txBody>
          <a:bodyPr wrap="square" lIns="0" tIns="0" rIns="0" bIns="0" rtlCol="0"/>
          <a:lstStyle/>
          <a:p>
            <a:endParaRPr/>
          </a:p>
        </p:txBody>
      </p:sp>
      <p:sp>
        <p:nvSpPr>
          <p:cNvPr id="21" name="object 21"/>
          <p:cNvSpPr/>
          <p:nvPr/>
        </p:nvSpPr>
        <p:spPr>
          <a:xfrm>
            <a:off x="3339084" y="5277611"/>
            <a:ext cx="85725" cy="85725"/>
          </a:xfrm>
          <a:custGeom>
            <a:avLst/>
            <a:gdLst/>
            <a:ahLst/>
            <a:cxnLst/>
            <a:rect l="l" t="t" r="r" b="b"/>
            <a:pathLst>
              <a:path w="85725" h="85725">
                <a:moveTo>
                  <a:pt x="85344" y="0"/>
                </a:moveTo>
                <a:lnTo>
                  <a:pt x="0" y="0"/>
                </a:lnTo>
                <a:lnTo>
                  <a:pt x="0" y="85343"/>
                </a:lnTo>
                <a:lnTo>
                  <a:pt x="85344" y="85343"/>
                </a:lnTo>
                <a:lnTo>
                  <a:pt x="85344" y="0"/>
                </a:lnTo>
                <a:close/>
              </a:path>
            </a:pathLst>
          </a:custGeom>
          <a:solidFill>
            <a:srgbClr val="FFFFFF">
              <a:alpha val="1960"/>
            </a:srgbClr>
          </a:solidFill>
        </p:spPr>
        <p:txBody>
          <a:bodyPr wrap="square" lIns="0" tIns="0" rIns="0" bIns="0" rtlCol="0"/>
          <a:lstStyle/>
          <a:p>
            <a:endParaRPr/>
          </a:p>
        </p:txBody>
      </p:sp>
      <p:sp>
        <p:nvSpPr>
          <p:cNvPr id="22" name="object 22"/>
          <p:cNvSpPr/>
          <p:nvPr/>
        </p:nvSpPr>
        <p:spPr>
          <a:xfrm>
            <a:off x="1722120" y="5437632"/>
            <a:ext cx="81280" cy="81280"/>
          </a:xfrm>
          <a:custGeom>
            <a:avLst/>
            <a:gdLst/>
            <a:ahLst/>
            <a:cxnLst/>
            <a:rect l="l" t="t" r="r" b="b"/>
            <a:pathLst>
              <a:path w="81280" h="81279">
                <a:moveTo>
                  <a:pt x="80772" y="0"/>
                </a:moveTo>
                <a:lnTo>
                  <a:pt x="0" y="0"/>
                </a:lnTo>
                <a:lnTo>
                  <a:pt x="0" y="80772"/>
                </a:lnTo>
                <a:lnTo>
                  <a:pt x="80772" y="80772"/>
                </a:lnTo>
                <a:lnTo>
                  <a:pt x="80772" y="0"/>
                </a:lnTo>
                <a:close/>
              </a:path>
            </a:pathLst>
          </a:custGeom>
          <a:solidFill>
            <a:srgbClr val="FFFFFF">
              <a:alpha val="1960"/>
            </a:srgbClr>
          </a:solidFill>
        </p:spPr>
        <p:txBody>
          <a:bodyPr wrap="square" lIns="0" tIns="0" rIns="0" bIns="0" rtlCol="0"/>
          <a:lstStyle/>
          <a:p>
            <a:endParaRPr/>
          </a:p>
        </p:txBody>
      </p:sp>
      <p:sp>
        <p:nvSpPr>
          <p:cNvPr id="23" name="object 23"/>
          <p:cNvSpPr/>
          <p:nvPr/>
        </p:nvSpPr>
        <p:spPr>
          <a:xfrm>
            <a:off x="1834895" y="2828544"/>
            <a:ext cx="129539" cy="129539"/>
          </a:xfrm>
          <a:custGeom>
            <a:avLst/>
            <a:gdLst/>
            <a:ahLst/>
            <a:cxnLst/>
            <a:rect l="l" t="t" r="r" b="b"/>
            <a:pathLst>
              <a:path w="129539" h="129539">
                <a:moveTo>
                  <a:pt x="129539" y="0"/>
                </a:moveTo>
                <a:lnTo>
                  <a:pt x="0" y="0"/>
                </a:lnTo>
                <a:lnTo>
                  <a:pt x="0" y="129539"/>
                </a:lnTo>
                <a:lnTo>
                  <a:pt x="129539" y="129539"/>
                </a:lnTo>
                <a:lnTo>
                  <a:pt x="129539" y="0"/>
                </a:lnTo>
                <a:close/>
              </a:path>
            </a:pathLst>
          </a:custGeom>
          <a:solidFill>
            <a:srgbClr val="FFFFFF">
              <a:alpha val="1960"/>
            </a:srgbClr>
          </a:solidFill>
        </p:spPr>
        <p:txBody>
          <a:bodyPr wrap="square" lIns="0" tIns="0" rIns="0" bIns="0" rtlCol="0"/>
          <a:lstStyle/>
          <a:p>
            <a:endParaRPr/>
          </a:p>
        </p:txBody>
      </p:sp>
      <p:sp>
        <p:nvSpPr>
          <p:cNvPr id="24" name="object 24"/>
          <p:cNvSpPr/>
          <p:nvPr/>
        </p:nvSpPr>
        <p:spPr>
          <a:xfrm>
            <a:off x="2330196" y="486155"/>
            <a:ext cx="135890" cy="137160"/>
          </a:xfrm>
          <a:custGeom>
            <a:avLst/>
            <a:gdLst/>
            <a:ahLst/>
            <a:cxnLst/>
            <a:rect l="l" t="t" r="r" b="b"/>
            <a:pathLst>
              <a:path w="135889" h="137159">
                <a:moveTo>
                  <a:pt x="135636" y="0"/>
                </a:moveTo>
                <a:lnTo>
                  <a:pt x="0" y="0"/>
                </a:lnTo>
                <a:lnTo>
                  <a:pt x="0" y="137160"/>
                </a:lnTo>
                <a:lnTo>
                  <a:pt x="135636" y="137160"/>
                </a:lnTo>
                <a:lnTo>
                  <a:pt x="135636" y="0"/>
                </a:lnTo>
                <a:close/>
              </a:path>
            </a:pathLst>
          </a:custGeom>
          <a:solidFill>
            <a:srgbClr val="FFFFFF">
              <a:alpha val="1960"/>
            </a:srgbClr>
          </a:solidFill>
        </p:spPr>
        <p:txBody>
          <a:bodyPr wrap="square" lIns="0" tIns="0" rIns="0" bIns="0" rtlCol="0"/>
          <a:lstStyle/>
          <a:p>
            <a:endParaRPr/>
          </a:p>
        </p:txBody>
      </p:sp>
      <p:sp>
        <p:nvSpPr>
          <p:cNvPr id="25" name="object 25"/>
          <p:cNvSpPr/>
          <p:nvPr/>
        </p:nvSpPr>
        <p:spPr>
          <a:xfrm>
            <a:off x="3906011" y="495300"/>
            <a:ext cx="128270" cy="128270"/>
          </a:xfrm>
          <a:custGeom>
            <a:avLst/>
            <a:gdLst/>
            <a:ahLst/>
            <a:cxnLst/>
            <a:rect l="l" t="t" r="r" b="b"/>
            <a:pathLst>
              <a:path w="128270" h="128270">
                <a:moveTo>
                  <a:pt x="128015" y="0"/>
                </a:moveTo>
                <a:lnTo>
                  <a:pt x="0" y="0"/>
                </a:lnTo>
                <a:lnTo>
                  <a:pt x="0" y="128015"/>
                </a:lnTo>
                <a:lnTo>
                  <a:pt x="128015" y="128015"/>
                </a:lnTo>
                <a:lnTo>
                  <a:pt x="128015" y="0"/>
                </a:lnTo>
                <a:close/>
              </a:path>
            </a:pathLst>
          </a:custGeom>
          <a:solidFill>
            <a:srgbClr val="FFFFFF">
              <a:alpha val="1960"/>
            </a:srgbClr>
          </a:solidFill>
        </p:spPr>
        <p:txBody>
          <a:bodyPr wrap="square" lIns="0" tIns="0" rIns="0" bIns="0" rtlCol="0"/>
          <a:lstStyle/>
          <a:p>
            <a:endParaRPr/>
          </a:p>
        </p:txBody>
      </p:sp>
      <p:sp>
        <p:nvSpPr>
          <p:cNvPr id="26" name="object 26"/>
          <p:cNvSpPr/>
          <p:nvPr/>
        </p:nvSpPr>
        <p:spPr>
          <a:xfrm>
            <a:off x="2810255" y="128015"/>
            <a:ext cx="158750" cy="158750"/>
          </a:xfrm>
          <a:custGeom>
            <a:avLst/>
            <a:gdLst/>
            <a:ahLst/>
            <a:cxnLst/>
            <a:rect l="l" t="t" r="r" b="b"/>
            <a:pathLst>
              <a:path w="158750" h="158750">
                <a:moveTo>
                  <a:pt x="158495" y="0"/>
                </a:moveTo>
                <a:lnTo>
                  <a:pt x="0" y="0"/>
                </a:lnTo>
                <a:lnTo>
                  <a:pt x="0" y="158496"/>
                </a:lnTo>
                <a:lnTo>
                  <a:pt x="158495" y="158496"/>
                </a:lnTo>
                <a:lnTo>
                  <a:pt x="158495" y="0"/>
                </a:lnTo>
                <a:close/>
              </a:path>
            </a:pathLst>
          </a:custGeom>
          <a:solidFill>
            <a:srgbClr val="FFFFFF">
              <a:alpha val="1960"/>
            </a:srgbClr>
          </a:solidFill>
        </p:spPr>
        <p:txBody>
          <a:bodyPr wrap="square" lIns="0" tIns="0" rIns="0" bIns="0" rtlCol="0"/>
          <a:lstStyle/>
          <a:p>
            <a:endParaRPr/>
          </a:p>
        </p:txBody>
      </p:sp>
      <p:sp>
        <p:nvSpPr>
          <p:cNvPr id="27" name="object 27"/>
          <p:cNvSpPr/>
          <p:nvPr/>
        </p:nvSpPr>
        <p:spPr>
          <a:xfrm>
            <a:off x="2793492" y="1319783"/>
            <a:ext cx="248920" cy="247015"/>
          </a:xfrm>
          <a:custGeom>
            <a:avLst/>
            <a:gdLst/>
            <a:ahLst/>
            <a:cxnLst/>
            <a:rect l="l" t="t" r="r" b="b"/>
            <a:pathLst>
              <a:path w="248919" h="247015">
                <a:moveTo>
                  <a:pt x="248412" y="0"/>
                </a:moveTo>
                <a:lnTo>
                  <a:pt x="0" y="0"/>
                </a:lnTo>
                <a:lnTo>
                  <a:pt x="0" y="246887"/>
                </a:lnTo>
                <a:lnTo>
                  <a:pt x="248412" y="246887"/>
                </a:lnTo>
                <a:lnTo>
                  <a:pt x="248412" y="0"/>
                </a:lnTo>
                <a:close/>
              </a:path>
            </a:pathLst>
          </a:custGeom>
          <a:solidFill>
            <a:srgbClr val="FFFFFF">
              <a:alpha val="1960"/>
            </a:srgbClr>
          </a:solidFill>
        </p:spPr>
        <p:txBody>
          <a:bodyPr wrap="square" lIns="0" tIns="0" rIns="0" bIns="0" rtlCol="0"/>
          <a:lstStyle/>
          <a:p>
            <a:endParaRPr/>
          </a:p>
        </p:txBody>
      </p:sp>
      <p:sp>
        <p:nvSpPr>
          <p:cNvPr id="28" name="object 28"/>
          <p:cNvSpPr/>
          <p:nvPr/>
        </p:nvSpPr>
        <p:spPr>
          <a:xfrm>
            <a:off x="6015228" y="1988820"/>
            <a:ext cx="81280" cy="81280"/>
          </a:xfrm>
          <a:custGeom>
            <a:avLst/>
            <a:gdLst/>
            <a:ahLst/>
            <a:cxnLst/>
            <a:rect l="l" t="t" r="r" b="b"/>
            <a:pathLst>
              <a:path w="81279" h="81280">
                <a:moveTo>
                  <a:pt x="80772" y="0"/>
                </a:moveTo>
                <a:lnTo>
                  <a:pt x="0" y="0"/>
                </a:lnTo>
                <a:lnTo>
                  <a:pt x="0" y="80772"/>
                </a:lnTo>
                <a:lnTo>
                  <a:pt x="80772" y="80772"/>
                </a:lnTo>
                <a:lnTo>
                  <a:pt x="80772" y="0"/>
                </a:lnTo>
                <a:close/>
              </a:path>
            </a:pathLst>
          </a:custGeom>
          <a:solidFill>
            <a:srgbClr val="FFFFFF">
              <a:alpha val="1960"/>
            </a:srgbClr>
          </a:solidFill>
        </p:spPr>
        <p:txBody>
          <a:bodyPr wrap="square" lIns="0" tIns="0" rIns="0" bIns="0" rtlCol="0"/>
          <a:lstStyle/>
          <a:p>
            <a:endParaRPr/>
          </a:p>
        </p:txBody>
      </p:sp>
      <p:sp>
        <p:nvSpPr>
          <p:cNvPr id="29" name="object 29"/>
          <p:cNvSpPr/>
          <p:nvPr/>
        </p:nvSpPr>
        <p:spPr>
          <a:xfrm>
            <a:off x="1306067" y="1325880"/>
            <a:ext cx="131445" cy="128270"/>
          </a:xfrm>
          <a:custGeom>
            <a:avLst/>
            <a:gdLst/>
            <a:ahLst/>
            <a:cxnLst/>
            <a:rect l="l" t="t" r="r" b="b"/>
            <a:pathLst>
              <a:path w="131444" h="128269">
                <a:moveTo>
                  <a:pt x="131063" y="0"/>
                </a:moveTo>
                <a:lnTo>
                  <a:pt x="0" y="0"/>
                </a:lnTo>
                <a:lnTo>
                  <a:pt x="0" y="128015"/>
                </a:lnTo>
                <a:lnTo>
                  <a:pt x="131063" y="128015"/>
                </a:lnTo>
                <a:lnTo>
                  <a:pt x="131063" y="0"/>
                </a:lnTo>
                <a:close/>
              </a:path>
            </a:pathLst>
          </a:custGeom>
          <a:solidFill>
            <a:srgbClr val="FFFFFF">
              <a:alpha val="1960"/>
            </a:srgbClr>
          </a:solidFill>
        </p:spPr>
        <p:txBody>
          <a:bodyPr wrap="square" lIns="0" tIns="0" rIns="0" bIns="0" rtlCol="0"/>
          <a:lstStyle/>
          <a:p>
            <a:endParaRPr/>
          </a:p>
        </p:txBody>
      </p:sp>
      <p:sp>
        <p:nvSpPr>
          <p:cNvPr id="30" name="object 30"/>
          <p:cNvSpPr/>
          <p:nvPr/>
        </p:nvSpPr>
        <p:spPr>
          <a:xfrm>
            <a:off x="10770107" y="2086355"/>
            <a:ext cx="143510" cy="144780"/>
          </a:xfrm>
          <a:custGeom>
            <a:avLst/>
            <a:gdLst/>
            <a:ahLst/>
            <a:cxnLst/>
            <a:rect l="l" t="t" r="r" b="b"/>
            <a:pathLst>
              <a:path w="143509" h="144780">
                <a:moveTo>
                  <a:pt x="143255" y="0"/>
                </a:moveTo>
                <a:lnTo>
                  <a:pt x="0" y="0"/>
                </a:lnTo>
                <a:lnTo>
                  <a:pt x="0" y="144779"/>
                </a:lnTo>
                <a:lnTo>
                  <a:pt x="143255" y="144779"/>
                </a:lnTo>
                <a:lnTo>
                  <a:pt x="143255" y="0"/>
                </a:lnTo>
                <a:close/>
              </a:path>
            </a:pathLst>
          </a:custGeom>
          <a:solidFill>
            <a:srgbClr val="FFFFFF">
              <a:alpha val="1960"/>
            </a:srgbClr>
          </a:solidFill>
        </p:spPr>
        <p:txBody>
          <a:bodyPr wrap="square" lIns="0" tIns="0" rIns="0" bIns="0" rtlCol="0"/>
          <a:lstStyle/>
          <a:p>
            <a:endParaRPr/>
          </a:p>
        </p:txBody>
      </p:sp>
      <p:sp>
        <p:nvSpPr>
          <p:cNvPr id="31" name="object 31"/>
          <p:cNvSpPr/>
          <p:nvPr/>
        </p:nvSpPr>
        <p:spPr>
          <a:xfrm>
            <a:off x="6018276" y="1115059"/>
            <a:ext cx="253365" cy="251460"/>
          </a:xfrm>
          <a:custGeom>
            <a:avLst/>
            <a:gdLst/>
            <a:ahLst/>
            <a:cxnLst/>
            <a:rect l="l" t="t" r="r" b="b"/>
            <a:pathLst>
              <a:path w="253364" h="251459">
                <a:moveTo>
                  <a:pt x="252984" y="0"/>
                </a:moveTo>
                <a:lnTo>
                  <a:pt x="246634" y="0"/>
                </a:lnTo>
                <a:lnTo>
                  <a:pt x="246634" y="238760"/>
                </a:lnTo>
                <a:lnTo>
                  <a:pt x="246634" y="245110"/>
                </a:lnTo>
                <a:lnTo>
                  <a:pt x="245364" y="245110"/>
                </a:lnTo>
                <a:lnTo>
                  <a:pt x="245364" y="238760"/>
                </a:lnTo>
                <a:lnTo>
                  <a:pt x="246634" y="238760"/>
                </a:lnTo>
                <a:lnTo>
                  <a:pt x="246634" y="0"/>
                </a:lnTo>
                <a:lnTo>
                  <a:pt x="0" y="0"/>
                </a:lnTo>
                <a:lnTo>
                  <a:pt x="0" y="12700"/>
                </a:lnTo>
                <a:lnTo>
                  <a:pt x="0" y="238760"/>
                </a:lnTo>
                <a:lnTo>
                  <a:pt x="0" y="245110"/>
                </a:lnTo>
                <a:lnTo>
                  <a:pt x="0" y="251460"/>
                </a:lnTo>
                <a:lnTo>
                  <a:pt x="252984" y="251460"/>
                </a:lnTo>
                <a:lnTo>
                  <a:pt x="252984" y="245110"/>
                </a:lnTo>
                <a:lnTo>
                  <a:pt x="252984" y="238760"/>
                </a:lnTo>
                <a:lnTo>
                  <a:pt x="252984" y="12700"/>
                </a:lnTo>
                <a:lnTo>
                  <a:pt x="252984" y="0"/>
                </a:lnTo>
                <a:close/>
              </a:path>
            </a:pathLst>
          </a:custGeom>
          <a:solidFill>
            <a:srgbClr val="FFFFFF">
              <a:alpha val="1960"/>
            </a:srgbClr>
          </a:solidFill>
        </p:spPr>
        <p:txBody>
          <a:bodyPr wrap="square" lIns="0" tIns="0" rIns="0" bIns="0" rtlCol="0"/>
          <a:lstStyle/>
          <a:p>
            <a:endParaRPr/>
          </a:p>
        </p:txBody>
      </p:sp>
      <p:sp>
        <p:nvSpPr>
          <p:cNvPr id="32" name="object 32"/>
          <p:cNvSpPr/>
          <p:nvPr/>
        </p:nvSpPr>
        <p:spPr>
          <a:xfrm>
            <a:off x="5244084" y="35559"/>
            <a:ext cx="238125" cy="237490"/>
          </a:xfrm>
          <a:custGeom>
            <a:avLst/>
            <a:gdLst/>
            <a:ahLst/>
            <a:cxnLst/>
            <a:rect l="l" t="t" r="r" b="b"/>
            <a:pathLst>
              <a:path w="238125" h="237490">
                <a:moveTo>
                  <a:pt x="237744" y="0"/>
                </a:moveTo>
                <a:lnTo>
                  <a:pt x="0" y="0"/>
                </a:lnTo>
                <a:lnTo>
                  <a:pt x="0" y="12700"/>
                </a:lnTo>
                <a:lnTo>
                  <a:pt x="0" y="224790"/>
                </a:lnTo>
                <a:lnTo>
                  <a:pt x="0" y="231140"/>
                </a:lnTo>
                <a:lnTo>
                  <a:pt x="0" y="237490"/>
                </a:lnTo>
                <a:lnTo>
                  <a:pt x="237744" y="237490"/>
                </a:lnTo>
                <a:lnTo>
                  <a:pt x="237744" y="231140"/>
                </a:lnTo>
                <a:lnTo>
                  <a:pt x="237744" y="224790"/>
                </a:lnTo>
                <a:lnTo>
                  <a:pt x="237744" y="12700"/>
                </a:lnTo>
                <a:lnTo>
                  <a:pt x="237744" y="0"/>
                </a:lnTo>
                <a:close/>
              </a:path>
            </a:pathLst>
          </a:custGeom>
          <a:solidFill>
            <a:srgbClr val="FFFFFF">
              <a:alpha val="1960"/>
            </a:srgbClr>
          </a:solidFill>
        </p:spPr>
        <p:txBody>
          <a:bodyPr wrap="square" lIns="0" tIns="0" rIns="0" bIns="0" rtlCol="0"/>
          <a:lstStyle/>
          <a:p>
            <a:endParaRPr/>
          </a:p>
        </p:txBody>
      </p:sp>
      <p:sp>
        <p:nvSpPr>
          <p:cNvPr id="33" name="object 33"/>
          <p:cNvSpPr/>
          <p:nvPr/>
        </p:nvSpPr>
        <p:spPr>
          <a:xfrm>
            <a:off x="7226808" y="251459"/>
            <a:ext cx="79375" cy="79375"/>
          </a:xfrm>
          <a:custGeom>
            <a:avLst/>
            <a:gdLst/>
            <a:ahLst/>
            <a:cxnLst/>
            <a:rect l="l" t="t" r="r" b="b"/>
            <a:pathLst>
              <a:path w="79375" h="79375">
                <a:moveTo>
                  <a:pt x="79248" y="0"/>
                </a:moveTo>
                <a:lnTo>
                  <a:pt x="0" y="0"/>
                </a:lnTo>
                <a:lnTo>
                  <a:pt x="0" y="79248"/>
                </a:lnTo>
                <a:lnTo>
                  <a:pt x="79248" y="79248"/>
                </a:lnTo>
                <a:lnTo>
                  <a:pt x="79248" y="72898"/>
                </a:lnTo>
                <a:lnTo>
                  <a:pt x="79248" y="12700"/>
                </a:lnTo>
                <a:lnTo>
                  <a:pt x="79248" y="0"/>
                </a:lnTo>
                <a:close/>
              </a:path>
            </a:pathLst>
          </a:custGeom>
          <a:solidFill>
            <a:srgbClr val="FFFFFF">
              <a:alpha val="1960"/>
            </a:srgbClr>
          </a:solidFill>
        </p:spPr>
        <p:txBody>
          <a:bodyPr wrap="square" lIns="0" tIns="0" rIns="0" bIns="0" rtlCol="0"/>
          <a:lstStyle/>
          <a:p>
            <a:endParaRPr/>
          </a:p>
        </p:txBody>
      </p:sp>
      <p:sp>
        <p:nvSpPr>
          <p:cNvPr id="34" name="object 34"/>
          <p:cNvSpPr/>
          <p:nvPr/>
        </p:nvSpPr>
        <p:spPr>
          <a:xfrm>
            <a:off x="7571232" y="1460499"/>
            <a:ext cx="151130" cy="148590"/>
          </a:xfrm>
          <a:custGeom>
            <a:avLst/>
            <a:gdLst/>
            <a:ahLst/>
            <a:cxnLst/>
            <a:rect l="l" t="t" r="r" b="b"/>
            <a:pathLst>
              <a:path w="151129" h="148590">
                <a:moveTo>
                  <a:pt x="150876" y="0"/>
                </a:moveTo>
                <a:lnTo>
                  <a:pt x="0" y="0"/>
                </a:lnTo>
                <a:lnTo>
                  <a:pt x="0" y="12700"/>
                </a:lnTo>
                <a:lnTo>
                  <a:pt x="6096" y="12700"/>
                </a:lnTo>
                <a:lnTo>
                  <a:pt x="6096" y="134620"/>
                </a:lnTo>
                <a:lnTo>
                  <a:pt x="0" y="134620"/>
                </a:lnTo>
                <a:lnTo>
                  <a:pt x="0" y="142240"/>
                </a:lnTo>
                <a:lnTo>
                  <a:pt x="0" y="148590"/>
                </a:lnTo>
                <a:lnTo>
                  <a:pt x="150876" y="148590"/>
                </a:lnTo>
                <a:lnTo>
                  <a:pt x="150876" y="142240"/>
                </a:lnTo>
                <a:lnTo>
                  <a:pt x="150876" y="134620"/>
                </a:lnTo>
                <a:lnTo>
                  <a:pt x="150876" y="12700"/>
                </a:lnTo>
                <a:lnTo>
                  <a:pt x="150876" y="0"/>
                </a:lnTo>
                <a:close/>
              </a:path>
            </a:pathLst>
          </a:custGeom>
          <a:solidFill>
            <a:srgbClr val="FFFFFF">
              <a:alpha val="1960"/>
            </a:srgbClr>
          </a:solidFill>
        </p:spPr>
        <p:txBody>
          <a:bodyPr wrap="square" lIns="0" tIns="0" rIns="0" bIns="0" rtlCol="0"/>
          <a:lstStyle/>
          <a:p>
            <a:endParaRPr/>
          </a:p>
        </p:txBody>
      </p:sp>
      <p:sp>
        <p:nvSpPr>
          <p:cNvPr id="35" name="object 35"/>
          <p:cNvSpPr/>
          <p:nvPr/>
        </p:nvSpPr>
        <p:spPr>
          <a:xfrm>
            <a:off x="4946904" y="1603247"/>
            <a:ext cx="68580" cy="67310"/>
          </a:xfrm>
          <a:custGeom>
            <a:avLst/>
            <a:gdLst/>
            <a:ahLst/>
            <a:cxnLst/>
            <a:rect l="l" t="t" r="r" b="b"/>
            <a:pathLst>
              <a:path w="68579" h="67310">
                <a:moveTo>
                  <a:pt x="68580" y="0"/>
                </a:moveTo>
                <a:lnTo>
                  <a:pt x="62230" y="0"/>
                </a:lnTo>
                <a:lnTo>
                  <a:pt x="62230" y="54229"/>
                </a:lnTo>
                <a:lnTo>
                  <a:pt x="62230" y="60706"/>
                </a:lnTo>
                <a:lnTo>
                  <a:pt x="60960" y="60706"/>
                </a:lnTo>
                <a:lnTo>
                  <a:pt x="60960" y="54229"/>
                </a:lnTo>
                <a:lnTo>
                  <a:pt x="62230" y="54229"/>
                </a:lnTo>
                <a:lnTo>
                  <a:pt x="62230" y="0"/>
                </a:lnTo>
                <a:lnTo>
                  <a:pt x="0" y="0"/>
                </a:lnTo>
                <a:lnTo>
                  <a:pt x="0" y="67056"/>
                </a:lnTo>
                <a:lnTo>
                  <a:pt x="68580" y="67056"/>
                </a:lnTo>
                <a:lnTo>
                  <a:pt x="68580" y="60706"/>
                </a:lnTo>
                <a:lnTo>
                  <a:pt x="68580" y="12827"/>
                </a:lnTo>
                <a:lnTo>
                  <a:pt x="68580" y="0"/>
                </a:lnTo>
                <a:close/>
              </a:path>
            </a:pathLst>
          </a:custGeom>
          <a:solidFill>
            <a:srgbClr val="FFFFFF">
              <a:alpha val="1960"/>
            </a:srgbClr>
          </a:solidFill>
        </p:spPr>
        <p:txBody>
          <a:bodyPr wrap="square" lIns="0" tIns="0" rIns="0" bIns="0" rtlCol="0"/>
          <a:lstStyle/>
          <a:p>
            <a:endParaRPr/>
          </a:p>
        </p:txBody>
      </p:sp>
      <p:sp>
        <p:nvSpPr>
          <p:cNvPr id="36" name="object 36"/>
          <p:cNvSpPr/>
          <p:nvPr/>
        </p:nvSpPr>
        <p:spPr>
          <a:xfrm>
            <a:off x="5059680" y="736599"/>
            <a:ext cx="106680" cy="109220"/>
          </a:xfrm>
          <a:custGeom>
            <a:avLst/>
            <a:gdLst/>
            <a:ahLst/>
            <a:cxnLst/>
            <a:rect l="l" t="t" r="r" b="b"/>
            <a:pathLst>
              <a:path w="106679" h="109219">
                <a:moveTo>
                  <a:pt x="106680" y="0"/>
                </a:moveTo>
                <a:lnTo>
                  <a:pt x="100330" y="0"/>
                </a:lnTo>
                <a:lnTo>
                  <a:pt x="100330" y="96520"/>
                </a:lnTo>
                <a:lnTo>
                  <a:pt x="100330" y="102870"/>
                </a:lnTo>
                <a:lnTo>
                  <a:pt x="99060" y="102870"/>
                </a:lnTo>
                <a:lnTo>
                  <a:pt x="99060" y="96520"/>
                </a:lnTo>
                <a:lnTo>
                  <a:pt x="100330" y="96520"/>
                </a:lnTo>
                <a:lnTo>
                  <a:pt x="100330" y="0"/>
                </a:lnTo>
                <a:lnTo>
                  <a:pt x="0" y="0"/>
                </a:lnTo>
                <a:lnTo>
                  <a:pt x="0" y="12700"/>
                </a:lnTo>
                <a:lnTo>
                  <a:pt x="0" y="96520"/>
                </a:lnTo>
                <a:lnTo>
                  <a:pt x="0" y="102870"/>
                </a:lnTo>
                <a:lnTo>
                  <a:pt x="0" y="109220"/>
                </a:lnTo>
                <a:lnTo>
                  <a:pt x="106680" y="109220"/>
                </a:lnTo>
                <a:lnTo>
                  <a:pt x="106680" y="102870"/>
                </a:lnTo>
                <a:lnTo>
                  <a:pt x="106680" y="96520"/>
                </a:lnTo>
                <a:lnTo>
                  <a:pt x="106680" y="12700"/>
                </a:lnTo>
                <a:lnTo>
                  <a:pt x="106680" y="0"/>
                </a:lnTo>
                <a:close/>
              </a:path>
            </a:pathLst>
          </a:custGeom>
          <a:solidFill>
            <a:srgbClr val="FFFFFF">
              <a:alpha val="1960"/>
            </a:srgbClr>
          </a:solidFill>
        </p:spPr>
        <p:txBody>
          <a:bodyPr wrap="square" lIns="0" tIns="0" rIns="0" bIns="0" rtlCol="0"/>
          <a:lstStyle/>
          <a:p>
            <a:endParaRPr/>
          </a:p>
        </p:txBody>
      </p:sp>
      <p:sp>
        <p:nvSpPr>
          <p:cNvPr id="37" name="object 37"/>
          <p:cNvSpPr/>
          <p:nvPr/>
        </p:nvSpPr>
        <p:spPr>
          <a:xfrm>
            <a:off x="3401568" y="1056639"/>
            <a:ext cx="135890" cy="133350"/>
          </a:xfrm>
          <a:custGeom>
            <a:avLst/>
            <a:gdLst/>
            <a:ahLst/>
            <a:cxnLst/>
            <a:rect l="l" t="t" r="r" b="b"/>
            <a:pathLst>
              <a:path w="135889" h="133350">
                <a:moveTo>
                  <a:pt x="135636" y="0"/>
                </a:moveTo>
                <a:lnTo>
                  <a:pt x="0" y="0"/>
                </a:lnTo>
                <a:lnTo>
                  <a:pt x="0" y="12700"/>
                </a:lnTo>
                <a:lnTo>
                  <a:pt x="0" y="120650"/>
                </a:lnTo>
                <a:lnTo>
                  <a:pt x="0" y="127000"/>
                </a:lnTo>
                <a:lnTo>
                  <a:pt x="0" y="133350"/>
                </a:lnTo>
                <a:lnTo>
                  <a:pt x="135636" y="133350"/>
                </a:lnTo>
                <a:lnTo>
                  <a:pt x="135636" y="127000"/>
                </a:lnTo>
                <a:lnTo>
                  <a:pt x="135636" y="120650"/>
                </a:lnTo>
                <a:lnTo>
                  <a:pt x="135636" y="12700"/>
                </a:lnTo>
                <a:lnTo>
                  <a:pt x="135636" y="0"/>
                </a:lnTo>
                <a:close/>
              </a:path>
            </a:pathLst>
          </a:custGeom>
          <a:solidFill>
            <a:srgbClr val="FFFFFF">
              <a:alpha val="1960"/>
            </a:srgbClr>
          </a:solidFill>
        </p:spPr>
        <p:txBody>
          <a:bodyPr wrap="square" lIns="0" tIns="0" rIns="0" bIns="0" rtlCol="0"/>
          <a:lstStyle/>
          <a:p>
            <a:endParaRPr/>
          </a:p>
        </p:txBody>
      </p:sp>
      <p:sp>
        <p:nvSpPr>
          <p:cNvPr id="38" name="object 38"/>
          <p:cNvSpPr/>
          <p:nvPr/>
        </p:nvSpPr>
        <p:spPr>
          <a:xfrm>
            <a:off x="3339084" y="99059"/>
            <a:ext cx="302260" cy="306070"/>
          </a:xfrm>
          <a:custGeom>
            <a:avLst/>
            <a:gdLst/>
            <a:ahLst/>
            <a:cxnLst/>
            <a:rect l="l" t="t" r="r" b="b"/>
            <a:pathLst>
              <a:path w="302260" h="306070">
                <a:moveTo>
                  <a:pt x="301752" y="0"/>
                </a:moveTo>
                <a:lnTo>
                  <a:pt x="295402" y="0"/>
                </a:lnTo>
                <a:lnTo>
                  <a:pt x="295402" y="293370"/>
                </a:lnTo>
                <a:lnTo>
                  <a:pt x="295402" y="299720"/>
                </a:lnTo>
                <a:lnTo>
                  <a:pt x="289052" y="299720"/>
                </a:lnTo>
                <a:lnTo>
                  <a:pt x="289052" y="298704"/>
                </a:lnTo>
                <a:lnTo>
                  <a:pt x="294132" y="298704"/>
                </a:lnTo>
                <a:lnTo>
                  <a:pt x="294132" y="293370"/>
                </a:lnTo>
                <a:lnTo>
                  <a:pt x="295402" y="293370"/>
                </a:lnTo>
                <a:lnTo>
                  <a:pt x="295402" y="0"/>
                </a:lnTo>
                <a:lnTo>
                  <a:pt x="0" y="0"/>
                </a:lnTo>
                <a:lnTo>
                  <a:pt x="0" y="13970"/>
                </a:lnTo>
                <a:lnTo>
                  <a:pt x="0" y="293370"/>
                </a:lnTo>
                <a:lnTo>
                  <a:pt x="0" y="299720"/>
                </a:lnTo>
                <a:lnTo>
                  <a:pt x="0" y="306070"/>
                </a:lnTo>
                <a:lnTo>
                  <a:pt x="301752" y="306070"/>
                </a:lnTo>
                <a:lnTo>
                  <a:pt x="301752" y="299720"/>
                </a:lnTo>
                <a:lnTo>
                  <a:pt x="301752" y="293370"/>
                </a:lnTo>
                <a:lnTo>
                  <a:pt x="301752" y="13970"/>
                </a:lnTo>
                <a:lnTo>
                  <a:pt x="301752" y="0"/>
                </a:lnTo>
                <a:close/>
              </a:path>
            </a:pathLst>
          </a:custGeom>
          <a:solidFill>
            <a:srgbClr val="FFFFFF">
              <a:alpha val="1960"/>
            </a:srgbClr>
          </a:solidFill>
        </p:spPr>
        <p:txBody>
          <a:bodyPr wrap="square" lIns="0" tIns="0" rIns="0" bIns="0" rtlCol="0"/>
          <a:lstStyle/>
          <a:p>
            <a:endParaRPr/>
          </a:p>
        </p:txBody>
      </p:sp>
      <p:sp>
        <p:nvSpPr>
          <p:cNvPr id="39" name="object 39"/>
          <p:cNvSpPr/>
          <p:nvPr/>
        </p:nvSpPr>
        <p:spPr>
          <a:xfrm>
            <a:off x="2141220" y="225551"/>
            <a:ext cx="79375" cy="76200"/>
          </a:xfrm>
          <a:custGeom>
            <a:avLst/>
            <a:gdLst/>
            <a:ahLst/>
            <a:cxnLst/>
            <a:rect l="l" t="t" r="r" b="b"/>
            <a:pathLst>
              <a:path w="79375" h="76200">
                <a:moveTo>
                  <a:pt x="79248" y="0"/>
                </a:moveTo>
                <a:lnTo>
                  <a:pt x="0" y="0"/>
                </a:lnTo>
                <a:lnTo>
                  <a:pt x="0" y="76200"/>
                </a:lnTo>
                <a:lnTo>
                  <a:pt x="79248" y="76200"/>
                </a:lnTo>
                <a:lnTo>
                  <a:pt x="79248" y="69850"/>
                </a:lnTo>
                <a:lnTo>
                  <a:pt x="79248" y="12700"/>
                </a:lnTo>
                <a:lnTo>
                  <a:pt x="79248" y="0"/>
                </a:lnTo>
                <a:close/>
              </a:path>
            </a:pathLst>
          </a:custGeom>
          <a:solidFill>
            <a:srgbClr val="FFFFFF">
              <a:alpha val="1960"/>
            </a:srgbClr>
          </a:solidFill>
        </p:spPr>
        <p:txBody>
          <a:bodyPr wrap="square" lIns="0" tIns="0" rIns="0" bIns="0" rtlCol="0"/>
          <a:lstStyle/>
          <a:p>
            <a:endParaRPr/>
          </a:p>
        </p:txBody>
      </p:sp>
      <p:sp>
        <p:nvSpPr>
          <p:cNvPr id="40" name="object 40"/>
          <p:cNvSpPr/>
          <p:nvPr/>
        </p:nvSpPr>
        <p:spPr>
          <a:xfrm>
            <a:off x="1929384" y="1115059"/>
            <a:ext cx="160020" cy="158750"/>
          </a:xfrm>
          <a:custGeom>
            <a:avLst/>
            <a:gdLst/>
            <a:ahLst/>
            <a:cxnLst/>
            <a:rect l="l" t="t" r="r" b="b"/>
            <a:pathLst>
              <a:path w="160019" h="158750">
                <a:moveTo>
                  <a:pt x="160020" y="0"/>
                </a:moveTo>
                <a:lnTo>
                  <a:pt x="0" y="0"/>
                </a:lnTo>
                <a:lnTo>
                  <a:pt x="0" y="12700"/>
                </a:lnTo>
                <a:lnTo>
                  <a:pt x="0" y="146050"/>
                </a:lnTo>
                <a:lnTo>
                  <a:pt x="0" y="152400"/>
                </a:lnTo>
                <a:lnTo>
                  <a:pt x="0" y="158750"/>
                </a:lnTo>
                <a:lnTo>
                  <a:pt x="160020" y="158750"/>
                </a:lnTo>
                <a:lnTo>
                  <a:pt x="160020" y="152400"/>
                </a:lnTo>
                <a:lnTo>
                  <a:pt x="160020" y="146050"/>
                </a:lnTo>
                <a:lnTo>
                  <a:pt x="160020" y="12700"/>
                </a:lnTo>
                <a:lnTo>
                  <a:pt x="160020" y="0"/>
                </a:lnTo>
                <a:close/>
              </a:path>
            </a:pathLst>
          </a:custGeom>
          <a:solidFill>
            <a:srgbClr val="FFFFFF">
              <a:alpha val="1960"/>
            </a:srgbClr>
          </a:solidFill>
        </p:spPr>
        <p:txBody>
          <a:bodyPr wrap="square" lIns="0" tIns="0" rIns="0" bIns="0" rtlCol="0"/>
          <a:lstStyle/>
          <a:p>
            <a:endParaRPr/>
          </a:p>
        </p:txBody>
      </p:sp>
      <p:sp>
        <p:nvSpPr>
          <p:cNvPr id="41" name="object 41"/>
          <p:cNvSpPr/>
          <p:nvPr/>
        </p:nvSpPr>
        <p:spPr>
          <a:xfrm>
            <a:off x="1278636" y="520699"/>
            <a:ext cx="140335" cy="140970"/>
          </a:xfrm>
          <a:custGeom>
            <a:avLst/>
            <a:gdLst/>
            <a:ahLst/>
            <a:cxnLst/>
            <a:rect l="l" t="t" r="r" b="b"/>
            <a:pathLst>
              <a:path w="140334" h="140970">
                <a:moveTo>
                  <a:pt x="140208" y="0"/>
                </a:moveTo>
                <a:lnTo>
                  <a:pt x="0" y="0"/>
                </a:lnTo>
                <a:lnTo>
                  <a:pt x="0" y="12700"/>
                </a:lnTo>
                <a:lnTo>
                  <a:pt x="0" y="128270"/>
                </a:lnTo>
                <a:lnTo>
                  <a:pt x="0" y="134620"/>
                </a:lnTo>
                <a:lnTo>
                  <a:pt x="0" y="140970"/>
                </a:lnTo>
                <a:lnTo>
                  <a:pt x="140208" y="140970"/>
                </a:lnTo>
                <a:lnTo>
                  <a:pt x="140208" y="134620"/>
                </a:lnTo>
                <a:lnTo>
                  <a:pt x="140208" y="128270"/>
                </a:lnTo>
                <a:lnTo>
                  <a:pt x="140208" y="12700"/>
                </a:lnTo>
                <a:lnTo>
                  <a:pt x="140208" y="0"/>
                </a:lnTo>
                <a:close/>
              </a:path>
            </a:pathLst>
          </a:custGeom>
          <a:solidFill>
            <a:srgbClr val="FFFFFF">
              <a:alpha val="1960"/>
            </a:srgbClr>
          </a:solidFill>
        </p:spPr>
        <p:txBody>
          <a:bodyPr wrap="square" lIns="0" tIns="0" rIns="0" bIns="0" rtlCol="0"/>
          <a:lstStyle/>
          <a:p>
            <a:endParaRPr/>
          </a:p>
        </p:txBody>
      </p:sp>
      <p:sp>
        <p:nvSpPr>
          <p:cNvPr id="42" name="object 42"/>
          <p:cNvSpPr/>
          <p:nvPr/>
        </p:nvSpPr>
        <p:spPr>
          <a:xfrm>
            <a:off x="3724655" y="2193035"/>
            <a:ext cx="78105" cy="79375"/>
          </a:xfrm>
          <a:custGeom>
            <a:avLst/>
            <a:gdLst/>
            <a:ahLst/>
            <a:cxnLst/>
            <a:rect l="l" t="t" r="r" b="b"/>
            <a:pathLst>
              <a:path w="78104" h="79375">
                <a:moveTo>
                  <a:pt x="77724" y="0"/>
                </a:moveTo>
                <a:lnTo>
                  <a:pt x="71374" y="0"/>
                </a:lnTo>
                <a:lnTo>
                  <a:pt x="71374" y="71628"/>
                </a:lnTo>
                <a:lnTo>
                  <a:pt x="71374" y="72898"/>
                </a:lnTo>
                <a:lnTo>
                  <a:pt x="65024" y="72898"/>
                </a:lnTo>
                <a:lnTo>
                  <a:pt x="65024" y="71628"/>
                </a:lnTo>
                <a:lnTo>
                  <a:pt x="71374" y="71628"/>
                </a:lnTo>
                <a:lnTo>
                  <a:pt x="71374" y="0"/>
                </a:lnTo>
                <a:lnTo>
                  <a:pt x="0" y="0"/>
                </a:lnTo>
                <a:lnTo>
                  <a:pt x="0" y="79248"/>
                </a:lnTo>
                <a:lnTo>
                  <a:pt x="77724" y="79248"/>
                </a:lnTo>
                <a:lnTo>
                  <a:pt x="77724" y="72898"/>
                </a:lnTo>
                <a:lnTo>
                  <a:pt x="77724" y="12700"/>
                </a:lnTo>
                <a:lnTo>
                  <a:pt x="77724" y="0"/>
                </a:lnTo>
                <a:close/>
              </a:path>
            </a:pathLst>
          </a:custGeom>
          <a:solidFill>
            <a:srgbClr val="FFFFFF">
              <a:alpha val="1960"/>
            </a:srgbClr>
          </a:solidFill>
        </p:spPr>
        <p:txBody>
          <a:bodyPr wrap="square" lIns="0" tIns="0" rIns="0" bIns="0" rtlCol="0"/>
          <a:lstStyle/>
          <a:p>
            <a:endParaRPr/>
          </a:p>
        </p:txBody>
      </p:sp>
      <p:sp>
        <p:nvSpPr>
          <p:cNvPr id="43" name="object 43"/>
          <p:cNvSpPr/>
          <p:nvPr/>
        </p:nvSpPr>
        <p:spPr>
          <a:xfrm>
            <a:off x="2045208" y="2344419"/>
            <a:ext cx="96520" cy="99060"/>
          </a:xfrm>
          <a:custGeom>
            <a:avLst/>
            <a:gdLst/>
            <a:ahLst/>
            <a:cxnLst/>
            <a:rect l="l" t="t" r="r" b="b"/>
            <a:pathLst>
              <a:path w="96519" h="99060">
                <a:moveTo>
                  <a:pt x="96012" y="0"/>
                </a:moveTo>
                <a:lnTo>
                  <a:pt x="88138" y="0"/>
                </a:lnTo>
                <a:lnTo>
                  <a:pt x="88138" y="92456"/>
                </a:lnTo>
                <a:lnTo>
                  <a:pt x="88138" y="92710"/>
                </a:lnTo>
                <a:lnTo>
                  <a:pt x="81788" y="92710"/>
                </a:lnTo>
                <a:lnTo>
                  <a:pt x="81788" y="92456"/>
                </a:lnTo>
                <a:lnTo>
                  <a:pt x="88138" y="92456"/>
                </a:lnTo>
                <a:lnTo>
                  <a:pt x="88138" y="0"/>
                </a:lnTo>
                <a:lnTo>
                  <a:pt x="0" y="0"/>
                </a:lnTo>
                <a:lnTo>
                  <a:pt x="0" y="12700"/>
                </a:lnTo>
                <a:lnTo>
                  <a:pt x="0" y="86360"/>
                </a:lnTo>
                <a:lnTo>
                  <a:pt x="0" y="92710"/>
                </a:lnTo>
                <a:lnTo>
                  <a:pt x="0" y="99060"/>
                </a:lnTo>
                <a:lnTo>
                  <a:pt x="96012" y="99060"/>
                </a:lnTo>
                <a:lnTo>
                  <a:pt x="96012" y="92710"/>
                </a:lnTo>
                <a:lnTo>
                  <a:pt x="96012" y="86360"/>
                </a:lnTo>
                <a:lnTo>
                  <a:pt x="96012" y="12700"/>
                </a:lnTo>
                <a:lnTo>
                  <a:pt x="96012" y="0"/>
                </a:lnTo>
                <a:close/>
              </a:path>
            </a:pathLst>
          </a:custGeom>
          <a:solidFill>
            <a:srgbClr val="FFFFFF">
              <a:alpha val="1960"/>
            </a:srgbClr>
          </a:solidFill>
        </p:spPr>
        <p:txBody>
          <a:bodyPr wrap="square" lIns="0" tIns="0" rIns="0" bIns="0" rtlCol="0"/>
          <a:lstStyle/>
          <a:p>
            <a:endParaRPr/>
          </a:p>
        </p:txBody>
      </p:sp>
      <p:sp>
        <p:nvSpPr>
          <p:cNvPr id="44" name="object 44"/>
          <p:cNvSpPr/>
          <p:nvPr/>
        </p:nvSpPr>
        <p:spPr>
          <a:xfrm>
            <a:off x="4040124" y="3438144"/>
            <a:ext cx="53340" cy="58419"/>
          </a:xfrm>
          <a:custGeom>
            <a:avLst/>
            <a:gdLst/>
            <a:ahLst/>
            <a:cxnLst/>
            <a:rect l="l" t="t" r="r" b="b"/>
            <a:pathLst>
              <a:path w="53339" h="58420">
                <a:moveTo>
                  <a:pt x="53340" y="0"/>
                </a:moveTo>
                <a:lnTo>
                  <a:pt x="0" y="0"/>
                </a:lnTo>
                <a:lnTo>
                  <a:pt x="0" y="57912"/>
                </a:lnTo>
                <a:lnTo>
                  <a:pt x="53340" y="57912"/>
                </a:lnTo>
                <a:lnTo>
                  <a:pt x="53340" y="51435"/>
                </a:lnTo>
                <a:lnTo>
                  <a:pt x="53340" y="12827"/>
                </a:lnTo>
                <a:lnTo>
                  <a:pt x="53340" y="0"/>
                </a:lnTo>
                <a:close/>
              </a:path>
            </a:pathLst>
          </a:custGeom>
          <a:solidFill>
            <a:srgbClr val="FFFFFF">
              <a:alpha val="1960"/>
            </a:srgbClr>
          </a:solidFill>
        </p:spPr>
        <p:txBody>
          <a:bodyPr wrap="square" lIns="0" tIns="0" rIns="0" bIns="0" rtlCol="0"/>
          <a:lstStyle/>
          <a:p>
            <a:endParaRPr/>
          </a:p>
        </p:txBody>
      </p:sp>
      <p:sp>
        <p:nvSpPr>
          <p:cNvPr id="45" name="object 45"/>
          <p:cNvSpPr/>
          <p:nvPr/>
        </p:nvSpPr>
        <p:spPr>
          <a:xfrm>
            <a:off x="2488692" y="4700270"/>
            <a:ext cx="96520" cy="95250"/>
          </a:xfrm>
          <a:custGeom>
            <a:avLst/>
            <a:gdLst/>
            <a:ahLst/>
            <a:cxnLst/>
            <a:rect l="l" t="t" r="r" b="b"/>
            <a:pathLst>
              <a:path w="96519" h="95250">
                <a:moveTo>
                  <a:pt x="96012" y="0"/>
                </a:moveTo>
                <a:lnTo>
                  <a:pt x="0" y="0"/>
                </a:lnTo>
                <a:lnTo>
                  <a:pt x="0" y="12700"/>
                </a:lnTo>
                <a:lnTo>
                  <a:pt x="0" y="82550"/>
                </a:lnTo>
                <a:lnTo>
                  <a:pt x="0" y="88900"/>
                </a:lnTo>
                <a:lnTo>
                  <a:pt x="0" y="95250"/>
                </a:lnTo>
                <a:lnTo>
                  <a:pt x="96012" y="95250"/>
                </a:lnTo>
                <a:lnTo>
                  <a:pt x="96012" y="88900"/>
                </a:lnTo>
                <a:lnTo>
                  <a:pt x="96012" y="82550"/>
                </a:lnTo>
                <a:lnTo>
                  <a:pt x="96012" y="12700"/>
                </a:lnTo>
                <a:lnTo>
                  <a:pt x="96012" y="0"/>
                </a:lnTo>
                <a:close/>
              </a:path>
            </a:pathLst>
          </a:custGeom>
          <a:solidFill>
            <a:srgbClr val="FFFFFF">
              <a:alpha val="1960"/>
            </a:srgbClr>
          </a:solidFill>
        </p:spPr>
        <p:txBody>
          <a:bodyPr wrap="square" lIns="0" tIns="0" rIns="0" bIns="0" rtlCol="0"/>
          <a:lstStyle/>
          <a:p>
            <a:endParaRPr/>
          </a:p>
        </p:txBody>
      </p:sp>
      <p:sp>
        <p:nvSpPr>
          <p:cNvPr id="46" name="object 46"/>
          <p:cNvSpPr/>
          <p:nvPr/>
        </p:nvSpPr>
        <p:spPr>
          <a:xfrm>
            <a:off x="6772656" y="5437632"/>
            <a:ext cx="56515" cy="55244"/>
          </a:xfrm>
          <a:custGeom>
            <a:avLst/>
            <a:gdLst/>
            <a:ahLst/>
            <a:cxnLst/>
            <a:rect l="l" t="t" r="r" b="b"/>
            <a:pathLst>
              <a:path w="56515" h="55245">
                <a:moveTo>
                  <a:pt x="56388" y="0"/>
                </a:moveTo>
                <a:lnTo>
                  <a:pt x="0" y="0"/>
                </a:lnTo>
                <a:lnTo>
                  <a:pt x="0" y="54864"/>
                </a:lnTo>
                <a:lnTo>
                  <a:pt x="56388" y="54864"/>
                </a:lnTo>
                <a:lnTo>
                  <a:pt x="56388" y="46990"/>
                </a:lnTo>
                <a:lnTo>
                  <a:pt x="56388" y="12573"/>
                </a:lnTo>
                <a:lnTo>
                  <a:pt x="56388" y="0"/>
                </a:lnTo>
                <a:close/>
              </a:path>
            </a:pathLst>
          </a:custGeom>
          <a:solidFill>
            <a:srgbClr val="FFFFFF">
              <a:alpha val="1960"/>
            </a:srgbClr>
          </a:solidFill>
        </p:spPr>
        <p:txBody>
          <a:bodyPr wrap="square" lIns="0" tIns="0" rIns="0" bIns="0" rtlCol="0"/>
          <a:lstStyle/>
          <a:p>
            <a:endParaRPr/>
          </a:p>
        </p:txBody>
      </p:sp>
      <p:sp>
        <p:nvSpPr>
          <p:cNvPr id="47" name="object 47"/>
          <p:cNvSpPr/>
          <p:nvPr/>
        </p:nvSpPr>
        <p:spPr>
          <a:xfrm>
            <a:off x="4645152" y="5900927"/>
            <a:ext cx="35560" cy="35560"/>
          </a:xfrm>
          <a:custGeom>
            <a:avLst/>
            <a:gdLst/>
            <a:ahLst/>
            <a:cxnLst/>
            <a:rect l="l" t="t" r="r" b="b"/>
            <a:pathLst>
              <a:path w="35560" h="35560">
                <a:moveTo>
                  <a:pt x="35052" y="0"/>
                </a:moveTo>
                <a:lnTo>
                  <a:pt x="0" y="0"/>
                </a:lnTo>
                <a:lnTo>
                  <a:pt x="0" y="35052"/>
                </a:lnTo>
                <a:lnTo>
                  <a:pt x="35052" y="35052"/>
                </a:lnTo>
                <a:lnTo>
                  <a:pt x="35052" y="28676"/>
                </a:lnTo>
                <a:lnTo>
                  <a:pt x="35052" y="12750"/>
                </a:lnTo>
                <a:lnTo>
                  <a:pt x="35052" y="0"/>
                </a:lnTo>
                <a:close/>
              </a:path>
            </a:pathLst>
          </a:custGeom>
          <a:solidFill>
            <a:srgbClr val="FFFFFF">
              <a:alpha val="1960"/>
            </a:srgbClr>
          </a:solidFill>
        </p:spPr>
        <p:txBody>
          <a:bodyPr wrap="square" lIns="0" tIns="0" rIns="0" bIns="0" rtlCol="0"/>
          <a:lstStyle/>
          <a:p>
            <a:endParaRPr/>
          </a:p>
        </p:txBody>
      </p:sp>
      <p:sp>
        <p:nvSpPr>
          <p:cNvPr id="48" name="object 48"/>
          <p:cNvSpPr/>
          <p:nvPr/>
        </p:nvSpPr>
        <p:spPr>
          <a:xfrm>
            <a:off x="6763511" y="3977639"/>
            <a:ext cx="27940" cy="27940"/>
          </a:xfrm>
          <a:custGeom>
            <a:avLst/>
            <a:gdLst/>
            <a:ahLst/>
            <a:cxnLst/>
            <a:rect l="l" t="t" r="r" b="b"/>
            <a:pathLst>
              <a:path w="27940" h="27939">
                <a:moveTo>
                  <a:pt x="27432" y="0"/>
                </a:moveTo>
                <a:lnTo>
                  <a:pt x="0" y="0"/>
                </a:lnTo>
                <a:lnTo>
                  <a:pt x="0" y="27432"/>
                </a:lnTo>
                <a:lnTo>
                  <a:pt x="27432" y="27432"/>
                </a:lnTo>
                <a:lnTo>
                  <a:pt x="27432" y="19304"/>
                </a:lnTo>
                <a:lnTo>
                  <a:pt x="27432" y="12954"/>
                </a:lnTo>
                <a:lnTo>
                  <a:pt x="27432" y="0"/>
                </a:lnTo>
                <a:close/>
              </a:path>
            </a:pathLst>
          </a:custGeom>
          <a:solidFill>
            <a:srgbClr val="FFFFFF">
              <a:alpha val="1960"/>
            </a:srgbClr>
          </a:solidFill>
        </p:spPr>
        <p:txBody>
          <a:bodyPr wrap="square" lIns="0" tIns="0" rIns="0" bIns="0" rtlCol="0"/>
          <a:lstStyle/>
          <a:p>
            <a:endParaRPr/>
          </a:p>
        </p:txBody>
      </p:sp>
      <p:sp>
        <p:nvSpPr>
          <p:cNvPr id="49" name="object 49"/>
          <p:cNvSpPr/>
          <p:nvPr/>
        </p:nvSpPr>
        <p:spPr>
          <a:xfrm>
            <a:off x="9948672" y="3618229"/>
            <a:ext cx="113030" cy="115570"/>
          </a:xfrm>
          <a:custGeom>
            <a:avLst/>
            <a:gdLst/>
            <a:ahLst/>
            <a:cxnLst/>
            <a:rect l="l" t="t" r="r" b="b"/>
            <a:pathLst>
              <a:path w="113029" h="115570">
                <a:moveTo>
                  <a:pt x="112776" y="0"/>
                </a:moveTo>
                <a:lnTo>
                  <a:pt x="0" y="0"/>
                </a:lnTo>
                <a:lnTo>
                  <a:pt x="0" y="12700"/>
                </a:lnTo>
                <a:lnTo>
                  <a:pt x="0" y="102870"/>
                </a:lnTo>
                <a:lnTo>
                  <a:pt x="0" y="109220"/>
                </a:lnTo>
                <a:lnTo>
                  <a:pt x="0" y="115570"/>
                </a:lnTo>
                <a:lnTo>
                  <a:pt x="112776" y="115570"/>
                </a:lnTo>
                <a:lnTo>
                  <a:pt x="112776" y="109220"/>
                </a:lnTo>
                <a:lnTo>
                  <a:pt x="112776" y="102870"/>
                </a:lnTo>
                <a:lnTo>
                  <a:pt x="112776" y="12700"/>
                </a:lnTo>
                <a:lnTo>
                  <a:pt x="112776" y="0"/>
                </a:lnTo>
                <a:close/>
              </a:path>
            </a:pathLst>
          </a:custGeom>
          <a:solidFill>
            <a:srgbClr val="FFFFFF">
              <a:alpha val="1960"/>
            </a:srgbClr>
          </a:solidFill>
        </p:spPr>
        <p:txBody>
          <a:bodyPr wrap="square" lIns="0" tIns="0" rIns="0" bIns="0" rtlCol="0"/>
          <a:lstStyle/>
          <a:p>
            <a:endParaRPr/>
          </a:p>
        </p:txBody>
      </p:sp>
      <p:sp>
        <p:nvSpPr>
          <p:cNvPr id="50" name="object 50"/>
          <p:cNvSpPr/>
          <p:nvPr/>
        </p:nvSpPr>
        <p:spPr>
          <a:xfrm>
            <a:off x="9745980" y="5151120"/>
            <a:ext cx="205740" cy="208279"/>
          </a:xfrm>
          <a:custGeom>
            <a:avLst/>
            <a:gdLst/>
            <a:ahLst/>
            <a:cxnLst/>
            <a:rect l="l" t="t" r="r" b="b"/>
            <a:pathLst>
              <a:path w="205740" h="208279">
                <a:moveTo>
                  <a:pt x="205740" y="0"/>
                </a:moveTo>
                <a:lnTo>
                  <a:pt x="0" y="0"/>
                </a:lnTo>
                <a:lnTo>
                  <a:pt x="0" y="12700"/>
                </a:lnTo>
                <a:lnTo>
                  <a:pt x="0" y="195580"/>
                </a:lnTo>
                <a:lnTo>
                  <a:pt x="0" y="201930"/>
                </a:lnTo>
                <a:lnTo>
                  <a:pt x="0" y="208280"/>
                </a:lnTo>
                <a:lnTo>
                  <a:pt x="205740" y="208280"/>
                </a:lnTo>
                <a:lnTo>
                  <a:pt x="205740" y="201930"/>
                </a:lnTo>
                <a:lnTo>
                  <a:pt x="205740" y="195580"/>
                </a:lnTo>
                <a:lnTo>
                  <a:pt x="205740" y="12700"/>
                </a:lnTo>
                <a:lnTo>
                  <a:pt x="205740" y="0"/>
                </a:lnTo>
                <a:close/>
              </a:path>
            </a:pathLst>
          </a:custGeom>
          <a:solidFill>
            <a:srgbClr val="FFFFFF">
              <a:alpha val="1960"/>
            </a:srgbClr>
          </a:solidFill>
        </p:spPr>
        <p:txBody>
          <a:bodyPr wrap="square" lIns="0" tIns="0" rIns="0" bIns="0" rtlCol="0"/>
          <a:lstStyle/>
          <a:p>
            <a:endParaRPr/>
          </a:p>
        </p:txBody>
      </p:sp>
      <p:sp>
        <p:nvSpPr>
          <p:cNvPr id="51" name="object 51"/>
          <p:cNvSpPr/>
          <p:nvPr/>
        </p:nvSpPr>
        <p:spPr>
          <a:xfrm>
            <a:off x="10732008" y="4587239"/>
            <a:ext cx="79375" cy="81280"/>
          </a:xfrm>
          <a:custGeom>
            <a:avLst/>
            <a:gdLst/>
            <a:ahLst/>
            <a:cxnLst/>
            <a:rect l="l" t="t" r="r" b="b"/>
            <a:pathLst>
              <a:path w="79375" h="81279">
                <a:moveTo>
                  <a:pt x="79248" y="0"/>
                </a:moveTo>
                <a:lnTo>
                  <a:pt x="72898" y="0"/>
                </a:lnTo>
                <a:lnTo>
                  <a:pt x="72898" y="73152"/>
                </a:lnTo>
                <a:lnTo>
                  <a:pt x="72898" y="74295"/>
                </a:lnTo>
                <a:lnTo>
                  <a:pt x="66548" y="74295"/>
                </a:lnTo>
                <a:lnTo>
                  <a:pt x="66548" y="73152"/>
                </a:lnTo>
                <a:lnTo>
                  <a:pt x="72898" y="73152"/>
                </a:lnTo>
                <a:lnTo>
                  <a:pt x="72898" y="0"/>
                </a:lnTo>
                <a:lnTo>
                  <a:pt x="0" y="0"/>
                </a:lnTo>
                <a:lnTo>
                  <a:pt x="0" y="80772"/>
                </a:lnTo>
                <a:lnTo>
                  <a:pt x="79248" y="80772"/>
                </a:lnTo>
                <a:lnTo>
                  <a:pt x="79248" y="74295"/>
                </a:lnTo>
                <a:lnTo>
                  <a:pt x="79248" y="12954"/>
                </a:lnTo>
                <a:lnTo>
                  <a:pt x="79248" y="0"/>
                </a:lnTo>
                <a:close/>
              </a:path>
            </a:pathLst>
          </a:custGeom>
          <a:solidFill>
            <a:srgbClr val="FFFFFF">
              <a:alpha val="1960"/>
            </a:srgbClr>
          </a:solidFill>
        </p:spPr>
        <p:txBody>
          <a:bodyPr wrap="square" lIns="0" tIns="0" rIns="0" bIns="0" rtlCol="0"/>
          <a:lstStyle/>
          <a:p>
            <a:endParaRPr/>
          </a:p>
        </p:txBody>
      </p:sp>
      <p:sp>
        <p:nvSpPr>
          <p:cNvPr id="52" name="object 52"/>
          <p:cNvSpPr/>
          <p:nvPr/>
        </p:nvSpPr>
        <p:spPr>
          <a:xfrm>
            <a:off x="8500872" y="2851149"/>
            <a:ext cx="147955" cy="149860"/>
          </a:xfrm>
          <a:custGeom>
            <a:avLst/>
            <a:gdLst/>
            <a:ahLst/>
            <a:cxnLst/>
            <a:rect l="l" t="t" r="r" b="b"/>
            <a:pathLst>
              <a:path w="147954" h="149860">
                <a:moveTo>
                  <a:pt x="147828" y="0"/>
                </a:moveTo>
                <a:lnTo>
                  <a:pt x="0" y="0"/>
                </a:lnTo>
                <a:lnTo>
                  <a:pt x="0" y="15240"/>
                </a:lnTo>
                <a:lnTo>
                  <a:pt x="0" y="137160"/>
                </a:lnTo>
                <a:lnTo>
                  <a:pt x="0" y="143510"/>
                </a:lnTo>
                <a:lnTo>
                  <a:pt x="0" y="149860"/>
                </a:lnTo>
                <a:lnTo>
                  <a:pt x="147828" y="149860"/>
                </a:lnTo>
                <a:lnTo>
                  <a:pt x="147828" y="143510"/>
                </a:lnTo>
                <a:lnTo>
                  <a:pt x="147828" y="137160"/>
                </a:lnTo>
                <a:lnTo>
                  <a:pt x="147828" y="15240"/>
                </a:lnTo>
                <a:lnTo>
                  <a:pt x="147828" y="0"/>
                </a:lnTo>
                <a:close/>
              </a:path>
            </a:pathLst>
          </a:custGeom>
          <a:solidFill>
            <a:srgbClr val="FFFFFF">
              <a:alpha val="1960"/>
            </a:srgbClr>
          </a:solidFill>
        </p:spPr>
        <p:txBody>
          <a:bodyPr wrap="square" lIns="0" tIns="0" rIns="0" bIns="0" rtlCol="0"/>
          <a:lstStyle/>
          <a:p>
            <a:endParaRPr/>
          </a:p>
        </p:txBody>
      </p:sp>
      <p:sp>
        <p:nvSpPr>
          <p:cNvPr id="53" name="object 53"/>
          <p:cNvSpPr/>
          <p:nvPr/>
        </p:nvSpPr>
        <p:spPr>
          <a:xfrm>
            <a:off x="9310116" y="121919"/>
            <a:ext cx="222885" cy="222250"/>
          </a:xfrm>
          <a:custGeom>
            <a:avLst/>
            <a:gdLst/>
            <a:ahLst/>
            <a:cxnLst/>
            <a:rect l="l" t="t" r="r" b="b"/>
            <a:pathLst>
              <a:path w="222884" h="222250">
                <a:moveTo>
                  <a:pt x="222504" y="0"/>
                </a:moveTo>
                <a:lnTo>
                  <a:pt x="0" y="0"/>
                </a:lnTo>
                <a:lnTo>
                  <a:pt x="0" y="12700"/>
                </a:lnTo>
                <a:lnTo>
                  <a:pt x="0" y="208280"/>
                </a:lnTo>
                <a:lnTo>
                  <a:pt x="0" y="214630"/>
                </a:lnTo>
                <a:lnTo>
                  <a:pt x="0" y="222250"/>
                </a:lnTo>
                <a:lnTo>
                  <a:pt x="222504" y="222250"/>
                </a:lnTo>
                <a:lnTo>
                  <a:pt x="222504" y="214630"/>
                </a:lnTo>
                <a:lnTo>
                  <a:pt x="222504" y="208280"/>
                </a:lnTo>
                <a:lnTo>
                  <a:pt x="222504" y="12700"/>
                </a:lnTo>
                <a:lnTo>
                  <a:pt x="222504" y="0"/>
                </a:lnTo>
                <a:close/>
              </a:path>
            </a:pathLst>
          </a:custGeom>
          <a:solidFill>
            <a:srgbClr val="FFFFFF">
              <a:alpha val="1960"/>
            </a:srgbClr>
          </a:solidFill>
        </p:spPr>
        <p:txBody>
          <a:bodyPr wrap="square" lIns="0" tIns="0" rIns="0" bIns="0" rtlCol="0"/>
          <a:lstStyle/>
          <a:p>
            <a:endParaRPr/>
          </a:p>
        </p:txBody>
      </p:sp>
      <p:sp>
        <p:nvSpPr>
          <p:cNvPr id="54" name="object 54"/>
          <p:cNvSpPr/>
          <p:nvPr/>
        </p:nvSpPr>
        <p:spPr>
          <a:xfrm>
            <a:off x="10616184" y="657859"/>
            <a:ext cx="104139" cy="106680"/>
          </a:xfrm>
          <a:custGeom>
            <a:avLst/>
            <a:gdLst/>
            <a:ahLst/>
            <a:cxnLst/>
            <a:rect l="l" t="t" r="r" b="b"/>
            <a:pathLst>
              <a:path w="104140" h="106679">
                <a:moveTo>
                  <a:pt x="103632" y="0"/>
                </a:moveTo>
                <a:lnTo>
                  <a:pt x="0" y="0"/>
                </a:lnTo>
                <a:lnTo>
                  <a:pt x="0" y="12700"/>
                </a:lnTo>
                <a:lnTo>
                  <a:pt x="0" y="93980"/>
                </a:lnTo>
                <a:lnTo>
                  <a:pt x="0" y="100330"/>
                </a:lnTo>
                <a:lnTo>
                  <a:pt x="0" y="106680"/>
                </a:lnTo>
                <a:lnTo>
                  <a:pt x="103632" y="106680"/>
                </a:lnTo>
                <a:lnTo>
                  <a:pt x="103632" y="100330"/>
                </a:lnTo>
                <a:lnTo>
                  <a:pt x="103632" y="93980"/>
                </a:lnTo>
                <a:lnTo>
                  <a:pt x="103632" y="12700"/>
                </a:lnTo>
                <a:lnTo>
                  <a:pt x="103632" y="0"/>
                </a:lnTo>
                <a:close/>
              </a:path>
            </a:pathLst>
          </a:custGeom>
          <a:solidFill>
            <a:srgbClr val="FFFFFF">
              <a:alpha val="1960"/>
            </a:srgbClr>
          </a:solidFill>
        </p:spPr>
        <p:txBody>
          <a:bodyPr wrap="square" lIns="0" tIns="0" rIns="0" bIns="0" rtlCol="0"/>
          <a:lstStyle/>
          <a:p>
            <a:endParaRPr/>
          </a:p>
        </p:txBody>
      </p:sp>
      <p:sp>
        <p:nvSpPr>
          <p:cNvPr id="55" name="object 55"/>
          <p:cNvSpPr/>
          <p:nvPr/>
        </p:nvSpPr>
        <p:spPr>
          <a:xfrm>
            <a:off x="10579608" y="8889"/>
            <a:ext cx="218440" cy="219710"/>
          </a:xfrm>
          <a:custGeom>
            <a:avLst/>
            <a:gdLst/>
            <a:ahLst/>
            <a:cxnLst/>
            <a:rect l="l" t="t" r="r" b="b"/>
            <a:pathLst>
              <a:path w="218440" h="219710">
                <a:moveTo>
                  <a:pt x="217932" y="0"/>
                </a:moveTo>
                <a:lnTo>
                  <a:pt x="0" y="0"/>
                </a:lnTo>
                <a:lnTo>
                  <a:pt x="0" y="12700"/>
                </a:lnTo>
                <a:lnTo>
                  <a:pt x="0" y="205740"/>
                </a:lnTo>
                <a:lnTo>
                  <a:pt x="0" y="212090"/>
                </a:lnTo>
                <a:lnTo>
                  <a:pt x="0" y="219710"/>
                </a:lnTo>
                <a:lnTo>
                  <a:pt x="217932" y="219710"/>
                </a:lnTo>
                <a:lnTo>
                  <a:pt x="217932" y="212090"/>
                </a:lnTo>
                <a:lnTo>
                  <a:pt x="217932" y="205740"/>
                </a:lnTo>
                <a:lnTo>
                  <a:pt x="217932" y="12700"/>
                </a:lnTo>
                <a:lnTo>
                  <a:pt x="217932" y="0"/>
                </a:lnTo>
                <a:close/>
              </a:path>
            </a:pathLst>
          </a:custGeom>
          <a:solidFill>
            <a:srgbClr val="FFFFFF">
              <a:alpha val="1960"/>
            </a:srgbClr>
          </a:solidFill>
        </p:spPr>
        <p:txBody>
          <a:bodyPr wrap="square" lIns="0" tIns="0" rIns="0" bIns="0" rtlCol="0"/>
          <a:lstStyle/>
          <a:p>
            <a:endParaRPr/>
          </a:p>
        </p:txBody>
      </p:sp>
      <p:sp>
        <p:nvSpPr>
          <p:cNvPr id="56" name="object 56"/>
          <p:cNvSpPr/>
          <p:nvPr/>
        </p:nvSpPr>
        <p:spPr>
          <a:xfrm>
            <a:off x="9105900" y="1445259"/>
            <a:ext cx="119380" cy="121920"/>
          </a:xfrm>
          <a:custGeom>
            <a:avLst/>
            <a:gdLst/>
            <a:ahLst/>
            <a:cxnLst/>
            <a:rect l="l" t="t" r="r" b="b"/>
            <a:pathLst>
              <a:path w="119379" h="121919">
                <a:moveTo>
                  <a:pt x="118872" y="0"/>
                </a:moveTo>
                <a:lnTo>
                  <a:pt x="112522" y="0"/>
                </a:lnTo>
                <a:lnTo>
                  <a:pt x="112522" y="115316"/>
                </a:lnTo>
                <a:lnTo>
                  <a:pt x="112522" y="115570"/>
                </a:lnTo>
                <a:lnTo>
                  <a:pt x="106172" y="115570"/>
                </a:lnTo>
                <a:lnTo>
                  <a:pt x="106172" y="115316"/>
                </a:lnTo>
                <a:lnTo>
                  <a:pt x="112522" y="115316"/>
                </a:lnTo>
                <a:lnTo>
                  <a:pt x="112522" y="0"/>
                </a:lnTo>
                <a:lnTo>
                  <a:pt x="0" y="0"/>
                </a:lnTo>
                <a:lnTo>
                  <a:pt x="0" y="12700"/>
                </a:lnTo>
                <a:lnTo>
                  <a:pt x="0" y="109220"/>
                </a:lnTo>
                <a:lnTo>
                  <a:pt x="0" y="115570"/>
                </a:lnTo>
                <a:lnTo>
                  <a:pt x="0" y="121920"/>
                </a:lnTo>
                <a:lnTo>
                  <a:pt x="118872" y="121920"/>
                </a:lnTo>
                <a:lnTo>
                  <a:pt x="118872" y="115570"/>
                </a:lnTo>
                <a:lnTo>
                  <a:pt x="118872" y="109220"/>
                </a:lnTo>
                <a:lnTo>
                  <a:pt x="118872" y="12700"/>
                </a:lnTo>
                <a:lnTo>
                  <a:pt x="118872" y="0"/>
                </a:lnTo>
                <a:close/>
              </a:path>
            </a:pathLst>
          </a:custGeom>
          <a:solidFill>
            <a:srgbClr val="FFFFFF">
              <a:alpha val="1960"/>
            </a:srgbClr>
          </a:solidFill>
        </p:spPr>
        <p:txBody>
          <a:bodyPr wrap="square" lIns="0" tIns="0" rIns="0" bIns="0" rtlCol="0"/>
          <a:lstStyle/>
          <a:p>
            <a:endParaRPr/>
          </a:p>
        </p:txBody>
      </p:sp>
      <p:sp>
        <p:nvSpPr>
          <p:cNvPr id="57" name="object 57"/>
          <p:cNvSpPr/>
          <p:nvPr/>
        </p:nvSpPr>
        <p:spPr>
          <a:xfrm>
            <a:off x="10738104" y="1391919"/>
            <a:ext cx="169545" cy="168910"/>
          </a:xfrm>
          <a:custGeom>
            <a:avLst/>
            <a:gdLst/>
            <a:ahLst/>
            <a:cxnLst/>
            <a:rect l="l" t="t" r="r" b="b"/>
            <a:pathLst>
              <a:path w="169545" h="168909">
                <a:moveTo>
                  <a:pt x="169164" y="0"/>
                </a:moveTo>
                <a:lnTo>
                  <a:pt x="0" y="0"/>
                </a:lnTo>
                <a:lnTo>
                  <a:pt x="0" y="12700"/>
                </a:lnTo>
                <a:lnTo>
                  <a:pt x="0" y="156210"/>
                </a:lnTo>
                <a:lnTo>
                  <a:pt x="0" y="162560"/>
                </a:lnTo>
                <a:lnTo>
                  <a:pt x="0" y="168910"/>
                </a:lnTo>
                <a:lnTo>
                  <a:pt x="169164" y="168910"/>
                </a:lnTo>
                <a:lnTo>
                  <a:pt x="169164" y="162560"/>
                </a:lnTo>
                <a:lnTo>
                  <a:pt x="169164" y="156210"/>
                </a:lnTo>
                <a:lnTo>
                  <a:pt x="169164" y="12700"/>
                </a:lnTo>
                <a:lnTo>
                  <a:pt x="169164" y="0"/>
                </a:lnTo>
                <a:close/>
              </a:path>
            </a:pathLst>
          </a:custGeom>
          <a:solidFill>
            <a:srgbClr val="FFFFFF">
              <a:alpha val="1960"/>
            </a:srgbClr>
          </a:solidFill>
        </p:spPr>
        <p:txBody>
          <a:bodyPr wrap="square" lIns="0" tIns="0" rIns="0" bIns="0" rtlCol="0"/>
          <a:lstStyle/>
          <a:p>
            <a:endParaRPr/>
          </a:p>
        </p:txBody>
      </p:sp>
      <p:sp>
        <p:nvSpPr>
          <p:cNvPr id="58" name="object 58"/>
          <p:cNvSpPr/>
          <p:nvPr/>
        </p:nvSpPr>
        <p:spPr>
          <a:xfrm>
            <a:off x="7882128" y="736599"/>
            <a:ext cx="113030" cy="115570"/>
          </a:xfrm>
          <a:custGeom>
            <a:avLst/>
            <a:gdLst/>
            <a:ahLst/>
            <a:cxnLst/>
            <a:rect l="l" t="t" r="r" b="b"/>
            <a:pathLst>
              <a:path w="113029" h="115569">
                <a:moveTo>
                  <a:pt x="112776" y="0"/>
                </a:moveTo>
                <a:lnTo>
                  <a:pt x="0" y="0"/>
                </a:lnTo>
                <a:lnTo>
                  <a:pt x="0" y="12700"/>
                </a:lnTo>
                <a:lnTo>
                  <a:pt x="0" y="102870"/>
                </a:lnTo>
                <a:lnTo>
                  <a:pt x="0" y="109220"/>
                </a:lnTo>
                <a:lnTo>
                  <a:pt x="0" y="115570"/>
                </a:lnTo>
                <a:lnTo>
                  <a:pt x="112776" y="115570"/>
                </a:lnTo>
                <a:lnTo>
                  <a:pt x="112776" y="109220"/>
                </a:lnTo>
                <a:lnTo>
                  <a:pt x="112776" y="102870"/>
                </a:lnTo>
                <a:lnTo>
                  <a:pt x="112776" y="12700"/>
                </a:lnTo>
                <a:lnTo>
                  <a:pt x="112776" y="0"/>
                </a:lnTo>
                <a:close/>
              </a:path>
            </a:pathLst>
          </a:custGeom>
          <a:solidFill>
            <a:srgbClr val="FFFFFF">
              <a:alpha val="1960"/>
            </a:srgbClr>
          </a:solidFill>
        </p:spPr>
        <p:txBody>
          <a:bodyPr wrap="square" lIns="0" tIns="0" rIns="0" bIns="0" rtlCol="0"/>
          <a:lstStyle/>
          <a:p>
            <a:endParaRPr/>
          </a:p>
        </p:txBody>
      </p:sp>
      <p:sp>
        <p:nvSpPr>
          <p:cNvPr id="59" name="object 59"/>
          <p:cNvSpPr/>
          <p:nvPr/>
        </p:nvSpPr>
        <p:spPr>
          <a:xfrm>
            <a:off x="7789164" y="0"/>
            <a:ext cx="200025" cy="198120"/>
          </a:xfrm>
          <a:custGeom>
            <a:avLst/>
            <a:gdLst/>
            <a:ahLst/>
            <a:cxnLst/>
            <a:rect l="l" t="t" r="r" b="b"/>
            <a:pathLst>
              <a:path w="200025" h="198120">
                <a:moveTo>
                  <a:pt x="199644" y="0"/>
                </a:moveTo>
                <a:lnTo>
                  <a:pt x="0" y="0"/>
                </a:lnTo>
                <a:lnTo>
                  <a:pt x="0" y="12700"/>
                </a:lnTo>
                <a:lnTo>
                  <a:pt x="0" y="185420"/>
                </a:lnTo>
                <a:lnTo>
                  <a:pt x="0" y="191770"/>
                </a:lnTo>
                <a:lnTo>
                  <a:pt x="0" y="198120"/>
                </a:lnTo>
                <a:lnTo>
                  <a:pt x="199644" y="198120"/>
                </a:lnTo>
                <a:lnTo>
                  <a:pt x="199644" y="191770"/>
                </a:lnTo>
                <a:lnTo>
                  <a:pt x="199644" y="185420"/>
                </a:lnTo>
                <a:lnTo>
                  <a:pt x="199644" y="12700"/>
                </a:lnTo>
                <a:lnTo>
                  <a:pt x="199644" y="0"/>
                </a:lnTo>
                <a:close/>
              </a:path>
            </a:pathLst>
          </a:custGeom>
          <a:solidFill>
            <a:srgbClr val="FFFFFF">
              <a:alpha val="1960"/>
            </a:srgbClr>
          </a:solidFill>
        </p:spPr>
        <p:txBody>
          <a:bodyPr wrap="square" lIns="0" tIns="0" rIns="0" bIns="0" rtlCol="0"/>
          <a:lstStyle/>
          <a:p>
            <a:endParaRPr/>
          </a:p>
        </p:txBody>
      </p:sp>
      <p:sp>
        <p:nvSpPr>
          <p:cNvPr id="60" name="object 60"/>
          <p:cNvSpPr/>
          <p:nvPr/>
        </p:nvSpPr>
        <p:spPr>
          <a:xfrm>
            <a:off x="5462016" y="1432559"/>
            <a:ext cx="151130" cy="146050"/>
          </a:xfrm>
          <a:custGeom>
            <a:avLst/>
            <a:gdLst/>
            <a:ahLst/>
            <a:cxnLst/>
            <a:rect l="l" t="t" r="r" b="b"/>
            <a:pathLst>
              <a:path w="151129" h="146050">
                <a:moveTo>
                  <a:pt x="150876" y="0"/>
                </a:moveTo>
                <a:lnTo>
                  <a:pt x="0" y="0"/>
                </a:lnTo>
                <a:lnTo>
                  <a:pt x="0" y="12700"/>
                </a:lnTo>
                <a:lnTo>
                  <a:pt x="0" y="133350"/>
                </a:lnTo>
                <a:lnTo>
                  <a:pt x="0" y="139700"/>
                </a:lnTo>
                <a:lnTo>
                  <a:pt x="0" y="146050"/>
                </a:lnTo>
                <a:lnTo>
                  <a:pt x="150876" y="146050"/>
                </a:lnTo>
                <a:lnTo>
                  <a:pt x="150876" y="139700"/>
                </a:lnTo>
                <a:lnTo>
                  <a:pt x="150876" y="133350"/>
                </a:lnTo>
                <a:lnTo>
                  <a:pt x="150876" y="12700"/>
                </a:lnTo>
                <a:lnTo>
                  <a:pt x="150876" y="0"/>
                </a:lnTo>
                <a:close/>
              </a:path>
            </a:pathLst>
          </a:custGeom>
          <a:solidFill>
            <a:srgbClr val="FFFFFF">
              <a:alpha val="1960"/>
            </a:srgbClr>
          </a:solidFill>
        </p:spPr>
        <p:txBody>
          <a:bodyPr wrap="square" lIns="0" tIns="0" rIns="0" bIns="0" rtlCol="0"/>
          <a:lstStyle/>
          <a:p>
            <a:endParaRPr/>
          </a:p>
        </p:txBody>
      </p:sp>
      <p:sp>
        <p:nvSpPr>
          <p:cNvPr id="61" name="object 61"/>
          <p:cNvSpPr/>
          <p:nvPr/>
        </p:nvSpPr>
        <p:spPr>
          <a:xfrm>
            <a:off x="4442460" y="851915"/>
            <a:ext cx="83820" cy="85725"/>
          </a:xfrm>
          <a:custGeom>
            <a:avLst/>
            <a:gdLst/>
            <a:ahLst/>
            <a:cxnLst/>
            <a:rect l="l" t="t" r="r" b="b"/>
            <a:pathLst>
              <a:path w="83820" h="85725">
                <a:moveTo>
                  <a:pt x="83820" y="0"/>
                </a:moveTo>
                <a:lnTo>
                  <a:pt x="77470" y="0"/>
                </a:lnTo>
                <a:lnTo>
                  <a:pt x="77470" y="77724"/>
                </a:lnTo>
                <a:lnTo>
                  <a:pt x="77470" y="78867"/>
                </a:lnTo>
                <a:lnTo>
                  <a:pt x="71120" y="78867"/>
                </a:lnTo>
                <a:lnTo>
                  <a:pt x="71120" y="77724"/>
                </a:lnTo>
                <a:lnTo>
                  <a:pt x="77470" y="77724"/>
                </a:lnTo>
                <a:lnTo>
                  <a:pt x="77470" y="0"/>
                </a:lnTo>
                <a:lnTo>
                  <a:pt x="0" y="0"/>
                </a:lnTo>
                <a:lnTo>
                  <a:pt x="0" y="85344"/>
                </a:lnTo>
                <a:lnTo>
                  <a:pt x="83820" y="85344"/>
                </a:lnTo>
                <a:lnTo>
                  <a:pt x="83820" y="78867"/>
                </a:lnTo>
                <a:lnTo>
                  <a:pt x="83820" y="12827"/>
                </a:lnTo>
                <a:lnTo>
                  <a:pt x="83820" y="0"/>
                </a:lnTo>
                <a:close/>
              </a:path>
            </a:pathLst>
          </a:custGeom>
          <a:solidFill>
            <a:srgbClr val="FFFFFF">
              <a:alpha val="1960"/>
            </a:srgbClr>
          </a:solidFill>
        </p:spPr>
        <p:txBody>
          <a:bodyPr wrap="square" lIns="0" tIns="0" rIns="0" bIns="0" rtlCol="0"/>
          <a:lstStyle/>
          <a:p>
            <a:endParaRPr/>
          </a:p>
        </p:txBody>
      </p:sp>
      <p:sp>
        <p:nvSpPr>
          <p:cNvPr id="62" name="object 62"/>
          <p:cNvSpPr/>
          <p:nvPr/>
        </p:nvSpPr>
        <p:spPr>
          <a:xfrm>
            <a:off x="3710940" y="1696211"/>
            <a:ext cx="48895" cy="48895"/>
          </a:xfrm>
          <a:custGeom>
            <a:avLst/>
            <a:gdLst/>
            <a:ahLst/>
            <a:cxnLst/>
            <a:rect l="l" t="t" r="r" b="b"/>
            <a:pathLst>
              <a:path w="48895" h="48894">
                <a:moveTo>
                  <a:pt x="48768" y="0"/>
                </a:moveTo>
                <a:lnTo>
                  <a:pt x="0" y="0"/>
                </a:lnTo>
                <a:lnTo>
                  <a:pt x="0" y="48768"/>
                </a:lnTo>
                <a:lnTo>
                  <a:pt x="48768" y="48768"/>
                </a:lnTo>
                <a:lnTo>
                  <a:pt x="48768" y="42418"/>
                </a:lnTo>
                <a:lnTo>
                  <a:pt x="48768" y="12573"/>
                </a:lnTo>
                <a:lnTo>
                  <a:pt x="48768" y="0"/>
                </a:lnTo>
                <a:close/>
              </a:path>
            </a:pathLst>
          </a:custGeom>
          <a:solidFill>
            <a:srgbClr val="FFFFFF">
              <a:alpha val="1960"/>
            </a:srgbClr>
          </a:solidFill>
        </p:spPr>
        <p:txBody>
          <a:bodyPr wrap="square" lIns="0" tIns="0" rIns="0" bIns="0" rtlCol="0"/>
          <a:lstStyle/>
          <a:p>
            <a:endParaRPr/>
          </a:p>
        </p:txBody>
      </p:sp>
      <p:sp>
        <p:nvSpPr>
          <p:cNvPr id="63" name="object 63"/>
          <p:cNvSpPr/>
          <p:nvPr/>
        </p:nvSpPr>
        <p:spPr>
          <a:xfrm>
            <a:off x="2974848" y="2285999"/>
            <a:ext cx="113030" cy="111760"/>
          </a:xfrm>
          <a:custGeom>
            <a:avLst/>
            <a:gdLst/>
            <a:ahLst/>
            <a:cxnLst/>
            <a:rect l="l" t="t" r="r" b="b"/>
            <a:pathLst>
              <a:path w="113030" h="111760">
                <a:moveTo>
                  <a:pt x="112776" y="0"/>
                </a:moveTo>
                <a:lnTo>
                  <a:pt x="106426" y="0"/>
                </a:lnTo>
                <a:lnTo>
                  <a:pt x="106426" y="105156"/>
                </a:lnTo>
                <a:lnTo>
                  <a:pt x="106426" y="105410"/>
                </a:lnTo>
                <a:lnTo>
                  <a:pt x="98425" y="105410"/>
                </a:lnTo>
                <a:lnTo>
                  <a:pt x="98425" y="105156"/>
                </a:lnTo>
                <a:lnTo>
                  <a:pt x="106426" y="105156"/>
                </a:lnTo>
                <a:lnTo>
                  <a:pt x="106426" y="0"/>
                </a:lnTo>
                <a:lnTo>
                  <a:pt x="0" y="0"/>
                </a:lnTo>
                <a:lnTo>
                  <a:pt x="0" y="12700"/>
                </a:lnTo>
                <a:lnTo>
                  <a:pt x="0" y="99060"/>
                </a:lnTo>
                <a:lnTo>
                  <a:pt x="0" y="105410"/>
                </a:lnTo>
                <a:lnTo>
                  <a:pt x="0" y="111760"/>
                </a:lnTo>
                <a:lnTo>
                  <a:pt x="112776" y="111760"/>
                </a:lnTo>
                <a:lnTo>
                  <a:pt x="112776" y="105410"/>
                </a:lnTo>
                <a:lnTo>
                  <a:pt x="112776" y="99060"/>
                </a:lnTo>
                <a:lnTo>
                  <a:pt x="112776" y="12700"/>
                </a:lnTo>
                <a:lnTo>
                  <a:pt x="112776" y="0"/>
                </a:lnTo>
                <a:close/>
              </a:path>
            </a:pathLst>
          </a:custGeom>
          <a:solidFill>
            <a:srgbClr val="FFFFFF">
              <a:alpha val="1960"/>
            </a:srgbClr>
          </a:solidFill>
        </p:spPr>
        <p:txBody>
          <a:bodyPr wrap="square" lIns="0" tIns="0" rIns="0" bIns="0" rtlCol="0"/>
          <a:lstStyle/>
          <a:p>
            <a:endParaRPr/>
          </a:p>
        </p:txBody>
      </p:sp>
      <p:sp>
        <p:nvSpPr>
          <p:cNvPr id="64" name="object 64"/>
          <p:cNvSpPr/>
          <p:nvPr/>
        </p:nvSpPr>
        <p:spPr>
          <a:xfrm>
            <a:off x="1757172" y="1976627"/>
            <a:ext cx="83820" cy="83820"/>
          </a:xfrm>
          <a:custGeom>
            <a:avLst/>
            <a:gdLst/>
            <a:ahLst/>
            <a:cxnLst/>
            <a:rect l="l" t="t" r="r" b="b"/>
            <a:pathLst>
              <a:path w="83819" h="83819">
                <a:moveTo>
                  <a:pt x="83820" y="0"/>
                </a:moveTo>
                <a:lnTo>
                  <a:pt x="0" y="0"/>
                </a:lnTo>
                <a:lnTo>
                  <a:pt x="0" y="83820"/>
                </a:lnTo>
                <a:lnTo>
                  <a:pt x="83820" y="83820"/>
                </a:lnTo>
                <a:lnTo>
                  <a:pt x="83820" y="75946"/>
                </a:lnTo>
                <a:lnTo>
                  <a:pt x="83820" y="12700"/>
                </a:lnTo>
                <a:lnTo>
                  <a:pt x="83820" y="0"/>
                </a:lnTo>
                <a:close/>
              </a:path>
            </a:pathLst>
          </a:custGeom>
          <a:solidFill>
            <a:srgbClr val="FFFFFF">
              <a:alpha val="1960"/>
            </a:srgbClr>
          </a:solidFill>
        </p:spPr>
        <p:txBody>
          <a:bodyPr wrap="square" lIns="0" tIns="0" rIns="0" bIns="0" rtlCol="0"/>
          <a:lstStyle/>
          <a:p>
            <a:endParaRPr/>
          </a:p>
        </p:txBody>
      </p:sp>
      <p:sp>
        <p:nvSpPr>
          <p:cNvPr id="65" name="object 65"/>
          <p:cNvSpPr/>
          <p:nvPr/>
        </p:nvSpPr>
        <p:spPr>
          <a:xfrm>
            <a:off x="1522476" y="73659"/>
            <a:ext cx="205740" cy="205740"/>
          </a:xfrm>
          <a:custGeom>
            <a:avLst/>
            <a:gdLst/>
            <a:ahLst/>
            <a:cxnLst/>
            <a:rect l="l" t="t" r="r" b="b"/>
            <a:pathLst>
              <a:path w="205739" h="205740">
                <a:moveTo>
                  <a:pt x="205740" y="0"/>
                </a:moveTo>
                <a:lnTo>
                  <a:pt x="199390" y="0"/>
                </a:lnTo>
                <a:lnTo>
                  <a:pt x="199390" y="199136"/>
                </a:lnTo>
                <a:lnTo>
                  <a:pt x="199390" y="199390"/>
                </a:lnTo>
                <a:lnTo>
                  <a:pt x="193040" y="199390"/>
                </a:lnTo>
                <a:lnTo>
                  <a:pt x="193040" y="199136"/>
                </a:lnTo>
                <a:lnTo>
                  <a:pt x="199390" y="199136"/>
                </a:lnTo>
                <a:lnTo>
                  <a:pt x="199390" y="0"/>
                </a:lnTo>
                <a:lnTo>
                  <a:pt x="0" y="0"/>
                </a:lnTo>
                <a:lnTo>
                  <a:pt x="0" y="12700"/>
                </a:lnTo>
                <a:lnTo>
                  <a:pt x="0" y="193040"/>
                </a:lnTo>
                <a:lnTo>
                  <a:pt x="0" y="199390"/>
                </a:lnTo>
                <a:lnTo>
                  <a:pt x="0" y="205740"/>
                </a:lnTo>
                <a:lnTo>
                  <a:pt x="205740" y="205740"/>
                </a:lnTo>
                <a:lnTo>
                  <a:pt x="205740" y="199390"/>
                </a:lnTo>
                <a:lnTo>
                  <a:pt x="205740" y="193040"/>
                </a:lnTo>
                <a:lnTo>
                  <a:pt x="205740" y="12700"/>
                </a:lnTo>
                <a:lnTo>
                  <a:pt x="205740" y="0"/>
                </a:lnTo>
                <a:close/>
              </a:path>
            </a:pathLst>
          </a:custGeom>
          <a:solidFill>
            <a:srgbClr val="FFFFFF">
              <a:alpha val="1960"/>
            </a:srgbClr>
          </a:solidFill>
        </p:spPr>
        <p:txBody>
          <a:bodyPr wrap="square" lIns="0" tIns="0" rIns="0" bIns="0" rtlCol="0"/>
          <a:lstStyle/>
          <a:p>
            <a:endParaRPr/>
          </a:p>
        </p:txBody>
      </p:sp>
      <p:sp>
        <p:nvSpPr>
          <p:cNvPr id="66" name="object 66"/>
          <p:cNvSpPr/>
          <p:nvPr/>
        </p:nvSpPr>
        <p:spPr>
          <a:xfrm>
            <a:off x="5701284" y="2977895"/>
            <a:ext cx="47625" cy="47625"/>
          </a:xfrm>
          <a:custGeom>
            <a:avLst/>
            <a:gdLst/>
            <a:ahLst/>
            <a:cxnLst/>
            <a:rect l="l" t="t" r="r" b="b"/>
            <a:pathLst>
              <a:path w="47625" h="47625">
                <a:moveTo>
                  <a:pt x="47244" y="0"/>
                </a:moveTo>
                <a:lnTo>
                  <a:pt x="0" y="0"/>
                </a:lnTo>
                <a:lnTo>
                  <a:pt x="0" y="47244"/>
                </a:lnTo>
                <a:lnTo>
                  <a:pt x="47244" y="47244"/>
                </a:lnTo>
                <a:lnTo>
                  <a:pt x="47244" y="40894"/>
                </a:lnTo>
                <a:lnTo>
                  <a:pt x="47244" y="12573"/>
                </a:lnTo>
                <a:lnTo>
                  <a:pt x="47244" y="0"/>
                </a:lnTo>
                <a:close/>
              </a:path>
            </a:pathLst>
          </a:custGeom>
          <a:solidFill>
            <a:srgbClr val="FFFFFF">
              <a:alpha val="1960"/>
            </a:srgbClr>
          </a:solidFill>
        </p:spPr>
        <p:txBody>
          <a:bodyPr wrap="square" lIns="0" tIns="0" rIns="0" bIns="0" rtlCol="0"/>
          <a:lstStyle/>
          <a:p>
            <a:endParaRPr/>
          </a:p>
        </p:txBody>
      </p:sp>
      <p:sp>
        <p:nvSpPr>
          <p:cNvPr id="67" name="object 67"/>
          <p:cNvSpPr/>
          <p:nvPr/>
        </p:nvSpPr>
        <p:spPr>
          <a:xfrm>
            <a:off x="1594104" y="3796283"/>
            <a:ext cx="26034" cy="24765"/>
          </a:xfrm>
          <a:custGeom>
            <a:avLst/>
            <a:gdLst/>
            <a:ahLst/>
            <a:cxnLst/>
            <a:rect l="l" t="t" r="r" b="b"/>
            <a:pathLst>
              <a:path w="26034" h="24764">
                <a:moveTo>
                  <a:pt x="25908" y="0"/>
                </a:moveTo>
                <a:lnTo>
                  <a:pt x="19431" y="0"/>
                </a:lnTo>
                <a:lnTo>
                  <a:pt x="19431" y="12192"/>
                </a:lnTo>
                <a:lnTo>
                  <a:pt x="19431" y="18288"/>
                </a:lnTo>
                <a:lnTo>
                  <a:pt x="18288" y="18288"/>
                </a:lnTo>
                <a:lnTo>
                  <a:pt x="18288" y="12192"/>
                </a:lnTo>
                <a:lnTo>
                  <a:pt x="19431" y="12192"/>
                </a:lnTo>
                <a:lnTo>
                  <a:pt x="19431" y="0"/>
                </a:lnTo>
                <a:lnTo>
                  <a:pt x="0" y="0"/>
                </a:lnTo>
                <a:lnTo>
                  <a:pt x="0" y="24384"/>
                </a:lnTo>
                <a:lnTo>
                  <a:pt x="25908" y="24384"/>
                </a:lnTo>
                <a:lnTo>
                  <a:pt x="25908" y="18288"/>
                </a:lnTo>
                <a:lnTo>
                  <a:pt x="25908" y="12192"/>
                </a:lnTo>
                <a:lnTo>
                  <a:pt x="25908" y="0"/>
                </a:lnTo>
                <a:close/>
              </a:path>
            </a:pathLst>
          </a:custGeom>
          <a:solidFill>
            <a:srgbClr val="FFFFFF">
              <a:alpha val="1960"/>
            </a:srgbClr>
          </a:solidFill>
        </p:spPr>
        <p:txBody>
          <a:bodyPr wrap="square" lIns="0" tIns="0" rIns="0" bIns="0" rtlCol="0"/>
          <a:lstStyle/>
          <a:p>
            <a:endParaRPr/>
          </a:p>
        </p:txBody>
      </p:sp>
      <p:sp>
        <p:nvSpPr>
          <p:cNvPr id="68" name="object 68"/>
          <p:cNvSpPr/>
          <p:nvPr/>
        </p:nvSpPr>
        <p:spPr>
          <a:xfrm>
            <a:off x="10232136" y="2401823"/>
            <a:ext cx="190500" cy="189230"/>
          </a:xfrm>
          <a:custGeom>
            <a:avLst/>
            <a:gdLst/>
            <a:ahLst/>
            <a:cxnLst/>
            <a:rect l="l" t="t" r="r" b="b"/>
            <a:pathLst>
              <a:path w="190500" h="189230">
                <a:moveTo>
                  <a:pt x="190500" y="0"/>
                </a:moveTo>
                <a:lnTo>
                  <a:pt x="0" y="0"/>
                </a:lnTo>
                <a:lnTo>
                  <a:pt x="0" y="188976"/>
                </a:lnTo>
                <a:lnTo>
                  <a:pt x="190500" y="188976"/>
                </a:lnTo>
                <a:lnTo>
                  <a:pt x="190500" y="0"/>
                </a:lnTo>
                <a:close/>
              </a:path>
            </a:pathLst>
          </a:custGeom>
          <a:solidFill>
            <a:srgbClr val="FFFFFF">
              <a:alpha val="1960"/>
            </a:srgbClr>
          </a:solidFill>
        </p:spPr>
        <p:txBody>
          <a:bodyPr wrap="square" lIns="0" tIns="0" rIns="0" bIns="0" rtlCol="0"/>
          <a:lstStyle/>
          <a:p>
            <a:endParaRPr/>
          </a:p>
        </p:txBody>
      </p:sp>
      <p:sp>
        <p:nvSpPr>
          <p:cNvPr id="69" name="object 69"/>
          <p:cNvSpPr/>
          <p:nvPr/>
        </p:nvSpPr>
        <p:spPr>
          <a:xfrm>
            <a:off x="10264140" y="1911095"/>
            <a:ext cx="127000" cy="121920"/>
          </a:xfrm>
          <a:custGeom>
            <a:avLst/>
            <a:gdLst/>
            <a:ahLst/>
            <a:cxnLst/>
            <a:rect l="l" t="t" r="r" b="b"/>
            <a:pathLst>
              <a:path w="127000" h="121919">
                <a:moveTo>
                  <a:pt x="126492" y="0"/>
                </a:moveTo>
                <a:lnTo>
                  <a:pt x="0" y="0"/>
                </a:lnTo>
                <a:lnTo>
                  <a:pt x="0" y="121920"/>
                </a:lnTo>
                <a:lnTo>
                  <a:pt x="126492" y="121920"/>
                </a:lnTo>
                <a:lnTo>
                  <a:pt x="126492" y="0"/>
                </a:lnTo>
                <a:close/>
              </a:path>
            </a:pathLst>
          </a:custGeom>
          <a:solidFill>
            <a:srgbClr val="FFFFFF">
              <a:alpha val="1960"/>
            </a:srgbClr>
          </a:solidFill>
        </p:spPr>
        <p:txBody>
          <a:bodyPr wrap="square" lIns="0" tIns="0" rIns="0" bIns="0" rtlCol="0"/>
          <a:lstStyle/>
          <a:p>
            <a:endParaRPr/>
          </a:p>
        </p:txBody>
      </p:sp>
      <p:sp>
        <p:nvSpPr>
          <p:cNvPr id="70" name="object 70"/>
          <p:cNvSpPr/>
          <p:nvPr/>
        </p:nvSpPr>
        <p:spPr>
          <a:xfrm>
            <a:off x="10280904" y="1705368"/>
            <a:ext cx="91440" cy="93345"/>
          </a:xfrm>
          <a:custGeom>
            <a:avLst/>
            <a:gdLst/>
            <a:ahLst/>
            <a:cxnLst/>
            <a:rect l="l" t="t" r="r" b="b"/>
            <a:pathLst>
              <a:path w="91440" h="93344">
                <a:moveTo>
                  <a:pt x="91440" y="0"/>
                </a:moveTo>
                <a:lnTo>
                  <a:pt x="0" y="0"/>
                </a:lnTo>
                <a:lnTo>
                  <a:pt x="0" y="92951"/>
                </a:lnTo>
                <a:lnTo>
                  <a:pt x="91440" y="92951"/>
                </a:lnTo>
                <a:lnTo>
                  <a:pt x="91440" y="0"/>
                </a:lnTo>
                <a:close/>
              </a:path>
            </a:pathLst>
          </a:custGeom>
          <a:solidFill>
            <a:srgbClr val="FFFFFF">
              <a:alpha val="1960"/>
            </a:srgbClr>
          </a:solidFill>
        </p:spPr>
        <p:txBody>
          <a:bodyPr wrap="square" lIns="0" tIns="0" rIns="0" bIns="0" rtlCol="0"/>
          <a:lstStyle/>
          <a:p>
            <a:endParaRPr/>
          </a:p>
        </p:txBody>
      </p:sp>
      <p:sp>
        <p:nvSpPr>
          <p:cNvPr id="71" name="object 71"/>
          <p:cNvSpPr/>
          <p:nvPr/>
        </p:nvSpPr>
        <p:spPr>
          <a:xfrm>
            <a:off x="10299192" y="1563623"/>
            <a:ext cx="58419" cy="59690"/>
          </a:xfrm>
          <a:custGeom>
            <a:avLst/>
            <a:gdLst/>
            <a:ahLst/>
            <a:cxnLst/>
            <a:rect l="l" t="t" r="r" b="b"/>
            <a:pathLst>
              <a:path w="58420" h="59690">
                <a:moveTo>
                  <a:pt x="57912" y="0"/>
                </a:moveTo>
                <a:lnTo>
                  <a:pt x="0" y="0"/>
                </a:lnTo>
                <a:lnTo>
                  <a:pt x="0" y="59436"/>
                </a:lnTo>
                <a:lnTo>
                  <a:pt x="57912" y="59436"/>
                </a:lnTo>
                <a:lnTo>
                  <a:pt x="57912" y="0"/>
                </a:lnTo>
                <a:close/>
              </a:path>
            </a:pathLst>
          </a:custGeom>
          <a:solidFill>
            <a:srgbClr val="FFFFFF">
              <a:alpha val="1960"/>
            </a:srgbClr>
          </a:solidFill>
        </p:spPr>
        <p:txBody>
          <a:bodyPr wrap="square" lIns="0" tIns="0" rIns="0" bIns="0" rtlCol="0"/>
          <a:lstStyle/>
          <a:p>
            <a:endParaRPr/>
          </a:p>
        </p:txBody>
      </p:sp>
      <p:sp>
        <p:nvSpPr>
          <p:cNvPr id="72" name="object 72"/>
          <p:cNvSpPr/>
          <p:nvPr/>
        </p:nvSpPr>
        <p:spPr>
          <a:xfrm>
            <a:off x="8702040" y="1831848"/>
            <a:ext cx="195580" cy="189230"/>
          </a:xfrm>
          <a:custGeom>
            <a:avLst/>
            <a:gdLst/>
            <a:ahLst/>
            <a:cxnLst/>
            <a:rect l="l" t="t" r="r" b="b"/>
            <a:pathLst>
              <a:path w="195579" h="189230">
                <a:moveTo>
                  <a:pt x="195072" y="0"/>
                </a:moveTo>
                <a:lnTo>
                  <a:pt x="0" y="0"/>
                </a:lnTo>
                <a:lnTo>
                  <a:pt x="0" y="188975"/>
                </a:lnTo>
                <a:lnTo>
                  <a:pt x="195072" y="188975"/>
                </a:lnTo>
                <a:lnTo>
                  <a:pt x="195072" y="0"/>
                </a:lnTo>
                <a:close/>
              </a:path>
            </a:pathLst>
          </a:custGeom>
          <a:solidFill>
            <a:srgbClr val="FFFFFF">
              <a:alpha val="1960"/>
            </a:srgbClr>
          </a:solidFill>
        </p:spPr>
        <p:txBody>
          <a:bodyPr wrap="square" lIns="0" tIns="0" rIns="0" bIns="0" rtlCol="0"/>
          <a:lstStyle/>
          <a:p>
            <a:endParaRPr/>
          </a:p>
        </p:txBody>
      </p:sp>
      <p:sp>
        <p:nvSpPr>
          <p:cNvPr id="73" name="object 73"/>
          <p:cNvSpPr/>
          <p:nvPr/>
        </p:nvSpPr>
        <p:spPr>
          <a:xfrm>
            <a:off x="8721852" y="1583435"/>
            <a:ext cx="155575" cy="155575"/>
          </a:xfrm>
          <a:custGeom>
            <a:avLst/>
            <a:gdLst/>
            <a:ahLst/>
            <a:cxnLst/>
            <a:rect l="l" t="t" r="r" b="b"/>
            <a:pathLst>
              <a:path w="155575" h="155575">
                <a:moveTo>
                  <a:pt x="155448" y="0"/>
                </a:moveTo>
                <a:lnTo>
                  <a:pt x="0" y="0"/>
                </a:lnTo>
                <a:lnTo>
                  <a:pt x="0" y="155448"/>
                </a:lnTo>
                <a:lnTo>
                  <a:pt x="155448" y="155448"/>
                </a:lnTo>
                <a:lnTo>
                  <a:pt x="155448" y="0"/>
                </a:lnTo>
                <a:close/>
              </a:path>
            </a:pathLst>
          </a:custGeom>
          <a:solidFill>
            <a:srgbClr val="FFFFFF">
              <a:alpha val="1960"/>
            </a:srgbClr>
          </a:solidFill>
        </p:spPr>
        <p:txBody>
          <a:bodyPr wrap="square" lIns="0" tIns="0" rIns="0" bIns="0" rtlCol="0"/>
          <a:lstStyle/>
          <a:p>
            <a:endParaRPr/>
          </a:p>
        </p:txBody>
      </p:sp>
      <p:sp>
        <p:nvSpPr>
          <p:cNvPr id="74" name="object 74"/>
          <p:cNvSpPr/>
          <p:nvPr/>
        </p:nvSpPr>
        <p:spPr>
          <a:xfrm>
            <a:off x="8738616" y="1341119"/>
            <a:ext cx="123825" cy="127000"/>
          </a:xfrm>
          <a:custGeom>
            <a:avLst/>
            <a:gdLst/>
            <a:ahLst/>
            <a:cxnLst/>
            <a:rect l="l" t="t" r="r" b="b"/>
            <a:pathLst>
              <a:path w="123825" h="127000">
                <a:moveTo>
                  <a:pt x="123444" y="0"/>
                </a:moveTo>
                <a:lnTo>
                  <a:pt x="0" y="0"/>
                </a:lnTo>
                <a:lnTo>
                  <a:pt x="0" y="126492"/>
                </a:lnTo>
                <a:lnTo>
                  <a:pt x="123444" y="126492"/>
                </a:lnTo>
                <a:lnTo>
                  <a:pt x="123444" y="0"/>
                </a:lnTo>
                <a:close/>
              </a:path>
            </a:pathLst>
          </a:custGeom>
          <a:solidFill>
            <a:srgbClr val="FFFFFF">
              <a:alpha val="1960"/>
            </a:srgbClr>
          </a:solidFill>
        </p:spPr>
        <p:txBody>
          <a:bodyPr wrap="square" lIns="0" tIns="0" rIns="0" bIns="0" rtlCol="0"/>
          <a:lstStyle/>
          <a:p>
            <a:endParaRPr/>
          </a:p>
        </p:txBody>
      </p:sp>
      <p:sp>
        <p:nvSpPr>
          <p:cNvPr id="75" name="object 75"/>
          <p:cNvSpPr/>
          <p:nvPr/>
        </p:nvSpPr>
        <p:spPr>
          <a:xfrm>
            <a:off x="8755380" y="1138440"/>
            <a:ext cx="88900" cy="90170"/>
          </a:xfrm>
          <a:custGeom>
            <a:avLst/>
            <a:gdLst/>
            <a:ahLst/>
            <a:cxnLst/>
            <a:rect l="l" t="t" r="r" b="b"/>
            <a:pathLst>
              <a:path w="88900" h="90169">
                <a:moveTo>
                  <a:pt x="88392" y="0"/>
                </a:moveTo>
                <a:lnTo>
                  <a:pt x="0" y="0"/>
                </a:lnTo>
                <a:lnTo>
                  <a:pt x="0" y="89903"/>
                </a:lnTo>
                <a:lnTo>
                  <a:pt x="88392" y="89903"/>
                </a:lnTo>
                <a:lnTo>
                  <a:pt x="88392" y="0"/>
                </a:lnTo>
                <a:close/>
              </a:path>
            </a:pathLst>
          </a:custGeom>
          <a:solidFill>
            <a:srgbClr val="FFFFFF">
              <a:alpha val="1960"/>
            </a:srgbClr>
          </a:solidFill>
        </p:spPr>
        <p:txBody>
          <a:bodyPr wrap="square" lIns="0" tIns="0" rIns="0" bIns="0" rtlCol="0"/>
          <a:lstStyle/>
          <a:p>
            <a:endParaRPr/>
          </a:p>
        </p:txBody>
      </p:sp>
      <p:sp>
        <p:nvSpPr>
          <p:cNvPr id="76" name="object 76"/>
          <p:cNvSpPr/>
          <p:nvPr/>
        </p:nvSpPr>
        <p:spPr>
          <a:xfrm>
            <a:off x="8770620" y="996695"/>
            <a:ext cx="58419" cy="59690"/>
          </a:xfrm>
          <a:custGeom>
            <a:avLst/>
            <a:gdLst/>
            <a:ahLst/>
            <a:cxnLst/>
            <a:rect l="l" t="t" r="r" b="b"/>
            <a:pathLst>
              <a:path w="58420" h="59690">
                <a:moveTo>
                  <a:pt x="57912" y="0"/>
                </a:moveTo>
                <a:lnTo>
                  <a:pt x="0" y="0"/>
                </a:lnTo>
                <a:lnTo>
                  <a:pt x="0" y="59436"/>
                </a:lnTo>
                <a:lnTo>
                  <a:pt x="57912" y="59436"/>
                </a:lnTo>
                <a:lnTo>
                  <a:pt x="57912" y="0"/>
                </a:lnTo>
                <a:close/>
              </a:path>
            </a:pathLst>
          </a:custGeom>
          <a:solidFill>
            <a:srgbClr val="FFFFFF">
              <a:alpha val="1960"/>
            </a:srgbClr>
          </a:solidFill>
        </p:spPr>
        <p:txBody>
          <a:bodyPr wrap="square" lIns="0" tIns="0" rIns="0" bIns="0" rtlCol="0"/>
          <a:lstStyle/>
          <a:p>
            <a:endParaRPr/>
          </a:p>
        </p:txBody>
      </p:sp>
      <p:sp>
        <p:nvSpPr>
          <p:cNvPr id="77" name="object 77"/>
          <p:cNvSpPr/>
          <p:nvPr/>
        </p:nvSpPr>
        <p:spPr>
          <a:xfrm>
            <a:off x="6559295" y="2173223"/>
            <a:ext cx="190500" cy="189230"/>
          </a:xfrm>
          <a:custGeom>
            <a:avLst/>
            <a:gdLst/>
            <a:ahLst/>
            <a:cxnLst/>
            <a:rect l="l" t="t" r="r" b="b"/>
            <a:pathLst>
              <a:path w="190500" h="189230">
                <a:moveTo>
                  <a:pt x="190500" y="0"/>
                </a:moveTo>
                <a:lnTo>
                  <a:pt x="0" y="0"/>
                </a:lnTo>
                <a:lnTo>
                  <a:pt x="0" y="188975"/>
                </a:lnTo>
                <a:lnTo>
                  <a:pt x="190500" y="188975"/>
                </a:lnTo>
                <a:lnTo>
                  <a:pt x="190500" y="0"/>
                </a:lnTo>
                <a:close/>
              </a:path>
            </a:pathLst>
          </a:custGeom>
          <a:solidFill>
            <a:srgbClr val="FFFFFF">
              <a:alpha val="1960"/>
            </a:srgbClr>
          </a:solidFill>
        </p:spPr>
        <p:txBody>
          <a:bodyPr wrap="square" lIns="0" tIns="0" rIns="0" bIns="0" rtlCol="0"/>
          <a:lstStyle/>
          <a:p>
            <a:endParaRPr/>
          </a:p>
        </p:txBody>
      </p:sp>
      <p:sp>
        <p:nvSpPr>
          <p:cNvPr id="78" name="object 78"/>
          <p:cNvSpPr/>
          <p:nvPr/>
        </p:nvSpPr>
        <p:spPr>
          <a:xfrm>
            <a:off x="6576047" y="1920239"/>
            <a:ext cx="158750" cy="160020"/>
          </a:xfrm>
          <a:custGeom>
            <a:avLst/>
            <a:gdLst/>
            <a:ahLst/>
            <a:cxnLst/>
            <a:rect l="l" t="t" r="r" b="b"/>
            <a:pathLst>
              <a:path w="158750" h="160019">
                <a:moveTo>
                  <a:pt x="158508" y="0"/>
                </a:moveTo>
                <a:lnTo>
                  <a:pt x="0" y="0"/>
                </a:lnTo>
                <a:lnTo>
                  <a:pt x="0" y="160020"/>
                </a:lnTo>
                <a:lnTo>
                  <a:pt x="158508" y="160020"/>
                </a:lnTo>
                <a:lnTo>
                  <a:pt x="158508" y="0"/>
                </a:lnTo>
                <a:close/>
              </a:path>
            </a:pathLst>
          </a:custGeom>
          <a:solidFill>
            <a:srgbClr val="FFFFFF">
              <a:alpha val="1960"/>
            </a:srgbClr>
          </a:solidFill>
        </p:spPr>
        <p:txBody>
          <a:bodyPr wrap="square" lIns="0" tIns="0" rIns="0" bIns="0" rtlCol="0"/>
          <a:lstStyle/>
          <a:p>
            <a:endParaRPr/>
          </a:p>
        </p:txBody>
      </p:sp>
      <p:sp>
        <p:nvSpPr>
          <p:cNvPr id="79" name="object 79"/>
          <p:cNvSpPr/>
          <p:nvPr/>
        </p:nvSpPr>
        <p:spPr>
          <a:xfrm>
            <a:off x="6591300" y="1679447"/>
            <a:ext cx="125095" cy="125095"/>
          </a:xfrm>
          <a:custGeom>
            <a:avLst/>
            <a:gdLst/>
            <a:ahLst/>
            <a:cxnLst/>
            <a:rect l="l" t="t" r="r" b="b"/>
            <a:pathLst>
              <a:path w="125095" h="125094">
                <a:moveTo>
                  <a:pt x="124968" y="0"/>
                </a:moveTo>
                <a:lnTo>
                  <a:pt x="0" y="0"/>
                </a:lnTo>
                <a:lnTo>
                  <a:pt x="0" y="124968"/>
                </a:lnTo>
                <a:lnTo>
                  <a:pt x="124968" y="124968"/>
                </a:lnTo>
                <a:lnTo>
                  <a:pt x="124968" y="0"/>
                </a:lnTo>
                <a:close/>
              </a:path>
            </a:pathLst>
          </a:custGeom>
          <a:solidFill>
            <a:srgbClr val="FFFFFF">
              <a:alpha val="1960"/>
            </a:srgbClr>
          </a:solidFill>
        </p:spPr>
        <p:txBody>
          <a:bodyPr wrap="square" lIns="0" tIns="0" rIns="0" bIns="0" rtlCol="0"/>
          <a:lstStyle/>
          <a:p>
            <a:endParaRPr/>
          </a:p>
        </p:txBody>
      </p:sp>
      <p:sp>
        <p:nvSpPr>
          <p:cNvPr id="80" name="object 80"/>
          <p:cNvSpPr/>
          <p:nvPr/>
        </p:nvSpPr>
        <p:spPr>
          <a:xfrm>
            <a:off x="6606540" y="1476768"/>
            <a:ext cx="94615" cy="93345"/>
          </a:xfrm>
          <a:custGeom>
            <a:avLst/>
            <a:gdLst/>
            <a:ahLst/>
            <a:cxnLst/>
            <a:rect l="l" t="t" r="r" b="b"/>
            <a:pathLst>
              <a:path w="94615" h="93344">
                <a:moveTo>
                  <a:pt x="94488" y="0"/>
                </a:moveTo>
                <a:lnTo>
                  <a:pt x="0" y="0"/>
                </a:lnTo>
                <a:lnTo>
                  <a:pt x="0" y="92951"/>
                </a:lnTo>
                <a:lnTo>
                  <a:pt x="94488" y="92951"/>
                </a:lnTo>
                <a:lnTo>
                  <a:pt x="94488" y="0"/>
                </a:lnTo>
                <a:close/>
              </a:path>
            </a:pathLst>
          </a:custGeom>
          <a:solidFill>
            <a:srgbClr val="FFFFFF">
              <a:alpha val="1960"/>
            </a:srgbClr>
          </a:solidFill>
        </p:spPr>
        <p:txBody>
          <a:bodyPr wrap="square" lIns="0" tIns="0" rIns="0" bIns="0" rtlCol="0"/>
          <a:lstStyle/>
          <a:p>
            <a:endParaRPr/>
          </a:p>
        </p:txBody>
      </p:sp>
      <p:sp>
        <p:nvSpPr>
          <p:cNvPr id="81" name="object 81"/>
          <p:cNvSpPr/>
          <p:nvPr/>
        </p:nvSpPr>
        <p:spPr>
          <a:xfrm>
            <a:off x="6624828" y="1335023"/>
            <a:ext cx="56515" cy="59690"/>
          </a:xfrm>
          <a:custGeom>
            <a:avLst/>
            <a:gdLst/>
            <a:ahLst/>
            <a:cxnLst/>
            <a:rect l="l" t="t" r="r" b="b"/>
            <a:pathLst>
              <a:path w="56515" h="59690">
                <a:moveTo>
                  <a:pt x="56388" y="0"/>
                </a:moveTo>
                <a:lnTo>
                  <a:pt x="0" y="0"/>
                </a:lnTo>
                <a:lnTo>
                  <a:pt x="0" y="59436"/>
                </a:lnTo>
                <a:lnTo>
                  <a:pt x="56388" y="59436"/>
                </a:lnTo>
                <a:lnTo>
                  <a:pt x="56388" y="0"/>
                </a:lnTo>
                <a:close/>
              </a:path>
            </a:pathLst>
          </a:custGeom>
          <a:solidFill>
            <a:srgbClr val="FFFFFF">
              <a:alpha val="1960"/>
            </a:srgbClr>
          </a:solidFill>
        </p:spPr>
        <p:txBody>
          <a:bodyPr wrap="square" lIns="0" tIns="0" rIns="0" bIns="0" rtlCol="0"/>
          <a:lstStyle/>
          <a:p>
            <a:endParaRPr/>
          </a:p>
        </p:txBody>
      </p:sp>
      <p:sp>
        <p:nvSpPr>
          <p:cNvPr id="82" name="object 82"/>
          <p:cNvSpPr/>
          <p:nvPr/>
        </p:nvSpPr>
        <p:spPr>
          <a:xfrm>
            <a:off x="4721352" y="556259"/>
            <a:ext cx="190500" cy="190500"/>
          </a:xfrm>
          <a:custGeom>
            <a:avLst/>
            <a:gdLst/>
            <a:ahLst/>
            <a:cxnLst/>
            <a:rect l="l" t="t" r="r" b="b"/>
            <a:pathLst>
              <a:path w="190500" h="190500">
                <a:moveTo>
                  <a:pt x="190500" y="0"/>
                </a:moveTo>
                <a:lnTo>
                  <a:pt x="0" y="0"/>
                </a:lnTo>
                <a:lnTo>
                  <a:pt x="0" y="190500"/>
                </a:lnTo>
                <a:lnTo>
                  <a:pt x="190500" y="190500"/>
                </a:lnTo>
                <a:lnTo>
                  <a:pt x="190500" y="0"/>
                </a:lnTo>
                <a:close/>
              </a:path>
            </a:pathLst>
          </a:custGeom>
          <a:solidFill>
            <a:srgbClr val="FFFFFF">
              <a:alpha val="1960"/>
            </a:srgbClr>
          </a:solidFill>
        </p:spPr>
        <p:txBody>
          <a:bodyPr wrap="square" lIns="0" tIns="0" rIns="0" bIns="0" rtlCol="0"/>
          <a:lstStyle/>
          <a:p>
            <a:endParaRPr/>
          </a:p>
        </p:txBody>
      </p:sp>
      <p:sp>
        <p:nvSpPr>
          <p:cNvPr id="83" name="object 83"/>
          <p:cNvSpPr/>
          <p:nvPr/>
        </p:nvSpPr>
        <p:spPr>
          <a:xfrm>
            <a:off x="4754880" y="135635"/>
            <a:ext cx="121920" cy="53340"/>
          </a:xfrm>
          <a:custGeom>
            <a:avLst/>
            <a:gdLst/>
            <a:ahLst/>
            <a:cxnLst/>
            <a:rect l="l" t="t" r="r" b="b"/>
            <a:pathLst>
              <a:path w="121920" h="53339">
                <a:moveTo>
                  <a:pt x="121920" y="0"/>
                </a:moveTo>
                <a:lnTo>
                  <a:pt x="0" y="0"/>
                </a:lnTo>
                <a:lnTo>
                  <a:pt x="0" y="53340"/>
                </a:lnTo>
                <a:lnTo>
                  <a:pt x="121920" y="53340"/>
                </a:lnTo>
                <a:lnTo>
                  <a:pt x="121920" y="0"/>
                </a:lnTo>
                <a:close/>
              </a:path>
            </a:pathLst>
          </a:custGeom>
          <a:solidFill>
            <a:srgbClr val="FFFFFF">
              <a:alpha val="1960"/>
            </a:srgbClr>
          </a:solidFill>
        </p:spPr>
        <p:txBody>
          <a:bodyPr wrap="square" lIns="0" tIns="0" rIns="0" bIns="0" rtlCol="0"/>
          <a:lstStyle/>
          <a:p>
            <a:endParaRPr/>
          </a:p>
        </p:txBody>
      </p:sp>
      <p:sp>
        <p:nvSpPr>
          <p:cNvPr id="84" name="object 84"/>
          <p:cNvSpPr/>
          <p:nvPr/>
        </p:nvSpPr>
        <p:spPr>
          <a:xfrm>
            <a:off x="4072128" y="2796539"/>
            <a:ext cx="190500" cy="190500"/>
          </a:xfrm>
          <a:custGeom>
            <a:avLst/>
            <a:gdLst/>
            <a:ahLst/>
            <a:cxnLst/>
            <a:rect l="l" t="t" r="r" b="b"/>
            <a:pathLst>
              <a:path w="190500" h="190500">
                <a:moveTo>
                  <a:pt x="190500" y="0"/>
                </a:moveTo>
                <a:lnTo>
                  <a:pt x="0" y="0"/>
                </a:lnTo>
                <a:lnTo>
                  <a:pt x="0" y="190500"/>
                </a:lnTo>
                <a:lnTo>
                  <a:pt x="190500" y="190500"/>
                </a:lnTo>
                <a:lnTo>
                  <a:pt x="190500" y="0"/>
                </a:lnTo>
                <a:close/>
              </a:path>
            </a:pathLst>
          </a:custGeom>
          <a:solidFill>
            <a:srgbClr val="FFFFFF">
              <a:alpha val="1960"/>
            </a:srgbClr>
          </a:solidFill>
        </p:spPr>
        <p:txBody>
          <a:bodyPr wrap="square" lIns="0" tIns="0" rIns="0" bIns="0" rtlCol="0"/>
          <a:lstStyle/>
          <a:p>
            <a:endParaRPr/>
          </a:p>
        </p:txBody>
      </p:sp>
      <p:sp>
        <p:nvSpPr>
          <p:cNvPr id="85" name="object 85"/>
          <p:cNvSpPr/>
          <p:nvPr/>
        </p:nvSpPr>
        <p:spPr>
          <a:xfrm>
            <a:off x="4087368" y="2546603"/>
            <a:ext cx="157480" cy="157480"/>
          </a:xfrm>
          <a:custGeom>
            <a:avLst/>
            <a:gdLst/>
            <a:ahLst/>
            <a:cxnLst/>
            <a:rect l="l" t="t" r="r" b="b"/>
            <a:pathLst>
              <a:path w="157479" h="157480">
                <a:moveTo>
                  <a:pt x="156972" y="0"/>
                </a:moveTo>
                <a:lnTo>
                  <a:pt x="0" y="0"/>
                </a:lnTo>
                <a:lnTo>
                  <a:pt x="0" y="156972"/>
                </a:lnTo>
                <a:lnTo>
                  <a:pt x="156972" y="156972"/>
                </a:lnTo>
                <a:lnTo>
                  <a:pt x="156972" y="0"/>
                </a:lnTo>
                <a:close/>
              </a:path>
            </a:pathLst>
          </a:custGeom>
          <a:solidFill>
            <a:srgbClr val="FFFFFF">
              <a:alpha val="1960"/>
            </a:srgbClr>
          </a:solidFill>
        </p:spPr>
        <p:txBody>
          <a:bodyPr wrap="square" lIns="0" tIns="0" rIns="0" bIns="0" rtlCol="0"/>
          <a:lstStyle/>
          <a:p>
            <a:endParaRPr/>
          </a:p>
        </p:txBody>
      </p:sp>
      <p:sp>
        <p:nvSpPr>
          <p:cNvPr id="86" name="object 86"/>
          <p:cNvSpPr/>
          <p:nvPr/>
        </p:nvSpPr>
        <p:spPr>
          <a:xfrm>
            <a:off x="4104132" y="2308859"/>
            <a:ext cx="125095" cy="121920"/>
          </a:xfrm>
          <a:custGeom>
            <a:avLst/>
            <a:gdLst/>
            <a:ahLst/>
            <a:cxnLst/>
            <a:rect l="l" t="t" r="r" b="b"/>
            <a:pathLst>
              <a:path w="125095" h="121919">
                <a:moveTo>
                  <a:pt x="124968" y="0"/>
                </a:moveTo>
                <a:lnTo>
                  <a:pt x="0" y="0"/>
                </a:lnTo>
                <a:lnTo>
                  <a:pt x="0" y="121920"/>
                </a:lnTo>
                <a:lnTo>
                  <a:pt x="124968" y="121920"/>
                </a:lnTo>
                <a:lnTo>
                  <a:pt x="124968" y="0"/>
                </a:lnTo>
                <a:close/>
              </a:path>
            </a:pathLst>
          </a:custGeom>
          <a:solidFill>
            <a:srgbClr val="FFFFFF">
              <a:alpha val="1960"/>
            </a:srgbClr>
          </a:solidFill>
        </p:spPr>
        <p:txBody>
          <a:bodyPr wrap="square" lIns="0" tIns="0" rIns="0" bIns="0" rtlCol="0"/>
          <a:lstStyle/>
          <a:p>
            <a:endParaRPr/>
          </a:p>
        </p:txBody>
      </p:sp>
      <p:sp>
        <p:nvSpPr>
          <p:cNvPr id="87" name="object 87"/>
          <p:cNvSpPr/>
          <p:nvPr/>
        </p:nvSpPr>
        <p:spPr>
          <a:xfrm>
            <a:off x="4119372" y="2101595"/>
            <a:ext cx="91440" cy="94615"/>
          </a:xfrm>
          <a:custGeom>
            <a:avLst/>
            <a:gdLst/>
            <a:ahLst/>
            <a:cxnLst/>
            <a:rect l="l" t="t" r="r" b="b"/>
            <a:pathLst>
              <a:path w="91439" h="94614">
                <a:moveTo>
                  <a:pt x="91440" y="0"/>
                </a:moveTo>
                <a:lnTo>
                  <a:pt x="0" y="0"/>
                </a:lnTo>
                <a:lnTo>
                  <a:pt x="0" y="94488"/>
                </a:lnTo>
                <a:lnTo>
                  <a:pt x="91440" y="94488"/>
                </a:lnTo>
                <a:lnTo>
                  <a:pt x="91440" y="0"/>
                </a:lnTo>
                <a:close/>
              </a:path>
            </a:pathLst>
          </a:custGeom>
          <a:solidFill>
            <a:srgbClr val="FFFFFF">
              <a:alpha val="1960"/>
            </a:srgbClr>
          </a:solidFill>
        </p:spPr>
        <p:txBody>
          <a:bodyPr wrap="square" lIns="0" tIns="0" rIns="0" bIns="0" rtlCol="0"/>
          <a:lstStyle/>
          <a:p>
            <a:endParaRPr/>
          </a:p>
        </p:txBody>
      </p:sp>
      <p:sp>
        <p:nvSpPr>
          <p:cNvPr id="88" name="object 88"/>
          <p:cNvSpPr/>
          <p:nvPr/>
        </p:nvSpPr>
        <p:spPr>
          <a:xfrm>
            <a:off x="4136136" y="1959863"/>
            <a:ext cx="58419" cy="58419"/>
          </a:xfrm>
          <a:custGeom>
            <a:avLst/>
            <a:gdLst/>
            <a:ahLst/>
            <a:cxnLst/>
            <a:rect l="l" t="t" r="r" b="b"/>
            <a:pathLst>
              <a:path w="58420" h="58419">
                <a:moveTo>
                  <a:pt x="57912" y="0"/>
                </a:moveTo>
                <a:lnTo>
                  <a:pt x="0" y="0"/>
                </a:lnTo>
                <a:lnTo>
                  <a:pt x="0" y="57912"/>
                </a:lnTo>
                <a:lnTo>
                  <a:pt x="57912" y="57912"/>
                </a:lnTo>
                <a:lnTo>
                  <a:pt x="57912" y="0"/>
                </a:lnTo>
                <a:close/>
              </a:path>
            </a:pathLst>
          </a:custGeom>
          <a:solidFill>
            <a:srgbClr val="FFFFFF">
              <a:alpha val="1960"/>
            </a:srgbClr>
          </a:solidFill>
        </p:spPr>
        <p:txBody>
          <a:bodyPr wrap="square" lIns="0" tIns="0" rIns="0" bIns="0" rtlCol="0"/>
          <a:lstStyle/>
          <a:p>
            <a:endParaRPr/>
          </a:p>
        </p:txBody>
      </p:sp>
      <p:sp>
        <p:nvSpPr>
          <p:cNvPr id="89" name="object 89"/>
          <p:cNvSpPr/>
          <p:nvPr/>
        </p:nvSpPr>
        <p:spPr>
          <a:xfrm>
            <a:off x="1464563" y="3276600"/>
            <a:ext cx="189230" cy="190500"/>
          </a:xfrm>
          <a:custGeom>
            <a:avLst/>
            <a:gdLst/>
            <a:ahLst/>
            <a:cxnLst/>
            <a:rect l="l" t="t" r="r" b="b"/>
            <a:pathLst>
              <a:path w="189230" h="190500">
                <a:moveTo>
                  <a:pt x="188975" y="0"/>
                </a:moveTo>
                <a:lnTo>
                  <a:pt x="0" y="0"/>
                </a:lnTo>
                <a:lnTo>
                  <a:pt x="0" y="190500"/>
                </a:lnTo>
                <a:lnTo>
                  <a:pt x="188975" y="190500"/>
                </a:lnTo>
                <a:lnTo>
                  <a:pt x="188975" y="0"/>
                </a:lnTo>
                <a:close/>
              </a:path>
            </a:pathLst>
          </a:custGeom>
          <a:solidFill>
            <a:srgbClr val="FFFFFF">
              <a:alpha val="1960"/>
            </a:srgbClr>
          </a:solidFill>
        </p:spPr>
        <p:txBody>
          <a:bodyPr wrap="square" lIns="0" tIns="0" rIns="0" bIns="0" rtlCol="0"/>
          <a:lstStyle/>
          <a:p>
            <a:endParaRPr/>
          </a:p>
        </p:txBody>
      </p:sp>
      <p:sp>
        <p:nvSpPr>
          <p:cNvPr id="90" name="object 90"/>
          <p:cNvSpPr/>
          <p:nvPr/>
        </p:nvSpPr>
        <p:spPr>
          <a:xfrm>
            <a:off x="1481328" y="3025139"/>
            <a:ext cx="157480" cy="158750"/>
          </a:xfrm>
          <a:custGeom>
            <a:avLst/>
            <a:gdLst/>
            <a:ahLst/>
            <a:cxnLst/>
            <a:rect l="l" t="t" r="r" b="b"/>
            <a:pathLst>
              <a:path w="157480" h="158750">
                <a:moveTo>
                  <a:pt x="156972" y="0"/>
                </a:moveTo>
                <a:lnTo>
                  <a:pt x="0" y="0"/>
                </a:lnTo>
                <a:lnTo>
                  <a:pt x="0" y="158496"/>
                </a:lnTo>
                <a:lnTo>
                  <a:pt x="156972" y="158496"/>
                </a:lnTo>
                <a:lnTo>
                  <a:pt x="156972" y="0"/>
                </a:lnTo>
                <a:close/>
              </a:path>
            </a:pathLst>
          </a:custGeom>
          <a:solidFill>
            <a:srgbClr val="FFFFFF">
              <a:alpha val="1960"/>
            </a:srgbClr>
          </a:solidFill>
        </p:spPr>
        <p:txBody>
          <a:bodyPr wrap="square" lIns="0" tIns="0" rIns="0" bIns="0" rtlCol="0"/>
          <a:lstStyle/>
          <a:p>
            <a:endParaRPr/>
          </a:p>
        </p:txBody>
      </p:sp>
      <p:sp>
        <p:nvSpPr>
          <p:cNvPr id="91" name="object 91"/>
          <p:cNvSpPr/>
          <p:nvPr/>
        </p:nvSpPr>
        <p:spPr>
          <a:xfrm>
            <a:off x="1499616" y="2787395"/>
            <a:ext cx="123825" cy="121920"/>
          </a:xfrm>
          <a:custGeom>
            <a:avLst/>
            <a:gdLst/>
            <a:ahLst/>
            <a:cxnLst/>
            <a:rect l="l" t="t" r="r" b="b"/>
            <a:pathLst>
              <a:path w="123825" h="121919">
                <a:moveTo>
                  <a:pt x="123444" y="0"/>
                </a:moveTo>
                <a:lnTo>
                  <a:pt x="0" y="0"/>
                </a:lnTo>
                <a:lnTo>
                  <a:pt x="0" y="121920"/>
                </a:lnTo>
                <a:lnTo>
                  <a:pt x="123444" y="121920"/>
                </a:lnTo>
                <a:lnTo>
                  <a:pt x="123444" y="0"/>
                </a:lnTo>
                <a:close/>
              </a:path>
            </a:pathLst>
          </a:custGeom>
          <a:solidFill>
            <a:srgbClr val="FFFFFF">
              <a:alpha val="1960"/>
            </a:srgbClr>
          </a:solidFill>
        </p:spPr>
        <p:txBody>
          <a:bodyPr wrap="square" lIns="0" tIns="0" rIns="0" bIns="0" rtlCol="0"/>
          <a:lstStyle/>
          <a:p>
            <a:endParaRPr/>
          </a:p>
        </p:txBody>
      </p:sp>
      <p:sp>
        <p:nvSpPr>
          <p:cNvPr id="92" name="object 92"/>
          <p:cNvSpPr/>
          <p:nvPr/>
        </p:nvSpPr>
        <p:spPr>
          <a:xfrm>
            <a:off x="1516380" y="2581668"/>
            <a:ext cx="90170" cy="93345"/>
          </a:xfrm>
          <a:custGeom>
            <a:avLst/>
            <a:gdLst/>
            <a:ahLst/>
            <a:cxnLst/>
            <a:rect l="l" t="t" r="r" b="b"/>
            <a:pathLst>
              <a:path w="90169" h="93344">
                <a:moveTo>
                  <a:pt x="89916" y="0"/>
                </a:moveTo>
                <a:lnTo>
                  <a:pt x="0" y="0"/>
                </a:lnTo>
                <a:lnTo>
                  <a:pt x="0" y="92951"/>
                </a:lnTo>
                <a:lnTo>
                  <a:pt x="89916" y="92951"/>
                </a:lnTo>
                <a:lnTo>
                  <a:pt x="89916" y="0"/>
                </a:lnTo>
                <a:close/>
              </a:path>
            </a:pathLst>
          </a:custGeom>
          <a:solidFill>
            <a:srgbClr val="FFFFFF">
              <a:alpha val="1960"/>
            </a:srgbClr>
          </a:solidFill>
        </p:spPr>
        <p:txBody>
          <a:bodyPr wrap="square" lIns="0" tIns="0" rIns="0" bIns="0" rtlCol="0"/>
          <a:lstStyle/>
          <a:p>
            <a:endParaRPr/>
          </a:p>
        </p:txBody>
      </p:sp>
      <p:sp>
        <p:nvSpPr>
          <p:cNvPr id="93" name="object 93"/>
          <p:cNvSpPr/>
          <p:nvPr/>
        </p:nvSpPr>
        <p:spPr>
          <a:xfrm>
            <a:off x="1531620" y="2439923"/>
            <a:ext cx="59690" cy="58419"/>
          </a:xfrm>
          <a:custGeom>
            <a:avLst/>
            <a:gdLst/>
            <a:ahLst/>
            <a:cxnLst/>
            <a:rect l="l" t="t" r="r" b="b"/>
            <a:pathLst>
              <a:path w="59690" h="58419">
                <a:moveTo>
                  <a:pt x="59436" y="0"/>
                </a:moveTo>
                <a:lnTo>
                  <a:pt x="0" y="0"/>
                </a:lnTo>
                <a:lnTo>
                  <a:pt x="0" y="57912"/>
                </a:lnTo>
                <a:lnTo>
                  <a:pt x="59436" y="57912"/>
                </a:lnTo>
                <a:lnTo>
                  <a:pt x="59436" y="0"/>
                </a:lnTo>
                <a:close/>
              </a:path>
            </a:pathLst>
          </a:custGeom>
          <a:solidFill>
            <a:srgbClr val="FFFFFF">
              <a:alpha val="1960"/>
            </a:srgbClr>
          </a:solidFill>
        </p:spPr>
        <p:txBody>
          <a:bodyPr wrap="square" lIns="0" tIns="0" rIns="0" bIns="0" rtlCol="0"/>
          <a:lstStyle/>
          <a:p>
            <a:endParaRPr/>
          </a:p>
        </p:txBody>
      </p:sp>
      <p:sp>
        <p:nvSpPr>
          <p:cNvPr id="94" name="object 94"/>
          <p:cNvSpPr/>
          <p:nvPr/>
        </p:nvSpPr>
        <p:spPr>
          <a:xfrm>
            <a:off x="2417064" y="1937003"/>
            <a:ext cx="190500" cy="190500"/>
          </a:xfrm>
          <a:custGeom>
            <a:avLst/>
            <a:gdLst/>
            <a:ahLst/>
            <a:cxnLst/>
            <a:rect l="l" t="t" r="r" b="b"/>
            <a:pathLst>
              <a:path w="190500" h="190500">
                <a:moveTo>
                  <a:pt x="190500" y="0"/>
                </a:moveTo>
                <a:lnTo>
                  <a:pt x="0" y="0"/>
                </a:lnTo>
                <a:lnTo>
                  <a:pt x="0" y="190500"/>
                </a:lnTo>
                <a:lnTo>
                  <a:pt x="190500" y="190500"/>
                </a:lnTo>
                <a:lnTo>
                  <a:pt x="190500" y="0"/>
                </a:lnTo>
                <a:close/>
              </a:path>
            </a:pathLst>
          </a:custGeom>
          <a:solidFill>
            <a:srgbClr val="FFFFFF">
              <a:alpha val="1960"/>
            </a:srgbClr>
          </a:solidFill>
        </p:spPr>
        <p:txBody>
          <a:bodyPr wrap="square" lIns="0" tIns="0" rIns="0" bIns="0" rtlCol="0"/>
          <a:lstStyle/>
          <a:p>
            <a:endParaRPr/>
          </a:p>
        </p:txBody>
      </p:sp>
      <p:sp>
        <p:nvSpPr>
          <p:cNvPr id="95" name="object 95"/>
          <p:cNvSpPr/>
          <p:nvPr/>
        </p:nvSpPr>
        <p:spPr>
          <a:xfrm>
            <a:off x="2433827" y="1685544"/>
            <a:ext cx="157480" cy="71755"/>
          </a:xfrm>
          <a:custGeom>
            <a:avLst/>
            <a:gdLst/>
            <a:ahLst/>
            <a:cxnLst/>
            <a:rect l="l" t="t" r="r" b="b"/>
            <a:pathLst>
              <a:path w="157480" h="71755">
                <a:moveTo>
                  <a:pt x="156972" y="0"/>
                </a:moveTo>
                <a:lnTo>
                  <a:pt x="0" y="0"/>
                </a:lnTo>
                <a:lnTo>
                  <a:pt x="0" y="68325"/>
                </a:lnTo>
                <a:lnTo>
                  <a:pt x="18724" y="64065"/>
                </a:lnTo>
                <a:lnTo>
                  <a:pt x="36830" y="61007"/>
                </a:lnTo>
                <a:lnTo>
                  <a:pt x="54935" y="59164"/>
                </a:lnTo>
                <a:lnTo>
                  <a:pt x="73660" y="58546"/>
                </a:lnTo>
                <a:lnTo>
                  <a:pt x="95232" y="59215"/>
                </a:lnTo>
                <a:lnTo>
                  <a:pt x="116506" y="61420"/>
                </a:lnTo>
                <a:lnTo>
                  <a:pt x="137185" y="65458"/>
                </a:lnTo>
                <a:lnTo>
                  <a:pt x="156972" y="71627"/>
                </a:lnTo>
                <a:lnTo>
                  <a:pt x="156972" y="0"/>
                </a:lnTo>
                <a:close/>
              </a:path>
            </a:pathLst>
          </a:custGeom>
          <a:solidFill>
            <a:srgbClr val="FFFFFF">
              <a:alpha val="1960"/>
            </a:srgbClr>
          </a:solidFill>
        </p:spPr>
        <p:txBody>
          <a:bodyPr wrap="square" lIns="0" tIns="0" rIns="0" bIns="0" rtlCol="0"/>
          <a:lstStyle/>
          <a:p>
            <a:endParaRPr/>
          </a:p>
        </p:txBody>
      </p:sp>
      <p:sp>
        <p:nvSpPr>
          <p:cNvPr id="96" name="object 96"/>
          <p:cNvSpPr/>
          <p:nvPr/>
        </p:nvSpPr>
        <p:spPr>
          <a:xfrm>
            <a:off x="2449068" y="1447799"/>
            <a:ext cx="127000" cy="121920"/>
          </a:xfrm>
          <a:custGeom>
            <a:avLst/>
            <a:gdLst/>
            <a:ahLst/>
            <a:cxnLst/>
            <a:rect l="l" t="t" r="r" b="b"/>
            <a:pathLst>
              <a:path w="127000" h="121919">
                <a:moveTo>
                  <a:pt x="126492" y="0"/>
                </a:moveTo>
                <a:lnTo>
                  <a:pt x="0" y="0"/>
                </a:lnTo>
                <a:lnTo>
                  <a:pt x="0" y="121920"/>
                </a:lnTo>
                <a:lnTo>
                  <a:pt x="126492" y="121920"/>
                </a:lnTo>
                <a:lnTo>
                  <a:pt x="126492" y="0"/>
                </a:lnTo>
                <a:close/>
              </a:path>
            </a:pathLst>
          </a:custGeom>
          <a:solidFill>
            <a:srgbClr val="FFFFFF">
              <a:alpha val="1960"/>
            </a:srgbClr>
          </a:solidFill>
        </p:spPr>
        <p:txBody>
          <a:bodyPr wrap="square" lIns="0" tIns="0" rIns="0" bIns="0" rtlCol="0"/>
          <a:lstStyle/>
          <a:p>
            <a:endParaRPr/>
          </a:p>
        </p:txBody>
      </p:sp>
      <p:sp>
        <p:nvSpPr>
          <p:cNvPr id="97" name="object 97"/>
          <p:cNvSpPr/>
          <p:nvPr/>
        </p:nvSpPr>
        <p:spPr>
          <a:xfrm>
            <a:off x="2465832" y="1242059"/>
            <a:ext cx="93345" cy="93345"/>
          </a:xfrm>
          <a:custGeom>
            <a:avLst/>
            <a:gdLst/>
            <a:ahLst/>
            <a:cxnLst/>
            <a:rect l="l" t="t" r="r" b="b"/>
            <a:pathLst>
              <a:path w="93344" h="93344">
                <a:moveTo>
                  <a:pt x="92964" y="0"/>
                </a:moveTo>
                <a:lnTo>
                  <a:pt x="0" y="0"/>
                </a:lnTo>
                <a:lnTo>
                  <a:pt x="0" y="92964"/>
                </a:lnTo>
                <a:lnTo>
                  <a:pt x="92964" y="92964"/>
                </a:lnTo>
                <a:lnTo>
                  <a:pt x="92964" y="0"/>
                </a:lnTo>
                <a:close/>
              </a:path>
            </a:pathLst>
          </a:custGeom>
          <a:solidFill>
            <a:srgbClr val="FFFFFF">
              <a:alpha val="1960"/>
            </a:srgbClr>
          </a:solidFill>
        </p:spPr>
        <p:txBody>
          <a:bodyPr wrap="square" lIns="0" tIns="0" rIns="0" bIns="0" rtlCol="0"/>
          <a:lstStyle/>
          <a:p>
            <a:endParaRPr/>
          </a:p>
        </p:txBody>
      </p:sp>
      <p:sp>
        <p:nvSpPr>
          <p:cNvPr id="98" name="object 98"/>
          <p:cNvSpPr/>
          <p:nvPr/>
        </p:nvSpPr>
        <p:spPr>
          <a:xfrm>
            <a:off x="2484120" y="1100327"/>
            <a:ext cx="59690" cy="58419"/>
          </a:xfrm>
          <a:custGeom>
            <a:avLst/>
            <a:gdLst/>
            <a:ahLst/>
            <a:cxnLst/>
            <a:rect l="l" t="t" r="r" b="b"/>
            <a:pathLst>
              <a:path w="59689" h="58419">
                <a:moveTo>
                  <a:pt x="59436" y="0"/>
                </a:moveTo>
                <a:lnTo>
                  <a:pt x="0" y="0"/>
                </a:lnTo>
                <a:lnTo>
                  <a:pt x="0" y="57912"/>
                </a:lnTo>
                <a:lnTo>
                  <a:pt x="59436" y="57912"/>
                </a:lnTo>
                <a:lnTo>
                  <a:pt x="59436" y="0"/>
                </a:lnTo>
                <a:close/>
              </a:path>
            </a:pathLst>
          </a:custGeom>
          <a:solidFill>
            <a:srgbClr val="FFFFFF">
              <a:alpha val="1960"/>
            </a:srgbClr>
          </a:solidFill>
        </p:spPr>
        <p:txBody>
          <a:bodyPr wrap="square" lIns="0" tIns="0" rIns="0" bIns="0" rtlCol="0"/>
          <a:lstStyle/>
          <a:p>
            <a:endParaRPr/>
          </a:p>
        </p:txBody>
      </p:sp>
      <p:sp>
        <p:nvSpPr>
          <p:cNvPr id="99" name="object 99"/>
          <p:cNvSpPr/>
          <p:nvPr/>
        </p:nvSpPr>
        <p:spPr>
          <a:xfrm>
            <a:off x="6141720" y="480059"/>
            <a:ext cx="108585" cy="113030"/>
          </a:xfrm>
          <a:custGeom>
            <a:avLst/>
            <a:gdLst/>
            <a:ahLst/>
            <a:cxnLst/>
            <a:rect l="l" t="t" r="r" b="b"/>
            <a:pathLst>
              <a:path w="108585" h="113029">
                <a:moveTo>
                  <a:pt x="108204" y="0"/>
                </a:moveTo>
                <a:lnTo>
                  <a:pt x="0" y="0"/>
                </a:lnTo>
                <a:lnTo>
                  <a:pt x="0" y="112776"/>
                </a:lnTo>
                <a:lnTo>
                  <a:pt x="108204" y="112776"/>
                </a:lnTo>
                <a:lnTo>
                  <a:pt x="108204" y="0"/>
                </a:lnTo>
                <a:close/>
              </a:path>
            </a:pathLst>
          </a:custGeom>
          <a:solidFill>
            <a:srgbClr val="FFFFFF">
              <a:alpha val="1960"/>
            </a:srgbClr>
          </a:solidFill>
        </p:spPr>
        <p:txBody>
          <a:bodyPr wrap="square" lIns="0" tIns="0" rIns="0" bIns="0" rtlCol="0"/>
          <a:lstStyle/>
          <a:p>
            <a:endParaRPr/>
          </a:p>
        </p:txBody>
      </p:sp>
      <p:sp>
        <p:nvSpPr>
          <p:cNvPr id="100" name="object 100"/>
          <p:cNvSpPr/>
          <p:nvPr/>
        </p:nvSpPr>
        <p:spPr>
          <a:xfrm>
            <a:off x="6941820" y="955547"/>
            <a:ext cx="78105" cy="78105"/>
          </a:xfrm>
          <a:custGeom>
            <a:avLst/>
            <a:gdLst/>
            <a:ahLst/>
            <a:cxnLst/>
            <a:rect l="l" t="t" r="r" b="b"/>
            <a:pathLst>
              <a:path w="78104" h="78105">
                <a:moveTo>
                  <a:pt x="77724" y="0"/>
                </a:moveTo>
                <a:lnTo>
                  <a:pt x="0" y="0"/>
                </a:lnTo>
                <a:lnTo>
                  <a:pt x="0" y="77724"/>
                </a:lnTo>
                <a:lnTo>
                  <a:pt x="77724" y="77724"/>
                </a:lnTo>
                <a:lnTo>
                  <a:pt x="77724" y="0"/>
                </a:lnTo>
                <a:close/>
              </a:path>
            </a:pathLst>
          </a:custGeom>
          <a:solidFill>
            <a:srgbClr val="FFFFFF">
              <a:alpha val="1960"/>
            </a:srgbClr>
          </a:solidFill>
        </p:spPr>
        <p:txBody>
          <a:bodyPr wrap="square" lIns="0" tIns="0" rIns="0" bIns="0" rtlCol="0"/>
          <a:lstStyle/>
          <a:p>
            <a:endParaRPr/>
          </a:p>
        </p:txBody>
      </p:sp>
      <p:sp>
        <p:nvSpPr>
          <p:cNvPr id="101" name="object 101"/>
          <p:cNvSpPr/>
          <p:nvPr/>
        </p:nvSpPr>
        <p:spPr>
          <a:xfrm>
            <a:off x="6935724" y="402335"/>
            <a:ext cx="59690" cy="60960"/>
          </a:xfrm>
          <a:custGeom>
            <a:avLst/>
            <a:gdLst/>
            <a:ahLst/>
            <a:cxnLst/>
            <a:rect l="l" t="t" r="r" b="b"/>
            <a:pathLst>
              <a:path w="59690" h="60959">
                <a:moveTo>
                  <a:pt x="59436" y="0"/>
                </a:moveTo>
                <a:lnTo>
                  <a:pt x="0" y="0"/>
                </a:lnTo>
                <a:lnTo>
                  <a:pt x="0" y="60960"/>
                </a:lnTo>
                <a:lnTo>
                  <a:pt x="59436" y="60960"/>
                </a:lnTo>
                <a:lnTo>
                  <a:pt x="59436" y="0"/>
                </a:lnTo>
                <a:close/>
              </a:path>
            </a:pathLst>
          </a:custGeom>
          <a:solidFill>
            <a:srgbClr val="FFFFFF">
              <a:alpha val="1960"/>
            </a:srgbClr>
          </a:solidFill>
        </p:spPr>
        <p:txBody>
          <a:bodyPr wrap="square" lIns="0" tIns="0" rIns="0" bIns="0" rtlCol="0"/>
          <a:lstStyle/>
          <a:p>
            <a:endParaRPr/>
          </a:p>
        </p:txBody>
      </p:sp>
      <p:sp>
        <p:nvSpPr>
          <p:cNvPr id="102" name="object 102"/>
          <p:cNvSpPr/>
          <p:nvPr/>
        </p:nvSpPr>
        <p:spPr>
          <a:xfrm>
            <a:off x="7872984" y="1109471"/>
            <a:ext cx="96520" cy="97790"/>
          </a:xfrm>
          <a:custGeom>
            <a:avLst/>
            <a:gdLst/>
            <a:ahLst/>
            <a:cxnLst/>
            <a:rect l="l" t="t" r="r" b="b"/>
            <a:pathLst>
              <a:path w="96520" h="97790">
                <a:moveTo>
                  <a:pt x="95999" y="0"/>
                </a:moveTo>
                <a:lnTo>
                  <a:pt x="0" y="0"/>
                </a:lnTo>
                <a:lnTo>
                  <a:pt x="0" y="97536"/>
                </a:lnTo>
                <a:lnTo>
                  <a:pt x="95999" y="97536"/>
                </a:lnTo>
                <a:lnTo>
                  <a:pt x="95999" y="0"/>
                </a:lnTo>
                <a:close/>
              </a:path>
            </a:pathLst>
          </a:custGeom>
          <a:solidFill>
            <a:srgbClr val="FFFFFF">
              <a:alpha val="1960"/>
            </a:srgbClr>
          </a:solidFill>
        </p:spPr>
        <p:txBody>
          <a:bodyPr wrap="square" lIns="0" tIns="0" rIns="0" bIns="0" rtlCol="0"/>
          <a:lstStyle/>
          <a:p>
            <a:endParaRPr/>
          </a:p>
        </p:txBody>
      </p:sp>
      <p:sp>
        <p:nvSpPr>
          <p:cNvPr id="103" name="object 103"/>
          <p:cNvSpPr/>
          <p:nvPr/>
        </p:nvSpPr>
        <p:spPr>
          <a:xfrm>
            <a:off x="9075420" y="426719"/>
            <a:ext cx="27940" cy="27940"/>
          </a:xfrm>
          <a:custGeom>
            <a:avLst/>
            <a:gdLst/>
            <a:ahLst/>
            <a:cxnLst/>
            <a:rect l="l" t="t" r="r" b="b"/>
            <a:pathLst>
              <a:path w="27940" h="27940">
                <a:moveTo>
                  <a:pt x="27432" y="0"/>
                </a:moveTo>
                <a:lnTo>
                  <a:pt x="0" y="0"/>
                </a:lnTo>
                <a:lnTo>
                  <a:pt x="0" y="27432"/>
                </a:lnTo>
                <a:lnTo>
                  <a:pt x="27432" y="27432"/>
                </a:lnTo>
                <a:lnTo>
                  <a:pt x="27432" y="0"/>
                </a:lnTo>
                <a:close/>
              </a:path>
            </a:pathLst>
          </a:custGeom>
          <a:solidFill>
            <a:srgbClr val="FFFFFF">
              <a:alpha val="1960"/>
            </a:srgbClr>
          </a:solidFill>
        </p:spPr>
        <p:txBody>
          <a:bodyPr wrap="square" lIns="0" tIns="0" rIns="0" bIns="0" rtlCol="0"/>
          <a:lstStyle/>
          <a:p>
            <a:endParaRPr/>
          </a:p>
        </p:txBody>
      </p:sp>
      <p:sp>
        <p:nvSpPr>
          <p:cNvPr id="104" name="object 104"/>
          <p:cNvSpPr/>
          <p:nvPr/>
        </p:nvSpPr>
        <p:spPr>
          <a:xfrm>
            <a:off x="9595104" y="1403603"/>
            <a:ext cx="109855" cy="113030"/>
          </a:xfrm>
          <a:custGeom>
            <a:avLst/>
            <a:gdLst/>
            <a:ahLst/>
            <a:cxnLst/>
            <a:rect l="l" t="t" r="r" b="b"/>
            <a:pathLst>
              <a:path w="109854" h="113030">
                <a:moveTo>
                  <a:pt x="109728" y="0"/>
                </a:moveTo>
                <a:lnTo>
                  <a:pt x="0" y="0"/>
                </a:lnTo>
                <a:lnTo>
                  <a:pt x="0" y="112776"/>
                </a:lnTo>
                <a:lnTo>
                  <a:pt x="109728" y="112776"/>
                </a:lnTo>
                <a:lnTo>
                  <a:pt x="109728" y="0"/>
                </a:lnTo>
                <a:close/>
              </a:path>
            </a:pathLst>
          </a:custGeom>
          <a:solidFill>
            <a:srgbClr val="FFFFFF">
              <a:alpha val="1960"/>
            </a:srgbClr>
          </a:solidFill>
        </p:spPr>
        <p:txBody>
          <a:bodyPr wrap="square" lIns="0" tIns="0" rIns="0" bIns="0" rtlCol="0"/>
          <a:lstStyle/>
          <a:p>
            <a:endParaRPr/>
          </a:p>
        </p:txBody>
      </p:sp>
      <p:sp>
        <p:nvSpPr>
          <p:cNvPr id="105" name="object 105"/>
          <p:cNvSpPr/>
          <p:nvPr/>
        </p:nvSpPr>
        <p:spPr>
          <a:xfrm>
            <a:off x="7972044" y="1876043"/>
            <a:ext cx="88900" cy="88900"/>
          </a:xfrm>
          <a:custGeom>
            <a:avLst/>
            <a:gdLst/>
            <a:ahLst/>
            <a:cxnLst/>
            <a:rect l="l" t="t" r="r" b="b"/>
            <a:pathLst>
              <a:path w="88900" h="88900">
                <a:moveTo>
                  <a:pt x="88392" y="0"/>
                </a:moveTo>
                <a:lnTo>
                  <a:pt x="0" y="0"/>
                </a:lnTo>
                <a:lnTo>
                  <a:pt x="0" y="88392"/>
                </a:lnTo>
                <a:lnTo>
                  <a:pt x="88392" y="88392"/>
                </a:lnTo>
                <a:lnTo>
                  <a:pt x="88392" y="0"/>
                </a:lnTo>
                <a:close/>
              </a:path>
            </a:pathLst>
          </a:custGeom>
          <a:solidFill>
            <a:srgbClr val="FFFFFF">
              <a:alpha val="1960"/>
            </a:srgbClr>
          </a:solidFill>
        </p:spPr>
        <p:txBody>
          <a:bodyPr wrap="square" lIns="0" tIns="0" rIns="0" bIns="0" rtlCol="0"/>
          <a:lstStyle/>
          <a:p>
            <a:endParaRPr/>
          </a:p>
        </p:txBody>
      </p:sp>
      <p:sp>
        <p:nvSpPr>
          <p:cNvPr id="106" name="object 106"/>
          <p:cNvSpPr/>
          <p:nvPr/>
        </p:nvSpPr>
        <p:spPr>
          <a:xfrm>
            <a:off x="9479280" y="2490215"/>
            <a:ext cx="56515" cy="62865"/>
          </a:xfrm>
          <a:custGeom>
            <a:avLst/>
            <a:gdLst/>
            <a:ahLst/>
            <a:cxnLst/>
            <a:rect l="l" t="t" r="r" b="b"/>
            <a:pathLst>
              <a:path w="56515" h="62864">
                <a:moveTo>
                  <a:pt x="56388" y="0"/>
                </a:moveTo>
                <a:lnTo>
                  <a:pt x="0" y="0"/>
                </a:lnTo>
                <a:lnTo>
                  <a:pt x="0" y="62484"/>
                </a:lnTo>
                <a:lnTo>
                  <a:pt x="56388" y="62484"/>
                </a:lnTo>
                <a:lnTo>
                  <a:pt x="56388" y="0"/>
                </a:lnTo>
                <a:close/>
              </a:path>
            </a:pathLst>
          </a:custGeom>
          <a:solidFill>
            <a:srgbClr val="FFFFFF">
              <a:alpha val="1960"/>
            </a:srgbClr>
          </a:solidFill>
        </p:spPr>
        <p:txBody>
          <a:bodyPr wrap="square" lIns="0" tIns="0" rIns="0" bIns="0" rtlCol="0"/>
          <a:lstStyle/>
          <a:p>
            <a:endParaRPr/>
          </a:p>
        </p:txBody>
      </p:sp>
      <p:sp>
        <p:nvSpPr>
          <p:cNvPr id="107" name="object 107"/>
          <p:cNvSpPr/>
          <p:nvPr/>
        </p:nvSpPr>
        <p:spPr>
          <a:xfrm>
            <a:off x="10058400" y="777252"/>
            <a:ext cx="29209" cy="30480"/>
          </a:xfrm>
          <a:custGeom>
            <a:avLst/>
            <a:gdLst/>
            <a:ahLst/>
            <a:cxnLst/>
            <a:rect l="l" t="t" r="r" b="b"/>
            <a:pathLst>
              <a:path w="29209" h="30479">
                <a:moveTo>
                  <a:pt x="28956" y="0"/>
                </a:moveTo>
                <a:lnTo>
                  <a:pt x="0" y="0"/>
                </a:lnTo>
                <a:lnTo>
                  <a:pt x="0" y="30467"/>
                </a:lnTo>
                <a:lnTo>
                  <a:pt x="28956" y="30467"/>
                </a:lnTo>
                <a:lnTo>
                  <a:pt x="28956" y="0"/>
                </a:lnTo>
                <a:close/>
              </a:path>
            </a:pathLst>
          </a:custGeom>
          <a:solidFill>
            <a:srgbClr val="FFFFFF">
              <a:alpha val="1960"/>
            </a:srgbClr>
          </a:solidFill>
        </p:spPr>
        <p:txBody>
          <a:bodyPr wrap="square" lIns="0" tIns="0" rIns="0" bIns="0" rtlCol="0"/>
          <a:lstStyle/>
          <a:p>
            <a:endParaRPr/>
          </a:p>
        </p:txBody>
      </p:sp>
      <p:sp>
        <p:nvSpPr>
          <p:cNvPr id="108" name="object 108"/>
          <p:cNvSpPr/>
          <p:nvPr/>
        </p:nvSpPr>
        <p:spPr>
          <a:xfrm>
            <a:off x="10379964" y="160019"/>
            <a:ext cx="58419" cy="58419"/>
          </a:xfrm>
          <a:custGeom>
            <a:avLst/>
            <a:gdLst/>
            <a:ahLst/>
            <a:cxnLst/>
            <a:rect l="l" t="t" r="r" b="b"/>
            <a:pathLst>
              <a:path w="58420" h="58420">
                <a:moveTo>
                  <a:pt x="57912" y="0"/>
                </a:moveTo>
                <a:lnTo>
                  <a:pt x="0" y="0"/>
                </a:lnTo>
                <a:lnTo>
                  <a:pt x="0" y="57912"/>
                </a:lnTo>
                <a:lnTo>
                  <a:pt x="57912" y="57912"/>
                </a:lnTo>
                <a:lnTo>
                  <a:pt x="57912" y="0"/>
                </a:lnTo>
                <a:close/>
              </a:path>
            </a:pathLst>
          </a:custGeom>
          <a:solidFill>
            <a:srgbClr val="FFFFFF">
              <a:alpha val="1960"/>
            </a:srgbClr>
          </a:solidFill>
        </p:spPr>
        <p:txBody>
          <a:bodyPr wrap="square" lIns="0" tIns="0" rIns="0" bIns="0" rtlCol="0"/>
          <a:lstStyle/>
          <a:p>
            <a:endParaRPr/>
          </a:p>
        </p:txBody>
      </p:sp>
      <p:sp>
        <p:nvSpPr>
          <p:cNvPr id="109" name="object 109"/>
          <p:cNvSpPr/>
          <p:nvPr/>
        </p:nvSpPr>
        <p:spPr>
          <a:xfrm>
            <a:off x="10776204" y="1083576"/>
            <a:ext cx="47625" cy="48895"/>
          </a:xfrm>
          <a:custGeom>
            <a:avLst/>
            <a:gdLst/>
            <a:ahLst/>
            <a:cxnLst/>
            <a:rect l="l" t="t" r="r" b="b"/>
            <a:pathLst>
              <a:path w="47625" h="48894">
                <a:moveTo>
                  <a:pt x="47244" y="0"/>
                </a:moveTo>
                <a:lnTo>
                  <a:pt x="0" y="0"/>
                </a:lnTo>
                <a:lnTo>
                  <a:pt x="0" y="48755"/>
                </a:lnTo>
                <a:lnTo>
                  <a:pt x="47244" y="48755"/>
                </a:lnTo>
                <a:lnTo>
                  <a:pt x="47244" y="0"/>
                </a:lnTo>
                <a:close/>
              </a:path>
            </a:pathLst>
          </a:custGeom>
          <a:solidFill>
            <a:srgbClr val="FFFFFF">
              <a:alpha val="1960"/>
            </a:srgbClr>
          </a:solidFill>
        </p:spPr>
        <p:txBody>
          <a:bodyPr wrap="square" lIns="0" tIns="0" rIns="0" bIns="0" rtlCol="0"/>
          <a:lstStyle/>
          <a:p>
            <a:endParaRPr/>
          </a:p>
        </p:txBody>
      </p:sp>
      <p:sp>
        <p:nvSpPr>
          <p:cNvPr id="110" name="object 110"/>
          <p:cNvSpPr/>
          <p:nvPr/>
        </p:nvSpPr>
        <p:spPr>
          <a:xfrm>
            <a:off x="10684764" y="1763280"/>
            <a:ext cx="71755" cy="71755"/>
          </a:xfrm>
          <a:custGeom>
            <a:avLst/>
            <a:gdLst/>
            <a:ahLst/>
            <a:cxnLst/>
            <a:rect l="l" t="t" r="r" b="b"/>
            <a:pathLst>
              <a:path w="71754" h="71755">
                <a:moveTo>
                  <a:pt x="71628" y="0"/>
                </a:moveTo>
                <a:lnTo>
                  <a:pt x="0" y="0"/>
                </a:lnTo>
                <a:lnTo>
                  <a:pt x="0" y="71615"/>
                </a:lnTo>
                <a:lnTo>
                  <a:pt x="71628" y="71615"/>
                </a:lnTo>
                <a:lnTo>
                  <a:pt x="71628" y="0"/>
                </a:lnTo>
                <a:close/>
              </a:path>
            </a:pathLst>
          </a:custGeom>
          <a:solidFill>
            <a:srgbClr val="FFFFFF">
              <a:alpha val="1960"/>
            </a:srgbClr>
          </a:solidFill>
        </p:spPr>
        <p:txBody>
          <a:bodyPr wrap="square" lIns="0" tIns="0" rIns="0" bIns="0" rtlCol="0"/>
          <a:lstStyle/>
          <a:p>
            <a:endParaRPr/>
          </a:p>
        </p:txBody>
      </p:sp>
      <p:sp>
        <p:nvSpPr>
          <p:cNvPr id="111" name="object 111"/>
          <p:cNvSpPr/>
          <p:nvPr/>
        </p:nvSpPr>
        <p:spPr>
          <a:xfrm>
            <a:off x="10512552" y="3067811"/>
            <a:ext cx="53340" cy="55244"/>
          </a:xfrm>
          <a:custGeom>
            <a:avLst/>
            <a:gdLst/>
            <a:ahLst/>
            <a:cxnLst/>
            <a:rect l="l" t="t" r="r" b="b"/>
            <a:pathLst>
              <a:path w="53340" h="55244">
                <a:moveTo>
                  <a:pt x="53340" y="0"/>
                </a:moveTo>
                <a:lnTo>
                  <a:pt x="0" y="0"/>
                </a:lnTo>
                <a:lnTo>
                  <a:pt x="0" y="54864"/>
                </a:lnTo>
                <a:lnTo>
                  <a:pt x="53340" y="54864"/>
                </a:lnTo>
                <a:lnTo>
                  <a:pt x="53340" y="0"/>
                </a:lnTo>
                <a:close/>
              </a:path>
            </a:pathLst>
          </a:custGeom>
          <a:solidFill>
            <a:srgbClr val="FFFFFF">
              <a:alpha val="1960"/>
            </a:srgbClr>
          </a:solidFill>
        </p:spPr>
        <p:txBody>
          <a:bodyPr wrap="square" lIns="0" tIns="0" rIns="0" bIns="0" rtlCol="0"/>
          <a:lstStyle/>
          <a:p>
            <a:endParaRPr/>
          </a:p>
        </p:txBody>
      </p:sp>
      <p:sp>
        <p:nvSpPr>
          <p:cNvPr id="112" name="object 112"/>
          <p:cNvSpPr/>
          <p:nvPr/>
        </p:nvSpPr>
        <p:spPr>
          <a:xfrm>
            <a:off x="9945624" y="3369563"/>
            <a:ext cx="41275" cy="43180"/>
          </a:xfrm>
          <a:custGeom>
            <a:avLst/>
            <a:gdLst/>
            <a:ahLst/>
            <a:cxnLst/>
            <a:rect l="l" t="t" r="r" b="b"/>
            <a:pathLst>
              <a:path w="41275" h="43179">
                <a:moveTo>
                  <a:pt x="41148" y="0"/>
                </a:moveTo>
                <a:lnTo>
                  <a:pt x="0" y="0"/>
                </a:lnTo>
                <a:lnTo>
                  <a:pt x="0" y="42672"/>
                </a:lnTo>
                <a:lnTo>
                  <a:pt x="41148" y="42672"/>
                </a:lnTo>
                <a:lnTo>
                  <a:pt x="41148" y="0"/>
                </a:lnTo>
                <a:close/>
              </a:path>
            </a:pathLst>
          </a:custGeom>
          <a:solidFill>
            <a:srgbClr val="FFFFFF">
              <a:alpha val="1960"/>
            </a:srgbClr>
          </a:solidFill>
        </p:spPr>
        <p:txBody>
          <a:bodyPr wrap="square" lIns="0" tIns="0" rIns="0" bIns="0" rtlCol="0"/>
          <a:lstStyle/>
          <a:p>
            <a:endParaRPr/>
          </a:p>
        </p:txBody>
      </p:sp>
      <p:sp>
        <p:nvSpPr>
          <p:cNvPr id="113" name="object 113"/>
          <p:cNvSpPr/>
          <p:nvPr/>
        </p:nvSpPr>
        <p:spPr>
          <a:xfrm>
            <a:off x="10530840" y="4250435"/>
            <a:ext cx="76200" cy="71755"/>
          </a:xfrm>
          <a:custGeom>
            <a:avLst/>
            <a:gdLst/>
            <a:ahLst/>
            <a:cxnLst/>
            <a:rect l="l" t="t" r="r" b="b"/>
            <a:pathLst>
              <a:path w="76200" h="71754">
                <a:moveTo>
                  <a:pt x="76200" y="0"/>
                </a:moveTo>
                <a:lnTo>
                  <a:pt x="0" y="0"/>
                </a:lnTo>
                <a:lnTo>
                  <a:pt x="0" y="71628"/>
                </a:lnTo>
                <a:lnTo>
                  <a:pt x="76200" y="71628"/>
                </a:lnTo>
                <a:lnTo>
                  <a:pt x="76200" y="0"/>
                </a:lnTo>
                <a:close/>
              </a:path>
            </a:pathLst>
          </a:custGeom>
          <a:solidFill>
            <a:srgbClr val="FFFFFF">
              <a:alpha val="1960"/>
            </a:srgbClr>
          </a:solidFill>
        </p:spPr>
        <p:txBody>
          <a:bodyPr wrap="square" lIns="0" tIns="0" rIns="0" bIns="0" rtlCol="0"/>
          <a:lstStyle/>
          <a:p>
            <a:endParaRPr/>
          </a:p>
        </p:txBody>
      </p:sp>
      <p:sp>
        <p:nvSpPr>
          <p:cNvPr id="114" name="object 114"/>
          <p:cNvSpPr/>
          <p:nvPr/>
        </p:nvSpPr>
        <p:spPr>
          <a:xfrm>
            <a:off x="8970264" y="3820667"/>
            <a:ext cx="45720" cy="44450"/>
          </a:xfrm>
          <a:custGeom>
            <a:avLst/>
            <a:gdLst/>
            <a:ahLst/>
            <a:cxnLst/>
            <a:rect l="l" t="t" r="r" b="b"/>
            <a:pathLst>
              <a:path w="45720" h="44450">
                <a:moveTo>
                  <a:pt x="45720" y="0"/>
                </a:moveTo>
                <a:lnTo>
                  <a:pt x="0" y="0"/>
                </a:lnTo>
                <a:lnTo>
                  <a:pt x="0" y="44196"/>
                </a:lnTo>
                <a:lnTo>
                  <a:pt x="45720" y="44196"/>
                </a:lnTo>
                <a:lnTo>
                  <a:pt x="45720" y="0"/>
                </a:lnTo>
                <a:close/>
              </a:path>
            </a:pathLst>
          </a:custGeom>
          <a:solidFill>
            <a:srgbClr val="FFFFFF">
              <a:alpha val="1960"/>
            </a:srgbClr>
          </a:solidFill>
        </p:spPr>
        <p:txBody>
          <a:bodyPr wrap="square" lIns="0" tIns="0" rIns="0" bIns="0" rtlCol="0"/>
          <a:lstStyle/>
          <a:p>
            <a:endParaRPr/>
          </a:p>
        </p:txBody>
      </p:sp>
      <p:sp>
        <p:nvSpPr>
          <p:cNvPr id="115" name="object 115"/>
          <p:cNvSpPr/>
          <p:nvPr/>
        </p:nvSpPr>
        <p:spPr>
          <a:xfrm>
            <a:off x="7705344" y="3898391"/>
            <a:ext cx="79375" cy="79375"/>
          </a:xfrm>
          <a:custGeom>
            <a:avLst/>
            <a:gdLst/>
            <a:ahLst/>
            <a:cxnLst/>
            <a:rect l="l" t="t" r="r" b="b"/>
            <a:pathLst>
              <a:path w="79375" h="79375">
                <a:moveTo>
                  <a:pt x="79248" y="0"/>
                </a:moveTo>
                <a:lnTo>
                  <a:pt x="0" y="0"/>
                </a:lnTo>
                <a:lnTo>
                  <a:pt x="0" y="79248"/>
                </a:lnTo>
                <a:lnTo>
                  <a:pt x="79248" y="79248"/>
                </a:lnTo>
                <a:lnTo>
                  <a:pt x="79248" y="0"/>
                </a:lnTo>
                <a:close/>
              </a:path>
            </a:pathLst>
          </a:custGeom>
          <a:solidFill>
            <a:srgbClr val="FFFFFF">
              <a:alpha val="1960"/>
            </a:srgbClr>
          </a:solidFill>
        </p:spPr>
        <p:txBody>
          <a:bodyPr wrap="square" lIns="0" tIns="0" rIns="0" bIns="0" rtlCol="0"/>
          <a:lstStyle/>
          <a:p>
            <a:endParaRPr/>
          </a:p>
        </p:txBody>
      </p:sp>
      <p:sp>
        <p:nvSpPr>
          <p:cNvPr id="116" name="object 116"/>
          <p:cNvSpPr/>
          <p:nvPr/>
        </p:nvSpPr>
        <p:spPr>
          <a:xfrm>
            <a:off x="7499604" y="2468879"/>
            <a:ext cx="81280" cy="81280"/>
          </a:xfrm>
          <a:custGeom>
            <a:avLst/>
            <a:gdLst/>
            <a:ahLst/>
            <a:cxnLst/>
            <a:rect l="l" t="t" r="r" b="b"/>
            <a:pathLst>
              <a:path w="81279" h="81280">
                <a:moveTo>
                  <a:pt x="80772" y="0"/>
                </a:moveTo>
                <a:lnTo>
                  <a:pt x="0" y="0"/>
                </a:lnTo>
                <a:lnTo>
                  <a:pt x="0" y="80772"/>
                </a:lnTo>
                <a:lnTo>
                  <a:pt x="80772" y="80772"/>
                </a:lnTo>
                <a:lnTo>
                  <a:pt x="80772" y="0"/>
                </a:lnTo>
                <a:close/>
              </a:path>
            </a:pathLst>
          </a:custGeom>
          <a:solidFill>
            <a:srgbClr val="FFFFFF">
              <a:alpha val="1960"/>
            </a:srgbClr>
          </a:solidFill>
        </p:spPr>
        <p:txBody>
          <a:bodyPr wrap="square" lIns="0" tIns="0" rIns="0" bIns="0" rtlCol="0"/>
          <a:lstStyle/>
          <a:p>
            <a:endParaRPr/>
          </a:p>
        </p:txBody>
      </p:sp>
      <p:sp>
        <p:nvSpPr>
          <p:cNvPr id="117" name="object 117"/>
          <p:cNvSpPr/>
          <p:nvPr/>
        </p:nvSpPr>
        <p:spPr>
          <a:xfrm>
            <a:off x="6283452" y="3564635"/>
            <a:ext cx="50800" cy="47625"/>
          </a:xfrm>
          <a:custGeom>
            <a:avLst/>
            <a:gdLst/>
            <a:ahLst/>
            <a:cxnLst/>
            <a:rect l="l" t="t" r="r" b="b"/>
            <a:pathLst>
              <a:path w="50800" h="47625">
                <a:moveTo>
                  <a:pt x="50279" y="0"/>
                </a:moveTo>
                <a:lnTo>
                  <a:pt x="0" y="0"/>
                </a:lnTo>
                <a:lnTo>
                  <a:pt x="0" y="47244"/>
                </a:lnTo>
                <a:lnTo>
                  <a:pt x="50279" y="47244"/>
                </a:lnTo>
                <a:lnTo>
                  <a:pt x="50279" y="0"/>
                </a:lnTo>
                <a:close/>
              </a:path>
            </a:pathLst>
          </a:custGeom>
          <a:solidFill>
            <a:srgbClr val="FFFFFF">
              <a:alpha val="1960"/>
            </a:srgbClr>
          </a:solidFill>
        </p:spPr>
        <p:txBody>
          <a:bodyPr wrap="square" lIns="0" tIns="0" rIns="0" bIns="0" rtlCol="0"/>
          <a:lstStyle/>
          <a:p>
            <a:endParaRPr/>
          </a:p>
        </p:txBody>
      </p:sp>
      <p:sp>
        <p:nvSpPr>
          <p:cNvPr id="118" name="object 118"/>
          <p:cNvSpPr/>
          <p:nvPr/>
        </p:nvSpPr>
        <p:spPr>
          <a:xfrm>
            <a:off x="5321808" y="2346959"/>
            <a:ext cx="59690" cy="64135"/>
          </a:xfrm>
          <a:custGeom>
            <a:avLst/>
            <a:gdLst/>
            <a:ahLst/>
            <a:cxnLst/>
            <a:rect l="l" t="t" r="r" b="b"/>
            <a:pathLst>
              <a:path w="59689" h="64135">
                <a:moveTo>
                  <a:pt x="59436" y="0"/>
                </a:moveTo>
                <a:lnTo>
                  <a:pt x="0" y="0"/>
                </a:lnTo>
                <a:lnTo>
                  <a:pt x="0" y="64008"/>
                </a:lnTo>
                <a:lnTo>
                  <a:pt x="59436" y="64008"/>
                </a:lnTo>
                <a:lnTo>
                  <a:pt x="59436" y="0"/>
                </a:lnTo>
                <a:close/>
              </a:path>
            </a:pathLst>
          </a:custGeom>
          <a:solidFill>
            <a:srgbClr val="FFFFFF">
              <a:alpha val="1960"/>
            </a:srgbClr>
          </a:solidFill>
        </p:spPr>
        <p:txBody>
          <a:bodyPr wrap="square" lIns="0" tIns="0" rIns="0" bIns="0" rtlCol="0"/>
          <a:lstStyle/>
          <a:p>
            <a:endParaRPr/>
          </a:p>
        </p:txBody>
      </p:sp>
      <p:sp>
        <p:nvSpPr>
          <p:cNvPr id="119" name="object 119"/>
          <p:cNvSpPr/>
          <p:nvPr/>
        </p:nvSpPr>
        <p:spPr>
          <a:xfrm>
            <a:off x="5282184" y="3864863"/>
            <a:ext cx="113030" cy="113030"/>
          </a:xfrm>
          <a:custGeom>
            <a:avLst/>
            <a:gdLst/>
            <a:ahLst/>
            <a:cxnLst/>
            <a:rect l="l" t="t" r="r" b="b"/>
            <a:pathLst>
              <a:path w="113029" h="113029">
                <a:moveTo>
                  <a:pt x="112776" y="0"/>
                </a:moveTo>
                <a:lnTo>
                  <a:pt x="0" y="0"/>
                </a:lnTo>
                <a:lnTo>
                  <a:pt x="0" y="112776"/>
                </a:lnTo>
                <a:lnTo>
                  <a:pt x="112776" y="112776"/>
                </a:lnTo>
                <a:lnTo>
                  <a:pt x="112776" y="0"/>
                </a:lnTo>
                <a:close/>
              </a:path>
            </a:pathLst>
          </a:custGeom>
          <a:solidFill>
            <a:srgbClr val="FFFFFF">
              <a:alpha val="1960"/>
            </a:srgbClr>
          </a:solidFill>
        </p:spPr>
        <p:txBody>
          <a:bodyPr wrap="square" lIns="0" tIns="0" rIns="0" bIns="0" rtlCol="0"/>
          <a:lstStyle/>
          <a:p>
            <a:endParaRPr/>
          </a:p>
        </p:txBody>
      </p:sp>
      <p:sp>
        <p:nvSpPr>
          <p:cNvPr id="120" name="object 120"/>
          <p:cNvSpPr/>
          <p:nvPr/>
        </p:nvSpPr>
        <p:spPr>
          <a:xfrm>
            <a:off x="4407408" y="4696967"/>
            <a:ext cx="143510" cy="144780"/>
          </a:xfrm>
          <a:custGeom>
            <a:avLst/>
            <a:gdLst/>
            <a:ahLst/>
            <a:cxnLst/>
            <a:rect l="l" t="t" r="r" b="b"/>
            <a:pathLst>
              <a:path w="143510" h="144779">
                <a:moveTo>
                  <a:pt x="143256" y="0"/>
                </a:moveTo>
                <a:lnTo>
                  <a:pt x="0" y="0"/>
                </a:lnTo>
                <a:lnTo>
                  <a:pt x="0" y="144780"/>
                </a:lnTo>
                <a:lnTo>
                  <a:pt x="143256" y="144780"/>
                </a:lnTo>
                <a:lnTo>
                  <a:pt x="143256" y="0"/>
                </a:lnTo>
                <a:close/>
              </a:path>
            </a:pathLst>
          </a:custGeom>
          <a:solidFill>
            <a:srgbClr val="FFFFFF">
              <a:alpha val="1960"/>
            </a:srgbClr>
          </a:solidFill>
        </p:spPr>
        <p:txBody>
          <a:bodyPr wrap="square" lIns="0" tIns="0" rIns="0" bIns="0" rtlCol="0"/>
          <a:lstStyle/>
          <a:p>
            <a:endParaRPr/>
          </a:p>
        </p:txBody>
      </p:sp>
      <p:sp>
        <p:nvSpPr>
          <p:cNvPr id="121" name="object 121"/>
          <p:cNvSpPr/>
          <p:nvPr/>
        </p:nvSpPr>
        <p:spPr>
          <a:xfrm>
            <a:off x="3212592" y="2912363"/>
            <a:ext cx="41275" cy="45720"/>
          </a:xfrm>
          <a:custGeom>
            <a:avLst/>
            <a:gdLst/>
            <a:ahLst/>
            <a:cxnLst/>
            <a:rect l="l" t="t" r="r" b="b"/>
            <a:pathLst>
              <a:path w="41275" h="45719">
                <a:moveTo>
                  <a:pt x="41148" y="0"/>
                </a:moveTo>
                <a:lnTo>
                  <a:pt x="0" y="0"/>
                </a:lnTo>
                <a:lnTo>
                  <a:pt x="0" y="45720"/>
                </a:lnTo>
                <a:lnTo>
                  <a:pt x="41148" y="45720"/>
                </a:lnTo>
                <a:lnTo>
                  <a:pt x="41148" y="0"/>
                </a:lnTo>
                <a:close/>
              </a:path>
            </a:pathLst>
          </a:custGeom>
          <a:solidFill>
            <a:srgbClr val="FFFFFF">
              <a:alpha val="1960"/>
            </a:srgbClr>
          </a:solidFill>
        </p:spPr>
        <p:txBody>
          <a:bodyPr wrap="square" lIns="0" tIns="0" rIns="0" bIns="0" rtlCol="0"/>
          <a:lstStyle/>
          <a:p>
            <a:endParaRPr/>
          </a:p>
        </p:txBody>
      </p:sp>
      <p:sp>
        <p:nvSpPr>
          <p:cNvPr id="122" name="object 122"/>
          <p:cNvSpPr/>
          <p:nvPr/>
        </p:nvSpPr>
        <p:spPr>
          <a:xfrm>
            <a:off x="2365248" y="4040123"/>
            <a:ext cx="33655" cy="32384"/>
          </a:xfrm>
          <a:custGeom>
            <a:avLst/>
            <a:gdLst/>
            <a:ahLst/>
            <a:cxnLst/>
            <a:rect l="l" t="t" r="r" b="b"/>
            <a:pathLst>
              <a:path w="33655" h="32385">
                <a:moveTo>
                  <a:pt x="33528" y="0"/>
                </a:moveTo>
                <a:lnTo>
                  <a:pt x="0" y="0"/>
                </a:lnTo>
                <a:lnTo>
                  <a:pt x="0" y="32004"/>
                </a:lnTo>
                <a:lnTo>
                  <a:pt x="33528" y="32004"/>
                </a:lnTo>
                <a:lnTo>
                  <a:pt x="33528" y="0"/>
                </a:lnTo>
                <a:close/>
              </a:path>
            </a:pathLst>
          </a:custGeom>
          <a:solidFill>
            <a:srgbClr val="FFFFFF">
              <a:alpha val="1960"/>
            </a:srgbClr>
          </a:solidFill>
        </p:spPr>
        <p:txBody>
          <a:bodyPr wrap="square" lIns="0" tIns="0" rIns="0" bIns="0" rtlCol="0"/>
          <a:lstStyle/>
          <a:p>
            <a:endParaRPr/>
          </a:p>
        </p:txBody>
      </p:sp>
      <p:sp>
        <p:nvSpPr>
          <p:cNvPr id="123" name="object 123"/>
          <p:cNvSpPr/>
          <p:nvPr/>
        </p:nvSpPr>
        <p:spPr>
          <a:xfrm>
            <a:off x="1653527" y="4783835"/>
            <a:ext cx="109855" cy="108585"/>
          </a:xfrm>
          <a:custGeom>
            <a:avLst/>
            <a:gdLst/>
            <a:ahLst/>
            <a:cxnLst/>
            <a:rect l="l" t="t" r="r" b="b"/>
            <a:pathLst>
              <a:path w="109855" h="108585">
                <a:moveTo>
                  <a:pt x="109728" y="0"/>
                </a:moveTo>
                <a:lnTo>
                  <a:pt x="0" y="0"/>
                </a:lnTo>
                <a:lnTo>
                  <a:pt x="0" y="108204"/>
                </a:lnTo>
                <a:lnTo>
                  <a:pt x="109728" y="108204"/>
                </a:lnTo>
                <a:lnTo>
                  <a:pt x="109728" y="0"/>
                </a:lnTo>
                <a:close/>
              </a:path>
            </a:pathLst>
          </a:custGeom>
          <a:solidFill>
            <a:srgbClr val="FFFFFF">
              <a:alpha val="1960"/>
            </a:srgbClr>
          </a:solidFill>
        </p:spPr>
        <p:txBody>
          <a:bodyPr wrap="square" lIns="0" tIns="0" rIns="0" bIns="0" rtlCol="0"/>
          <a:lstStyle/>
          <a:p>
            <a:endParaRPr/>
          </a:p>
        </p:txBody>
      </p:sp>
      <p:sp>
        <p:nvSpPr>
          <p:cNvPr id="124" name="object 124"/>
          <p:cNvSpPr/>
          <p:nvPr/>
        </p:nvSpPr>
        <p:spPr>
          <a:xfrm>
            <a:off x="2694432" y="774204"/>
            <a:ext cx="71755" cy="68580"/>
          </a:xfrm>
          <a:custGeom>
            <a:avLst/>
            <a:gdLst/>
            <a:ahLst/>
            <a:cxnLst/>
            <a:rect l="l" t="t" r="r" b="b"/>
            <a:pathLst>
              <a:path w="71755" h="68580">
                <a:moveTo>
                  <a:pt x="71615" y="0"/>
                </a:moveTo>
                <a:lnTo>
                  <a:pt x="0" y="0"/>
                </a:lnTo>
                <a:lnTo>
                  <a:pt x="0" y="68567"/>
                </a:lnTo>
                <a:lnTo>
                  <a:pt x="71615" y="68567"/>
                </a:lnTo>
                <a:lnTo>
                  <a:pt x="71615" y="0"/>
                </a:lnTo>
                <a:close/>
              </a:path>
            </a:pathLst>
          </a:custGeom>
          <a:solidFill>
            <a:srgbClr val="FFFFFF">
              <a:alpha val="1960"/>
            </a:srgbClr>
          </a:solidFill>
        </p:spPr>
        <p:txBody>
          <a:bodyPr wrap="square" lIns="0" tIns="0" rIns="0" bIns="0" rtlCol="0"/>
          <a:lstStyle/>
          <a:p>
            <a:endParaRPr/>
          </a:p>
        </p:txBody>
      </p:sp>
      <p:sp>
        <p:nvSpPr>
          <p:cNvPr id="125" name="object 125"/>
          <p:cNvSpPr/>
          <p:nvPr/>
        </p:nvSpPr>
        <p:spPr>
          <a:xfrm>
            <a:off x="1741932" y="617219"/>
            <a:ext cx="71755" cy="71755"/>
          </a:xfrm>
          <a:custGeom>
            <a:avLst/>
            <a:gdLst/>
            <a:ahLst/>
            <a:cxnLst/>
            <a:rect l="l" t="t" r="r" b="b"/>
            <a:pathLst>
              <a:path w="71755" h="71754">
                <a:moveTo>
                  <a:pt x="71615" y="0"/>
                </a:moveTo>
                <a:lnTo>
                  <a:pt x="0" y="0"/>
                </a:lnTo>
                <a:lnTo>
                  <a:pt x="0" y="71628"/>
                </a:lnTo>
                <a:lnTo>
                  <a:pt x="71615" y="71628"/>
                </a:lnTo>
                <a:lnTo>
                  <a:pt x="71615" y="0"/>
                </a:lnTo>
                <a:close/>
              </a:path>
            </a:pathLst>
          </a:custGeom>
          <a:solidFill>
            <a:srgbClr val="FFFFFF">
              <a:alpha val="1960"/>
            </a:srgbClr>
          </a:solidFill>
        </p:spPr>
        <p:txBody>
          <a:bodyPr wrap="square" lIns="0" tIns="0" rIns="0" bIns="0" rtlCol="0"/>
          <a:lstStyle/>
          <a:p>
            <a:endParaRPr/>
          </a:p>
        </p:txBody>
      </p:sp>
      <p:sp>
        <p:nvSpPr>
          <p:cNvPr id="126" name="object 126"/>
          <p:cNvSpPr/>
          <p:nvPr/>
        </p:nvSpPr>
        <p:spPr>
          <a:xfrm>
            <a:off x="1380744" y="1857755"/>
            <a:ext cx="44450" cy="41275"/>
          </a:xfrm>
          <a:custGeom>
            <a:avLst/>
            <a:gdLst/>
            <a:ahLst/>
            <a:cxnLst/>
            <a:rect l="l" t="t" r="r" b="b"/>
            <a:pathLst>
              <a:path w="44450" h="41275">
                <a:moveTo>
                  <a:pt x="44196" y="0"/>
                </a:moveTo>
                <a:lnTo>
                  <a:pt x="0" y="0"/>
                </a:lnTo>
                <a:lnTo>
                  <a:pt x="0" y="41148"/>
                </a:lnTo>
                <a:lnTo>
                  <a:pt x="44196" y="41148"/>
                </a:lnTo>
                <a:lnTo>
                  <a:pt x="44196" y="0"/>
                </a:lnTo>
                <a:close/>
              </a:path>
            </a:pathLst>
          </a:custGeom>
          <a:solidFill>
            <a:srgbClr val="FFFFFF">
              <a:alpha val="1960"/>
            </a:srgbClr>
          </a:solidFill>
        </p:spPr>
        <p:txBody>
          <a:bodyPr wrap="square" lIns="0" tIns="0" rIns="0" bIns="0" rtlCol="0"/>
          <a:lstStyle/>
          <a:p>
            <a:endParaRPr/>
          </a:p>
        </p:txBody>
      </p:sp>
      <p:sp>
        <p:nvSpPr>
          <p:cNvPr id="127" name="object 127"/>
          <p:cNvSpPr/>
          <p:nvPr/>
        </p:nvSpPr>
        <p:spPr>
          <a:xfrm>
            <a:off x="2346960" y="3250691"/>
            <a:ext cx="102235" cy="104139"/>
          </a:xfrm>
          <a:custGeom>
            <a:avLst/>
            <a:gdLst/>
            <a:ahLst/>
            <a:cxnLst/>
            <a:rect l="l" t="t" r="r" b="b"/>
            <a:pathLst>
              <a:path w="102235" h="104139">
                <a:moveTo>
                  <a:pt x="102108" y="0"/>
                </a:moveTo>
                <a:lnTo>
                  <a:pt x="0" y="0"/>
                </a:lnTo>
                <a:lnTo>
                  <a:pt x="0" y="103632"/>
                </a:lnTo>
                <a:lnTo>
                  <a:pt x="102108" y="103632"/>
                </a:lnTo>
                <a:lnTo>
                  <a:pt x="102108" y="0"/>
                </a:lnTo>
                <a:close/>
              </a:path>
            </a:pathLst>
          </a:custGeom>
          <a:solidFill>
            <a:srgbClr val="FFFFFF">
              <a:alpha val="1960"/>
            </a:srgbClr>
          </a:solidFill>
        </p:spPr>
        <p:txBody>
          <a:bodyPr wrap="square" lIns="0" tIns="0" rIns="0" bIns="0" rtlCol="0"/>
          <a:lstStyle/>
          <a:p>
            <a:endParaRPr/>
          </a:p>
        </p:txBody>
      </p:sp>
      <p:sp>
        <p:nvSpPr>
          <p:cNvPr id="128" name="object 128"/>
          <p:cNvSpPr/>
          <p:nvPr/>
        </p:nvSpPr>
        <p:spPr>
          <a:xfrm>
            <a:off x="3968496" y="4165091"/>
            <a:ext cx="53340" cy="52069"/>
          </a:xfrm>
          <a:custGeom>
            <a:avLst/>
            <a:gdLst/>
            <a:ahLst/>
            <a:cxnLst/>
            <a:rect l="l" t="t" r="r" b="b"/>
            <a:pathLst>
              <a:path w="53339" h="52070">
                <a:moveTo>
                  <a:pt x="53340" y="0"/>
                </a:moveTo>
                <a:lnTo>
                  <a:pt x="0" y="0"/>
                </a:lnTo>
                <a:lnTo>
                  <a:pt x="0" y="51816"/>
                </a:lnTo>
                <a:lnTo>
                  <a:pt x="53340" y="51816"/>
                </a:lnTo>
                <a:lnTo>
                  <a:pt x="53340" y="0"/>
                </a:lnTo>
                <a:close/>
              </a:path>
            </a:pathLst>
          </a:custGeom>
          <a:solidFill>
            <a:srgbClr val="FFFFFF">
              <a:alpha val="1960"/>
            </a:srgbClr>
          </a:solidFill>
        </p:spPr>
        <p:txBody>
          <a:bodyPr wrap="square" lIns="0" tIns="0" rIns="0" bIns="0" rtlCol="0"/>
          <a:lstStyle/>
          <a:p>
            <a:endParaRPr/>
          </a:p>
        </p:txBody>
      </p:sp>
      <p:sp>
        <p:nvSpPr>
          <p:cNvPr id="129" name="object 129"/>
          <p:cNvSpPr/>
          <p:nvPr/>
        </p:nvSpPr>
        <p:spPr>
          <a:xfrm>
            <a:off x="6393180" y="4657344"/>
            <a:ext cx="85725" cy="83820"/>
          </a:xfrm>
          <a:custGeom>
            <a:avLst/>
            <a:gdLst/>
            <a:ahLst/>
            <a:cxnLst/>
            <a:rect l="l" t="t" r="r" b="b"/>
            <a:pathLst>
              <a:path w="85725" h="83820">
                <a:moveTo>
                  <a:pt x="85344" y="0"/>
                </a:moveTo>
                <a:lnTo>
                  <a:pt x="0" y="0"/>
                </a:lnTo>
                <a:lnTo>
                  <a:pt x="0" y="83820"/>
                </a:lnTo>
                <a:lnTo>
                  <a:pt x="85344" y="83820"/>
                </a:lnTo>
                <a:lnTo>
                  <a:pt x="85344" y="0"/>
                </a:lnTo>
                <a:close/>
              </a:path>
            </a:pathLst>
          </a:custGeom>
          <a:solidFill>
            <a:srgbClr val="FFFFFF">
              <a:alpha val="1960"/>
            </a:srgbClr>
          </a:solidFill>
        </p:spPr>
        <p:txBody>
          <a:bodyPr wrap="square" lIns="0" tIns="0" rIns="0" bIns="0" rtlCol="0"/>
          <a:lstStyle/>
          <a:p>
            <a:endParaRPr/>
          </a:p>
        </p:txBody>
      </p:sp>
      <p:sp>
        <p:nvSpPr>
          <p:cNvPr id="130" name="object 130"/>
          <p:cNvSpPr/>
          <p:nvPr/>
        </p:nvSpPr>
        <p:spPr>
          <a:xfrm>
            <a:off x="8695944" y="5779008"/>
            <a:ext cx="88900" cy="86995"/>
          </a:xfrm>
          <a:custGeom>
            <a:avLst/>
            <a:gdLst/>
            <a:ahLst/>
            <a:cxnLst/>
            <a:rect l="l" t="t" r="r" b="b"/>
            <a:pathLst>
              <a:path w="88900" h="86995">
                <a:moveTo>
                  <a:pt x="88392" y="0"/>
                </a:moveTo>
                <a:lnTo>
                  <a:pt x="0" y="0"/>
                </a:lnTo>
                <a:lnTo>
                  <a:pt x="0" y="86868"/>
                </a:lnTo>
                <a:lnTo>
                  <a:pt x="88392" y="86868"/>
                </a:lnTo>
                <a:lnTo>
                  <a:pt x="88392" y="0"/>
                </a:lnTo>
                <a:close/>
              </a:path>
            </a:pathLst>
          </a:custGeom>
          <a:solidFill>
            <a:srgbClr val="FFFFFF">
              <a:alpha val="1960"/>
            </a:srgbClr>
          </a:solidFill>
        </p:spPr>
        <p:txBody>
          <a:bodyPr wrap="square" lIns="0" tIns="0" rIns="0" bIns="0" rtlCol="0"/>
          <a:lstStyle/>
          <a:p>
            <a:endParaRPr/>
          </a:p>
        </p:txBody>
      </p:sp>
      <p:sp>
        <p:nvSpPr>
          <p:cNvPr id="131" name="object 131"/>
          <p:cNvSpPr/>
          <p:nvPr/>
        </p:nvSpPr>
        <p:spPr>
          <a:xfrm>
            <a:off x="8397240" y="263651"/>
            <a:ext cx="205740" cy="205740"/>
          </a:xfrm>
          <a:custGeom>
            <a:avLst/>
            <a:gdLst/>
            <a:ahLst/>
            <a:cxnLst/>
            <a:rect l="l" t="t" r="r" b="b"/>
            <a:pathLst>
              <a:path w="205740" h="205740">
                <a:moveTo>
                  <a:pt x="205740" y="0"/>
                </a:moveTo>
                <a:lnTo>
                  <a:pt x="0" y="0"/>
                </a:lnTo>
                <a:lnTo>
                  <a:pt x="0" y="205740"/>
                </a:lnTo>
                <a:lnTo>
                  <a:pt x="205740" y="205740"/>
                </a:lnTo>
                <a:lnTo>
                  <a:pt x="205740" y="0"/>
                </a:lnTo>
                <a:close/>
              </a:path>
            </a:pathLst>
          </a:custGeom>
          <a:solidFill>
            <a:srgbClr val="FFFFFF">
              <a:alpha val="1960"/>
            </a:srgbClr>
          </a:solidFill>
        </p:spPr>
        <p:txBody>
          <a:bodyPr wrap="square" lIns="0" tIns="0" rIns="0" bIns="0" rtlCol="0"/>
          <a:lstStyle/>
          <a:p>
            <a:endParaRPr/>
          </a:p>
        </p:txBody>
      </p:sp>
      <p:sp>
        <p:nvSpPr>
          <p:cNvPr id="132" name="object 132"/>
          <p:cNvSpPr/>
          <p:nvPr/>
        </p:nvSpPr>
        <p:spPr>
          <a:xfrm>
            <a:off x="8564880" y="758951"/>
            <a:ext cx="81280" cy="29209"/>
          </a:xfrm>
          <a:custGeom>
            <a:avLst/>
            <a:gdLst/>
            <a:ahLst/>
            <a:cxnLst/>
            <a:rect l="l" t="t" r="r" b="b"/>
            <a:pathLst>
              <a:path w="81279" h="29209">
                <a:moveTo>
                  <a:pt x="80772" y="0"/>
                </a:moveTo>
                <a:lnTo>
                  <a:pt x="0" y="0"/>
                </a:lnTo>
                <a:lnTo>
                  <a:pt x="0" y="28956"/>
                </a:lnTo>
                <a:lnTo>
                  <a:pt x="21246" y="24068"/>
                </a:lnTo>
                <a:lnTo>
                  <a:pt x="41576" y="18907"/>
                </a:lnTo>
                <a:lnTo>
                  <a:pt x="61311" y="13150"/>
                </a:lnTo>
                <a:lnTo>
                  <a:pt x="80772" y="6476"/>
                </a:lnTo>
                <a:lnTo>
                  <a:pt x="80772" y="0"/>
                </a:lnTo>
                <a:close/>
              </a:path>
            </a:pathLst>
          </a:custGeom>
          <a:solidFill>
            <a:srgbClr val="FFFFFF">
              <a:alpha val="1960"/>
            </a:srgbClr>
          </a:solidFill>
        </p:spPr>
        <p:txBody>
          <a:bodyPr wrap="square" lIns="0" tIns="0" rIns="0" bIns="0" rtlCol="0"/>
          <a:lstStyle/>
          <a:p>
            <a:endParaRPr/>
          </a:p>
        </p:txBody>
      </p:sp>
      <p:sp>
        <p:nvSpPr>
          <p:cNvPr id="133" name="object 133"/>
          <p:cNvSpPr/>
          <p:nvPr/>
        </p:nvSpPr>
        <p:spPr>
          <a:xfrm>
            <a:off x="10232136" y="2401823"/>
            <a:ext cx="190500" cy="189230"/>
          </a:xfrm>
          <a:custGeom>
            <a:avLst/>
            <a:gdLst/>
            <a:ahLst/>
            <a:cxnLst/>
            <a:rect l="l" t="t" r="r" b="b"/>
            <a:pathLst>
              <a:path w="190500" h="189230">
                <a:moveTo>
                  <a:pt x="190500" y="0"/>
                </a:moveTo>
                <a:lnTo>
                  <a:pt x="0" y="0"/>
                </a:lnTo>
                <a:lnTo>
                  <a:pt x="0" y="188976"/>
                </a:lnTo>
                <a:lnTo>
                  <a:pt x="190500" y="188976"/>
                </a:lnTo>
                <a:lnTo>
                  <a:pt x="190500" y="0"/>
                </a:lnTo>
                <a:close/>
              </a:path>
            </a:pathLst>
          </a:custGeom>
          <a:solidFill>
            <a:srgbClr val="FFFFFF">
              <a:alpha val="1960"/>
            </a:srgbClr>
          </a:solidFill>
        </p:spPr>
        <p:txBody>
          <a:bodyPr wrap="square" lIns="0" tIns="0" rIns="0" bIns="0" rtlCol="0"/>
          <a:lstStyle/>
          <a:p>
            <a:endParaRPr/>
          </a:p>
        </p:txBody>
      </p:sp>
      <p:sp>
        <p:nvSpPr>
          <p:cNvPr id="134" name="object 134"/>
          <p:cNvSpPr/>
          <p:nvPr/>
        </p:nvSpPr>
        <p:spPr>
          <a:xfrm>
            <a:off x="10247376" y="2148839"/>
            <a:ext cx="158750" cy="160020"/>
          </a:xfrm>
          <a:custGeom>
            <a:avLst/>
            <a:gdLst/>
            <a:ahLst/>
            <a:cxnLst/>
            <a:rect l="l" t="t" r="r" b="b"/>
            <a:pathLst>
              <a:path w="158750" h="160019">
                <a:moveTo>
                  <a:pt x="158496" y="0"/>
                </a:moveTo>
                <a:lnTo>
                  <a:pt x="0" y="0"/>
                </a:lnTo>
                <a:lnTo>
                  <a:pt x="0" y="160020"/>
                </a:lnTo>
                <a:lnTo>
                  <a:pt x="158496" y="160020"/>
                </a:lnTo>
                <a:lnTo>
                  <a:pt x="158496" y="0"/>
                </a:lnTo>
                <a:close/>
              </a:path>
            </a:pathLst>
          </a:custGeom>
          <a:solidFill>
            <a:srgbClr val="FFFFFF">
              <a:alpha val="1960"/>
            </a:srgbClr>
          </a:solidFill>
        </p:spPr>
        <p:txBody>
          <a:bodyPr wrap="square" lIns="0" tIns="0" rIns="0" bIns="0" rtlCol="0"/>
          <a:lstStyle/>
          <a:p>
            <a:endParaRPr/>
          </a:p>
        </p:txBody>
      </p:sp>
      <p:sp>
        <p:nvSpPr>
          <p:cNvPr id="135" name="object 135"/>
          <p:cNvSpPr/>
          <p:nvPr/>
        </p:nvSpPr>
        <p:spPr>
          <a:xfrm>
            <a:off x="10212324" y="1196339"/>
            <a:ext cx="135890" cy="139065"/>
          </a:xfrm>
          <a:custGeom>
            <a:avLst/>
            <a:gdLst/>
            <a:ahLst/>
            <a:cxnLst/>
            <a:rect l="l" t="t" r="r" b="b"/>
            <a:pathLst>
              <a:path w="135890" h="139065">
                <a:moveTo>
                  <a:pt x="135636" y="0"/>
                </a:moveTo>
                <a:lnTo>
                  <a:pt x="0" y="0"/>
                </a:lnTo>
                <a:lnTo>
                  <a:pt x="0" y="138684"/>
                </a:lnTo>
                <a:lnTo>
                  <a:pt x="135636" y="138684"/>
                </a:lnTo>
                <a:lnTo>
                  <a:pt x="135636" y="0"/>
                </a:lnTo>
                <a:close/>
              </a:path>
            </a:pathLst>
          </a:custGeom>
          <a:solidFill>
            <a:srgbClr val="FFFFFF">
              <a:alpha val="1960"/>
            </a:srgbClr>
          </a:solidFill>
        </p:spPr>
        <p:txBody>
          <a:bodyPr wrap="square" lIns="0" tIns="0" rIns="0" bIns="0" rtlCol="0"/>
          <a:lstStyle/>
          <a:p>
            <a:endParaRPr/>
          </a:p>
        </p:txBody>
      </p:sp>
      <p:sp>
        <p:nvSpPr>
          <p:cNvPr id="136" name="object 136"/>
          <p:cNvSpPr/>
          <p:nvPr/>
        </p:nvSpPr>
        <p:spPr>
          <a:xfrm>
            <a:off x="2417064" y="1937003"/>
            <a:ext cx="190500" cy="190500"/>
          </a:xfrm>
          <a:custGeom>
            <a:avLst/>
            <a:gdLst/>
            <a:ahLst/>
            <a:cxnLst/>
            <a:rect l="l" t="t" r="r" b="b"/>
            <a:pathLst>
              <a:path w="190500" h="190500">
                <a:moveTo>
                  <a:pt x="190500" y="0"/>
                </a:moveTo>
                <a:lnTo>
                  <a:pt x="0" y="0"/>
                </a:lnTo>
                <a:lnTo>
                  <a:pt x="0" y="190500"/>
                </a:lnTo>
                <a:lnTo>
                  <a:pt x="190500" y="190500"/>
                </a:lnTo>
                <a:lnTo>
                  <a:pt x="190500" y="0"/>
                </a:lnTo>
                <a:close/>
              </a:path>
            </a:pathLst>
          </a:custGeom>
          <a:solidFill>
            <a:srgbClr val="FFFFFF">
              <a:alpha val="1960"/>
            </a:srgbClr>
          </a:solidFill>
        </p:spPr>
        <p:txBody>
          <a:bodyPr wrap="square" lIns="0" tIns="0" rIns="0" bIns="0" rtlCol="0"/>
          <a:lstStyle/>
          <a:p>
            <a:endParaRPr/>
          </a:p>
        </p:txBody>
      </p:sp>
      <p:sp>
        <p:nvSpPr>
          <p:cNvPr id="137" name="object 137"/>
          <p:cNvSpPr/>
          <p:nvPr/>
        </p:nvSpPr>
        <p:spPr>
          <a:xfrm>
            <a:off x="2433827" y="1744979"/>
            <a:ext cx="157480" cy="99060"/>
          </a:xfrm>
          <a:custGeom>
            <a:avLst/>
            <a:gdLst/>
            <a:ahLst/>
            <a:cxnLst/>
            <a:rect l="l" t="t" r="r" b="b"/>
            <a:pathLst>
              <a:path w="157480" h="99060">
                <a:moveTo>
                  <a:pt x="73660" y="0"/>
                </a:moveTo>
                <a:lnTo>
                  <a:pt x="54935" y="595"/>
                </a:lnTo>
                <a:lnTo>
                  <a:pt x="36830" y="2381"/>
                </a:lnTo>
                <a:lnTo>
                  <a:pt x="18724" y="5357"/>
                </a:lnTo>
                <a:lnTo>
                  <a:pt x="0" y="9525"/>
                </a:lnTo>
                <a:lnTo>
                  <a:pt x="0" y="99060"/>
                </a:lnTo>
                <a:lnTo>
                  <a:pt x="156972" y="99060"/>
                </a:lnTo>
                <a:lnTo>
                  <a:pt x="156972" y="12827"/>
                </a:lnTo>
                <a:lnTo>
                  <a:pt x="137185" y="6750"/>
                </a:lnTo>
                <a:lnTo>
                  <a:pt x="116506" y="2793"/>
                </a:lnTo>
                <a:lnTo>
                  <a:pt x="95232" y="646"/>
                </a:lnTo>
                <a:lnTo>
                  <a:pt x="73660" y="0"/>
                </a:lnTo>
                <a:close/>
              </a:path>
            </a:pathLst>
          </a:custGeom>
          <a:solidFill>
            <a:srgbClr val="FFFFFF">
              <a:alpha val="1960"/>
            </a:srgbClr>
          </a:solidFill>
        </p:spPr>
        <p:txBody>
          <a:bodyPr wrap="square" lIns="0" tIns="0" rIns="0" bIns="0" rtlCol="0"/>
          <a:lstStyle/>
          <a:p>
            <a:endParaRPr/>
          </a:p>
        </p:txBody>
      </p:sp>
      <p:sp>
        <p:nvSpPr>
          <p:cNvPr id="138" name="object 138"/>
          <p:cNvSpPr/>
          <p:nvPr/>
        </p:nvSpPr>
        <p:spPr>
          <a:xfrm>
            <a:off x="7071360" y="1470659"/>
            <a:ext cx="152400" cy="152400"/>
          </a:xfrm>
          <a:custGeom>
            <a:avLst/>
            <a:gdLst/>
            <a:ahLst/>
            <a:cxnLst/>
            <a:rect l="l" t="t" r="r" b="b"/>
            <a:pathLst>
              <a:path w="152400" h="152400">
                <a:moveTo>
                  <a:pt x="152400" y="0"/>
                </a:moveTo>
                <a:lnTo>
                  <a:pt x="0" y="0"/>
                </a:lnTo>
                <a:lnTo>
                  <a:pt x="0" y="152400"/>
                </a:lnTo>
                <a:lnTo>
                  <a:pt x="152400" y="152400"/>
                </a:lnTo>
                <a:lnTo>
                  <a:pt x="152400" y="0"/>
                </a:lnTo>
                <a:close/>
              </a:path>
            </a:pathLst>
          </a:custGeom>
          <a:solidFill>
            <a:srgbClr val="FFFFFF">
              <a:alpha val="1960"/>
            </a:srgbClr>
          </a:solidFill>
        </p:spPr>
        <p:txBody>
          <a:bodyPr wrap="square" lIns="0" tIns="0" rIns="0" bIns="0" rtlCol="0"/>
          <a:lstStyle/>
          <a:p>
            <a:endParaRPr/>
          </a:p>
        </p:txBody>
      </p:sp>
      <p:sp>
        <p:nvSpPr>
          <p:cNvPr id="139" name="object 139"/>
          <p:cNvSpPr/>
          <p:nvPr/>
        </p:nvSpPr>
        <p:spPr>
          <a:xfrm>
            <a:off x="7571232" y="1460499"/>
            <a:ext cx="21590" cy="148590"/>
          </a:xfrm>
          <a:custGeom>
            <a:avLst/>
            <a:gdLst/>
            <a:ahLst/>
            <a:cxnLst/>
            <a:rect l="l" t="t" r="r" b="b"/>
            <a:pathLst>
              <a:path w="21590" h="148590">
                <a:moveTo>
                  <a:pt x="21336" y="80645"/>
                </a:moveTo>
                <a:lnTo>
                  <a:pt x="20802" y="63792"/>
                </a:lnTo>
                <a:lnTo>
                  <a:pt x="19431" y="46926"/>
                </a:lnTo>
                <a:lnTo>
                  <a:pt x="17475" y="30073"/>
                </a:lnTo>
                <a:lnTo>
                  <a:pt x="15240" y="13208"/>
                </a:lnTo>
                <a:lnTo>
                  <a:pt x="15240" y="12700"/>
                </a:lnTo>
                <a:lnTo>
                  <a:pt x="15240" y="2540"/>
                </a:lnTo>
                <a:lnTo>
                  <a:pt x="15240" y="0"/>
                </a:lnTo>
                <a:lnTo>
                  <a:pt x="0" y="0"/>
                </a:lnTo>
                <a:lnTo>
                  <a:pt x="0" y="2540"/>
                </a:lnTo>
                <a:lnTo>
                  <a:pt x="0" y="12700"/>
                </a:lnTo>
                <a:lnTo>
                  <a:pt x="0" y="148590"/>
                </a:lnTo>
                <a:lnTo>
                  <a:pt x="15240" y="148590"/>
                </a:lnTo>
                <a:lnTo>
                  <a:pt x="15240" y="135128"/>
                </a:lnTo>
                <a:lnTo>
                  <a:pt x="17475" y="122567"/>
                </a:lnTo>
                <a:lnTo>
                  <a:pt x="19431" y="109080"/>
                </a:lnTo>
                <a:lnTo>
                  <a:pt x="20802" y="95008"/>
                </a:lnTo>
                <a:lnTo>
                  <a:pt x="21336" y="80645"/>
                </a:lnTo>
                <a:close/>
              </a:path>
            </a:pathLst>
          </a:custGeom>
          <a:solidFill>
            <a:srgbClr val="FFFFFF">
              <a:alpha val="1960"/>
            </a:srgbClr>
          </a:solidFill>
        </p:spPr>
        <p:txBody>
          <a:bodyPr wrap="square" lIns="0" tIns="0" rIns="0" bIns="0" rtlCol="0"/>
          <a:lstStyle/>
          <a:p>
            <a:endParaRPr/>
          </a:p>
        </p:txBody>
      </p:sp>
      <p:sp>
        <p:nvSpPr>
          <p:cNvPr id="140" name="object 140"/>
          <p:cNvSpPr/>
          <p:nvPr/>
        </p:nvSpPr>
        <p:spPr>
          <a:xfrm>
            <a:off x="5059680" y="736599"/>
            <a:ext cx="106680" cy="109220"/>
          </a:xfrm>
          <a:custGeom>
            <a:avLst/>
            <a:gdLst/>
            <a:ahLst/>
            <a:cxnLst/>
            <a:rect l="l" t="t" r="r" b="b"/>
            <a:pathLst>
              <a:path w="106679" h="109219">
                <a:moveTo>
                  <a:pt x="106680" y="96520"/>
                </a:moveTo>
                <a:lnTo>
                  <a:pt x="100330" y="96520"/>
                </a:lnTo>
                <a:lnTo>
                  <a:pt x="92964" y="96520"/>
                </a:lnTo>
                <a:lnTo>
                  <a:pt x="92964" y="13208"/>
                </a:lnTo>
                <a:lnTo>
                  <a:pt x="12192" y="13208"/>
                </a:lnTo>
                <a:lnTo>
                  <a:pt x="12192" y="96520"/>
                </a:lnTo>
                <a:lnTo>
                  <a:pt x="0" y="96520"/>
                </a:lnTo>
                <a:lnTo>
                  <a:pt x="0" y="102870"/>
                </a:lnTo>
                <a:lnTo>
                  <a:pt x="0" y="109220"/>
                </a:lnTo>
                <a:lnTo>
                  <a:pt x="106680" y="109220"/>
                </a:lnTo>
                <a:lnTo>
                  <a:pt x="106680" y="102870"/>
                </a:lnTo>
                <a:lnTo>
                  <a:pt x="106680" y="96520"/>
                </a:lnTo>
                <a:close/>
              </a:path>
              <a:path w="106679" h="109219">
                <a:moveTo>
                  <a:pt x="106680" y="0"/>
                </a:moveTo>
                <a:lnTo>
                  <a:pt x="0" y="0"/>
                </a:lnTo>
                <a:lnTo>
                  <a:pt x="0" y="12700"/>
                </a:lnTo>
                <a:lnTo>
                  <a:pt x="106680" y="12700"/>
                </a:lnTo>
                <a:lnTo>
                  <a:pt x="106680" y="0"/>
                </a:lnTo>
                <a:close/>
              </a:path>
            </a:pathLst>
          </a:custGeom>
          <a:solidFill>
            <a:srgbClr val="FFFFFF">
              <a:alpha val="1960"/>
            </a:srgbClr>
          </a:solidFill>
        </p:spPr>
        <p:txBody>
          <a:bodyPr wrap="square" lIns="0" tIns="0" rIns="0" bIns="0" rtlCol="0"/>
          <a:lstStyle/>
          <a:p>
            <a:endParaRPr/>
          </a:p>
        </p:txBody>
      </p:sp>
      <p:sp>
        <p:nvSpPr>
          <p:cNvPr id="141" name="object 141"/>
          <p:cNvSpPr/>
          <p:nvPr/>
        </p:nvSpPr>
        <p:spPr>
          <a:xfrm>
            <a:off x="4442460" y="851915"/>
            <a:ext cx="83820" cy="85725"/>
          </a:xfrm>
          <a:custGeom>
            <a:avLst/>
            <a:gdLst/>
            <a:ahLst/>
            <a:cxnLst/>
            <a:rect l="l" t="t" r="r" b="b"/>
            <a:pathLst>
              <a:path w="83820" h="85725">
                <a:moveTo>
                  <a:pt x="83820" y="0"/>
                </a:moveTo>
                <a:lnTo>
                  <a:pt x="70866" y="0"/>
                </a:lnTo>
                <a:lnTo>
                  <a:pt x="70866" y="13081"/>
                </a:lnTo>
                <a:lnTo>
                  <a:pt x="70866" y="72263"/>
                </a:lnTo>
                <a:lnTo>
                  <a:pt x="12954" y="72263"/>
                </a:lnTo>
                <a:lnTo>
                  <a:pt x="12954" y="71628"/>
                </a:lnTo>
                <a:lnTo>
                  <a:pt x="70104" y="71628"/>
                </a:lnTo>
                <a:lnTo>
                  <a:pt x="70104" y="13716"/>
                </a:lnTo>
                <a:lnTo>
                  <a:pt x="12954" y="13716"/>
                </a:lnTo>
                <a:lnTo>
                  <a:pt x="12954" y="13081"/>
                </a:lnTo>
                <a:lnTo>
                  <a:pt x="70866" y="13081"/>
                </a:lnTo>
                <a:lnTo>
                  <a:pt x="70866" y="0"/>
                </a:lnTo>
                <a:lnTo>
                  <a:pt x="0" y="0"/>
                </a:lnTo>
                <a:lnTo>
                  <a:pt x="0" y="68961"/>
                </a:lnTo>
                <a:lnTo>
                  <a:pt x="3175" y="75438"/>
                </a:lnTo>
                <a:lnTo>
                  <a:pt x="6477" y="82042"/>
                </a:lnTo>
                <a:lnTo>
                  <a:pt x="9652" y="85344"/>
                </a:lnTo>
                <a:lnTo>
                  <a:pt x="83820" y="85344"/>
                </a:lnTo>
                <a:lnTo>
                  <a:pt x="83820" y="78740"/>
                </a:lnTo>
                <a:lnTo>
                  <a:pt x="83820" y="13081"/>
                </a:lnTo>
                <a:lnTo>
                  <a:pt x="83820" y="0"/>
                </a:lnTo>
                <a:close/>
              </a:path>
            </a:pathLst>
          </a:custGeom>
          <a:solidFill>
            <a:srgbClr val="FFFFFF">
              <a:alpha val="1960"/>
            </a:srgbClr>
          </a:solidFill>
        </p:spPr>
        <p:txBody>
          <a:bodyPr wrap="square" lIns="0" tIns="0" rIns="0" bIns="0" rtlCol="0"/>
          <a:lstStyle/>
          <a:p>
            <a:endParaRPr/>
          </a:p>
        </p:txBody>
      </p:sp>
      <p:sp>
        <p:nvSpPr>
          <p:cNvPr id="142" name="object 142"/>
          <p:cNvSpPr/>
          <p:nvPr/>
        </p:nvSpPr>
        <p:spPr>
          <a:xfrm>
            <a:off x="4721352" y="556259"/>
            <a:ext cx="190500" cy="190500"/>
          </a:xfrm>
          <a:custGeom>
            <a:avLst/>
            <a:gdLst/>
            <a:ahLst/>
            <a:cxnLst/>
            <a:rect l="l" t="t" r="r" b="b"/>
            <a:pathLst>
              <a:path w="190500" h="190500">
                <a:moveTo>
                  <a:pt x="190500" y="0"/>
                </a:moveTo>
                <a:lnTo>
                  <a:pt x="0" y="0"/>
                </a:lnTo>
                <a:lnTo>
                  <a:pt x="0" y="190500"/>
                </a:lnTo>
                <a:lnTo>
                  <a:pt x="190500" y="190500"/>
                </a:lnTo>
                <a:lnTo>
                  <a:pt x="190500" y="0"/>
                </a:lnTo>
                <a:close/>
              </a:path>
            </a:pathLst>
          </a:custGeom>
          <a:solidFill>
            <a:srgbClr val="FFFFFF">
              <a:alpha val="1960"/>
            </a:srgbClr>
          </a:solidFill>
        </p:spPr>
        <p:txBody>
          <a:bodyPr wrap="square" lIns="0" tIns="0" rIns="0" bIns="0" rtlCol="0"/>
          <a:lstStyle/>
          <a:p>
            <a:endParaRPr/>
          </a:p>
        </p:txBody>
      </p:sp>
      <p:sp>
        <p:nvSpPr>
          <p:cNvPr id="143" name="object 143"/>
          <p:cNvSpPr/>
          <p:nvPr/>
        </p:nvSpPr>
        <p:spPr>
          <a:xfrm>
            <a:off x="4738116" y="304799"/>
            <a:ext cx="158750" cy="158750"/>
          </a:xfrm>
          <a:custGeom>
            <a:avLst/>
            <a:gdLst/>
            <a:ahLst/>
            <a:cxnLst/>
            <a:rect l="l" t="t" r="r" b="b"/>
            <a:pathLst>
              <a:path w="158750" h="158750">
                <a:moveTo>
                  <a:pt x="158496" y="0"/>
                </a:moveTo>
                <a:lnTo>
                  <a:pt x="0" y="0"/>
                </a:lnTo>
                <a:lnTo>
                  <a:pt x="0" y="158496"/>
                </a:lnTo>
                <a:lnTo>
                  <a:pt x="158496" y="158496"/>
                </a:lnTo>
                <a:lnTo>
                  <a:pt x="158496" y="0"/>
                </a:lnTo>
                <a:close/>
              </a:path>
            </a:pathLst>
          </a:custGeom>
          <a:solidFill>
            <a:srgbClr val="FFFFFF">
              <a:alpha val="1960"/>
            </a:srgbClr>
          </a:solidFill>
        </p:spPr>
        <p:txBody>
          <a:bodyPr wrap="square" lIns="0" tIns="0" rIns="0" bIns="0" rtlCol="0"/>
          <a:lstStyle/>
          <a:p>
            <a:endParaRPr/>
          </a:p>
        </p:txBody>
      </p:sp>
      <p:sp>
        <p:nvSpPr>
          <p:cNvPr id="144" name="object 144"/>
          <p:cNvSpPr/>
          <p:nvPr/>
        </p:nvSpPr>
        <p:spPr>
          <a:xfrm>
            <a:off x="2330196" y="486155"/>
            <a:ext cx="135890" cy="137160"/>
          </a:xfrm>
          <a:custGeom>
            <a:avLst/>
            <a:gdLst/>
            <a:ahLst/>
            <a:cxnLst/>
            <a:rect l="l" t="t" r="r" b="b"/>
            <a:pathLst>
              <a:path w="135889" h="137159">
                <a:moveTo>
                  <a:pt x="135636" y="0"/>
                </a:moveTo>
                <a:lnTo>
                  <a:pt x="0" y="0"/>
                </a:lnTo>
                <a:lnTo>
                  <a:pt x="0" y="137160"/>
                </a:lnTo>
                <a:lnTo>
                  <a:pt x="135636" y="137160"/>
                </a:lnTo>
                <a:lnTo>
                  <a:pt x="135636" y="0"/>
                </a:lnTo>
                <a:close/>
              </a:path>
            </a:pathLst>
          </a:custGeom>
          <a:solidFill>
            <a:srgbClr val="FFFFFF">
              <a:alpha val="1960"/>
            </a:srgbClr>
          </a:solidFill>
        </p:spPr>
        <p:txBody>
          <a:bodyPr wrap="square" lIns="0" tIns="0" rIns="0" bIns="0" rtlCol="0"/>
          <a:lstStyle/>
          <a:p>
            <a:endParaRPr/>
          </a:p>
        </p:txBody>
      </p:sp>
      <p:sp>
        <p:nvSpPr>
          <p:cNvPr id="226" name="object 226"/>
          <p:cNvSpPr txBox="1">
            <a:spLocks noGrp="1"/>
          </p:cNvSpPr>
          <p:nvPr>
            <p:ph type="sldNum" sz="quarter" idx="7"/>
          </p:nvPr>
        </p:nvSpPr>
        <p:spPr>
          <a:prstGeom prst="rect">
            <a:avLst/>
          </a:prstGeom>
        </p:spPr>
        <p:txBody>
          <a:bodyPr vert="horz" wrap="square" lIns="0" tIns="3175" rIns="0" bIns="0" rtlCol="0">
            <a:spAutoFit/>
          </a:bodyPr>
          <a:lstStyle/>
          <a:p>
            <a:pPr marL="38100">
              <a:lnSpc>
                <a:spcPct val="100000"/>
              </a:lnSpc>
              <a:spcBef>
                <a:spcPts val="25"/>
              </a:spcBef>
            </a:pPr>
            <a:fld id="{81D60167-4931-47E6-BA6A-407CBD079E47}" type="slidenum">
              <a:rPr dirty="0"/>
              <a:pPr marL="38100">
                <a:lnSpc>
                  <a:spcPct val="100000"/>
                </a:lnSpc>
                <a:spcBef>
                  <a:spcPts val="25"/>
                </a:spcBef>
              </a:pPr>
              <a:t>5</a:t>
            </a:fld>
            <a:endParaRPr dirty="0"/>
          </a:p>
        </p:txBody>
      </p:sp>
      <p:sp>
        <p:nvSpPr>
          <p:cNvPr id="148" name="object 148"/>
          <p:cNvSpPr txBox="1">
            <a:spLocks noGrp="1"/>
          </p:cNvSpPr>
          <p:nvPr>
            <p:ph type="title" idx="4294967295"/>
          </p:nvPr>
        </p:nvSpPr>
        <p:spPr>
          <a:xfrm>
            <a:off x="0" y="204788"/>
            <a:ext cx="3498850" cy="512762"/>
          </a:xfrm>
          <a:prstGeom prst="rect">
            <a:avLst/>
          </a:prstGeom>
        </p:spPr>
        <p:txBody>
          <a:bodyPr vert="horz" wrap="square" lIns="0" tIns="12700" rIns="0" bIns="0" rtlCol="0">
            <a:spAutoFit/>
          </a:bodyPr>
          <a:lstStyle/>
          <a:p>
            <a:pPr marL="12700">
              <a:lnSpc>
                <a:spcPct val="100000"/>
              </a:lnSpc>
              <a:spcBef>
                <a:spcPts val="100"/>
              </a:spcBef>
            </a:pPr>
            <a:r>
              <a:rPr sz="3200" dirty="0"/>
              <a:t>Where is AI</a:t>
            </a:r>
            <a:r>
              <a:rPr sz="3200" spc="-80" dirty="0"/>
              <a:t> </a:t>
            </a:r>
            <a:r>
              <a:rPr sz="3200" spc="-5" dirty="0"/>
              <a:t>used?</a:t>
            </a:r>
            <a:endParaRPr sz="3200"/>
          </a:p>
        </p:txBody>
      </p:sp>
      <p:sp>
        <p:nvSpPr>
          <p:cNvPr id="149" name="object 149"/>
          <p:cNvSpPr/>
          <p:nvPr/>
        </p:nvSpPr>
        <p:spPr>
          <a:xfrm>
            <a:off x="11778995" y="6621777"/>
            <a:ext cx="253746" cy="232397"/>
          </a:xfrm>
          <a:prstGeom prst="rect">
            <a:avLst/>
          </a:prstGeom>
          <a:blipFill>
            <a:blip r:embed="rId2" cstate="print"/>
            <a:stretch>
              <a:fillRect/>
            </a:stretch>
          </a:blipFill>
        </p:spPr>
        <p:txBody>
          <a:bodyPr wrap="square" lIns="0" tIns="0" rIns="0" bIns="0" rtlCol="0"/>
          <a:lstStyle/>
          <a:p>
            <a:endParaRPr/>
          </a:p>
        </p:txBody>
      </p:sp>
      <p:grpSp>
        <p:nvGrpSpPr>
          <p:cNvPr id="150" name="object 150"/>
          <p:cNvGrpSpPr/>
          <p:nvPr/>
        </p:nvGrpSpPr>
        <p:grpSpPr>
          <a:xfrm>
            <a:off x="3401567" y="1275588"/>
            <a:ext cx="4749800" cy="5170170"/>
            <a:chOff x="3401567" y="1275588"/>
            <a:chExt cx="4749800" cy="5170170"/>
          </a:xfrm>
        </p:grpSpPr>
        <p:sp>
          <p:nvSpPr>
            <p:cNvPr id="151" name="object 151"/>
            <p:cNvSpPr/>
            <p:nvPr/>
          </p:nvSpPr>
          <p:spPr>
            <a:xfrm>
              <a:off x="4012009" y="1275588"/>
              <a:ext cx="4138886" cy="5169636"/>
            </a:xfrm>
            <a:prstGeom prst="rect">
              <a:avLst/>
            </a:prstGeom>
            <a:blipFill>
              <a:blip r:embed="rId3" cstate="print"/>
              <a:stretch>
                <a:fillRect/>
              </a:stretch>
            </a:blipFill>
          </p:spPr>
          <p:txBody>
            <a:bodyPr wrap="square" lIns="0" tIns="0" rIns="0" bIns="0" rtlCol="0"/>
            <a:lstStyle/>
            <a:p>
              <a:endParaRPr/>
            </a:p>
          </p:txBody>
        </p:sp>
        <p:sp>
          <p:nvSpPr>
            <p:cNvPr id="152" name="object 152"/>
            <p:cNvSpPr/>
            <p:nvPr/>
          </p:nvSpPr>
          <p:spPr>
            <a:xfrm>
              <a:off x="3401567" y="2071128"/>
              <a:ext cx="1948434" cy="401561"/>
            </a:xfrm>
            <a:prstGeom prst="rect">
              <a:avLst/>
            </a:prstGeom>
            <a:blipFill>
              <a:blip r:embed="rId4" cstate="print"/>
              <a:stretch>
                <a:fillRect/>
              </a:stretch>
            </a:blipFill>
          </p:spPr>
          <p:txBody>
            <a:bodyPr wrap="square" lIns="0" tIns="0" rIns="0" bIns="0" rtlCol="0"/>
            <a:lstStyle/>
            <a:p>
              <a:endParaRPr/>
            </a:p>
          </p:txBody>
        </p:sp>
      </p:grpSp>
      <p:sp>
        <p:nvSpPr>
          <p:cNvPr id="153" name="object 153"/>
          <p:cNvSpPr txBox="1"/>
          <p:nvPr/>
        </p:nvSpPr>
        <p:spPr>
          <a:xfrm>
            <a:off x="3501897" y="2112391"/>
            <a:ext cx="1736089" cy="239395"/>
          </a:xfrm>
          <a:prstGeom prst="rect">
            <a:avLst/>
          </a:prstGeom>
        </p:spPr>
        <p:txBody>
          <a:bodyPr vert="horz" wrap="square" lIns="0" tIns="13335" rIns="0" bIns="0" rtlCol="0">
            <a:spAutoFit/>
          </a:bodyPr>
          <a:lstStyle/>
          <a:p>
            <a:pPr marL="12700">
              <a:lnSpc>
                <a:spcPct val="100000"/>
              </a:lnSpc>
              <a:spcBef>
                <a:spcPts val="105"/>
              </a:spcBef>
            </a:pPr>
            <a:r>
              <a:rPr sz="1400" dirty="0">
                <a:solidFill>
                  <a:srgbClr val="FFFFFF"/>
                </a:solidFill>
                <a:latin typeface="Arial"/>
                <a:cs typeface="Arial"/>
              </a:rPr>
              <a:t>Customer</a:t>
            </a:r>
            <a:r>
              <a:rPr sz="1400" spc="-95" dirty="0">
                <a:solidFill>
                  <a:srgbClr val="FFFFFF"/>
                </a:solidFill>
                <a:latin typeface="Arial"/>
                <a:cs typeface="Arial"/>
              </a:rPr>
              <a:t> </a:t>
            </a:r>
            <a:r>
              <a:rPr sz="1400" dirty="0">
                <a:solidFill>
                  <a:srgbClr val="FFFFFF"/>
                </a:solidFill>
                <a:latin typeface="Arial"/>
                <a:cs typeface="Arial"/>
              </a:rPr>
              <a:t>Experience</a:t>
            </a:r>
            <a:endParaRPr sz="1400">
              <a:latin typeface="Arial"/>
              <a:cs typeface="Arial"/>
            </a:endParaRPr>
          </a:p>
        </p:txBody>
      </p:sp>
      <p:grpSp>
        <p:nvGrpSpPr>
          <p:cNvPr id="154" name="object 154"/>
          <p:cNvGrpSpPr/>
          <p:nvPr/>
        </p:nvGrpSpPr>
        <p:grpSpPr>
          <a:xfrm>
            <a:off x="2997707" y="2039111"/>
            <a:ext cx="1421130" cy="1177290"/>
            <a:chOff x="2997707" y="2039111"/>
            <a:chExt cx="1421130" cy="1177290"/>
          </a:xfrm>
        </p:grpSpPr>
        <p:sp>
          <p:nvSpPr>
            <p:cNvPr id="155" name="object 155"/>
            <p:cNvSpPr/>
            <p:nvPr/>
          </p:nvSpPr>
          <p:spPr>
            <a:xfrm>
              <a:off x="2997707" y="2161031"/>
              <a:ext cx="128016" cy="152400"/>
            </a:xfrm>
            <a:prstGeom prst="rect">
              <a:avLst/>
            </a:prstGeom>
            <a:blipFill>
              <a:blip r:embed="rId5" cstate="print"/>
              <a:stretch>
                <a:fillRect/>
              </a:stretch>
            </a:blipFill>
          </p:spPr>
          <p:txBody>
            <a:bodyPr wrap="square" lIns="0" tIns="0" rIns="0" bIns="0" rtlCol="0"/>
            <a:lstStyle/>
            <a:p>
              <a:endParaRPr/>
            </a:p>
          </p:txBody>
        </p:sp>
        <p:sp>
          <p:nvSpPr>
            <p:cNvPr id="156" name="object 156"/>
            <p:cNvSpPr/>
            <p:nvPr/>
          </p:nvSpPr>
          <p:spPr>
            <a:xfrm>
              <a:off x="3131819" y="2039111"/>
              <a:ext cx="160020" cy="396240"/>
            </a:xfrm>
            <a:custGeom>
              <a:avLst/>
              <a:gdLst/>
              <a:ahLst/>
              <a:cxnLst/>
              <a:rect l="l" t="t" r="r" b="b"/>
              <a:pathLst>
                <a:path w="160020" h="396239">
                  <a:moveTo>
                    <a:pt x="68188" y="98551"/>
                  </a:moveTo>
                  <a:lnTo>
                    <a:pt x="32131" y="98551"/>
                  </a:lnTo>
                  <a:lnTo>
                    <a:pt x="36194" y="100075"/>
                  </a:lnTo>
                  <a:lnTo>
                    <a:pt x="40512" y="101218"/>
                  </a:lnTo>
                  <a:lnTo>
                    <a:pt x="44957" y="101853"/>
                  </a:lnTo>
                  <a:lnTo>
                    <a:pt x="44957" y="294386"/>
                  </a:lnTo>
                  <a:lnTo>
                    <a:pt x="27271" y="299999"/>
                  </a:lnTo>
                  <a:lnTo>
                    <a:pt x="13001" y="311197"/>
                  </a:lnTo>
                  <a:lnTo>
                    <a:pt x="3470" y="326657"/>
                  </a:lnTo>
                  <a:lnTo>
                    <a:pt x="0" y="345059"/>
                  </a:lnTo>
                  <a:lnTo>
                    <a:pt x="4034" y="364950"/>
                  </a:lnTo>
                  <a:lnTo>
                    <a:pt x="15033" y="381222"/>
                  </a:lnTo>
                  <a:lnTo>
                    <a:pt x="31343" y="392207"/>
                  </a:lnTo>
                  <a:lnTo>
                    <a:pt x="51307" y="396239"/>
                  </a:lnTo>
                  <a:lnTo>
                    <a:pt x="71292" y="392207"/>
                  </a:lnTo>
                  <a:lnTo>
                    <a:pt x="87645" y="381222"/>
                  </a:lnTo>
                  <a:lnTo>
                    <a:pt x="93054" y="373252"/>
                  </a:lnTo>
                  <a:lnTo>
                    <a:pt x="38481" y="373252"/>
                  </a:lnTo>
                  <a:lnTo>
                    <a:pt x="21081" y="355980"/>
                  </a:lnTo>
                  <a:lnTo>
                    <a:pt x="30225" y="346963"/>
                  </a:lnTo>
                  <a:lnTo>
                    <a:pt x="46798" y="346963"/>
                  </a:lnTo>
                  <a:lnTo>
                    <a:pt x="72517" y="321437"/>
                  </a:lnTo>
                  <a:lnTo>
                    <a:pt x="96687" y="321437"/>
                  </a:lnTo>
                  <a:lnTo>
                    <a:pt x="91384" y="313180"/>
                  </a:lnTo>
                  <a:lnTo>
                    <a:pt x="83438" y="305308"/>
                  </a:lnTo>
                  <a:lnTo>
                    <a:pt x="83438" y="297688"/>
                  </a:lnTo>
                  <a:lnTo>
                    <a:pt x="70612" y="297688"/>
                  </a:lnTo>
                  <a:lnTo>
                    <a:pt x="66548" y="296163"/>
                  </a:lnTo>
                  <a:lnTo>
                    <a:pt x="62230" y="295021"/>
                  </a:lnTo>
                  <a:lnTo>
                    <a:pt x="57785" y="294386"/>
                  </a:lnTo>
                  <a:lnTo>
                    <a:pt x="57785" y="101853"/>
                  </a:lnTo>
                  <a:lnTo>
                    <a:pt x="68188" y="98551"/>
                  </a:lnTo>
                  <a:close/>
                </a:path>
                <a:path w="160020" h="396239">
                  <a:moveTo>
                    <a:pt x="96687" y="321437"/>
                  </a:moveTo>
                  <a:lnTo>
                    <a:pt x="72517" y="321437"/>
                  </a:lnTo>
                  <a:lnTo>
                    <a:pt x="81534" y="330453"/>
                  </a:lnTo>
                  <a:lnTo>
                    <a:pt x="38481" y="373252"/>
                  </a:lnTo>
                  <a:lnTo>
                    <a:pt x="93054" y="373252"/>
                  </a:lnTo>
                  <a:lnTo>
                    <a:pt x="98688" y="364950"/>
                  </a:lnTo>
                  <a:lnTo>
                    <a:pt x="102743" y="345059"/>
                  </a:lnTo>
                  <a:lnTo>
                    <a:pt x="101369" y="333400"/>
                  </a:lnTo>
                  <a:lnTo>
                    <a:pt x="97472" y="322659"/>
                  </a:lnTo>
                  <a:lnTo>
                    <a:pt x="96687" y="321437"/>
                  </a:lnTo>
                  <a:close/>
                </a:path>
                <a:path w="160020" h="396239">
                  <a:moveTo>
                    <a:pt x="46798" y="346963"/>
                  </a:moveTo>
                  <a:lnTo>
                    <a:pt x="30225" y="346963"/>
                  </a:lnTo>
                  <a:lnTo>
                    <a:pt x="38481" y="355218"/>
                  </a:lnTo>
                  <a:lnTo>
                    <a:pt x="46798" y="346963"/>
                  </a:lnTo>
                  <a:close/>
                </a:path>
                <a:path w="160020" h="396239">
                  <a:moveTo>
                    <a:pt x="152527" y="191770"/>
                  </a:moveTo>
                  <a:lnTo>
                    <a:pt x="89916" y="191770"/>
                  </a:lnTo>
                  <a:lnTo>
                    <a:pt x="82399" y="193266"/>
                  </a:lnTo>
                  <a:lnTo>
                    <a:pt x="76263" y="197358"/>
                  </a:lnTo>
                  <a:lnTo>
                    <a:pt x="72128" y="203450"/>
                  </a:lnTo>
                  <a:lnTo>
                    <a:pt x="70612" y="210947"/>
                  </a:lnTo>
                  <a:lnTo>
                    <a:pt x="70612" y="297688"/>
                  </a:lnTo>
                  <a:lnTo>
                    <a:pt x="83438" y="297688"/>
                  </a:lnTo>
                  <a:lnTo>
                    <a:pt x="83438" y="207390"/>
                  </a:lnTo>
                  <a:lnTo>
                    <a:pt x="86360" y="204470"/>
                  </a:lnTo>
                  <a:lnTo>
                    <a:pt x="160019" y="204470"/>
                  </a:lnTo>
                  <a:lnTo>
                    <a:pt x="152527" y="191770"/>
                  </a:lnTo>
                  <a:close/>
                </a:path>
                <a:path w="160020" h="396239">
                  <a:moveTo>
                    <a:pt x="51307" y="0"/>
                  </a:moveTo>
                  <a:lnTo>
                    <a:pt x="31343" y="4032"/>
                  </a:lnTo>
                  <a:lnTo>
                    <a:pt x="15033" y="15017"/>
                  </a:lnTo>
                  <a:lnTo>
                    <a:pt x="4034" y="31289"/>
                  </a:lnTo>
                  <a:lnTo>
                    <a:pt x="0" y="51180"/>
                  </a:lnTo>
                  <a:lnTo>
                    <a:pt x="1355" y="62839"/>
                  </a:lnTo>
                  <a:lnTo>
                    <a:pt x="5222" y="73580"/>
                  </a:lnTo>
                  <a:lnTo>
                    <a:pt x="11304" y="83059"/>
                  </a:lnTo>
                  <a:lnTo>
                    <a:pt x="19304" y="90932"/>
                  </a:lnTo>
                  <a:lnTo>
                    <a:pt x="19304" y="259207"/>
                  </a:lnTo>
                  <a:lnTo>
                    <a:pt x="16382" y="262000"/>
                  </a:lnTo>
                  <a:lnTo>
                    <a:pt x="6477" y="262000"/>
                  </a:lnTo>
                  <a:lnTo>
                    <a:pt x="6477" y="274827"/>
                  </a:lnTo>
                  <a:lnTo>
                    <a:pt x="12827" y="274827"/>
                  </a:lnTo>
                  <a:lnTo>
                    <a:pt x="20343" y="273313"/>
                  </a:lnTo>
                  <a:lnTo>
                    <a:pt x="26479" y="269192"/>
                  </a:lnTo>
                  <a:lnTo>
                    <a:pt x="30614" y="263094"/>
                  </a:lnTo>
                  <a:lnTo>
                    <a:pt x="32131" y="255650"/>
                  </a:lnTo>
                  <a:lnTo>
                    <a:pt x="32131" y="98551"/>
                  </a:lnTo>
                  <a:lnTo>
                    <a:pt x="68188" y="98551"/>
                  </a:lnTo>
                  <a:lnTo>
                    <a:pt x="75471" y="96240"/>
                  </a:lnTo>
                  <a:lnTo>
                    <a:pt x="89741" y="85042"/>
                  </a:lnTo>
                  <a:lnTo>
                    <a:pt x="93235" y="79375"/>
                  </a:lnTo>
                  <a:lnTo>
                    <a:pt x="38481" y="79375"/>
                  </a:lnTo>
                  <a:lnTo>
                    <a:pt x="21081" y="61975"/>
                  </a:lnTo>
                  <a:lnTo>
                    <a:pt x="30225" y="52959"/>
                  </a:lnTo>
                  <a:lnTo>
                    <a:pt x="46798" y="52959"/>
                  </a:lnTo>
                  <a:lnTo>
                    <a:pt x="72517" y="27432"/>
                  </a:lnTo>
                  <a:lnTo>
                    <a:pt x="96070" y="27432"/>
                  </a:lnTo>
                  <a:lnTo>
                    <a:pt x="87645" y="15017"/>
                  </a:lnTo>
                  <a:lnTo>
                    <a:pt x="71292" y="4032"/>
                  </a:lnTo>
                  <a:lnTo>
                    <a:pt x="51307" y="0"/>
                  </a:lnTo>
                  <a:close/>
                </a:path>
                <a:path w="160020" h="396239">
                  <a:moveTo>
                    <a:pt x="96070" y="27432"/>
                  </a:moveTo>
                  <a:lnTo>
                    <a:pt x="72517" y="27432"/>
                  </a:lnTo>
                  <a:lnTo>
                    <a:pt x="81534" y="36449"/>
                  </a:lnTo>
                  <a:lnTo>
                    <a:pt x="38481" y="79375"/>
                  </a:lnTo>
                  <a:lnTo>
                    <a:pt x="93235" y="79375"/>
                  </a:lnTo>
                  <a:lnTo>
                    <a:pt x="99272" y="69582"/>
                  </a:lnTo>
                  <a:lnTo>
                    <a:pt x="102743" y="51180"/>
                  </a:lnTo>
                  <a:lnTo>
                    <a:pt x="98688" y="31289"/>
                  </a:lnTo>
                  <a:lnTo>
                    <a:pt x="96070" y="27432"/>
                  </a:lnTo>
                  <a:close/>
                </a:path>
                <a:path w="160020" h="396239">
                  <a:moveTo>
                    <a:pt x="46798" y="52959"/>
                  </a:moveTo>
                  <a:lnTo>
                    <a:pt x="30225" y="52959"/>
                  </a:lnTo>
                  <a:lnTo>
                    <a:pt x="38481" y="61213"/>
                  </a:lnTo>
                  <a:lnTo>
                    <a:pt x="46798" y="52959"/>
                  </a:lnTo>
                  <a:close/>
                </a:path>
              </a:pathLst>
            </a:custGeom>
            <a:solidFill>
              <a:srgbClr val="FF8E01"/>
            </a:solidFill>
          </p:spPr>
          <p:txBody>
            <a:bodyPr wrap="square" lIns="0" tIns="0" rIns="0" bIns="0" rtlCol="0"/>
            <a:lstStyle/>
            <a:p>
              <a:endParaRPr/>
            </a:p>
          </p:txBody>
        </p:sp>
        <p:sp>
          <p:nvSpPr>
            <p:cNvPr id="157" name="object 157"/>
            <p:cNvSpPr/>
            <p:nvPr/>
          </p:nvSpPr>
          <p:spPr>
            <a:xfrm>
              <a:off x="3279647" y="2141219"/>
              <a:ext cx="88391" cy="153924"/>
            </a:xfrm>
            <a:prstGeom prst="rect">
              <a:avLst/>
            </a:prstGeom>
            <a:blipFill>
              <a:blip r:embed="rId6" cstate="print"/>
              <a:stretch>
                <a:fillRect/>
              </a:stretch>
            </a:blipFill>
          </p:spPr>
          <p:txBody>
            <a:bodyPr wrap="square" lIns="0" tIns="0" rIns="0" bIns="0" rtlCol="0"/>
            <a:lstStyle/>
            <a:p>
              <a:endParaRPr/>
            </a:p>
          </p:txBody>
        </p:sp>
        <p:sp>
          <p:nvSpPr>
            <p:cNvPr id="158" name="object 158"/>
            <p:cNvSpPr/>
            <p:nvPr/>
          </p:nvSpPr>
          <p:spPr>
            <a:xfrm>
              <a:off x="3009900" y="2339339"/>
              <a:ext cx="90170" cy="64135"/>
            </a:xfrm>
            <a:custGeom>
              <a:avLst/>
              <a:gdLst/>
              <a:ahLst/>
              <a:cxnLst/>
              <a:rect l="l" t="t" r="r" b="b"/>
              <a:pathLst>
                <a:path w="90169" h="64135">
                  <a:moveTo>
                    <a:pt x="13716" y="51816"/>
                  </a:moveTo>
                  <a:lnTo>
                    <a:pt x="0" y="51816"/>
                  </a:lnTo>
                  <a:lnTo>
                    <a:pt x="0" y="64008"/>
                  </a:lnTo>
                  <a:lnTo>
                    <a:pt x="13716" y="64008"/>
                  </a:lnTo>
                  <a:lnTo>
                    <a:pt x="13716" y="51816"/>
                  </a:lnTo>
                  <a:close/>
                </a:path>
                <a:path w="90169" h="64135">
                  <a:moveTo>
                    <a:pt x="39624" y="51816"/>
                  </a:moveTo>
                  <a:lnTo>
                    <a:pt x="25908" y="51816"/>
                  </a:lnTo>
                  <a:lnTo>
                    <a:pt x="25908" y="64008"/>
                  </a:lnTo>
                  <a:lnTo>
                    <a:pt x="39624" y="64008"/>
                  </a:lnTo>
                  <a:lnTo>
                    <a:pt x="39624" y="51816"/>
                  </a:lnTo>
                  <a:close/>
                </a:path>
                <a:path w="90169" h="64135">
                  <a:moveTo>
                    <a:pt x="64008" y="51816"/>
                  </a:moveTo>
                  <a:lnTo>
                    <a:pt x="51816" y="51816"/>
                  </a:lnTo>
                  <a:lnTo>
                    <a:pt x="51816" y="64008"/>
                  </a:lnTo>
                  <a:lnTo>
                    <a:pt x="64008" y="64008"/>
                  </a:lnTo>
                  <a:lnTo>
                    <a:pt x="64008" y="51816"/>
                  </a:lnTo>
                  <a:close/>
                </a:path>
                <a:path w="90169" h="64135">
                  <a:moveTo>
                    <a:pt x="89916" y="51816"/>
                  </a:moveTo>
                  <a:lnTo>
                    <a:pt x="77724" y="51816"/>
                  </a:lnTo>
                  <a:lnTo>
                    <a:pt x="77724" y="64008"/>
                  </a:lnTo>
                  <a:lnTo>
                    <a:pt x="89916" y="64008"/>
                  </a:lnTo>
                  <a:lnTo>
                    <a:pt x="89916" y="51816"/>
                  </a:lnTo>
                  <a:close/>
                </a:path>
                <a:path w="90169" h="64135">
                  <a:moveTo>
                    <a:pt x="89916" y="25908"/>
                  </a:moveTo>
                  <a:lnTo>
                    <a:pt x="0" y="25908"/>
                  </a:lnTo>
                  <a:lnTo>
                    <a:pt x="0" y="38100"/>
                  </a:lnTo>
                  <a:lnTo>
                    <a:pt x="89916" y="38100"/>
                  </a:lnTo>
                  <a:lnTo>
                    <a:pt x="89916" y="25908"/>
                  </a:lnTo>
                  <a:close/>
                </a:path>
                <a:path w="90169" h="64135">
                  <a:moveTo>
                    <a:pt x="89916" y="0"/>
                  </a:moveTo>
                  <a:lnTo>
                    <a:pt x="0" y="0"/>
                  </a:lnTo>
                  <a:lnTo>
                    <a:pt x="0" y="12192"/>
                  </a:lnTo>
                  <a:lnTo>
                    <a:pt x="89916" y="12192"/>
                  </a:lnTo>
                  <a:lnTo>
                    <a:pt x="89916" y="0"/>
                  </a:lnTo>
                  <a:close/>
                </a:path>
              </a:pathLst>
            </a:custGeom>
            <a:solidFill>
              <a:srgbClr val="FF8E01"/>
            </a:solidFill>
          </p:spPr>
          <p:txBody>
            <a:bodyPr wrap="square" lIns="0" tIns="0" rIns="0" bIns="0" rtlCol="0"/>
            <a:lstStyle/>
            <a:p>
              <a:endParaRPr/>
            </a:p>
          </p:txBody>
        </p:sp>
        <p:sp>
          <p:nvSpPr>
            <p:cNvPr id="159" name="object 159"/>
            <p:cNvSpPr/>
            <p:nvPr/>
          </p:nvSpPr>
          <p:spPr>
            <a:xfrm>
              <a:off x="3119627" y="2814840"/>
              <a:ext cx="1299210" cy="401561"/>
            </a:xfrm>
            <a:prstGeom prst="rect">
              <a:avLst/>
            </a:prstGeom>
            <a:blipFill>
              <a:blip r:embed="rId7" cstate="print"/>
              <a:stretch>
                <a:fillRect/>
              </a:stretch>
            </a:blipFill>
          </p:spPr>
          <p:txBody>
            <a:bodyPr wrap="square" lIns="0" tIns="0" rIns="0" bIns="0" rtlCol="0"/>
            <a:lstStyle/>
            <a:p>
              <a:endParaRPr/>
            </a:p>
          </p:txBody>
        </p:sp>
      </p:grpSp>
      <p:sp>
        <p:nvSpPr>
          <p:cNvPr id="160" name="object 160"/>
          <p:cNvSpPr txBox="1"/>
          <p:nvPr/>
        </p:nvSpPr>
        <p:spPr>
          <a:xfrm>
            <a:off x="3220339" y="2856357"/>
            <a:ext cx="1083310" cy="239395"/>
          </a:xfrm>
          <a:prstGeom prst="rect">
            <a:avLst/>
          </a:prstGeom>
        </p:spPr>
        <p:txBody>
          <a:bodyPr vert="horz" wrap="square" lIns="0" tIns="13335" rIns="0" bIns="0" rtlCol="0">
            <a:spAutoFit/>
          </a:bodyPr>
          <a:lstStyle/>
          <a:p>
            <a:pPr marL="12700">
              <a:lnSpc>
                <a:spcPct val="100000"/>
              </a:lnSpc>
              <a:spcBef>
                <a:spcPts val="105"/>
              </a:spcBef>
            </a:pPr>
            <a:r>
              <a:rPr sz="1400" dirty="0">
                <a:solidFill>
                  <a:srgbClr val="FFFFFF"/>
                </a:solidFill>
                <a:latin typeface="Arial"/>
                <a:cs typeface="Arial"/>
              </a:rPr>
              <a:t>Supply</a:t>
            </a:r>
            <a:r>
              <a:rPr sz="1400" spc="-65" dirty="0">
                <a:solidFill>
                  <a:srgbClr val="FFFFFF"/>
                </a:solidFill>
                <a:latin typeface="Arial"/>
                <a:cs typeface="Arial"/>
              </a:rPr>
              <a:t> </a:t>
            </a:r>
            <a:r>
              <a:rPr sz="1400" spc="-5" dirty="0">
                <a:solidFill>
                  <a:srgbClr val="FFFFFF"/>
                </a:solidFill>
                <a:latin typeface="Arial"/>
                <a:cs typeface="Arial"/>
              </a:rPr>
              <a:t>Chain</a:t>
            </a:r>
            <a:endParaRPr sz="1400">
              <a:latin typeface="Arial"/>
              <a:cs typeface="Arial"/>
            </a:endParaRPr>
          </a:p>
        </p:txBody>
      </p:sp>
      <p:grpSp>
        <p:nvGrpSpPr>
          <p:cNvPr id="161" name="object 161"/>
          <p:cNvGrpSpPr/>
          <p:nvPr/>
        </p:nvGrpSpPr>
        <p:grpSpPr>
          <a:xfrm>
            <a:off x="2298192" y="2827020"/>
            <a:ext cx="1715770" cy="1089025"/>
            <a:chOff x="2298192" y="2827020"/>
            <a:chExt cx="1715770" cy="1089025"/>
          </a:xfrm>
        </p:grpSpPr>
        <p:sp>
          <p:nvSpPr>
            <p:cNvPr id="162" name="object 162"/>
            <p:cNvSpPr/>
            <p:nvPr/>
          </p:nvSpPr>
          <p:spPr>
            <a:xfrm>
              <a:off x="2744724" y="3067812"/>
              <a:ext cx="315595" cy="67310"/>
            </a:xfrm>
            <a:custGeom>
              <a:avLst/>
              <a:gdLst/>
              <a:ahLst/>
              <a:cxnLst/>
              <a:rect l="l" t="t" r="r" b="b"/>
              <a:pathLst>
                <a:path w="315594" h="67310">
                  <a:moveTo>
                    <a:pt x="285623" y="0"/>
                  </a:moveTo>
                  <a:lnTo>
                    <a:pt x="32003" y="0"/>
                  </a:lnTo>
                  <a:lnTo>
                    <a:pt x="19859" y="2184"/>
                  </a:lnTo>
                  <a:lnTo>
                    <a:pt x="9810" y="9001"/>
                  </a:lnTo>
                  <a:lnTo>
                    <a:pt x="2857" y="19413"/>
                  </a:lnTo>
                  <a:lnTo>
                    <a:pt x="0" y="32385"/>
                  </a:lnTo>
                  <a:lnTo>
                    <a:pt x="2055" y="45535"/>
                  </a:lnTo>
                  <a:lnTo>
                    <a:pt x="8350" y="56435"/>
                  </a:lnTo>
                  <a:lnTo>
                    <a:pt x="17930" y="63978"/>
                  </a:lnTo>
                  <a:lnTo>
                    <a:pt x="29844" y="67055"/>
                  </a:lnTo>
                  <a:lnTo>
                    <a:pt x="285623" y="67055"/>
                  </a:lnTo>
                  <a:lnTo>
                    <a:pt x="297537" y="63978"/>
                  </a:lnTo>
                  <a:lnTo>
                    <a:pt x="307117" y="56435"/>
                  </a:lnTo>
                  <a:lnTo>
                    <a:pt x="311325" y="49149"/>
                  </a:lnTo>
                  <a:lnTo>
                    <a:pt x="33527" y="49149"/>
                  </a:lnTo>
                  <a:lnTo>
                    <a:pt x="27050" y="42163"/>
                  </a:lnTo>
                  <a:lnTo>
                    <a:pt x="26924" y="24891"/>
                  </a:lnTo>
                  <a:lnTo>
                    <a:pt x="33400" y="17907"/>
                  </a:lnTo>
                  <a:lnTo>
                    <a:pt x="311520" y="17907"/>
                  </a:lnTo>
                  <a:lnTo>
                    <a:pt x="306403" y="9810"/>
                  </a:lnTo>
                  <a:lnTo>
                    <a:pt x="297054" y="2845"/>
                  </a:lnTo>
                  <a:lnTo>
                    <a:pt x="285623" y="0"/>
                  </a:lnTo>
                  <a:close/>
                </a:path>
                <a:path w="315594" h="67310">
                  <a:moveTo>
                    <a:pt x="92837" y="17907"/>
                  </a:moveTo>
                  <a:lnTo>
                    <a:pt x="49275" y="17907"/>
                  </a:lnTo>
                  <a:lnTo>
                    <a:pt x="55752" y="24891"/>
                  </a:lnTo>
                  <a:lnTo>
                    <a:pt x="55752" y="42163"/>
                  </a:lnTo>
                  <a:lnTo>
                    <a:pt x="49402" y="49149"/>
                  </a:lnTo>
                  <a:lnTo>
                    <a:pt x="92837" y="49149"/>
                  </a:lnTo>
                  <a:lnTo>
                    <a:pt x="86487" y="42163"/>
                  </a:lnTo>
                  <a:lnTo>
                    <a:pt x="86487" y="24891"/>
                  </a:lnTo>
                  <a:lnTo>
                    <a:pt x="92837" y="17907"/>
                  </a:lnTo>
                  <a:close/>
                </a:path>
                <a:path w="315594" h="67310">
                  <a:moveTo>
                    <a:pt x="152273" y="17907"/>
                  </a:moveTo>
                  <a:lnTo>
                    <a:pt x="108712" y="17907"/>
                  </a:lnTo>
                  <a:lnTo>
                    <a:pt x="115188" y="24891"/>
                  </a:lnTo>
                  <a:lnTo>
                    <a:pt x="115188" y="42163"/>
                  </a:lnTo>
                  <a:lnTo>
                    <a:pt x="108838" y="49149"/>
                  </a:lnTo>
                  <a:lnTo>
                    <a:pt x="152273" y="49149"/>
                  </a:lnTo>
                  <a:lnTo>
                    <a:pt x="145795" y="42163"/>
                  </a:lnTo>
                  <a:lnTo>
                    <a:pt x="145795" y="24891"/>
                  </a:lnTo>
                  <a:lnTo>
                    <a:pt x="152273" y="17907"/>
                  </a:lnTo>
                  <a:close/>
                </a:path>
                <a:path w="315594" h="67310">
                  <a:moveTo>
                    <a:pt x="211708" y="17907"/>
                  </a:moveTo>
                  <a:lnTo>
                    <a:pt x="168148" y="17907"/>
                  </a:lnTo>
                  <a:lnTo>
                    <a:pt x="174625" y="24891"/>
                  </a:lnTo>
                  <a:lnTo>
                    <a:pt x="174625" y="42163"/>
                  </a:lnTo>
                  <a:lnTo>
                    <a:pt x="168148" y="49149"/>
                  </a:lnTo>
                  <a:lnTo>
                    <a:pt x="211708" y="49149"/>
                  </a:lnTo>
                  <a:lnTo>
                    <a:pt x="205231" y="42163"/>
                  </a:lnTo>
                  <a:lnTo>
                    <a:pt x="205231" y="24891"/>
                  </a:lnTo>
                  <a:lnTo>
                    <a:pt x="211708" y="17907"/>
                  </a:lnTo>
                  <a:close/>
                </a:path>
                <a:path w="315594" h="67310">
                  <a:moveTo>
                    <a:pt x="271018" y="17907"/>
                  </a:moveTo>
                  <a:lnTo>
                    <a:pt x="227583" y="17907"/>
                  </a:lnTo>
                  <a:lnTo>
                    <a:pt x="234061" y="24891"/>
                  </a:lnTo>
                  <a:lnTo>
                    <a:pt x="234061" y="42163"/>
                  </a:lnTo>
                  <a:lnTo>
                    <a:pt x="227583" y="49149"/>
                  </a:lnTo>
                  <a:lnTo>
                    <a:pt x="271144" y="49149"/>
                  </a:lnTo>
                  <a:lnTo>
                    <a:pt x="264668" y="42163"/>
                  </a:lnTo>
                  <a:lnTo>
                    <a:pt x="264668" y="24891"/>
                  </a:lnTo>
                  <a:lnTo>
                    <a:pt x="271018" y="17907"/>
                  </a:lnTo>
                  <a:close/>
                </a:path>
                <a:path w="315594" h="67310">
                  <a:moveTo>
                    <a:pt x="311520" y="17907"/>
                  </a:moveTo>
                  <a:lnTo>
                    <a:pt x="287019" y="17907"/>
                  </a:lnTo>
                  <a:lnTo>
                    <a:pt x="293369" y="24891"/>
                  </a:lnTo>
                  <a:lnTo>
                    <a:pt x="293369" y="42163"/>
                  </a:lnTo>
                  <a:lnTo>
                    <a:pt x="287019" y="49149"/>
                  </a:lnTo>
                  <a:lnTo>
                    <a:pt x="311325" y="49149"/>
                  </a:lnTo>
                  <a:lnTo>
                    <a:pt x="313412" y="45535"/>
                  </a:lnTo>
                  <a:lnTo>
                    <a:pt x="315468" y="32385"/>
                  </a:lnTo>
                  <a:lnTo>
                    <a:pt x="312822" y="19966"/>
                  </a:lnTo>
                  <a:lnTo>
                    <a:pt x="311520" y="17907"/>
                  </a:lnTo>
                  <a:close/>
                </a:path>
              </a:pathLst>
            </a:custGeom>
            <a:solidFill>
              <a:srgbClr val="00D9CE"/>
            </a:solidFill>
          </p:spPr>
          <p:txBody>
            <a:bodyPr wrap="square" lIns="0" tIns="0" rIns="0" bIns="0" rtlCol="0"/>
            <a:lstStyle/>
            <a:p>
              <a:endParaRPr/>
            </a:p>
          </p:txBody>
        </p:sp>
        <p:sp>
          <p:nvSpPr>
            <p:cNvPr id="163" name="object 163"/>
            <p:cNvSpPr/>
            <p:nvPr/>
          </p:nvSpPr>
          <p:spPr>
            <a:xfrm>
              <a:off x="2819400" y="2827020"/>
              <a:ext cx="167639" cy="231647"/>
            </a:xfrm>
            <a:prstGeom prst="rect">
              <a:avLst/>
            </a:prstGeom>
            <a:blipFill>
              <a:blip r:embed="rId8" cstate="print"/>
              <a:stretch>
                <a:fillRect/>
              </a:stretch>
            </a:blipFill>
          </p:spPr>
          <p:txBody>
            <a:bodyPr wrap="square" lIns="0" tIns="0" rIns="0" bIns="0" rtlCol="0"/>
            <a:lstStyle/>
            <a:p>
              <a:endParaRPr/>
            </a:p>
          </p:txBody>
        </p:sp>
        <p:sp>
          <p:nvSpPr>
            <p:cNvPr id="164" name="object 164"/>
            <p:cNvSpPr/>
            <p:nvPr/>
          </p:nvSpPr>
          <p:spPr>
            <a:xfrm>
              <a:off x="2298192" y="3514356"/>
              <a:ext cx="1715261" cy="401561"/>
            </a:xfrm>
            <a:prstGeom prst="rect">
              <a:avLst/>
            </a:prstGeom>
            <a:blipFill>
              <a:blip r:embed="rId9" cstate="print"/>
              <a:stretch>
                <a:fillRect/>
              </a:stretch>
            </a:blipFill>
          </p:spPr>
          <p:txBody>
            <a:bodyPr wrap="square" lIns="0" tIns="0" rIns="0" bIns="0" rtlCol="0"/>
            <a:lstStyle/>
            <a:p>
              <a:endParaRPr/>
            </a:p>
          </p:txBody>
        </p:sp>
      </p:grpSp>
      <p:sp>
        <p:nvSpPr>
          <p:cNvPr id="165" name="object 165"/>
          <p:cNvSpPr txBox="1"/>
          <p:nvPr/>
        </p:nvSpPr>
        <p:spPr>
          <a:xfrm>
            <a:off x="2398522" y="3555949"/>
            <a:ext cx="1498600" cy="240029"/>
          </a:xfrm>
          <a:prstGeom prst="rect">
            <a:avLst/>
          </a:prstGeom>
        </p:spPr>
        <p:txBody>
          <a:bodyPr vert="horz" wrap="square" lIns="0" tIns="13335" rIns="0" bIns="0" rtlCol="0">
            <a:spAutoFit/>
          </a:bodyPr>
          <a:lstStyle/>
          <a:p>
            <a:pPr marL="12700">
              <a:lnSpc>
                <a:spcPct val="100000"/>
              </a:lnSpc>
              <a:spcBef>
                <a:spcPts val="105"/>
              </a:spcBef>
            </a:pPr>
            <a:r>
              <a:rPr sz="1400" dirty="0">
                <a:solidFill>
                  <a:srgbClr val="FFFFFF"/>
                </a:solidFill>
                <a:latin typeface="Arial"/>
                <a:cs typeface="Arial"/>
              </a:rPr>
              <a:t>Human</a:t>
            </a:r>
            <a:r>
              <a:rPr sz="1400" spc="-90" dirty="0">
                <a:solidFill>
                  <a:srgbClr val="FFFFFF"/>
                </a:solidFill>
                <a:latin typeface="Arial"/>
                <a:cs typeface="Arial"/>
              </a:rPr>
              <a:t> </a:t>
            </a:r>
            <a:r>
              <a:rPr sz="1400" dirty="0">
                <a:solidFill>
                  <a:srgbClr val="FFFFFF"/>
                </a:solidFill>
                <a:latin typeface="Arial"/>
                <a:cs typeface="Arial"/>
              </a:rPr>
              <a:t>Resources</a:t>
            </a:r>
            <a:endParaRPr sz="1400">
              <a:latin typeface="Arial"/>
              <a:cs typeface="Arial"/>
            </a:endParaRPr>
          </a:p>
        </p:txBody>
      </p:sp>
      <p:sp>
        <p:nvSpPr>
          <p:cNvPr id="166" name="object 166"/>
          <p:cNvSpPr/>
          <p:nvPr/>
        </p:nvSpPr>
        <p:spPr>
          <a:xfrm>
            <a:off x="2063495" y="4989588"/>
            <a:ext cx="1841754" cy="401561"/>
          </a:xfrm>
          <a:prstGeom prst="rect">
            <a:avLst/>
          </a:prstGeom>
          <a:blipFill>
            <a:blip r:embed="rId10" cstate="print"/>
            <a:stretch>
              <a:fillRect/>
            </a:stretch>
          </a:blipFill>
        </p:spPr>
        <p:txBody>
          <a:bodyPr wrap="square" lIns="0" tIns="0" rIns="0" bIns="0" rtlCol="0"/>
          <a:lstStyle/>
          <a:p>
            <a:endParaRPr/>
          </a:p>
        </p:txBody>
      </p:sp>
      <p:sp>
        <p:nvSpPr>
          <p:cNvPr id="167" name="object 167"/>
          <p:cNvSpPr txBox="1"/>
          <p:nvPr/>
        </p:nvSpPr>
        <p:spPr>
          <a:xfrm>
            <a:off x="2163572" y="5031740"/>
            <a:ext cx="1625600" cy="239395"/>
          </a:xfrm>
          <a:prstGeom prst="rect">
            <a:avLst/>
          </a:prstGeom>
        </p:spPr>
        <p:txBody>
          <a:bodyPr vert="horz" wrap="square" lIns="0" tIns="12700" rIns="0" bIns="0" rtlCol="0">
            <a:spAutoFit/>
          </a:bodyPr>
          <a:lstStyle/>
          <a:p>
            <a:pPr marL="12700">
              <a:lnSpc>
                <a:spcPct val="100000"/>
              </a:lnSpc>
              <a:spcBef>
                <a:spcPts val="100"/>
              </a:spcBef>
            </a:pPr>
            <a:r>
              <a:rPr sz="1400" spc="-5" dirty="0">
                <a:solidFill>
                  <a:srgbClr val="FFFFFF"/>
                </a:solidFill>
                <a:latin typeface="Arial"/>
                <a:cs typeface="Arial"/>
              </a:rPr>
              <a:t>Knowledge</a:t>
            </a:r>
            <a:r>
              <a:rPr sz="1400" spc="-65" dirty="0">
                <a:solidFill>
                  <a:srgbClr val="FFFFFF"/>
                </a:solidFill>
                <a:latin typeface="Arial"/>
                <a:cs typeface="Arial"/>
              </a:rPr>
              <a:t> </a:t>
            </a:r>
            <a:r>
              <a:rPr sz="1400" dirty="0">
                <a:solidFill>
                  <a:srgbClr val="FFFFFF"/>
                </a:solidFill>
                <a:latin typeface="Arial"/>
                <a:cs typeface="Arial"/>
              </a:rPr>
              <a:t>Creation</a:t>
            </a:r>
            <a:endParaRPr sz="1400">
              <a:latin typeface="Arial"/>
              <a:cs typeface="Arial"/>
            </a:endParaRPr>
          </a:p>
        </p:txBody>
      </p:sp>
      <p:grpSp>
        <p:nvGrpSpPr>
          <p:cNvPr id="168" name="object 168"/>
          <p:cNvGrpSpPr/>
          <p:nvPr/>
        </p:nvGrpSpPr>
        <p:grpSpPr>
          <a:xfrm>
            <a:off x="1767839" y="5030723"/>
            <a:ext cx="2536825" cy="1045210"/>
            <a:chOff x="1767839" y="5030723"/>
            <a:chExt cx="2536825" cy="1045210"/>
          </a:xfrm>
        </p:grpSpPr>
        <p:sp>
          <p:nvSpPr>
            <p:cNvPr id="169" name="object 169"/>
            <p:cNvSpPr/>
            <p:nvPr/>
          </p:nvSpPr>
          <p:spPr>
            <a:xfrm>
              <a:off x="1889759" y="5030723"/>
              <a:ext cx="129539" cy="100583"/>
            </a:xfrm>
            <a:prstGeom prst="rect">
              <a:avLst/>
            </a:prstGeom>
            <a:blipFill>
              <a:blip r:embed="rId11" cstate="print"/>
              <a:stretch>
                <a:fillRect/>
              </a:stretch>
            </a:blipFill>
          </p:spPr>
          <p:txBody>
            <a:bodyPr wrap="square" lIns="0" tIns="0" rIns="0" bIns="0" rtlCol="0"/>
            <a:lstStyle/>
            <a:p>
              <a:endParaRPr/>
            </a:p>
          </p:txBody>
        </p:sp>
        <p:sp>
          <p:nvSpPr>
            <p:cNvPr id="170" name="object 170"/>
            <p:cNvSpPr/>
            <p:nvPr/>
          </p:nvSpPr>
          <p:spPr>
            <a:xfrm>
              <a:off x="1918715" y="5151119"/>
              <a:ext cx="100583" cy="129540"/>
            </a:xfrm>
            <a:prstGeom prst="rect">
              <a:avLst/>
            </a:prstGeom>
            <a:blipFill>
              <a:blip r:embed="rId12" cstate="print"/>
              <a:stretch>
                <a:fillRect/>
              </a:stretch>
            </a:blipFill>
          </p:spPr>
          <p:txBody>
            <a:bodyPr wrap="square" lIns="0" tIns="0" rIns="0" bIns="0" rtlCol="0"/>
            <a:lstStyle/>
            <a:p>
              <a:endParaRPr/>
            </a:p>
          </p:txBody>
        </p:sp>
        <p:sp>
          <p:nvSpPr>
            <p:cNvPr id="171" name="object 171"/>
            <p:cNvSpPr/>
            <p:nvPr/>
          </p:nvSpPr>
          <p:spPr>
            <a:xfrm>
              <a:off x="1767839" y="5030723"/>
              <a:ext cx="102108" cy="129539"/>
            </a:xfrm>
            <a:prstGeom prst="rect">
              <a:avLst/>
            </a:prstGeom>
            <a:blipFill>
              <a:blip r:embed="rId13" cstate="print"/>
              <a:stretch>
                <a:fillRect/>
              </a:stretch>
            </a:blipFill>
          </p:spPr>
          <p:txBody>
            <a:bodyPr wrap="square" lIns="0" tIns="0" rIns="0" bIns="0" rtlCol="0"/>
            <a:lstStyle/>
            <a:p>
              <a:endParaRPr/>
            </a:p>
          </p:txBody>
        </p:sp>
        <p:sp>
          <p:nvSpPr>
            <p:cNvPr id="172" name="object 172"/>
            <p:cNvSpPr/>
            <p:nvPr/>
          </p:nvSpPr>
          <p:spPr>
            <a:xfrm>
              <a:off x="1767839" y="5180075"/>
              <a:ext cx="131064" cy="100584"/>
            </a:xfrm>
            <a:prstGeom prst="rect">
              <a:avLst/>
            </a:prstGeom>
            <a:blipFill>
              <a:blip r:embed="rId14" cstate="print"/>
              <a:stretch>
                <a:fillRect/>
              </a:stretch>
            </a:blipFill>
          </p:spPr>
          <p:txBody>
            <a:bodyPr wrap="square" lIns="0" tIns="0" rIns="0" bIns="0" rtlCol="0"/>
            <a:lstStyle/>
            <a:p>
              <a:endParaRPr/>
            </a:p>
          </p:txBody>
        </p:sp>
        <p:sp>
          <p:nvSpPr>
            <p:cNvPr id="173" name="object 173"/>
            <p:cNvSpPr/>
            <p:nvPr/>
          </p:nvSpPr>
          <p:spPr>
            <a:xfrm>
              <a:off x="2039111" y="5673851"/>
              <a:ext cx="2265426" cy="401561"/>
            </a:xfrm>
            <a:prstGeom prst="rect">
              <a:avLst/>
            </a:prstGeom>
            <a:blipFill>
              <a:blip r:embed="rId15" cstate="print"/>
              <a:stretch>
                <a:fillRect/>
              </a:stretch>
            </a:blipFill>
          </p:spPr>
          <p:txBody>
            <a:bodyPr wrap="square" lIns="0" tIns="0" rIns="0" bIns="0" rtlCol="0"/>
            <a:lstStyle/>
            <a:p>
              <a:endParaRPr/>
            </a:p>
          </p:txBody>
        </p:sp>
      </p:grpSp>
      <p:sp>
        <p:nvSpPr>
          <p:cNvPr id="174" name="object 174"/>
          <p:cNvSpPr txBox="1"/>
          <p:nvPr/>
        </p:nvSpPr>
        <p:spPr>
          <a:xfrm>
            <a:off x="2139442" y="5716320"/>
            <a:ext cx="2048510" cy="239395"/>
          </a:xfrm>
          <a:prstGeom prst="rect">
            <a:avLst/>
          </a:prstGeom>
        </p:spPr>
        <p:txBody>
          <a:bodyPr vert="horz" wrap="square" lIns="0" tIns="12700" rIns="0" bIns="0" rtlCol="0">
            <a:spAutoFit/>
          </a:bodyPr>
          <a:lstStyle/>
          <a:p>
            <a:pPr marL="12700">
              <a:lnSpc>
                <a:spcPct val="100000"/>
              </a:lnSpc>
              <a:spcBef>
                <a:spcPts val="100"/>
              </a:spcBef>
            </a:pPr>
            <a:r>
              <a:rPr sz="1400" dirty="0">
                <a:solidFill>
                  <a:srgbClr val="FFFFFF"/>
                </a:solidFill>
                <a:latin typeface="Arial"/>
                <a:cs typeface="Arial"/>
              </a:rPr>
              <a:t>Research &amp;</a:t>
            </a:r>
            <a:r>
              <a:rPr sz="1400" spc="-90" dirty="0">
                <a:solidFill>
                  <a:srgbClr val="FFFFFF"/>
                </a:solidFill>
                <a:latin typeface="Arial"/>
                <a:cs typeface="Arial"/>
              </a:rPr>
              <a:t> </a:t>
            </a:r>
            <a:r>
              <a:rPr sz="1400" spc="-5" dirty="0">
                <a:solidFill>
                  <a:srgbClr val="FFFFFF"/>
                </a:solidFill>
                <a:latin typeface="Arial"/>
                <a:cs typeface="Arial"/>
              </a:rPr>
              <a:t>Development</a:t>
            </a:r>
            <a:endParaRPr sz="1400">
              <a:latin typeface="Arial"/>
              <a:cs typeface="Arial"/>
            </a:endParaRPr>
          </a:p>
        </p:txBody>
      </p:sp>
      <p:grpSp>
        <p:nvGrpSpPr>
          <p:cNvPr id="175" name="object 175"/>
          <p:cNvGrpSpPr/>
          <p:nvPr/>
        </p:nvGrpSpPr>
        <p:grpSpPr>
          <a:xfrm>
            <a:off x="1685544" y="4251972"/>
            <a:ext cx="2223135" cy="1729739"/>
            <a:chOff x="1685544" y="4251972"/>
            <a:chExt cx="2223135" cy="1729739"/>
          </a:xfrm>
        </p:grpSpPr>
        <p:sp>
          <p:nvSpPr>
            <p:cNvPr id="176" name="object 176"/>
            <p:cNvSpPr/>
            <p:nvPr/>
          </p:nvSpPr>
          <p:spPr>
            <a:xfrm>
              <a:off x="1685544" y="5698235"/>
              <a:ext cx="283463" cy="283463"/>
            </a:xfrm>
            <a:prstGeom prst="rect">
              <a:avLst/>
            </a:prstGeom>
            <a:blipFill>
              <a:blip r:embed="rId16" cstate="print"/>
              <a:stretch>
                <a:fillRect/>
              </a:stretch>
            </a:blipFill>
          </p:spPr>
          <p:txBody>
            <a:bodyPr wrap="square" lIns="0" tIns="0" rIns="0" bIns="0" rtlCol="0"/>
            <a:lstStyle/>
            <a:p>
              <a:endParaRPr/>
            </a:p>
          </p:txBody>
        </p:sp>
        <p:sp>
          <p:nvSpPr>
            <p:cNvPr id="177" name="object 177"/>
            <p:cNvSpPr/>
            <p:nvPr/>
          </p:nvSpPr>
          <p:spPr>
            <a:xfrm>
              <a:off x="2401824" y="4251972"/>
              <a:ext cx="1506474" cy="401561"/>
            </a:xfrm>
            <a:prstGeom prst="rect">
              <a:avLst/>
            </a:prstGeom>
            <a:blipFill>
              <a:blip r:embed="rId17" cstate="print"/>
              <a:stretch>
                <a:fillRect/>
              </a:stretch>
            </a:blipFill>
          </p:spPr>
          <p:txBody>
            <a:bodyPr wrap="square" lIns="0" tIns="0" rIns="0" bIns="0" rtlCol="0"/>
            <a:lstStyle/>
            <a:p>
              <a:endParaRPr/>
            </a:p>
          </p:txBody>
        </p:sp>
      </p:grpSp>
      <p:sp>
        <p:nvSpPr>
          <p:cNvPr id="178" name="object 178"/>
          <p:cNvSpPr txBox="1"/>
          <p:nvPr/>
        </p:nvSpPr>
        <p:spPr>
          <a:xfrm>
            <a:off x="2503170" y="4293565"/>
            <a:ext cx="1290955" cy="240029"/>
          </a:xfrm>
          <a:prstGeom prst="rect">
            <a:avLst/>
          </a:prstGeom>
        </p:spPr>
        <p:txBody>
          <a:bodyPr vert="horz" wrap="square" lIns="0" tIns="13335" rIns="0" bIns="0" rtlCol="0">
            <a:spAutoFit/>
          </a:bodyPr>
          <a:lstStyle/>
          <a:p>
            <a:pPr marL="12700">
              <a:lnSpc>
                <a:spcPct val="100000"/>
              </a:lnSpc>
              <a:spcBef>
                <a:spcPts val="105"/>
              </a:spcBef>
            </a:pPr>
            <a:r>
              <a:rPr sz="1400" dirty="0">
                <a:solidFill>
                  <a:srgbClr val="FFFFFF"/>
                </a:solidFill>
                <a:latin typeface="Arial"/>
                <a:cs typeface="Arial"/>
              </a:rPr>
              <a:t>Fraud</a:t>
            </a:r>
            <a:r>
              <a:rPr sz="1400" spc="-100" dirty="0">
                <a:solidFill>
                  <a:srgbClr val="FFFFFF"/>
                </a:solidFill>
                <a:latin typeface="Arial"/>
                <a:cs typeface="Arial"/>
              </a:rPr>
              <a:t> </a:t>
            </a:r>
            <a:r>
              <a:rPr sz="1400" dirty="0">
                <a:solidFill>
                  <a:srgbClr val="FFFFFF"/>
                </a:solidFill>
                <a:latin typeface="Arial"/>
                <a:cs typeface="Arial"/>
              </a:rPr>
              <a:t>Detection</a:t>
            </a:r>
            <a:endParaRPr sz="1400">
              <a:latin typeface="Arial"/>
              <a:cs typeface="Arial"/>
            </a:endParaRPr>
          </a:p>
        </p:txBody>
      </p:sp>
      <p:grpSp>
        <p:nvGrpSpPr>
          <p:cNvPr id="179" name="object 179"/>
          <p:cNvGrpSpPr/>
          <p:nvPr/>
        </p:nvGrpSpPr>
        <p:grpSpPr>
          <a:xfrm>
            <a:off x="1955292" y="2270772"/>
            <a:ext cx="9208770" cy="2354580"/>
            <a:chOff x="1955292" y="2270772"/>
            <a:chExt cx="9208770" cy="2354580"/>
          </a:xfrm>
        </p:grpSpPr>
        <p:sp>
          <p:nvSpPr>
            <p:cNvPr id="180" name="object 180"/>
            <p:cNvSpPr/>
            <p:nvPr/>
          </p:nvSpPr>
          <p:spPr>
            <a:xfrm>
              <a:off x="2098548" y="4311395"/>
              <a:ext cx="124968" cy="204216"/>
            </a:xfrm>
            <a:prstGeom prst="rect">
              <a:avLst/>
            </a:prstGeom>
            <a:blipFill>
              <a:blip r:embed="rId18" cstate="print"/>
              <a:stretch>
                <a:fillRect/>
              </a:stretch>
            </a:blipFill>
          </p:spPr>
          <p:txBody>
            <a:bodyPr wrap="square" lIns="0" tIns="0" rIns="0" bIns="0" rtlCol="0"/>
            <a:lstStyle/>
            <a:p>
              <a:endParaRPr/>
            </a:p>
          </p:txBody>
        </p:sp>
        <p:sp>
          <p:nvSpPr>
            <p:cNvPr id="181" name="object 181"/>
            <p:cNvSpPr/>
            <p:nvPr/>
          </p:nvSpPr>
          <p:spPr>
            <a:xfrm>
              <a:off x="1955292" y="4210811"/>
              <a:ext cx="413384" cy="414655"/>
            </a:xfrm>
            <a:custGeom>
              <a:avLst/>
              <a:gdLst/>
              <a:ahLst/>
              <a:cxnLst/>
              <a:rect l="l" t="t" r="r" b="b"/>
              <a:pathLst>
                <a:path w="413385" h="414654">
                  <a:moveTo>
                    <a:pt x="59562" y="219963"/>
                  </a:moveTo>
                  <a:lnTo>
                    <a:pt x="40512" y="219963"/>
                  </a:lnTo>
                  <a:lnTo>
                    <a:pt x="51005" y="266877"/>
                  </a:lnTo>
                  <a:lnTo>
                    <a:pt x="73640" y="307787"/>
                  </a:lnTo>
                  <a:lnTo>
                    <a:pt x="106358" y="340619"/>
                  </a:lnTo>
                  <a:lnTo>
                    <a:pt x="147099" y="363301"/>
                  </a:lnTo>
                  <a:lnTo>
                    <a:pt x="193801" y="373761"/>
                  </a:lnTo>
                  <a:lnTo>
                    <a:pt x="193801" y="408813"/>
                  </a:lnTo>
                  <a:lnTo>
                    <a:pt x="199516" y="414527"/>
                  </a:lnTo>
                  <a:lnTo>
                    <a:pt x="213487" y="414527"/>
                  </a:lnTo>
                  <a:lnTo>
                    <a:pt x="219201" y="408813"/>
                  </a:lnTo>
                  <a:lnTo>
                    <a:pt x="219201" y="373761"/>
                  </a:lnTo>
                  <a:lnTo>
                    <a:pt x="265904" y="363301"/>
                  </a:lnTo>
                  <a:lnTo>
                    <a:pt x="281333" y="354711"/>
                  </a:lnTo>
                  <a:lnTo>
                    <a:pt x="193801" y="354711"/>
                  </a:lnTo>
                  <a:lnTo>
                    <a:pt x="143627" y="341139"/>
                  </a:lnTo>
                  <a:lnTo>
                    <a:pt x="102250" y="311864"/>
                  </a:lnTo>
                  <a:lnTo>
                    <a:pt x="73090" y="270325"/>
                  </a:lnTo>
                  <a:lnTo>
                    <a:pt x="59562" y="219963"/>
                  </a:lnTo>
                  <a:close/>
                </a:path>
                <a:path w="413385" h="414654">
                  <a:moveTo>
                    <a:pt x="213487" y="323595"/>
                  </a:moveTo>
                  <a:lnTo>
                    <a:pt x="199516" y="323595"/>
                  </a:lnTo>
                  <a:lnTo>
                    <a:pt x="193801" y="329311"/>
                  </a:lnTo>
                  <a:lnTo>
                    <a:pt x="193801" y="354711"/>
                  </a:lnTo>
                  <a:lnTo>
                    <a:pt x="219201" y="354711"/>
                  </a:lnTo>
                  <a:lnTo>
                    <a:pt x="219201" y="329311"/>
                  </a:lnTo>
                  <a:lnTo>
                    <a:pt x="213487" y="323595"/>
                  </a:lnTo>
                  <a:close/>
                </a:path>
                <a:path w="413385" h="414654">
                  <a:moveTo>
                    <a:pt x="372490" y="219963"/>
                  </a:moveTo>
                  <a:lnTo>
                    <a:pt x="353440" y="219963"/>
                  </a:lnTo>
                  <a:lnTo>
                    <a:pt x="339913" y="270325"/>
                  </a:lnTo>
                  <a:lnTo>
                    <a:pt x="310753" y="311864"/>
                  </a:lnTo>
                  <a:lnTo>
                    <a:pt x="269376" y="341139"/>
                  </a:lnTo>
                  <a:lnTo>
                    <a:pt x="219201" y="354711"/>
                  </a:lnTo>
                  <a:lnTo>
                    <a:pt x="281333" y="354711"/>
                  </a:lnTo>
                  <a:lnTo>
                    <a:pt x="306645" y="340619"/>
                  </a:lnTo>
                  <a:lnTo>
                    <a:pt x="339363" y="307787"/>
                  </a:lnTo>
                  <a:lnTo>
                    <a:pt x="361998" y="266877"/>
                  </a:lnTo>
                  <a:lnTo>
                    <a:pt x="372490" y="219963"/>
                  </a:lnTo>
                  <a:close/>
                </a:path>
                <a:path w="413385" h="414654">
                  <a:moveTo>
                    <a:pt x="84962" y="194563"/>
                  </a:moveTo>
                  <a:lnTo>
                    <a:pt x="5714" y="194563"/>
                  </a:lnTo>
                  <a:lnTo>
                    <a:pt x="0" y="200279"/>
                  </a:lnTo>
                  <a:lnTo>
                    <a:pt x="0" y="214249"/>
                  </a:lnTo>
                  <a:lnTo>
                    <a:pt x="5714" y="219963"/>
                  </a:lnTo>
                  <a:lnTo>
                    <a:pt x="84962" y="219963"/>
                  </a:lnTo>
                  <a:lnTo>
                    <a:pt x="90550" y="214249"/>
                  </a:lnTo>
                  <a:lnTo>
                    <a:pt x="90550" y="200279"/>
                  </a:lnTo>
                  <a:lnTo>
                    <a:pt x="84962" y="194563"/>
                  </a:lnTo>
                  <a:close/>
                </a:path>
                <a:path w="413385" h="414654">
                  <a:moveTo>
                    <a:pt x="407288" y="194563"/>
                  </a:moveTo>
                  <a:lnTo>
                    <a:pt x="328040" y="194563"/>
                  </a:lnTo>
                  <a:lnTo>
                    <a:pt x="322452" y="200279"/>
                  </a:lnTo>
                  <a:lnTo>
                    <a:pt x="322452" y="214249"/>
                  </a:lnTo>
                  <a:lnTo>
                    <a:pt x="328040" y="219963"/>
                  </a:lnTo>
                  <a:lnTo>
                    <a:pt x="407288" y="219963"/>
                  </a:lnTo>
                  <a:lnTo>
                    <a:pt x="413003" y="214249"/>
                  </a:lnTo>
                  <a:lnTo>
                    <a:pt x="413003" y="200279"/>
                  </a:lnTo>
                  <a:lnTo>
                    <a:pt x="407288" y="194563"/>
                  </a:lnTo>
                  <a:close/>
                </a:path>
                <a:path w="413385" h="414654">
                  <a:moveTo>
                    <a:pt x="213487" y="0"/>
                  </a:moveTo>
                  <a:lnTo>
                    <a:pt x="199516" y="0"/>
                  </a:lnTo>
                  <a:lnTo>
                    <a:pt x="193801" y="5714"/>
                  </a:lnTo>
                  <a:lnTo>
                    <a:pt x="193801" y="40767"/>
                  </a:lnTo>
                  <a:lnTo>
                    <a:pt x="147099" y="51226"/>
                  </a:lnTo>
                  <a:lnTo>
                    <a:pt x="106358" y="73908"/>
                  </a:lnTo>
                  <a:lnTo>
                    <a:pt x="73640" y="106740"/>
                  </a:lnTo>
                  <a:lnTo>
                    <a:pt x="51005" y="147650"/>
                  </a:lnTo>
                  <a:lnTo>
                    <a:pt x="40512" y="194563"/>
                  </a:lnTo>
                  <a:lnTo>
                    <a:pt x="59562" y="194563"/>
                  </a:lnTo>
                  <a:lnTo>
                    <a:pt x="73090" y="144202"/>
                  </a:lnTo>
                  <a:lnTo>
                    <a:pt x="102250" y="102663"/>
                  </a:lnTo>
                  <a:lnTo>
                    <a:pt x="143627" y="73388"/>
                  </a:lnTo>
                  <a:lnTo>
                    <a:pt x="193801" y="59817"/>
                  </a:lnTo>
                  <a:lnTo>
                    <a:pt x="281333" y="59817"/>
                  </a:lnTo>
                  <a:lnTo>
                    <a:pt x="265904" y="51226"/>
                  </a:lnTo>
                  <a:lnTo>
                    <a:pt x="219201" y="40767"/>
                  </a:lnTo>
                  <a:lnTo>
                    <a:pt x="219201" y="5714"/>
                  </a:lnTo>
                  <a:lnTo>
                    <a:pt x="213487" y="0"/>
                  </a:lnTo>
                  <a:close/>
                </a:path>
                <a:path w="413385" h="414654">
                  <a:moveTo>
                    <a:pt x="281333" y="59817"/>
                  </a:moveTo>
                  <a:lnTo>
                    <a:pt x="219201" y="59817"/>
                  </a:lnTo>
                  <a:lnTo>
                    <a:pt x="269376" y="73388"/>
                  </a:lnTo>
                  <a:lnTo>
                    <a:pt x="310753" y="102663"/>
                  </a:lnTo>
                  <a:lnTo>
                    <a:pt x="339913" y="144202"/>
                  </a:lnTo>
                  <a:lnTo>
                    <a:pt x="353440" y="194563"/>
                  </a:lnTo>
                  <a:lnTo>
                    <a:pt x="372490" y="194563"/>
                  </a:lnTo>
                  <a:lnTo>
                    <a:pt x="361998" y="147650"/>
                  </a:lnTo>
                  <a:lnTo>
                    <a:pt x="339363" y="106740"/>
                  </a:lnTo>
                  <a:lnTo>
                    <a:pt x="306645" y="73908"/>
                  </a:lnTo>
                  <a:lnTo>
                    <a:pt x="281333" y="59817"/>
                  </a:lnTo>
                  <a:close/>
                </a:path>
                <a:path w="413385" h="414654">
                  <a:moveTo>
                    <a:pt x="219201" y="59817"/>
                  </a:moveTo>
                  <a:lnTo>
                    <a:pt x="193801" y="59817"/>
                  </a:lnTo>
                  <a:lnTo>
                    <a:pt x="193801" y="85217"/>
                  </a:lnTo>
                  <a:lnTo>
                    <a:pt x="199516" y="90931"/>
                  </a:lnTo>
                  <a:lnTo>
                    <a:pt x="213487" y="90931"/>
                  </a:lnTo>
                  <a:lnTo>
                    <a:pt x="219201" y="85217"/>
                  </a:lnTo>
                  <a:lnTo>
                    <a:pt x="219201" y="59817"/>
                  </a:lnTo>
                  <a:close/>
                </a:path>
              </a:pathLst>
            </a:custGeom>
            <a:solidFill>
              <a:srgbClr val="00D9CE"/>
            </a:solidFill>
          </p:spPr>
          <p:txBody>
            <a:bodyPr wrap="square" lIns="0" tIns="0" rIns="0" bIns="0" rtlCol="0"/>
            <a:lstStyle/>
            <a:p>
              <a:endParaRPr/>
            </a:p>
          </p:txBody>
        </p:sp>
        <p:sp>
          <p:nvSpPr>
            <p:cNvPr id="182" name="object 182"/>
            <p:cNvSpPr/>
            <p:nvPr/>
          </p:nvSpPr>
          <p:spPr>
            <a:xfrm>
              <a:off x="8161020" y="2270772"/>
              <a:ext cx="607301" cy="401561"/>
            </a:xfrm>
            <a:prstGeom prst="rect">
              <a:avLst/>
            </a:prstGeom>
            <a:blipFill>
              <a:blip r:embed="rId19" cstate="print"/>
              <a:stretch>
                <a:fillRect/>
              </a:stretch>
            </a:blipFill>
          </p:spPr>
          <p:txBody>
            <a:bodyPr wrap="square" lIns="0" tIns="0" rIns="0" bIns="0" rtlCol="0"/>
            <a:lstStyle/>
            <a:p>
              <a:endParaRPr/>
            </a:p>
          </p:txBody>
        </p:sp>
        <p:sp>
          <p:nvSpPr>
            <p:cNvPr id="183" name="object 183"/>
            <p:cNvSpPr/>
            <p:nvPr/>
          </p:nvSpPr>
          <p:spPr>
            <a:xfrm>
              <a:off x="8526780" y="2270772"/>
              <a:ext cx="300977" cy="401561"/>
            </a:xfrm>
            <a:prstGeom prst="rect">
              <a:avLst/>
            </a:prstGeom>
            <a:blipFill>
              <a:blip r:embed="rId20" cstate="print"/>
              <a:stretch>
                <a:fillRect/>
              </a:stretch>
            </a:blipFill>
          </p:spPr>
          <p:txBody>
            <a:bodyPr wrap="square" lIns="0" tIns="0" rIns="0" bIns="0" rtlCol="0"/>
            <a:lstStyle/>
            <a:p>
              <a:endParaRPr/>
            </a:p>
          </p:txBody>
        </p:sp>
        <p:sp>
          <p:nvSpPr>
            <p:cNvPr id="184" name="object 184"/>
            <p:cNvSpPr/>
            <p:nvPr/>
          </p:nvSpPr>
          <p:spPr>
            <a:xfrm>
              <a:off x="8586216" y="2270772"/>
              <a:ext cx="2577846" cy="401561"/>
            </a:xfrm>
            <a:prstGeom prst="rect">
              <a:avLst/>
            </a:prstGeom>
            <a:blipFill>
              <a:blip r:embed="rId21" cstate="print"/>
              <a:stretch>
                <a:fillRect/>
              </a:stretch>
            </a:blipFill>
          </p:spPr>
          <p:txBody>
            <a:bodyPr wrap="square" lIns="0" tIns="0" rIns="0" bIns="0" rtlCol="0"/>
            <a:lstStyle/>
            <a:p>
              <a:endParaRPr/>
            </a:p>
          </p:txBody>
        </p:sp>
      </p:grpSp>
      <p:sp>
        <p:nvSpPr>
          <p:cNvPr id="185" name="object 185"/>
          <p:cNvSpPr txBox="1"/>
          <p:nvPr/>
        </p:nvSpPr>
        <p:spPr>
          <a:xfrm>
            <a:off x="8261984" y="2312670"/>
            <a:ext cx="2787650" cy="239395"/>
          </a:xfrm>
          <a:prstGeom prst="rect">
            <a:avLst/>
          </a:prstGeom>
        </p:spPr>
        <p:txBody>
          <a:bodyPr vert="horz" wrap="square" lIns="0" tIns="13335" rIns="0" bIns="0" rtlCol="0">
            <a:spAutoFit/>
          </a:bodyPr>
          <a:lstStyle/>
          <a:p>
            <a:pPr marL="12700">
              <a:lnSpc>
                <a:spcPct val="100000"/>
              </a:lnSpc>
              <a:spcBef>
                <a:spcPts val="105"/>
              </a:spcBef>
            </a:pPr>
            <a:r>
              <a:rPr sz="1400" spc="-5" dirty="0">
                <a:solidFill>
                  <a:srgbClr val="FFFFFF"/>
                </a:solidFill>
                <a:latin typeface="Arial"/>
                <a:cs typeface="Arial"/>
              </a:rPr>
              <a:t>Real-time </a:t>
            </a:r>
            <a:r>
              <a:rPr sz="1400" dirty="0">
                <a:solidFill>
                  <a:srgbClr val="FFFFFF"/>
                </a:solidFill>
                <a:latin typeface="Arial"/>
                <a:cs typeface="Arial"/>
              </a:rPr>
              <a:t>Operations</a:t>
            </a:r>
            <a:r>
              <a:rPr sz="1400" spc="-114" dirty="0">
                <a:solidFill>
                  <a:srgbClr val="FFFFFF"/>
                </a:solidFill>
                <a:latin typeface="Arial"/>
                <a:cs typeface="Arial"/>
              </a:rPr>
              <a:t> </a:t>
            </a:r>
            <a:r>
              <a:rPr sz="1400" dirty="0">
                <a:solidFill>
                  <a:srgbClr val="FFFFFF"/>
                </a:solidFill>
                <a:latin typeface="Arial"/>
                <a:cs typeface="Arial"/>
              </a:rPr>
              <a:t>Management</a:t>
            </a:r>
            <a:endParaRPr sz="1400">
              <a:latin typeface="Arial"/>
              <a:cs typeface="Arial"/>
            </a:endParaRPr>
          </a:p>
        </p:txBody>
      </p:sp>
      <p:sp>
        <p:nvSpPr>
          <p:cNvPr id="186" name="object 186"/>
          <p:cNvSpPr/>
          <p:nvPr/>
        </p:nvSpPr>
        <p:spPr>
          <a:xfrm>
            <a:off x="11309604" y="2282951"/>
            <a:ext cx="316992" cy="307848"/>
          </a:xfrm>
          <a:prstGeom prst="rect">
            <a:avLst/>
          </a:prstGeom>
          <a:blipFill>
            <a:blip r:embed="rId22" cstate="print"/>
            <a:stretch>
              <a:fillRect/>
            </a:stretch>
          </a:blipFill>
        </p:spPr>
        <p:txBody>
          <a:bodyPr wrap="square" lIns="0" tIns="0" rIns="0" bIns="0" rtlCol="0"/>
          <a:lstStyle/>
          <a:p>
            <a:endParaRPr/>
          </a:p>
        </p:txBody>
      </p:sp>
      <p:sp>
        <p:nvSpPr>
          <p:cNvPr id="187" name="object 187"/>
          <p:cNvSpPr/>
          <p:nvPr/>
        </p:nvSpPr>
        <p:spPr>
          <a:xfrm>
            <a:off x="8249411" y="2980956"/>
            <a:ext cx="1789938" cy="401561"/>
          </a:xfrm>
          <a:prstGeom prst="rect">
            <a:avLst/>
          </a:prstGeom>
          <a:blipFill>
            <a:blip r:embed="rId23" cstate="print"/>
            <a:stretch>
              <a:fillRect/>
            </a:stretch>
          </a:blipFill>
        </p:spPr>
        <p:txBody>
          <a:bodyPr wrap="square" lIns="0" tIns="0" rIns="0" bIns="0" rtlCol="0"/>
          <a:lstStyle/>
          <a:p>
            <a:endParaRPr/>
          </a:p>
        </p:txBody>
      </p:sp>
      <p:sp>
        <p:nvSpPr>
          <p:cNvPr id="188" name="object 188"/>
          <p:cNvSpPr txBox="1"/>
          <p:nvPr/>
        </p:nvSpPr>
        <p:spPr>
          <a:xfrm>
            <a:off x="8351266" y="3023107"/>
            <a:ext cx="1524000" cy="239395"/>
          </a:xfrm>
          <a:prstGeom prst="rect">
            <a:avLst/>
          </a:prstGeom>
        </p:spPr>
        <p:txBody>
          <a:bodyPr vert="horz" wrap="square" lIns="0" tIns="13335" rIns="0" bIns="0" rtlCol="0">
            <a:spAutoFit/>
          </a:bodyPr>
          <a:lstStyle/>
          <a:p>
            <a:pPr marL="12700">
              <a:lnSpc>
                <a:spcPct val="100000"/>
              </a:lnSpc>
              <a:spcBef>
                <a:spcPts val="105"/>
              </a:spcBef>
            </a:pPr>
            <a:r>
              <a:rPr sz="1400" spc="-5" dirty="0">
                <a:solidFill>
                  <a:srgbClr val="FFFFFF"/>
                </a:solidFill>
                <a:latin typeface="Arial"/>
                <a:cs typeface="Arial"/>
              </a:rPr>
              <a:t>Customer</a:t>
            </a:r>
            <a:r>
              <a:rPr sz="1400" spc="-70" dirty="0">
                <a:solidFill>
                  <a:srgbClr val="FFFFFF"/>
                </a:solidFill>
                <a:latin typeface="Arial"/>
                <a:cs typeface="Arial"/>
              </a:rPr>
              <a:t> </a:t>
            </a:r>
            <a:r>
              <a:rPr sz="1400" spc="-5" dirty="0">
                <a:solidFill>
                  <a:srgbClr val="FFFFFF"/>
                </a:solidFill>
                <a:latin typeface="Arial"/>
                <a:cs typeface="Arial"/>
              </a:rPr>
              <a:t>Services</a:t>
            </a:r>
            <a:endParaRPr sz="1400">
              <a:latin typeface="Arial"/>
              <a:cs typeface="Arial"/>
            </a:endParaRPr>
          </a:p>
        </p:txBody>
      </p:sp>
      <p:grpSp>
        <p:nvGrpSpPr>
          <p:cNvPr id="189" name="object 189"/>
          <p:cNvGrpSpPr/>
          <p:nvPr/>
        </p:nvGrpSpPr>
        <p:grpSpPr>
          <a:xfrm>
            <a:off x="8164068" y="2997707"/>
            <a:ext cx="2592070" cy="1080135"/>
            <a:chOff x="8164068" y="2997707"/>
            <a:chExt cx="2592070" cy="1080135"/>
          </a:xfrm>
        </p:grpSpPr>
        <p:sp>
          <p:nvSpPr>
            <p:cNvPr id="190" name="object 190"/>
            <p:cNvSpPr/>
            <p:nvPr/>
          </p:nvSpPr>
          <p:spPr>
            <a:xfrm>
              <a:off x="10029444" y="2997707"/>
              <a:ext cx="234696" cy="300227"/>
            </a:xfrm>
            <a:prstGeom prst="rect">
              <a:avLst/>
            </a:prstGeom>
            <a:blipFill>
              <a:blip r:embed="rId24" cstate="print"/>
              <a:stretch>
                <a:fillRect/>
              </a:stretch>
            </a:blipFill>
          </p:spPr>
          <p:txBody>
            <a:bodyPr wrap="square" lIns="0" tIns="0" rIns="0" bIns="0" rtlCol="0"/>
            <a:lstStyle/>
            <a:p>
              <a:endParaRPr/>
            </a:p>
          </p:txBody>
        </p:sp>
        <p:sp>
          <p:nvSpPr>
            <p:cNvPr id="191" name="object 191"/>
            <p:cNvSpPr/>
            <p:nvPr/>
          </p:nvSpPr>
          <p:spPr>
            <a:xfrm>
              <a:off x="8164068" y="3675900"/>
              <a:ext cx="2591562" cy="401561"/>
            </a:xfrm>
            <a:prstGeom prst="rect">
              <a:avLst/>
            </a:prstGeom>
            <a:blipFill>
              <a:blip r:embed="rId25" cstate="print"/>
              <a:stretch>
                <a:fillRect/>
              </a:stretch>
            </a:blipFill>
          </p:spPr>
          <p:txBody>
            <a:bodyPr wrap="square" lIns="0" tIns="0" rIns="0" bIns="0" rtlCol="0"/>
            <a:lstStyle/>
            <a:p>
              <a:endParaRPr/>
            </a:p>
          </p:txBody>
        </p:sp>
      </p:grpSp>
      <p:sp>
        <p:nvSpPr>
          <p:cNvPr id="192" name="object 192"/>
          <p:cNvSpPr txBox="1"/>
          <p:nvPr/>
        </p:nvSpPr>
        <p:spPr>
          <a:xfrm>
            <a:off x="8266303" y="3718305"/>
            <a:ext cx="2374265" cy="239395"/>
          </a:xfrm>
          <a:prstGeom prst="rect">
            <a:avLst/>
          </a:prstGeom>
        </p:spPr>
        <p:txBody>
          <a:bodyPr vert="horz" wrap="square" lIns="0" tIns="12700" rIns="0" bIns="0" rtlCol="0">
            <a:spAutoFit/>
          </a:bodyPr>
          <a:lstStyle/>
          <a:p>
            <a:pPr marL="12700">
              <a:lnSpc>
                <a:spcPct val="100000"/>
              </a:lnSpc>
              <a:spcBef>
                <a:spcPts val="100"/>
              </a:spcBef>
            </a:pPr>
            <a:r>
              <a:rPr sz="1400" spc="-5" dirty="0">
                <a:solidFill>
                  <a:srgbClr val="FFFFFF"/>
                </a:solidFill>
                <a:latin typeface="Arial"/>
                <a:cs typeface="Arial"/>
              </a:rPr>
              <a:t>Risk </a:t>
            </a:r>
            <a:r>
              <a:rPr sz="1400" dirty="0">
                <a:solidFill>
                  <a:srgbClr val="FFFFFF"/>
                </a:solidFill>
                <a:latin typeface="Arial"/>
                <a:cs typeface="Arial"/>
              </a:rPr>
              <a:t>Management &amp;</a:t>
            </a:r>
            <a:r>
              <a:rPr sz="1400" spc="-165" dirty="0">
                <a:solidFill>
                  <a:srgbClr val="FFFFFF"/>
                </a:solidFill>
                <a:latin typeface="Arial"/>
                <a:cs typeface="Arial"/>
              </a:rPr>
              <a:t> </a:t>
            </a:r>
            <a:r>
              <a:rPr sz="1400" spc="-5" dirty="0">
                <a:solidFill>
                  <a:srgbClr val="FFFFFF"/>
                </a:solidFill>
                <a:latin typeface="Arial"/>
                <a:cs typeface="Arial"/>
              </a:rPr>
              <a:t>Analytics</a:t>
            </a:r>
            <a:endParaRPr sz="1400">
              <a:latin typeface="Arial"/>
              <a:cs typeface="Arial"/>
            </a:endParaRPr>
          </a:p>
        </p:txBody>
      </p:sp>
      <p:grpSp>
        <p:nvGrpSpPr>
          <p:cNvPr id="193" name="object 193"/>
          <p:cNvGrpSpPr/>
          <p:nvPr/>
        </p:nvGrpSpPr>
        <p:grpSpPr>
          <a:xfrm>
            <a:off x="7879080" y="3691128"/>
            <a:ext cx="3177540" cy="1090930"/>
            <a:chOff x="7879080" y="3691128"/>
            <a:chExt cx="3177540" cy="1090930"/>
          </a:xfrm>
        </p:grpSpPr>
        <p:sp>
          <p:nvSpPr>
            <p:cNvPr id="194" name="object 194"/>
            <p:cNvSpPr/>
            <p:nvPr/>
          </p:nvSpPr>
          <p:spPr>
            <a:xfrm>
              <a:off x="10751820" y="3691128"/>
              <a:ext cx="292607" cy="146304"/>
            </a:xfrm>
            <a:prstGeom prst="rect">
              <a:avLst/>
            </a:prstGeom>
            <a:blipFill>
              <a:blip r:embed="rId26" cstate="print"/>
              <a:stretch>
                <a:fillRect/>
              </a:stretch>
            </a:blipFill>
          </p:spPr>
          <p:txBody>
            <a:bodyPr wrap="square" lIns="0" tIns="0" rIns="0" bIns="0" rtlCol="0"/>
            <a:lstStyle/>
            <a:p>
              <a:endParaRPr/>
            </a:p>
          </p:txBody>
        </p:sp>
        <p:sp>
          <p:nvSpPr>
            <p:cNvPr id="195" name="object 195"/>
            <p:cNvSpPr/>
            <p:nvPr/>
          </p:nvSpPr>
          <p:spPr>
            <a:xfrm>
              <a:off x="10741152" y="3863340"/>
              <a:ext cx="315468" cy="131064"/>
            </a:xfrm>
            <a:prstGeom prst="rect">
              <a:avLst/>
            </a:prstGeom>
            <a:blipFill>
              <a:blip r:embed="rId27" cstate="print"/>
              <a:stretch>
                <a:fillRect/>
              </a:stretch>
            </a:blipFill>
          </p:spPr>
          <p:txBody>
            <a:bodyPr wrap="square" lIns="0" tIns="0" rIns="0" bIns="0" rtlCol="0"/>
            <a:lstStyle/>
            <a:p>
              <a:endParaRPr/>
            </a:p>
          </p:txBody>
        </p:sp>
        <p:sp>
          <p:nvSpPr>
            <p:cNvPr id="196" name="object 196"/>
            <p:cNvSpPr/>
            <p:nvPr/>
          </p:nvSpPr>
          <p:spPr>
            <a:xfrm>
              <a:off x="7879080" y="4379988"/>
              <a:ext cx="1585722" cy="401561"/>
            </a:xfrm>
            <a:prstGeom prst="rect">
              <a:avLst/>
            </a:prstGeom>
            <a:blipFill>
              <a:blip r:embed="rId28" cstate="print"/>
              <a:stretch>
                <a:fillRect/>
              </a:stretch>
            </a:blipFill>
          </p:spPr>
          <p:txBody>
            <a:bodyPr wrap="square" lIns="0" tIns="0" rIns="0" bIns="0" rtlCol="0"/>
            <a:lstStyle/>
            <a:p>
              <a:endParaRPr/>
            </a:p>
          </p:txBody>
        </p:sp>
      </p:grpSp>
      <p:sp>
        <p:nvSpPr>
          <p:cNvPr id="197" name="object 197"/>
          <p:cNvSpPr txBox="1"/>
          <p:nvPr/>
        </p:nvSpPr>
        <p:spPr>
          <a:xfrm>
            <a:off x="7980426" y="4422140"/>
            <a:ext cx="1368425" cy="239395"/>
          </a:xfrm>
          <a:prstGeom prst="rect">
            <a:avLst/>
          </a:prstGeom>
        </p:spPr>
        <p:txBody>
          <a:bodyPr vert="horz" wrap="square" lIns="0" tIns="12700" rIns="0" bIns="0" rtlCol="0">
            <a:spAutoFit/>
          </a:bodyPr>
          <a:lstStyle/>
          <a:p>
            <a:pPr marL="12700">
              <a:lnSpc>
                <a:spcPct val="100000"/>
              </a:lnSpc>
              <a:spcBef>
                <a:spcPts val="100"/>
              </a:spcBef>
            </a:pPr>
            <a:r>
              <a:rPr sz="1400" spc="-5" dirty="0">
                <a:solidFill>
                  <a:srgbClr val="FFFFFF"/>
                </a:solidFill>
                <a:latin typeface="Arial"/>
                <a:cs typeface="Arial"/>
              </a:rPr>
              <a:t>Customer</a:t>
            </a:r>
            <a:r>
              <a:rPr sz="1400" spc="-85" dirty="0">
                <a:solidFill>
                  <a:srgbClr val="FFFFFF"/>
                </a:solidFill>
                <a:latin typeface="Arial"/>
                <a:cs typeface="Arial"/>
              </a:rPr>
              <a:t> </a:t>
            </a:r>
            <a:r>
              <a:rPr sz="1400" dirty="0">
                <a:solidFill>
                  <a:srgbClr val="FFFFFF"/>
                </a:solidFill>
                <a:latin typeface="Arial"/>
                <a:cs typeface="Arial"/>
              </a:rPr>
              <a:t>Insight</a:t>
            </a:r>
            <a:endParaRPr sz="1400">
              <a:latin typeface="Arial"/>
              <a:cs typeface="Arial"/>
            </a:endParaRPr>
          </a:p>
        </p:txBody>
      </p:sp>
      <p:grpSp>
        <p:nvGrpSpPr>
          <p:cNvPr id="198" name="object 198"/>
          <p:cNvGrpSpPr/>
          <p:nvPr/>
        </p:nvGrpSpPr>
        <p:grpSpPr>
          <a:xfrm>
            <a:off x="7181088" y="4384547"/>
            <a:ext cx="2642870" cy="1101090"/>
            <a:chOff x="7181088" y="4384547"/>
            <a:chExt cx="2642870" cy="1101090"/>
          </a:xfrm>
        </p:grpSpPr>
        <p:sp>
          <p:nvSpPr>
            <p:cNvPr id="199" name="object 199"/>
            <p:cNvSpPr/>
            <p:nvPr/>
          </p:nvSpPr>
          <p:spPr>
            <a:xfrm>
              <a:off x="9497567" y="4384547"/>
              <a:ext cx="326135" cy="325246"/>
            </a:xfrm>
            <a:prstGeom prst="rect">
              <a:avLst/>
            </a:prstGeom>
            <a:blipFill>
              <a:blip r:embed="rId29" cstate="print"/>
              <a:stretch>
                <a:fillRect/>
              </a:stretch>
            </a:blipFill>
          </p:spPr>
          <p:txBody>
            <a:bodyPr wrap="square" lIns="0" tIns="0" rIns="0" bIns="0" rtlCol="0"/>
            <a:lstStyle/>
            <a:p>
              <a:endParaRPr/>
            </a:p>
          </p:txBody>
        </p:sp>
        <p:sp>
          <p:nvSpPr>
            <p:cNvPr id="200" name="object 200"/>
            <p:cNvSpPr/>
            <p:nvPr/>
          </p:nvSpPr>
          <p:spPr>
            <a:xfrm>
              <a:off x="7181088" y="5084076"/>
              <a:ext cx="1814322" cy="401561"/>
            </a:xfrm>
            <a:prstGeom prst="rect">
              <a:avLst/>
            </a:prstGeom>
            <a:blipFill>
              <a:blip r:embed="rId30" cstate="print"/>
              <a:stretch>
                <a:fillRect/>
              </a:stretch>
            </a:blipFill>
          </p:spPr>
          <p:txBody>
            <a:bodyPr wrap="square" lIns="0" tIns="0" rIns="0" bIns="0" rtlCol="0"/>
            <a:lstStyle/>
            <a:p>
              <a:endParaRPr/>
            </a:p>
          </p:txBody>
        </p:sp>
      </p:grpSp>
      <p:sp>
        <p:nvSpPr>
          <p:cNvPr id="201" name="object 201"/>
          <p:cNvSpPr txBox="1"/>
          <p:nvPr/>
        </p:nvSpPr>
        <p:spPr>
          <a:xfrm>
            <a:off x="7282942" y="5126228"/>
            <a:ext cx="1598295" cy="239395"/>
          </a:xfrm>
          <a:prstGeom prst="rect">
            <a:avLst/>
          </a:prstGeom>
        </p:spPr>
        <p:txBody>
          <a:bodyPr vert="horz" wrap="square" lIns="0" tIns="12700" rIns="0" bIns="0" rtlCol="0">
            <a:spAutoFit/>
          </a:bodyPr>
          <a:lstStyle/>
          <a:p>
            <a:pPr marL="12700">
              <a:lnSpc>
                <a:spcPct val="100000"/>
              </a:lnSpc>
              <a:spcBef>
                <a:spcPts val="100"/>
              </a:spcBef>
            </a:pPr>
            <a:r>
              <a:rPr sz="1400" dirty="0">
                <a:solidFill>
                  <a:srgbClr val="FFFFFF"/>
                </a:solidFill>
                <a:latin typeface="Arial"/>
                <a:cs typeface="Arial"/>
              </a:rPr>
              <a:t>Pricing &amp;</a:t>
            </a:r>
            <a:r>
              <a:rPr sz="1400" spc="-100" dirty="0">
                <a:solidFill>
                  <a:srgbClr val="FFFFFF"/>
                </a:solidFill>
                <a:latin typeface="Arial"/>
                <a:cs typeface="Arial"/>
              </a:rPr>
              <a:t> </a:t>
            </a:r>
            <a:r>
              <a:rPr sz="1400" dirty="0">
                <a:solidFill>
                  <a:srgbClr val="FFFFFF"/>
                </a:solidFill>
                <a:latin typeface="Arial"/>
                <a:cs typeface="Arial"/>
              </a:rPr>
              <a:t>Promotion</a:t>
            </a:r>
            <a:endParaRPr sz="1400">
              <a:latin typeface="Arial"/>
              <a:cs typeface="Arial"/>
            </a:endParaRPr>
          </a:p>
        </p:txBody>
      </p:sp>
      <p:grpSp>
        <p:nvGrpSpPr>
          <p:cNvPr id="202" name="object 202"/>
          <p:cNvGrpSpPr/>
          <p:nvPr/>
        </p:nvGrpSpPr>
        <p:grpSpPr>
          <a:xfrm>
            <a:off x="7719059" y="1560588"/>
            <a:ext cx="1773555" cy="3873500"/>
            <a:chOff x="7719059" y="1560588"/>
            <a:chExt cx="1773555" cy="3873500"/>
          </a:xfrm>
        </p:grpSpPr>
        <p:sp>
          <p:nvSpPr>
            <p:cNvPr id="203" name="object 203"/>
            <p:cNvSpPr/>
            <p:nvPr/>
          </p:nvSpPr>
          <p:spPr>
            <a:xfrm>
              <a:off x="8983979" y="5106924"/>
              <a:ext cx="326517" cy="326644"/>
            </a:xfrm>
            <a:prstGeom prst="rect">
              <a:avLst/>
            </a:prstGeom>
            <a:blipFill>
              <a:blip r:embed="rId31" cstate="print"/>
              <a:stretch>
                <a:fillRect/>
              </a:stretch>
            </a:blipFill>
          </p:spPr>
          <p:txBody>
            <a:bodyPr wrap="square" lIns="0" tIns="0" rIns="0" bIns="0" rtlCol="0"/>
            <a:lstStyle/>
            <a:p>
              <a:endParaRPr/>
            </a:p>
          </p:txBody>
        </p:sp>
        <p:sp>
          <p:nvSpPr>
            <p:cNvPr id="204" name="object 204"/>
            <p:cNvSpPr/>
            <p:nvPr/>
          </p:nvSpPr>
          <p:spPr>
            <a:xfrm>
              <a:off x="7719059" y="1560588"/>
              <a:ext cx="1773174" cy="401561"/>
            </a:xfrm>
            <a:prstGeom prst="rect">
              <a:avLst/>
            </a:prstGeom>
            <a:blipFill>
              <a:blip r:embed="rId32" cstate="print"/>
              <a:stretch>
                <a:fillRect/>
              </a:stretch>
            </a:blipFill>
          </p:spPr>
          <p:txBody>
            <a:bodyPr wrap="square" lIns="0" tIns="0" rIns="0" bIns="0" rtlCol="0"/>
            <a:lstStyle/>
            <a:p>
              <a:endParaRPr/>
            </a:p>
          </p:txBody>
        </p:sp>
      </p:grpSp>
      <p:sp>
        <p:nvSpPr>
          <p:cNvPr id="205" name="object 205"/>
          <p:cNvSpPr txBox="1"/>
          <p:nvPr/>
        </p:nvSpPr>
        <p:spPr>
          <a:xfrm>
            <a:off x="7820659" y="1601851"/>
            <a:ext cx="1555750" cy="239395"/>
          </a:xfrm>
          <a:prstGeom prst="rect">
            <a:avLst/>
          </a:prstGeom>
        </p:spPr>
        <p:txBody>
          <a:bodyPr vert="horz" wrap="square" lIns="0" tIns="13335" rIns="0" bIns="0" rtlCol="0">
            <a:spAutoFit/>
          </a:bodyPr>
          <a:lstStyle/>
          <a:p>
            <a:pPr marL="12700">
              <a:lnSpc>
                <a:spcPct val="100000"/>
              </a:lnSpc>
              <a:spcBef>
                <a:spcPts val="105"/>
              </a:spcBef>
            </a:pPr>
            <a:r>
              <a:rPr sz="1400" spc="-5" dirty="0">
                <a:solidFill>
                  <a:srgbClr val="FFFFFF"/>
                </a:solidFill>
                <a:latin typeface="Arial"/>
                <a:cs typeface="Arial"/>
              </a:rPr>
              <a:t>Predictive</a:t>
            </a:r>
            <a:r>
              <a:rPr sz="1400" spc="-114" dirty="0">
                <a:solidFill>
                  <a:srgbClr val="FFFFFF"/>
                </a:solidFill>
                <a:latin typeface="Arial"/>
                <a:cs typeface="Arial"/>
              </a:rPr>
              <a:t> </a:t>
            </a:r>
            <a:r>
              <a:rPr sz="1400" spc="-5" dirty="0">
                <a:solidFill>
                  <a:srgbClr val="FFFFFF"/>
                </a:solidFill>
                <a:latin typeface="Arial"/>
                <a:cs typeface="Arial"/>
              </a:rPr>
              <a:t>Analytics</a:t>
            </a:r>
            <a:endParaRPr sz="1400">
              <a:latin typeface="Arial"/>
              <a:cs typeface="Arial"/>
            </a:endParaRPr>
          </a:p>
        </p:txBody>
      </p:sp>
      <p:grpSp>
        <p:nvGrpSpPr>
          <p:cNvPr id="206" name="object 206"/>
          <p:cNvGrpSpPr/>
          <p:nvPr/>
        </p:nvGrpSpPr>
        <p:grpSpPr>
          <a:xfrm>
            <a:off x="1979676" y="1606296"/>
            <a:ext cx="7772400" cy="3444240"/>
            <a:chOff x="1979676" y="1606296"/>
            <a:chExt cx="7772400" cy="3444240"/>
          </a:xfrm>
        </p:grpSpPr>
        <p:sp>
          <p:nvSpPr>
            <p:cNvPr id="207" name="object 207"/>
            <p:cNvSpPr/>
            <p:nvPr/>
          </p:nvSpPr>
          <p:spPr>
            <a:xfrm>
              <a:off x="9502140" y="1606295"/>
              <a:ext cx="250190" cy="254635"/>
            </a:xfrm>
            <a:custGeom>
              <a:avLst/>
              <a:gdLst/>
              <a:ahLst/>
              <a:cxnLst/>
              <a:rect l="l" t="t" r="r" b="b"/>
              <a:pathLst>
                <a:path w="250190" h="254635">
                  <a:moveTo>
                    <a:pt x="38100" y="83820"/>
                  </a:moveTo>
                  <a:lnTo>
                    <a:pt x="30480" y="83820"/>
                  </a:lnTo>
                  <a:lnTo>
                    <a:pt x="30480" y="121920"/>
                  </a:lnTo>
                  <a:lnTo>
                    <a:pt x="38100" y="121920"/>
                  </a:lnTo>
                  <a:lnTo>
                    <a:pt x="38100" y="83820"/>
                  </a:lnTo>
                  <a:close/>
                </a:path>
                <a:path w="250190" h="254635">
                  <a:moveTo>
                    <a:pt x="71628" y="54864"/>
                  </a:moveTo>
                  <a:lnTo>
                    <a:pt x="64008" y="54864"/>
                  </a:lnTo>
                  <a:lnTo>
                    <a:pt x="64008" y="121920"/>
                  </a:lnTo>
                  <a:lnTo>
                    <a:pt x="71628" y="121920"/>
                  </a:lnTo>
                  <a:lnTo>
                    <a:pt x="71628" y="54864"/>
                  </a:lnTo>
                  <a:close/>
                </a:path>
                <a:path w="250190" h="254635">
                  <a:moveTo>
                    <a:pt x="106680" y="71628"/>
                  </a:moveTo>
                  <a:lnTo>
                    <a:pt x="97536" y="71628"/>
                  </a:lnTo>
                  <a:lnTo>
                    <a:pt x="97536" y="121920"/>
                  </a:lnTo>
                  <a:lnTo>
                    <a:pt x="106680" y="121920"/>
                  </a:lnTo>
                  <a:lnTo>
                    <a:pt x="106680" y="71628"/>
                  </a:lnTo>
                  <a:close/>
                </a:path>
                <a:path w="250190" h="254635">
                  <a:moveTo>
                    <a:pt x="196596" y="59436"/>
                  </a:moveTo>
                  <a:lnTo>
                    <a:pt x="140208" y="1524"/>
                  </a:lnTo>
                  <a:lnTo>
                    <a:pt x="140208" y="59436"/>
                  </a:lnTo>
                  <a:lnTo>
                    <a:pt x="196596" y="59436"/>
                  </a:lnTo>
                  <a:close/>
                </a:path>
                <a:path w="250190" h="254635">
                  <a:moveTo>
                    <a:pt x="249936" y="187452"/>
                  </a:moveTo>
                  <a:lnTo>
                    <a:pt x="248666" y="184277"/>
                  </a:lnTo>
                  <a:lnTo>
                    <a:pt x="228346" y="164084"/>
                  </a:lnTo>
                  <a:lnTo>
                    <a:pt x="225882" y="161544"/>
                  </a:lnTo>
                  <a:lnTo>
                    <a:pt x="224536" y="160147"/>
                  </a:lnTo>
                  <a:lnTo>
                    <a:pt x="218694" y="159385"/>
                  </a:lnTo>
                  <a:lnTo>
                    <a:pt x="213995" y="161544"/>
                  </a:lnTo>
                  <a:lnTo>
                    <a:pt x="211162" y="158750"/>
                  </a:lnTo>
                  <a:lnTo>
                    <a:pt x="202184" y="149860"/>
                  </a:lnTo>
                  <a:lnTo>
                    <a:pt x="209702" y="136156"/>
                  </a:lnTo>
                  <a:lnTo>
                    <a:pt x="211734" y="121031"/>
                  </a:lnTo>
                  <a:lnTo>
                    <a:pt x="208280" y="106108"/>
                  </a:lnTo>
                  <a:lnTo>
                    <a:pt x="203327" y="98793"/>
                  </a:lnTo>
                  <a:lnTo>
                    <a:pt x="203327" y="123024"/>
                  </a:lnTo>
                  <a:lnTo>
                    <a:pt x="200850" y="135801"/>
                  </a:lnTo>
                  <a:lnTo>
                    <a:pt x="193421" y="147066"/>
                  </a:lnTo>
                  <a:lnTo>
                    <a:pt x="193040" y="147447"/>
                  </a:lnTo>
                  <a:lnTo>
                    <a:pt x="192532" y="147828"/>
                  </a:lnTo>
                  <a:lnTo>
                    <a:pt x="192151" y="148209"/>
                  </a:lnTo>
                  <a:lnTo>
                    <a:pt x="192024" y="148209"/>
                  </a:lnTo>
                  <a:lnTo>
                    <a:pt x="187071" y="152781"/>
                  </a:lnTo>
                  <a:lnTo>
                    <a:pt x="181102" y="155448"/>
                  </a:lnTo>
                  <a:lnTo>
                    <a:pt x="174879" y="156464"/>
                  </a:lnTo>
                  <a:lnTo>
                    <a:pt x="174625" y="156464"/>
                  </a:lnTo>
                  <a:lnTo>
                    <a:pt x="173736" y="156718"/>
                  </a:lnTo>
                  <a:lnTo>
                    <a:pt x="172720" y="156718"/>
                  </a:lnTo>
                  <a:lnTo>
                    <a:pt x="171831" y="156845"/>
                  </a:lnTo>
                  <a:lnTo>
                    <a:pt x="170434" y="156845"/>
                  </a:lnTo>
                  <a:lnTo>
                    <a:pt x="169545" y="156972"/>
                  </a:lnTo>
                  <a:lnTo>
                    <a:pt x="168656" y="156845"/>
                  </a:lnTo>
                  <a:lnTo>
                    <a:pt x="166370" y="156845"/>
                  </a:lnTo>
                  <a:lnTo>
                    <a:pt x="165481" y="156718"/>
                  </a:lnTo>
                  <a:lnTo>
                    <a:pt x="165354" y="156718"/>
                  </a:lnTo>
                  <a:lnTo>
                    <a:pt x="165227" y="156591"/>
                  </a:lnTo>
                  <a:lnTo>
                    <a:pt x="165100" y="156591"/>
                  </a:lnTo>
                  <a:lnTo>
                    <a:pt x="157861" y="155702"/>
                  </a:lnTo>
                  <a:lnTo>
                    <a:pt x="152527" y="153238"/>
                  </a:lnTo>
                  <a:lnTo>
                    <a:pt x="152527" y="222504"/>
                  </a:lnTo>
                  <a:lnTo>
                    <a:pt x="152527" y="227203"/>
                  </a:lnTo>
                  <a:lnTo>
                    <a:pt x="150622" y="229108"/>
                  </a:lnTo>
                  <a:lnTo>
                    <a:pt x="78105" y="229108"/>
                  </a:lnTo>
                  <a:lnTo>
                    <a:pt x="76200" y="227203"/>
                  </a:lnTo>
                  <a:lnTo>
                    <a:pt x="76200" y="222504"/>
                  </a:lnTo>
                  <a:lnTo>
                    <a:pt x="78105" y="220599"/>
                  </a:lnTo>
                  <a:lnTo>
                    <a:pt x="150622" y="220599"/>
                  </a:lnTo>
                  <a:lnTo>
                    <a:pt x="152527" y="222504"/>
                  </a:lnTo>
                  <a:lnTo>
                    <a:pt x="152527" y="153238"/>
                  </a:lnTo>
                  <a:lnTo>
                    <a:pt x="151003" y="152527"/>
                  </a:lnTo>
                  <a:lnTo>
                    <a:pt x="150622" y="152146"/>
                  </a:lnTo>
                  <a:lnTo>
                    <a:pt x="144653" y="146177"/>
                  </a:lnTo>
                  <a:lnTo>
                    <a:pt x="144018" y="145440"/>
                  </a:lnTo>
                  <a:lnTo>
                    <a:pt x="144018" y="175768"/>
                  </a:lnTo>
                  <a:lnTo>
                    <a:pt x="144018" y="180467"/>
                  </a:lnTo>
                  <a:lnTo>
                    <a:pt x="142113" y="182372"/>
                  </a:lnTo>
                  <a:lnTo>
                    <a:pt x="131318" y="182372"/>
                  </a:lnTo>
                  <a:lnTo>
                    <a:pt x="131318" y="205486"/>
                  </a:lnTo>
                  <a:lnTo>
                    <a:pt x="131318" y="210185"/>
                  </a:lnTo>
                  <a:lnTo>
                    <a:pt x="129413" y="212090"/>
                  </a:lnTo>
                  <a:lnTo>
                    <a:pt x="78105" y="212090"/>
                  </a:lnTo>
                  <a:lnTo>
                    <a:pt x="76200" y="210185"/>
                  </a:lnTo>
                  <a:lnTo>
                    <a:pt x="76200" y="205486"/>
                  </a:lnTo>
                  <a:lnTo>
                    <a:pt x="78105" y="203581"/>
                  </a:lnTo>
                  <a:lnTo>
                    <a:pt x="129413" y="203581"/>
                  </a:lnTo>
                  <a:lnTo>
                    <a:pt x="131318" y="205486"/>
                  </a:lnTo>
                  <a:lnTo>
                    <a:pt x="131318" y="182372"/>
                  </a:lnTo>
                  <a:lnTo>
                    <a:pt x="78105" y="182372"/>
                  </a:lnTo>
                  <a:lnTo>
                    <a:pt x="76200" y="180467"/>
                  </a:lnTo>
                  <a:lnTo>
                    <a:pt x="76200" y="175768"/>
                  </a:lnTo>
                  <a:lnTo>
                    <a:pt x="78105" y="173863"/>
                  </a:lnTo>
                  <a:lnTo>
                    <a:pt x="142113" y="173863"/>
                  </a:lnTo>
                  <a:lnTo>
                    <a:pt x="144018" y="175768"/>
                  </a:lnTo>
                  <a:lnTo>
                    <a:pt x="144018" y="145440"/>
                  </a:lnTo>
                  <a:lnTo>
                    <a:pt x="143129" y="144399"/>
                  </a:lnTo>
                  <a:lnTo>
                    <a:pt x="143002" y="144145"/>
                  </a:lnTo>
                  <a:lnTo>
                    <a:pt x="142875" y="144018"/>
                  </a:lnTo>
                  <a:lnTo>
                    <a:pt x="142240" y="143256"/>
                  </a:lnTo>
                  <a:lnTo>
                    <a:pt x="141732" y="142494"/>
                  </a:lnTo>
                  <a:lnTo>
                    <a:pt x="141097" y="141732"/>
                  </a:lnTo>
                  <a:lnTo>
                    <a:pt x="141097" y="141478"/>
                  </a:lnTo>
                  <a:lnTo>
                    <a:pt x="136944" y="132562"/>
                  </a:lnTo>
                  <a:lnTo>
                    <a:pt x="136791" y="131445"/>
                  </a:lnTo>
                  <a:lnTo>
                    <a:pt x="135572" y="122999"/>
                  </a:lnTo>
                  <a:lnTo>
                    <a:pt x="136944" y="113449"/>
                  </a:lnTo>
                  <a:lnTo>
                    <a:pt x="141097" y="104521"/>
                  </a:lnTo>
                  <a:lnTo>
                    <a:pt x="141097" y="104267"/>
                  </a:lnTo>
                  <a:lnTo>
                    <a:pt x="141732" y="103505"/>
                  </a:lnTo>
                  <a:lnTo>
                    <a:pt x="142240" y="102743"/>
                  </a:lnTo>
                  <a:lnTo>
                    <a:pt x="142875" y="102108"/>
                  </a:lnTo>
                  <a:lnTo>
                    <a:pt x="143002" y="101727"/>
                  </a:lnTo>
                  <a:lnTo>
                    <a:pt x="144653" y="99822"/>
                  </a:lnTo>
                  <a:lnTo>
                    <a:pt x="145542" y="99060"/>
                  </a:lnTo>
                  <a:lnTo>
                    <a:pt x="150241" y="94234"/>
                  </a:lnTo>
                  <a:lnTo>
                    <a:pt x="156083" y="91186"/>
                  </a:lnTo>
                  <a:lnTo>
                    <a:pt x="162179" y="89916"/>
                  </a:lnTo>
                  <a:lnTo>
                    <a:pt x="162306" y="89916"/>
                  </a:lnTo>
                  <a:lnTo>
                    <a:pt x="163195" y="89662"/>
                  </a:lnTo>
                  <a:lnTo>
                    <a:pt x="164973" y="89408"/>
                  </a:lnTo>
                  <a:lnTo>
                    <a:pt x="165354" y="89408"/>
                  </a:lnTo>
                  <a:lnTo>
                    <a:pt x="165481" y="89281"/>
                  </a:lnTo>
                  <a:lnTo>
                    <a:pt x="166243" y="89281"/>
                  </a:lnTo>
                  <a:lnTo>
                    <a:pt x="167132" y="89154"/>
                  </a:lnTo>
                  <a:lnTo>
                    <a:pt x="171831" y="89154"/>
                  </a:lnTo>
                  <a:lnTo>
                    <a:pt x="174625" y="89535"/>
                  </a:lnTo>
                  <a:lnTo>
                    <a:pt x="174879" y="89535"/>
                  </a:lnTo>
                  <a:lnTo>
                    <a:pt x="175895" y="89662"/>
                  </a:lnTo>
                  <a:lnTo>
                    <a:pt x="176911" y="89916"/>
                  </a:lnTo>
                  <a:lnTo>
                    <a:pt x="177800" y="90170"/>
                  </a:lnTo>
                  <a:lnTo>
                    <a:pt x="177927" y="90170"/>
                  </a:lnTo>
                  <a:lnTo>
                    <a:pt x="183007" y="91440"/>
                  </a:lnTo>
                  <a:lnTo>
                    <a:pt x="187833" y="93980"/>
                  </a:lnTo>
                  <a:lnTo>
                    <a:pt x="192024" y="97790"/>
                  </a:lnTo>
                  <a:lnTo>
                    <a:pt x="192151" y="97790"/>
                  </a:lnTo>
                  <a:lnTo>
                    <a:pt x="192532" y="98171"/>
                  </a:lnTo>
                  <a:lnTo>
                    <a:pt x="193040" y="98552"/>
                  </a:lnTo>
                  <a:lnTo>
                    <a:pt x="193421" y="99060"/>
                  </a:lnTo>
                  <a:lnTo>
                    <a:pt x="200850" y="110261"/>
                  </a:lnTo>
                  <a:lnTo>
                    <a:pt x="203327" y="123024"/>
                  </a:lnTo>
                  <a:lnTo>
                    <a:pt x="203327" y="98793"/>
                  </a:lnTo>
                  <a:lnTo>
                    <a:pt x="199390" y="92964"/>
                  </a:lnTo>
                  <a:lnTo>
                    <a:pt x="199263" y="92964"/>
                  </a:lnTo>
                  <a:lnTo>
                    <a:pt x="199136" y="89154"/>
                  </a:lnTo>
                  <a:lnTo>
                    <a:pt x="199136" y="67818"/>
                  </a:lnTo>
                  <a:lnTo>
                    <a:pt x="133223" y="67818"/>
                  </a:lnTo>
                  <a:lnTo>
                    <a:pt x="131318" y="65913"/>
                  </a:lnTo>
                  <a:lnTo>
                    <a:pt x="131318" y="63627"/>
                  </a:lnTo>
                  <a:lnTo>
                    <a:pt x="131318" y="46609"/>
                  </a:lnTo>
                  <a:lnTo>
                    <a:pt x="131318" y="0"/>
                  </a:lnTo>
                  <a:lnTo>
                    <a:pt x="122809" y="0"/>
                  </a:lnTo>
                  <a:lnTo>
                    <a:pt x="122809" y="163576"/>
                  </a:lnTo>
                  <a:lnTo>
                    <a:pt x="120904" y="165481"/>
                  </a:lnTo>
                  <a:lnTo>
                    <a:pt x="78105" y="165481"/>
                  </a:lnTo>
                  <a:lnTo>
                    <a:pt x="76200" y="163576"/>
                  </a:lnTo>
                  <a:lnTo>
                    <a:pt x="120904" y="156972"/>
                  </a:lnTo>
                  <a:lnTo>
                    <a:pt x="122809" y="163576"/>
                  </a:lnTo>
                  <a:lnTo>
                    <a:pt x="122809" y="0"/>
                  </a:lnTo>
                  <a:lnTo>
                    <a:pt x="114427" y="0"/>
                  </a:lnTo>
                  <a:lnTo>
                    <a:pt x="114427" y="65532"/>
                  </a:lnTo>
                  <a:lnTo>
                    <a:pt x="114427" y="129540"/>
                  </a:lnTo>
                  <a:lnTo>
                    <a:pt x="112522" y="131445"/>
                  </a:lnTo>
                  <a:lnTo>
                    <a:pt x="90805" y="131445"/>
                  </a:lnTo>
                  <a:lnTo>
                    <a:pt x="88900" y="129540"/>
                  </a:lnTo>
                  <a:lnTo>
                    <a:pt x="88900" y="65532"/>
                  </a:lnTo>
                  <a:lnTo>
                    <a:pt x="90805" y="63627"/>
                  </a:lnTo>
                  <a:lnTo>
                    <a:pt x="112522" y="63627"/>
                  </a:lnTo>
                  <a:lnTo>
                    <a:pt x="114427" y="65532"/>
                  </a:lnTo>
                  <a:lnTo>
                    <a:pt x="114427" y="0"/>
                  </a:lnTo>
                  <a:lnTo>
                    <a:pt x="80518" y="0"/>
                  </a:lnTo>
                  <a:lnTo>
                    <a:pt x="80518" y="48514"/>
                  </a:lnTo>
                  <a:lnTo>
                    <a:pt x="80518" y="129540"/>
                  </a:lnTo>
                  <a:lnTo>
                    <a:pt x="78613" y="131445"/>
                  </a:lnTo>
                  <a:lnTo>
                    <a:pt x="59817" y="131445"/>
                  </a:lnTo>
                  <a:lnTo>
                    <a:pt x="59817" y="157734"/>
                  </a:lnTo>
                  <a:lnTo>
                    <a:pt x="59817" y="204470"/>
                  </a:lnTo>
                  <a:lnTo>
                    <a:pt x="58420" y="206248"/>
                  </a:lnTo>
                  <a:lnTo>
                    <a:pt x="41402" y="227457"/>
                  </a:lnTo>
                  <a:lnTo>
                    <a:pt x="40640" y="228346"/>
                  </a:lnTo>
                  <a:lnTo>
                    <a:pt x="39624" y="228981"/>
                  </a:lnTo>
                  <a:lnTo>
                    <a:pt x="38354" y="229108"/>
                  </a:lnTo>
                  <a:lnTo>
                    <a:pt x="36957" y="229108"/>
                  </a:lnTo>
                  <a:lnTo>
                    <a:pt x="35941" y="228600"/>
                  </a:lnTo>
                  <a:lnTo>
                    <a:pt x="25019" y="217678"/>
                  </a:lnTo>
                  <a:lnTo>
                    <a:pt x="25019" y="215011"/>
                  </a:lnTo>
                  <a:lnTo>
                    <a:pt x="28321" y="211709"/>
                  </a:lnTo>
                  <a:lnTo>
                    <a:pt x="30988" y="211709"/>
                  </a:lnTo>
                  <a:lnTo>
                    <a:pt x="37719" y="218440"/>
                  </a:lnTo>
                  <a:lnTo>
                    <a:pt x="43129" y="211709"/>
                  </a:lnTo>
                  <a:lnTo>
                    <a:pt x="51816" y="200914"/>
                  </a:lnTo>
                  <a:lnTo>
                    <a:pt x="53213" y="199136"/>
                  </a:lnTo>
                  <a:lnTo>
                    <a:pt x="55880" y="198882"/>
                  </a:lnTo>
                  <a:lnTo>
                    <a:pt x="59563" y="201803"/>
                  </a:lnTo>
                  <a:lnTo>
                    <a:pt x="59817" y="204470"/>
                  </a:lnTo>
                  <a:lnTo>
                    <a:pt x="59817" y="157734"/>
                  </a:lnTo>
                  <a:lnTo>
                    <a:pt x="58420" y="159639"/>
                  </a:lnTo>
                  <a:lnTo>
                    <a:pt x="41402" y="180848"/>
                  </a:lnTo>
                  <a:lnTo>
                    <a:pt x="40640" y="181737"/>
                  </a:lnTo>
                  <a:lnTo>
                    <a:pt x="39624" y="182372"/>
                  </a:lnTo>
                  <a:lnTo>
                    <a:pt x="36957" y="182372"/>
                  </a:lnTo>
                  <a:lnTo>
                    <a:pt x="35941" y="181991"/>
                  </a:lnTo>
                  <a:lnTo>
                    <a:pt x="35179" y="181102"/>
                  </a:lnTo>
                  <a:lnTo>
                    <a:pt x="26670" y="172720"/>
                  </a:lnTo>
                  <a:lnTo>
                    <a:pt x="25019" y="171069"/>
                  </a:lnTo>
                  <a:lnTo>
                    <a:pt x="25019" y="168275"/>
                  </a:lnTo>
                  <a:lnTo>
                    <a:pt x="28321" y="164973"/>
                  </a:lnTo>
                  <a:lnTo>
                    <a:pt x="30988" y="164973"/>
                  </a:lnTo>
                  <a:lnTo>
                    <a:pt x="32639" y="166624"/>
                  </a:lnTo>
                  <a:lnTo>
                    <a:pt x="37719" y="171831"/>
                  </a:lnTo>
                  <a:lnTo>
                    <a:pt x="43230" y="164973"/>
                  </a:lnTo>
                  <a:lnTo>
                    <a:pt x="51816" y="154305"/>
                  </a:lnTo>
                  <a:lnTo>
                    <a:pt x="53213" y="152527"/>
                  </a:lnTo>
                  <a:lnTo>
                    <a:pt x="55880" y="152146"/>
                  </a:lnTo>
                  <a:lnTo>
                    <a:pt x="57658" y="153670"/>
                  </a:lnTo>
                  <a:lnTo>
                    <a:pt x="59563" y="155067"/>
                  </a:lnTo>
                  <a:lnTo>
                    <a:pt x="59817" y="157734"/>
                  </a:lnTo>
                  <a:lnTo>
                    <a:pt x="59817" y="131445"/>
                  </a:lnTo>
                  <a:lnTo>
                    <a:pt x="57023" y="131445"/>
                  </a:lnTo>
                  <a:lnTo>
                    <a:pt x="55118" y="129540"/>
                  </a:lnTo>
                  <a:lnTo>
                    <a:pt x="55118" y="76327"/>
                  </a:lnTo>
                  <a:lnTo>
                    <a:pt x="55118" y="48514"/>
                  </a:lnTo>
                  <a:lnTo>
                    <a:pt x="57023" y="46609"/>
                  </a:lnTo>
                  <a:lnTo>
                    <a:pt x="78613" y="46609"/>
                  </a:lnTo>
                  <a:lnTo>
                    <a:pt x="80518" y="48514"/>
                  </a:lnTo>
                  <a:lnTo>
                    <a:pt x="80518" y="0"/>
                  </a:lnTo>
                  <a:lnTo>
                    <a:pt x="46609" y="0"/>
                  </a:lnTo>
                  <a:lnTo>
                    <a:pt x="46609" y="78232"/>
                  </a:lnTo>
                  <a:lnTo>
                    <a:pt x="46609" y="129540"/>
                  </a:lnTo>
                  <a:lnTo>
                    <a:pt x="44704" y="131445"/>
                  </a:lnTo>
                  <a:lnTo>
                    <a:pt x="23114" y="131445"/>
                  </a:lnTo>
                  <a:lnTo>
                    <a:pt x="21209" y="129540"/>
                  </a:lnTo>
                  <a:lnTo>
                    <a:pt x="21209" y="78232"/>
                  </a:lnTo>
                  <a:lnTo>
                    <a:pt x="23114" y="76327"/>
                  </a:lnTo>
                  <a:lnTo>
                    <a:pt x="44704" y="76327"/>
                  </a:lnTo>
                  <a:lnTo>
                    <a:pt x="46609" y="78232"/>
                  </a:lnTo>
                  <a:lnTo>
                    <a:pt x="46609" y="0"/>
                  </a:lnTo>
                  <a:lnTo>
                    <a:pt x="1905" y="0"/>
                  </a:lnTo>
                  <a:lnTo>
                    <a:pt x="0" y="1905"/>
                  </a:lnTo>
                  <a:lnTo>
                    <a:pt x="0" y="252603"/>
                  </a:lnTo>
                  <a:lnTo>
                    <a:pt x="1905" y="254508"/>
                  </a:lnTo>
                  <a:lnTo>
                    <a:pt x="197231" y="254508"/>
                  </a:lnTo>
                  <a:lnTo>
                    <a:pt x="199136" y="252603"/>
                  </a:lnTo>
                  <a:lnTo>
                    <a:pt x="199136" y="229108"/>
                  </a:lnTo>
                  <a:lnTo>
                    <a:pt x="199136" y="220599"/>
                  </a:lnTo>
                  <a:lnTo>
                    <a:pt x="199136" y="158750"/>
                  </a:lnTo>
                  <a:lnTo>
                    <a:pt x="208026" y="167640"/>
                  </a:lnTo>
                  <a:lnTo>
                    <a:pt x="207137" y="169291"/>
                  </a:lnTo>
                  <a:lnTo>
                    <a:pt x="206756" y="171069"/>
                  </a:lnTo>
                  <a:lnTo>
                    <a:pt x="206756" y="176403"/>
                  </a:lnTo>
                  <a:lnTo>
                    <a:pt x="208026" y="179578"/>
                  </a:lnTo>
                  <a:lnTo>
                    <a:pt x="228219" y="199898"/>
                  </a:lnTo>
                  <a:lnTo>
                    <a:pt x="230759" y="202311"/>
                  </a:lnTo>
                  <a:lnTo>
                    <a:pt x="233934" y="203581"/>
                  </a:lnTo>
                  <a:lnTo>
                    <a:pt x="240538" y="203581"/>
                  </a:lnTo>
                  <a:lnTo>
                    <a:pt x="243713" y="202311"/>
                  </a:lnTo>
                  <a:lnTo>
                    <a:pt x="246253" y="199898"/>
                  </a:lnTo>
                  <a:lnTo>
                    <a:pt x="248666" y="197485"/>
                  </a:lnTo>
                  <a:lnTo>
                    <a:pt x="249936" y="194310"/>
                  </a:lnTo>
                  <a:lnTo>
                    <a:pt x="249936" y="187452"/>
                  </a:lnTo>
                  <a:close/>
                </a:path>
              </a:pathLst>
            </a:custGeom>
            <a:solidFill>
              <a:srgbClr val="FF8E01"/>
            </a:solidFill>
          </p:spPr>
          <p:txBody>
            <a:bodyPr wrap="square" lIns="0" tIns="0" rIns="0" bIns="0" rtlCol="0"/>
            <a:lstStyle/>
            <a:p>
              <a:endParaRPr/>
            </a:p>
          </p:txBody>
        </p:sp>
        <p:sp>
          <p:nvSpPr>
            <p:cNvPr id="208" name="object 208"/>
            <p:cNvSpPr/>
            <p:nvPr/>
          </p:nvSpPr>
          <p:spPr>
            <a:xfrm>
              <a:off x="5832411" y="4398263"/>
              <a:ext cx="375285" cy="511809"/>
            </a:xfrm>
            <a:custGeom>
              <a:avLst/>
              <a:gdLst/>
              <a:ahLst/>
              <a:cxnLst/>
              <a:rect l="l" t="t" r="r" b="b"/>
              <a:pathLst>
                <a:path w="375285" h="511810">
                  <a:moveTo>
                    <a:pt x="231584" y="4953"/>
                  </a:moveTo>
                  <a:lnTo>
                    <a:pt x="226758" y="0"/>
                  </a:lnTo>
                  <a:lnTo>
                    <a:pt x="215074" y="0"/>
                  </a:lnTo>
                  <a:lnTo>
                    <a:pt x="210248" y="4953"/>
                  </a:lnTo>
                  <a:lnTo>
                    <a:pt x="210248" y="106299"/>
                  </a:lnTo>
                  <a:lnTo>
                    <a:pt x="215074" y="111252"/>
                  </a:lnTo>
                  <a:lnTo>
                    <a:pt x="226758" y="111252"/>
                  </a:lnTo>
                  <a:lnTo>
                    <a:pt x="231584" y="106299"/>
                  </a:lnTo>
                  <a:lnTo>
                    <a:pt x="231584" y="4953"/>
                  </a:lnTo>
                  <a:close/>
                </a:path>
                <a:path w="375285" h="511810">
                  <a:moveTo>
                    <a:pt x="286448" y="27813"/>
                  </a:moveTo>
                  <a:lnTo>
                    <a:pt x="281622" y="22860"/>
                  </a:lnTo>
                  <a:lnTo>
                    <a:pt x="269938" y="22860"/>
                  </a:lnTo>
                  <a:lnTo>
                    <a:pt x="265112" y="27813"/>
                  </a:lnTo>
                  <a:lnTo>
                    <a:pt x="265112" y="127635"/>
                  </a:lnTo>
                  <a:lnTo>
                    <a:pt x="269938" y="132588"/>
                  </a:lnTo>
                  <a:lnTo>
                    <a:pt x="281622" y="132588"/>
                  </a:lnTo>
                  <a:lnTo>
                    <a:pt x="286448" y="127635"/>
                  </a:lnTo>
                  <a:lnTo>
                    <a:pt x="286448" y="27813"/>
                  </a:lnTo>
                  <a:close/>
                </a:path>
                <a:path w="375285" h="511810">
                  <a:moveTo>
                    <a:pt x="342836" y="49149"/>
                  </a:moveTo>
                  <a:lnTo>
                    <a:pt x="337756" y="44196"/>
                  </a:lnTo>
                  <a:lnTo>
                    <a:pt x="325056" y="44196"/>
                  </a:lnTo>
                  <a:lnTo>
                    <a:pt x="319976" y="49149"/>
                  </a:lnTo>
                  <a:lnTo>
                    <a:pt x="319976" y="150495"/>
                  </a:lnTo>
                  <a:lnTo>
                    <a:pt x="325056" y="155448"/>
                  </a:lnTo>
                  <a:lnTo>
                    <a:pt x="337756" y="155448"/>
                  </a:lnTo>
                  <a:lnTo>
                    <a:pt x="342836" y="150495"/>
                  </a:lnTo>
                  <a:lnTo>
                    <a:pt x="342836" y="49149"/>
                  </a:lnTo>
                  <a:close/>
                </a:path>
                <a:path w="375285" h="511810">
                  <a:moveTo>
                    <a:pt x="374777" y="334772"/>
                  </a:moveTo>
                  <a:lnTo>
                    <a:pt x="352615" y="296951"/>
                  </a:lnTo>
                  <a:lnTo>
                    <a:pt x="352615" y="319544"/>
                  </a:lnTo>
                  <a:lnTo>
                    <a:pt x="352615" y="334772"/>
                  </a:lnTo>
                  <a:lnTo>
                    <a:pt x="321500" y="342392"/>
                  </a:lnTo>
                  <a:lnTo>
                    <a:pt x="318325" y="346202"/>
                  </a:lnTo>
                  <a:lnTo>
                    <a:pt x="317563" y="351294"/>
                  </a:lnTo>
                  <a:lnTo>
                    <a:pt x="315633" y="360172"/>
                  </a:lnTo>
                  <a:lnTo>
                    <a:pt x="313093" y="369074"/>
                  </a:lnTo>
                  <a:lnTo>
                    <a:pt x="309968" y="376694"/>
                  </a:lnTo>
                  <a:lnTo>
                    <a:pt x="306260" y="385572"/>
                  </a:lnTo>
                  <a:lnTo>
                    <a:pt x="304355" y="389394"/>
                  </a:lnTo>
                  <a:lnTo>
                    <a:pt x="304990" y="394474"/>
                  </a:lnTo>
                  <a:lnTo>
                    <a:pt x="325564" y="418592"/>
                  </a:lnTo>
                  <a:lnTo>
                    <a:pt x="322643" y="422402"/>
                  </a:lnTo>
                  <a:lnTo>
                    <a:pt x="319468" y="427494"/>
                  </a:lnTo>
                  <a:lnTo>
                    <a:pt x="316293" y="431292"/>
                  </a:lnTo>
                  <a:lnTo>
                    <a:pt x="290766" y="421144"/>
                  </a:lnTo>
                  <a:lnTo>
                    <a:pt x="286829" y="418592"/>
                  </a:lnTo>
                  <a:lnTo>
                    <a:pt x="282130" y="419874"/>
                  </a:lnTo>
                  <a:lnTo>
                    <a:pt x="279082" y="423672"/>
                  </a:lnTo>
                  <a:lnTo>
                    <a:pt x="272173" y="428752"/>
                  </a:lnTo>
                  <a:lnTo>
                    <a:pt x="264960" y="435102"/>
                  </a:lnTo>
                  <a:lnTo>
                    <a:pt x="257454" y="440194"/>
                  </a:lnTo>
                  <a:lnTo>
                    <a:pt x="249618" y="443992"/>
                  </a:lnTo>
                  <a:lnTo>
                    <a:pt x="245808" y="446544"/>
                  </a:lnTo>
                  <a:lnTo>
                    <a:pt x="243522" y="450342"/>
                  </a:lnTo>
                  <a:lnTo>
                    <a:pt x="245808" y="482092"/>
                  </a:lnTo>
                  <a:lnTo>
                    <a:pt x="240982" y="484644"/>
                  </a:lnTo>
                  <a:lnTo>
                    <a:pt x="230949" y="487172"/>
                  </a:lnTo>
                  <a:lnTo>
                    <a:pt x="227749" y="482092"/>
                  </a:lnTo>
                  <a:lnTo>
                    <a:pt x="214185" y="460502"/>
                  </a:lnTo>
                  <a:lnTo>
                    <a:pt x="209994" y="457974"/>
                  </a:lnTo>
                  <a:lnTo>
                    <a:pt x="205549" y="459244"/>
                  </a:lnTo>
                  <a:lnTo>
                    <a:pt x="195935" y="460502"/>
                  </a:lnTo>
                  <a:lnTo>
                    <a:pt x="178828" y="460502"/>
                  </a:lnTo>
                  <a:lnTo>
                    <a:pt x="169227" y="459244"/>
                  </a:lnTo>
                  <a:lnTo>
                    <a:pt x="164020" y="459244"/>
                  </a:lnTo>
                  <a:lnTo>
                    <a:pt x="160464" y="460502"/>
                  </a:lnTo>
                  <a:lnTo>
                    <a:pt x="158432" y="464324"/>
                  </a:lnTo>
                  <a:lnTo>
                    <a:pt x="143827" y="487172"/>
                  </a:lnTo>
                  <a:lnTo>
                    <a:pt x="133794" y="484644"/>
                  </a:lnTo>
                  <a:lnTo>
                    <a:pt x="128968" y="482092"/>
                  </a:lnTo>
                  <a:lnTo>
                    <a:pt x="131000" y="455422"/>
                  </a:lnTo>
                  <a:lnTo>
                    <a:pt x="131254" y="450342"/>
                  </a:lnTo>
                  <a:lnTo>
                    <a:pt x="128968" y="446544"/>
                  </a:lnTo>
                  <a:lnTo>
                    <a:pt x="125158" y="443992"/>
                  </a:lnTo>
                  <a:lnTo>
                    <a:pt x="117373" y="440194"/>
                  </a:lnTo>
                  <a:lnTo>
                    <a:pt x="109867" y="435102"/>
                  </a:lnTo>
                  <a:lnTo>
                    <a:pt x="105549" y="431292"/>
                  </a:lnTo>
                  <a:lnTo>
                    <a:pt x="102666" y="428752"/>
                  </a:lnTo>
                  <a:lnTo>
                    <a:pt x="95821" y="423672"/>
                  </a:lnTo>
                  <a:lnTo>
                    <a:pt x="92646" y="419874"/>
                  </a:lnTo>
                  <a:lnTo>
                    <a:pt x="87947" y="418592"/>
                  </a:lnTo>
                  <a:lnTo>
                    <a:pt x="84010" y="421144"/>
                  </a:lnTo>
                  <a:lnTo>
                    <a:pt x="58483" y="431292"/>
                  </a:lnTo>
                  <a:lnTo>
                    <a:pt x="55308" y="427494"/>
                  </a:lnTo>
                  <a:lnTo>
                    <a:pt x="52133" y="422402"/>
                  </a:lnTo>
                  <a:lnTo>
                    <a:pt x="49339" y="418592"/>
                  </a:lnTo>
                  <a:lnTo>
                    <a:pt x="66992" y="397002"/>
                  </a:lnTo>
                  <a:lnTo>
                    <a:pt x="69786" y="394474"/>
                  </a:lnTo>
                  <a:lnTo>
                    <a:pt x="70421" y="389394"/>
                  </a:lnTo>
                  <a:lnTo>
                    <a:pt x="57213" y="351294"/>
                  </a:lnTo>
                  <a:lnTo>
                    <a:pt x="56451" y="346202"/>
                  </a:lnTo>
                  <a:lnTo>
                    <a:pt x="53276" y="342392"/>
                  </a:lnTo>
                  <a:lnTo>
                    <a:pt x="22161" y="334772"/>
                  </a:lnTo>
                  <a:lnTo>
                    <a:pt x="22161" y="319544"/>
                  </a:lnTo>
                  <a:lnTo>
                    <a:pt x="49085" y="313194"/>
                  </a:lnTo>
                  <a:lnTo>
                    <a:pt x="53276" y="311924"/>
                  </a:lnTo>
                  <a:lnTo>
                    <a:pt x="56451" y="308102"/>
                  </a:lnTo>
                  <a:lnTo>
                    <a:pt x="57213" y="304292"/>
                  </a:lnTo>
                  <a:lnTo>
                    <a:pt x="59131" y="295402"/>
                  </a:lnTo>
                  <a:lnTo>
                    <a:pt x="61671" y="286524"/>
                  </a:lnTo>
                  <a:lnTo>
                    <a:pt x="64795" y="277622"/>
                  </a:lnTo>
                  <a:lnTo>
                    <a:pt x="68516" y="270002"/>
                  </a:lnTo>
                  <a:lnTo>
                    <a:pt x="70421" y="266192"/>
                  </a:lnTo>
                  <a:lnTo>
                    <a:pt x="69786" y="261124"/>
                  </a:lnTo>
                  <a:lnTo>
                    <a:pt x="66992" y="257302"/>
                  </a:lnTo>
                  <a:lnTo>
                    <a:pt x="49339" y="236994"/>
                  </a:lnTo>
                  <a:lnTo>
                    <a:pt x="52133" y="231902"/>
                  </a:lnTo>
                  <a:lnTo>
                    <a:pt x="58483" y="224294"/>
                  </a:lnTo>
                  <a:lnTo>
                    <a:pt x="84010" y="234442"/>
                  </a:lnTo>
                  <a:lnTo>
                    <a:pt x="87947" y="235724"/>
                  </a:lnTo>
                  <a:lnTo>
                    <a:pt x="92646" y="234442"/>
                  </a:lnTo>
                  <a:lnTo>
                    <a:pt x="95821" y="231902"/>
                  </a:lnTo>
                  <a:lnTo>
                    <a:pt x="102654" y="225552"/>
                  </a:lnTo>
                  <a:lnTo>
                    <a:pt x="104444" y="224294"/>
                  </a:lnTo>
                  <a:lnTo>
                    <a:pt x="109816" y="220472"/>
                  </a:lnTo>
                  <a:lnTo>
                    <a:pt x="117322" y="215392"/>
                  </a:lnTo>
                  <a:lnTo>
                    <a:pt x="123190" y="211594"/>
                  </a:lnTo>
                  <a:lnTo>
                    <a:pt x="125158" y="210324"/>
                  </a:lnTo>
                  <a:lnTo>
                    <a:pt x="128968" y="207772"/>
                  </a:lnTo>
                  <a:lnTo>
                    <a:pt x="131254" y="203974"/>
                  </a:lnTo>
                  <a:lnTo>
                    <a:pt x="130873" y="200152"/>
                  </a:lnTo>
                  <a:lnTo>
                    <a:pt x="128968" y="172224"/>
                  </a:lnTo>
                  <a:lnTo>
                    <a:pt x="133794" y="170942"/>
                  </a:lnTo>
                  <a:lnTo>
                    <a:pt x="138747" y="168402"/>
                  </a:lnTo>
                  <a:lnTo>
                    <a:pt x="143827" y="167144"/>
                  </a:lnTo>
                  <a:lnTo>
                    <a:pt x="158305" y="191274"/>
                  </a:lnTo>
                  <a:lnTo>
                    <a:pt x="160718" y="195072"/>
                  </a:lnTo>
                  <a:lnTo>
                    <a:pt x="164909" y="196342"/>
                  </a:lnTo>
                  <a:lnTo>
                    <a:pt x="169227" y="196342"/>
                  </a:lnTo>
                  <a:lnTo>
                    <a:pt x="178790" y="195072"/>
                  </a:lnTo>
                  <a:lnTo>
                    <a:pt x="195973" y="195072"/>
                  </a:lnTo>
                  <a:lnTo>
                    <a:pt x="205549" y="196342"/>
                  </a:lnTo>
                  <a:lnTo>
                    <a:pt x="209740" y="196342"/>
                  </a:lnTo>
                  <a:lnTo>
                    <a:pt x="214058" y="195072"/>
                  </a:lnTo>
                  <a:lnTo>
                    <a:pt x="227101" y="173494"/>
                  </a:lnTo>
                  <a:lnTo>
                    <a:pt x="230949" y="167144"/>
                  </a:lnTo>
                  <a:lnTo>
                    <a:pt x="236029" y="168402"/>
                  </a:lnTo>
                  <a:lnTo>
                    <a:pt x="240982" y="170942"/>
                  </a:lnTo>
                  <a:lnTo>
                    <a:pt x="245808" y="172224"/>
                  </a:lnTo>
                  <a:lnTo>
                    <a:pt x="243776" y="200152"/>
                  </a:lnTo>
                  <a:lnTo>
                    <a:pt x="243522" y="203974"/>
                  </a:lnTo>
                  <a:lnTo>
                    <a:pt x="245808" y="207772"/>
                  </a:lnTo>
                  <a:lnTo>
                    <a:pt x="249618" y="210324"/>
                  </a:lnTo>
                  <a:lnTo>
                    <a:pt x="257390" y="215392"/>
                  </a:lnTo>
                  <a:lnTo>
                    <a:pt x="264896" y="220472"/>
                  </a:lnTo>
                  <a:lnTo>
                    <a:pt x="272097" y="225552"/>
                  </a:lnTo>
                  <a:lnTo>
                    <a:pt x="278955" y="231902"/>
                  </a:lnTo>
                  <a:lnTo>
                    <a:pt x="282130" y="234442"/>
                  </a:lnTo>
                  <a:lnTo>
                    <a:pt x="286829" y="235724"/>
                  </a:lnTo>
                  <a:lnTo>
                    <a:pt x="290766" y="234442"/>
                  </a:lnTo>
                  <a:lnTo>
                    <a:pt x="316293" y="224294"/>
                  </a:lnTo>
                  <a:lnTo>
                    <a:pt x="322643" y="231902"/>
                  </a:lnTo>
                  <a:lnTo>
                    <a:pt x="325437" y="236994"/>
                  </a:lnTo>
                  <a:lnTo>
                    <a:pt x="307784" y="257302"/>
                  </a:lnTo>
                  <a:lnTo>
                    <a:pt x="304990" y="261124"/>
                  </a:lnTo>
                  <a:lnTo>
                    <a:pt x="304355" y="266192"/>
                  </a:lnTo>
                  <a:lnTo>
                    <a:pt x="306260" y="270002"/>
                  </a:lnTo>
                  <a:lnTo>
                    <a:pt x="309968" y="277622"/>
                  </a:lnTo>
                  <a:lnTo>
                    <a:pt x="313093" y="286524"/>
                  </a:lnTo>
                  <a:lnTo>
                    <a:pt x="315633" y="295402"/>
                  </a:lnTo>
                  <a:lnTo>
                    <a:pt x="317563" y="304292"/>
                  </a:lnTo>
                  <a:lnTo>
                    <a:pt x="318325" y="308102"/>
                  </a:lnTo>
                  <a:lnTo>
                    <a:pt x="321500" y="311924"/>
                  </a:lnTo>
                  <a:lnTo>
                    <a:pt x="325691" y="313194"/>
                  </a:lnTo>
                  <a:lnTo>
                    <a:pt x="352615" y="319544"/>
                  </a:lnTo>
                  <a:lnTo>
                    <a:pt x="352615" y="296951"/>
                  </a:lnTo>
                  <a:lnTo>
                    <a:pt x="337756" y="292874"/>
                  </a:lnTo>
                  <a:lnTo>
                    <a:pt x="336067" y="286524"/>
                  </a:lnTo>
                  <a:lnTo>
                    <a:pt x="334048" y="280174"/>
                  </a:lnTo>
                  <a:lnTo>
                    <a:pt x="331736" y="272542"/>
                  </a:lnTo>
                  <a:lnTo>
                    <a:pt x="329120" y="266192"/>
                  </a:lnTo>
                  <a:lnTo>
                    <a:pt x="347535" y="244602"/>
                  </a:lnTo>
                  <a:lnTo>
                    <a:pt x="350583" y="240792"/>
                  </a:lnTo>
                  <a:lnTo>
                    <a:pt x="350964" y="235724"/>
                  </a:lnTo>
                  <a:lnTo>
                    <a:pt x="348551" y="231902"/>
                  </a:lnTo>
                  <a:lnTo>
                    <a:pt x="343877" y="224294"/>
                  </a:lnTo>
                  <a:lnTo>
                    <a:pt x="338861" y="216674"/>
                  </a:lnTo>
                  <a:lnTo>
                    <a:pt x="334581" y="211594"/>
                  </a:lnTo>
                  <a:lnTo>
                    <a:pt x="333502" y="210324"/>
                  </a:lnTo>
                  <a:lnTo>
                    <a:pt x="327850" y="202692"/>
                  </a:lnTo>
                  <a:lnTo>
                    <a:pt x="324675" y="200152"/>
                  </a:lnTo>
                  <a:lnTo>
                    <a:pt x="319722" y="198894"/>
                  </a:lnTo>
                  <a:lnTo>
                    <a:pt x="315404" y="200152"/>
                  </a:lnTo>
                  <a:lnTo>
                    <a:pt x="288988" y="211594"/>
                  </a:lnTo>
                  <a:lnTo>
                    <a:pt x="283552" y="206502"/>
                  </a:lnTo>
                  <a:lnTo>
                    <a:pt x="277964" y="202692"/>
                  </a:lnTo>
                  <a:lnTo>
                    <a:pt x="272224" y="198894"/>
                  </a:lnTo>
                  <a:lnTo>
                    <a:pt x="266382" y="195072"/>
                  </a:lnTo>
                  <a:lnTo>
                    <a:pt x="268325" y="167144"/>
                  </a:lnTo>
                  <a:lnTo>
                    <a:pt x="268414" y="165874"/>
                  </a:lnTo>
                  <a:lnTo>
                    <a:pt x="268668" y="160794"/>
                  </a:lnTo>
                  <a:lnTo>
                    <a:pt x="266001" y="156972"/>
                  </a:lnTo>
                  <a:lnTo>
                    <a:pt x="261810" y="154444"/>
                  </a:lnTo>
                  <a:lnTo>
                    <a:pt x="245465" y="149352"/>
                  </a:lnTo>
                  <a:lnTo>
                    <a:pt x="228282" y="144272"/>
                  </a:lnTo>
                  <a:lnTo>
                    <a:pt x="223583" y="143002"/>
                  </a:lnTo>
                  <a:lnTo>
                    <a:pt x="219011" y="145542"/>
                  </a:lnTo>
                  <a:lnTo>
                    <a:pt x="216471" y="149352"/>
                  </a:lnTo>
                  <a:lnTo>
                    <a:pt x="201358" y="173494"/>
                  </a:lnTo>
                  <a:lnTo>
                    <a:pt x="194144" y="173494"/>
                  </a:lnTo>
                  <a:lnTo>
                    <a:pt x="187337" y="172224"/>
                  </a:lnTo>
                  <a:lnTo>
                    <a:pt x="180543" y="173494"/>
                  </a:lnTo>
                  <a:lnTo>
                    <a:pt x="173418" y="173494"/>
                  </a:lnTo>
                  <a:lnTo>
                    <a:pt x="169430" y="167144"/>
                  </a:lnTo>
                  <a:lnTo>
                    <a:pt x="158305" y="149352"/>
                  </a:lnTo>
                  <a:lnTo>
                    <a:pt x="155765" y="145542"/>
                  </a:lnTo>
                  <a:lnTo>
                    <a:pt x="151193" y="143002"/>
                  </a:lnTo>
                  <a:lnTo>
                    <a:pt x="146494" y="144272"/>
                  </a:lnTo>
                  <a:lnTo>
                    <a:pt x="129349" y="149352"/>
                  </a:lnTo>
                  <a:lnTo>
                    <a:pt x="112966" y="154444"/>
                  </a:lnTo>
                  <a:lnTo>
                    <a:pt x="108648" y="156972"/>
                  </a:lnTo>
                  <a:lnTo>
                    <a:pt x="105981" y="160794"/>
                  </a:lnTo>
                  <a:lnTo>
                    <a:pt x="106883" y="173494"/>
                  </a:lnTo>
                  <a:lnTo>
                    <a:pt x="108394" y="195072"/>
                  </a:lnTo>
                  <a:lnTo>
                    <a:pt x="102539" y="198894"/>
                  </a:lnTo>
                  <a:lnTo>
                    <a:pt x="96799" y="202692"/>
                  </a:lnTo>
                  <a:lnTo>
                    <a:pt x="91211" y="206502"/>
                  </a:lnTo>
                  <a:lnTo>
                    <a:pt x="85788" y="211594"/>
                  </a:lnTo>
                  <a:lnTo>
                    <a:pt x="59372" y="200152"/>
                  </a:lnTo>
                  <a:lnTo>
                    <a:pt x="55054" y="198894"/>
                  </a:lnTo>
                  <a:lnTo>
                    <a:pt x="50101" y="200152"/>
                  </a:lnTo>
                  <a:lnTo>
                    <a:pt x="46926" y="202692"/>
                  </a:lnTo>
                  <a:lnTo>
                    <a:pt x="41262" y="210324"/>
                  </a:lnTo>
                  <a:lnTo>
                    <a:pt x="35902" y="216674"/>
                  </a:lnTo>
                  <a:lnTo>
                    <a:pt x="30886" y="224294"/>
                  </a:lnTo>
                  <a:lnTo>
                    <a:pt x="26225" y="231902"/>
                  </a:lnTo>
                  <a:lnTo>
                    <a:pt x="23812" y="235724"/>
                  </a:lnTo>
                  <a:lnTo>
                    <a:pt x="24193" y="240792"/>
                  </a:lnTo>
                  <a:lnTo>
                    <a:pt x="27241" y="244602"/>
                  </a:lnTo>
                  <a:lnTo>
                    <a:pt x="45656" y="266192"/>
                  </a:lnTo>
                  <a:lnTo>
                    <a:pt x="43027" y="272542"/>
                  </a:lnTo>
                  <a:lnTo>
                    <a:pt x="40716" y="280174"/>
                  </a:lnTo>
                  <a:lnTo>
                    <a:pt x="38696" y="286524"/>
                  </a:lnTo>
                  <a:lnTo>
                    <a:pt x="37020" y="292874"/>
                  </a:lnTo>
                  <a:lnTo>
                    <a:pt x="190" y="315722"/>
                  </a:lnTo>
                  <a:lnTo>
                    <a:pt x="0" y="334772"/>
                  </a:lnTo>
                  <a:lnTo>
                    <a:pt x="190" y="338594"/>
                  </a:lnTo>
                  <a:lnTo>
                    <a:pt x="825" y="344944"/>
                  </a:lnTo>
                  <a:lnTo>
                    <a:pt x="1206" y="350024"/>
                  </a:lnTo>
                  <a:lnTo>
                    <a:pt x="4635" y="353822"/>
                  </a:lnTo>
                  <a:lnTo>
                    <a:pt x="9207" y="355092"/>
                  </a:lnTo>
                  <a:lnTo>
                    <a:pt x="37020" y="361442"/>
                  </a:lnTo>
                  <a:lnTo>
                    <a:pt x="38696" y="369074"/>
                  </a:lnTo>
                  <a:lnTo>
                    <a:pt x="40716" y="375424"/>
                  </a:lnTo>
                  <a:lnTo>
                    <a:pt x="43027" y="381774"/>
                  </a:lnTo>
                  <a:lnTo>
                    <a:pt x="45656" y="388124"/>
                  </a:lnTo>
                  <a:lnTo>
                    <a:pt x="27241" y="410972"/>
                  </a:lnTo>
                  <a:lnTo>
                    <a:pt x="24193" y="413524"/>
                  </a:lnTo>
                  <a:lnTo>
                    <a:pt x="23812" y="418592"/>
                  </a:lnTo>
                  <a:lnTo>
                    <a:pt x="26225" y="423672"/>
                  </a:lnTo>
                  <a:lnTo>
                    <a:pt x="30886" y="431292"/>
                  </a:lnTo>
                  <a:lnTo>
                    <a:pt x="35902" y="437642"/>
                  </a:lnTo>
                  <a:lnTo>
                    <a:pt x="41262" y="445274"/>
                  </a:lnTo>
                  <a:lnTo>
                    <a:pt x="46926" y="451624"/>
                  </a:lnTo>
                  <a:lnTo>
                    <a:pt x="50101" y="455422"/>
                  </a:lnTo>
                  <a:lnTo>
                    <a:pt x="55054" y="456692"/>
                  </a:lnTo>
                  <a:lnTo>
                    <a:pt x="59372" y="454152"/>
                  </a:lnTo>
                  <a:lnTo>
                    <a:pt x="85788" y="443992"/>
                  </a:lnTo>
                  <a:lnTo>
                    <a:pt x="91211" y="449072"/>
                  </a:lnTo>
                  <a:lnTo>
                    <a:pt x="96799" y="452894"/>
                  </a:lnTo>
                  <a:lnTo>
                    <a:pt x="102539" y="456692"/>
                  </a:lnTo>
                  <a:lnTo>
                    <a:pt x="108394" y="460502"/>
                  </a:lnTo>
                  <a:lnTo>
                    <a:pt x="105981" y="493522"/>
                  </a:lnTo>
                  <a:lnTo>
                    <a:pt x="108648" y="498602"/>
                  </a:lnTo>
                  <a:lnTo>
                    <a:pt x="121005" y="503694"/>
                  </a:lnTo>
                  <a:lnTo>
                    <a:pt x="129298" y="506222"/>
                  </a:lnTo>
                  <a:lnTo>
                    <a:pt x="146494" y="511302"/>
                  </a:lnTo>
                  <a:lnTo>
                    <a:pt x="152717" y="511302"/>
                  </a:lnTo>
                  <a:lnTo>
                    <a:pt x="156273" y="508774"/>
                  </a:lnTo>
                  <a:lnTo>
                    <a:pt x="170141" y="487172"/>
                  </a:lnTo>
                  <a:lnTo>
                    <a:pt x="173418" y="482092"/>
                  </a:lnTo>
                  <a:lnTo>
                    <a:pt x="201358" y="482092"/>
                  </a:lnTo>
                  <a:lnTo>
                    <a:pt x="216471" y="506222"/>
                  </a:lnTo>
                  <a:lnTo>
                    <a:pt x="219011" y="510044"/>
                  </a:lnTo>
                  <a:lnTo>
                    <a:pt x="223583" y="511302"/>
                  </a:lnTo>
                  <a:lnTo>
                    <a:pt x="228282" y="511302"/>
                  </a:lnTo>
                  <a:lnTo>
                    <a:pt x="245465" y="506222"/>
                  </a:lnTo>
                  <a:lnTo>
                    <a:pt x="253758" y="503694"/>
                  </a:lnTo>
                  <a:lnTo>
                    <a:pt x="266128" y="498602"/>
                  </a:lnTo>
                  <a:lnTo>
                    <a:pt x="268795" y="493522"/>
                  </a:lnTo>
                  <a:lnTo>
                    <a:pt x="268325" y="487172"/>
                  </a:lnTo>
                  <a:lnTo>
                    <a:pt x="266382" y="460502"/>
                  </a:lnTo>
                  <a:lnTo>
                    <a:pt x="272224" y="456692"/>
                  </a:lnTo>
                  <a:lnTo>
                    <a:pt x="277964" y="452894"/>
                  </a:lnTo>
                  <a:lnTo>
                    <a:pt x="283552" y="449072"/>
                  </a:lnTo>
                  <a:lnTo>
                    <a:pt x="288988" y="443992"/>
                  </a:lnTo>
                  <a:lnTo>
                    <a:pt x="315404" y="454152"/>
                  </a:lnTo>
                  <a:lnTo>
                    <a:pt x="319722" y="456692"/>
                  </a:lnTo>
                  <a:lnTo>
                    <a:pt x="324675" y="455422"/>
                  </a:lnTo>
                  <a:lnTo>
                    <a:pt x="327850" y="451624"/>
                  </a:lnTo>
                  <a:lnTo>
                    <a:pt x="333502" y="445274"/>
                  </a:lnTo>
                  <a:lnTo>
                    <a:pt x="334403" y="443992"/>
                  </a:lnTo>
                  <a:lnTo>
                    <a:pt x="338861" y="437642"/>
                  </a:lnTo>
                  <a:lnTo>
                    <a:pt x="343877" y="431292"/>
                  </a:lnTo>
                  <a:lnTo>
                    <a:pt x="348551" y="423672"/>
                  </a:lnTo>
                  <a:lnTo>
                    <a:pt x="350964" y="418592"/>
                  </a:lnTo>
                  <a:lnTo>
                    <a:pt x="350583" y="413524"/>
                  </a:lnTo>
                  <a:lnTo>
                    <a:pt x="347535" y="409702"/>
                  </a:lnTo>
                  <a:lnTo>
                    <a:pt x="329120" y="388124"/>
                  </a:lnTo>
                  <a:lnTo>
                    <a:pt x="331736" y="381774"/>
                  </a:lnTo>
                  <a:lnTo>
                    <a:pt x="334048" y="375424"/>
                  </a:lnTo>
                  <a:lnTo>
                    <a:pt x="336067" y="369074"/>
                  </a:lnTo>
                  <a:lnTo>
                    <a:pt x="337756" y="361442"/>
                  </a:lnTo>
                  <a:lnTo>
                    <a:pt x="365569" y="355092"/>
                  </a:lnTo>
                  <a:lnTo>
                    <a:pt x="370141" y="353822"/>
                  </a:lnTo>
                  <a:lnTo>
                    <a:pt x="373570" y="350024"/>
                  </a:lnTo>
                  <a:lnTo>
                    <a:pt x="373951" y="344944"/>
                  </a:lnTo>
                  <a:lnTo>
                    <a:pt x="374586" y="338594"/>
                  </a:lnTo>
                  <a:lnTo>
                    <a:pt x="374777" y="334772"/>
                  </a:lnTo>
                  <a:close/>
                </a:path>
              </a:pathLst>
            </a:custGeom>
            <a:solidFill>
              <a:srgbClr val="2B47AA"/>
            </a:solidFill>
          </p:spPr>
          <p:txBody>
            <a:bodyPr wrap="square" lIns="0" tIns="0" rIns="0" bIns="0" rtlCol="0"/>
            <a:lstStyle/>
            <a:p>
              <a:endParaRPr/>
            </a:p>
          </p:txBody>
        </p:sp>
        <p:sp>
          <p:nvSpPr>
            <p:cNvPr id="209" name="object 209"/>
            <p:cNvSpPr/>
            <p:nvPr/>
          </p:nvSpPr>
          <p:spPr>
            <a:xfrm>
              <a:off x="5655564" y="4785359"/>
              <a:ext cx="242570" cy="265430"/>
            </a:xfrm>
            <a:custGeom>
              <a:avLst/>
              <a:gdLst/>
              <a:ahLst/>
              <a:cxnLst/>
              <a:rect l="l" t="t" r="r" b="b"/>
              <a:pathLst>
                <a:path w="242570" h="265429">
                  <a:moveTo>
                    <a:pt x="21336" y="5080"/>
                  </a:moveTo>
                  <a:lnTo>
                    <a:pt x="16510" y="0"/>
                  </a:lnTo>
                  <a:lnTo>
                    <a:pt x="4826" y="0"/>
                  </a:lnTo>
                  <a:lnTo>
                    <a:pt x="0" y="5080"/>
                  </a:lnTo>
                  <a:lnTo>
                    <a:pt x="0" y="17780"/>
                  </a:lnTo>
                  <a:lnTo>
                    <a:pt x="4826" y="22860"/>
                  </a:lnTo>
                  <a:lnTo>
                    <a:pt x="16510" y="22860"/>
                  </a:lnTo>
                  <a:lnTo>
                    <a:pt x="21336" y="17780"/>
                  </a:lnTo>
                  <a:lnTo>
                    <a:pt x="21336" y="5080"/>
                  </a:lnTo>
                  <a:close/>
                </a:path>
                <a:path w="242570" h="265429">
                  <a:moveTo>
                    <a:pt x="54864" y="59944"/>
                  </a:moveTo>
                  <a:lnTo>
                    <a:pt x="49784" y="54864"/>
                  </a:lnTo>
                  <a:lnTo>
                    <a:pt x="37084" y="54864"/>
                  </a:lnTo>
                  <a:lnTo>
                    <a:pt x="32004" y="59944"/>
                  </a:lnTo>
                  <a:lnTo>
                    <a:pt x="32004" y="72644"/>
                  </a:lnTo>
                  <a:lnTo>
                    <a:pt x="37084" y="77724"/>
                  </a:lnTo>
                  <a:lnTo>
                    <a:pt x="49784" y="77724"/>
                  </a:lnTo>
                  <a:lnTo>
                    <a:pt x="54864" y="72644"/>
                  </a:lnTo>
                  <a:lnTo>
                    <a:pt x="54864" y="59944"/>
                  </a:lnTo>
                  <a:close/>
                </a:path>
                <a:path w="242570" h="265429">
                  <a:moveTo>
                    <a:pt x="88392" y="116078"/>
                  </a:moveTo>
                  <a:lnTo>
                    <a:pt x="83312" y="111252"/>
                  </a:lnTo>
                  <a:lnTo>
                    <a:pt x="70612" y="111252"/>
                  </a:lnTo>
                  <a:lnTo>
                    <a:pt x="65532" y="116078"/>
                  </a:lnTo>
                  <a:lnTo>
                    <a:pt x="65532" y="127762"/>
                  </a:lnTo>
                  <a:lnTo>
                    <a:pt x="70612" y="132588"/>
                  </a:lnTo>
                  <a:lnTo>
                    <a:pt x="83312" y="132588"/>
                  </a:lnTo>
                  <a:lnTo>
                    <a:pt x="88392" y="127762"/>
                  </a:lnTo>
                  <a:lnTo>
                    <a:pt x="88392" y="116078"/>
                  </a:lnTo>
                  <a:close/>
                </a:path>
                <a:path w="242570" h="265429">
                  <a:moveTo>
                    <a:pt x="153924" y="248666"/>
                  </a:moveTo>
                  <a:lnTo>
                    <a:pt x="149098" y="243840"/>
                  </a:lnTo>
                  <a:lnTo>
                    <a:pt x="137414" y="243840"/>
                  </a:lnTo>
                  <a:lnTo>
                    <a:pt x="132588" y="248666"/>
                  </a:lnTo>
                  <a:lnTo>
                    <a:pt x="132588" y="260350"/>
                  </a:lnTo>
                  <a:lnTo>
                    <a:pt x="137414" y="265176"/>
                  </a:lnTo>
                  <a:lnTo>
                    <a:pt x="149098" y="265176"/>
                  </a:lnTo>
                  <a:lnTo>
                    <a:pt x="153924" y="260350"/>
                  </a:lnTo>
                  <a:lnTo>
                    <a:pt x="153924" y="248666"/>
                  </a:lnTo>
                  <a:close/>
                </a:path>
                <a:path w="242570" h="265429">
                  <a:moveTo>
                    <a:pt x="187452" y="59944"/>
                  </a:moveTo>
                  <a:lnTo>
                    <a:pt x="182499" y="54864"/>
                  </a:lnTo>
                  <a:lnTo>
                    <a:pt x="81153" y="54864"/>
                  </a:lnTo>
                  <a:lnTo>
                    <a:pt x="76200" y="59944"/>
                  </a:lnTo>
                  <a:lnTo>
                    <a:pt x="76200" y="72644"/>
                  </a:lnTo>
                  <a:lnTo>
                    <a:pt x="81153" y="77724"/>
                  </a:lnTo>
                  <a:lnTo>
                    <a:pt x="182499" y="77724"/>
                  </a:lnTo>
                  <a:lnTo>
                    <a:pt x="187452" y="72644"/>
                  </a:lnTo>
                  <a:lnTo>
                    <a:pt x="187452" y="59944"/>
                  </a:lnTo>
                  <a:close/>
                </a:path>
                <a:path w="242570" h="265429">
                  <a:moveTo>
                    <a:pt x="198120" y="248666"/>
                  </a:moveTo>
                  <a:lnTo>
                    <a:pt x="193294" y="243840"/>
                  </a:lnTo>
                  <a:lnTo>
                    <a:pt x="181610" y="243840"/>
                  </a:lnTo>
                  <a:lnTo>
                    <a:pt x="176784" y="248666"/>
                  </a:lnTo>
                  <a:lnTo>
                    <a:pt x="176784" y="260350"/>
                  </a:lnTo>
                  <a:lnTo>
                    <a:pt x="181610" y="265176"/>
                  </a:lnTo>
                  <a:lnTo>
                    <a:pt x="193294" y="265176"/>
                  </a:lnTo>
                  <a:lnTo>
                    <a:pt x="198120" y="260350"/>
                  </a:lnTo>
                  <a:lnTo>
                    <a:pt x="198120" y="248666"/>
                  </a:lnTo>
                  <a:close/>
                </a:path>
                <a:path w="242570" h="265429">
                  <a:moveTo>
                    <a:pt x="220980" y="116078"/>
                  </a:moveTo>
                  <a:lnTo>
                    <a:pt x="216027" y="111252"/>
                  </a:lnTo>
                  <a:lnTo>
                    <a:pt x="114681" y="111252"/>
                  </a:lnTo>
                  <a:lnTo>
                    <a:pt x="109728" y="116078"/>
                  </a:lnTo>
                  <a:lnTo>
                    <a:pt x="109728" y="127762"/>
                  </a:lnTo>
                  <a:lnTo>
                    <a:pt x="114681" y="132588"/>
                  </a:lnTo>
                  <a:lnTo>
                    <a:pt x="216027" y="132588"/>
                  </a:lnTo>
                  <a:lnTo>
                    <a:pt x="220980" y="127762"/>
                  </a:lnTo>
                  <a:lnTo>
                    <a:pt x="220980" y="116078"/>
                  </a:lnTo>
                  <a:close/>
                </a:path>
                <a:path w="242570" h="265429">
                  <a:moveTo>
                    <a:pt x="242316" y="248666"/>
                  </a:moveTo>
                  <a:lnTo>
                    <a:pt x="237490" y="243840"/>
                  </a:lnTo>
                  <a:lnTo>
                    <a:pt x="225806" y="243840"/>
                  </a:lnTo>
                  <a:lnTo>
                    <a:pt x="220980" y="248666"/>
                  </a:lnTo>
                  <a:lnTo>
                    <a:pt x="220980" y="260350"/>
                  </a:lnTo>
                  <a:lnTo>
                    <a:pt x="225806" y="265176"/>
                  </a:lnTo>
                  <a:lnTo>
                    <a:pt x="237490" y="265176"/>
                  </a:lnTo>
                  <a:lnTo>
                    <a:pt x="242316" y="260350"/>
                  </a:lnTo>
                  <a:lnTo>
                    <a:pt x="242316" y="248666"/>
                  </a:lnTo>
                  <a:close/>
                </a:path>
              </a:pathLst>
            </a:custGeom>
            <a:solidFill>
              <a:srgbClr val="4264DE">
                <a:alpha val="50195"/>
              </a:srgbClr>
            </a:solidFill>
          </p:spPr>
          <p:txBody>
            <a:bodyPr wrap="square" lIns="0" tIns="0" rIns="0" bIns="0" rtlCol="0"/>
            <a:lstStyle/>
            <a:p>
              <a:endParaRPr/>
            </a:p>
          </p:txBody>
        </p:sp>
        <p:sp>
          <p:nvSpPr>
            <p:cNvPr id="210" name="object 210"/>
            <p:cNvSpPr/>
            <p:nvPr/>
          </p:nvSpPr>
          <p:spPr>
            <a:xfrm>
              <a:off x="6342126" y="3039618"/>
              <a:ext cx="533400" cy="698500"/>
            </a:xfrm>
            <a:custGeom>
              <a:avLst/>
              <a:gdLst/>
              <a:ahLst/>
              <a:cxnLst/>
              <a:rect l="l" t="t" r="r" b="b"/>
              <a:pathLst>
                <a:path w="533400" h="698500">
                  <a:moveTo>
                    <a:pt x="326135" y="0"/>
                  </a:moveTo>
                  <a:lnTo>
                    <a:pt x="233299" y="113411"/>
                  </a:lnTo>
                  <a:lnTo>
                    <a:pt x="0" y="123444"/>
                  </a:lnTo>
                </a:path>
                <a:path w="533400" h="698500">
                  <a:moveTo>
                    <a:pt x="147827" y="358140"/>
                  </a:moveTo>
                  <a:lnTo>
                    <a:pt x="368807" y="347472"/>
                  </a:lnTo>
                </a:path>
                <a:path w="533400" h="698500">
                  <a:moveTo>
                    <a:pt x="193548" y="615696"/>
                  </a:moveTo>
                  <a:lnTo>
                    <a:pt x="347091" y="615696"/>
                  </a:lnTo>
                  <a:lnTo>
                    <a:pt x="407543" y="697992"/>
                  </a:lnTo>
                  <a:lnTo>
                    <a:pt x="533400" y="697992"/>
                  </a:lnTo>
                </a:path>
              </a:pathLst>
            </a:custGeom>
            <a:ln w="11143">
              <a:solidFill>
                <a:srgbClr val="D9D9D9"/>
              </a:solidFill>
            </a:ln>
          </p:spPr>
          <p:txBody>
            <a:bodyPr wrap="square" lIns="0" tIns="0" rIns="0" bIns="0" rtlCol="0"/>
            <a:lstStyle/>
            <a:p>
              <a:endParaRPr/>
            </a:p>
          </p:txBody>
        </p:sp>
        <p:sp>
          <p:nvSpPr>
            <p:cNvPr id="211" name="object 211"/>
            <p:cNvSpPr/>
            <p:nvPr/>
          </p:nvSpPr>
          <p:spPr>
            <a:xfrm>
              <a:off x="6638306" y="2933462"/>
              <a:ext cx="120871" cy="122395"/>
            </a:xfrm>
            <a:prstGeom prst="rect">
              <a:avLst/>
            </a:prstGeom>
            <a:blipFill>
              <a:blip r:embed="rId33" cstate="print"/>
              <a:stretch>
                <a:fillRect/>
              </a:stretch>
            </a:blipFill>
          </p:spPr>
          <p:txBody>
            <a:bodyPr wrap="square" lIns="0" tIns="0" rIns="0" bIns="0" rtlCol="0"/>
            <a:lstStyle/>
            <a:p>
              <a:endParaRPr/>
            </a:p>
          </p:txBody>
        </p:sp>
        <p:sp>
          <p:nvSpPr>
            <p:cNvPr id="212" name="object 212"/>
            <p:cNvSpPr/>
            <p:nvPr/>
          </p:nvSpPr>
          <p:spPr>
            <a:xfrm>
              <a:off x="6705362" y="3319034"/>
              <a:ext cx="122395" cy="120871"/>
            </a:xfrm>
            <a:prstGeom prst="rect">
              <a:avLst/>
            </a:prstGeom>
            <a:blipFill>
              <a:blip r:embed="rId34" cstate="print"/>
              <a:stretch>
                <a:fillRect/>
              </a:stretch>
            </a:blipFill>
          </p:spPr>
          <p:txBody>
            <a:bodyPr wrap="square" lIns="0" tIns="0" rIns="0" bIns="0" rtlCol="0"/>
            <a:lstStyle/>
            <a:p>
              <a:endParaRPr/>
            </a:p>
          </p:txBody>
        </p:sp>
        <p:sp>
          <p:nvSpPr>
            <p:cNvPr id="213" name="object 213"/>
            <p:cNvSpPr/>
            <p:nvPr/>
          </p:nvSpPr>
          <p:spPr>
            <a:xfrm>
              <a:off x="6876050" y="3677174"/>
              <a:ext cx="120871" cy="122395"/>
            </a:xfrm>
            <a:prstGeom prst="rect">
              <a:avLst/>
            </a:prstGeom>
            <a:blipFill>
              <a:blip r:embed="rId35" cstate="print"/>
              <a:stretch>
                <a:fillRect/>
              </a:stretch>
            </a:blipFill>
          </p:spPr>
          <p:txBody>
            <a:bodyPr wrap="square" lIns="0" tIns="0" rIns="0" bIns="0" rtlCol="0"/>
            <a:lstStyle/>
            <a:p>
              <a:endParaRPr/>
            </a:p>
          </p:txBody>
        </p:sp>
        <p:sp>
          <p:nvSpPr>
            <p:cNvPr id="214" name="object 214"/>
            <p:cNvSpPr/>
            <p:nvPr/>
          </p:nvSpPr>
          <p:spPr>
            <a:xfrm>
              <a:off x="6042660" y="4354067"/>
              <a:ext cx="165100" cy="82550"/>
            </a:xfrm>
            <a:custGeom>
              <a:avLst/>
              <a:gdLst/>
              <a:ahLst/>
              <a:cxnLst/>
              <a:rect l="l" t="t" r="r" b="b"/>
              <a:pathLst>
                <a:path w="165100" h="82550">
                  <a:moveTo>
                    <a:pt x="27432" y="6096"/>
                  </a:moveTo>
                  <a:lnTo>
                    <a:pt x="21336" y="0"/>
                  </a:lnTo>
                  <a:lnTo>
                    <a:pt x="6096" y="0"/>
                  </a:lnTo>
                  <a:lnTo>
                    <a:pt x="0" y="6096"/>
                  </a:lnTo>
                  <a:lnTo>
                    <a:pt x="0" y="21336"/>
                  </a:lnTo>
                  <a:lnTo>
                    <a:pt x="6096" y="27432"/>
                  </a:lnTo>
                  <a:lnTo>
                    <a:pt x="21336" y="27432"/>
                  </a:lnTo>
                  <a:lnTo>
                    <a:pt x="27432" y="21336"/>
                  </a:lnTo>
                  <a:lnTo>
                    <a:pt x="27432" y="6096"/>
                  </a:lnTo>
                  <a:close/>
                </a:path>
                <a:path w="165100" h="82550">
                  <a:moveTo>
                    <a:pt x="96012" y="33528"/>
                  </a:moveTo>
                  <a:lnTo>
                    <a:pt x="89916" y="27432"/>
                  </a:lnTo>
                  <a:lnTo>
                    <a:pt x="74676" y="27432"/>
                  </a:lnTo>
                  <a:lnTo>
                    <a:pt x="68580" y="33528"/>
                  </a:lnTo>
                  <a:lnTo>
                    <a:pt x="68580" y="48768"/>
                  </a:lnTo>
                  <a:lnTo>
                    <a:pt x="74676" y="54864"/>
                  </a:lnTo>
                  <a:lnTo>
                    <a:pt x="89916" y="54864"/>
                  </a:lnTo>
                  <a:lnTo>
                    <a:pt x="96012" y="48768"/>
                  </a:lnTo>
                  <a:lnTo>
                    <a:pt x="96012" y="33528"/>
                  </a:lnTo>
                  <a:close/>
                </a:path>
                <a:path w="165100" h="82550">
                  <a:moveTo>
                    <a:pt x="164592" y="60960"/>
                  </a:moveTo>
                  <a:lnTo>
                    <a:pt x="158496" y="54864"/>
                  </a:lnTo>
                  <a:lnTo>
                    <a:pt x="143256" y="54864"/>
                  </a:lnTo>
                  <a:lnTo>
                    <a:pt x="137160" y="60960"/>
                  </a:lnTo>
                  <a:lnTo>
                    <a:pt x="137160" y="76200"/>
                  </a:lnTo>
                  <a:lnTo>
                    <a:pt x="143256" y="82296"/>
                  </a:lnTo>
                  <a:lnTo>
                    <a:pt x="158496" y="82296"/>
                  </a:lnTo>
                  <a:lnTo>
                    <a:pt x="164592" y="76200"/>
                  </a:lnTo>
                  <a:lnTo>
                    <a:pt x="164592" y="60960"/>
                  </a:lnTo>
                  <a:close/>
                </a:path>
              </a:pathLst>
            </a:custGeom>
            <a:solidFill>
              <a:srgbClr val="2B47AA"/>
            </a:solidFill>
          </p:spPr>
          <p:txBody>
            <a:bodyPr wrap="square" lIns="0" tIns="0" rIns="0" bIns="0" rtlCol="0"/>
            <a:lstStyle/>
            <a:p>
              <a:endParaRPr/>
            </a:p>
          </p:txBody>
        </p:sp>
        <p:sp>
          <p:nvSpPr>
            <p:cNvPr id="215" name="object 215"/>
            <p:cNvSpPr/>
            <p:nvPr/>
          </p:nvSpPr>
          <p:spPr>
            <a:xfrm>
              <a:off x="5847588" y="4105655"/>
              <a:ext cx="144780" cy="29209"/>
            </a:xfrm>
            <a:custGeom>
              <a:avLst/>
              <a:gdLst/>
              <a:ahLst/>
              <a:cxnLst/>
              <a:rect l="l" t="t" r="r" b="b"/>
              <a:pathLst>
                <a:path w="144779" h="29210">
                  <a:moveTo>
                    <a:pt x="28956" y="6477"/>
                  </a:moveTo>
                  <a:lnTo>
                    <a:pt x="22479" y="0"/>
                  </a:lnTo>
                  <a:lnTo>
                    <a:pt x="6477" y="0"/>
                  </a:lnTo>
                  <a:lnTo>
                    <a:pt x="0" y="6477"/>
                  </a:lnTo>
                  <a:lnTo>
                    <a:pt x="0" y="22479"/>
                  </a:lnTo>
                  <a:lnTo>
                    <a:pt x="6477" y="28956"/>
                  </a:lnTo>
                  <a:lnTo>
                    <a:pt x="22479" y="28956"/>
                  </a:lnTo>
                  <a:lnTo>
                    <a:pt x="28956" y="22479"/>
                  </a:lnTo>
                  <a:lnTo>
                    <a:pt x="28956" y="6477"/>
                  </a:lnTo>
                  <a:close/>
                </a:path>
                <a:path w="144779" h="29210">
                  <a:moveTo>
                    <a:pt x="86868" y="6477"/>
                  </a:moveTo>
                  <a:lnTo>
                    <a:pt x="80391" y="0"/>
                  </a:lnTo>
                  <a:lnTo>
                    <a:pt x="64389" y="0"/>
                  </a:lnTo>
                  <a:lnTo>
                    <a:pt x="57912" y="6477"/>
                  </a:lnTo>
                  <a:lnTo>
                    <a:pt x="57912" y="22479"/>
                  </a:lnTo>
                  <a:lnTo>
                    <a:pt x="64389" y="28956"/>
                  </a:lnTo>
                  <a:lnTo>
                    <a:pt x="80391" y="28956"/>
                  </a:lnTo>
                  <a:lnTo>
                    <a:pt x="86868" y="22479"/>
                  </a:lnTo>
                  <a:lnTo>
                    <a:pt x="86868" y="6477"/>
                  </a:lnTo>
                  <a:close/>
                </a:path>
                <a:path w="144779" h="29210">
                  <a:moveTo>
                    <a:pt x="144780" y="6477"/>
                  </a:moveTo>
                  <a:lnTo>
                    <a:pt x="138303" y="0"/>
                  </a:lnTo>
                  <a:lnTo>
                    <a:pt x="122301" y="0"/>
                  </a:lnTo>
                  <a:lnTo>
                    <a:pt x="115824" y="6477"/>
                  </a:lnTo>
                  <a:lnTo>
                    <a:pt x="115824" y="22479"/>
                  </a:lnTo>
                  <a:lnTo>
                    <a:pt x="122301" y="28956"/>
                  </a:lnTo>
                  <a:lnTo>
                    <a:pt x="138303" y="28956"/>
                  </a:lnTo>
                  <a:lnTo>
                    <a:pt x="144780" y="22479"/>
                  </a:lnTo>
                  <a:lnTo>
                    <a:pt x="144780" y="6477"/>
                  </a:lnTo>
                  <a:close/>
                </a:path>
              </a:pathLst>
            </a:custGeom>
            <a:solidFill>
              <a:srgbClr val="F1F1F1"/>
            </a:solidFill>
          </p:spPr>
          <p:txBody>
            <a:bodyPr wrap="square" lIns="0" tIns="0" rIns="0" bIns="0" rtlCol="0"/>
            <a:lstStyle/>
            <a:p>
              <a:endParaRPr/>
            </a:p>
          </p:txBody>
        </p:sp>
        <p:sp>
          <p:nvSpPr>
            <p:cNvPr id="216" name="object 216"/>
            <p:cNvSpPr/>
            <p:nvPr/>
          </p:nvSpPr>
          <p:spPr>
            <a:xfrm>
              <a:off x="5527675" y="3598291"/>
              <a:ext cx="235965" cy="73025"/>
            </a:xfrm>
            <a:prstGeom prst="rect">
              <a:avLst/>
            </a:prstGeom>
            <a:blipFill>
              <a:blip r:embed="rId36" cstate="print"/>
              <a:stretch>
                <a:fillRect/>
              </a:stretch>
            </a:blipFill>
          </p:spPr>
          <p:txBody>
            <a:bodyPr wrap="square" lIns="0" tIns="0" rIns="0" bIns="0" rtlCol="0"/>
            <a:lstStyle/>
            <a:p>
              <a:endParaRPr/>
            </a:p>
          </p:txBody>
        </p:sp>
        <p:sp>
          <p:nvSpPr>
            <p:cNvPr id="217" name="object 217"/>
            <p:cNvSpPr/>
            <p:nvPr/>
          </p:nvSpPr>
          <p:spPr>
            <a:xfrm>
              <a:off x="5200650" y="2950463"/>
              <a:ext cx="734060" cy="490855"/>
            </a:xfrm>
            <a:custGeom>
              <a:avLst/>
              <a:gdLst/>
              <a:ahLst/>
              <a:cxnLst/>
              <a:rect l="l" t="t" r="r" b="b"/>
              <a:pathLst>
                <a:path w="734060" h="490854">
                  <a:moveTo>
                    <a:pt x="564261" y="0"/>
                  </a:moveTo>
                  <a:lnTo>
                    <a:pt x="560451" y="0"/>
                  </a:lnTo>
                  <a:lnTo>
                    <a:pt x="512398" y="2026"/>
                  </a:lnTo>
                  <a:lnTo>
                    <a:pt x="465331" y="8008"/>
                  </a:lnTo>
                  <a:lnTo>
                    <a:pt x="419435" y="17801"/>
                  </a:lnTo>
                  <a:lnTo>
                    <a:pt x="374898" y="31257"/>
                  </a:lnTo>
                  <a:lnTo>
                    <a:pt x="331906" y="48232"/>
                  </a:lnTo>
                  <a:lnTo>
                    <a:pt x="290647" y="68580"/>
                  </a:lnTo>
                  <a:lnTo>
                    <a:pt x="251307" y="92153"/>
                  </a:lnTo>
                  <a:lnTo>
                    <a:pt x="214074" y="118808"/>
                  </a:lnTo>
                  <a:lnTo>
                    <a:pt x="179134" y="148398"/>
                  </a:lnTo>
                  <a:lnTo>
                    <a:pt x="146675" y="180776"/>
                  </a:lnTo>
                  <a:lnTo>
                    <a:pt x="116883" y="215798"/>
                  </a:lnTo>
                  <a:lnTo>
                    <a:pt x="89945" y="253317"/>
                  </a:lnTo>
                  <a:lnTo>
                    <a:pt x="66049" y="293187"/>
                  </a:lnTo>
                  <a:lnTo>
                    <a:pt x="45381" y="335264"/>
                  </a:lnTo>
                  <a:lnTo>
                    <a:pt x="28128" y="379400"/>
                  </a:lnTo>
                  <a:lnTo>
                    <a:pt x="14477" y="425450"/>
                  </a:lnTo>
                  <a:lnTo>
                    <a:pt x="11666" y="436250"/>
                  </a:lnTo>
                  <a:lnTo>
                    <a:pt x="8556" y="447563"/>
                  </a:lnTo>
                  <a:lnTo>
                    <a:pt x="5137" y="459472"/>
                  </a:lnTo>
                  <a:lnTo>
                    <a:pt x="1397" y="472059"/>
                  </a:lnTo>
                  <a:lnTo>
                    <a:pt x="0" y="476503"/>
                  </a:lnTo>
                  <a:lnTo>
                    <a:pt x="888" y="481202"/>
                  </a:lnTo>
                  <a:lnTo>
                    <a:pt x="3555" y="484886"/>
                  </a:lnTo>
                  <a:lnTo>
                    <a:pt x="6350" y="488569"/>
                  </a:lnTo>
                  <a:lnTo>
                    <a:pt x="10667" y="490727"/>
                  </a:lnTo>
                  <a:lnTo>
                    <a:pt x="568578" y="490727"/>
                  </a:lnTo>
                  <a:lnTo>
                    <a:pt x="575055" y="484250"/>
                  </a:lnTo>
                  <a:lnTo>
                    <a:pt x="575055" y="461899"/>
                  </a:lnTo>
                  <a:lnTo>
                    <a:pt x="34544" y="461899"/>
                  </a:lnTo>
                  <a:lnTo>
                    <a:pt x="36685" y="454205"/>
                  </a:lnTo>
                  <a:lnTo>
                    <a:pt x="38719" y="446738"/>
                  </a:lnTo>
                  <a:lnTo>
                    <a:pt x="40634" y="439485"/>
                  </a:lnTo>
                  <a:lnTo>
                    <a:pt x="42417" y="432435"/>
                  </a:lnTo>
                  <a:lnTo>
                    <a:pt x="56057" y="386795"/>
                  </a:lnTo>
                  <a:lnTo>
                    <a:pt x="73423" y="343149"/>
                  </a:lnTo>
                  <a:lnTo>
                    <a:pt x="94313" y="301655"/>
                  </a:lnTo>
                  <a:lnTo>
                    <a:pt x="118523" y="262470"/>
                  </a:lnTo>
                  <a:lnTo>
                    <a:pt x="145852" y="225754"/>
                  </a:lnTo>
                  <a:lnTo>
                    <a:pt x="176097" y="191663"/>
                  </a:lnTo>
                  <a:lnTo>
                    <a:pt x="209158" y="160274"/>
                  </a:lnTo>
                  <a:lnTo>
                    <a:pt x="244524" y="131991"/>
                  </a:lnTo>
                  <a:lnTo>
                    <a:pt x="282301" y="106725"/>
                  </a:lnTo>
                  <a:lnTo>
                    <a:pt x="322184" y="84718"/>
                  </a:lnTo>
                  <a:lnTo>
                    <a:pt x="363971" y="66127"/>
                  </a:lnTo>
                  <a:lnTo>
                    <a:pt x="407458" y="51109"/>
                  </a:lnTo>
                  <a:lnTo>
                    <a:pt x="452444" y="39824"/>
                  </a:lnTo>
                  <a:lnTo>
                    <a:pt x="498725" y="32429"/>
                  </a:lnTo>
                  <a:lnTo>
                    <a:pt x="546100" y="29083"/>
                  </a:lnTo>
                  <a:lnTo>
                    <a:pt x="575055" y="29083"/>
                  </a:lnTo>
                  <a:lnTo>
                    <a:pt x="575055" y="10668"/>
                  </a:lnTo>
                  <a:lnTo>
                    <a:pt x="573532" y="7112"/>
                  </a:lnTo>
                  <a:lnTo>
                    <a:pt x="568071" y="1650"/>
                  </a:lnTo>
                  <a:lnTo>
                    <a:pt x="564261" y="0"/>
                  </a:lnTo>
                  <a:close/>
                </a:path>
                <a:path w="734060" h="490854">
                  <a:moveTo>
                    <a:pt x="563372" y="274193"/>
                  </a:moveTo>
                  <a:lnTo>
                    <a:pt x="552576" y="274193"/>
                  </a:lnTo>
                  <a:lnTo>
                    <a:pt x="546100" y="280670"/>
                  </a:lnTo>
                  <a:lnTo>
                    <a:pt x="546100" y="461899"/>
                  </a:lnTo>
                  <a:lnTo>
                    <a:pt x="575055" y="461899"/>
                  </a:lnTo>
                  <a:lnTo>
                    <a:pt x="575055" y="304546"/>
                  </a:lnTo>
                  <a:lnTo>
                    <a:pt x="709732" y="304546"/>
                  </a:lnTo>
                  <a:lnTo>
                    <a:pt x="711150" y="303149"/>
                  </a:lnTo>
                  <a:lnTo>
                    <a:pt x="647191" y="303149"/>
                  </a:lnTo>
                  <a:lnTo>
                    <a:pt x="637994" y="302396"/>
                  </a:lnTo>
                  <a:lnTo>
                    <a:pt x="629142" y="300180"/>
                  </a:lnTo>
                  <a:lnTo>
                    <a:pt x="620742" y="296558"/>
                  </a:lnTo>
                  <a:lnTo>
                    <a:pt x="612901" y="291591"/>
                  </a:lnTo>
                  <a:lnTo>
                    <a:pt x="601287" y="284104"/>
                  </a:lnTo>
                  <a:lnTo>
                    <a:pt x="589041" y="278653"/>
                  </a:lnTo>
                  <a:lnTo>
                    <a:pt x="576343" y="275322"/>
                  </a:lnTo>
                  <a:lnTo>
                    <a:pt x="563372" y="274193"/>
                  </a:lnTo>
                  <a:close/>
                </a:path>
                <a:path w="734060" h="490854">
                  <a:moveTo>
                    <a:pt x="709732" y="304546"/>
                  </a:moveTo>
                  <a:lnTo>
                    <a:pt x="575055" y="304546"/>
                  </a:lnTo>
                  <a:lnTo>
                    <a:pt x="582040" y="306324"/>
                  </a:lnTo>
                  <a:lnTo>
                    <a:pt x="589026" y="309752"/>
                  </a:lnTo>
                  <a:lnTo>
                    <a:pt x="633311" y="330866"/>
                  </a:lnTo>
                  <a:lnTo>
                    <a:pt x="647191" y="331977"/>
                  </a:lnTo>
                  <a:lnTo>
                    <a:pt x="666404" y="329834"/>
                  </a:lnTo>
                  <a:lnTo>
                    <a:pt x="684402" y="323596"/>
                  </a:lnTo>
                  <a:lnTo>
                    <a:pt x="700591" y="313547"/>
                  </a:lnTo>
                  <a:lnTo>
                    <a:pt x="709732" y="304546"/>
                  </a:lnTo>
                  <a:close/>
                </a:path>
                <a:path w="734060" h="490854">
                  <a:moveTo>
                    <a:pt x="711062" y="187630"/>
                  </a:moveTo>
                  <a:lnTo>
                    <a:pt x="646162" y="187630"/>
                  </a:lnTo>
                  <a:lnTo>
                    <a:pt x="658113" y="188595"/>
                  </a:lnTo>
                  <a:lnTo>
                    <a:pt x="674112" y="194143"/>
                  </a:lnTo>
                  <a:lnTo>
                    <a:pt x="687609" y="203930"/>
                  </a:lnTo>
                  <a:lnTo>
                    <a:pt x="697726" y="217098"/>
                  </a:lnTo>
                  <a:lnTo>
                    <a:pt x="703579" y="232790"/>
                  </a:lnTo>
                  <a:lnTo>
                    <a:pt x="704953" y="246058"/>
                  </a:lnTo>
                  <a:lnTo>
                    <a:pt x="703421" y="258825"/>
                  </a:lnTo>
                  <a:lnTo>
                    <a:pt x="672036" y="297529"/>
                  </a:lnTo>
                  <a:lnTo>
                    <a:pt x="647191" y="303149"/>
                  </a:lnTo>
                  <a:lnTo>
                    <a:pt x="711150" y="303149"/>
                  </a:lnTo>
                  <a:lnTo>
                    <a:pt x="714375" y="299974"/>
                  </a:lnTo>
                  <a:lnTo>
                    <a:pt x="724900" y="283670"/>
                  </a:lnTo>
                  <a:lnTo>
                    <a:pt x="731424" y="265652"/>
                  </a:lnTo>
                  <a:lnTo>
                    <a:pt x="733805" y="246538"/>
                  </a:lnTo>
                  <a:lnTo>
                    <a:pt x="731901" y="226949"/>
                  </a:lnTo>
                  <a:lnTo>
                    <a:pt x="723024" y="203207"/>
                  </a:lnTo>
                  <a:lnTo>
                    <a:pt x="711062" y="187630"/>
                  </a:lnTo>
                  <a:close/>
                </a:path>
                <a:path w="734060" h="490854">
                  <a:moveTo>
                    <a:pt x="575055" y="29083"/>
                  </a:moveTo>
                  <a:lnTo>
                    <a:pt x="546100" y="29083"/>
                  </a:lnTo>
                  <a:lnTo>
                    <a:pt x="546100" y="210058"/>
                  </a:lnTo>
                  <a:lnTo>
                    <a:pt x="552576" y="216535"/>
                  </a:lnTo>
                  <a:lnTo>
                    <a:pt x="563372" y="216535"/>
                  </a:lnTo>
                  <a:lnTo>
                    <a:pt x="576224" y="215401"/>
                  </a:lnTo>
                  <a:lnTo>
                    <a:pt x="588946" y="212042"/>
                  </a:lnTo>
                  <a:lnTo>
                    <a:pt x="601358" y="206515"/>
                  </a:lnTo>
                  <a:lnTo>
                    <a:pt x="613283" y="198882"/>
                  </a:lnTo>
                  <a:lnTo>
                    <a:pt x="623448" y="192845"/>
                  </a:lnTo>
                  <a:lnTo>
                    <a:pt x="634507" y="189071"/>
                  </a:lnTo>
                  <a:lnTo>
                    <a:pt x="646162" y="187630"/>
                  </a:lnTo>
                  <a:lnTo>
                    <a:pt x="711062" y="187630"/>
                  </a:lnTo>
                  <a:lnTo>
                    <a:pt x="709852" y="186055"/>
                  </a:lnTo>
                  <a:lnTo>
                    <a:pt x="575055" y="186055"/>
                  </a:lnTo>
                  <a:lnTo>
                    <a:pt x="575055" y="29083"/>
                  </a:lnTo>
                  <a:close/>
                </a:path>
                <a:path w="734060" h="490854">
                  <a:moveTo>
                    <a:pt x="645410" y="158783"/>
                  </a:moveTo>
                  <a:lnTo>
                    <a:pt x="627951" y="160924"/>
                  </a:lnTo>
                  <a:lnTo>
                    <a:pt x="611350" y="166614"/>
                  </a:lnTo>
                  <a:lnTo>
                    <a:pt x="596011" y="175768"/>
                  </a:lnTo>
                  <a:lnTo>
                    <a:pt x="590930" y="179577"/>
                  </a:lnTo>
                  <a:lnTo>
                    <a:pt x="583691" y="183896"/>
                  </a:lnTo>
                  <a:lnTo>
                    <a:pt x="575055" y="186055"/>
                  </a:lnTo>
                  <a:lnTo>
                    <a:pt x="709852" y="186055"/>
                  </a:lnTo>
                  <a:lnTo>
                    <a:pt x="707755" y="183324"/>
                  </a:lnTo>
                  <a:lnTo>
                    <a:pt x="687413" y="168584"/>
                  </a:lnTo>
                  <a:lnTo>
                    <a:pt x="663321" y="160274"/>
                  </a:lnTo>
                  <a:lnTo>
                    <a:pt x="645410" y="158783"/>
                  </a:lnTo>
                  <a:close/>
                </a:path>
              </a:pathLst>
            </a:custGeom>
            <a:solidFill>
              <a:srgbClr val="FFFFFF"/>
            </a:solidFill>
          </p:spPr>
          <p:txBody>
            <a:bodyPr wrap="square" lIns="0" tIns="0" rIns="0" bIns="0" rtlCol="0"/>
            <a:lstStyle/>
            <a:p>
              <a:endParaRPr/>
            </a:p>
          </p:txBody>
        </p:sp>
        <p:sp>
          <p:nvSpPr>
            <p:cNvPr id="218" name="object 218"/>
            <p:cNvSpPr/>
            <p:nvPr/>
          </p:nvSpPr>
          <p:spPr>
            <a:xfrm>
              <a:off x="5270087" y="3008376"/>
              <a:ext cx="1270635" cy="1271270"/>
            </a:xfrm>
            <a:custGeom>
              <a:avLst/>
              <a:gdLst/>
              <a:ahLst/>
              <a:cxnLst/>
              <a:rect l="l" t="t" r="r" b="b"/>
              <a:pathLst>
                <a:path w="1270634" h="1271270">
                  <a:moveTo>
                    <a:pt x="707675" y="0"/>
                  </a:moveTo>
                  <a:lnTo>
                    <a:pt x="703865" y="0"/>
                  </a:lnTo>
                  <a:lnTo>
                    <a:pt x="700182" y="1524"/>
                  </a:lnTo>
                  <a:lnTo>
                    <a:pt x="694721" y="6985"/>
                  </a:lnTo>
                  <a:lnTo>
                    <a:pt x="693197" y="10540"/>
                  </a:lnTo>
                  <a:lnTo>
                    <a:pt x="693197" y="210058"/>
                  </a:lnTo>
                  <a:lnTo>
                    <a:pt x="699674" y="216535"/>
                  </a:lnTo>
                  <a:lnTo>
                    <a:pt x="710469" y="216535"/>
                  </a:lnTo>
                  <a:lnTo>
                    <a:pt x="723441" y="215423"/>
                  </a:lnTo>
                  <a:lnTo>
                    <a:pt x="736139" y="212121"/>
                  </a:lnTo>
                  <a:lnTo>
                    <a:pt x="748385" y="206676"/>
                  </a:lnTo>
                  <a:lnTo>
                    <a:pt x="767840" y="194188"/>
                  </a:lnTo>
                  <a:lnTo>
                    <a:pt x="776239" y="190611"/>
                  </a:lnTo>
                  <a:lnTo>
                    <a:pt x="785092" y="188438"/>
                  </a:lnTo>
                  <a:lnTo>
                    <a:pt x="794289" y="187706"/>
                  </a:lnTo>
                  <a:lnTo>
                    <a:pt x="807134" y="189128"/>
                  </a:lnTo>
                  <a:lnTo>
                    <a:pt x="846179" y="219967"/>
                  </a:lnTo>
                  <a:lnTo>
                    <a:pt x="852104" y="244725"/>
                  </a:lnTo>
                  <a:lnTo>
                    <a:pt x="850804" y="257937"/>
                  </a:lnTo>
                  <a:lnTo>
                    <a:pt x="821211" y="296709"/>
                  </a:lnTo>
                  <a:lnTo>
                    <a:pt x="793206" y="303224"/>
                  </a:lnTo>
                  <a:lnTo>
                    <a:pt x="781558" y="301783"/>
                  </a:lnTo>
                  <a:lnTo>
                    <a:pt x="770528" y="298009"/>
                  </a:lnTo>
                  <a:lnTo>
                    <a:pt x="760380" y="291973"/>
                  </a:lnTo>
                  <a:lnTo>
                    <a:pt x="748456" y="284339"/>
                  </a:lnTo>
                  <a:lnTo>
                    <a:pt x="736044" y="278812"/>
                  </a:lnTo>
                  <a:lnTo>
                    <a:pt x="723322" y="275453"/>
                  </a:lnTo>
                  <a:lnTo>
                    <a:pt x="710469" y="274320"/>
                  </a:lnTo>
                  <a:lnTo>
                    <a:pt x="699674" y="274320"/>
                  </a:lnTo>
                  <a:lnTo>
                    <a:pt x="693197" y="280797"/>
                  </a:lnTo>
                  <a:lnTo>
                    <a:pt x="693197" y="462152"/>
                  </a:lnTo>
                  <a:lnTo>
                    <a:pt x="656367" y="462152"/>
                  </a:lnTo>
                  <a:lnTo>
                    <a:pt x="649890" y="468629"/>
                  </a:lnTo>
                  <a:lnTo>
                    <a:pt x="649890" y="484504"/>
                  </a:lnTo>
                  <a:lnTo>
                    <a:pt x="656367" y="490982"/>
                  </a:lnTo>
                  <a:lnTo>
                    <a:pt x="715676" y="490982"/>
                  </a:lnTo>
                  <a:lnTo>
                    <a:pt x="722153" y="484504"/>
                  </a:lnTo>
                  <a:lnTo>
                    <a:pt x="722153" y="304800"/>
                  </a:lnTo>
                  <a:lnTo>
                    <a:pt x="730789" y="306959"/>
                  </a:lnTo>
                  <a:lnTo>
                    <a:pt x="738028" y="311276"/>
                  </a:lnTo>
                  <a:lnTo>
                    <a:pt x="743108" y="315213"/>
                  </a:lnTo>
                  <a:lnTo>
                    <a:pt x="758447" y="324294"/>
                  </a:lnTo>
                  <a:lnTo>
                    <a:pt x="775049" y="329946"/>
                  </a:lnTo>
                  <a:lnTo>
                    <a:pt x="792507" y="332073"/>
                  </a:lnTo>
                  <a:lnTo>
                    <a:pt x="810418" y="330581"/>
                  </a:lnTo>
                  <a:lnTo>
                    <a:pt x="854900" y="307530"/>
                  </a:lnTo>
                  <a:lnTo>
                    <a:pt x="878998" y="263906"/>
                  </a:lnTo>
                  <a:lnTo>
                    <a:pt x="880905" y="244296"/>
                  </a:lnTo>
                  <a:lnTo>
                    <a:pt x="878538" y="225139"/>
                  </a:lnTo>
                  <a:lnTo>
                    <a:pt x="861599" y="190753"/>
                  </a:lnTo>
                  <a:lnTo>
                    <a:pt x="831516" y="167131"/>
                  </a:lnTo>
                  <a:lnTo>
                    <a:pt x="794289" y="158750"/>
                  </a:lnTo>
                  <a:lnTo>
                    <a:pt x="780409" y="159861"/>
                  </a:lnTo>
                  <a:lnTo>
                    <a:pt x="767064" y="163163"/>
                  </a:lnTo>
                  <a:lnTo>
                    <a:pt x="754409" y="168608"/>
                  </a:lnTo>
                  <a:lnTo>
                    <a:pt x="742600" y="176149"/>
                  </a:lnTo>
                  <a:lnTo>
                    <a:pt x="736123" y="180975"/>
                  </a:lnTo>
                  <a:lnTo>
                    <a:pt x="729138" y="184403"/>
                  </a:lnTo>
                  <a:lnTo>
                    <a:pt x="722153" y="186182"/>
                  </a:lnTo>
                  <a:lnTo>
                    <a:pt x="722153" y="29083"/>
                  </a:lnTo>
                  <a:lnTo>
                    <a:pt x="770759" y="32705"/>
                  </a:lnTo>
                  <a:lnTo>
                    <a:pt x="818180" y="40700"/>
                  </a:lnTo>
                  <a:lnTo>
                    <a:pt x="864203" y="52862"/>
                  </a:lnTo>
                  <a:lnTo>
                    <a:pt x="908613" y="68982"/>
                  </a:lnTo>
                  <a:lnTo>
                    <a:pt x="951195" y="88853"/>
                  </a:lnTo>
                  <a:lnTo>
                    <a:pt x="991737" y="112270"/>
                  </a:lnTo>
                  <a:lnTo>
                    <a:pt x="1030022" y="139023"/>
                  </a:lnTo>
                  <a:lnTo>
                    <a:pt x="1065839" y="168908"/>
                  </a:lnTo>
                  <a:lnTo>
                    <a:pt x="1098971" y="201716"/>
                  </a:lnTo>
                  <a:lnTo>
                    <a:pt x="1129206" y="237240"/>
                  </a:lnTo>
                  <a:lnTo>
                    <a:pt x="1156328" y="275273"/>
                  </a:lnTo>
                  <a:lnTo>
                    <a:pt x="1180124" y="315609"/>
                  </a:lnTo>
                  <a:lnTo>
                    <a:pt x="1200379" y="358040"/>
                  </a:lnTo>
                  <a:lnTo>
                    <a:pt x="1216879" y="402359"/>
                  </a:lnTo>
                  <a:lnTo>
                    <a:pt x="1229411" y="448360"/>
                  </a:lnTo>
                  <a:lnTo>
                    <a:pt x="1237759" y="495834"/>
                  </a:lnTo>
                  <a:lnTo>
                    <a:pt x="1241710" y="544576"/>
                  </a:lnTo>
                  <a:lnTo>
                    <a:pt x="1241054" y="595261"/>
                  </a:lnTo>
                  <a:lnTo>
                    <a:pt x="1235721" y="645213"/>
                  </a:lnTo>
                  <a:lnTo>
                    <a:pt x="1225811" y="694150"/>
                  </a:lnTo>
                  <a:lnTo>
                    <a:pt x="1211421" y="741791"/>
                  </a:lnTo>
                  <a:lnTo>
                    <a:pt x="1192649" y="787854"/>
                  </a:lnTo>
                  <a:lnTo>
                    <a:pt x="1169594" y="832058"/>
                  </a:lnTo>
                  <a:lnTo>
                    <a:pt x="1142354" y="874122"/>
                  </a:lnTo>
                  <a:lnTo>
                    <a:pt x="1078168" y="955357"/>
                  </a:lnTo>
                  <a:lnTo>
                    <a:pt x="1049893" y="999335"/>
                  </a:lnTo>
                  <a:lnTo>
                    <a:pt x="1026342" y="1045333"/>
                  </a:lnTo>
                  <a:lnTo>
                    <a:pt x="1007651" y="1092983"/>
                  </a:lnTo>
                  <a:lnTo>
                    <a:pt x="993960" y="1141920"/>
                  </a:lnTo>
                  <a:lnTo>
                    <a:pt x="985404" y="1191777"/>
                  </a:lnTo>
                  <a:lnTo>
                    <a:pt x="982122" y="1242187"/>
                  </a:lnTo>
                  <a:lnTo>
                    <a:pt x="491013" y="1242187"/>
                  </a:lnTo>
                  <a:lnTo>
                    <a:pt x="491013" y="1126617"/>
                  </a:lnTo>
                  <a:lnTo>
                    <a:pt x="542321" y="1126617"/>
                  </a:lnTo>
                  <a:lnTo>
                    <a:pt x="548798" y="1120140"/>
                  </a:lnTo>
                  <a:lnTo>
                    <a:pt x="548798" y="1104138"/>
                  </a:lnTo>
                  <a:lnTo>
                    <a:pt x="542321" y="1097661"/>
                  </a:lnTo>
                  <a:lnTo>
                    <a:pt x="216566" y="1097661"/>
                  </a:lnTo>
                  <a:lnTo>
                    <a:pt x="199727" y="1094251"/>
                  </a:lnTo>
                  <a:lnTo>
                    <a:pt x="185959" y="1084961"/>
                  </a:lnTo>
                  <a:lnTo>
                    <a:pt x="176668" y="1071193"/>
                  </a:lnTo>
                  <a:lnTo>
                    <a:pt x="173259" y="1054354"/>
                  </a:lnTo>
                  <a:lnTo>
                    <a:pt x="173259" y="953262"/>
                  </a:lnTo>
                  <a:lnTo>
                    <a:pt x="274351" y="953262"/>
                  </a:lnTo>
                  <a:lnTo>
                    <a:pt x="302466" y="947578"/>
                  </a:lnTo>
                  <a:lnTo>
                    <a:pt x="325437" y="932084"/>
                  </a:lnTo>
                  <a:lnTo>
                    <a:pt x="340931" y="909113"/>
                  </a:lnTo>
                  <a:lnTo>
                    <a:pt x="346614" y="880999"/>
                  </a:lnTo>
                  <a:lnTo>
                    <a:pt x="346614" y="858519"/>
                  </a:lnTo>
                  <a:lnTo>
                    <a:pt x="340137" y="852169"/>
                  </a:lnTo>
                  <a:lnTo>
                    <a:pt x="324135" y="852169"/>
                  </a:lnTo>
                  <a:lnTo>
                    <a:pt x="317658" y="858519"/>
                  </a:lnTo>
                  <a:lnTo>
                    <a:pt x="317658" y="880999"/>
                  </a:lnTo>
                  <a:lnTo>
                    <a:pt x="314249" y="897838"/>
                  </a:lnTo>
                  <a:lnTo>
                    <a:pt x="304958" y="911606"/>
                  </a:lnTo>
                  <a:lnTo>
                    <a:pt x="291191" y="920896"/>
                  </a:lnTo>
                  <a:lnTo>
                    <a:pt x="274351" y="924306"/>
                  </a:lnTo>
                  <a:lnTo>
                    <a:pt x="173259" y="924306"/>
                  </a:lnTo>
                  <a:lnTo>
                    <a:pt x="173259" y="815213"/>
                  </a:lnTo>
                  <a:lnTo>
                    <a:pt x="166782" y="808736"/>
                  </a:lnTo>
                  <a:lnTo>
                    <a:pt x="59594" y="808736"/>
                  </a:lnTo>
                  <a:lnTo>
                    <a:pt x="51246" y="807743"/>
                  </a:lnTo>
                  <a:lnTo>
                    <a:pt x="28892" y="778049"/>
                  </a:lnTo>
                  <a:lnTo>
                    <a:pt x="30440" y="769899"/>
                  </a:lnTo>
                  <a:lnTo>
                    <a:pt x="34321" y="762381"/>
                  </a:lnTo>
                  <a:lnTo>
                    <a:pt x="52101" y="737616"/>
                  </a:lnTo>
                  <a:lnTo>
                    <a:pt x="81523" y="693239"/>
                  </a:lnTo>
                  <a:lnTo>
                    <a:pt x="108341" y="646283"/>
                  </a:lnTo>
                  <a:lnTo>
                    <a:pt x="132514" y="596853"/>
                  </a:lnTo>
                  <a:lnTo>
                    <a:pt x="153998" y="545051"/>
                  </a:lnTo>
                  <a:lnTo>
                    <a:pt x="172751" y="490982"/>
                  </a:lnTo>
                  <a:lnTo>
                    <a:pt x="556799" y="490982"/>
                  </a:lnTo>
                  <a:lnTo>
                    <a:pt x="563276" y="484504"/>
                  </a:lnTo>
                  <a:lnTo>
                    <a:pt x="563276" y="468629"/>
                  </a:lnTo>
                  <a:lnTo>
                    <a:pt x="556799" y="462152"/>
                  </a:lnTo>
                  <a:lnTo>
                    <a:pt x="155733" y="462152"/>
                  </a:lnTo>
                  <a:lnTo>
                    <a:pt x="150145" y="466216"/>
                  </a:lnTo>
                  <a:lnTo>
                    <a:pt x="129884" y="527007"/>
                  </a:lnTo>
                  <a:lnTo>
                    <a:pt x="108681" y="579312"/>
                  </a:lnTo>
                  <a:lnTo>
                    <a:pt x="84680" y="629123"/>
                  </a:lnTo>
                  <a:lnTo>
                    <a:pt x="57930" y="676337"/>
                  </a:lnTo>
                  <a:lnTo>
                    <a:pt x="28479" y="720851"/>
                  </a:lnTo>
                  <a:lnTo>
                    <a:pt x="10826" y="745617"/>
                  </a:lnTo>
                  <a:lnTo>
                    <a:pt x="3115" y="760493"/>
                  </a:lnTo>
                  <a:lnTo>
                    <a:pt x="0" y="776525"/>
                  </a:lnTo>
                  <a:lnTo>
                    <a:pt x="1504" y="792819"/>
                  </a:lnTo>
                  <a:lnTo>
                    <a:pt x="7651" y="808482"/>
                  </a:lnTo>
                  <a:lnTo>
                    <a:pt x="16964" y="820654"/>
                  </a:lnTo>
                  <a:lnTo>
                    <a:pt x="29194" y="829849"/>
                  </a:lnTo>
                  <a:lnTo>
                    <a:pt x="43638" y="835663"/>
                  </a:lnTo>
                  <a:lnTo>
                    <a:pt x="59594" y="837692"/>
                  </a:lnTo>
                  <a:lnTo>
                    <a:pt x="144430" y="837692"/>
                  </a:lnTo>
                  <a:lnTo>
                    <a:pt x="144430" y="1054354"/>
                  </a:lnTo>
                  <a:lnTo>
                    <a:pt x="150112" y="1082468"/>
                  </a:lnTo>
                  <a:lnTo>
                    <a:pt x="165592" y="1105439"/>
                  </a:lnTo>
                  <a:lnTo>
                    <a:pt x="188525" y="1120933"/>
                  </a:lnTo>
                  <a:lnTo>
                    <a:pt x="216566" y="1126617"/>
                  </a:lnTo>
                  <a:lnTo>
                    <a:pt x="462184" y="1126617"/>
                  </a:lnTo>
                  <a:lnTo>
                    <a:pt x="462184" y="1264539"/>
                  </a:lnTo>
                  <a:lnTo>
                    <a:pt x="468534" y="1271016"/>
                  </a:lnTo>
                  <a:lnTo>
                    <a:pt x="1004474" y="1271016"/>
                  </a:lnTo>
                  <a:lnTo>
                    <a:pt x="1010951" y="1264539"/>
                  </a:lnTo>
                  <a:lnTo>
                    <a:pt x="1010951" y="1247648"/>
                  </a:lnTo>
                  <a:lnTo>
                    <a:pt x="1013579" y="1199430"/>
                  </a:lnTo>
                  <a:lnTo>
                    <a:pt x="1021367" y="1151683"/>
                  </a:lnTo>
                  <a:lnTo>
                    <a:pt x="1034174" y="1104769"/>
                  </a:lnTo>
                  <a:lnTo>
                    <a:pt x="1051858" y="1059051"/>
                  </a:lnTo>
                  <a:lnTo>
                    <a:pt x="1074275" y="1014889"/>
                  </a:lnTo>
                  <a:lnTo>
                    <a:pt x="1101285" y="972648"/>
                  </a:lnTo>
                  <a:lnTo>
                    <a:pt x="1132744" y="932688"/>
                  </a:lnTo>
                  <a:lnTo>
                    <a:pt x="1162318" y="895695"/>
                  </a:lnTo>
                  <a:lnTo>
                    <a:pt x="1188504" y="856653"/>
                  </a:lnTo>
                  <a:lnTo>
                    <a:pt x="1211226" y="815772"/>
                  </a:lnTo>
                  <a:lnTo>
                    <a:pt x="1230407" y="773261"/>
                  </a:lnTo>
                  <a:lnTo>
                    <a:pt x="1245972" y="729327"/>
                  </a:lnTo>
                  <a:lnTo>
                    <a:pt x="1257844" y="684181"/>
                  </a:lnTo>
                  <a:lnTo>
                    <a:pt x="1265947" y="638032"/>
                  </a:lnTo>
                  <a:lnTo>
                    <a:pt x="1270204" y="591089"/>
                  </a:lnTo>
                  <a:lnTo>
                    <a:pt x="1270539" y="543560"/>
                  </a:lnTo>
                  <a:lnTo>
                    <a:pt x="1266950" y="496746"/>
                  </a:lnTo>
                  <a:lnTo>
                    <a:pt x="1259503" y="451024"/>
                  </a:lnTo>
                  <a:lnTo>
                    <a:pt x="1248369" y="406557"/>
                  </a:lnTo>
                  <a:lnTo>
                    <a:pt x="1233719" y="363510"/>
                  </a:lnTo>
                  <a:lnTo>
                    <a:pt x="1215721" y="322047"/>
                  </a:lnTo>
                  <a:lnTo>
                    <a:pt x="1194548" y="282333"/>
                  </a:lnTo>
                  <a:lnTo>
                    <a:pt x="1170368" y="244533"/>
                  </a:lnTo>
                  <a:lnTo>
                    <a:pt x="1143352" y="208809"/>
                  </a:lnTo>
                  <a:lnTo>
                    <a:pt x="1113670" y="175328"/>
                  </a:lnTo>
                  <a:lnTo>
                    <a:pt x="1081493" y="144253"/>
                  </a:lnTo>
                  <a:lnTo>
                    <a:pt x="1046990" y="115750"/>
                  </a:lnTo>
                  <a:lnTo>
                    <a:pt x="1010332" y="89981"/>
                  </a:lnTo>
                  <a:lnTo>
                    <a:pt x="971689" y="67112"/>
                  </a:lnTo>
                  <a:lnTo>
                    <a:pt x="931231" y="47307"/>
                  </a:lnTo>
                  <a:lnTo>
                    <a:pt x="889128" y="30731"/>
                  </a:lnTo>
                  <a:lnTo>
                    <a:pt x="845551" y="17548"/>
                  </a:lnTo>
                  <a:lnTo>
                    <a:pt x="800670" y="7922"/>
                  </a:lnTo>
                  <a:lnTo>
                    <a:pt x="754654" y="2017"/>
                  </a:lnTo>
                  <a:lnTo>
                    <a:pt x="707675" y="0"/>
                  </a:lnTo>
                  <a:close/>
                </a:path>
              </a:pathLst>
            </a:custGeom>
            <a:solidFill>
              <a:srgbClr val="00D9CE"/>
            </a:solidFill>
          </p:spPr>
          <p:txBody>
            <a:bodyPr wrap="square" lIns="0" tIns="0" rIns="0" bIns="0" rtlCol="0"/>
            <a:lstStyle/>
            <a:p>
              <a:endParaRPr/>
            </a:p>
          </p:txBody>
        </p:sp>
        <p:sp>
          <p:nvSpPr>
            <p:cNvPr id="219" name="object 219"/>
            <p:cNvSpPr/>
            <p:nvPr/>
          </p:nvSpPr>
          <p:spPr>
            <a:xfrm>
              <a:off x="5905500" y="3469894"/>
              <a:ext cx="492759" cy="481330"/>
            </a:xfrm>
            <a:custGeom>
              <a:avLst/>
              <a:gdLst/>
              <a:ahLst/>
              <a:cxnLst/>
              <a:rect l="l" t="t" r="r" b="b"/>
              <a:pathLst>
                <a:path w="492760" h="481329">
                  <a:moveTo>
                    <a:pt x="161894" y="392429"/>
                  </a:moveTo>
                  <a:lnTo>
                    <a:pt x="112775" y="392429"/>
                  </a:lnTo>
                  <a:lnTo>
                    <a:pt x="119848" y="398779"/>
                  </a:lnTo>
                  <a:lnTo>
                    <a:pt x="127158" y="405129"/>
                  </a:lnTo>
                  <a:lnTo>
                    <a:pt x="134707" y="410209"/>
                  </a:lnTo>
                  <a:lnTo>
                    <a:pt x="142494" y="415289"/>
                  </a:lnTo>
                  <a:lnTo>
                    <a:pt x="139826" y="452119"/>
                  </a:lnTo>
                  <a:lnTo>
                    <a:pt x="139319" y="458469"/>
                  </a:lnTo>
                  <a:lnTo>
                    <a:pt x="142748" y="463549"/>
                  </a:lnTo>
                  <a:lnTo>
                    <a:pt x="148462" y="466089"/>
                  </a:lnTo>
                  <a:lnTo>
                    <a:pt x="159027" y="471169"/>
                  </a:lnTo>
                  <a:lnTo>
                    <a:pt x="169925" y="474979"/>
                  </a:lnTo>
                  <a:lnTo>
                    <a:pt x="181109" y="477519"/>
                  </a:lnTo>
                  <a:lnTo>
                    <a:pt x="193548" y="481329"/>
                  </a:lnTo>
                  <a:lnTo>
                    <a:pt x="200533" y="481329"/>
                  </a:lnTo>
                  <a:lnTo>
                    <a:pt x="205232" y="478789"/>
                  </a:lnTo>
                  <a:lnTo>
                    <a:pt x="207899" y="473709"/>
                  </a:lnTo>
                  <a:lnTo>
                    <a:pt x="222956" y="449579"/>
                  </a:lnTo>
                  <a:lnTo>
                    <a:pt x="188849" y="449579"/>
                  </a:lnTo>
                  <a:lnTo>
                    <a:pt x="182245" y="448309"/>
                  </a:lnTo>
                  <a:lnTo>
                    <a:pt x="169417" y="443229"/>
                  </a:lnTo>
                  <a:lnTo>
                    <a:pt x="171958" y="407669"/>
                  </a:lnTo>
                  <a:lnTo>
                    <a:pt x="172465" y="402589"/>
                  </a:lnTo>
                  <a:lnTo>
                    <a:pt x="169417" y="396239"/>
                  </a:lnTo>
                  <a:lnTo>
                    <a:pt x="164464" y="393699"/>
                  </a:lnTo>
                  <a:lnTo>
                    <a:pt x="161894" y="392429"/>
                  </a:lnTo>
                  <a:close/>
                </a:path>
                <a:path w="492760" h="481329">
                  <a:moveTo>
                    <a:pt x="298608" y="441959"/>
                  </a:moveTo>
                  <a:lnTo>
                    <a:pt x="264540" y="441959"/>
                  </a:lnTo>
                  <a:lnTo>
                    <a:pt x="287527" y="478789"/>
                  </a:lnTo>
                  <a:lnTo>
                    <a:pt x="293750" y="481329"/>
                  </a:lnTo>
                  <a:lnTo>
                    <a:pt x="322373" y="474979"/>
                  </a:lnTo>
                  <a:lnTo>
                    <a:pt x="333242" y="471169"/>
                  </a:lnTo>
                  <a:lnTo>
                    <a:pt x="343788" y="466089"/>
                  </a:lnTo>
                  <a:lnTo>
                    <a:pt x="349503" y="463549"/>
                  </a:lnTo>
                  <a:lnTo>
                    <a:pt x="352933" y="458469"/>
                  </a:lnTo>
                  <a:lnTo>
                    <a:pt x="352551" y="452119"/>
                  </a:lnTo>
                  <a:lnTo>
                    <a:pt x="352359" y="449579"/>
                  </a:lnTo>
                  <a:lnTo>
                    <a:pt x="303402" y="449579"/>
                  </a:lnTo>
                  <a:lnTo>
                    <a:pt x="298608" y="441959"/>
                  </a:lnTo>
                  <a:close/>
                </a:path>
                <a:path w="492760" h="481329">
                  <a:moveTo>
                    <a:pt x="222376" y="412749"/>
                  </a:moveTo>
                  <a:lnTo>
                    <a:pt x="215391" y="412749"/>
                  </a:lnTo>
                  <a:lnTo>
                    <a:pt x="210692" y="415289"/>
                  </a:lnTo>
                  <a:lnTo>
                    <a:pt x="208025" y="419099"/>
                  </a:lnTo>
                  <a:lnTo>
                    <a:pt x="188849" y="449579"/>
                  </a:lnTo>
                  <a:lnTo>
                    <a:pt x="222956" y="449579"/>
                  </a:lnTo>
                  <a:lnTo>
                    <a:pt x="227711" y="441959"/>
                  </a:lnTo>
                  <a:lnTo>
                    <a:pt x="298608" y="441959"/>
                  </a:lnTo>
                  <a:lnTo>
                    <a:pt x="284225" y="419099"/>
                  </a:lnTo>
                  <a:lnTo>
                    <a:pt x="281177" y="414019"/>
                  </a:lnTo>
                  <a:lnTo>
                    <a:pt x="234944" y="414019"/>
                  </a:lnTo>
                  <a:lnTo>
                    <a:pt x="222376" y="412749"/>
                  </a:lnTo>
                  <a:close/>
                </a:path>
                <a:path w="492760" h="481329">
                  <a:moveTo>
                    <a:pt x="376682" y="360679"/>
                  </a:moveTo>
                  <a:lnTo>
                    <a:pt x="370586" y="361949"/>
                  </a:lnTo>
                  <a:lnTo>
                    <a:pt x="366395" y="365759"/>
                  </a:lnTo>
                  <a:lnTo>
                    <a:pt x="357399" y="373379"/>
                  </a:lnTo>
                  <a:lnTo>
                    <a:pt x="347964" y="380999"/>
                  </a:lnTo>
                  <a:lnTo>
                    <a:pt x="338123" y="387349"/>
                  </a:lnTo>
                  <a:lnTo>
                    <a:pt x="327913" y="393699"/>
                  </a:lnTo>
                  <a:lnTo>
                    <a:pt x="322834" y="396239"/>
                  </a:lnTo>
                  <a:lnTo>
                    <a:pt x="319913" y="402589"/>
                  </a:lnTo>
                  <a:lnTo>
                    <a:pt x="322834" y="443229"/>
                  </a:lnTo>
                  <a:lnTo>
                    <a:pt x="316611" y="445769"/>
                  </a:lnTo>
                  <a:lnTo>
                    <a:pt x="310007" y="448309"/>
                  </a:lnTo>
                  <a:lnTo>
                    <a:pt x="303402" y="449579"/>
                  </a:lnTo>
                  <a:lnTo>
                    <a:pt x="352359" y="449579"/>
                  </a:lnTo>
                  <a:lnTo>
                    <a:pt x="349758" y="415289"/>
                  </a:lnTo>
                  <a:lnTo>
                    <a:pt x="357544" y="410209"/>
                  </a:lnTo>
                  <a:lnTo>
                    <a:pt x="365093" y="405129"/>
                  </a:lnTo>
                  <a:lnTo>
                    <a:pt x="372403" y="398779"/>
                  </a:lnTo>
                  <a:lnTo>
                    <a:pt x="379475" y="392429"/>
                  </a:lnTo>
                  <a:lnTo>
                    <a:pt x="439716" y="392429"/>
                  </a:lnTo>
                  <a:lnTo>
                    <a:pt x="444992" y="384809"/>
                  </a:lnTo>
                  <a:lnTo>
                    <a:pt x="451621" y="375919"/>
                  </a:lnTo>
                  <a:lnTo>
                    <a:pt x="415289" y="375919"/>
                  </a:lnTo>
                  <a:lnTo>
                    <a:pt x="381888" y="363219"/>
                  </a:lnTo>
                  <a:lnTo>
                    <a:pt x="376682" y="360679"/>
                  </a:lnTo>
                  <a:close/>
                </a:path>
                <a:path w="492760" h="481329">
                  <a:moveTo>
                    <a:pt x="264540" y="441959"/>
                  </a:moveTo>
                  <a:lnTo>
                    <a:pt x="227711" y="441959"/>
                  </a:lnTo>
                  <a:lnTo>
                    <a:pt x="237180" y="443229"/>
                  </a:lnTo>
                  <a:lnTo>
                    <a:pt x="255071" y="443229"/>
                  </a:lnTo>
                  <a:lnTo>
                    <a:pt x="264540" y="441959"/>
                  </a:lnTo>
                  <a:close/>
                </a:path>
                <a:path w="492760" h="481329">
                  <a:moveTo>
                    <a:pt x="275716" y="411479"/>
                  </a:moveTo>
                  <a:lnTo>
                    <a:pt x="270001" y="412749"/>
                  </a:lnTo>
                  <a:lnTo>
                    <a:pt x="257363" y="414019"/>
                  </a:lnTo>
                  <a:lnTo>
                    <a:pt x="281177" y="414019"/>
                  </a:lnTo>
                  <a:lnTo>
                    <a:pt x="275716" y="411479"/>
                  </a:lnTo>
                  <a:close/>
                </a:path>
                <a:path w="492760" h="481329">
                  <a:moveTo>
                    <a:pt x="72389" y="72389"/>
                  </a:moveTo>
                  <a:lnTo>
                    <a:pt x="65786" y="73659"/>
                  </a:lnTo>
                  <a:lnTo>
                    <a:pt x="61722" y="78739"/>
                  </a:lnTo>
                  <a:lnTo>
                    <a:pt x="54294" y="87629"/>
                  </a:lnTo>
                  <a:lnTo>
                    <a:pt x="47259" y="96519"/>
                  </a:lnTo>
                  <a:lnTo>
                    <a:pt x="40630" y="106679"/>
                  </a:lnTo>
                  <a:lnTo>
                    <a:pt x="34416" y="115569"/>
                  </a:lnTo>
                  <a:lnTo>
                    <a:pt x="31369" y="120650"/>
                  </a:lnTo>
                  <a:lnTo>
                    <a:pt x="31876" y="128269"/>
                  </a:lnTo>
                  <a:lnTo>
                    <a:pt x="59944" y="161289"/>
                  </a:lnTo>
                  <a:lnTo>
                    <a:pt x="56516" y="170179"/>
                  </a:lnTo>
                  <a:lnTo>
                    <a:pt x="53482" y="177799"/>
                  </a:lnTo>
                  <a:lnTo>
                    <a:pt x="50853" y="186689"/>
                  </a:lnTo>
                  <a:lnTo>
                    <a:pt x="48640" y="195579"/>
                  </a:lnTo>
                  <a:lnTo>
                    <a:pt x="12064" y="204469"/>
                  </a:lnTo>
                  <a:lnTo>
                    <a:pt x="0" y="247649"/>
                  </a:lnTo>
                  <a:lnTo>
                    <a:pt x="380" y="255269"/>
                  </a:lnTo>
                  <a:lnTo>
                    <a:pt x="1142" y="264159"/>
                  </a:lnTo>
                  <a:lnTo>
                    <a:pt x="1777" y="270509"/>
                  </a:lnTo>
                  <a:lnTo>
                    <a:pt x="6096" y="275589"/>
                  </a:lnTo>
                  <a:lnTo>
                    <a:pt x="12064" y="276859"/>
                  </a:lnTo>
                  <a:lnTo>
                    <a:pt x="48640" y="285749"/>
                  </a:lnTo>
                  <a:lnTo>
                    <a:pt x="50853" y="294639"/>
                  </a:lnTo>
                  <a:lnTo>
                    <a:pt x="53482" y="303529"/>
                  </a:lnTo>
                  <a:lnTo>
                    <a:pt x="56516" y="312419"/>
                  </a:lnTo>
                  <a:lnTo>
                    <a:pt x="59944" y="320039"/>
                  </a:lnTo>
                  <a:lnTo>
                    <a:pt x="31876" y="354329"/>
                  </a:lnTo>
                  <a:lnTo>
                    <a:pt x="31369" y="360679"/>
                  </a:lnTo>
                  <a:lnTo>
                    <a:pt x="34416" y="365759"/>
                  </a:lnTo>
                  <a:lnTo>
                    <a:pt x="40630" y="375919"/>
                  </a:lnTo>
                  <a:lnTo>
                    <a:pt x="47259" y="384809"/>
                  </a:lnTo>
                  <a:lnTo>
                    <a:pt x="54294" y="394969"/>
                  </a:lnTo>
                  <a:lnTo>
                    <a:pt x="61722" y="403859"/>
                  </a:lnTo>
                  <a:lnTo>
                    <a:pt x="65786" y="407669"/>
                  </a:lnTo>
                  <a:lnTo>
                    <a:pt x="72389" y="408939"/>
                  </a:lnTo>
                  <a:lnTo>
                    <a:pt x="78104" y="407669"/>
                  </a:lnTo>
                  <a:lnTo>
                    <a:pt x="112775" y="392429"/>
                  </a:lnTo>
                  <a:lnTo>
                    <a:pt x="161894" y="392429"/>
                  </a:lnTo>
                  <a:lnTo>
                    <a:pt x="154181" y="388619"/>
                  </a:lnTo>
                  <a:lnTo>
                    <a:pt x="144303" y="380999"/>
                  </a:lnTo>
                  <a:lnTo>
                    <a:pt x="138004" y="375919"/>
                  </a:lnTo>
                  <a:lnTo>
                    <a:pt x="76962" y="375919"/>
                  </a:lnTo>
                  <a:lnTo>
                    <a:pt x="72644" y="370839"/>
                  </a:lnTo>
                  <a:lnTo>
                    <a:pt x="68579" y="365759"/>
                  </a:lnTo>
                  <a:lnTo>
                    <a:pt x="64770" y="359409"/>
                  </a:lnTo>
                  <a:lnTo>
                    <a:pt x="88011" y="332739"/>
                  </a:lnTo>
                  <a:lnTo>
                    <a:pt x="91694" y="327659"/>
                  </a:lnTo>
                  <a:lnTo>
                    <a:pt x="92455" y="321309"/>
                  </a:lnTo>
                  <a:lnTo>
                    <a:pt x="90042" y="316229"/>
                  </a:lnTo>
                  <a:lnTo>
                    <a:pt x="85115" y="306069"/>
                  </a:lnTo>
                  <a:lnTo>
                    <a:pt x="81010" y="294639"/>
                  </a:lnTo>
                  <a:lnTo>
                    <a:pt x="77737" y="283209"/>
                  </a:lnTo>
                  <a:lnTo>
                    <a:pt x="75311" y="271779"/>
                  </a:lnTo>
                  <a:lnTo>
                    <a:pt x="74295" y="265429"/>
                  </a:lnTo>
                  <a:lnTo>
                    <a:pt x="70103" y="261619"/>
                  </a:lnTo>
                  <a:lnTo>
                    <a:pt x="64515" y="260349"/>
                  </a:lnTo>
                  <a:lnTo>
                    <a:pt x="29210" y="251459"/>
                  </a:lnTo>
                  <a:lnTo>
                    <a:pt x="29082" y="247649"/>
                  </a:lnTo>
                  <a:lnTo>
                    <a:pt x="28955" y="237489"/>
                  </a:lnTo>
                  <a:lnTo>
                    <a:pt x="29210" y="231139"/>
                  </a:lnTo>
                  <a:lnTo>
                    <a:pt x="64515" y="222249"/>
                  </a:lnTo>
                  <a:lnTo>
                    <a:pt x="69976" y="220979"/>
                  </a:lnTo>
                  <a:lnTo>
                    <a:pt x="74295" y="215899"/>
                  </a:lnTo>
                  <a:lnTo>
                    <a:pt x="85113" y="176529"/>
                  </a:lnTo>
                  <a:lnTo>
                    <a:pt x="92455" y="160019"/>
                  </a:lnTo>
                  <a:lnTo>
                    <a:pt x="91694" y="153669"/>
                  </a:lnTo>
                  <a:lnTo>
                    <a:pt x="88011" y="149859"/>
                  </a:lnTo>
                  <a:lnTo>
                    <a:pt x="64770" y="121919"/>
                  </a:lnTo>
                  <a:lnTo>
                    <a:pt x="68579" y="116839"/>
                  </a:lnTo>
                  <a:lnTo>
                    <a:pt x="72644" y="110489"/>
                  </a:lnTo>
                  <a:lnTo>
                    <a:pt x="76962" y="105409"/>
                  </a:lnTo>
                  <a:lnTo>
                    <a:pt x="137997" y="105409"/>
                  </a:lnTo>
                  <a:lnTo>
                    <a:pt x="144287" y="100329"/>
                  </a:lnTo>
                  <a:lnTo>
                    <a:pt x="154128" y="93979"/>
                  </a:lnTo>
                  <a:lnTo>
                    <a:pt x="162296" y="88900"/>
                  </a:lnTo>
                  <a:lnTo>
                    <a:pt x="112775" y="88900"/>
                  </a:lnTo>
                  <a:lnTo>
                    <a:pt x="78104" y="74929"/>
                  </a:lnTo>
                  <a:lnTo>
                    <a:pt x="72389" y="72389"/>
                  </a:lnTo>
                  <a:close/>
                </a:path>
                <a:path w="492760" h="481329">
                  <a:moveTo>
                    <a:pt x="439716" y="392429"/>
                  </a:moveTo>
                  <a:lnTo>
                    <a:pt x="379475" y="392429"/>
                  </a:lnTo>
                  <a:lnTo>
                    <a:pt x="414147" y="407669"/>
                  </a:lnTo>
                  <a:lnTo>
                    <a:pt x="419862" y="408939"/>
                  </a:lnTo>
                  <a:lnTo>
                    <a:pt x="426465" y="407669"/>
                  </a:lnTo>
                  <a:lnTo>
                    <a:pt x="430529" y="403859"/>
                  </a:lnTo>
                  <a:lnTo>
                    <a:pt x="437957" y="394969"/>
                  </a:lnTo>
                  <a:lnTo>
                    <a:pt x="439716" y="392429"/>
                  </a:lnTo>
                  <a:close/>
                </a:path>
                <a:path w="492760" h="481329">
                  <a:moveTo>
                    <a:pt x="115697" y="360679"/>
                  </a:moveTo>
                  <a:lnTo>
                    <a:pt x="110362" y="363219"/>
                  </a:lnTo>
                  <a:lnTo>
                    <a:pt x="76962" y="375919"/>
                  </a:lnTo>
                  <a:lnTo>
                    <a:pt x="138004" y="375919"/>
                  </a:lnTo>
                  <a:lnTo>
                    <a:pt x="134854" y="373379"/>
                  </a:lnTo>
                  <a:lnTo>
                    <a:pt x="125857" y="365759"/>
                  </a:lnTo>
                  <a:lnTo>
                    <a:pt x="121665" y="361949"/>
                  </a:lnTo>
                  <a:lnTo>
                    <a:pt x="115697" y="360679"/>
                  </a:lnTo>
                  <a:close/>
                </a:path>
                <a:path w="492760" h="481329">
                  <a:moveTo>
                    <a:pt x="450793" y="105409"/>
                  </a:moveTo>
                  <a:lnTo>
                    <a:pt x="415289" y="105409"/>
                  </a:lnTo>
                  <a:lnTo>
                    <a:pt x="419608" y="110489"/>
                  </a:lnTo>
                  <a:lnTo>
                    <a:pt x="423672" y="116839"/>
                  </a:lnTo>
                  <a:lnTo>
                    <a:pt x="427482" y="121919"/>
                  </a:lnTo>
                  <a:lnTo>
                    <a:pt x="404240" y="149859"/>
                  </a:lnTo>
                  <a:lnTo>
                    <a:pt x="400558" y="153669"/>
                  </a:lnTo>
                  <a:lnTo>
                    <a:pt x="399796" y="160019"/>
                  </a:lnTo>
                  <a:lnTo>
                    <a:pt x="414514" y="199389"/>
                  </a:lnTo>
                  <a:lnTo>
                    <a:pt x="417957" y="215899"/>
                  </a:lnTo>
                  <a:lnTo>
                    <a:pt x="422148" y="220979"/>
                  </a:lnTo>
                  <a:lnTo>
                    <a:pt x="427736" y="222249"/>
                  </a:lnTo>
                  <a:lnTo>
                    <a:pt x="463041" y="231139"/>
                  </a:lnTo>
                  <a:lnTo>
                    <a:pt x="463143" y="233679"/>
                  </a:lnTo>
                  <a:lnTo>
                    <a:pt x="463169" y="247649"/>
                  </a:lnTo>
                  <a:lnTo>
                    <a:pt x="463041" y="251459"/>
                  </a:lnTo>
                  <a:lnTo>
                    <a:pt x="427736" y="260349"/>
                  </a:lnTo>
                  <a:lnTo>
                    <a:pt x="422275" y="261619"/>
                  </a:lnTo>
                  <a:lnTo>
                    <a:pt x="417957" y="265429"/>
                  </a:lnTo>
                  <a:lnTo>
                    <a:pt x="407138" y="306069"/>
                  </a:lnTo>
                  <a:lnTo>
                    <a:pt x="402209" y="316229"/>
                  </a:lnTo>
                  <a:lnTo>
                    <a:pt x="399796" y="321309"/>
                  </a:lnTo>
                  <a:lnTo>
                    <a:pt x="400558" y="327659"/>
                  </a:lnTo>
                  <a:lnTo>
                    <a:pt x="404240" y="332739"/>
                  </a:lnTo>
                  <a:lnTo>
                    <a:pt x="427482" y="359409"/>
                  </a:lnTo>
                  <a:lnTo>
                    <a:pt x="423672" y="365759"/>
                  </a:lnTo>
                  <a:lnTo>
                    <a:pt x="419608" y="370839"/>
                  </a:lnTo>
                  <a:lnTo>
                    <a:pt x="415289" y="375919"/>
                  </a:lnTo>
                  <a:lnTo>
                    <a:pt x="451621" y="375919"/>
                  </a:lnTo>
                  <a:lnTo>
                    <a:pt x="457835" y="365759"/>
                  </a:lnTo>
                  <a:lnTo>
                    <a:pt x="460883" y="360679"/>
                  </a:lnTo>
                  <a:lnTo>
                    <a:pt x="460375" y="354329"/>
                  </a:lnTo>
                  <a:lnTo>
                    <a:pt x="432308" y="320039"/>
                  </a:lnTo>
                  <a:lnTo>
                    <a:pt x="435735" y="312419"/>
                  </a:lnTo>
                  <a:lnTo>
                    <a:pt x="438769" y="303529"/>
                  </a:lnTo>
                  <a:lnTo>
                    <a:pt x="441398" y="294639"/>
                  </a:lnTo>
                  <a:lnTo>
                    <a:pt x="443611" y="285749"/>
                  </a:lnTo>
                  <a:lnTo>
                    <a:pt x="480187" y="276859"/>
                  </a:lnTo>
                  <a:lnTo>
                    <a:pt x="492251" y="247649"/>
                  </a:lnTo>
                  <a:lnTo>
                    <a:pt x="492125" y="231139"/>
                  </a:lnTo>
                  <a:lnTo>
                    <a:pt x="443611" y="195579"/>
                  </a:lnTo>
                  <a:lnTo>
                    <a:pt x="441398" y="186689"/>
                  </a:lnTo>
                  <a:lnTo>
                    <a:pt x="438769" y="177799"/>
                  </a:lnTo>
                  <a:lnTo>
                    <a:pt x="435735" y="170179"/>
                  </a:lnTo>
                  <a:lnTo>
                    <a:pt x="432308" y="161289"/>
                  </a:lnTo>
                  <a:lnTo>
                    <a:pt x="460375" y="128269"/>
                  </a:lnTo>
                  <a:lnTo>
                    <a:pt x="460883" y="120650"/>
                  </a:lnTo>
                  <a:lnTo>
                    <a:pt x="457835" y="115569"/>
                  </a:lnTo>
                  <a:lnTo>
                    <a:pt x="451621" y="106679"/>
                  </a:lnTo>
                  <a:lnTo>
                    <a:pt x="450793" y="105409"/>
                  </a:lnTo>
                  <a:close/>
                </a:path>
                <a:path w="492760" h="481329">
                  <a:moveTo>
                    <a:pt x="137997" y="105409"/>
                  </a:moveTo>
                  <a:lnTo>
                    <a:pt x="76962" y="105409"/>
                  </a:lnTo>
                  <a:lnTo>
                    <a:pt x="110362" y="119379"/>
                  </a:lnTo>
                  <a:lnTo>
                    <a:pt x="115570" y="120650"/>
                  </a:lnTo>
                  <a:lnTo>
                    <a:pt x="121665" y="119379"/>
                  </a:lnTo>
                  <a:lnTo>
                    <a:pt x="125857" y="115569"/>
                  </a:lnTo>
                  <a:lnTo>
                    <a:pt x="134852" y="107950"/>
                  </a:lnTo>
                  <a:lnTo>
                    <a:pt x="137997" y="105409"/>
                  </a:lnTo>
                  <a:close/>
                </a:path>
                <a:path w="492760" h="481329">
                  <a:moveTo>
                    <a:pt x="352247" y="31750"/>
                  </a:moveTo>
                  <a:lnTo>
                    <a:pt x="303402" y="31750"/>
                  </a:lnTo>
                  <a:lnTo>
                    <a:pt x="310007" y="33019"/>
                  </a:lnTo>
                  <a:lnTo>
                    <a:pt x="322834" y="38100"/>
                  </a:lnTo>
                  <a:lnTo>
                    <a:pt x="320192" y="74929"/>
                  </a:lnTo>
                  <a:lnTo>
                    <a:pt x="319786" y="80009"/>
                  </a:lnTo>
                  <a:lnTo>
                    <a:pt x="322834" y="85089"/>
                  </a:lnTo>
                  <a:lnTo>
                    <a:pt x="357397" y="107950"/>
                  </a:lnTo>
                  <a:lnTo>
                    <a:pt x="370586" y="119379"/>
                  </a:lnTo>
                  <a:lnTo>
                    <a:pt x="376682" y="120650"/>
                  </a:lnTo>
                  <a:lnTo>
                    <a:pt x="381888" y="119379"/>
                  </a:lnTo>
                  <a:lnTo>
                    <a:pt x="415289" y="105409"/>
                  </a:lnTo>
                  <a:lnTo>
                    <a:pt x="450793" y="105409"/>
                  </a:lnTo>
                  <a:lnTo>
                    <a:pt x="444992" y="96519"/>
                  </a:lnTo>
                  <a:lnTo>
                    <a:pt x="438962" y="88900"/>
                  </a:lnTo>
                  <a:lnTo>
                    <a:pt x="379475" y="88900"/>
                  </a:lnTo>
                  <a:lnTo>
                    <a:pt x="372403" y="82550"/>
                  </a:lnTo>
                  <a:lnTo>
                    <a:pt x="365093" y="77469"/>
                  </a:lnTo>
                  <a:lnTo>
                    <a:pt x="357544" y="72389"/>
                  </a:lnTo>
                  <a:lnTo>
                    <a:pt x="349758" y="67309"/>
                  </a:lnTo>
                  <a:lnTo>
                    <a:pt x="352247" y="31750"/>
                  </a:lnTo>
                  <a:close/>
                </a:path>
                <a:path w="492760" h="481329">
                  <a:moveTo>
                    <a:pt x="198500" y="0"/>
                  </a:moveTo>
                  <a:lnTo>
                    <a:pt x="148462" y="15239"/>
                  </a:lnTo>
                  <a:lnTo>
                    <a:pt x="139319" y="24129"/>
                  </a:lnTo>
                  <a:lnTo>
                    <a:pt x="142494" y="67309"/>
                  </a:lnTo>
                  <a:lnTo>
                    <a:pt x="134707" y="72389"/>
                  </a:lnTo>
                  <a:lnTo>
                    <a:pt x="127158" y="77469"/>
                  </a:lnTo>
                  <a:lnTo>
                    <a:pt x="119848" y="82550"/>
                  </a:lnTo>
                  <a:lnTo>
                    <a:pt x="112775" y="88900"/>
                  </a:lnTo>
                  <a:lnTo>
                    <a:pt x="162296" y="88900"/>
                  </a:lnTo>
                  <a:lnTo>
                    <a:pt x="164337" y="87629"/>
                  </a:lnTo>
                  <a:lnTo>
                    <a:pt x="169417" y="85089"/>
                  </a:lnTo>
                  <a:lnTo>
                    <a:pt x="172465" y="80009"/>
                  </a:lnTo>
                  <a:lnTo>
                    <a:pt x="171867" y="72389"/>
                  </a:lnTo>
                  <a:lnTo>
                    <a:pt x="169417" y="38100"/>
                  </a:lnTo>
                  <a:lnTo>
                    <a:pt x="182245" y="33019"/>
                  </a:lnTo>
                  <a:lnTo>
                    <a:pt x="188849" y="31750"/>
                  </a:lnTo>
                  <a:lnTo>
                    <a:pt x="222955" y="31750"/>
                  </a:lnTo>
                  <a:lnTo>
                    <a:pt x="204724" y="2539"/>
                  </a:lnTo>
                  <a:lnTo>
                    <a:pt x="198500" y="0"/>
                  </a:lnTo>
                  <a:close/>
                </a:path>
                <a:path w="492760" h="481329">
                  <a:moveTo>
                    <a:pt x="419862" y="72389"/>
                  </a:moveTo>
                  <a:lnTo>
                    <a:pt x="414147" y="74929"/>
                  </a:lnTo>
                  <a:lnTo>
                    <a:pt x="379475" y="88900"/>
                  </a:lnTo>
                  <a:lnTo>
                    <a:pt x="438962" y="88900"/>
                  </a:lnTo>
                  <a:lnTo>
                    <a:pt x="437957" y="87629"/>
                  </a:lnTo>
                  <a:lnTo>
                    <a:pt x="430529" y="78739"/>
                  </a:lnTo>
                  <a:lnTo>
                    <a:pt x="426465" y="73659"/>
                  </a:lnTo>
                  <a:lnTo>
                    <a:pt x="419862" y="72389"/>
                  </a:lnTo>
                  <a:close/>
                </a:path>
                <a:path w="492760" h="481329">
                  <a:moveTo>
                    <a:pt x="222955" y="31750"/>
                  </a:moveTo>
                  <a:lnTo>
                    <a:pt x="188849" y="31750"/>
                  </a:lnTo>
                  <a:lnTo>
                    <a:pt x="208025" y="62229"/>
                  </a:lnTo>
                  <a:lnTo>
                    <a:pt x="211074" y="67309"/>
                  </a:lnTo>
                  <a:lnTo>
                    <a:pt x="216535" y="69850"/>
                  </a:lnTo>
                  <a:lnTo>
                    <a:pt x="234801" y="67309"/>
                  </a:lnTo>
                  <a:lnTo>
                    <a:pt x="281177" y="67309"/>
                  </a:lnTo>
                  <a:lnTo>
                    <a:pt x="284225" y="62229"/>
                  </a:lnTo>
                  <a:lnTo>
                    <a:pt x="298608" y="39369"/>
                  </a:lnTo>
                  <a:lnTo>
                    <a:pt x="227711" y="39369"/>
                  </a:lnTo>
                  <a:lnTo>
                    <a:pt x="222955" y="31750"/>
                  </a:lnTo>
                  <a:close/>
                </a:path>
                <a:path w="492760" h="481329">
                  <a:moveTo>
                    <a:pt x="281177" y="67309"/>
                  </a:moveTo>
                  <a:lnTo>
                    <a:pt x="257379" y="67309"/>
                  </a:lnTo>
                  <a:lnTo>
                    <a:pt x="270001" y="69850"/>
                  </a:lnTo>
                  <a:lnTo>
                    <a:pt x="275589" y="69850"/>
                  </a:lnTo>
                  <a:lnTo>
                    <a:pt x="281177" y="67309"/>
                  </a:lnTo>
                  <a:close/>
                </a:path>
                <a:path w="492760" h="481329">
                  <a:moveTo>
                    <a:pt x="246078" y="38100"/>
                  </a:moveTo>
                  <a:lnTo>
                    <a:pt x="237126" y="39369"/>
                  </a:lnTo>
                  <a:lnTo>
                    <a:pt x="255053" y="39369"/>
                  </a:lnTo>
                  <a:lnTo>
                    <a:pt x="246078" y="38100"/>
                  </a:lnTo>
                  <a:close/>
                </a:path>
                <a:path w="492760" h="481329">
                  <a:moveTo>
                    <a:pt x="293750" y="0"/>
                  </a:moveTo>
                  <a:lnTo>
                    <a:pt x="287527" y="2539"/>
                  </a:lnTo>
                  <a:lnTo>
                    <a:pt x="264540" y="39369"/>
                  </a:lnTo>
                  <a:lnTo>
                    <a:pt x="298608" y="39369"/>
                  </a:lnTo>
                  <a:lnTo>
                    <a:pt x="303402" y="31750"/>
                  </a:lnTo>
                  <a:lnTo>
                    <a:pt x="352247" y="31750"/>
                  </a:lnTo>
                  <a:lnTo>
                    <a:pt x="352425" y="29209"/>
                  </a:lnTo>
                  <a:lnTo>
                    <a:pt x="352933" y="24129"/>
                  </a:lnTo>
                  <a:lnTo>
                    <a:pt x="349376" y="17779"/>
                  </a:lnTo>
                  <a:lnTo>
                    <a:pt x="343788" y="15239"/>
                  </a:lnTo>
                  <a:lnTo>
                    <a:pt x="333224" y="11429"/>
                  </a:lnTo>
                  <a:lnTo>
                    <a:pt x="311142" y="3809"/>
                  </a:lnTo>
                  <a:lnTo>
                    <a:pt x="293750" y="0"/>
                  </a:lnTo>
                  <a:close/>
                </a:path>
              </a:pathLst>
            </a:custGeom>
            <a:solidFill>
              <a:srgbClr val="FF8E01"/>
            </a:solidFill>
          </p:spPr>
          <p:txBody>
            <a:bodyPr wrap="square" lIns="0" tIns="0" rIns="0" bIns="0" rtlCol="0"/>
            <a:lstStyle/>
            <a:p>
              <a:endParaRPr/>
            </a:p>
          </p:txBody>
        </p:sp>
        <p:sp>
          <p:nvSpPr>
            <p:cNvPr id="220" name="object 220"/>
            <p:cNvSpPr/>
            <p:nvPr/>
          </p:nvSpPr>
          <p:spPr>
            <a:xfrm>
              <a:off x="5675376" y="3224783"/>
              <a:ext cx="678180" cy="736600"/>
            </a:xfrm>
            <a:custGeom>
              <a:avLst/>
              <a:gdLst/>
              <a:ahLst/>
              <a:cxnLst/>
              <a:rect l="l" t="t" r="r" b="b"/>
              <a:pathLst>
                <a:path w="678179" h="736600">
                  <a:moveTo>
                    <a:pt x="28956" y="568833"/>
                  </a:moveTo>
                  <a:lnTo>
                    <a:pt x="22479" y="562356"/>
                  </a:lnTo>
                  <a:lnTo>
                    <a:pt x="6477" y="562356"/>
                  </a:lnTo>
                  <a:lnTo>
                    <a:pt x="0" y="568833"/>
                  </a:lnTo>
                  <a:lnTo>
                    <a:pt x="0" y="584835"/>
                  </a:lnTo>
                  <a:lnTo>
                    <a:pt x="6477" y="591312"/>
                  </a:lnTo>
                  <a:lnTo>
                    <a:pt x="22479" y="591312"/>
                  </a:lnTo>
                  <a:lnTo>
                    <a:pt x="28956" y="584835"/>
                  </a:lnTo>
                  <a:lnTo>
                    <a:pt x="28956" y="568833"/>
                  </a:lnTo>
                  <a:close/>
                </a:path>
                <a:path w="678179" h="736600">
                  <a:moveTo>
                    <a:pt x="71628" y="641985"/>
                  </a:moveTo>
                  <a:lnTo>
                    <a:pt x="65151" y="635508"/>
                  </a:lnTo>
                  <a:lnTo>
                    <a:pt x="49149" y="635508"/>
                  </a:lnTo>
                  <a:lnTo>
                    <a:pt x="42672" y="641985"/>
                  </a:lnTo>
                  <a:lnTo>
                    <a:pt x="42672" y="657987"/>
                  </a:lnTo>
                  <a:lnTo>
                    <a:pt x="49149" y="664464"/>
                  </a:lnTo>
                  <a:lnTo>
                    <a:pt x="65151" y="664464"/>
                  </a:lnTo>
                  <a:lnTo>
                    <a:pt x="71628" y="657987"/>
                  </a:lnTo>
                  <a:lnTo>
                    <a:pt x="71628" y="641985"/>
                  </a:lnTo>
                  <a:close/>
                </a:path>
                <a:path w="678179" h="736600">
                  <a:moveTo>
                    <a:pt x="114300" y="713613"/>
                  </a:moveTo>
                  <a:lnTo>
                    <a:pt x="107823" y="707136"/>
                  </a:lnTo>
                  <a:lnTo>
                    <a:pt x="91821" y="707136"/>
                  </a:lnTo>
                  <a:lnTo>
                    <a:pt x="85344" y="713613"/>
                  </a:lnTo>
                  <a:lnTo>
                    <a:pt x="85344" y="729615"/>
                  </a:lnTo>
                  <a:lnTo>
                    <a:pt x="91821" y="736092"/>
                  </a:lnTo>
                  <a:lnTo>
                    <a:pt x="107823" y="736092"/>
                  </a:lnTo>
                  <a:lnTo>
                    <a:pt x="114300" y="729615"/>
                  </a:lnTo>
                  <a:lnTo>
                    <a:pt x="114300" y="713613"/>
                  </a:lnTo>
                  <a:close/>
                </a:path>
                <a:path w="678179" h="736600">
                  <a:moveTo>
                    <a:pt x="201168" y="568833"/>
                  </a:moveTo>
                  <a:lnTo>
                    <a:pt x="194691" y="562356"/>
                  </a:lnTo>
                  <a:lnTo>
                    <a:pt x="62865" y="562356"/>
                  </a:lnTo>
                  <a:lnTo>
                    <a:pt x="56388" y="568833"/>
                  </a:lnTo>
                  <a:lnTo>
                    <a:pt x="56388" y="584835"/>
                  </a:lnTo>
                  <a:lnTo>
                    <a:pt x="62865" y="591312"/>
                  </a:lnTo>
                  <a:lnTo>
                    <a:pt x="194691" y="591312"/>
                  </a:lnTo>
                  <a:lnTo>
                    <a:pt x="201168" y="584835"/>
                  </a:lnTo>
                  <a:lnTo>
                    <a:pt x="201168" y="568833"/>
                  </a:lnTo>
                  <a:close/>
                </a:path>
                <a:path w="678179" h="736600">
                  <a:moveTo>
                    <a:pt x="245364" y="641985"/>
                  </a:moveTo>
                  <a:lnTo>
                    <a:pt x="238887" y="635508"/>
                  </a:lnTo>
                  <a:lnTo>
                    <a:pt x="107061" y="635508"/>
                  </a:lnTo>
                  <a:lnTo>
                    <a:pt x="100584" y="641985"/>
                  </a:lnTo>
                  <a:lnTo>
                    <a:pt x="100584" y="657987"/>
                  </a:lnTo>
                  <a:lnTo>
                    <a:pt x="107061" y="664464"/>
                  </a:lnTo>
                  <a:lnTo>
                    <a:pt x="238887" y="664464"/>
                  </a:lnTo>
                  <a:lnTo>
                    <a:pt x="245364" y="657987"/>
                  </a:lnTo>
                  <a:lnTo>
                    <a:pt x="245364" y="641985"/>
                  </a:lnTo>
                  <a:close/>
                </a:path>
                <a:path w="678179" h="736600">
                  <a:moveTo>
                    <a:pt x="288036" y="713613"/>
                  </a:moveTo>
                  <a:lnTo>
                    <a:pt x="281559" y="707136"/>
                  </a:lnTo>
                  <a:lnTo>
                    <a:pt x="149733" y="707136"/>
                  </a:lnTo>
                  <a:lnTo>
                    <a:pt x="143256" y="713613"/>
                  </a:lnTo>
                  <a:lnTo>
                    <a:pt x="143256" y="729615"/>
                  </a:lnTo>
                  <a:lnTo>
                    <a:pt x="149733" y="736092"/>
                  </a:lnTo>
                  <a:lnTo>
                    <a:pt x="281559" y="736092"/>
                  </a:lnTo>
                  <a:lnTo>
                    <a:pt x="288036" y="729615"/>
                  </a:lnTo>
                  <a:lnTo>
                    <a:pt x="288036" y="713613"/>
                  </a:lnTo>
                  <a:close/>
                </a:path>
                <a:path w="678179" h="736600">
                  <a:moveTo>
                    <a:pt x="533400" y="64262"/>
                  </a:moveTo>
                  <a:lnTo>
                    <a:pt x="526923" y="57912"/>
                  </a:lnTo>
                  <a:lnTo>
                    <a:pt x="510921" y="57912"/>
                  </a:lnTo>
                  <a:lnTo>
                    <a:pt x="504444" y="64262"/>
                  </a:lnTo>
                  <a:lnTo>
                    <a:pt x="504444" y="194818"/>
                  </a:lnTo>
                  <a:lnTo>
                    <a:pt x="510921" y="201168"/>
                  </a:lnTo>
                  <a:lnTo>
                    <a:pt x="526923" y="201168"/>
                  </a:lnTo>
                  <a:lnTo>
                    <a:pt x="533400" y="194818"/>
                  </a:lnTo>
                  <a:lnTo>
                    <a:pt x="533400" y="64262"/>
                  </a:lnTo>
                  <a:close/>
                </a:path>
                <a:path w="678179" h="736600">
                  <a:moveTo>
                    <a:pt x="533400" y="6477"/>
                  </a:moveTo>
                  <a:lnTo>
                    <a:pt x="526923" y="0"/>
                  </a:lnTo>
                  <a:lnTo>
                    <a:pt x="510921" y="0"/>
                  </a:lnTo>
                  <a:lnTo>
                    <a:pt x="504444" y="6477"/>
                  </a:lnTo>
                  <a:lnTo>
                    <a:pt x="504444" y="22479"/>
                  </a:lnTo>
                  <a:lnTo>
                    <a:pt x="510921" y="28956"/>
                  </a:lnTo>
                  <a:lnTo>
                    <a:pt x="526923" y="28956"/>
                  </a:lnTo>
                  <a:lnTo>
                    <a:pt x="533400" y="22479"/>
                  </a:lnTo>
                  <a:lnTo>
                    <a:pt x="533400" y="6477"/>
                  </a:lnTo>
                  <a:close/>
                </a:path>
                <a:path w="678179" h="736600">
                  <a:moveTo>
                    <a:pt x="606552" y="485394"/>
                  </a:moveTo>
                  <a:lnTo>
                    <a:pt x="596290" y="434721"/>
                  </a:lnTo>
                  <a:lnTo>
                    <a:pt x="568350" y="393293"/>
                  </a:lnTo>
                  <a:lnTo>
                    <a:pt x="543941" y="376834"/>
                  </a:lnTo>
                  <a:lnTo>
                    <a:pt x="543941" y="410210"/>
                  </a:lnTo>
                  <a:lnTo>
                    <a:pt x="476250" y="466598"/>
                  </a:lnTo>
                  <a:lnTo>
                    <a:pt x="461772" y="454545"/>
                  </a:lnTo>
                  <a:lnTo>
                    <a:pt x="461772" y="492125"/>
                  </a:lnTo>
                  <a:lnTo>
                    <a:pt x="461772" y="585724"/>
                  </a:lnTo>
                  <a:lnTo>
                    <a:pt x="427507" y="574268"/>
                  </a:lnTo>
                  <a:lnTo>
                    <a:pt x="399948" y="552043"/>
                  </a:lnTo>
                  <a:lnTo>
                    <a:pt x="381571" y="521576"/>
                  </a:lnTo>
                  <a:lnTo>
                    <a:pt x="374904" y="485394"/>
                  </a:lnTo>
                  <a:lnTo>
                    <a:pt x="375920" y="471093"/>
                  </a:lnTo>
                  <a:lnTo>
                    <a:pt x="378879" y="457390"/>
                  </a:lnTo>
                  <a:lnTo>
                    <a:pt x="383628" y="444461"/>
                  </a:lnTo>
                  <a:lnTo>
                    <a:pt x="390017" y="432435"/>
                  </a:lnTo>
                  <a:lnTo>
                    <a:pt x="461772" y="492125"/>
                  </a:lnTo>
                  <a:lnTo>
                    <a:pt x="461772" y="454545"/>
                  </a:lnTo>
                  <a:lnTo>
                    <a:pt x="435229" y="432435"/>
                  </a:lnTo>
                  <a:lnTo>
                    <a:pt x="408559" y="410210"/>
                  </a:lnTo>
                  <a:lnTo>
                    <a:pt x="423075" y="399275"/>
                  </a:lnTo>
                  <a:lnTo>
                    <a:pt x="439394" y="391033"/>
                  </a:lnTo>
                  <a:lnTo>
                    <a:pt x="457225" y="385851"/>
                  </a:lnTo>
                  <a:lnTo>
                    <a:pt x="476250" y="384048"/>
                  </a:lnTo>
                  <a:lnTo>
                    <a:pt x="495261" y="385851"/>
                  </a:lnTo>
                  <a:lnTo>
                    <a:pt x="513092" y="391033"/>
                  </a:lnTo>
                  <a:lnTo>
                    <a:pt x="529412" y="399275"/>
                  </a:lnTo>
                  <a:lnTo>
                    <a:pt x="543941" y="410210"/>
                  </a:lnTo>
                  <a:lnTo>
                    <a:pt x="543941" y="376834"/>
                  </a:lnTo>
                  <a:lnTo>
                    <a:pt x="526923" y="365353"/>
                  </a:lnTo>
                  <a:lnTo>
                    <a:pt x="476250" y="355092"/>
                  </a:lnTo>
                  <a:lnTo>
                    <a:pt x="425564" y="365353"/>
                  </a:lnTo>
                  <a:lnTo>
                    <a:pt x="384136" y="393293"/>
                  </a:lnTo>
                  <a:lnTo>
                    <a:pt x="356196" y="434721"/>
                  </a:lnTo>
                  <a:lnTo>
                    <a:pt x="345948" y="485394"/>
                  </a:lnTo>
                  <a:lnTo>
                    <a:pt x="356196" y="536079"/>
                  </a:lnTo>
                  <a:lnTo>
                    <a:pt x="384136" y="577507"/>
                  </a:lnTo>
                  <a:lnTo>
                    <a:pt x="425564" y="605447"/>
                  </a:lnTo>
                  <a:lnTo>
                    <a:pt x="476250" y="615696"/>
                  </a:lnTo>
                  <a:lnTo>
                    <a:pt x="484251" y="615696"/>
                  </a:lnTo>
                  <a:lnTo>
                    <a:pt x="490728" y="609219"/>
                  </a:lnTo>
                  <a:lnTo>
                    <a:pt x="490728" y="585724"/>
                  </a:lnTo>
                  <a:lnTo>
                    <a:pt x="490728" y="492125"/>
                  </a:lnTo>
                  <a:lnTo>
                    <a:pt x="521411" y="466598"/>
                  </a:lnTo>
                  <a:lnTo>
                    <a:pt x="562483" y="432435"/>
                  </a:lnTo>
                  <a:lnTo>
                    <a:pt x="568858" y="444461"/>
                  </a:lnTo>
                  <a:lnTo>
                    <a:pt x="573608" y="457390"/>
                  </a:lnTo>
                  <a:lnTo>
                    <a:pt x="576567" y="471093"/>
                  </a:lnTo>
                  <a:lnTo>
                    <a:pt x="577596" y="485394"/>
                  </a:lnTo>
                  <a:lnTo>
                    <a:pt x="575056" y="508050"/>
                  </a:lnTo>
                  <a:lnTo>
                    <a:pt x="567651" y="529247"/>
                  </a:lnTo>
                  <a:lnTo>
                    <a:pt x="555726" y="548297"/>
                  </a:lnTo>
                  <a:lnTo>
                    <a:pt x="539623" y="564515"/>
                  </a:lnTo>
                  <a:lnTo>
                    <a:pt x="533400" y="569468"/>
                  </a:lnTo>
                  <a:lnTo>
                    <a:pt x="532384" y="578612"/>
                  </a:lnTo>
                  <a:lnTo>
                    <a:pt x="542290" y="591058"/>
                  </a:lnTo>
                  <a:lnTo>
                    <a:pt x="551434" y="592074"/>
                  </a:lnTo>
                  <a:lnTo>
                    <a:pt x="557657" y="587121"/>
                  </a:lnTo>
                  <a:lnTo>
                    <a:pt x="578421" y="566318"/>
                  </a:lnTo>
                  <a:lnTo>
                    <a:pt x="593763" y="541832"/>
                  </a:lnTo>
                  <a:lnTo>
                    <a:pt x="603275" y="514565"/>
                  </a:lnTo>
                  <a:lnTo>
                    <a:pt x="606552" y="485394"/>
                  </a:lnTo>
                  <a:close/>
                </a:path>
                <a:path w="678179" h="736600">
                  <a:moveTo>
                    <a:pt x="606552" y="93218"/>
                  </a:moveTo>
                  <a:lnTo>
                    <a:pt x="600075" y="86868"/>
                  </a:lnTo>
                  <a:lnTo>
                    <a:pt x="584073" y="86868"/>
                  </a:lnTo>
                  <a:lnTo>
                    <a:pt x="577596" y="93218"/>
                  </a:lnTo>
                  <a:lnTo>
                    <a:pt x="577596" y="223774"/>
                  </a:lnTo>
                  <a:lnTo>
                    <a:pt x="584073" y="230124"/>
                  </a:lnTo>
                  <a:lnTo>
                    <a:pt x="600075" y="230124"/>
                  </a:lnTo>
                  <a:lnTo>
                    <a:pt x="606552" y="223774"/>
                  </a:lnTo>
                  <a:lnTo>
                    <a:pt x="606552" y="93218"/>
                  </a:lnTo>
                  <a:close/>
                </a:path>
                <a:path w="678179" h="736600">
                  <a:moveTo>
                    <a:pt x="606552" y="35433"/>
                  </a:moveTo>
                  <a:lnTo>
                    <a:pt x="600075" y="28956"/>
                  </a:lnTo>
                  <a:lnTo>
                    <a:pt x="584073" y="28956"/>
                  </a:lnTo>
                  <a:lnTo>
                    <a:pt x="577596" y="35433"/>
                  </a:lnTo>
                  <a:lnTo>
                    <a:pt x="577596" y="51435"/>
                  </a:lnTo>
                  <a:lnTo>
                    <a:pt x="584073" y="57912"/>
                  </a:lnTo>
                  <a:lnTo>
                    <a:pt x="600075" y="57912"/>
                  </a:lnTo>
                  <a:lnTo>
                    <a:pt x="606552" y="51435"/>
                  </a:lnTo>
                  <a:lnTo>
                    <a:pt x="606552" y="35433"/>
                  </a:lnTo>
                  <a:close/>
                </a:path>
                <a:path w="678179" h="736600">
                  <a:moveTo>
                    <a:pt x="678180" y="122174"/>
                  </a:moveTo>
                  <a:lnTo>
                    <a:pt x="671703" y="115824"/>
                  </a:lnTo>
                  <a:lnTo>
                    <a:pt x="655701" y="115824"/>
                  </a:lnTo>
                  <a:lnTo>
                    <a:pt x="649224" y="122174"/>
                  </a:lnTo>
                  <a:lnTo>
                    <a:pt x="649224" y="252730"/>
                  </a:lnTo>
                  <a:lnTo>
                    <a:pt x="655701" y="259080"/>
                  </a:lnTo>
                  <a:lnTo>
                    <a:pt x="671703" y="259080"/>
                  </a:lnTo>
                  <a:lnTo>
                    <a:pt x="678180" y="252730"/>
                  </a:lnTo>
                  <a:lnTo>
                    <a:pt x="678180" y="122174"/>
                  </a:lnTo>
                  <a:close/>
                </a:path>
                <a:path w="678179" h="736600">
                  <a:moveTo>
                    <a:pt x="678180" y="64389"/>
                  </a:moveTo>
                  <a:lnTo>
                    <a:pt x="671703" y="57912"/>
                  </a:lnTo>
                  <a:lnTo>
                    <a:pt x="655701" y="57912"/>
                  </a:lnTo>
                  <a:lnTo>
                    <a:pt x="649224" y="64389"/>
                  </a:lnTo>
                  <a:lnTo>
                    <a:pt x="649224" y="80391"/>
                  </a:lnTo>
                  <a:lnTo>
                    <a:pt x="655701" y="86868"/>
                  </a:lnTo>
                  <a:lnTo>
                    <a:pt x="671703" y="86868"/>
                  </a:lnTo>
                  <a:lnTo>
                    <a:pt x="678180" y="80391"/>
                  </a:lnTo>
                  <a:lnTo>
                    <a:pt x="678180" y="64389"/>
                  </a:lnTo>
                  <a:close/>
                </a:path>
              </a:pathLst>
            </a:custGeom>
            <a:solidFill>
              <a:srgbClr val="FFFFFF"/>
            </a:solidFill>
          </p:spPr>
          <p:txBody>
            <a:bodyPr wrap="square" lIns="0" tIns="0" rIns="0" bIns="0" rtlCol="0"/>
            <a:lstStyle/>
            <a:p>
              <a:endParaRPr/>
            </a:p>
          </p:txBody>
        </p:sp>
        <p:sp>
          <p:nvSpPr>
            <p:cNvPr id="221" name="object 221"/>
            <p:cNvSpPr/>
            <p:nvPr/>
          </p:nvSpPr>
          <p:spPr>
            <a:xfrm>
              <a:off x="5472684" y="3064763"/>
              <a:ext cx="231775" cy="318770"/>
            </a:xfrm>
            <a:custGeom>
              <a:avLst/>
              <a:gdLst/>
              <a:ahLst/>
              <a:cxnLst/>
              <a:rect l="l" t="t" r="r" b="b"/>
              <a:pathLst>
                <a:path w="231775" h="318770">
                  <a:moveTo>
                    <a:pt x="173736" y="296037"/>
                  </a:moveTo>
                  <a:lnTo>
                    <a:pt x="167259" y="289560"/>
                  </a:lnTo>
                  <a:lnTo>
                    <a:pt x="64389" y="289560"/>
                  </a:lnTo>
                  <a:lnTo>
                    <a:pt x="57912" y="296037"/>
                  </a:lnTo>
                  <a:lnTo>
                    <a:pt x="57912" y="312039"/>
                  </a:lnTo>
                  <a:lnTo>
                    <a:pt x="64389" y="318516"/>
                  </a:lnTo>
                  <a:lnTo>
                    <a:pt x="167259" y="318516"/>
                  </a:lnTo>
                  <a:lnTo>
                    <a:pt x="173736" y="312039"/>
                  </a:lnTo>
                  <a:lnTo>
                    <a:pt x="173736" y="296037"/>
                  </a:lnTo>
                  <a:close/>
                </a:path>
                <a:path w="231775" h="318770">
                  <a:moveTo>
                    <a:pt x="231648" y="115824"/>
                  </a:moveTo>
                  <a:lnTo>
                    <a:pt x="222529" y="70777"/>
                  </a:lnTo>
                  <a:lnTo>
                    <a:pt x="202692" y="41376"/>
                  </a:lnTo>
                  <a:lnTo>
                    <a:pt x="202692" y="115824"/>
                  </a:lnTo>
                  <a:lnTo>
                    <a:pt x="199174" y="140093"/>
                  </a:lnTo>
                  <a:lnTo>
                    <a:pt x="189191" y="162102"/>
                  </a:lnTo>
                  <a:lnTo>
                    <a:pt x="173545" y="180568"/>
                  </a:lnTo>
                  <a:lnTo>
                    <a:pt x="153035" y="194183"/>
                  </a:lnTo>
                  <a:lnTo>
                    <a:pt x="147955" y="196596"/>
                  </a:lnTo>
                  <a:lnTo>
                    <a:pt x="144780" y="201676"/>
                  </a:lnTo>
                  <a:lnTo>
                    <a:pt x="144780" y="231648"/>
                  </a:lnTo>
                  <a:lnTo>
                    <a:pt x="86868" y="231648"/>
                  </a:lnTo>
                  <a:lnTo>
                    <a:pt x="86868" y="201676"/>
                  </a:lnTo>
                  <a:lnTo>
                    <a:pt x="83693" y="196596"/>
                  </a:lnTo>
                  <a:lnTo>
                    <a:pt x="42443" y="162102"/>
                  </a:lnTo>
                  <a:lnTo>
                    <a:pt x="28956" y="115824"/>
                  </a:lnTo>
                  <a:lnTo>
                    <a:pt x="35788" y="82054"/>
                  </a:lnTo>
                  <a:lnTo>
                    <a:pt x="54432" y="54444"/>
                  </a:lnTo>
                  <a:lnTo>
                    <a:pt x="82042" y="35801"/>
                  </a:lnTo>
                  <a:lnTo>
                    <a:pt x="115824" y="28956"/>
                  </a:lnTo>
                  <a:lnTo>
                    <a:pt x="149593" y="35801"/>
                  </a:lnTo>
                  <a:lnTo>
                    <a:pt x="177203" y="54444"/>
                  </a:lnTo>
                  <a:lnTo>
                    <a:pt x="195846" y="82054"/>
                  </a:lnTo>
                  <a:lnTo>
                    <a:pt x="202692" y="115824"/>
                  </a:lnTo>
                  <a:lnTo>
                    <a:pt x="202692" y="41376"/>
                  </a:lnTo>
                  <a:lnTo>
                    <a:pt x="197688" y="33959"/>
                  </a:lnTo>
                  <a:lnTo>
                    <a:pt x="190271" y="28956"/>
                  </a:lnTo>
                  <a:lnTo>
                    <a:pt x="160870" y="9118"/>
                  </a:lnTo>
                  <a:lnTo>
                    <a:pt x="115824" y="0"/>
                  </a:lnTo>
                  <a:lnTo>
                    <a:pt x="70764" y="9118"/>
                  </a:lnTo>
                  <a:lnTo>
                    <a:pt x="33947" y="33959"/>
                  </a:lnTo>
                  <a:lnTo>
                    <a:pt x="9105" y="70777"/>
                  </a:lnTo>
                  <a:lnTo>
                    <a:pt x="0" y="115824"/>
                  </a:lnTo>
                  <a:lnTo>
                    <a:pt x="4064" y="146011"/>
                  </a:lnTo>
                  <a:lnTo>
                    <a:pt x="15659" y="173697"/>
                  </a:lnTo>
                  <a:lnTo>
                    <a:pt x="33909" y="197497"/>
                  </a:lnTo>
                  <a:lnTo>
                    <a:pt x="57912" y="216027"/>
                  </a:lnTo>
                  <a:lnTo>
                    <a:pt x="57912" y="254127"/>
                  </a:lnTo>
                  <a:lnTo>
                    <a:pt x="64389" y="260604"/>
                  </a:lnTo>
                  <a:lnTo>
                    <a:pt x="167259" y="260604"/>
                  </a:lnTo>
                  <a:lnTo>
                    <a:pt x="173736" y="254127"/>
                  </a:lnTo>
                  <a:lnTo>
                    <a:pt x="173736" y="231648"/>
                  </a:lnTo>
                  <a:lnTo>
                    <a:pt x="173736" y="216027"/>
                  </a:lnTo>
                  <a:lnTo>
                    <a:pt x="197726" y="197497"/>
                  </a:lnTo>
                  <a:lnTo>
                    <a:pt x="215976" y="173697"/>
                  </a:lnTo>
                  <a:lnTo>
                    <a:pt x="227571" y="146011"/>
                  </a:lnTo>
                  <a:lnTo>
                    <a:pt x="231648" y="115824"/>
                  </a:lnTo>
                  <a:close/>
                </a:path>
              </a:pathLst>
            </a:custGeom>
            <a:solidFill>
              <a:srgbClr val="FF8E01"/>
            </a:solidFill>
          </p:spPr>
          <p:txBody>
            <a:bodyPr wrap="square" lIns="0" tIns="0" rIns="0" bIns="0" rtlCol="0"/>
            <a:lstStyle/>
            <a:p>
              <a:endParaRPr/>
            </a:p>
          </p:txBody>
        </p:sp>
        <p:sp>
          <p:nvSpPr>
            <p:cNvPr id="222" name="object 222"/>
            <p:cNvSpPr/>
            <p:nvPr/>
          </p:nvSpPr>
          <p:spPr>
            <a:xfrm>
              <a:off x="5542915" y="3136519"/>
              <a:ext cx="89662" cy="117220"/>
            </a:xfrm>
            <a:prstGeom prst="rect">
              <a:avLst/>
            </a:prstGeom>
            <a:blipFill>
              <a:blip r:embed="rId37" cstate="print"/>
              <a:stretch>
                <a:fillRect/>
              </a:stretch>
            </a:blipFill>
          </p:spPr>
          <p:txBody>
            <a:bodyPr wrap="square" lIns="0" tIns="0" rIns="0" bIns="0" rtlCol="0"/>
            <a:lstStyle/>
            <a:p>
              <a:endParaRPr/>
            </a:p>
          </p:txBody>
        </p:sp>
        <p:sp>
          <p:nvSpPr>
            <p:cNvPr id="223" name="object 223"/>
            <p:cNvSpPr/>
            <p:nvPr/>
          </p:nvSpPr>
          <p:spPr>
            <a:xfrm>
              <a:off x="5862828" y="3470147"/>
              <a:ext cx="29209" cy="29209"/>
            </a:xfrm>
            <a:custGeom>
              <a:avLst/>
              <a:gdLst/>
              <a:ahLst/>
              <a:cxnLst/>
              <a:rect l="l" t="t" r="r" b="b"/>
              <a:pathLst>
                <a:path w="29210" h="29210">
                  <a:moveTo>
                    <a:pt x="22479" y="0"/>
                  </a:moveTo>
                  <a:lnTo>
                    <a:pt x="6476" y="0"/>
                  </a:lnTo>
                  <a:lnTo>
                    <a:pt x="0" y="6476"/>
                  </a:lnTo>
                  <a:lnTo>
                    <a:pt x="0" y="22478"/>
                  </a:lnTo>
                  <a:lnTo>
                    <a:pt x="6476" y="28955"/>
                  </a:lnTo>
                  <a:lnTo>
                    <a:pt x="22479" y="28955"/>
                  </a:lnTo>
                  <a:lnTo>
                    <a:pt x="28956" y="22478"/>
                  </a:lnTo>
                  <a:lnTo>
                    <a:pt x="28956" y="6476"/>
                  </a:lnTo>
                  <a:close/>
                </a:path>
              </a:pathLst>
            </a:custGeom>
            <a:solidFill>
              <a:srgbClr val="FFFFFF"/>
            </a:solidFill>
          </p:spPr>
          <p:txBody>
            <a:bodyPr wrap="square" lIns="0" tIns="0" rIns="0" bIns="0" rtlCol="0"/>
            <a:lstStyle/>
            <a:p>
              <a:endParaRPr/>
            </a:p>
          </p:txBody>
        </p:sp>
        <p:sp>
          <p:nvSpPr>
            <p:cNvPr id="224" name="object 224"/>
            <p:cNvSpPr/>
            <p:nvPr/>
          </p:nvSpPr>
          <p:spPr>
            <a:xfrm>
              <a:off x="1979676" y="3521963"/>
              <a:ext cx="307848" cy="307848"/>
            </a:xfrm>
            <a:prstGeom prst="rect">
              <a:avLst/>
            </a:prstGeom>
            <a:blipFill>
              <a:blip r:embed="rId38" cstate="print"/>
              <a:stretch>
                <a:fillRect/>
              </a:stretch>
            </a:blipFill>
          </p:spPr>
          <p:txBody>
            <a:bodyPr wrap="square" lIns="0" tIns="0" rIns="0" bIns="0" rtlCol="0"/>
            <a:lstStyle/>
            <a:p>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59FED39-DEC4-2FF1-984A-588AAD49938E}"/>
              </a:ext>
            </a:extLst>
          </p:cNvPr>
          <p:cNvSpPr txBox="1"/>
          <p:nvPr/>
        </p:nvSpPr>
        <p:spPr>
          <a:xfrm>
            <a:off x="304800" y="152400"/>
            <a:ext cx="7086600" cy="707886"/>
          </a:xfrm>
          <a:prstGeom prst="rect">
            <a:avLst/>
          </a:prstGeom>
          <a:noFill/>
        </p:spPr>
        <p:txBody>
          <a:bodyPr wrap="square">
            <a:spAutoFit/>
          </a:bodyPr>
          <a:lstStyle/>
          <a:p>
            <a:r>
              <a:rPr lang="en-IN" sz="4000" dirty="0"/>
              <a:t>AI system lifecycle </a:t>
            </a:r>
          </a:p>
        </p:txBody>
      </p:sp>
      <p:pic>
        <p:nvPicPr>
          <p:cNvPr id="1028" name="Picture 4" descr="CRISP-DM Methodology For Your First Data Science Project | Towards Data  Science">
            <a:extLst>
              <a:ext uri="{FF2B5EF4-FFF2-40B4-BE49-F238E27FC236}">
                <a16:creationId xmlns:a16="http://schemas.microsoft.com/office/drawing/2014/main" id="{D29CE303-F23C-0B7D-822D-E21B000766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914400"/>
            <a:ext cx="6524625" cy="532923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0EC7D181-4428-EC01-42FD-026188C83172}"/>
              </a:ext>
            </a:extLst>
          </p:cNvPr>
          <p:cNvSpPr txBox="1"/>
          <p:nvPr/>
        </p:nvSpPr>
        <p:spPr>
          <a:xfrm>
            <a:off x="228600" y="1066800"/>
            <a:ext cx="5029200" cy="1477328"/>
          </a:xfrm>
          <a:prstGeom prst="rect">
            <a:avLst/>
          </a:prstGeom>
          <a:noFill/>
        </p:spPr>
        <p:txBody>
          <a:bodyPr wrap="square">
            <a:spAutoFit/>
          </a:bodyPr>
          <a:lstStyle/>
          <a:p>
            <a:r>
              <a:rPr lang="en-US" b="1" i="0" dirty="0">
                <a:solidFill>
                  <a:srgbClr val="E6E8F0"/>
                </a:solidFill>
                <a:effectLst/>
                <a:latin typeface="Google Sans"/>
              </a:rPr>
              <a:t>CRISP-DM</a:t>
            </a:r>
            <a:r>
              <a:rPr lang="en-US" b="0" i="0" dirty="0">
                <a:solidFill>
                  <a:srgbClr val="E6E8F0"/>
                </a:solidFill>
                <a:effectLst/>
                <a:latin typeface="Google Sans"/>
              </a:rPr>
              <a:t> (</a:t>
            </a:r>
            <a:r>
              <a:rPr lang="en-US" b="0" i="0" dirty="0" err="1">
                <a:solidFill>
                  <a:srgbClr val="E6E8F0"/>
                </a:solidFill>
                <a:effectLst/>
                <a:latin typeface="Google Sans"/>
              </a:rPr>
              <a:t>CRoss</a:t>
            </a:r>
            <a:r>
              <a:rPr lang="en-US" b="0" i="0" dirty="0">
                <a:solidFill>
                  <a:srgbClr val="E6E8F0"/>
                </a:solidFill>
                <a:effectLst/>
                <a:latin typeface="Google Sans"/>
              </a:rPr>
              <a:t>-Industry Standard Process for Data Mining) is </a:t>
            </a:r>
            <a:r>
              <a:rPr lang="en-US" dirty="0"/>
              <a:t>a widely used, six-phase methodology that provides a structured approach for planning and executing data science and analytics projects</a:t>
            </a:r>
            <a:r>
              <a:rPr lang="en-US" b="0" i="0" dirty="0">
                <a:solidFill>
                  <a:srgbClr val="E6E8F0"/>
                </a:solidFill>
                <a:effectLst/>
                <a:latin typeface="Google Sans"/>
              </a:rPr>
              <a:t>. </a:t>
            </a:r>
            <a:endParaRPr lang="en-IN" dirty="0"/>
          </a:p>
        </p:txBody>
      </p:sp>
    </p:spTree>
    <p:extLst>
      <p:ext uri="{BB962C8B-B14F-4D97-AF65-F5344CB8AC3E}">
        <p14:creationId xmlns:p14="http://schemas.microsoft.com/office/powerpoint/2010/main" val="15651693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67C2BD2-6D01-AE53-4ACF-DA32F92B0E89}"/>
              </a:ext>
            </a:extLst>
          </p:cNvPr>
          <p:cNvSpPr txBox="1"/>
          <p:nvPr/>
        </p:nvSpPr>
        <p:spPr>
          <a:xfrm>
            <a:off x="4648200" y="2743200"/>
            <a:ext cx="8305800" cy="1015663"/>
          </a:xfrm>
          <a:prstGeom prst="rect">
            <a:avLst/>
          </a:prstGeom>
          <a:noFill/>
        </p:spPr>
        <p:txBody>
          <a:bodyPr wrap="square" rtlCol="0">
            <a:spAutoFit/>
          </a:bodyPr>
          <a:lstStyle/>
          <a:p>
            <a:r>
              <a:rPr lang="en-US" sz="6000" dirty="0"/>
              <a:t>DEMO</a:t>
            </a:r>
            <a:endParaRPr lang="en-IN" sz="6000" dirty="0"/>
          </a:p>
        </p:txBody>
      </p:sp>
    </p:spTree>
    <p:extLst>
      <p:ext uri="{BB962C8B-B14F-4D97-AF65-F5344CB8AC3E}">
        <p14:creationId xmlns:p14="http://schemas.microsoft.com/office/powerpoint/2010/main" val="16290677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4445513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263753" y="204343"/>
            <a:ext cx="3572510" cy="513715"/>
          </a:xfrm>
          <a:prstGeom prst="rect">
            <a:avLst/>
          </a:prstGeom>
        </p:spPr>
        <p:txBody>
          <a:bodyPr vert="horz" wrap="square" lIns="0" tIns="12700" rIns="0" bIns="0" rtlCol="0">
            <a:spAutoFit/>
          </a:bodyPr>
          <a:lstStyle/>
          <a:p>
            <a:pPr marL="12700">
              <a:lnSpc>
                <a:spcPct val="100000"/>
              </a:lnSpc>
              <a:spcBef>
                <a:spcPts val="100"/>
              </a:spcBef>
            </a:pPr>
            <a:r>
              <a:rPr sz="3200" dirty="0"/>
              <a:t>Machine</a:t>
            </a:r>
            <a:r>
              <a:rPr sz="3200" spc="-80" dirty="0"/>
              <a:t> </a:t>
            </a:r>
            <a:r>
              <a:rPr sz="3200" dirty="0"/>
              <a:t>Learning</a:t>
            </a:r>
            <a:endParaRPr sz="3200"/>
          </a:p>
        </p:txBody>
      </p:sp>
      <p:sp>
        <p:nvSpPr>
          <p:cNvPr id="4" name="object 4"/>
          <p:cNvSpPr/>
          <p:nvPr/>
        </p:nvSpPr>
        <p:spPr>
          <a:xfrm>
            <a:off x="11778995" y="6621777"/>
            <a:ext cx="253746" cy="232397"/>
          </a:xfrm>
          <a:prstGeom prst="rect">
            <a:avLst/>
          </a:prstGeom>
          <a:blipFill>
            <a:blip r:embed="rId2" cstate="print"/>
            <a:stretch>
              <a:fillRect/>
            </a:stretch>
          </a:blipFill>
        </p:spPr>
        <p:txBody>
          <a:bodyPr wrap="square" lIns="0" tIns="0" rIns="0" bIns="0" rtlCol="0"/>
          <a:lstStyle/>
          <a:p>
            <a:endParaRPr/>
          </a:p>
        </p:txBody>
      </p:sp>
      <p:sp>
        <p:nvSpPr>
          <p:cNvPr id="9" name="object 9"/>
          <p:cNvSpPr txBox="1"/>
          <p:nvPr/>
        </p:nvSpPr>
        <p:spPr>
          <a:xfrm>
            <a:off x="2185098" y="1866186"/>
            <a:ext cx="9040495" cy="636270"/>
          </a:xfrm>
          <a:prstGeom prst="rect">
            <a:avLst/>
          </a:prstGeom>
        </p:spPr>
        <p:txBody>
          <a:bodyPr vert="horz" wrap="square" lIns="0" tIns="13335" rIns="0" bIns="0" rtlCol="0">
            <a:spAutoFit/>
          </a:bodyPr>
          <a:lstStyle/>
          <a:p>
            <a:pPr marL="12700">
              <a:lnSpc>
                <a:spcPct val="100000"/>
              </a:lnSpc>
              <a:spcBef>
                <a:spcPts val="105"/>
              </a:spcBef>
            </a:pPr>
            <a:r>
              <a:rPr sz="2000" b="1" dirty="0">
                <a:solidFill>
                  <a:srgbClr val="00D9CE"/>
                </a:solidFill>
                <a:latin typeface="Arial"/>
                <a:cs typeface="Arial"/>
              </a:rPr>
              <a:t>Machine Learning </a:t>
            </a:r>
            <a:r>
              <a:rPr sz="2000" dirty="0">
                <a:solidFill>
                  <a:srgbClr val="FFFFFF"/>
                </a:solidFill>
                <a:latin typeface="Arial"/>
                <a:cs typeface="Arial"/>
              </a:rPr>
              <a:t>is the result of General AI </a:t>
            </a:r>
            <a:r>
              <a:rPr sz="2000" spc="-5" dirty="0">
                <a:solidFill>
                  <a:srgbClr val="FFFFFF"/>
                </a:solidFill>
                <a:latin typeface="Arial"/>
                <a:cs typeface="Arial"/>
              </a:rPr>
              <a:t>that </a:t>
            </a:r>
            <a:r>
              <a:rPr sz="2000" dirty="0">
                <a:solidFill>
                  <a:srgbClr val="FFFFFF"/>
                </a:solidFill>
                <a:latin typeface="Arial"/>
                <a:cs typeface="Arial"/>
              </a:rPr>
              <a:t>involves developing</a:t>
            </a:r>
            <a:r>
              <a:rPr sz="2000" spc="-290" dirty="0">
                <a:solidFill>
                  <a:srgbClr val="FFFFFF"/>
                </a:solidFill>
                <a:latin typeface="Arial"/>
                <a:cs typeface="Arial"/>
              </a:rPr>
              <a:t> </a:t>
            </a:r>
            <a:r>
              <a:rPr sz="2000" dirty="0">
                <a:solidFill>
                  <a:srgbClr val="FFFFFF"/>
                </a:solidFill>
                <a:latin typeface="Arial"/>
                <a:cs typeface="Arial"/>
              </a:rPr>
              <a:t>machines</a:t>
            </a:r>
            <a:endParaRPr sz="2000" dirty="0">
              <a:latin typeface="Arial"/>
              <a:cs typeface="Arial"/>
            </a:endParaRPr>
          </a:p>
          <a:p>
            <a:pPr marL="12700">
              <a:lnSpc>
                <a:spcPct val="100000"/>
              </a:lnSpc>
            </a:pPr>
            <a:r>
              <a:rPr sz="2000" dirty="0">
                <a:solidFill>
                  <a:srgbClr val="FFFFFF"/>
                </a:solidFill>
                <a:latin typeface="Arial"/>
                <a:cs typeface="Arial"/>
              </a:rPr>
              <a:t>that can deliver results </a:t>
            </a:r>
            <a:r>
              <a:rPr lang="en-IN" sz="2000" dirty="0">
                <a:solidFill>
                  <a:srgbClr val="FFFFFF"/>
                </a:solidFill>
                <a:latin typeface="Arial"/>
                <a:cs typeface="Arial"/>
              </a:rPr>
              <a:t>like </a:t>
            </a:r>
            <a:r>
              <a:rPr sz="2000" dirty="0">
                <a:solidFill>
                  <a:srgbClr val="FFFFFF"/>
                </a:solidFill>
                <a:latin typeface="Arial"/>
                <a:cs typeface="Arial"/>
              </a:rPr>
              <a:t>humans</a:t>
            </a:r>
            <a:endParaRPr sz="2000" dirty="0">
              <a:latin typeface="Arial"/>
              <a:cs typeface="Arial"/>
            </a:endParaRPr>
          </a:p>
        </p:txBody>
      </p:sp>
      <p:grpSp>
        <p:nvGrpSpPr>
          <p:cNvPr id="10" name="object 10"/>
          <p:cNvGrpSpPr/>
          <p:nvPr/>
        </p:nvGrpSpPr>
        <p:grpSpPr>
          <a:xfrm>
            <a:off x="2611882" y="3840226"/>
            <a:ext cx="1919605" cy="796290"/>
            <a:chOff x="2611882" y="3840226"/>
            <a:chExt cx="1919605" cy="796290"/>
          </a:xfrm>
        </p:grpSpPr>
        <p:sp>
          <p:nvSpPr>
            <p:cNvPr id="11" name="object 11"/>
            <p:cNvSpPr/>
            <p:nvPr/>
          </p:nvSpPr>
          <p:spPr>
            <a:xfrm>
              <a:off x="2618232" y="3846576"/>
              <a:ext cx="1906905" cy="783590"/>
            </a:xfrm>
            <a:custGeom>
              <a:avLst/>
              <a:gdLst/>
              <a:ahLst/>
              <a:cxnLst/>
              <a:rect l="l" t="t" r="r" b="b"/>
              <a:pathLst>
                <a:path w="1906904" h="783589">
                  <a:moveTo>
                    <a:pt x="1871598" y="0"/>
                  </a:moveTo>
                  <a:lnTo>
                    <a:pt x="34925" y="0"/>
                  </a:lnTo>
                  <a:lnTo>
                    <a:pt x="21324" y="2742"/>
                  </a:lnTo>
                  <a:lnTo>
                    <a:pt x="10223" y="10223"/>
                  </a:lnTo>
                  <a:lnTo>
                    <a:pt x="2742" y="21324"/>
                  </a:lnTo>
                  <a:lnTo>
                    <a:pt x="0" y="34925"/>
                  </a:lnTo>
                  <a:lnTo>
                    <a:pt x="0" y="748411"/>
                  </a:lnTo>
                  <a:lnTo>
                    <a:pt x="2742" y="762011"/>
                  </a:lnTo>
                  <a:lnTo>
                    <a:pt x="10223" y="773112"/>
                  </a:lnTo>
                  <a:lnTo>
                    <a:pt x="21324" y="780593"/>
                  </a:lnTo>
                  <a:lnTo>
                    <a:pt x="34925" y="783336"/>
                  </a:lnTo>
                  <a:lnTo>
                    <a:pt x="1871598" y="783336"/>
                  </a:lnTo>
                  <a:lnTo>
                    <a:pt x="1885199" y="780593"/>
                  </a:lnTo>
                  <a:lnTo>
                    <a:pt x="1896300" y="773112"/>
                  </a:lnTo>
                  <a:lnTo>
                    <a:pt x="1903781" y="762011"/>
                  </a:lnTo>
                  <a:lnTo>
                    <a:pt x="1906523" y="748411"/>
                  </a:lnTo>
                  <a:lnTo>
                    <a:pt x="1906523" y="34925"/>
                  </a:lnTo>
                  <a:lnTo>
                    <a:pt x="1903781" y="21324"/>
                  </a:lnTo>
                  <a:lnTo>
                    <a:pt x="1896300" y="10223"/>
                  </a:lnTo>
                  <a:lnTo>
                    <a:pt x="1885199" y="2742"/>
                  </a:lnTo>
                  <a:lnTo>
                    <a:pt x="1871598" y="0"/>
                  </a:lnTo>
                  <a:close/>
                </a:path>
              </a:pathLst>
            </a:custGeom>
            <a:solidFill>
              <a:srgbClr val="00D9CE"/>
            </a:solidFill>
          </p:spPr>
          <p:txBody>
            <a:bodyPr wrap="square" lIns="0" tIns="0" rIns="0" bIns="0" rtlCol="0"/>
            <a:lstStyle/>
            <a:p>
              <a:endParaRPr/>
            </a:p>
          </p:txBody>
        </p:sp>
        <p:sp>
          <p:nvSpPr>
            <p:cNvPr id="12" name="object 12"/>
            <p:cNvSpPr/>
            <p:nvPr/>
          </p:nvSpPr>
          <p:spPr>
            <a:xfrm>
              <a:off x="2618232" y="3846576"/>
              <a:ext cx="1906905" cy="783590"/>
            </a:xfrm>
            <a:custGeom>
              <a:avLst/>
              <a:gdLst/>
              <a:ahLst/>
              <a:cxnLst/>
              <a:rect l="l" t="t" r="r" b="b"/>
              <a:pathLst>
                <a:path w="1906904" h="783589">
                  <a:moveTo>
                    <a:pt x="0" y="34925"/>
                  </a:moveTo>
                  <a:lnTo>
                    <a:pt x="2742" y="21324"/>
                  </a:lnTo>
                  <a:lnTo>
                    <a:pt x="10223" y="10223"/>
                  </a:lnTo>
                  <a:lnTo>
                    <a:pt x="21324" y="2742"/>
                  </a:lnTo>
                  <a:lnTo>
                    <a:pt x="34925" y="0"/>
                  </a:lnTo>
                  <a:lnTo>
                    <a:pt x="1871598" y="0"/>
                  </a:lnTo>
                  <a:lnTo>
                    <a:pt x="1885199" y="2742"/>
                  </a:lnTo>
                  <a:lnTo>
                    <a:pt x="1896300" y="10223"/>
                  </a:lnTo>
                  <a:lnTo>
                    <a:pt x="1903781" y="21324"/>
                  </a:lnTo>
                  <a:lnTo>
                    <a:pt x="1906523" y="34925"/>
                  </a:lnTo>
                  <a:lnTo>
                    <a:pt x="1906523" y="748411"/>
                  </a:lnTo>
                  <a:lnTo>
                    <a:pt x="1903781" y="762011"/>
                  </a:lnTo>
                  <a:lnTo>
                    <a:pt x="1896300" y="773112"/>
                  </a:lnTo>
                  <a:lnTo>
                    <a:pt x="1885199" y="780593"/>
                  </a:lnTo>
                  <a:lnTo>
                    <a:pt x="1871598" y="783336"/>
                  </a:lnTo>
                  <a:lnTo>
                    <a:pt x="34925" y="783336"/>
                  </a:lnTo>
                  <a:lnTo>
                    <a:pt x="21324" y="780593"/>
                  </a:lnTo>
                  <a:lnTo>
                    <a:pt x="10223" y="773112"/>
                  </a:lnTo>
                  <a:lnTo>
                    <a:pt x="2742" y="762011"/>
                  </a:lnTo>
                  <a:lnTo>
                    <a:pt x="0" y="748411"/>
                  </a:lnTo>
                  <a:lnTo>
                    <a:pt x="0" y="34925"/>
                  </a:lnTo>
                  <a:close/>
                </a:path>
              </a:pathLst>
            </a:custGeom>
            <a:ln w="12700">
              <a:solidFill>
                <a:srgbClr val="006C67"/>
              </a:solidFill>
            </a:ln>
          </p:spPr>
          <p:txBody>
            <a:bodyPr wrap="square" lIns="0" tIns="0" rIns="0" bIns="0" rtlCol="0"/>
            <a:lstStyle/>
            <a:p>
              <a:endParaRPr/>
            </a:p>
          </p:txBody>
        </p:sp>
        <p:sp>
          <p:nvSpPr>
            <p:cNvPr id="13" name="object 13"/>
            <p:cNvSpPr/>
            <p:nvPr/>
          </p:nvSpPr>
          <p:spPr>
            <a:xfrm>
              <a:off x="2901696" y="3927348"/>
              <a:ext cx="1357121" cy="454913"/>
            </a:xfrm>
            <a:prstGeom prst="rect">
              <a:avLst/>
            </a:prstGeom>
            <a:blipFill>
              <a:blip r:embed="rId3" cstate="print"/>
              <a:stretch>
                <a:fillRect/>
              </a:stretch>
            </a:blipFill>
          </p:spPr>
          <p:txBody>
            <a:bodyPr wrap="square" lIns="0" tIns="0" rIns="0" bIns="0" rtlCol="0"/>
            <a:lstStyle/>
            <a:p>
              <a:endParaRPr/>
            </a:p>
          </p:txBody>
        </p:sp>
        <p:sp>
          <p:nvSpPr>
            <p:cNvPr id="14" name="object 14"/>
            <p:cNvSpPr/>
            <p:nvPr/>
          </p:nvSpPr>
          <p:spPr>
            <a:xfrm>
              <a:off x="2785872" y="4171188"/>
              <a:ext cx="1588770" cy="454913"/>
            </a:xfrm>
            <a:prstGeom prst="rect">
              <a:avLst/>
            </a:prstGeom>
            <a:blipFill>
              <a:blip r:embed="rId4" cstate="print"/>
              <a:stretch>
                <a:fillRect/>
              </a:stretch>
            </a:blipFill>
          </p:spPr>
          <p:txBody>
            <a:bodyPr wrap="square" lIns="0" tIns="0" rIns="0" bIns="0" rtlCol="0"/>
            <a:lstStyle/>
            <a:p>
              <a:endParaRPr/>
            </a:p>
          </p:txBody>
        </p:sp>
      </p:grpSp>
      <p:sp>
        <p:nvSpPr>
          <p:cNvPr id="15" name="object 15"/>
          <p:cNvSpPr txBox="1"/>
          <p:nvPr/>
        </p:nvSpPr>
        <p:spPr>
          <a:xfrm>
            <a:off x="2900552" y="3977716"/>
            <a:ext cx="1343025" cy="513715"/>
          </a:xfrm>
          <a:prstGeom prst="rect">
            <a:avLst/>
          </a:prstGeom>
        </p:spPr>
        <p:txBody>
          <a:bodyPr vert="horz" wrap="square" lIns="0" tIns="12065" rIns="0" bIns="0" rtlCol="0">
            <a:spAutoFit/>
          </a:bodyPr>
          <a:lstStyle/>
          <a:p>
            <a:pPr marR="53340" algn="ctr">
              <a:lnSpc>
                <a:spcPct val="100000"/>
              </a:lnSpc>
              <a:spcBef>
                <a:spcPts val="95"/>
              </a:spcBef>
            </a:pPr>
            <a:r>
              <a:rPr sz="1600" b="1" spc="-15" dirty="0">
                <a:solidFill>
                  <a:srgbClr val="FFFFFF"/>
                </a:solidFill>
                <a:latin typeface="Arial"/>
                <a:cs typeface="Arial"/>
              </a:rPr>
              <a:t>Traditional</a:t>
            </a:r>
            <a:endParaRPr sz="1600">
              <a:latin typeface="Arial"/>
              <a:cs typeface="Arial"/>
            </a:endParaRPr>
          </a:p>
          <a:p>
            <a:pPr algn="ctr">
              <a:lnSpc>
                <a:spcPct val="100000"/>
              </a:lnSpc>
              <a:spcBef>
                <a:spcPts val="5"/>
              </a:spcBef>
            </a:pPr>
            <a:r>
              <a:rPr sz="1600" b="1" spc="-5" dirty="0">
                <a:solidFill>
                  <a:srgbClr val="FFFFFF"/>
                </a:solidFill>
                <a:latin typeface="Arial"/>
                <a:cs typeface="Arial"/>
              </a:rPr>
              <a:t>Pro</a:t>
            </a:r>
            <a:r>
              <a:rPr sz="1600" b="1" spc="-15" dirty="0">
                <a:solidFill>
                  <a:srgbClr val="FFFFFF"/>
                </a:solidFill>
                <a:latin typeface="Arial"/>
                <a:cs typeface="Arial"/>
              </a:rPr>
              <a:t>g</a:t>
            </a:r>
            <a:r>
              <a:rPr sz="1600" b="1" spc="-5" dirty="0">
                <a:solidFill>
                  <a:srgbClr val="FFFFFF"/>
                </a:solidFill>
                <a:latin typeface="Arial"/>
                <a:cs typeface="Arial"/>
              </a:rPr>
              <a:t>ramming</a:t>
            </a:r>
            <a:endParaRPr sz="1600">
              <a:latin typeface="Arial"/>
              <a:cs typeface="Arial"/>
            </a:endParaRPr>
          </a:p>
        </p:txBody>
      </p:sp>
      <p:grpSp>
        <p:nvGrpSpPr>
          <p:cNvPr id="16" name="object 16"/>
          <p:cNvGrpSpPr/>
          <p:nvPr/>
        </p:nvGrpSpPr>
        <p:grpSpPr>
          <a:xfrm>
            <a:off x="632459" y="3709428"/>
            <a:ext cx="1884680" cy="401955"/>
            <a:chOff x="632459" y="3709428"/>
            <a:chExt cx="1884680" cy="401955"/>
          </a:xfrm>
        </p:grpSpPr>
        <p:sp>
          <p:nvSpPr>
            <p:cNvPr id="17" name="object 17"/>
            <p:cNvSpPr/>
            <p:nvPr/>
          </p:nvSpPr>
          <p:spPr>
            <a:xfrm>
              <a:off x="1146047" y="3956303"/>
              <a:ext cx="1370965" cy="76200"/>
            </a:xfrm>
            <a:custGeom>
              <a:avLst/>
              <a:gdLst/>
              <a:ahLst/>
              <a:cxnLst/>
              <a:rect l="l" t="t" r="r" b="b"/>
              <a:pathLst>
                <a:path w="1370964" h="76200">
                  <a:moveTo>
                    <a:pt x="1294765" y="0"/>
                  </a:moveTo>
                  <a:lnTo>
                    <a:pt x="1294765" y="76200"/>
                  </a:lnTo>
                  <a:lnTo>
                    <a:pt x="1358265" y="44450"/>
                  </a:lnTo>
                  <a:lnTo>
                    <a:pt x="1307465" y="44450"/>
                  </a:lnTo>
                  <a:lnTo>
                    <a:pt x="1307465" y="31750"/>
                  </a:lnTo>
                  <a:lnTo>
                    <a:pt x="1358265" y="31750"/>
                  </a:lnTo>
                  <a:lnTo>
                    <a:pt x="1294765" y="0"/>
                  </a:lnTo>
                  <a:close/>
                </a:path>
                <a:path w="1370964" h="76200">
                  <a:moveTo>
                    <a:pt x="1294765" y="31750"/>
                  </a:moveTo>
                  <a:lnTo>
                    <a:pt x="0" y="31750"/>
                  </a:lnTo>
                  <a:lnTo>
                    <a:pt x="0" y="44450"/>
                  </a:lnTo>
                  <a:lnTo>
                    <a:pt x="1294765" y="44450"/>
                  </a:lnTo>
                  <a:lnTo>
                    <a:pt x="1294765" y="31750"/>
                  </a:lnTo>
                  <a:close/>
                </a:path>
                <a:path w="1370964" h="76200">
                  <a:moveTo>
                    <a:pt x="1358265" y="31750"/>
                  </a:moveTo>
                  <a:lnTo>
                    <a:pt x="1307465" y="31750"/>
                  </a:lnTo>
                  <a:lnTo>
                    <a:pt x="1307465" y="44450"/>
                  </a:lnTo>
                  <a:lnTo>
                    <a:pt x="1358265" y="44450"/>
                  </a:lnTo>
                  <a:lnTo>
                    <a:pt x="1370965" y="38100"/>
                  </a:lnTo>
                  <a:lnTo>
                    <a:pt x="1358265" y="31750"/>
                  </a:lnTo>
                  <a:close/>
                </a:path>
              </a:pathLst>
            </a:custGeom>
            <a:solidFill>
              <a:srgbClr val="FFFFFF"/>
            </a:solidFill>
          </p:spPr>
          <p:txBody>
            <a:bodyPr wrap="square" lIns="0" tIns="0" rIns="0" bIns="0" rtlCol="0"/>
            <a:lstStyle/>
            <a:p>
              <a:endParaRPr/>
            </a:p>
          </p:txBody>
        </p:sp>
        <p:sp>
          <p:nvSpPr>
            <p:cNvPr id="18" name="object 18"/>
            <p:cNvSpPr/>
            <p:nvPr/>
          </p:nvSpPr>
          <p:spPr>
            <a:xfrm>
              <a:off x="632459" y="3709428"/>
              <a:ext cx="627126" cy="401561"/>
            </a:xfrm>
            <a:prstGeom prst="rect">
              <a:avLst/>
            </a:prstGeom>
            <a:blipFill>
              <a:blip r:embed="rId5" cstate="print"/>
              <a:stretch>
                <a:fillRect/>
              </a:stretch>
            </a:blipFill>
          </p:spPr>
          <p:txBody>
            <a:bodyPr wrap="square" lIns="0" tIns="0" rIns="0" bIns="0" rtlCol="0"/>
            <a:lstStyle/>
            <a:p>
              <a:endParaRPr/>
            </a:p>
          </p:txBody>
        </p:sp>
      </p:grpSp>
      <p:grpSp>
        <p:nvGrpSpPr>
          <p:cNvPr id="19" name="object 19"/>
          <p:cNvGrpSpPr/>
          <p:nvPr/>
        </p:nvGrpSpPr>
        <p:grpSpPr>
          <a:xfrm>
            <a:off x="283463" y="4273308"/>
            <a:ext cx="2233930" cy="401955"/>
            <a:chOff x="283463" y="4273308"/>
            <a:chExt cx="2233930" cy="401955"/>
          </a:xfrm>
        </p:grpSpPr>
        <p:sp>
          <p:nvSpPr>
            <p:cNvPr id="20" name="object 20"/>
            <p:cNvSpPr/>
            <p:nvPr/>
          </p:nvSpPr>
          <p:spPr>
            <a:xfrm>
              <a:off x="1146047" y="4405883"/>
              <a:ext cx="1370965" cy="76200"/>
            </a:xfrm>
            <a:custGeom>
              <a:avLst/>
              <a:gdLst/>
              <a:ahLst/>
              <a:cxnLst/>
              <a:rect l="l" t="t" r="r" b="b"/>
              <a:pathLst>
                <a:path w="1370964" h="76200">
                  <a:moveTo>
                    <a:pt x="1294765" y="0"/>
                  </a:moveTo>
                  <a:lnTo>
                    <a:pt x="1294765" y="76200"/>
                  </a:lnTo>
                  <a:lnTo>
                    <a:pt x="1358265" y="44450"/>
                  </a:lnTo>
                  <a:lnTo>
                    <a:pt x="1307465" y="44450"/>
                  </a:lnTo>
                  <a:lnTo>
                    <a:pt x="1307465" y="31750"/>
                  </a:lnTo>
                  <a:lnTo>
                    <a:pt x="1358265" y="31750"/>
                  </a:lnTo>
                  <a:lnTo>
                    <a:pt x="1294765" y="0"/>
                  </a:lnTo>
                  <a:close/>
                </a:path>
                <a:path w="1370964" h="76200">
                  <a:moveTo>
                    <a:pt x="1294765" y="31750"/>
                  </a:moveTo>
                  <a:lnTo>
                    <a:pt x="0" y="31750"/>
                  </a:lnTo>
                  <a:lnTo>
                    <a:pt x="0" y="44450"/>
                  </a:lnTo>
                  <a:lnTo>
                    <a:pt x="1294765" y="44450"/>
                  </a:lnTo>
                  <a:lnTo>
                    <a:pt x="1294765" y="31750"/>
                  </a:lnTo>
                  <a:close/>
                </a:path>
                <a:path w="1370964" h="76200">
                  <a:moveTo>
                    <a:pt x="1358265" y="31750"/>
                  </a:moveTo>
                  <a:lnTo>
                    <a:pt x="1307465" y="31750"/>
                  </a:lnTo>
                  <a:lnTo>
                    <a:pt x="1307465" y="44450"/>
                  </a:lnTo>
                  <a:lnTo>
                    <a:pt x="1358265" y="44450"/>
                  </a:lnTo>
                  <a:lnTo>
                    <a:pt x="1370965" y="38100"/>
                  </a:lnTo>
                  <a:lnTo>
                    <a:pt x="1358265" y="31750"/>
                  </a:lnTo>
                  <a:close/>
                </a:path>
              </a:pathLst>
            </a:custGeom>
            <a:solidFill>
              <a:srgbClr val="FFFFFF"/>
            </a:solidFill>
          </p:spPr>
          <p:txBody>
            <a:bodyPr wrap="square" lIns="0" tIns="0" rIns="0" bIns="0" rtlCol="0"/>
            <a:lstStyle/>
            <a:p>
              <a:endParaRPr/>
            </a:p>
          </p:txBody>
        </p:sp>
        <p:sp>
          <p:nvSpPr>
            <p:cNvPr id="21" name="object 21"/>
            <p:cNvSpPr/>
            <p:nvPr/>
          </p:nvSpPr>
          <p:spPr>
            <a:xfrm>
              <a:off x="283463" y="4273308"/>
              <a:ext cx="974598" cy="401561"/>
            </a:xfrm>
            <a:prstGeom prst="rect">
              <a:avLst/>
            </a:prstGeom>
            <a:blipFill>
              <a:blip r:embed="rId6" cstate="print"/>
              <a:stretch>
                <a:fillRect/>
              </a:stretch>
            </a:blipFill>
          </p:spPr>
          <p:txBody>
            <a:bodyPr wrap="square" lIns="0" tIns="0" rIns="0" bIns="0" rtlCol="0"/>
            <a:lstStyle/>
            <a:p>
              <a:endParaRPr/>
            </a:p>
          </p:txBody>
        </p:sp>
      </p:grpSp>
      <p:sp>
        <p:nvSpPr>
          <p:cNvPr id="22" name="object 22"/>
          <p:cNvSpPr txBox="1"/>
          <p:nvPr/>
        </p:nvSpPr>
        <p:spPr>
          <a:xfrm>
            <a:off x="383844" y="3751834"/>
            <a:ext cx="761365" cy="803275"/>
          </a:xfrm>
          <a:prstGeom prst="rect">
            <a:avLst/>
          </a:prstGeom>
        </p:spPr>
        <p:txBody>
          <a:bodyPr vert="horz" wrap="square" lIns="0" tIns="12700" rIns="0" bIns="0" rtlCol="0">
            <a:spAutoFit/>
          </a:bodyPr>
          <a:lstStyle/>
          <a:p>
            <a:pPr marR="5080" algn="r">
              <a:lnSpc>
                <a:spcPct val="100000"/>
              </a:lnSpc>
              <a:spcBef>
                <a:spcPts val="100"/>
              </a:spcBef>
            </a:pPr>
            <a:r>
              <a:rPr sz="1400" b="1" spc="-10" dirty="0">
                <a:solidFill>
                  <a:srgbClr val="FFFFFF"/>
                </a:solidFill>
                <a:latin typeface="Arial"/>
                <a:cs typeface="Arial"/>
              </a:rPr>
              <a:t>D</a:t>
            </a:r>
            <a:r>
              <a:rPr sz="1400" b="1" dirty="0">
                <a:solidFill>
                  <a:srgbClr val="FFFFFF"/>
                </a:solidFill>
                <a:latin typeface="Arial"/>
                <a:cs typeface="Arial"/>
              </a:rPr>
              <a:t>ata</a:t>
            </a:r>
            <a:endParaRPr sz="1400">
              <a:latin typeface="Arial"/>
              <a:cs typeface="Arial"/>
            </a:endParaRPr>
          </a:p>
          <a:p>
            <a:pPr marR="5080" algn="r">
              <a:lnSpc>
                <a:spcPct val="100000"/>
              </a:lnSpc>
              <a:spcBef>
                <a:spcPts val="5"/>
              </a:spcBef>
            </a:pPr>
            <a:r>
              <a:rPr sz="1400" dirty="0">
                <a:solidFill>
                  <a:srgbClr val="FFFFFF"/>
                </a:solidFill>
                <a:latin typeface="Arial"/>
                <a:cs typeface="Arial"/>
              </a:rPr>
              <a:t>(Input)</a:t>
            </a:r>
            <a:endParaRPr sz="1400">
              <a:latin typeface="Arial"/>
              <a:cs typeface="Arial"/>
            </a:endParaRPr>
          </a:p>
          <a:p>
            <a:pPr marR="7620" algn="r">
              <a:lnSpc>
                <a:spcPct val="100000"/>
              </a:lnSpc>
              <a:spcBef>
                <a:spcPts val="1075"/>
              </a:spcBef>
            </a:pPr>
            <a:r>
              <a:rPr sz="1400" b="1" dirty="0">
                <a:solidFill>
                  <a:srgbClr val="FFFFFF"/>
                </a:solidFill>
                <a:latin typeface="Arial"/>
                <a:cs typeface="Arial"/>
              </a:rPr>
              <a:t>Pr</a:t>
            </a:r>
            <a:r>
              <a:rPr sz="1400" b="1" spc="-10" dirty="0">
                <a:solidFill>
                  <a:srgbClr val="FFFFFF"/>
                </a:solidFill>
                <a:latin typeface="Arial"/>
                <a:cs typeface="Arial"/>
              </a:rPr>
              <a:t>og</a:t>
            </a:r>
            <a:r>
              <a:rPr sz="1400" b="1" dirty="0">
                <a:solidFill>
                  <a:srgbClr val="FFFFFF"/>
                </a:solidFill>
                <a:latin typeface="Arial"/>
                <a:cs typeface="Arial"/>
              </a:rPr>
              <a:t>ram</a:t>
            </a:r>
            <a:endParaRPr sz="1400">
              <a:latin typeface="Arial"/>
              <a:cs typeface="Arial"/>
            </a:endParaRPr>
          </a:p>
        </p:txBody>
      </p:sp>
      <p:grpSp>
        <p:nvGrpSpPr>
          <p:cNvPr id="23" name="object 23"/>
          <p:cNvGrpSpPr/>
          <p:nvPr/>
        </p:nvGrpSpPr>
        <p:grpSpPr>
          <a:xfrm>
            <a:off x="4625340" y="4066044"/>
            <a:ext cx="2195830" cy="401955"/>
            <a:chOff x="4625340" y="4066044"/>
            <a:chExt cx="2195830" cy="401955"/>
          </a:xfrm>
        </p:grpSpPr>
        <p:sp>
          <p:nvSpPr>
            <p:cNvPr id="24" name="object 24"/>
            <p:cNvSpPr/>
            <p:nvPr/>
          </p:nvSpPr>
          <p:spPr>
            <a:xfrm>
              <a:off x="4625340" y="4200144"/>
              <a:ext cx="1370965" cy="76200"/>
            </a:xfrm>
            <a:custGeom>
              <a:avLst/>
              <a:gdLst/>
              <a:ahLst/>
              <a:cxnLst/>
              <a:rect l="l" t="t" r="r" b="b"/>
              <a:pathLst>
                <a:path w="1370964" h="76200">
                  <a:moveTo>
                    <a:pt x="1294764" y="0"/>
                  </a:moveTo>
                  <a:lnTo>
                    <a:pt x="1294764" y="76199"/>
                  </a:lnTo>
                  <a:lnTo>
                    <a:pt x="1358264" y="44449"/>
                  </a:lnTo>
                  <a:lnTo>
                    <a:pt x="1307464" y="44449"/>
                  </a:lnTo>
                  <a:lnTo>
                    <a:pt x="1307464" y="31749"/>
                  </a:lnTo>
                  <a:lnTo>
                    <a:pt x="1358264" y="31749"/>
                  </a:lnTo>
                  <a:lnTo>
                    <a:pt x="1294764" y="0"/>
                  </a:lnTo>
                  <a:close/>
                </a:path>
                <a:path w="1370964" h="76200">
                  <a:moveTo>
                    <a:pt x="1294764" y="31749"/>
                  </a:moveTo>
                  <a:lnTo>
                    <a:pt x="0" y="31749"/>
                  </a:lnTo>
                  <a:lnTo>
                    <a:pt x="0" y="44449"/>
                  </a:lnTo>
                  <a:lnTo>
                    <a:pt x="1294764" y="44449"/>
                  </a:lnTo>
                  <a:lnTo>
                    <a:pt x="1294764" y="31749"/>
                  </a:lnTo>
                  <a:close/>
                </a:path>
                <a:path w="1370964" h="76200">
                  <a:moveTo>
                    <a:pt x="1358264" y="31749"/>
                  </a:moveTo>
                  <a:lnTo>
                    <a:pt x="1307464" y="31749"/>
                  </a:lnTo>
                  <a:lnTo>
                    <a:pt x="1307464" y="44449"/>
                  </a:lnTo>
                  <a:lnTo>
                    <a:pt x="1358264" y="44449"/>
                  </a:lnTo>
                  <a:lnTo>
                    <a:pt x="1370964" y="38099"/>
                  </a:lnTo>
                  <a:lnTo>
                    <a:pt x="1358264" y="31749"/>
                  </a:lnTo>
                  <a:close/>
                </a:path>
              </a:pathLst>
            </a:custGeom>
            <a:solidFill>
              <a:srgbClr val="FFFFFF"/>
            </a:solidFill>
          </p:spPr>
          <p:txBody>
            <a:bodyPr wrap="square" lIns="0" tIns="0" rIns="0" bIns="0" rtlCol="0"/>
            <a:lstStyle/>
            <a:p>
              <a:endParaRPr/>
            </a:p>
          </p:txBody>
        </p:sp>
        <p:sp>
          <p:nvSpPr>
            <p:cNvPr id="25" name="object 25"/>
            <p:cNvSpPr/>
            <p:nvPr/>
          </p:nvSpPr>
          <p:spPr>
            <a:xfrm>
              <a:off x="5996940" y="4066044"/>
              <a:ext cx="823721" cy="401561"/>
            </a:xfrm>
            <a:prstGeom prst="rect">
              <a:avLst/>
            </a:prstGeom>
            <a:blipFill>
              <a:blip r:embed="rId7" cstate="print"/>
              <a:stretch>
                <a:fillRect/>
              </a:stretch>
            </a:blipFill>
          </p:spPr>
          <p:txBody>
            <a:bodyPr wrap="square" lIns="0" tIns="0" rIns="0" bIns="0" rtlCol="0"/>
            <a:lstStyle/>
            <a:p>
              <a:endParaRPr/>
            </a:p>
          </p:txBody>
        </p:sp>
      </p:grpSp>
      <p:sp>
        <p:nvSpPr>
          <p:cNvPr id="26" name="object 26"/>
          <p:cNvSpPr txBox="1"/>
          <p:nvPr/>
        </p:nvSpPr>
        <p:spPr>
          <a:xfrm>
            <a:off x="6097651" y="4108830"/>
            <a:ext cx="607695" cy="239395"/>
          </a:xfrm>
          <a:prstGeom prst="rect">
            <a:avLst/>
          </a:prstGeom>
        </p:spPr>
        <p:txBody>
          <a:bodyPr vert="horz" wrap="square" lIns="0" tIns="12700" rIns="0" bIns="0" rtlCol="0">
            <a:spAutoFit/>
          </a:bodyPr>
          <a:lstStyle/>
          <a:p>
            <a:pPr marL="12700">
              <a:lnSpc>
                <a:spcPct val="100000"/>
              </a:lnSpc>
              <a:spcBef>
                <a:spcPts val="100"/>
              </a:spcBef>
            </a:pPr>
            <a:r>
              <a:rPr sz="1400" b="1" dirty="0">
                <a:solidFill>
                  <a:srgbClr val="FFFFFF"/>
                </a:solidFill>
                <a:latin typeface="Arial"/>
                <a:cs typeface="Arial"/>
              </a:rPr>
              <a:t>O</a:t>
            </a:r>
            <a:r>
              <a:rPr sz="1400" b="1" spc="-10" dirty="0">
                <a:solidFill>
                  <a:srgbClr val="FFFFFF"/>
                </a:solidFill>
                <a:latin typeface="Arial"/>
                <a:cs typeface="Arial"/>
              </a:rPr>
              <a:t>u</a:t>
            </a:r>
            <a:r>
              <a:rPr sz="1400" b="1" dirty="0">
                <a:solidFill>
                  <a:srgbClr val="FFFFFF"/>
                </a:solidFill>
                <a:latin typeface="Arial"/>
                <a:cs typeface="Arial"/>
              </a:rPr>
              <a:t>t</a:t>
            </a:r>
            <a:r>
              <a:rPr sz="1400" b="1" spc="-10" dirty="0">
                <a:solidFill>
                  <a:srgbClr val="FFFFFF"/>
                </a:solidFill>
                <a:latin typeface="Arial"/>
                <a:cs typeface="Arial"/>
              </a:rPr>
              <a:t>pu</a:t>
            </a:r>
            <a:r>
              <a:rPr sz="1400" b="1" dirty="0">
                <a:solidFill>
                  <a:srgbClr val="FFFFFF"/>
                </a:solidFill>
                <a:latin typeface="Arial"/>
                <a:cs typeface="Arial"/>
              </a:rPr>
              <a:t>t</a:t>
            </a:r>
            <a:endParaRPr sz="1400">
              <a:latin typeface="Arial"/>
              <a:cs typeface="Arial"/>
            </a:endParaRPr>
          </a:p>
        </p:txBody>
      </p:sp>
      <p:grpSp>
        <p:nvGrpSpPr>
          <p:cNvPr id="27" name="object 27"/>
          <p:cNvGrpSpPr/>
          <p:nvPr/>
        </p:nvGrpSpPr>
        <p:grpSpPr>
          <a:xfrm>
            <a:off x="632459" y="4934724"/>
            <a:ext cx="1884680" cy="401955"/>
            <a:chOff x="632459" y="4934724"/>
            <a:chExt cx="1884680" cy="401955"/>
          </a:xfrm>
        </p:grpSpPr>
        <p:sp>
          <p:nvSpPr>
            <p:cNvPr id="28" name="object 28"/>
            <p:cNvSpPr/>
            <p:nvPr/>
          </p:nvSpPr>
          <p:spPr>
            <a:xfrm>
              <a:off x="1146047" y="5187696"/>
              <a:ext cx="1370965" cy="76200"/>
            </a:xfrm>
            <a:custGeom>
              <a:avLst/>
              <a:gdLst/>
              <a:ahLst/>
              <a:cxnLst/>
              <a:rect l="l" t="t" r="r" b="b"/>
              <a:pathLst>
                <a:path w="1370964" h="76200">
                  <a:moveTo>
                    <a:pt x="1294765" y="0"/>
                  </a:moveTo>
                  <a:lnTo>
                    <a:pt x="1294765" y="76199"/>
                  </a:lnTo>
                  <a:lnTo>
                    <a:pt x="1358265" y="44449"/>
                  </a:lnTo>
                  <a:lnTo>
                    <a:pt x="1307465" y="44449"/>
                  </a:lnTo>
                  <a:lnTo>
                    <a:pt x="1307465" y="31749"/>
                  </a:lnTo>
                  <a:lnTo>
                    <a:pt x="1358265" y="31749"/>
                  </a:lnTo>
                  <a:lnTo>
                    <a:pt x="1294765" y="0"/>
                  </a:lnTo>
                  <a:close/>
                </a:path>
                <a:path w="1370964" h="76200">
                  <a:moveTo>
                    <a:pt x="1294765" y="31749"/>
                  </a:moveTo>
                  <a:lnTo>
                    <a:pt x="0" y="31749"/>
                  </a:lnTo>
                  <a:lnTo>
                    <a:pt x="0" y="44449"/>
                  </a:lnTo>
                  <a:lnTo>
                    <a:pt x="1294765" y="44449"/>
                  </a:lnTo>
                  <a:lnTo>
                    <a:pt x="1294765" y="31749"/>
                  </a:lnTo>
                  <a:close/>
                </a:path>
                <a:path w="1370964" h="76200">
                  <a:moveTo>
                    <a:pt x="1358265" y="31749"/>
                  </a:moveTo>
                  <a:lnTo>
                    <a:pt x="1307465" y="31749"/>
                  </a:lnTo>
                  <a:lnTo>
                    <a:pt x="1307465" y="44449"/>
                  </a:lnTo>
                  <a:lnTo>
                    <a:pt x="1358265" y="44449"/>
                  </a:lnTo>
                  <a:lnTo>
                    <a:pt x="1370965" y="38099"/>
                  </a:lnTo>
                  <a:lnTo>
                    <a:pt x="1358265" y="31749"/>
                  </a:lnTo>
                  <a:close/>
                </a:path>
              </a:pathLst>
            </a:custGeom>
            <a:solidFill>
              <a:srgbClr val="FFFFFF"/>
            </a:solidFill>
          </p:spPr>
          <p:txBody>
            <a:bodyPr wrap="square" lIns="0" tIns="0" rIns="0" bIns="0" rtlCol="0"/>
            <a:lstStyle/>
            <a:p>
              <a:endParaRPr/>
            </a:p>
          </p:txBody>
        </p:sp>
        <p:sp>
          <p:nvSpPr>
            <p:cNvPr id="29" name="object 29"/>
            <p:cNvSpPr/>
            <p:nvPr/>
          </p:nvSpPr>
          <p:spPr>
            <a:xfrm>
              <a:off x="632459" y="4934724"/>
              <a:ext cx="627126" cy="401561"/>
            </a:xfrm>
            <a:prstGeom prst="rect">
              <a:avLst/>
            </a:prstGeom>
            <a:blipFill>
              <a:blip r:embed="rId8" cstate="print"/>
              <a:stretch>
                <a:fillRect/>
              </a:stretch>
            </a:blipFill>
          </p:spPr>
          <p:txBody>
            <a:bodyPr wrap="square" lIns="0" tIns="0" rIns="0" bIns="0" rtlCol="0"/>
            <a:lstStyle/>
            <a:p>
              <a:endParaRPr/>
            </a:p>
          </p:txBody>
        </p:sp>
      </p:grpSp>
      <p:grpSp>
        <p:nvGrpSpPr>
          <p:cNvPr id="30" name="object 30"/>
          <p:cNvGrpSpPr/>
          <p:nvPr/>
        </p:nvGrpSpPr>
        <p:grpSpPr>
          <a:xfrm>
            <a:off x="434340" y="5501640"/>
            <a:ext cx="2082800" cy="401955"/>
            <a:chOff x="434340" y="5501640"/>
            <a:chExt cx="2082800" cy="401955"/>
          </a:xfrm>
        </p:grpSpPr>
        <p:sp>
          <p:nvSpPr>
            <p:cNvPr id="31" name="object 31"/>
            <p:cNvSpPr/>
            <p:nvPr/>
          </p:nvSpPr>
          <p:spPr>
            <a:xfrm>
              <a:off x="1146048" y="5637276"/>
              <a:ext cx="1370965" cy="76200"/>
            </a:xfrm>
            <a:custGeom>
              <a:avLst/>
              <a:gdLst/>
              <a:ahLst/>
              <a:cxnLst/>
              <a:rect l="l" t="t" r="r" b="b"/>
              <a:pathLst>
                <a:path w="1370964" h="76200">
                  <a:moveTo>
                    <a:pt x="1294765" y="0"/>
                  </a:moveTo>
                  <a:lnTo>
                    <a:pt x="1294765" y="76200"/>
                  </a:lnTo>
                  <a:lnTo>
                    <a:pt x="1358265" y="44450"/>
                  </a:lnTo>
                  <a:lnTo>
                    <a:pt x="1307465" y="44450"/>
                  </a:lnTo>
                  <a:lnTo>
                    <a:pt x="1307465" y="31750"/>
                  </a:lnTo>
                  <a:lnTo>
                    <a:pt x="1358265" y="31750"/>
                  </a:lnTo>
                  <a:lnTo>
                    <a:pt x="1294765" y="0"/>
                  </a:lnTo>
                  <a:close/>
                </a:path>
                <a:path w="1370964" h="76200">
                  <a:moveTo>
                    <a:pt x="1294765" y="31750"/>
                  </a:moveTo>
                  <a:lnTo>
                    <a:pt x="0" y="31750"/>
                  </a:lnTo>
                  <a:lnTo>
                    <a:pt x="0" y="44450"/>
                  </a:lnTo>
                  <a:lnTo>
                    <a:pt x="1294765" y="44450"/>
                  </a:lnTo>
                  <a:lnTo>
                    <a:pt x="1294765" y="31750"/>
                  </a:lnTo>
                  <a:close/>
                </a:path>
                <a:path w="1370964" h="76200">
                  <a:moveTo>
                    <a:pt x="1358265" y="31750"/>
                  </a:moveTo>
                  <a:lnTo>
                    <a:pt x="1307465" y="31750"/>
                  </a:lnTo>
                  <a:lnTo>
                    <a:pt x="1307465" y="44450"/>
                  </a:lnTo>
                  <a:lnTo>
                    <a:pt x="1358265" y="44450"/>
                  </a:lnTo>
                  <a:lnTo>
                    <a:pt x="1370965" y="38100"/>
                  </a:lnTo>
                  <a:lnTo>
                    <a:pt x="1358265" y="31750"/>
                  </a:lnTo>
                  <a:close/>
                </a:path>
              </a:pathLst>
            </a:custGeom>
            <a:solidFill>
              <a:srgbClr val="FFFFFF"/>
            </a:solidFill>
          </p:spPr>
          <p:txBody>
            <a:bodyPr wrap="square" lIns="0" tIns="0" rIns="0" bIns="0" rtlCol="0"/>
            <a:lstStyle/>
            <a:p>
              <a:endParaRPr/>
            </a:p>
          </p:txBody>
        </p:sp>
        <p:sp>
          <p:nvSpPr>
            <p:cNvPr id="32" name="object 32"/>
            <p:cNvSpPr/>
            <p:nvPr/>
          </p:nvSpPr>
          <p:spPr>
            <a:xfrm>
              <a:off x="434340" y="5501640"/>
              <a:ext cx="823722" cy="401561"/>
            </a:xfrm>
            <a:prstGeom prst="rect">
              <a:avLst/>
            </a:prstGeom>
            <a:blipFill>
              <a:blip r:embed="rId9" cstate="print"/>
              <a:stretch>
                <a:fillRect/>
              </a:stretch>
            </a:blipFill>
          </p:spPr>
          <p:txBody>
            <a:bodyPr wrap="square" lIns="0" tIns="0" rIns="0" bIns="0" rtlCol="0"/>
            <a:lstStyle/>
            <a:p>
              <a:endParaRPr/>
            </a:p>
          </p:txBody>
        </p:sp>
      </p:grpSp>
      <p:sp>
        <p:nvSpPr>
          <p:cNvPr id="33" name="object 33"/>
          <p:cNvSpPr txBox="1"/>
          <p:nvPr/>
        </p:nvSpPr>
        <p:spPr>
          <a:xfrm>
            <a:off x="534720" y="4977129"/>
            <a:ext cx="610870" cy="807085"/>
          </a:xfrm>
          <a:prstGeom prst="rect">
            <a:avLst/>
          </a:prstGeom>
        </p:spPr>
        <p:txBody>
          <a:bodyPr vert="horz" wrap="square" lIns="0" tIns="12700" rIns="0" bIns="0" rtlCol="0">
            <a:spAutoFit/>
          </a:bodyPr>
          <a:lstStyle/>
          <a:p>
            <a:pPr marR="5080" algn="r">
              <a:lnSpc>
                <a:spcPct val="100000"/>
              </a:lnSpc>
              <a:spcBef>
                <a:spcPts val="100"/>
              </a:spcBef>
            </a:pPr>
            <a:r>
              <a:rPr sz="1400" b="1" spc="-10" dirty="0">
                <a:solidFill>
                  <a:srgbClr val="FFFFFF"/>
                </a:solidFill>
                <a:latin typeface="Arial"/>
                <a:cs typeface="Arial"/>
              </a:rPr>
              <a:t>D</a:t>
            </a:r>
            <a:r>
              <a:rPr sz="1400" b="1" dirty="0">
                <a:solidFill>
                  <a:srgbClr val="FFFFFF"/>
                </a:solidFill>
                <a:latin typeface="Arial"/>
                <a:cs typeface="Arial"/>
              </a:rPr>
              <a:t>ata</a:t>
            </a:r>
            <a:endParaRPr sz="1400">
              <a:latin typeface="Arial"/>
              <a:cs typeface="Arial"/>
            </a:endParaRPr>
          </a:p>
          <a:p>
            <a:pPr marR="5080" algn="r">
              <a:lnSpc>
                <a:spcPct val="100000"/>
              </a:lnSpc>
            </a:pPr>
            <a:r>
              <a:rPr sz="1400" dirty="0">
                <a:solidFill>
                  <a:srgbClr val="FFFFFF"/>
                </a:solidFill>
                <a:latin typeface="Arial"/>
                <a:cs typeface="Arial"/>
              </a:rPr>
              <a:t>(Input)</a:t>
            </a:r>
            <a:endParaRPr sz="1400">
              <a:latin typeface="Arial"/>
              <a:cs typeface="Arial"/>
            </a:endParaRPr>
          </a:p>
          <a:p>
            <a:pPr marR="7620" algn="r">
              <a:lnSpc>
                <a:spcPct val="100000"/>
              </a:lnSpc>
              <a:spcBef>
                <a:spcPts val="1110"/>
              </a:spcBef>
            </a:pPr>
            <a:r>
              <a:rPr sz="1400" b="1" dirty="0">
                <a:solidFill>
                  <a:srgbClr val="FFFFFF"/>
                </a:solidFill>
                <a:latin typeface="Arial"/>
                <a:cs typeface="Arial"/>
              </a:rPr>
              <a:t>O</a:t>
            </a:r>
            <a:r>
              <a:rPr sz="1400" b="1" spc="-10" dirty="0">
                <a:solidFill>
                  <a:srgbClr val="FFFFFF"/>
                </a:solidFill>
                <a:latin typeface="Arial"/>
                <a:cs typeface="Arial"/>
              </a:rPr>
              <a:t>u</a:t>
            </a:r>
            <a:r>
              <a:rPr sz="1400" b="1" dirty="0">
                <a:solidFill>
                  <a:srgbClr val="FFFFFF"/>
                </a:solidFill>
                <a:latin typeface="Arial"/>
                <a:cs typeface="Arial"/>
              </a:rPr>
              <a:t>t</a:t>
            </a:r>
            <a:r>
              <a:rPr sz="1400" b="1" spc="-10" dirty="0">
                <a:solidFill>
                  <a:srgbClr val="FFFFFF"/>
                </a:solidFill>
                <a:latin typeface="Arial"/>
                <a:cs typeface="Arial"/>
              </a:rPr>
              <a:t>pu</a:t>
            </a:r>
            <a:r>
              <a:rPr sz="1400" b="1" dirty="0">
                <a:solidFill>
                  <a:srgbClr val="FFFFFF"/>
                </a:solidFill>
                <a:latin typeface="Arial"/>
                <a:cs typeface="Arial"/>
              </a:rPr>
              <a:t>t</a:t>
            </a:r>
            <a:endParaRPr sz="1400">
              <a:latin typeface="Arial"/>
              <a:cs typeface="Arial"/>
            </a:endParaRPr>
          </a:p>
        </p:txBody>
      </p:sp>
      <p:grpSp>
        <p:nvGrpSpPr>
          <p:cNvPr id="34" name="object 34"/>
          <p:cNvGrpSpPr/>
          <p:nvPr/>
        </p:nvGrpSpPr>
        <p:grpSpPr>
          <a:xfrm>
            <a:off x="2611882" y="5047234"/>
            <a:ext cx="1919605" cy="795020"/>
            <a:chOff x="2611882" y="5047234"/>
            <a:chExt cx="1919605" cy="795020"/>
          </a:xfrm>
        </p:grpSpPr>
        <p:sp>
          <p:nvSpPr>
            <p:cNvPr id="35" name="object 35"/>
            <p:cNvSpPr/>
            <p:nvPr/>
          </p:nvSpPr>
          <p:spPr>
            <a:xfrm>
              <a:off x="2618232" y="5053584"/>
              <a:ext cx="1906905" cy="782320"/>
            </a:xfrm>
            <a:custGeom>
              <a:avLst/>
              <a:gdLst/>
              <a:ahLst/>
              <a:cxnLst/>
              <a:rect l="l" t="t" r="r" b="b"/>
              <a:pathLst>
                <a:path w="1906904" h="782320">
                  <a:moveTo>
                    <a:pt x="1871726" y="0"/>
                  </a:moveTo>
                  <a:lnTo>
                    <a:pt x="34798" y="0"/>
                  </a:lnTo>
                  <a:lnTo>
                    <a:pt x="21270" y="2740"/>
                  </a:lnTo>
                  <a:lnTo>
                    <a:pt x="10207" y="10207"/>
                  </a:lnTo>
                  <a:lnTo>
                    <a:pt x="2740" y="21270"/>
                  </a:lnTo>
                  <a:lnTo>
                    <a:pt x="0" y="34798"/>
                  </a:lnTo>
                  <a:lnTo>
                    <a:pt x="0" y="746963"/>
                  </a:lnTo>
                  <a:lnTo>
                    <a:pt x="2740" y="760525"/>
                  </a:lnTo>
                  <a:lnTo>
                    <a:pt x="10207" y="771602"/>
                  </a:lnTo>
                  <a:lnTo>
                    <a:pt x="21270" y="779072"/>
                  </a:lnTo>
                  <a:lnTo>
                    <a:pt x="34798" y="781812"/>
                  </a:lnTo>
                  <a:lnTo>
                    <a:pt x="1871726" y="781812"/>
                  </a:lnTo>
                  <a:lnTo>
                    <a:pt x="1885253" y="779072"/>
                  </a:lnTo>
                  <a:lnTo>
                    <a:pt x="1896316" y="771602"/>
                  </a:lnTo>
                  <a:lnTo>
                    <a:pt x="1903783" y="760525"/>
                  </a:lnTo>
                  <a:lnTo>
                    <a:pt x="1906523" y="746963"/>
                  </a:lnTo>
                  <a:lnTo>
                    <a:pt x="1906523" y="34798"/>
                  </a:lnTo>
                  <a:lnTo>
                    <a:pt x="1903783" y="21270"/>
                  </a:lnTo>
                  <a:lnTo>
                    <a:pt x="1896316" y="10207"/>
                  </a:lnTo>
                  <a:lnTo>
                    <a:pt x="1885253" y="2740"/>
                  </a:lnTo>
                  <a:lnTo>
                    <a:pt x="1871726" y="0"/>
                  </a:lnTo>
                  <a:close/>
                </a:path>
              </a:pathLst>
            </a:custGeom>
            <a:solidFill>
              <a:srgbClr val="FF8E01"/>
            </a:solidFill>
          </p:spPr>
          <p:txBody>
            <a:bodyPr wrap="square" lIns="0" tIns="0" rIns="0" bIns="0" rtlCol="0"/>
            <a:lstStyle/>
            <a:p>
              <a:endParaRPr/>
            </a:p>
          </p:txBody>
        </p:sp>
        <p:sp>
          <p:nvSpPr>
            <p:cNvPr id="36" name="object 36"/>
            <p:cNvSpPr/>
            <p:nvPr/>
          </p:nvSpPr>
          <p:spPr>
            <a:xfrm>
              <a:off x="2618232" y="5053584"/>
              <a:ext cx="1906905" cy="782320"/>
            </a:xfrm>
            <a:custGeom>
              <a:avLst/>
              <a:gdLst/>
              <a:ahLst/>
              <a:cxnLst/>
              <a:rect l="l" t="t" r="r" b="b"/>
              <a:pathLst>
                <a:path w="1906904" h="782320">
                  <a:moveTo>
                    <a:pt x="0" y="34798"/>
                  </a:moveTo>
                  <a:lnTo>
                    <a:pt x="2740" y="21270"/>
                  </a:lnTo>
                  <a:lnTo>
                    <a:pt x="10207" y="10207"/>
                  </a:lnTo>
                  <a:lnTo>
                    <a:pt x="21270" y="2740"/>
                  </a:lnTo>
                  <a:lnTo>
                    <a:pt x="34798" y="0"/>
                  </a:lnTo>
                  <a:lnTo>
                    <a:pt x="1871726" y="0"/>
                  </a:lnTo>
                  <a:lnTo>
                    <a:pt x="1885253" y="2740"/>
                  </a:lnTo>
                  <a:lnTo>
                    <a:pt x="1896316" y="10207"/>
                  </a:lnTo>
                  <a:lnTo>
                    <a:pt x="1903783" y="21270"/>
                  </a:lnTo>
                  <a:lnTo>
                    <a:pt x="1906523" y="34798"/>
                  </a:lnTo>
                  <a:lnTo>
                    <a:pt x="1906523" y="746963"/>
                  </a:lnTo>
                  <a:lnTo>
                    <a:pt x="1903783" y="760525"/>
                  </a:lnTo>
                  <a:lnTo>
                    <a:pt x="1896316" y="771602"/>
                  </a:lnTo>
                  <a:lnTo>
                    <a:pt x="1885253" y="779072"/>
                  </a:lnTo>
                  <a:lnTo>
                    <a:pt x="1871726" y="781812"/>
                  </a:lnTo>
                  <a:lnTo>
                    <a:pt x="34798" y="781812"/>
                  </a:lnTo>
                  <a:lnTo>
                    <a:pt x="21270" y="779072"/>
                  </a:lnTo>
                  <a:lnTo>
                    <a:pt x="10207" y="771602"/>
                  </a:lnTo>
                  <a:lnTo>
                    <a:pt x="2740" y="760525"/>
                  </a:lnTo>
                  <a:lnTo>
                    <a:pt x="0" y="746963"/>
                  </a:lnTo>
                  <a:lnTo>
                    <a:pt x="0" y="34798"/>
                  </a:lnTo>
                  <a:close/>
                </a:path>
              </a:pathLst>
            </a:custGeom>
            <a:ln w="12700">
              <a:solidFill>
                <a:srgbClr val="814600"/>
              </a:solidFill>
            </a:ln>
          </p:spPr>
          <p:txBody>
            <a:bodyPr wrap="square" lIns="0" tIns="0" rIns="0" bIns="0" rtlCol="0"/>
            <a:lstStyle/>
            <a:p>
              <a:endParaRPr/>
            </a:p>
          </p:txBody>
        </p:sp>
        <p:sp>
          <p:nvSpPr>
            <p:cNvPr id="37" name="object 37"/>
            <p:cNvSpPr/>
            <p:nvPr/>
          </p:nvSpPr>
          <p:spPr>
            <a:xfrm>
              <a:off x="3038856" y="5134356"/>
              <a:ext cx="1082802" cy="454913"/>
            </a:xfrm>
            <a:prstGeom prst="rect">
              <a:avLst/>
            </a:prstGeom>
            <a:blipFill>
              <a:blip r:embed="rId10" cstate="print"/>
              <a:stretch>
                <a:fillRect/>
              </a:stretch>
            </a:blipFill>
          </p:spPr>
          <p:txBody>
            <a:bodyPr wrap="square" lIns="0" tIns="0" rIns="0" bIns="0" rtlCol="0"/>
            <a:lstStyle/>
            <a:p>
              <a:endParaRPr/>
            </a:p>
          </p:txBody>
        </p:sp>
        <p:sp>
          <p:nvSpPr>
            <p:cNvPr id="38" name="object 38"/>
            <p:cNvSpPr/>
            <p:nvPr/>
          </p:nvSpPr>
          <p:spPr>
            <a:xfrm>
              <a:off x="3044952" y="5378196"/>
              <a:ext cx="1126998" cy="454914"/>
            </a:xfrm>
            <a:prstGeom prst="rect">
              <a:avLst/>
            </a:prstGeom>
            <a:blipFill>
              <a:blip r:embed="rId11" cstate="print"/>
              <a:stretch>
                <a:fillRect/>
              </a:stretch>
            </a:blipFill>
          </p:spPr>
          <p:txBody>
            <a:bodyPr wrap="square" lIns="0" tIns="0" rIns="0" bIns="0" rtlCol="0"/>
            <a:lstStyle/>
            <a:p>
              <a:endParaRPr/>
            </a:p>
          </p:txBody>
        </p:sp>
      </p:grpSp>
      <p:sp>
        <p:nvSpPr>
          <p:cNvPr id="39" name="object 39"/>
          <p:cNvSpPr txBox="1"/>
          <p:nvPr/>
        </p:nvSpPr>
        <p:spPr>
          <a:xfrm>
            <a:off x="3153536" y="5184775"/>
            <a:ext cx="887730" cy="513080"/>
          </a:xfrm>
          <a:prstGeom prst="rect">
            <a:avLst/>
          </a:prstGeom>
        </p:spPr>
        <p:txBody>
          <a:bodyPr vert="horz" wrap="square" lIns="0" tIns="12065" rIns="0" bIns="0" rtlCol="0">
            <a:spAutoFit/>
          </a:bodyPr>
          <a:lstStyle/>
          <a:p>
            <a:pPr marL="12700">
              <a:lnSpc>
                <a:spcPct val="100000"/>
              </a:lnSpc>
              <a:spcBef>
                <a:spcPts val="95"/>
              </a:spcBef>
            </a:pPr>
            <a:r>
              <a:rPr sz="1600" b="1" spc="-5" dirty="0">
                <a:solidFill>
                  <a:srgbClr val="FFFFFF"/>
                </a:solidFill>
                <a:latin typeface="Arial"/>
                <a:cs typeface="Arial"/>
              </a:rPr>
              <a:t>Machine</a:t>
            </a:r>
            <a:endParaRPr sz="1600">
              <a:latin typeface="Arial"/>
              <a:cs typeface="Arial"/>
            </a:endParaRPr>
          </a:p>
          <a:p>
            <a:pPr marL="18415">
              <a:lnSpc>
                <a:spcPct val="100000"/>
              </a:lnSpc>
            </a:pPr>
            <a:r>
              <a:rPr sz="1600" b="1" spc="-5" dirty="0">
                <a:solidFill>
                  <a:srgbClr val="FFFFFF"/>
                </a:solidFill>
                <a:latin typeface="Arial"/>
                <a:cs typeface="Arial"/>
              </a:rPr>
              <a:t>L</a:t>
            </a:r>
            <a:r>
              <a:rPr sz="1600" b="1" spc="-10" dirty="0">
                <a:solidFill>
                  <a:srgbClr val="FFFFFF"/>
                </a:solidFill>
                <a:latin typeface="Arial"/>
                <a:cs typeface="Arial"/>
              </a:rPr>
              <a:t>e</a:t>
            </a:r>
            <a:r>
              <a:rPr sz="1600" b="1" spc="-5" dirty="0">
                <a:solidFill>
                  <a:srgbClr val="FFFFFF"/>
                </a:solidFill>
                <a:latin typeface="Arial"/>
                <a:cs typeface="Arial"/>
              </a:rPr>
              <a:t>arni</a:t>
            </a:r>
            <a:r>
              <a:rPr sz="1600" b="1" spc="-15" dirty="0">
                <a:solidFill>
                  <a:srgbClr val="FFFFFF"/>
                </a:solidFill>
                <a:latin typeface="Arial"/>
                <a:cs typeface="Arial"/>
              </a:rPr>
              <a:t>n</a:t>
            </a:r>
            <a:r>
              <a:rPr sz="1600" b="1" spc="-5" dirty="0">
                <a:solidFill>
                  <a:srgbClr val="FFFFFF"/>
                </a:solidFill>
                <a:latin typeface="Arial"/>
                <a:cs typeface="Arial"/>
              </a:rPr>
              <a:t>g</a:t>
            </a:r>
            <a:endParaRPr sz="1600">
              <a:latin typeface="Arial"/>
              <a:cs typeface="Arial"/>
            </a:endParaRPr>
          </a:p>
        </p:txBody>
      </p:sp>
      <p:grpSp>
        <p:nvGrpSpPr>
          <p:cNvPr id="40" name="object 40"/>
          <p:cNvGrpSpPr/>
          <p:nvPr/>
        </p:nvGrpSpPr>
        <p:grpSpPr>
          <a:xfrm>
            <a:off x="4625340" y="5256276"/>
            <a:ext cx="2346325" cy="401955"/>
            <a:chOff x="4625340" y="5256276"/>
            <a:chExt cx="2346325" cy="401955"/>
          </a:xfrm>
        </p:grpSpPr>
        <p:sp>
          <p:nvSpPr>
            <p:cNvPr id="41" name="object 41"/>
            <p:cNvSpPr/>
            <p:nvPr/>
          </p:nvSpPr>
          <p:spPr>
            <a:xfrm>
              <a:off x="4625340" y="5407152"/>
              <a:ext cx="1370965" cy="76200"/>
            </a:xfrm>
            <a:custGeom>
              <a:avLst/>
              <a:gdLst/>
              <a:ahLst/>
              <a:cxnLst/>
              <a:rect l="l" t="t" r="r" b="b"/>
              <a:pathLst>
                <a:path w="1370964" h="76200">
                  <a:moveTo>
                    <a:pt x="1294764" y="0"/>
                  </a:moveTo>
                  <a:lnTo>
                    <a:pt x="1294764" y="76200"/>
                  </a:lnTo>
                  <a:lnTo>
                    <a:pt x="1358264" y="44450"/>
                  </a:lnTo>
                  <a:lnTo>
                    <a:pt x="1307464" y="44450"/>
                  </a:lnTo>
                  <a:lnTo>
                    <a:pt x="1307464" y="31750"/>
                  </a:lnTo>
                  <a:lnTo>
                    <a:pt x="1358264" y="31750"/>
                  </a:lnTo>
                  <a:lnTo>
                    <a:pt x="1294764" y="0"/>
                  </a:lnTo>
                  <a:close/>
                </a:path>
                <a:path w="1370964" h="76200">
                  <a:moveTo>
                    <a:pt x="1294764" y="31750"/>
                  </a:moveTo>
                  <a:lnTo>
                    <a:pt x="0" y="31750"/>
                  </a:lnTo>
                  <a:lnTo>
                    <a:pt x="0" y="44450"/>
                  </a:lnTo>
                  <a:lnTo>
                    <a:pt x="1294764" y="44450"/>
                  </a:lnTo>
                  <a:lnTo>
                    <a:pt x="1294764" y="31750"/>
                  </a:lnTo>
                  <a:close/>
                </a:path>
                <a:path w="1370964" h="76200">
                  <a:moveTo>
                    <a:pt x="1358264" y="31750"/>
                  </a:moveTo>
                  <a:lnTo>
                    <a:pt x="1307464" y="31750"/>
                  </a:lnTo>
                  <a:lnTo>
                    <a:pt x="1307464" y="44450"/>
                  </a:lnTo>
                  <a:lnTo>
                    <a:pt x="1358264" y="44450"/>
                  </a:lnTo>
                  <a:lnTo>
                    <a:pt x="1370964" y="38100"/>
                  </a:lnTo>
                  <a:lnTo>
                    <a:pt x="1358264" y="31750"/>
                  </a:lnTo>
                  <a:close/>
                </a:path>
              </a:pathLst>
            </a:custGeom>
            <a:solidFill>
              <a:srgbClr val="FFFFFF"/>
            </a:solidFill>
          </p:spPr>
          <p:txBody>
            <a:bodyPr wrap="square" lIns="0" tIns="0" rIns="0" bIns="0" rtlCol="0"/>
            <a:lstStyle/>
            <a:p>
              <a:endParaRPr/>
            </a:p>
          </p:txBody>
        </p:sp>
        <p:sp>
          <p:nvSpPr>
            <p:cNvPr id="42" name="object 42"/>
            <p:cNvSpPr/>
            <p:nvPr/>
          </p:nvSpPr>
          <p:spPr>
            <a:xfrm>
              <a:off x="5996940" y="5256276"/>
              <a:ext cx="974597" cy="401561"/>
            </a:xfrm>
            <a:prstGeom prst="rect">
              <a:avLst/>
            </a:prstGeom>
            <a:blipFill>
              <a:blip r:embed="rId12" cstate="print"/>
              <a:stretch>
                <a:fillRect/>
              </a:stretch>
            </a:blipFill>
          </p:spPr>
          <p:txBody>
            <a:bodyPr wrap="square" lIns="0" tIns="0" rIns="0" bIns="0" rtlCol="0"/>
            <a:lstStyle/>
            <a:p>
              <a:endParaRPr/>
            </a:p>
          </p:txBody>
        </p:sp>
      </p:grpSp>
      <p:sp>
        <p:nvSpPr>
          <p:cNvPr id="43" name="object 43"/>
          <p:cNvSpPr txBox="1"/>
          <p:nvPr/>
        </p:nvSpPr>
        <p:spPr>
          <a:xfrm>
            <a:off x="6097651" y="5298440"/>
            <a:ext cx="758825" cy="239395"/>
          </a:xfrm>
          <a:prstGeom prst="rect">
            <a:avLst/>
          </a:prstGeom>
        </p:spPr>
        <p:txBody>
          <a:bodyPr vert="horz" wrap="square" lIns="0" tIns="12700" rIns="0" bIns="0" rtlCol="0">
            <a:spAutoFit/>
          </a:bodyPr>
          <a:lstStyle/>
          <a:p>
            <a:pPr marL="12700">
              <a:lnSpc>
                <a:spcPct val="100000"/>
              </a:lnSpc>
              <a:spcBef>
                <a:spcPts val="100"/>
              </a:spcBef>
            </a:pPr>
            <a:r>
              <a:rPr sz="1400" b="1" spc="-5" dirty="0">
                <a:solidFill>
                  <a:srgbClr val="FFFFFF"/>
                </a:solidFill>
                <a:latin typeface="Arial"/>
                <a:cs typeface="Arial"/>
              </a:rPr>
              <a:t>Program</a:t>
            </a:r>
            <a:endParaRPr sz="1400">
              <a:latin typeface="Arial"/>
              <a:cs typeface="Arial"/>
            </a:endParaRPr>
          </a:p>
        </p:txBody>
      </p:sp>
      <p:grpSp>
        <p:nvGrpSpPr>
          <p:cNvPr id="44" name="object 44"/>
          <p:cNvGrpSpPr/>
          <p:nvPr/>
        </p:nvGrpSpPr>
        <p:grpSpPr>
          <a:xfrm>
            <a:off x="8314435" y="3372103"/>
            <a:ext cx="2389505" cy="2515235"/>
            <a:chOff x="8314435" y="3372103"/>
            <a:chExt cx="2389505" cy="2515235"/>
          </a:xfrm>
        </p:grpSpPr>
        <p:sp>
          <p:nvSpPr>
            <p:cNvPr id="45" name="object 45"/>
            <p:cNvSpPr/>
            <p:nvPr/>
          </p:nvSpPr>
          <p:spPr>
            <a:xfrm>
              <a:off x="8320404" y="3378506"/>
              <a:ext cx="2376805" cy="1251585"/>
            </a:xfrm>
            <a:custGeom>
              <a:avLst/>
              <a:gdLst/>
              <a:ahLst/>
              <a:cxnLst/>
              <a:rect l="l" t="t" r="r" b="b"/>
              <a:pathLst>
                <a:path w="2376804" h="1251585">
                  <a:moveTo>
                    <a:pt x="1185511" y="0"/>
                  </a:moveTo>
                  <a:lnTo>
                    <a:pt x="1139814" y="1373"/>
                  </a:lnTo>
                  <a:lnTo>
                    <a:pt x="1094005" y="4445"/>
                  </a:lnTo>
                  <a:lnTo>
                    <a:pt x="1048125" y="9234"/>
                  </a:lnTo>
                  <a:lnTo>
                    <a:pt x="1002216" y="15761"/>
                  </a:lnTo>
                  <a:lnTo>
                    <a:pt x="956319" y="24044"/>
                  </a:lnTo>
                  <a:lnTo>
                    <a:pt x="910476" y="34103"/>
                  </a:lnTo>
                  <a:lnTo>
                    <a:pt x="864728" y="45958"/>
                  </a:lnTo>
                  <a:lnTo>
                    <a:pt x="819117" y="59627"/>
                  </a:lnTo>
                  <a:lnTo>
                    <a:pt x="773684" y="75131"/>
                  </a:lnTo>
                  <a:lnTo>
                    <a:pt x="727406" y="92931"/>
                  </a:lnTo>
                  <a:lnTo>
                    <a:pt x="682069" y="112460"/>
                  </a:lnTo>
                  <a:lnTo>
                    <a:pt x="637713" y="133676"/>
                  </a:lnTo>
                  <a:lnTo>
                    <a:pt x="594374" y="156539"/>
                  </a:lnTo>
                  <a:lnTo>
                    <a:pt x="552091" y="181008"/>
                  </a:lnTo>
                  <a:lnTo>
                    <a:pt x="510903" y="207042"/>
                  </a:lnTo>
                  <a:lnTo>
                    <a:pt x="470846" y="234602"/>
                  </a:lnTo>
                  <a:lnTo>
                    <a:pt x="431959" y="263646"/>
                  </a:lnTo>
                  <a:lnTo>
                    <a:pt x="394281" y="294134"/>
                  </a:lnTo>
                  <a:lnTo>
                    <a:pt x="357849" y="326025"/>
                  </a:lnTo>
                  <a:lnTo>
                    <a:pt x="322702" y="359278"/>
                  </a:lnTo>
                  <a:lnTo>
                    <a:pt x="288877" y="393853"/>
                  </a:lnTo>
                  <a:lnTo>
                    <a:pt x="256413" y="429710"/>
                  </a:lnTo>
                  <a:lnTo>
                    <a:pt x="225347" y="466807"/>
                  </a:lnTo>
                  <a:lnTo>
                    <a:pt x="195718" y="505104"/>
                  </a:lnTo>
                  <a:lnTo>
                    <a:pt x="167564" y="544561"/>
                  </a:lnTo>
                  <a:lnTo>
                    <a:pt x="140923" y="585136"/>
                  </a:lnTo>
                  <a:lnTo>
                    <a:pt x="115833" y="626789"/>
                  </a:lnTo>
                  <a:lnTo>
                    <a:pt x="92333" y="669480"/>
                  </a:lnTo>
                  <a:lnTo>
                    <a:pt x="70459" y="713168"/>
                  </a:lnTo>
                  <a:lnTo>
                    <a:pt x="50251" y="757812"/>
                  </a:lnTo>
                  <a:lnTo>
                    <a:pt x="31746" y="803371"/>
                  </a:lnTo>
                  <a:lnTo>
                    <a:pt x="14983" y="849806"/>
                  </a:lnTo>
                  <a:lnTo>
                    <a:pt x="0" y="897075"/>
                  </a:lnTo>
                  <a:lnTo>
                    <a:pt x="1200023" y="1251405"/>
                  </a:lnTo>
                  <a:lnTo>
                    <a:pt x="2376297" y="825066"/>
                  </a:lnTo>
                  <a:lnTo>
                    <a:pt x="2359094" y="780257"/>
                  </a:lnTo>
                  <a:lnTo>
                    <a:pt x="2340369" y="736486"/>
                  </a:lnTo>
                  <a:lnTo>
                    <a:pt x="2320163" y="693772"/>
                  </a:lnTo>
                  <a:lnTo>
                    <a:pt x="2298518" y="652135"/>
                  </a:lnTo>
                  <a:lnTo>
                    <a:pt x="2275474" y="611594"/>
                  </a:lnTo>
                  <a:lnTo>
                    <a:pt x="2251074" y="572168"/>
                  </a:lnTo>
                  <a:lnTo>
                    <a:pt x="2225359" y="533877"/>
                  </a:lnTo>
                  <a:lnTo>
                    <a:pt x="2198370" y="496740"/>
                  </a:lnTo>
                  <a:lnTo>
                    <a:pt x="2170150" y="460778"/>
                  </a:lnTo>
                  <a:lnTo>
                    <a:pt x="2140738" y="426008"/>
                  </a:lnTo>
                  <a:lnTo>
                    <a:pt x="2110177" y="392451"/>
                  </a:lnTo>
                  <a:lnTo>
                    <a:pt x="2078509" y="360126"/>
                  </a:lnTo>
                  <a:lnTo>
                    <a:pt x="2045774" y="329052"/>
                  </a:lnTo>
                  <a:lnTo>
                    <a:pt x="2012015" y="299250"/>
                  </a:lnTo>
                  <a:lnTo>
                    <a:pt x="1977272" y="270737"/>
                  </a:lnTo>
                  <a:lnTo>
                    <a:pt x="1941588" y="243535"/>
                  </a:lnTo>
                  <a:lnTo>
                    <a:pt x="1905003" y="217661"/>
                  </a:lnTo>
                  <a:lnTo>
                    <a:pt x="1867559" y="193136"/>
                  </a:lnTo>
                  <a:lnTo>
                    <a:pt x="1829299" y="169979"/>
                  </a:lnTo>
                  <a:lnTo>
                    <a:pt x="1790262" y="148210"/>
                  </a:lnTo>
                  <a:lnTo>
                    <a:pt x="1750491" y="127848"/>
                  </a:lnTo>
                  <a:lnTo>
                    <a:pt x="1710027" y="108911"/>
                  </a:lnTo>
                  <a:lnTo>
                    <a:pt x="1668911" y="91421"/>
                  </a:lnTo>
                  <a:lnTo>
                    <a:pt x="1627186" y="75396"/>
                  </a:lnTo>
                  <a:lnTo>
                    <a:pt x="1584892" y="60855"/>
                  </a:lnTo>
                  <a:lnTo>
                    <a:pt x="1542071" y="47818"/>
                  </a:lnTo>
                  <a:lnTo>
                    <a:pt x="1498765" y="36305"/>
                  </a:lnTo>
                  <a:lnTo>
                    <a:pt x="1455015" y="26334"/>
                  </a:lnTo>
                  <a:lnTo>
                    <a:pt x="1410862" y="17926"/>
                  </a:lnTo>
                  <a:lnTo>
                    <a:pt x="1366348" y="11100"/>
                  </a:lnTo>
                  <a:lnTo>
                    <a:pt x="1321514" y="5874"/>
                  </a:lnTo>
                  <a:lnTo>
                    <a:pt x="1276403" y="2270"/>
                  </a:lnTo>
                  <a:lnTo>
                    <a:pt x="1231054" y="305"/>
                  </a:lnTo>
                  <a:lnTo>
                    <a:pt x="1185511" y="0"/>
                  </a:lnTo>
                  <a:close/>
                </a:path>
              </a:pathLst>
            </a:custGeom>
            <a:solidFill>
              <a:srgbClr val="152B77"/>
            </a:solidFill>
          </p:spPr>
          <p:txBody>
            <a:bodyPr wrap="square" lIns="0" tIns="0" rIns="0" bIns="0" rtlCol="0"/>
            <a:lstStyle/>
            <a:p>
              <a:endParaRPr/>
            </a:p>
          </p:txBody>
        </p:sp>
        <p:sp>
          <p:nvSpPr>
            <p:cNvPr id="46" name="object 46"/>
            <p:cNvSpPr/>
            <p:nvPr/>
          </p:nvSpPr>
          <p:spPr>
            <a:xfrm>
              <a:off x="8314435" y="3372103"/>
              <a:ext cx="2389505" cy="905510"/>
            </a:xfrm>
            <a:custGeom>
              <a:avLst/>
              <a:gdLst/>
              <a:ahLst/>
              <a:cxnLst/>
              <a:rect l="l" t="t" r="r" b="b"/>
              <a:pathLst>
                <a:path w="2389504" h="905510">
                  <a:moveTo>
                    <a:pt x="2347699" y="763319"/>
                  </a:moveTo>
                  <a:lnTo>
                    <a:pt x="2318639" y="774954"/>
                  </a:lnTo>
                  <a:lnTo>
                    <a:pt x="2382393" y="831596"/>
                  </a:lnTo>
                  <a:lnTo>
                    <a:pt x="2387028" y="775208"/>
                  </a:lnTo>
                  <a:lnTo>
                    <a:pt x="2352929" y="775208"/>
                  </a:lnTo>
                  <a:lnTo>
                    <a:pt x="2347699" y="763319"/>
                  </a:lnTo>
                  <a:close/>
                </a:path>
                <a:path w="2389504" h="905510">
                  <a:moveTo>
                    <a:pt x="2359554" y="758573"/>
                  </a:moveTo>
                  <a:lnTo>
                    <a:pt x="2347699" y="763319"/>
                  </a:lnTo>
                  <a:lnTo>
                    <a:pt x="2352929" y="775208"/>
                  </a:lnTo>
                  <a:lnTo>
                    <a:pt x="2364613" y="770001"/>
                  </a:lnTo>
                  <a:lnTo>
                    <a:pt x="2359554" y="758573"/>
                  </a:lnTo>
                  <a:close/>
                </a:path>
                <a:path w="2389504" h="905510">
                  <a:moveTo>
                    <a:pt x="2389378" y="746633"/>
                  </a:moveTo>
                  <a:lnTo>
                    <a:pt x="2359554" y="758573"/>
                  </a:lnTo>
                  <a:lnTo>
                    <a:pt x="2364613" y="770001"/>
                  </a:lnTo>
                  <a:lnTo>
                    <a:pt x="2352929" y="775208"/>
                  </a:lnTo>
                  <a:lnTo>
                    <a:pt x="2387028" y="775208"/>
                  </a:lnTo>
                  <a:lnTo>
                    <a:pt x="2389378" y="746633"/>
                  </a:lnTo>
                  <a:close/>
                </a:path>
                <a:path w="2389504" h="905510">
                  <a:moveTo>
                    <a:pt x="2344039" y="723519"/>
                  </a:moveTo>
                  <a:lnTo>
                    <a:pt x="2332482" y="728726"/>
                  </a:lnTo>
                  <a:lnTo>
                    <a:pt x="2347699" y="763319"/>
                  </a:lnTo>
                  <a:lnTo>
                    <a:pt x="2359554" y="758573"/>
                  </a:lnTo>
                  <a:lnTo>
                    <a:pt x="2344039" y="723519"/>
                  </a:lnTo>
                  <a:close/>
                </a:path>
                <a:path w="2389504" h="905510">
                  <a:moveTo>
                    <a:pt x="2312450" y="660273"/>
                  </a:moveTo>
                  <a:lnTo>
                    <a:pt x="2298192" y="660273"/>
                  </a:lnTo>
                  <a:lnTo>
                    <a:pt x="2315972" y="694817"/>
                  </a:lnTo>
                  <a:lnTo>
                    <a:pt x="2327275" y="688975"/>
                  </a:lnTo>
                  <a:lnTo>
                    <a:pt x="2312450" y="660273"/>
                  </a:lnTo>
                  <a:close/>
                </a:path>
                <a:path w="2389504" h="905510">
                  <a:moveTo>
                    <a:pt x="2303399" y="643763"/>
                  </a:moveTo>
                  <a:lnTo>
                    <a:pt x="2292350" y="650113"/>
                  </a:lnTo>
                  <a:lnTo>
                    <a:pt x="2298319" y="660527"/>
                  </a:lnTo>
                  <a:lnTo>
                    <a:pt x="2298192" y="660273"/>
                  </a:lnTo>
                  <a:lnTo>
                    <a:pt x="2312450" y="660273"/>
                  </a:lnTo>
                  <a:lnTo>
                    <a:pt x="2309368" y="654304"/>
                  </a:lnTo>
                  <a:lnTo>
                    <a:pt x="2303399" y="643763"/>
                  </a:lnTo>
                  <a:close/>
                </a:path>
                <a:path w="2389504" h="905510">
                  <a:moveTo>
                    <a:pt x="2281594" y="606298"/>
                  </a:moveTo>
                  <a:lnTo>
                    <a:pt x="2267077" y="606298"/>
                  </a:lnTo>
                  <a:lnTo>
                    <a:pt x="2273300" y="617220"/>
                  </a:lnTo>
                  <a:lnTo>
                    <a:pt x="2284222" y="610870"/>
                  </a:lnTo>
                  <a:lnTo>
                    <a:pt x="2281594" y="606298"/>
                  </a:lnTo>
                  <a:close/>
                </a:path>
                <a:path w="2389504" h="905510">
                  <a:moveTo>
                    <a:pt x="2257044" y="567563"/>
                  </a:moveTo>
                  <a:lnTo>
                    <a:pt x="2246376" y="574421"/>
                  </a:lnTo>
                  <a:lnTo>
                    <a:pt x="2267204" y="606552"/>
                  </a:lnTo>
                  <a:lnTo>
                    <a:pt x="2267077" y="606298"/>
                  </a:lnTo>
                  <a:lnTo>
                    <a:pt x="2281594" y="606298"/>
                  </a:lnTo>
                  <a:lnTo>
                    <a:pt x="2277872" y="599821"/>
                  </a:lnTo>
                  <a:lnTo>
                    <a:pt x="2257044" y="567563"/>
                  </a:lnTo>
                  <a:close/>
                </a:path>
                <a:path w="2389504" h="905510">
                  <a:moveTo>
                    <a:pt x="2205609" y="494411"/>
                  </a:moveTo>
                  <a:lnTo>
                    <a:pt x="2195576" y="502285"/>
                  </a:lnTo>
                  <a:lnTo>
                    <a:pt x="2197735" y="504952"/>
                  </a:lnTo>
                  <a:lnTo>
                    <a:pt x="2225294" y="543179"/>
                  </a:lnTo>
                  <a:lnTo>
                    <a:pt x="2235581" y="535686"/>
                  </a:lnTo>
                  <a:lnTo>
                    <a:pt x="2207768" y="497078"/>
                  </a:lnTo>
                  <a:lnTo>
                    <a:pt x="2205609" y="494411"/>
                  </a:lnTo>
                  <a:close/>
                </a:path>
                <a:path w="2389504" h="905510">
                  <a:moveTo>
                    <a:pt x="2197481" y="504698"/>
                  </a:moveTo>
                  <a:lnTo>
                    <a:pt x="2197664" y="504952"/>
                  </a:lnTo>
                  <a:lnTo>
                    <a:pt x="2197481" y="504698"/>
                  </a:lnTo>
                  <a:close/>
                </a:path>
                <a:path w="2389504" h="905510">
                  <a:moveTo>
                    <a:pt x="2148713" y="425577"/>
                  </a:moveTo>
                  <a:lnTo>
                    <a:pt x="2139188" y="434086"/>
                  </a:lnTo>
                  <a:lnTo>
                    <a:pt x="2159635" y="457200"/>
                  </a:lnTo>
                  <a:lnTo>
                    <a:pt x="2171827" y="472440"/>
                  </a:lnTo>
                  <a:lnTo>
                    <a:pt x="2181860" y="464566"/>
                  </a:lnTo>
                  <a:lnTo>
                    <a:pt x="2169287" y="448818"/>
                  </a:lnTo>
                  <a:lnTo>
                    <a:pt x="2148713" y="425577"/>
                  </a:lnTo>
                  <a:close/>
                </a:path>
                <a:path w="2389504" h="905510">
                  <a:moveTo>
                    <a:pt x="2159381" y="456946"/>
                  </a:moveTo>
                  <a:lnTo>
                    <a:pt x="2159585" y="457200"/>
                  </a:lnTo>
                  <a:lnTo>
                    <a:pt x="2159381" y="456946"/>
                  </a:lnTo>
                  <a:close/>
                </a:path>
                <a:path w="2389504" h="905510">
                  <a:moveTo>
                    <a:pt x="2087626" y="360680"/>
                  </a:moveTo>
                  <a:lnTo>
                    <a:pt x="2078482" y="369570"/>
                  </a:lnTo>
                  <a:lnTo>
                    <a:pt x="2113915" y="406019"/>
                  </a:lnTo>
                  <a:lnTo>
                    <a:pt x="2123059" y="397129"/>
                  </a:lnTo>
                  <a:lnTo>
                    <a:pt x="2087626" y="360680"/>
                  </a:lnTo>
                  <a:close/>
                </a:path>
                <a:path w="2389504" h="905510">
                  <a:moveTo>
                    <a:pt x="2051502" y="326898"/>
                  </a:moveTo>
                  <a:lnTo>
                    <a:pt x="2032762" y="326898"/>
                  </a:lnTo>
                  <a:lnTo>
                    <a:pt x="2050923" y="343789"/>
                  </a:lnTo>
                  <a:lnTo>
                    <a:pt x="2059559" y="334391"/>
                  </a:lnTo>
                  <a:lnTo>
                    <a:pt x="2051502" y="326898"/>
                  </a:lnTo>
                  <a:close/>
                </a:path>
                <a:path w="2389504" h="905510">
                  <a:moveTo>
                    <a:pt x="2021332" y="300609"/>
                  </a:moveTo>
                  <a:lnTo>
                    <a:pt x="2013077" y="310261"/>
                  </a:lnTo>
                  <a:lnTo>
                    <a:pt x="2033016" y="327152"/>
                  </a:lnTo>
                  <a:lnTo>
                    <a:pt x="2032762" y="326898"/>
                  </a:lnTo>
                  <a:lnTo>
                    <a:pt x="2051502" y="326898"/>
                  </a:lnTo>
                  <a:lnTo>
                    <a:pt x="2041398" y="317500"/>
                  </a:lnTo>
                  <a:lnTo>
                    <a:pt x="2021332" y="300609"/>
                  </a:lnTo>
                  <a:close/>
                </a:path>
                <a:path w="2389504" h="905510">
                  <a:moveTo>
                    <a:pt x="1951482" y="245110"/>
                  </a:moveTo>
                  <a:lnTo>
                    <a:pt x="1943735" y="255143"/>
                  </a:lnTo>
                  <a:lnTo>
                    <a:pt x="1984121" y="286004"/>
                  </a:lnTo>
                  <a:lnTo>
                    <a:pt x="1991868" y="275971"/>
                  </a:lnTo>
                  <a:lnTo>
                    <a:pt x="1951482" y="245110"/>
                  </a:lnTo>
                  <a:close/>
                </a:path>
                <a:path w="2389504" h="905510">
                  <a:moveTo>
                    <a:pt x="1877441" y="194818"/>
                  </a:moveTo>
                  <a:lnTo>
                    <a:pt x="1870710" y="205612"/>
                  </a:lnTo>
                  <a:lnTo>
                    <a:pt x="1890268" y="217805"/>
                  </a:lnTo>
                  <a:lnTo>
                    <a:pt x="1912874" y="233425"/>
                  </a:lnTo>
                  <a:lnTo>
                    <a:pt x="1920113" y="223012"/>
                  </a:lnTo>
                  <a:lnTo>
                    <a:pt x="1897126" y="207137"/>
                  </a:lnTo>
                  <a:lnTo>
                    <a:pt x="1877441" y="194818"/>
                  </a:lnTo>
                  <a:close/>
                </a:path>
                <a:path w="2389504" h="905510">
                  <a:moveTo>
                    <a:pt x="1890014" y="217678"/>
                  </a:moveTo>
                  <a:lnTo>
                    <a:pt x="1890198" y="217805"/>
                  </a:lnTo>
                  <a:lnTo>
                    <a:pt x="1890014" y="217678"/>
                  </a:lnTo>
                  <a:close/>
                </a:path>
                <a:path w="2389504" h="905510">
                  <a:moveTo>
                    <a:pt x="1800352" y="149860"/>
                  </a:moveTo>
                  <a:lnTo>
                    <a:pt x="1794256" y="160909"/>
                  </a:lnTo>
                  <a:lnTo>
                    <a:pt x="1838579" y="185674"/>
                  </a:lnTo>
                  <a:lnTo>
                    <a:pt x="1844802" y="174625"/>
                  </a:lnTo>
                  <a:lnTo>
                    <a:pt x="1800352" y="149860"/>
                  </a:lnTo>
                  <a:close/>
                </a:path>
                <a:path w="2389504" h="905510">
                  <a:moveTo>
                    <a:pt x="1761871" y="130301"/>
                  </a:moveTo>
                  <a:lnTo>
                    <a:pt x="1733550" y="130301"/>
                  </a:lnTo>
                  <a:lnTo>
                    <a:pt x="1760601" y="143763"/>
                  </a:lnTo>
                  <a:lnTo>
                    <a:pt x="1766189" y="132461"/>
                  </a:lnTo>
                  <a:lnTo>
                    <a:pt x="1761871" y="130301"/>
                  </a:lnTo>
                  <a:close/>
                </a:path>
                <a:path w="2389504" h="905510">
                  <a:moveTo>
                    <a:pt x="1720088" y="110490"/>
                  </a:moveTo>
                  <a:lnTo>
                    <a:pt x="1715008" y="122174"/>
                  </a:lnTo>
                  <a:lnTo>
                    <a:pt x="1733804" y="130429"/>
                  </a:lnTo>
                  <a:lnTo>
                    <a:pt x="1733550" y="130301"/>
                  </a:lnTo>
                  <a:lnTo>
                    <a:pt x="1761871" y="130301"/>
                  </a:lnTo>
                  <a:lnTo>
                    <a:pt x="1739011" y="118872"/>
                  </a:lnTo>
                  <a:lnTo>
                    <a:pt x="1720088" y="110490"/>
                  </a:lnTo>
                  <a:close/>
                </a:path>
                <a:path w="2389504" h="905510">
                  <a:moveTo>
                    <a:pt x="1680306" y="106299"/>
                  </a:moveTo>
                  <a:lnTo>
                    <a:pt x="1678813" y="106299"/>
                  </a:lnTo>
                  <a:lnTo>
                    <a:pt x="1680083" y="106807"/>
                  </a:lnTo>
                  <a:lnTo>
                    <a:pt x="1680306" y="106299"/>
                  </a:lnTo>
                  <a:close/>
                </a:path>
                <a:path w="2389504" h="905510">
                  <a:moveTo>
                    <a:pt x="1637538" y="76835"/>
                  </a:moveTo>
                  <a:lnTo>
                    <a:pt x="1632966" y="88773"/>
                  </a:lnTo>
                  <a:lnTo>
                    <a:pt x="1679067" y="106425"/>
                  </a:lnTo>
                  <a:lnTo>
                    <a:pt x="1678813" y="106299"/>
                  </a:lnTo>
                  <a:lnTo>
                    <a:pt x="1680306" y="106299"/>
                  </a:lnTo>
                  <a:lnTo>
                    <a:pt x="1685163" y="95250"/>
                  </a:lnTo>
                  <a:lnTo>
                    <a:pt x="1683766" y="94615"/>
                  </a:lnTo>
                  <a:lnTo>
                    <a:pt x="1637538" y="76835"/>
                  </a:lnTo>
                  <a:close/>
                </a:path>
                <a:path w="2389504" h="905510">
                  <a:moveTo>
                    <a:pt x="1600617" y="66167"/>
                  </a:moveTo>
                  <a:lnTo>
                    <a:pt x="1566291" y="66167"/>
                  </a:lnTo>
                  <a:lnTo>
                    <a:pt x="1597152" y="76454"/>
                  </a:lnTo>
                  <a:lnTo>
                    <a:pt x="1600617" y="66167"/>
                  </a:lnTo>
                  <a:close/>
                </a:path>
                <a:path w="2389504" h="905510">
                  <a:moveTo>
                    <a:pt x="1552448" y="49149"/>
                  </a:moveTo>
                  <a:lnTo>
                    <a:pt x="1549019" y="61468"/>
                  </a:lnTo>
                  <a:lnTo>
                    <a:pt x="1566545" y="66294"/>
                  </a:lnTo>
                  <a:lnTo>
                    <a:pt x="1566291" y="66167"/>
                  </a:lnTo>
                  <a:lnTo>
                    <a:pt x="1600617" y="66167"/>
                  </a:lnTo>
                  <a:lnTo>
                    <a:pt x="1601216" y="64388"/>
                  </a:lnTo>
                  <a:lnTo>
                    <a:pt x="1570101" y="54101"/>
                  </a:lnTo>
                  <a:lnTo>
                    <a:pt x="1552448" y="49149"/>
                  </a:lnTo>
                  <a:close/>
                </a:path>
                <a:path w="2389504" h="905510">
                  <a:moveTo>
                    <a:pt x="1465834" y="27559"/>
                  </a:moveTo>
                  <a:lnTo>
                    <a:pt x="1463040" y="40005"/>
                  </a:lnTo>
                  <a:lnTo>
                    <a:pt x="1508760" y="50292"/>
                  </a:lnTo>
                  <a:lnTo>
                    <a:pt x="1508506" y="50292"/>
                  </a:lnTo>
                  <a:lnTo>
                    <a:pt x="1512316" y="51308"/>
                  </a:lnTo>
                  <a:lnTo>
                    <a:pt x="1515618" y="38988"/>
                  </a:lnTo>
                  <a:lnTo>
                    <a:pt x="1511808" y="37973"/>
                  </a:lnTo>
                  <a:lnTo>
                    <a:pt x="1465834" y="27559"/>
                  </a:lnTo>
                  <a:close/>
                </a:path>
                <a:path w="2389504" h="905510">
                  <a:moveTo>
                    <a:pt x="1427099" y="26543"/>
                  </a:moveTo>
                  <a:lnTo>
                    <a:pt x="1390777" y="26543"/>
                  </a:lnTo>
                  <a:lnTo>
                    <a:pt x="1425956" y="32766"/>
                  </a:lnTo>
                  <a:lnTo>
                    <a:pt x="1427099" y="26543"/>
                  </a:lnTo>
                  <a:close/>
                </a:path>
                <a:path w="2389504" h="905510">
                  <a:moveTo>
                    <a:pt x="1377696" y="12192"/>
                  </a:moveTo>
                  <a:lnTo>
                    <a:pt x="1376172" y="24765"/>
                  </a:lnTo>
                  <a:lnTo>
                    <a:pt x="1391031" y="26670"/>
                  </a:lnTo>
                  <a:lnTo>
                    <a:pt x="1390777" y="26543"/>
                  </a:lnTo>
                  <a:lnTo>
                    <a:pt x="1427099" y="26543"/>
                  </a:lnTo>
                  <a:lnTo>
                    <a:pt x="1428242" y="20320"/>
                  </a:lnTo>
                  <a:lnTo>
                    <a:pt x="1392809" y="14097"/>
                  </a:lnTo>
                  <a:lnTo>
                    <a:pt x="1377696" y="12192"/>
                  </a:lnTo>
                  <a:close/>
                </a:path>
                <a:path w="2389504" h="905510">
                  <a:moveTo>
                    <a:pt x="1289050" y="3048"/>
                  </a:moveTo>
                  <a:lnTo>
                    <a:pt x="1288034" y="15748"/>
                  </a:lnTo>
                  <a:lnTo>
                    <a:pt x="1331214" y="19050"/>
                  </a:lnTo>
                  <a:lnTo>
                    <a:pt x="1330960" y="19050"/>
                  </a:lnTo>
                  <a:lnTo>
                    <a:pt x="1338326" y="19938"/>
                  </a:lnTo>
                  <a:lnTo>
                    <a:pt x="1339977" y="7366"/>
                  </a:lnTo>
                  <a:lnTo>
                    <a:pt x="1332357" y="6350"/>
                  </a:lnTo>
                  <a:lnTo>
                    <a:pt x="1289050" y="3048"/>
                  </a:lnTo>
                  <a:close/>
                </a:path>
                <a:path w="2389504" h="905510">
                  <a:moveTo>
                    <a:pt x="1250349" y="12700"/>
                  </a:moveTo>
                  <a:lnTo>
                    <a:pt x="1210047" y="12703"/>
                  </a:lnTo>
                  <a:lnTo>
                    <a:pt x="1250315" y="13843"/>
                  </a:lnTo>
                  <a:lnTo>
                    <a:pt x="1250349" y="12700"/>
                  </a:lnTo>
                  <a:close/>
                </a:path>
                <a:path w="2389504" h="905510">
                  <a:moveTo>
                    <a:pt x="1210056" y="0"/>
                  </a:moveTo>
                  <a:lnTo>
                    <a:pt x="1199515" y="254"/>
                  </a:lnTo>
                  <a:lnTo>
                    <a:pt x="1199896" y="12954"/>
                  </a:lnTo>
                  <a:lnTo>
                    <a:pt x="1210047" y="12703"/>
                  </a:lnTo>
                  <a:lnTo>
                    <a:pt x="1250349" y="12700"/>
                  </a:lnTo>
                  <a:lnTo>
                    <a:pt x="1250696" y="1143"/>
                  </a:lnTo>
                  <a:lnTo>
                    <a:pt x="1210056" y="0"/>
                  </a:lnTo>
                  <a:close/>
                </a:path>
                <a:path w="2389504" h="905510">
                  <a:moveTo>
                    <a:pt x="1161542" y="1016"/>
                  </a:moveTo>
                  <a:lnTo>
                    <a:pt x="1148334" y="1270"/>
                  </a:lnTo>
                  <a:lnTo>
                    <a:pt x="1110488" y="4063"/>
                  </a:lnTo>
                  <a:lnTo>
                    <a:pt x="1111377" y="16637"/>
                  </a:lnTo>
                  <a:lnTo>
                    <a:pt x="1149096" y="13970"/>
                  </a:lnTo>
                  <a:lnTo>
                    <a:pt x="1148842" y="13970"/>
                  </a:lnTo>
                  <a:lnTo>
                    <a:pt x="1161796" y="13716"/>
                  </a:lnTo>
                  <a:lnTo>
                    <a:pt x="1161542" y="1016"/>
                  </a:lnTo>
                  <a:close/>
                </a:path>
                <a:path w="2389504" h="905510">
                  <a:moveTo>
                    <a:pt x="1072261" y="7493"/>
                  </a:moveTo>
                  <a:lnTo>
                    <a:pt x="1024509" y="13335"/>
                  </a:lnTo>
                  <a:lnTo>
                    <a:pt x="1021461" y="13843"/>
                  </a:lnTo>
                  <a:lnTo>
                    <a:pt x="1023620" y="26288"/>
                  </a:lnTo>
                  <a:lnTo>
                    <a:pt x="1026541" y="25781"/>
                  </a:lnTo>
                  <a:lnTo>
                    <a:pt x="1027319" y="25781"/>
                  </a:lnTo>
                  <a:lnTo>
                    <a:pt x="1073785" y="20066"/>
                  </a:lnTo>
                  <a:lnTo>
                    <a:pt x="1072261" y="7493"/>
                  </a:lnTo>
                  <a:close/>
                </a:path>
                <a:path w="2389504" h="905510">
                  <a:moveTo>
                    <a:pt x="1027319" y="25781"/>
                  </a:moveTo>
                  <a:lnTo>
                    <a:pt x="1026541" y="25781"/>
                  </a:lnTo>
                  <a:lnTo>
                    <a:pt x="1026287" y="25908"/>
                  </a:lnTo>
                  <a:lnTo>
                    <a:pt x="1027319" y="25781"/>
                  </a:lnTo>
                  <a:close/>
                </a:path>
                <a:path w="2389504" h="905510">
                  <a:moveTo>
                    <a:pt x="983996" y="20320"/>
                  </a:moveTo>
                  <a:lnTo>
                    <a:pt x="962533" y="24003"/>
                  </a:lnTo>
                  <a:lnTo>
                    <a:pt x="933831" y="30480"/>
                  </a:lnTo>
                  <a:lnTo>
                    <a:pt x="936625" y="42799"/>
                  </a:lnTo>
                  <a:lnTo>
                    <a:pt x="965200" y="36449"/>
                  </a:lnTo>
                  <a:lnTo>
                    <a:pt x="964819" y="36449"/>
                  </a:lnTo>
                  <a:lnTo>
                    <a:pt x="986155" y="32766"/>
                  </a:lnTo>
                  <a:lnTo>
                    <a:pt x="983996" y="20320"/>
                  </a:lnTo>
                  <a:close/>
                </a:path>
                <a:path w="2389504" h="905510">
                  <a:moveTo>
                    <a:pt x="896366" y="39116"/>
                  </a:moveTo>
                  <a:lnTo>
                    <a:pt x="847471" y="52705"/>
                  </a:lnTo>
                  <a:lnTo>
                    <a:pt x="850900" y="64897"/>
                  </a:lnTo>
                  <a:lnTo>
                    <a:pt x="899795" y="51308"/>
                  </a:lnTo>
                  <a:lnTo>
                    <a:pt x="896366" y="39116"/>
                  </a:lnTo>
                  <a:close/>
                </a:path>
                <a:path w="2389504" h="905510">
                  <a:moveTo>
                    <a:pt x="810895" y="64516"/>
                  </a:moveTo>
                  <a:lnTo>
                    <a:pt x="777621" y="75565"/>
                  </a:lnTo>
                  <a:lnTo>
                    <a:pt x="762762" y="81280"/>
                  </a:lnTo>
                  <a:lnTo>
                    <a:pt x="767207" y="93091"/>
                  </a:lnTo>
                  <a:lnTo>
                    <a:pt x="782066" y="87503"/>
                  </a:lnTo>
                  <a:lnTo>
                    <a:pt x="814959" y="76454"/>
                  </a:lnTo>
                  <a:lnTo>
                    <a:pt x="810895" y="64516"/>
                  </a:lnTo>
                  <a:close/>
                </a:path>
                <a:path w="2389504" h="905510">
                  <a:moveTo>
                    <a:pt x="782188" y="87503"/>
                  </a:moveTo>
                  <a:lnTo>
                    <a:pt x="781812" y="87630"/>
                  </a:lnTo>
                  <a:lnTo>
                    <a:pt x="782188" y="87503"/>
                  </a:lnTo>
                  <a:close/>
                </a:path>
                <a:path w="2389504" h="905510">
                  <a:moveTo>
                    <a:pt x="727075" y="95250"/>
                  </a:moveTo>
                  <a:lnTo>
                    <a:pt x="708152" y="103124"/>
                  </a:lnTo>
                  <a:lnTo>
                    <a:pt x="680339" y="115570"/>
                  </a:lnTo>
                  <a:lnTo>
                    <a:pt x="685546" y="127126"/>
                  </a:lnTo>
                  <a:lnTo>
                    <a:pt x="713359" y="114681"/>
                  </a:lnTo>
                  <a:lnTo>
                    <a:pt x="731901" y="107061"/>
                  </a:lnTo>
                  <a:lnTo>
                    <a:pt x="727075" y="95250"/>
                  </a:lnTo>
                  <a:close/>
                </a:path>
                <a:path w="2389504" h="905510">
                  <a:moveTo>
                    <a:pt x="713413" y="114681"/>
                  </a:moveTo>
                  <a:lnTo>
                    <a:pt x="713105" y="114808"/>
                  </a:lnTo>
                  <a:lnTo>
                    <a:pt x="713413" y="114681"/>
                  </a:lnTo>
                  <a:close/>
                </a:path>
                <a:path w="2389504" h="905510">
                  <a:moveTo>
                    <a:pt x="645795" y="132080"/>
                  </a:moveTo>
                  <a:lnTo>
                    <a:pt x="640969" y="134493"/>
                  </a:lnTo>
                  <a:lnTo>
                    <a:pt x="608203" y="151511"/>
                  </a:lnTo>
                  <a:lnTo>
                    <a:pt x="600456" y="155829"/>
                  </a:lnTo>
                  <a:lnTo>
                    <a:pt x="606679" y="166878"/>
                  </a:lnTo>
                  <a:lnTo>
                    <a:pt x="614299" y="162687"/>
                  </a:lnTo>
                  <a:lnTo>
                    <a:pt x="614045" y="162687"/>
                  </a:lnTo>
                  <a:lnTo>
                    <a:pt x="646811" y="145796"/>
                  </a:lnTo>
                  <a:lnTo>
                    <a:pt x="646557" y="145796"/>
                  </a:lnTo>
                  <a:lnTo>
                    <a:pt x="651383" y="143510"/>
                  </a:lnTo>
                  <a:lnTo>
                    <a:pt x="645795" y="132080"/>
                  </a:lnTo>
                  <a:close/>
                </a:path>
                <a:path w="2389504" h="905510">
                  <a:moveTo>
                    <a:pt x="567182" y="174751"/>
                  </a:moveTo>
                  <a:lnTo>
                    <a:pt x="544322" y="188468"/>
                  </a:lnTo>
                  <a:lnTo>
                    <a:pt x="523875" y="201549"/>
                  </a:lnTo>
                  <a:lnTo>
                    <a:pt x="530606" y="212217"/>
                  </a:lnTo>
                  <a:lnTo>
                    <a:pt x="551180" y="199262"/>
                  </a:lnTo>
                  <a:lnTo>
                    <a:pt x="550926" y="199262"/>
                  </a:lnTo>
                  <a:lnTo>
                    <a:pt x="573786" y="185674"/>
                  </a:lnTo>
                  <a:lnTo>
                    <a:pt x="567182" y="174751"/>
                  </a:lnTo>
                  <a:close/>
                </a:path>
                <a:path w="2389504" h="905510">
                  <a:moveTo>
                    <a:pt x="491998" y="222885"/>
                  </a:moveTo>
                  <a:lnTo>
                    <a:pt x="483235" y="228854"/>
                  </a:lnTo>
                  <a:lnTo>
                    <a:pt x="453517" y="250317"/>
                  </a:lnTo>
                  <a:lnTo>
                    <a:pt x="450469" y="252730"/>
                  </a:lnTo>
                  <a:lnTo>
                    <a:pt x="458216" y="262763"/>
                  </a:lnTo>
                  <a:lnTo>
                    <a:pt x="461094" y="260604"/>
                  </a:lnTo>
                  <a:lnTo>
                    <a:pt x="490600" y="239268"/>
                  </a:lnTo>
                  <a:lnTo>
                    <a:pt x="499110" y="233299"/>
                  </a:lnTo>
                  <a:lnTo>
                    <a:pt x="491998" y="222885"/>
                  </a:lnTo>
                  <a:close/>
                </a:path>
                <a:path w="2389504" h="905510">
                  <a:moveTo>
                    <a:pt x="461264" y="260477"/>
                  </a:moveTo>
                  <a:lnTo>
                    <a:pt x="461010" y="260604"/>
                  </a:lnTo>
                  <a:lnTo>
                    <a:pt x="461264" y="260477"/>
                  </a:lnTo>
                  <a:close/>
                </a:path>
                <a:path w="2389504" h="905510">
                  <a:moveTo>
                    <a:pt x="420243" y="276225"/>
                  </a:moveTo>
                  <a:lnTo>
                    <a:pt x="396240" y="295783"/>
                  </a:lnTo>
                  <a:lnTo>
                    <a:pt x="381127" y="308864"/>
                  </a:lnTo>
                  <a:lnTo>
                    <a:pt x="389382" y="318516"/>
                  </a:lnTo>
                  <a:lnTo>
                    <a:pt x="404495" y="305435"/>
                  </a:lnTo>
                  <a:lnTo>
                    <a:pt x="428244" y="286004"/>
                  </a:lnTo>
                  <a:lnTo>
                    <a:pt x="420243" y="276225"/>
                  </a:lnTo>
                  <a:close/>
                </a:path>
                <a:path w="2389504" h="905510">
                  <a:moveTo>
                    <a:pt x="404523" y="305435"/>
                  </a:moveTo>
                  <a:lnTo>
                    <a:pt x="404368" y="305562"/>
                  </a:lnTo>
                  <a:lnTo>
                    <a:pt x="404523" y="305435"/>
                  </a:lnTo>
                  <a:close/>
                </a:path>
                <a:path w="2389504" h="905510">
                  <a:moveTo>
                    <a:pt x="352552" y="334391"/>
                  </a:moveTo>
                  <a:lnTo>
                    <a:pt x="341757" y="344297"/>
                  </a:lnTo>
                  <a:lnTo>
                    <a:pt x="315722" y="369697"/>
                  </a:lnTo>
                  <a:lnTo>
                    <a:pt x="324612" y="378841"/>
                  </a:lnTo>
                  <a:lnTo>
                    <a:pt x="350647" y="353441"/>
                  </a:lnTo>
                  <a:lnTo>
                    <a:pt x="361188" y="343789"/>
                  </a:lnTo>
                  <a:lnTo>
                    <a:pt x="352552" y="334391"/>
                  </a:lnTo>
                  <a:close/>
                </a:path>
                <a:path w="2389504" h="905510">
                  <a:moveTo>
                    <a:pt x="289052" y="397383"/>
                  </a:moveTo>
                  <a:lnTo>
                    <a:pt x="265684" y="422910"/>
                  </a:lnTo>
                  <a:lnTo>
                    <a:pt x="255016" y="435229"/>
                  </a:lnTo>
                  <a:lnTo>
                    <a:pt x="264668" y="443611"/>
                  </a:lnTo>
                  <a:lnTo>
                    <a:pt x="275100" y="431419"/>
                  </a:lnTo>
                  <a:lnTo>
                    <a:pt x="298450" y="405892"/>
                  </a:lnTo>
                  <a:lnTo>
                    <a:pt x="289052" y="397383"/>
                  </a:lnTo>
                  <a:close/>
                </a:path>
                <a:path w="2389504" h="905510">
                  <a:moveTo>
                    <a:pt x="275209" y="431292"/>
                  </a:moveTo>
                  <a:lnTo>
                    <a:pt x="275082" y="431419"/>
                  </a:lnTo>
                  <a:lnTo>
                    <a:pt x="275209" y="431292"/>
                  </a:lnTo>
                  <a:close/>
                </a:path>
                <a:path w="2389504" h="905510">
                  <a:moveTo>
                    <a:pt x="230378" y="464693"/>
                  </a:moveTo>
                  <a:lnTo>
                    <a:pt x="218821" y="478790"/>
                  </a:lnTo>
                  <a:lnTo>
                    <a:pt x="199009" y="504825"/>
                  </a:lnTo>
                  <a:lnTo>
                    <a:pt x="209042" y="512572"/>
                  </a:lnTo>
                  <a:lnTo>
                    <a:pt x="228854" y="486664"/>
                  </a:lnTo>
                  <a:lnTo>
                    <a:pt x="240284" y="472567"/>
                  </a:lnTo>
                  <a:lnTo>
                    <a:pt x="230378" y="464693"/>
                  </a:lnTo>
                  <a:close/>
                </a:path>
                <a:path w="2389504" h="905510">
                  <a:moveTo>
                    <a:pt x="228956" y="486664"/>
                  </a:moveTo>
                  <a:close/>
                </a:path>
                <a:path w="2389504" h="905510">
                  <a:moveTo>
                    <a:pt x="176403" y="535686"/>
                  </a:moveTo>
                  <a:lnTo>
                    <a:pt x="175260" y="537464"/>
                  </a:lnTo>
                  <a:lnTo>
                    <a:pt x="154686" y="567817"/>
                  </a:lnTo>
                  <a:lnTo>
                    <a:pt x="148082" y="578231"/>
                  </a:lnTo>
                  <a:lnTo>
                    <a:pt x="158750" y="585089"/>
                  </a:lnTo>
                  <a:lnTo>
                    <a:pt x="165354" y="574675"/>
                  </a:lnTo>
                  <a:lnTo>
                    <a:pt x="185674" y="544576"/>
                  </a:lnTo>
                  <a:lnTo>
                    <a:pt x="186690" y="543179"/>
                  </a:lnTo>
                  <a:lnTo>
                    <a:pt x="176403" y="535686"/>
                  </a:lnTo>
                  <a:close/>
                </a:path>
                <a:path w="2389504" h="905510">
                  <a:moveTo>
                    <a:pt x="165439" y="574675"/>
                  </a:moveTo>
                  <a:close/>
                </a:path>
                <a:path w="2389504" h="905510">
                  <a:moveTo>
                    <a:pt x="185722" y="544576"/>
                  </a:moveTo>
                  <a:lnTo>
                    <a:pt x="185547" y="544830"/>
                  </a:lnTo>
                  <a:lnTo>
                    <a:pt x="185722" y="544576"/>
                  </a:lnTo>
                  <a:close/>
                </a:path>
                <a:path w="2389504" h="905510">
                  <a:moveTo>
                    <a:pt x="127889" y="610743"/>
                  </a:moveTo>
                  <a:lnTo>
                    <a:pt x="116332" y="630047"/>
                  </a:lnTo>
                  <a:lnTo>
                    <a:pt x="102489" y="654939"/>
                  </a:lnTo>
                  <a:lnTo>
                    <a:pt x="113538" y="661162"/>
                  </a:lnTo>
                  <a:lnTo>
                    <a:pt x="127310" y="636524"/>
                  </a:lnTo>
                  <a:lnTo>
                    <a:pt x="138811" y="617347"/>
                  </a:lnTo>
                  <a:lnTo>
                    <a:pt x="127889" y="610743"/>
                  </a:lnTo>
                  <a:close/>
                </a:path>
                <a:path w="2389504" h="905510">
                  <a:moveTo>
                    <a:pt x="127381" y="636397"/>
                  </a:moveTo>
                  <a:close/>
                </a:path>
                <a:path w="2389504" h="905510">
                  <a:moveTo>
                    <a:pt x="84582" y="688848"/>
                  </a:moveTo>
                  <a:lnTo>
                    <a:pt x="81534" y="694944"/>
                  </a:lnTo>
                  <a:lnTo>
                    <a:pt x="65532" y="727964"/>
                  </a:lnTo>
                  <a:lnTo>
                    <a:pt x="62357" y="734949"/>
                  </a:lnTo>
                  <a:lnTo>
                    <a:pt x="74041" y="740156"/>
                  </a:lnTo>
                  <a:lnTo>
                    <a:pt x="77032" y="733425"/>
                  </a:lnTo>
                  <a:lnTo>
                    <a:pt x="92902" y="700659"/>
                  </a:lnTo>
                  <a:lnTo>
                    <a:pt x="95885" y="694690"/>
                  </a:lnTo>
                  <a:lnTo>
                    <a:pt x="84582" y="688848"/>
                  </a:lnTo>
                  <a:close/>
                </a:path>
                <a:path w="2389504" h="905510">
                  <a:moveTo>
                    <a:pt x="77089" y="733298"/>
                  </a:moveTo>
                  <a:lnTo>
                    <a:pt x="76962" y="733425"/>
                  </a:lnTo>
                  <a:lnTo>
                    <a:pt x="77089" y="733298"/>
                  </a:lnTo>
                  <a:close/>
                </a:path>
                <a:path w="2389504" h="905510">
                  <a:moveTo>
                    <a:pt x="92964" y="700532"/>
                  </a:moveTo>
                  <a:close/>
                </a:path>
                <a:path w="2389504" h="905510">
                  <a:moveTo>
                    <a:pt x="46990" y="770001"/>
                  </a:moveTo>
                  <a:lnTo>
                    <a:pt x="36322" y="796036"/>
                  </a:lnTo>
                  <a:lnTo>
                    <a:pt x="28321" y="817499"/>
                  </a:lnTo>
                  <a:lnTo>
                    <a:pt x="40132" y="821944"/>
                  </a:lnTo>
                  <a:lnTo>
                    <a:pt x="48133" y="800608"/>
                  </a:lnTo>
                  <a:lnTo>
                    <a:pt x="58800" y="774827"/>
                  </a:lnTo>
                  <a:lnTo>
                    <a:pt x="46990" y="770001"/>
                  </a:lnTo>
                  <a:close/>
                </a:path>
                <a:path w="2389504" h="905510">
                  <a:moveTo>
                    <a:pt x="48237" y="800608"/>
                  </a:moveTo>
                  <a:lnTo>
                    <a:pt x="48133" y="800862"/>
                  </a:lnTo>
                  <a:lnTo>
                    <a:pt x="48237" y="800608"/>
                  </a:lnTo>
                  <a:close/>
                </a:path>
                <a:path w="2389504" h="905510">
                  <a:moveTo>
                    <a:pt x="15367" y="853440"/>
                  </a:moveTo>
                  <a:lnTo>
                    <a:pt x="11049" y="866013"/>
                  </a:lnTo>
                  <a:lnTo>
                    <a:pt x="0" y="901700"/>
                  </a:lnTo>
                  <a:lnTo>
                    <a:pt x="12065" y="905510"/>
                  </a:lnTo>
                  <a:lnTo>
                    <a:pt x="23074" y="870077"/>
                  </a:lnTo>
                  <a:lnTo>
                    <a:pt x="27432" y="857631"/>
                  </a:lnTo>
                  <a:lnTo>
                    <a:pt x="15367" y="853440"/>
                  </a:lnTo>
                  <a:close/>
                </a:path>
                <a:path w="2389504" h="905510">
                  <a:moveTo>
                    <a:pt x="23158" y="869950"/>
                  </a:moveTo>
                  <a:close/>
                </a:path>
              </a:pathLst>
            </a:custGeom>
            <a:solidFill>
              <a:srgbClr val="FFFFFF"/>
            </a:solidFill>
          </p:spPr>
          <p:txBody>
            <a:bodyPr wrap="square" lIns="0" tIns="0" rIns="0" bIns="0" rtlCol="0"/>
            <a:lstStyle/>
            <a:p>
              <a:endParaRPr/>
            </a:p>
          </p:txBody>
        </p:sp>
        <p:sp>
          <p:nvSpPr>
            <p:cNvPr id="47" name="object 47"/>
            <p:cNvSpPr/>
            <p:nvPr/>
          </p:nvSpPr>
          <p:spPr>
            <a:xfrm>
              <a:off x="8471534" y="4629911"/>
              <a:ext cx="2099310" cy="1251585"/>
            </a:xfrm>
            <a:custGeom>
              <a:avLst/>
              <a:gdLst/>
              <a:ahLst/>
              <a:cxnLst/>
              <a:rect l="l" t="t" r="r" b="b"/>
              <a:pathLst>
                <a:path w="2099309" h="1251585">
                  <a:moveTo>
                    <a:pt x="1048893" y="0"/>
                  </a:moveTo>
                  <a:lnTo>
                    <a:pt x="0" y="682116"/>
                  </a:lnTo>
                  <a:lnTo>
                    <a:pt x="29580" y="725577"/>
                  </a:lnTo>
                  <a:lnTo>
                    <a:pt x="60908" y="767684"/>
                  </a:lnTo>
                  <a:lnTo>
                    <a:pt x="93934" y="808391"/>
                  </a:lnTo>
                  <a:lnTo>
                    <a:pt x="128607" y="847646"/>
                  </a:lnTo>
                  <a:lnTo>
                    <a:pt x="164877" y="885402"/>
                  </a:lnTo>
                  <a:lnTo>
                    <a:pt x="202695" y="921609"/>
                  </a:lnTo>
                  <a:lnTo>
                    <a:pt x="242008" y="956217"/>
                  </a:lnTo>
                  <a:lnTo>
                    <a:pt x="282769" y="989178"/>
                  </a:lnTo>
                  <a:lnTo>
                    <a:pt x="324925" y="1020442"/>
                  </a:lnTo>
                  <a:lnTo>
                    <a:pt x="368426" y="1049959"/>
                  </a:lnTo>
                  <a:lnTo>
                    <a:pt x="409192" y="1075304"/>
                  </a:lnTo>
                  <a:lnTo>
                    <a:pt x="450545" y="1098903"/>
                  </a:lnTo>
                  <a:lnTo>
                    <a:pt x="492440" y="1120764"/>
                  </a:lnTo>
                  <a:lnTo>
                    <a:pt x="534834" y="1140897"/>
                  </a:lnTo>
                  <a:lnTo>
                    <a:pt x="577680" y="1159312"/>
                  </a:lnTo>
                  <a:lnTo>
                    <a:pt x="620934" y="1176019"/>
                  </a:lnTo>
                  <a:lnTo>
                    <a:pt x="664552" y="1191026"/>
                  </a:lnTo>
                  <a:lnTo>
                    <a:pt x="708488" y="1204344"/>
                  </a:lnTo>
                  <a:lnTo>
                    <a:pt x="752698" y="1215983"/>
                  </a:lnTo>
                  <a:lnTo>
                    <a:pt x="797137" y="1225951"/>
                  </a:lnTo>
                  <a:lnTo>
                    <a:pt x="841760" y="1234258"/>
                  </a:lnTo>
                  <a:lnTo>
                    <a:pt x="886522" y="1240914"/>
                  </a:lnTo>
                  <a:lnTo>
                    <a:pt x="931379" y="1245929"/>
                  </a:lnTo>
                  <a:lnTo>
                    <a:pt x="976286" y="1249311"/>
                  </a:lnTo>
                  <a:lnTo>
                    <a:pt x="1021197" y="1251071"/>
                  </a:lnTo>
                  <a:lnTo>
                    <a:pt x="1066069" y="1251218"/>
                  </a:lnTo>
                  <a:lnTo>
                    <a:pt x="1110856" y="1249762"/>
                  </a:lnTo>
                  <a:lnTo>
                    <a:pt x="1155513" y="1246712"/>
                  </a:lnTo>
                  <a:lnTo>
                    <a:pt x="1199996" y="1242078"/>
                  </a:lnTo>
                  <a:lnTo>
                    <a:pt x="1244260" y="1235869"/>
                  </a:lnTo>
                  <a:lnTo>
                    <a:pt x="1288260" y="1228095"/>
                  </a:lnTo>
                  <a:lnTo>
                    <a:pt x="1331952" y="1218765"/>
                  </a:lnTo>
                  <a:lnTo>
                    <a:pt x="1375289" y="1207890"/>
                  </a:lnTo>
                  <a:lnTo>
                    <a:pt x="1418229" y="1195478"/>
                  </a:lnTo>
                  <a:lnTo>
                    <a:pt x="1460725" y="1181540"/>
                  </a:lnTo>
                  <a:lnTo>
                    <a:pt x="1502733" y="1166084"/>
                  </a:lnTo>
                  <a:lnTo>
                    <a:pt x="1544209" y="1149120"/>
                  </a:lnTo>
                  <a:lnTo>
                    <a:pt x="1585107" y="1130659"/>
                  </a:lnTo>
                  <a:lnTo>
                    <a:pt x="1625383" y="1110708"/>
                  </a:lnTo>
                  <a:lnTo>
                    <a:pt x="1664991" y="1089279"/>
                  </a:lnTo>
                  <a:lnTo>
                    <a:pt x="1703888" y="1066381"/>
                  </a:lnTo>
                  <a:lnTo>
                    <a:pt x="1742027" y="1042022"/>
                  </a:lnTo>
                  <a:lnTo>
                    <a:pt x="1779365" y="1016214"/>
                  </a:lnTo>
                  <a:lnTo>
                    <a:pt x="1815857" y="988964"/>
                  </a:lnTo>
                  <a:lnTo>
                    <a:pt x="1851458" y="960284"/>
                  </a:lnTo>
                  <a:lnTo>
                    <a:pt x="1886122" y="930181"/>
                  </a:lnTo>
                  <a:lnTo>
                    <a:pt x="1919806" y="898667"/>
                  </a:lnTo>
                  <a:lnTo>
                    <a:pt x="1952464" y="865751"/>
                  </a:lnTo>
                  <a:lnTo>
                    <a:pt x="1984051" y="831441"/>
                  </a:lnTo>
                  <a:lnTo>
                    <a:pt x="2014524" y="795748"/>
                  </a:lnTo>
                  <a:lnTo>
                    <a:pt x="2043836" y="758682"/>
                  </a:lnTo>
                  <a:lnTo>
                    <a:pt x="2071944" y="720251"/>
                  </a:lnTo>
                  <a:lnTo>
                    <a:pt x="2098802" y="680466"/>
                  </a:lnTo>
                  <a:lnTo>
                    <a:pt x="1048893" y="0"/>
                  </a:lnTo>
                  <a:close/>
                </a:path>
              </a:pathLst>
            </a:custGeom>
            <a:solidFill>
              <a:srgbClr val="152B77"/>
            </a:solidFill>
          </p:spPr>
          <p:txBody>
            <a:bodyPr wrap="square" lIns="0" tIns="0" rIns="0" bIns="0" rtlCol="0"/>
            <a:lstStyle/>
            <a:p>
              <a:endParaRPr/>
            </a:p>
          </p:txBody>
        </p:sp>
        <p:sp>
          <p:nvSpPr>
            <p:cNvPr id="48" name="object 48"/>
            <p:cNvSpPr/>
            <p:nvPr/>
          </p:nvSpPr>
          <p:spPr>
            <a:xfrm>
              <a:off x="8471661" y="5306948"/>
              <a:ext cx="2104390" cy="580390"/>
            </a:xfrm>
            <a:custGeom>
              <a:avLst/>
              <a:gdLst/>
              <a:ahLst/>
              <a:cxnLst/>
              <a:rect l="l" t="t" r="r" b="b"/>
              <a:pathLst>
                <a:path w="2104390" h="580389">
                  <a:moveTo>
                    <a:pt x="2093595" y="0"/>
                  </a:moveTo>
                  <a:lnTo>
                    <a:pt x="2064893" y="41909"/>
                  </a:lnTo>
                  <a:lnTo>
                    <a:pt x="2075307" y="49021"/>
                  </a:lnTo>
                  <a:lnTo>
                    <a:pt x="2104009" y="7112"/>
                  </a:lnTo>
                  <a:lnTo>
                    <a:pt x="2093595" y="0"/>
                  </a:lnTo>
                  <a:close/>
                </a:path>
                <a:path w="2104390" h="580389">
                  <a:moveTo>
                    <a:pt x="2034978" y="103250"/>
                  </a:moveTo>
                  <a:lnTo>
                    <a:pt x="2019046" y="103250"/>
                  </a:lnTo>
                  <a:lnTo>
                    <a:pt x="2011553" y="112140"/>
                  </a:lnTo>
                  <a:lnTo>
                    <a:pt x="2021205" y="120268"/>
                  </a:lnTo>
                  <a:lnTo>
                    <a:pt x="2028825" y="111378"/>
                  </a:lnTo>
                  <a:lnTo>
                    <a:pt x="2034978" y="103250"/>
                  </a:lnTo>
                  <a:close/>
                </a:path>
                <a:path w="2104390" h="580389">
                  <a:moveTo>
                    <a:pt x="2042541" y="72262"/>
                  </a:moveTo>
                  <a:lnTo>
                    <a:pt x="2018792" y="103504"/>
                  </a:lnTo>
                  <a:lnTo>
                    <a:pt x="2019046" y="103250"/>
                  </a:lnTo>
                  <a:lnTo>
                    <a:pt x="2034978" y="103250"/>
                  </a:lnTo>
                  <a:lnTo>
                    <a:pt x="2052574" y="80009"/>
                  </a:lnTo>
                  <a:lnTo>
                    <a:pt x="2042541" y="72262"/>
                  </a:lnTo>
                  <a:close/>
                </a:path>
                <a:path w="2104390" h="580389">
                  <a:moveTo>
                    <a:pt x="1994964" y="151256"/>
                  </a:moveTo>
                  <a:lnTo>
                    <a:pt x="1978406" y="151256"/>
                  </a:lnTo>
                  <a:lnTo>
                    <a:pt x="1952879" y="178562"/>
                  </a:lnTo>
                  <a:lnTo>
                    <a:pt x="1962150" y="187197"/>
                  </a:lnTo>
                  <a:lnTo>
                    <a:pt x="1987804" y="159765"/>
                  </a:lnTo>
                  <a:lnTo>
                    <a:pt x="1994964" y="151256"/>
                  </a:lnTo>
                  <a:close/>
                </a:path>
                <a:path w="2104390" h="580389">
                  <a:moveTo>
                    <a:pt x="1986915" y="141223"/>
                  </a:moveTo>
                  <a:lnTo>
                    <a:pt x="1978279" y="151384"/>
                  </a:lnTo>
                  <a:lnTo>
                    <a:pt x="1978406" y="151256"/>
                  </a:lnTo>
                  <a:lnTo>
                    <a:pt x="1994964" y="151256"/>
                  </a:lnTo>
                  <a:lnTo>
                    <a:pt x="1996567" y="149351"/>
                  </a:lnTo>
                  <a:lnTo>
                    <a:pt x="1986915" y="141223"/>
                  </a:lnTo>
                  <a:close/>
                </a:path>
                <a:path w="2104390" h="580389">
                  <a:moveTo>
                    <a:pt x="1909630" y="239775"/>
                  </a:moveTo>
                  <a:lnTo>
                    <a:pt x="1891411" y="239775"/>
                  </a:lnTo>
                  <a:lnTo>
                    <a:pt x="1890268" y="240664"/>
                  </a:lnTo>
                  <a:lnTo>
                    <a:pt x="1898650" y="250316"/>
                  </a:lnTo>
                  <a:lnTo>
                    <a:pt x="1899920" y="249173"/>
                  </a:lnTo>
                  <a:lnTo>
                    <a:pt x="1909630" y="239775"/>
                  </a:lnTo>
                  <a:close/>
                </a:path>
                <a:path w="2104390" h="580389">
                  <a:moveTo>
                    <a:pt x="1926590" y="205612"/>
                  </a:moveTo>
                  <a:lnTo>
                    <a:pt x="1891157" y="239903"/>
                  </a:lnTo>
                  <a:lnTo>
                    <a:pt x="1891411" y="239775"/>
                  </a:lnTo>
                  <a:lnTo>
                    <a:pt x="1909630" y="239775"/>
                  </a:lnTo>
                  <a:lnTo>
                    <a:pt x="1935480" y="214756"/>
                  </a:lnTo>
                  <a:lnTo>
                    <a:pt x="1926590" y="205612"/>
                  </a:lnTo>
                  <a:close/>
                </a:path>
                <a:path w="2104390" h="580389">
                  <a:moveTo>
                    <a:pt x="1861693" y="265810"/>
                  </a:moveTo>
                  <a:lnTo>
                    <a:pt x="1845056" y="280416"/>
                  </a:lnTo>
                  <a:lnTo>
                    <a:pt x="1822831" y="298005"/>
                  </a:lnTo>
                  <a:lnTo>
                    <a:pt x="1830705" y="307962"/>
                  </a:lnTo>
                  <a:lnTo>
                    <a:pt x="1853311" y="290055"/>
                  </a:lnTo>
                  <a:lnTo>
                    <a:pt x="1870075" y="275335"/>
                  </a:lnTo>
                  <a:lnTo>
                    <a:pt x="1861693" y="265810"/>
                  </a:lnTo>
                  <a:close/>
                </a:path>
                <a:path w="2104390" h="580389">
                  <a:moveTo>
                    <a:pt x="1845310" y="280162"/>
                  </a:moveTo>
                  <a:lnTo>
                    <a:pt x="1844990" y="280416"/>
                  </a:lnTo>
                  <a:lnTo>
                    <a:pt x="1845310" y="280162"/>
                  </a:lnTo>
                  <a:close/>
                </a:path>
                <a:path w="2104390" h="580389">
                  <a:moveTo>
                    <a:pt x="1792986" y="321233"/>
                  </a:moveTo>
                  <a:lnTo>
                    <a:pt x="1751584" y="350748"/>
                  </a:lnTo>
                  <a:lnTo>
                    <a:pt x="1759077" y="361086"/>
                  </a:lnTo>
                  <a:lnTo>
                    <a:pt x="1800352" y="331571"/>
                  </a:lnTo>
                  <a:lnTo>
                    <a:pt x="1792986" y="321233"/>
                  </a:lnTo>
                  <a:close/>
                </a:path>
                <a:path w="2104390" h="580389">
                  <a:moveTo>
                    <a:pt x="1720496" y="386079"/>
                  </a:moveTo>
                  <a:lnTo>
                    <a:pt x="1696974" y="386079"/>
                  </a:lnTo>
                  <a:lnTo>
                    <a:pt x="1676908" y="397675"/>
                  </a:lnTo>
                  <a:lnTo>
                    <a:pt x="1683258" y="408673"/>
                  </a:lnTo>
                  <a:lnTo>
                    <a:pt x="1703451" y="397001"/>
                  </a:lnTo>
                  <a:lnTo>
                    <a:pt x="1720496" y="386079"/>
                  </a:lnTo>
                  <a:close/>
                </a:path>
                <a:path w="2104390" h="580389">
                  <a:moveTo>
                    <a:pt x="1719961" y="371335"/>
                  </a:moveTo>
                  <a:lnTo>
                    <a:pt x="1696809" y="386175"/>
                  </a:lnTo>
                  <a:lnTo>
                    <a:pt x="1696974" y="386079"/>
                  </a:lnTo>
                  <a:lnTo>
                    <a:pt x="1720496" y="386079"/>
                  </a:lnTo>
                  <a:lnTo>
                    <a:pt x="1726819" y="382028"/>
                  </a:lnTo>
                  <a:lnTo>
                    <a:pt x="1719961" y="371335"/>
                  </a:lnTo>
                  <a:close/>
                </a:path>
                <a:path w="2104390" h="580389">
                  <a:moveTo>
                    <a:pt x="1644142" y="416547"/>
                  </a:moveTo>
                  <a:lnTo>
                    <a:pt x="1598930" y="439737"/>
                  </a:lnTo>
                  <a:lnTo>
                    <a:pt x="1604772" y="451040"/>
                  </a:lnTo>
                  <a:lnTo>
                    <a:pt x="1649984" y="427837"/>
                  </a:lnTo>
                  <a:lnTo>
                    <a:pt x="1644142" y="416547"/>
                  </a:lnTo>
                  <a:close/>
                </a:path>
                <a:path w="2104390" h="580389">
                  <a:moveTo>
                    <a:pt x="1564767" y="455726"/>
                  </a:moveTo>
                  <a:lnTo>
                    <a:pt x="1536446" y="468566"/>
                  </a:lnTo>
                  <a:lnTo>
                    <a:pt x="1518412" y="475703"/>
                  </a:lnTo>
                  <a:lnTo>
                    <a:pt x="1522984" y="487502"/>
                  </a:lnTo>
                  <a:lnTo>
                    <a:pt x="1541526" y="480187"/>
                  </a:lnTo>
                  <a:lnTo>
                    <a:pt x="1569974" y="467296"/>
                  </a:lnTo>
                  <a:lnTo>
                    <a:pt x="1564767" y="455726"/>
                  </a:lnTo>
                  <a:close/>
                </a:path>
                <a:path w="2104390" h="580389">
                  <a:moveTo>
                    <a:pt x="1536700" y="468439"/>
                  </a:moveTo>
                  <a:lnTo>
                    <a:pt x="1536380" y="468566"/>
                  </a:lnTo>
                  <a:lnTo>
                    <a:pt x="1536700" y="468439"/>
                  </a:lnTo>
                  <a:close/>
                </a:path>
                <a:path w="2104390" h="580389">
                  <a:moveTo>
                    <a:pt x="1482979" y="489737"/>
                  </a:moveTo>
                  <a:lnTo>
                    <a:pt x="1480693" y="490639"/>
                  </a:lnTo>
                  <a:lnTo>
                    <a:pt x="1435227" y="506171"/>
                  </a:lnTo>
                  <a:lnTo>
                    <a:pt x="1439291" y="518185"/>
                  </a:lnTo>
                  <a:lnTo>
                    <a:pt x="1485265" y="502500"/>
                  </a:lnTo>
                  <a:lnTo>
                    <a:pt x="1487678" y="501535"/>
                  </a:lnTo>
                  <a:lnTo>
                    <a:pt x="1482979" y="489737"/>
                  </a:lnTo>
                  <a:close/>
                </a:path>
                <a:path w="2104390" h="580389">
                  <a:moveTo>
                    <a:pt x="1480947" y="490524"/>
                  </a:moveTo>
                  <a:lnTo>
                    <a:pt x="1480613" y="490639"/>
                  </a:lnTo>
                  <a:lnTo>
                    <a:pt x="1480947" y="490524"/>
                  </a:lnTo>
                  <a:close/>
                </a:path>
                <a:path w="2104390" h="580389">
                  <a:moveTo>
                    <a:pt x="1399032" y="517220"/>
                  </a:moveTo>
                  <a:lnTo>
                    <a:pt x="1366647" y="526630"/>
                  </a:lnTo>
                  <a:lnTo>
                    <a:pt x="1350391" y="530504"/>
                  </a:lnTo>
                  <a:lnTo>
                    <a:pt x="1353312" y="542861"/>
                  </a:lnTo>
                  <a:lnTo>
                    <a:pt x="1370076" y="538873"/>
                  </a:lnTo>
                  <a:lnTo>
                    <a:pt x="1402588" y="529424"/>
                  </a:lnTo>
                  <a:lnTo>
                    <a:pt x="1399032" y="517220"/>
                  </a:lnTo>
                  <a:close/>
                </a:path>
                <a:path w="2104390" h="580389">
                  <a:moveTo>
                    <a:pt x="1366901" y="526554"/>
                  </a:moveTo>
                  <a:lnTo>
                    <a:pt x="1366582" y="526630"/>
                  </a:lnTo>
                  <a:lnTo>
                    <a:pt x="1366901" y="526554"/>
                  </a:lnTo>
                  <a:close/>
                </a:path>
                <a:path w="2104390" h="580389">
                  <a:moveTo>
                    <a:pt x="1313307" y="539330"/>
                  </a:moveTo>
                  <a:lnTo>
                    <a:pt x="1308608" y="540461"/>
                  </a:lnTo>
                  <a:lnTo>
                    <a:pt x="1263777" y="548932"/>
                  </a:lnTo>
                  <a:lnTo>
                    <a:pt x="1266063" y="561416"/>
                  </a:lnTo>
                  <a:lnTo>
                    <a:pt x="1311402" y="552856"/>
                  </a:lnTo>
                  <a:lnTo>
                    <a:pt x="1316228" y="551688"/>
                  </a:lnTo>
                  <a:lnTo>
                    <a:pt x="1313307" y="539330"/>
                  </a:lnTo>
                  <a:close/>
                </a:path>
                <a:path w="2104390" h="580389">
                  <a:moveTo>
                    <a:pt x="1308862" y="540397"/>
                  </a:moveTo>
                  <a:lnTo>
                    <a:pt x="1308526" y="540461"/>
                  </a:lnTo>
                  <a:lnTo>
                    <a:pt x="1308862" y="540397"/>
                  </a:lnTo>
                  <a:close/>
                </a:path>
                <a:path w="2104390" h="580389">
                  <a:moveTo>
                    <a:pt x="1227137" y="559752"/>
                  </a:moveTo>
                  <a:lnTo>
                    <a:pt x="1191006" y="559752"/>
                  </a:lnTo>
                  <a:lnTo>
                    <a:pt x="1176274" y="561073"/>
                  </a:lnTo>
                  <a:lnTo>
                    <a:pt x="1177417" y="573722"/>
                  </a:lnTo>
                  <a:lnTo>
                    <a:pt x="1192276" y="572376"/>
                  </a:lnTo>
                  <a:lnTo>
                    <a:pt x="1228217" y="567385"/>
                  </a:lnTo>
                  <a:lnTo>
                    <a:pt x="1227137" y="559752"/>
                  </a:lnTo>
                  <a:close/>
                </a:path>
                <a:path w="2104390" h="580389">
                  <a:moveTo>
                    <a:pt x="1226439" y="554812"/>
                  </a:moveTo>
                  <a:lnTo>
                    <a:pt x="1190625" y="559777"/>
                  </a:lnTo>
                  <a:lnTo>
                    <a:pt x="1191006" y="559752"/>
                  </a:lnTo>
                  <a:lnTo>
                    <a:pt x="1227137" y="559752"/>
                  </a:lnTo>
                  <a:lnTo>
                    <a:pt x="1226439" y="554812"/>
                  </a:lnTo>
                  <a:close/>
                </a:path>
                <a:path w="2104390" h="580389">
                  <a:moveTo>
                    <a:pt x="1138485" y="565162"/>
                  </a:moveTo>
                  <a:lnTo>
                    <a:pt x="1131189" y="565175"/>
                  </a:lnTo>
                  <a:lnTo>
                    <a:pt x="1087882" y="567080"/>
                  </a:lnTo>
                  <a:lnTo>
                    <a:pt x="1088517" y="579767"/>
                  </a:lnTo>
                  <a:lnTo>
                    <a:pt x="1132205" y="577837"/>
                  </a:lnTo>
                  <a:lnTo>
                    <a:pt x="1139571" y="577164"/>
                  </a:lnTo>
                  <a:lnTo>
                    <a:pt x="1138485" y="565162"/>
                  </a:lnTo>
                  <a:close/>
                </a:path>
                <a:path w="2104390" h="580389">
                  <a:moveTo>
                    <a:pt x="1138428" y="564527"/>
                  </a:moveTo>
                  <a:lnTo>
                    <a:pt x="1131222" y="565172"/>
                  </a:lnTo>
                  <a:lnTo>
                    <a:pt x="1131443" y="565162"/>
                  </a:lnTo>
                  <a:lnTo>
                    <a:pt x="1138485" y="565162"/>
                  </a:lnTo>
                  <a:lnTo>
                    <a:pt x="1138428" y="564527"/>
                  </a:lnTo>
                  <a:close/>
                </a:path>
                <a:path w="2104390" h="580389">
                  <a:moveTo>
                    <a:pt x="999617" y="566826"/>
                  </a:moveTo>
                  <a:lnTo>
                    <a:pt x="998982" y="579513"/>
                  </a:lnTo>
                  <a:lnTo>
                    <a:pt x="1011047" y="580135"/>
                  </a:lnTo>
                  <a:lnTo>
                    <a:pt x="1050036" y="580377"/>
                  </a:lnTo>
                  <a:lnTo>
                    <a:pt x="1050163" y="567677"/>
                  </a:lnTo>
                  <a:lnTo>
                    <a:pt x="1011302" y="567436"/>
                  </a:lnTo>
                  <a:lnTo>
                    <a:pt x="999617" y="566826"/>
                  </a:lnTo>
                  <a:close/>
                </a:path>
                <a:path w="2104390" h="580389">
                  <a:moveTo>
                    <a:pt x="1011312" y="567436"/>
                  </a:moveTo>
                  <a:lnTo>
                    <a:pt x="1011555" y="567448"/>
                  </a:lnTo>
                  <a:lnTo>
                    <a:pt x="1013346" y="567448"/>
                  </a:lnTo>
                  <a:lnTo>
                    <a:pt x="1011312" y="567436"/>
                  </a:lnTo>
                  <a:close/>
                </a:path>
                <a:path w="2104390" h="580389">
                  <a:moveTo>
                    <a:pt x="1011311" y="567435"/>
                  </a:moveTo>
                  <a:close/>
                </a:path>
                <a:path w="2104390" h="580389">
                  <a:moveTo>
                    <a:pt x="911352" y="560197"/>
                  </a:moveTo>
                  <a:lnTo>
                    <a:pt x="910082" y="572833"/>
                  </a:lnTo>
                  <a:lnTo>
                    <a:pt x="950468" y="576973"/>
                  </a:lnTo>
                  <a:lnTo>
                    <a:pt x="961009" y="577519"/>
                  </a:lnTo>
                  <a:lnTo>
                    <a:pt x="961644" y="564845"/>
                  </a:lnTo>
                  <a:lnTo>
                    <a:pt x="951230" y="564299"/>
                  </a:lnTo>
                  <a:lnTo>
                    <a:pt x="951363" y="564299"/>
                  </a:lnTo>
                  <a:lnTo>
                    <a:pt x="911352" y="560197"/>
                  </a:lnTo>
                  <a:close/>
                </a:path>
                <a:path w="2104390" h="580389">
                  <a:moveTo>
                    <a:pt x="951502" y="564313"/>
                  </a:moveTo>
                  <a:lnTo>
                    <a:pt x="951714" y="564324"/>
                  </a:lnTo>
                  <a:lnTo>
                    <a:pt x="951502" y="564313"/>
                  </a:lnTo>
                  <a:close/>
                </a:path>
                <a:path w="2104390" h="580389">
                  <a:moveTo>
                    <a:pt x="951363" y="564299"/>
                  </a:moveTo>
                  <a:lnTo>
                    <a:pt x="951230" y="564299"/>
                  </a:lnTo>
                  <a:lnTo>
                    <a:pt x="951502" y="564313"/>
                  </a:lnTo>
                  <a:lnTo>
                    <a:pt x="951363" y="564299"/>
                  </a:lnTo>
                  <a:close/>
                </a:path>
                <a:path w="2104390" h="580389">
                  <a:moveTo>
                    <a:pt x="823976" y="547535"/>
                  </a:moveTo>
                  <a:lnTo>
                    <a:pt x="821563" y="559981"/>
                  </a:lnTo>
                  <a:lnTo>
                    <a:pt x="829310" y="561568"/>
                  </a:lnTo>
                  <a:lnTo>
                    <a:pt x="871982" y="568032"/>
                  </a:lnTo>
                  <a:lnTo>
                    <a:pt x="873887" y="555485"/>
                  </a:lnTo>
                  <a:lnTo>
                    <a:pt x="831803" y="549084"/>
                  </a:lnTo>
                  <a:lnTo>
                    <a:pt x="823976" y="547535"/>
                  </a:lnTo>
                  <a:close/>
                </a:path>
                <a:path w="2104390" h="580389">
                  <a:moveTo>
                    <a:pt x="831469" y="549033"/>
                  </a:moveTo>
                  <a:lnTo>
                    <a:pt x="831723" y="549084"/>
                  </a:lnTo>
                  <a:lnTo>
                    <a:pt x="831469" y="549033"/>
                  </a:lnTo>
                  <a:close/>
                </a:path>
                <a:path w="2104390" h="580389">
                  <a:moveTo>
                    <a:pt x="737616" y="528307"/>
                  </a:moveTo>
                  <a:lnTo>
                    <a:pt x="734441" y="540613"/>
                  </a:lnTo>
                  <a:lnTo>
                    <a:pt x="769239" y="549401"/>
                  </a:lnTo>
                  <a:lnTo>
                    <a:pt x="784225" y="552424"/>
                  </a:lnTo>
                  <a:lnTo>
                    <a:pt x="786638" y="539978"/>
                  </a:lnTo>
                  <a:lnTo>
                    <a:pt x="772280" y="537057"/>
                  </a:lnTo>
                  <a:lnTo>
                    <a:pt x="737616" y="528307"/>
                  </a:lnTo>
                  <a:close/>
                </a:path>
                <a:path w="2104390" h="580389">
                  <a:moveTo>
                    <a:pt x="771906" y="536981"/>
                  </a:moveTo>
                  <a:lnTo>
                    <a:pt x="772160" y="537057"/>
                  </a:lnTo>
                  <a:lnTo>
                    <a:pt x="771906" y="536981"/>
                  </a:lnTo>
                  <a:close/>
                </a:path>
                <a:path w="2104390" h="580389">
                  <a:moveTo>
                    <a:pt x="652907" y="503491"/>
                  </a:moveTo>
                  <a:lnTo>
                    <a:pt x="648589" y="515429"/>
                  </a:lnTo>
                  <a:lnTo>
                    <a:pt x="650113" y="515988"/>
                  </a:lnTo>
                  <a:lnTo>
                    <a:pt x="697357" y="530567"/>
                  </a:lnTo>
                  <a:lnTo>
                    <a:pt x="701167" y="518439"/>
                  </a:lnTo>
                  <a:lnTo>
                    <a:pt x="654379" y="503999"/>
                  </a:lnTo>
                  <a:lnTo>
                    <a:pt x="652907" y="503491"/>
                  </a:lnTo>
                  <a:close/>
                </a:path>
                <a:path w="2104390" h="580389">
                  <a:moveTo>
                    <a:pt x="654050" y="503897"/>
                  </a:moveTo>
                  <a:lnTo>
                    <a:pt x="654304" y="503999"/>
                  </a:lnTo>
                  <a:lnTo>
                    <a:pt x="654050" y="503897"/>
                  </a:lnTo>
                  <a:close/>
                </a:path>
                <a:path w="2104390" h="580389">
                  <a:moveTo>
                    <a:pt x="570103" y="471995"/>
                  </a:moveTo>
                  <a:lnTo>
                    <a:pt x="565150" y="483704"/>
                  </a:lnTo>
                  <a:lnTo>
                    <a:pt x="591439" y="494741"/>
                  </a:lnTo>
                  <a:lnTo>
                    <a:pt x="612775" y="502450"/>
                  </a:lnTo>
                  <a:lnTo>
                    <a:pt x="617093" y="490512"/>
                  </a:lnTo>
                  <a:lnTo>
                    <a:pt x="595884" y="482853"/>
                  </a:lnTo>
                  <a:lnTo>
                    <a:pt x="570103" y="471995"/>
                  </a:lnTo>
                  <a:close/>
                </a:path>
                <a:path w="2104390" h="580389">
                  <a:moveTo>
                    <a:pt x="595992" y="482853"/>
                  </a:moveTo>
                  <a:lnTo>
                    <a:pt x="596265" y="482968"/>
                  </a:lnTo>
                  <a:lnTo>
                    <a:pt x="595992" y="482853"/>
                  </a:lnTo>
                  <a:close/>
                </a:path>
                <a:path w="2104390" h="580389">
                  <a:moveTo>
                    <a:pt x="489585" y="435101"/>
                  </a:moveTo>
                  <a:lnTo>
                    <a:pt x="484124" y="446544"/>
                  </a:lnTo>
                  <a:lnTo>
                    <a:pt x="529844" y="468617"/>
                  </a:lnTo>
                  <a:lnTo>
                    <a:pt x="535432" y="457174"/>
                  </a:lnTo>
                  <a:lnTo>
                    <a:pt x="489585" y="435101"/>
                  </a:lnTo>
                  <a:close/>
                </a:path>
                <a:path w="2104390" h="580389">
                  <a:moveTo>
                    <a:pt x="412369" y="392506"/>
                  </a:moveTo>
                  <a:lnTo>
                    <a:pt x="405765" y="403339"/>
                  </a:lnTo>
                  <a:lnTo>
                    <a:pt x="420116" y="412127"/>
                  </a:lnTo>
                  <a:lnTo>
                    <a:pt x="450215" y="428536"/>
                  </a:lnTo>
                  <a:lnTo>
                    <a:pt x="456311" y="417385"/>
                  </a:lnTo>
                  <a:lnTo>
                    <a:pt x="426343" y="401053"/>
                  </a:lnTo>
                  <a:lnTo>
                    <a:pt x="412369" y="392506"/>
                  </a:lnTo>
                  <a:close/>
                </a:path>
                <a:path w="2104390" h="580389">
                  <a:moveTo>
                    <a:pt x="426383" y="401077"/>
                  </a:moveTo>
                  <a:lnTo>
                    <a:pt x="426593" y="401205"/>
                  </a:lnTo>
                  <a:lnTo>
                    <a:pt x="426383" y="401077"/>
                  </a:lnTo>
                  <a:close/>
                </a:path>
                <a:path w="2104390" h="580389">
                  <a:moveTo>
                    <a:pt x="426343" y="401053"/>
                  </a:moveTo>
                  <a:close/>
                </a:path>
                <a:path w="2104390" h="580389">
                  <a:moveTo>
                    <a:pt x="337820" y="344779"/>
                  </a:moveTo>
                  <a:lnTo>
                    <a:pt x="330581" y="355168"/>
                  </a:lnTo>
                  <a:lnTo>
                    <a:pt x="337312" y="359943"/>
                  </a:lnTo>
                  <a:lnTo>
                    <a:pt x="364871" y="378345"/>
                  </a:lnTo>
                  <a:lnTo>
                    <a:pt x="373253" y="383463"/>
                  </a:lnTo>
                  <a:lnTo>
                    <a:pt x="379857" y="372630"/>
                  </a:lnTo>
                  <a:lnTo>
                    <a:pt x="371602" y="367588"/>
                  </a:lnTo>
                  <a:lnTo>
                    <a:pt x="344683" y="349516"/>
                  </a:lnTo>
                  <a:lnTo>
                    <a:pt x="344551" y="349516"/>
                  </a:lnTo>
                  <a:lnTo>
                    <a:pt x="337820" y="344779"/>
                  </a:lnTo>
                  <a:close/>
                </a:path>
                <a:path w="2104390" h="580389">
                  <a:moveTo>
                    <a:pt x="371666" y="367588"/>
                  </a:moveTo>
                  <a:lnTo>
                    <a:pt x="371856" y="367715"/>
                  </a:lnTo>
                  <a:lnTo>
                    <a:pt x="371666" y="367588"/>
                  </a:lnTo>
                  <a:close/>
                </a:path>
                <a:path w="2104390" h="580389">
                  <a:moveTo>
                    <a:pt x="344551" y="349427"/>
                  </a:moveTo>
                  <a:lnTo>
                    <a:pt x="344683" y="349516"/>
                  </a:lnTo>
                  <a:lnTo>
                    <a:pt x="344551" y="349427"/>
                  </a:lnTo>
                  <a:close/>
                </a:path>
                <a:path w="2104390" h="580389">
                  <a:moveTo>
                    <a:pt x="266954" y="291719"/>
                  </a:moveTo>
                  <a:lnTo>
                    <a:pt x="259080" y="301688"/>
                  </a:lnTo>
                  <a:lnTo>
                    <a:pt x="283972" y="321271"/>
                  </a:lnTo>
                  <a:lnTo>
                    <a:pt x="299466" y="332854"/>
                  </a:lnTo>
                  <a:lnTo>
                    <a:pt x="307086" y="322668"/>
                  </a:lnTo>
                  <a:lnTo>
                    <a:pt x="291728" y="311238"/>
                  </a:lnTo>
                  <a:lnTo>
                    <a:pt x="266954" y="291719"/>
                  </a:lnTo>
                  <a:close/>
                </a:path>
                <a:path w="2104390" h="580389">
                  <a:moveTo>
                    <a:pt x="291592" y="311137"/>
                  </a:moveTo>
                  <a:lnTo>
                    <a:pt x="291728" y="311238"/>
                  </a:lnTo>
                  <a:lnTo>
                    <a:pt x="291592" y="311137"/>
                  </a:lnTo>
                  <a:close/>
                </a:path>
                <a:path w="2104390" h="580389">
                  <a:moveTo>
                    <a:pt x="200279" y="233806"/>
                  </a:moveTo>
                  <a:lnTo>
                    <a:pt x="191643" y="243078"/>
                  </a:lnTo>
                  <a:lnTo>
                    <a:pt x="208026" y="258190"/>
                  </a:lnTo>
                  <a:lnTo>
                    <a:pt x="229616" y="277113"/>
                  </a:lnTo>
                  <a:lnTo>
                    <a:pt x="237998" y="267588"/>
                  </a:lnTo>
                  <a:lnTo>
                    <a:pt x="216552" y="248792"/>
                  </a:lnTo>
                  <a:lnTo>
                    <a:pt x="200279" y="233806"/>
                  </a:lnTo>
                  <a:close/>
                </a:path>
                <a:path w="2104390" h="580389">
                  <a:moveTo>
                    <a:pt x="216408" y="248665"/>
                  </a:moveTo>
                  <a:lnTo>
                    <a:pt x="216552" y="248792"/>
                  </a:lnTo>
                  <a:lnTo>
                    <a:pt x="216408" y="248665"/>
                  </a:lnTo>
                  <a:close/>
                </a:path>
                <a:path w="2104390" h="580389">
                  <a:moveTo>
                    <a:pt x="137795" y="171195"/>
                  </a:moveTo>
                  <a:lnTo>
                    <a:pt x="128524" y="179831"/>
                  </a:lnTo>
                  <a:lnTo>
                    <a:pt x="137287" y="189356"/>
                  </a:lnTo>
                  <a:lnTo>
                    <a:pt x="160274" y="212851"/>
                  </a:lnTo>
                  <a:lnTo>
                    <a:pt x="164084" y="216534"/>
                  </a:lnTo>
                  <a:lnTo>
                    <a:pt x="172974" y="207517"/>
                  </a:lnTo>
                  <a:lnTo>
                    <a:pt x="169166" y="203834"/>
                  </a:lnTo>
                  <a:lnTo>
                    <a:pt x="146441" y="180594"/>
                  </a:lnTo>
                  <a:lnTo>
                    <a:pt x="137795" y="171195"/>
                  </a:lnTo>
                  <a:close/>
                </a:path>
                <a:path w="2104390" h="580389">
                  <a:moveTo>
                    <a:pt x="169214" y="203884"/>
                  </a:moveTo>
                  <a:close/>
                </a:path>
                <a:path w="2104390" h="580389">
                  <a:moveTo>
                    <a:pt x="169166" y="203834"/>
                  </a:moveTo>
                  <a:close/>
                </a:path>
                <a:path w="2104390" h="580389">
                  <a:moveTo>
                    <a:pt x="146441" y="180594"/>
                  </a:moveTo>
                  <a:close/>
                </a:path>
                <a:path w="2104390" h="580389">
                  <a:moveTo>
                    <a:pt x="79883" y="104520"/>
                  </a:moveTo>
                  <a:lnTo>
                    <a:pt x="69850" y="112394"/>
                  </a:lnTo>
                  <a:lnTo>
                    <a:pt x="72136" y="115188"/>
                  </a:lnTo>
                  <a:lnTo>
                    <a:pt x="93218" y="140588"/>
                  </a:lnTo>
                  <a:lnTo>
                    <a:pt x="102870" y="151510"/>
                  </a:lnTo>
                  <a:lnTo>
                    <a:pt x="112395" y="143128"/>
                  </a:lnTo>
                  <a:lnTo>
                    <a:pt x="102980" y="132334"/>
                  </a:lnTo>
                  <a:lnTo>
                    <a:pt x="82147" y="107314"/>
                  </a:lnTo>
                  <a:lnTo>
                    <a:pt x="79883" y="104520"/>
                  </a:lnTo>
                  <a:close/>
                </a:path>
                <a:path w="2104390" h="580389">
                  <a:moveTo>
                    <a:pt x="102891" y="132206"/>
                  </a:moveTo>
                  <a:lnTo>
                    <a:pt x="102997" y="132334"/>
                  </a:lnTo>
                  <a:lnTo>
                    <a:pt x="102891" y="132206"/>
                  </a:lnTo>
                  <a:close/>
                </a:path>
                <a:path w="2104390" h="580389">
                  <a:moveTo>
                    <a:pt x="82065" y="107187"/>
                  </a:moveTo>
                  <a:close/>
                </a:path>
                <a:path w="2104390" h="580389">
                  <a:moveTo>
                    <a:pt x="0" y="5206"/>
                  </a:moveTo>
                  <a:lnTo>
                    <a:pt x="12192" y="89407"/>
                  </a:lnTo>
                  <a:lnTo>
                    <a:pt x="38532" y="71135"/>
                  </a:lnTo>
                  <a:lnTo>
                    <a:pt x="31115" y="60959"/>
                  </a:lnTo>
                  <a:lnTo>
                    <a:pt x="41402" y="53466"/>
                  </a:lnTo>
                  <a:lnTo>
                    <a:pt x="64001" y="53466"/>
                  </a:lnTo>
                  <a:lnTo>
                    <a:pt x="74803" y="45973"/>
                  </a:lnTo>
                  <a:lnTo>
                    <a:pt x="0" y="5206"/>
                  </a:lnTo>
                  <a:close/>
                </a:path>
                <a:path w="2104390" h="580389">
                  <a:moveTo>
                    <a:pt x="48950" y="63908"/>
                  </a:moveTo>
                  <a:lnTo>
                    <a:pt x="38532" y="71135"/>
                  </a:lnTo>
                  <a:lnTo>
                    <a:pt x="46482" y="82041"/>
                  </a:lnTo>
                  <a:lnTo>
                    <a:pt x="56642" y="74548"/>
                  </a:lnTo>
                  <a:lnTo>
                    <a:pt x="48950" y="63908"/>
                  </a:lnTo>
                  <a:close/>
                </a:path>
                <a:path w="2104390" h="580389">
                  <a:moveTo>
                    <a:pt x="41402" y="53466"/>
                  </a:moveTo>
                  <a:lnTo>
                    <a:pt x="31115" y="60959"/>
                  </a:lnTo>
                  <a:lnTo>
                    <a:pt x="38532" y="71135"/>
                  </a:lnTo>
                  <a:lnTo>
                    <a:pt x="48950" y="63908"/>
                  </a:lnTo>
                  <a:lnTo>
                    <a:pt x="41402" y="53466"/>
                  </a:lnTo>
                  <a:close/>
                </a:path>
                <a:path w="2104390" h="580389">
                  <a:moveTo>
                    <a:pt x="64001" y="53466"/>
                  </a:moveTo>
                  <a:lnTo>
                    <a:pt x="41402" y="53466"/>
                  </a:lnTo>
                  <a:lnTo>
                    <a:pt x="48950" y="63908"/>
                  </a:lnTo>
                  <a:lnTo>
                    <a:pt x="64001" y="53466"/>
                  </a:lnTo>
                  <a:close/>
                </a:path>
              </a:pathLst>
            </a:custGeom>
            <a:solidFill>
              <a:srgbClr val="FFFFFF"/>
            </a:solidFill>
          </p:spPr>
          <p:txBody>
            <a:bodyPr wrap="square" lIns="0" tIns="0" rIns="0" bIns="0" rtlCol="0"/>
            <a:lstStyle/>
            <a:p>
              <a:endParaRPr/>
            </a:p>
          </p:txBody>
        </p:sp>
        <p:sp>
          <p:nvSpPr>
            <p:cNvPr id="49" name="object 49"/>
            <p:cNvSpPr/>
            <p:nvPr/>
          </p:nvSpPr>
          <p:spPr>
            <a:xfrm>
              <a:off x="8561831" y="3671315"/>
              <a:ext cx="1918970" cy="1917700"/>
            </a:xfrm>
            <a:custGeom>
              <a:avLst/>
              <a:gdLst/>
              <a:ahLst/>
              <a:cxnLst/>
              <a:rect l="l" t="t" r="r" b="b"/>
              <a:pathLst>
                <a:path w="1918970" h="1917700">
                  <a:moveTo>
                    <a:pt x="959358" y="0"/>
                  </a:moveTo>
                  <a:lnTo>
                    <a:pt x="911475" y="1173"/>
                  </a:lnTo>
                  <a:lnTo>
                    <a:pt x="864201" y="4655"/>
                  </a:lnTo>
                  <a:lnTo>
                    <a:pt x="817589" y="10392"/>
                  </a:lnTo>
                  <a:lnTo>
                    <a:pt x="771695" y="18329"/>
                  </a:lnTo>
                  <a:lnTo>
                    <a:pt x="726574" y="28410"/>
                  </a:lnTo>
                  <a:lnTo>
                    <a:pt x="682280" y="40582"/>
                  </a:lnTo>
                  <a:lnTo>
                    <a:pt x="638869" y="54788"/>
                  </a:lnTo>
                  <a:lnTo>
                    <a:pt x="596395" y="70975"/>
                  </a:lnTo>
                  <a:lnTo>
                    <a:pt x="554914" y="89087"/>
                  </a:lnTo>
                  <a:lnTo>
                    <a:pt x="514480" y="109069"/>
                  </a:lnTo>
                  <a:lnTo>
                    <a:pt x="475149" y="130866"/>
                  </a:lnTo>
                  <a:lnTo>
                    <a:pt x="436975" y="154424"/>
                  </a:lnTo>
                  <a:lnTo>
                    <a:pt x="400013" y="179687"/>
                  </a:lnTo>
                  <a:lnTo>
                    <a:pt x="364318" y="206602"/>
                  </a:lnTo>
                  <a:lnTo>
                    <a:pt x="329946" y="235112"/>
                  </a:lnTo>
                  <a:lnTo>
                    <a:pt x="296951" y="265163"/>
                  </a:lnTo>
                  <a:lnTo>
                    <a:pt x="265388" y="296700"/>
                  </a:lnTo>
                  <a:lnTo>
                    <a:pt x="235312" y="329668"/>
                  </a:lnTo>
                  <a:lnTo>
                    <a:pt x="206778" y="364012"/>
                  </a:lnTo>
                  <a:lnTo>
                    <a:pt x="179841" y="399678"/>
                  </a:lnTo>
                  <a:lnTo>
                    <a:pt x="154557" y="436610"/>
                  </a:lnTo>
                  <a:lnTo>
                    <a:pt x="130979" y="474754"/>
                  </a:lnTo>
                  <a:lnTo>
                    <a:pt x="109163" y="514054"/>
                  </a:lnTo>
                  <a:lnTo>
                    <a:pt x="89164" y="554456"/>
                  </a:lnTo>
                  <a:lnTo>
                    <a:pt x="71037" y="595905"/>
                  </a:lnTo>
                  <a:lnTo>
                    <a:pt x="54836" y="638346"/>
                  </a:lnTo>
                  <a:lnTo>
                    <a:pt x="40617" y="681724"/>
                  </a:lnTo>
                  <a:lnTo>
                    <a:pt x="28435" y="725984"/>
                  </a:lnTo>
                  <a:lnTo>
                    <a:pt x="18345" y="771071"/>
                  </a:lnTo>
                  <a:lnTo>
                    <a:pt x="10401" y="816931"/>
                  </a:lnTo>
                  <a:lnTo>
                    <a:pt x="4659" y="863508"/>
                  </a:lnTo>
                  <a:lnTo>
                    <a:pt x="1174" y="910748"/>
                  </a:lnTo>
                  <a:lnTo>
                    <a:pt x="0" y="958595"/>
                  </a:lnTo>
                  <a:lnTo>
                    <a:pt x="1174" y="1006443"/>
                  </a:lnTo>
                  <a:lnTo>
                    <a:pt x="4659" y="1053683"/>
                  </a:lnTo>
                  <a:lnTo>
                    <a:pt x="10401" y="1100260"/>
                  </a:lnTo>
                  <a:lnTo>
                    <a:pt x="18345" y="1146120"/>
                  </a:lnTo>
                  <a:lnTo>
                    <a:pt x="28435" y="1191207"/>
                  </a:lnTo>
                  <a:lnTo>
                    <a:pt x="40617" y="1235467"/>
                  </a:lnTo>
                  <a:lnTo>
                    <a:pt x="54836" y="1278845"/>
                  </a:lnTo>
                  <a:lnTo>
                    <a:pt x="71037" y="1321286"/>
                  </a:lnTo>
                  <a:lnTo>
                    <a:pt x="89164" y="1362735"/>
                  </a:lnTo>
                  <a:lnTo>
                    <a:pt x="109163" y="1403137"/>
                  </a:lnTo>
                  <a:lnTo>
                    <a:pt x="130979" y="1442437"/>
                  </a:lnTo>
                  <a:lnTo>
                    <a:pt x="154557" y="1480581"/>
                  </a:lnTo>
                  <a:lnTo>
                    <a:pt x="179841" y="1517513"/>
                  </a:lnTo>
                  <a:lnTo>
                    <a:pt x="206778" y="1553179"/>
                  </a:lnTo>
                  <a:lnTo>
                    <a:pt x="235312" y="1587523"/>
                  </a:lnTo>
                  <a:lnTo>
                    <a:pt x="265388" y="1620491"/>
                  </a:lnTo>
                  <a:lnTo>
                    <a:pt x="296951" y="1652028"/>
                  </a:lnTo>
                  <a:lnTo>
                    <a:pt x="329946" y="1682079"/>
                  </a:lnTo>
                  <a:lnTo>
                    <a:pt x="364318" y="1710589"/>
                  </a:lnTo>
                  <a:lnTo>
                    <a:pt x="400013" y="1737504"/>
                  </a:lnTo>
                  <a:lnTo>
                    <a:pt x="436975" y="1762767"/>
                  </a:lnTo>
                  <a:lnTo>
                    <a:pt x="475149" y="1786325"/>
                  </a:lnTo>
                  <a:lnTo>
                    <a:pt x="514480" y="1808122"/>
                  </a:lnTo>
                  <a:lnTo>
                    <a:pt x="554914" y="1828104"/>
                  </a:lnTo>
                  <a:lnTo>
                    <a:pt x="596395" y="1846216"/>
                  </a:lnTo>
                  <a:lnTo>
                    <a:pt x="638869" y="1862403"/>
                  </a:lnTo>
                  <a:lnTo>
                    <a:pt x="682280" y="1876609"/>
                  </a:lnTo>
                  <a:lnTo>
                    <a:pt x="726574" y="1888781"/>
                  </a:lnTo>
                  <a:lnTo>
                    <a:pt x="771695" y="1898862"/>
                  </a:lnTo>
                  <a:lnTo>
                    <a:pt x="817589" y="1906799"/>
                  </a:lnTo>
                  <a:lnTo>
                    <a:pt x="864201" y="1912536"/>
                  </a:lnTo>
                  <a:lnTo>
                    <a:pt x="911475" y="1916018"/>
                  </a:lnTo>
                  <a:lnTo>
                    <a:pt x="959358" y="1917191"/>
                  </a:lnTo>
                  <a:lnTo>
                    <a:pt x="1007240" y="1916018"/>
                  </a:lnTo>
                  <a:lnTo>
                    <a:pt x="1054514" y="1912536"/>
                  </a:lnTo>
                  <a:lnTo>
                    <a:pt x="1101126" y="1906799"/>
                  </a:lnTo>
                  <a:lnTo>
                    <a:pt x="1147020" y="1898862"/>
                  </a:lnTo>
                  <a:lnTo>
                    <a:pt x="1192141" y="1888781"/>
                  </a:lnTo>
                  <a:lnTo>
                    <a:pt x="1236435" y="1876609"/>
                  </a:lnTo>
                  <a:lnTo>
                    <a:pt x="1279846" y="1862403"/>
                  </a:lnTo>
                  <a:lnTo>
                    <a:pt x="1322320" y="1846216"/>
                  </a:lnTo>
                  <a:lnTo>
                    <a:pt x="1363801" y="1828104"/>
                  </a:lnTo>
                  <a:lnTo>
                    <a:pt x="1404235" y="1808122"/>
                  </a:lnTo>
                  <a:lnTo>
                    <a:pt x="1443566" y="1786325"/>
                  </a:lnTo>
                  <a:lnTo>
                    <a:pt x="1481740" y="1762767"/>
                  </a:lnTo>
                  <a:lnTo>
                    <a:pt x="1518702" y="1737504"/>
                  </a:lnTo>
                  <a:lnTo>
                    <a:pt x="1554397" y="1710589"/>
                  </a:lnTo>
                  <a:lnTo>
                    <a:pt x="1588769" y="1682079"/>
                  </a:lnTo>
                  <a:lnTo>
                    <a:pt x="1621764" y="1652028"/>
                  </a:lnTo>
                  <a:lnTo>
                    <a:pt x="1653327" y="1620491"/>
                  </a:lnTo>
                  <a:lnTo>
                    <a:pt x="1683403" y="1587523"/>
                  </a:lnTo>
                  <a:lnTo>
                    <a:pt x="1711937" y="1553179"/>
                  </a:lnTo>
                  <a:lnTo>
                    <a:pt x="1738874" y="1517513"/>
                  </a:lnTo>
                  <a:lnTo>
                    <a:pt x="1764158" y="1480581"/>
                  </a:lnTo>
                  <a:lnTo>
                    <a:pt x="1787736" y="1442437"/>
                  </a:lnTo>
                  <a:lnTo>
                    <a:pt x="1809552" y="1403137"/>
                  </a:lnTo>
                  <a:lnTo>
                    <a:pt x="1829551" y="1362735"/>
                  </a:lnTo>
                  <a:lnTo>
                    <a:pt x="1847678" y="1321286"/>
                  </a:lnTo>
                  <a:lnTo>
                    <a:pt x="1863879" y="1278845"/>
                  </a:lnTo>
                  <a:lnTo>
                    <a:pt x="1878098" y="1235467"/>
                  </a:lnTo>
                  <a:lnTo>
                    <a:pt x="1890280" y="1191207"/>
                  </a:lnTo>
                  <a:lnTo>
                    <a:pt x="1900370" y="1146120"/>
                  </a:lnTo>
                  <a:lnTo>
                    <a:pt x="1908314" y="1100260"/>
                  </a:lnTo>
                  <a:lnTo>
                    <a:pt x="1914056" y="1053683"/>
                  </a:lnTo>
                  <a:lnTo>
                    <a:pt x="1917541" y="1006443"/>
                  </a:lnTo>
                  <a:lnTo>
                    <a:pt x="1918716" y="958595"/>
                  </a:lnTo>
                  <a:lnTo>
                    <a:pt x="1917541" y="910748"/>
                  </a:lnTo>
                  <a:lnTo>
                    <a:pt x="1914056" y="863508"/>
                  </a:lnTo>
                  <a:lnTo>
                    <a:pt x="1908314" y="816931"/>
                  </a:lnTo>
                  <a:lnTo>
                    <a:pt x="1900370" y="771071"/>
                  </a:lnTo>
                  <a:lnTo>
                    <a:pt x="1890280" y="725984"/>
                  </a:lnTo>
                  <a:lnTo>
                    <a:pt x="1878098" y="681724"/>
                  </a:lnTo>
                  <a:lnTo>
                    <a:pt x="1863879" y="638346"/>
                  </a:lnTo>
                  <a:lnTo>
                    <a:pt x="1847678" y="595905"/>
                  </a:lnTo>
                  <a:lnTo>
                    <a:pt x="1829551" y="554456"/>
                  </a:lnTo>
                  <a:lnTo>
                    <a:pt x="1809552" y="514054"/>
                  </a:lnTo>
                  <a:lnTo>
                    <a:pt x="1787736" y="474754"/>
                  </a:lnTo>
                  <a:lnTo>
                    <a:pt x="1764158" y="436610"/>
                  </a:lnTo>
                  <a:lnTo>
                    <a:pt x="1738874" y="399678"/>
                  </a:lnTo>
                  <a:lnTo>
                    <a:pt x="1711937" y="364012"/>
                  </a:lnTo>
                  <a:lnTo>
                    <a:pt x="1683403" y="329668"/>
                  </a:lnTo>
                  <a:lnTo>
                    <a:pt x="1653327" y="296700"/>
                  </a:lnTo>
                  <a:lnTo>
                    <a:pt x="1621764" y="265163"/>
                  </a:lnTo>
                  <a:lnTo>
                    <a:pt x="1588769" y="235112"/>
                  </a:lnTo>
                  <a:lnTo>
                    <a:pt x="1554397" y="206602"/>
                  </a:lnTo>
                  <a:lnTo>
                    <a:pt x="1518702" y="179687"/>
                  </a:lnTo>
                  <a:lnTo>
                    <a:pt x="1481740" y="154424"/>
                  </a:lnTo>
                  <a:lnTo>
                    <a:pt x="1443566" y="130866"/>
                  </a:lnTo>
                  <a:lnTo>
                    <a:pt x="1404235" y="109069"/>
                  </a:lnTo>
                  <a:lnTo>
                    <a:pt x="1363801" y="89087"/>
                  </a:lnTo>
                  <a:lnTo>
                    <a:pt x="1322320" y="70975"/>
                  </a:lnTo>
                  <a:lnTo>
                    <a:pt x="1279846" y="54788"/>
                  </a:lnTo>
                  <a:lnTo>
                    <a:pt x="1236435" y="40582"/>
                  </a:lnTo>
                  <a:lnTo>
                    <a:pt x="1192141" y="28410"/>
                  </a:lnTo>
                  <a:lnTo>
                    <a:pt x="1147020" y="18329"/>
                  </a:lnTo>
                  <a:lnTo>
                    <a:pt x="1101126" y="10392"/>
                  </a:lnTo>
                  <a:lnTo>
                    <a:pt x="1054514" y="4655"/>
                  </a:lnTo>
                  <a:lnTo>
                    <a:pt x="1007240" y="1173"/>
                  </a:lnTo>
                  <a:lnTo>
                    <a:pt x="959358" y="0"/>
                  </a:lnTo>
                  <a:close/>
                </a:path>
              </a:pathLst>
            </a:custGeom>
            <a:solidFill>
              <a:srgbClr val="0F1F58"/>
            </a:solidFill>
          </p:spPr>
          <p:txBody>
            <a:bodyPr wrap="square" lIns="0" tIns="0" rIns="0" bIns="0" rtlCol="0"/>
            <a:lstStyle/>
            <a:p>
              <a:endParaRPr/>
            </a:p>
          </p:txBody>
        </p:sp>
        <p:sp>
          <p:nvSpPr>
            <p:cNvPr id="50" name="object 50"/>
            <p:cNvSpPr/>
            <p:nvPr/>
          </p:nvSpPr>
          <p:spPr>
            <a:xfrm>
              <a:off x="8511285" y="4912486"/>
              <a:ext cx="2049780" cy="795020"/>
            </a:xfrm>
            <a:custGeom>
              <a:avLst/>
              <a:gdLst/>
              <a:ahLst/>
              <a:cxnLst/>
              <a:rect l="l" t="t" r="r" b="b"/>
              <a:pathLst>
                <a:path w="2049779" h="795020">
                  <a:moveTo>
                    <a:pt x="0" y="88645"/>
                  </a:moveTo>
                  <a:lnTo>
                    <a:pt x="17526" y="133302"/>
                  </a:lnTo>
                  <a:lnTo>
                    <a:pt x="36810" y="176741"/>
                  </a:lnTo>
                  <a:lnTo>
                    <a:pt x="57793" y="218937"/>
                  </a:lnTo>
                  <a:lnTo>
                    <a:pt x="80420" y="259864"/>
                  </a:lnTo>
                  <a:lnTo>
                    <a:pt x="104635" y="299495"/>
                  </a:lnTo>
                  <a:lnTo>
                    <a:pt x="130381" y="337804"/>
                  </a:lnTo>
                  <a:lnTo>
                    <a:pt x="157603" y="374767"/>
                  </a:lnTo>
                  <a:lnTo>
                    <a:pt x="186244" y="410355"/>
                  </a:lnTo>
                  <a:lnTo>
                    <a:pt x="216249" y="444545"/>
                  </a:lnTo>
                  <a:lnTo>
                    <a:pt x="247560" y="477309"/>
                  </a:lnTo>
                  <a:lnTo>
                    <a:pt x="280122" y="508621"/>
                  </a:lnTo>
                  <a:lnTo>
                    <a:pt x="313879" y="538456"/>
                  </a:lnTo>
                  <a:lnTo>
                    <a:pt x="348775" y="566788"/>
                  </a:lnTo>
                  <a:lnTo>
                    <a:pt x="384753" y="593590"/>
                  </a:lnTo>
                  <a:lnTo>
                    <a:pt x="421758" y="618837"/>
                  </a:lnTo>
                  <a:lnTo>
                    <a:pt x="459733" y="642502"/>
                  </a:lnTo>
                  <a:lnTo>
                    <a:pt x="498621" y="664560"/>
                  </a:lnTo>
                  <a:lnTo>
                    <a:pt x="538368" y="684984"/>
                  </a:lnTo>
                  <a:lnTo>
                    <a:pt x="578916" y="703748"/>
                  </a:lnTo>
                  <a:lnTo>
                    <a:pt x="620210" y="720828"/>
                  </a:lnTo>
                  <a:lnTo>
                    <a:pt x="662194" y="736195"/>
                  </a:lnTo>
                  <a:lnTo>
                    <a:pt x="704811" y="749826"/>
                  </a:lnTo>
                  <a:lnTo>
                    <a:pt x="748005" y="761692"/>
                  </a:lnTo>
                  <a:lnTo>
                    <a:pt x="791720" y="771769"/>
                  </a:lnTo>
                  <a:lnTo>
                    <a:pt x="835900" y="780031"/>
                  </a:lnTo>
                  <a:lnTo>
                    <a:pt x="880489" y="786451"/>
                  </a:lnTo>
                  <a:lnTo>
                    <a:pt x="925430" y="791003"/>
                  </a:lnTo>
                  <a:lnTo>
                    <a:pt x="970668" y="793662"/>
                  </a:lnTo>
                  <a:lnTo>
                    <a:pt x="1016146" y="794402"/>
                  </a:lnTo>
                  <a:lnTo>
                    <a:pt x="1061808" y="793195"/>
                  </a:lnTo>
                  <a:lnTo>
                    <a:pt x="1107599" y="790017"/>
                  </a:lnTo>
                  <a:lnTo>
                    <a:pt x="1153461" y="784842"/>
                  </a:lnTo>
                  <a:lnTo>
                    <a:pt x="1199339" y="777643"/>
                  </a:lnTo>
                  <a:lnTo>
                    <a:pt x="1245177" y="768394"/>
                  </a:lnTo>
                  <a:lnTo>
                    <a:pt x="1290918" y="757070"/>
                  </a:lnTo>
                  <a:lnTo>
                    <a:pt x="1336507" y="743644"/>
                  </a:lnTo>
                  <a:lnTo>
                    <a:pt x="1381887" y="728091"/>
                  </a:lnTo>
                  <a:lnTo>
                    <a:pt x="1428116" y="709891"/>
                  </a:lnTo>
                  <a:lnTo>
                    <a:pt x="1473224" y="689693"/>
                  </a:lnTo>
                  <a:lnTo>
                    <a:pt x="1517161" y="667551"/>
                  </a:lnTo>
                  <a:lnTo>
                    <a:pt x="1559876" y="643522"/>
                  </a:lnTo>
                  <a:lnTo>
                    <a:pt x="1601317" y="617660"/>
                  </a:lnTo>
                  <a:lnTo>
                    <a:pt x="1641435" y="590022"/>
                  </a:lnTo>
                  <a:lnTo>
                    <a:pt x="1680177" y="560662"/>
                  </a:lnTo>
                  <a:lnTo>
                    <a:pt x="1717493" y="529637"/>
                  </a:lnTo>
                  <a:lnTo>
                    <a:pt x="1753332" y="497001"/>
                  </a:lnTo>
                  <a:lnTo>
                    <a:pt x="1787643" y="462811"/>
                  </a:lnTo>
                  <a:lnTo>
                    <a:pt x="1820375" y="427122"/>
                  </a:lnTo>
                  <a:lnTo>
                    <a:pt x="1851477" y="389989"/>
                  </a:lnTo>
                  <a:lnTo>
                    <a:pt x="1880899" y="351468"/>
                  </a:lnTo>
                  <a:lnTo>
                    <a:pt x="1908588" y="311615"/>
                  </a:lnTo>
                  <a:lnTo>
                    <a:pt x="1934496" y="270485"/>
                  </a:lnTo>
                  <a:lnTo>
                    <a:pt x="1958569" y="228134"/>
                  </a:lnTo>
                  <a:lnTo>
                    <a:pt x="1980759" y="184616"/>
                  </a:lnTo>
                  <a:lnTo>
                    <a:pt x="2001013" y="139989"/>
                  </a:lnTo>
                  <a:lnTo>
                    <a:pt x="2019280" y="94306"/>
                  </a:lnTo>
                  <a:lnTo>
                    <a:pt x="2035510" y="47625"/>
                  </a:lnTo>
                  <a:lnTo>
                    <a:pt x="2049653" y="0"/>
                  </a:lnTo>
                </a:path>
              </a:pathLst>
            </a:custGeom>
            <a:ln w="3175">
              <a:solidFill>
                <a:srgbClr val="00D9CE"/>
              </a:solidFill>
            </a:ln>
          </p:spPr>
          <p:txBody>
            <a:bodyPr wrap="square" lIns="0" tIns="0" rIns="0" bIns="0" rtlCol="0"/>
            <a:lstStyle/>
            <a:p>
              <a:endParaRPr/>
            </a:p>
          </p:txBody>
        </p:sp>
        <p:sp>
          <p:nvSpPr>
            <p:cNvPr id="51" name="object 51"/>
            <p:cNvSpPr/>
            <p:nvPr/>
          </p:nvSpPr>
          <p:spPr>
            <a:xfrm>
              <a:off x="8592438" y="3615555"/>
              <a:ext cx="1913889" cy="768350"/>
            </a:xfrm>
            <a:custGeom>
              <a:avLst/>
              <a:gdLst/>
              <a:ahLst/>
              <a:cxnLst/>
              <a:rect l="l" t="t" r="r" b="b"/>
              <a:pathLst>
                <a:path w="1913890" h="768350">
                  <a:moveTo>
                    <a:pt x="1913381" y="767976"/>
                  </a:moveTo>
                  <a:lnTo>
                    <a:pt x="1900717" y="721934"/>
                  </a:lnTo>
                  <a:lnTo>
                    <a:pt x="1886080" y="676972"/>
                  </a:lnTo>
                  <a:lnTo>
                    <a:pt x="1869529" y="633125"/>
                  </a:lnTo>
                  <a:lnTo>
                    <a:pt x="1851125" y="590427"/>
                  </a:lnTo>
                  <a:lnTo>
                    <a:pt x="1830924" y="548915"/>
                  </a:lnTo>
                  <a:lnTo>
                    <a:pt x="1808988" y="508624"/>
                  </a:lnTo>
                  <a:lnTo>
                    <a:pt x="1785375" y="469590"/>
                  </a:lnTo>
                  <a:lnTo>
                    <a:pt x="1760143" y="431847"/>
                  </a:lnTo>
                  <a:lnTo>
                    <a:pt x="1733353" y="395431"/>
                  </a:lnTo>
                  <a:lnTo>
                    <a:pt x="1705062" y="360377"/>
                  </a:lnTo>
                  <a:lnTo>
                    <a:pt x="1675331" y="326722"/>
                  </a:lnTo>
                  <a:lnTo>
                    <a:pt x="1644218" y="294500"/>
                  </a:lnTo>
                  <a:lnTo>
                    <a:pt x="1611782" y="263747"/>
                  </a:lnTo>
                  <a:lnTo>
                    <a:pt x="1578083" y="234498"/>
                  </a:lnTo>
                  <a:lnTo>
                    <a:pt x="1543179" y="206789"/>
                  </a:lnTo>
                  <a:lnTo>
                    <a:pt x="1507130" y="180655"/>
                  </a:lnTo>
                  <a:lnTo>
                    <a:pt x="1469995" y="156132"/>
                  </a:lnTo>
                  <a:lnTo>
                    <a:pt x="1431832" y="133254"/>
                  </a:lnTo>
                  <a:lnTo>
                    <a:pt x="1392701" y="112058"/>
                  </a:lnTo>
                  <a:lnTo>
                    <a:pt x="1352661" y="92578"/>
                  </a:lnTo>
                  <a:lnTo>
                    <a:pt x="1311770" y="74851"/>
                  </a:lnTo>
                  <a:lnTo>
                    <a:pt x="1270089" y="58912"/>
                  </a:lnTo>
                  <a:lnTo>
                    <a:pt x="1227676" y="44795"/>
                  </a:lnTo>
                  <a:lnTo>
                    <a:pt x="1184590" y="32537"/>
                  </a:lnTo>
                  <a:lnTo>
                    <a:pt x="1140890" y="22173"/>
                  </a:lnTo>
                  <a:lnTo>
                    <a:pt x="1096636" y="13738"/>
                  </a:lnTo>
                  <a:lnTo>
                    <a:pt x="1051886" y="7268"/>
                  </a:lnTo>
                  <a:lnTo>
                    <a:pt x="1006699" y="2797"/>
                  </a:lnTo>
                  <a:lnTo>
                    <a:pt x="961135" y="363"/>
                  </a:lnTo>
                  <a:lnTo>
                    <a:pt x="915253" y="0"/>
                  </a:lnTo>
                  <a:lnTo>
                    <a:pt x="869111" y="1742"/>
                  </a:lnTo>
                  <a:lnTo>
                    <a:pt x="822769" y="5627"/>
                  </a:lnTo>
                  <a:lnTo>
                    <a:pt x="776286" y="11689"/>
                  </a:lnTo>
                  <a:lnTo>
                    <a:pt x="729721" y="19964"/>
                  </a:lnTo>
                  <a:lnTo>
                    <a:pt x="683132" y="30487"/>
                  </a:lnTo>
                  <a:lnTo>
                    <a:pt x="635415" y="43688"/>
                  </a:lnTo>
                  <a:lnTo>
                    <a:pt x="588638" y="59112"/>
                  </a:lnTo>
                  <a:lnTo>
                    <a:pt x="542866" y="76705"/>
                  </a:lnTo>
                  <a:lnTo>
                    <a:pt x="498164" y="96412"/>
                  </a:lnTo>
                  <a:lnTo>
                    <a:pt x="454597" y="118178"/>
                  </a:lnTo>
                  <a:lnTo>
                    <a:pt x="412229" y="141949"/>
                  </a:lnTo>
                  <a:lnTo>
                    <a:pt x="371125" y="167670"/>
                  </a:lnTo>
                  <a:lnTo>
                    <a:pt x="331350" y="195287"/>
                  </a:lnTo>
                  <a:lnTo>
                    <a:pt x="292968" y="224745"/>
                  </a:lnTo>
                  <a:lnTo>
                    <a:pt x="256044" y="255990"/>
                  </a:lnTo>
                  <a:lnTo>
                    <a:pt x="220642" y="288967"/>
                  </a:lnTo>
                  <a:lnTo>
                    <a:pt x="186828" y="323621"/>
                  </a:lnTo>
                  <a:lnTo>
                    <a:pt x="154665" y="359898"/>
                  </a:lnTo>
                  <a:lnTo>
                    <a:pt x="124219" y="397744"/>
                  </a:lnTo>
                  <a:lnTo>
                    <a:pt x="95554" y="437104"/>
                  </a:lnTo>
                  <a:lnTo>
                    <a:pt x="68735" y="477923"/>
                  </a:lnTo>
                  <a:lnTo>
                    <a:pt x="43826" y="520147"/>
                  </a:lnTo>
                  <a:lnTo>
                    <a:pt x="20893" y="563721"/>
                  </a:lnTo>
                  <a:lnTo>
                    <a:pt x="0" y="608591"/>
                  </a:lnTo>
                </a:path>
              </a:pathLst>
            </a:custGeom>
            <a:ln w="3175">
              <a:solidFill>
                <a:srgbClr val="FF8E01"/>
              </a:solidFill>
            </a:ln>
          </p:spPr>
          <p:txBody>
            <a:bodyPr wrap="square" lIns="0" tIns="0" rIns="0" bIns="0" rtlCol="0"/>
            <a:lstStyle/>
            <a:p>
              <a:endParaRPr/>
            </a:p>
          </p:txBody>
        </p:sp>
        <p:sp>
          <p:nvSpPr>
            <p:cNvPr id="52" name="object 52"/>
            <p:cNvSpPr/>
            <p:nvPr/>
          </p:nvSpPr>
          <p:spPr>
            <a:xfrm>
              <a:off x="8641080" y="3749039"/>
              <a:ext cx="1934845" cy="1762125"/>
            </a:xfrm>
            <a:custGeom>
              <a:avLst/>
              <a:gdLst/>
              <a:ahLst/>
              <a:cxnLst/>
              <a:rect l="l" t="t" r="r" b="b"/>
              <a:pathLst>
                <a:path w="1934845" h="1762125">
                  <a:moveTo>
                    <a:pt x="1760220" y="880872"/>
                  </a:moveTo>
                  <a:lnTo>
                    <a:pt x="1758911" y="832548"/>
                  </a:lnTo>
                  <a:lnTo>
                    <a:pt x="1755051" y="784885"/>
                  </a:lnTo>
                  <a:lnTo>
                    <a:pt x="1748688" y="737984"/>
                  </a:lnTo>
                  <a:lnTo>
                    <a:pt x="1739912" y="691896"/>
                  </a:lnTo>
                  <a:lnTo>
                    <a:pt x="1728774" y="646696"/>
                  </a:lnTo>
                  <a:lnTo>
                    <a:pt x="1715338" y="602437"/>
                  </a:lnTo>
                  <a:lnTo>
                    <a:pt x="1699679" y="559206"/>
                  </a:lnTo>
                  <a:lnTo>
                    <a:pt x="1681873" y="517042"/>
                  </a:lnTo>
                  <a:lnTo>
                    <a:pt x="1661972" y="476046"/>
                  </a:lnTo>
                  <a:lnTo>
                    <a:pt x="1640039" y="436270"/>
                  </a:lnTo>
                  <a:lnTo>
                    <a:pt x="1616163" y="397764"/>
                  </a:lnTo>
                  <a:lnTo>
                    <a:pt x="1590395" y="360629"/>
                  </a:lnTo>
                  <a:lnTo>
                    <a:pt x="1562798" y="324904"/>
                  </a:lnTo>
                  <a:lnTo>
                    <a:pt x="1533448" y="290664"/>
                  </a:lnTo>
                  <a:lnTo>
                    <a:pt x="1502422" y="257987"/>
                  </a:lnTo>
                  <a:lnTo>
                    <a:pt x="1469771" y="226936"/>
                  </a:lnTo>
                  <a:lnTo>
                    <a:pt x="1435557" y="197561"/>
                  </a:lnTo>
                  <a:lnTo>
                    <a:pt x="1399870" y="169951"/>
                  </a:lnTo>
                  <a:lnTo>
                    <a:pt x="1362760" y="144157"/>
                  </a:lnTo>
                  <a:lnTo>
                    <a:pt x="1324292" y="120256"/>
                  </a:lnTo>
                  <a:lnTo>
                    <a:pt x="1284541" y="98323"/>
                  </a:lnTo>
                  <a:lnTo>
                    <a:pt x="1243584" y="78397"/>
                  </a:lnTo>
                  <a:lnTo>
                    <a:pt x="1201470" y="60579"/>
                  </a:lnTo>
                  <a:lnTo>
                    <a:pt x="1158265" y="44907"/>
                  </a:lnTo>
                  <a:lnTo>
                    <a:pt x="1114056" y="31470"/>
                  </a:lnTo>
                  <a:lnTo>
                    <a:pt x="1068895" y="20320"/>
                  </a:lnTo>
                  <a:lnTo>
                    <a:pt x="1022858" y="11531"/>
                  </a:lnTo>
                  <a:lnTo>
                    <a:pt x="975995" y="5168"/>
                  </a:lnTo>
                  <a:lnTo>
                    <a:pt x="928382" y="1308"/>
                  </a:lnTo>
                  <a:lnTo>
                    <a:pt x="880110" y="0"/>
                  </a:lnTo>
                  <a:lnTo>
                    <a:pt x="831824" y="1308"/>
                  </a:lnTo>
                  <a:lnTo>
                    <a:pt x="784212" y="5168"/>
                  </a:lnTo>
                  <a:lnTo>
                    <a:pt x="737349" y="11531"/>
                  </a:lnTo>
                  <a:lnTo>
                    <a:pt x="691311" y="20320"/>
                  </a:lnTo>
                  <a:lnTo>
                    <a:pt x="646150" y="31470"/>
                  </a:lnTo>
                  <a:lnTo>
                    <a:pt x="601941" y="44907"/>
                  </a:lnTo>
                  <a:lnTo>
                    <a:pt x="558736" y="60579"/>
                  </a:lnTo>
                  <a:lnTo>
                    <a:pt x="516623" y="78397"/>
                  </a:lnTo>
                  <a:lnTo>
                    <a:pt x="475665" y="98323"/>
                  </a:lnTo>
                  <a:lnTo>
                    <a:pt x="435914" y="120256"/>
                  </a:lnTo>
                  <a:lnTo>
                    <a:pt x="397446" y="144157"/>
                  </a:lnTo>
                  <a:lnTo>
                    <a:pt x="360337" y="169951"/>
                  </a:lnTo>
                  <a:lnTo>
                    <a:pt x="324650" y="197561"/>
                  </a:lnTo>
                  <a:lnTo>
                    <a:pt x="290436" y="226936"/>
                  </a:lnTo>
                  <a:lnTo>
                    <a:pt x="257784" y="257987"/>
                  </a:lnTo>
                  <a:lnTo>
                    <a:pt x="226758" y="290664"/>
                  </a:lnTo>
                  <a:lnTo>
                    <a:pt x="197408" y="324904"/>
                  </a:lnTo>
                  <a:lnTo>
                    <a:pt x="169811" y="360629"/>
                  </a:lnTo>
                  <a:lnTo>
                    <a:pt x="144043" y="397764"/>
                  </a:lnTo>
                  <a:lnTo>
                    <a:pt x="120167" y="436270"/>
                  </a:lnTo>
                  <a:lnTo>
                    <a:pt x="98234" y="476046"/>
                  </a:lnTo>
                  <a:lnTo>
                    <a:pt x="78333" y="517042"/>
                  </a:lnTo>
                  <a:lnTo>
                    <a:pt x="60528" y="559206"/>
                  </a:lnTo>
                  <a:lnTo>
                    <a:pt x="44869" y="602437"/>
                  </a:lnTo>
                  <a:lnTo>
                    <a:pt x="31432" y="646696"/>
                  </a:lnTo>
                  <a:lnTo>
                    <a:pt x="20294" y="691896"/>
                  </a:lnTo>
                  <a:lnTo>
                    <a:pt x="11518" y="737984"/>
                  </a:lnTo>
                  <a:lnTo>
                    <a:pt x="5156" y="784885"/>
                  </a:lnTo>
                  <a:lnTo>
                    <a:pt x="1295" y="832548"/>
                  </a:lnTo>
                  <a:lnTo>
                    <a:pt x="0" y="880872"/>
                  </a:lnTo>
                  <a:lnTo>
                    <a:pt x="1295" y="929208"/>
                  </a:lnTo>
                  <a:lnTo>
                    <a:pt x="5156" y="976871"/>
                  </a:lnTo>
                  <a:lnTo>
                    <a:pt x="11518" y="1023772"/>
                  </a:lnTo>
                  <a:lnTo>
                    <a:pt x="20294" y="1069860"/>
                  </a:lnTo>
                  <a:lnTo>
                    <a:pt x="31432" y="1115060"/>
                  </a:lnTo>
                  <a:lnTo>
                    <a:pt x="44869" y="1159319"/>
                  </a:lnTo>
                  <a:lnTo>
                    <a:pt x="60528" y="1202550"/>
                  </a:lnTo>
                  <a:lnTo>
                    <a:pt x="78333" y="1244714"/>
                  </a:lnTo>
                  <a:lnTo>
                    <a:pt x="98234" y="1285709"/>
                  </a:lnTo>
                  <a:lnTo>
                    <a:pt x="120167" y="1325486"/>
                  </a:lnTo>
                  <a:lnTo>
                    <a:pt x="144043" y="1363992"/>
                  </a:lnTo>
                  <a:lnTo>
                    <a:pt x="169811" y="1401127"/>
                  </a:lnTo>
                  <a:lnTo>
                    <a:pt x="197408" y="1436852"/>
                  </a:lnTo>
                  <a:lnTo>
                    <a:pt x="226758" y="1471091"/>
                  </a:lnTo>
                  <a:lnTo>
                    <a:pt x="257784" y="1503768"/>
                  </a:lnTo>
                  <a:lnTo>
                    <a:pt x="290436" y="1534820"/>
                  </a:lnTo>
                  <a:lnTo>
                    <a:pt x="324650" y="1564195"/>
                  </a:lnTo>
                  <a:lnTo>
                    <a:pt x="360337" y="1591805"/>
                  </a:lnTo>
                  <a:lnTo>
                    <a:pt x="397446" y="1617599"/>
                  </a:lnTo>
                  <a:lnTo>
                    <a:pt x="435914" y="1641500"/>
                  </a:lnTo>
                  <a:lnTo>
                    <a:pt x="475665" y="1663433"/>
                  </a:lnTo>
                  <a:lnTo>
                    <a:pt x="516623" y="1683359"/>
                  </a:lnTo>
                  <a:lnTo>
                    <a:pt x="558736" y="1701177"/>
                  </a:lnTo>
                  <a:lnTo>
                    <a:pt x="601941" y="1716849"/>
                  </a:lnTo>
                  <a:lnTo>
                    <a:pt x="646150" y="1730286"/>
                  </a:lnTo>
                  <a:lnTo>
                    <a:pt x="691311" y="1741436"/>
                  </a:lnTo>
                  <a:lnTo>
                    <a:pt x="737349" y="1750225"/>
                  </a:lnTo>
                  <a:lnTo>
                    <a:pt x="784212" y="1756587"/>
                  </a:lnTo>
                  <a:lnTo>
                    <a:pt x="831824" y="1760448"/>
                  </a:lnTo>
                  <a:lnTo>
                    <a:pt x="880110" y="1761744"/>
                  </a:lnTo>
                  <a:lnTo>
                    <a:pt x="928382" y="1760448"/>
                  </a:lnTo>
                  <a:lnTo>
                    <a:pt x="975995" y="1756587"/>
                  </a:lnTo>
                  <a:lnTo>
                    <a:pt x="1022858" y="1750225"/>
                  </a:lnTo>
                  <a:lnTo>
                    <a:pt x="1068895" y="1741436"/>
                  </a:lnTo>
                  <a:lnTo>
                    <a:pt x="1114056" y="1730286"/>
                  </a:lnTo>
                  <a:lnTo>
                    <a:pt x="1158265" y="1716849"/>
                  </a:lnTo>
                  <a:lnTo>
                    <a:pt x="1201470" y="1701177"/>
                  </a:lnTo>
                  <a:lnTo>
                    <a:pt x="1243584" y="1683359"/>
                  </a:lnTo>
                  <a:lnTo>
                    <a:pt x="1284541" y="1663433"/>
                  </a:lnTo>
                  <a:lnTo>
                    <a:pt x="1324292" y="1641500"/>
                  </a:lnTo>
                  <a:lnTo>
                    <a:pt x="1362760" y="1617599"/>
                  </a:lnTo>
                  <a:lnTo>
                    <a:pt x="1399870" y="1591805"/>
                  </a:lnTo>
                  <a:lnTo>
                    <a:pt x="1435557" y="1564195"/>
                  </a:lnTo>
                  <a:lnTo>
                    <a:pt x="1469771" y="1534820"/>
                  </a:lnTo>
                  <a:lnTo>
                    <a:pt x="1502422" y="1503768"/>
                  </a:lnTo>
                  <a:lnTo>
                    <a:pt x="1533448" y="1471091"/>
                  </a:lnTo>
                  <a:lnTo>
                    <a:pt x="1562798" y="1436852"/>
                  </a:lnTo>
                  <a:lnTo>
                    <a:pt x="1590395" y="1401127"/>
                  </a:lnTo>
                  <a:lnTo>
                    <a:pt x="1616163" y="1363992"/>
                  </a:lnTo>
                  <a:lnTo>
                    <a:pt x="1640039" y="1325486"/>
                  </a:lnTo>
                  <a:lnTo>
                    <a:pt x="1661972" y="1285709"/>
                  </a:lnTo>
                  <a:lnTo>
                    <a:pt x="1681873" y="1244714"/>
                  </a:lnTo>
                  <a:lnTo>
                    <a:pt x="1699679" y="1202550"/>
                  </a:lnTo>
                  <a:lnTo>
                    <a:pt x="1715338" y="1159319"/>
                  </a:lnTo>
                  <a:lnTo>
                    <a:pt x="1728774" y="1115060"/>
                  </a:lnTo>
                  <a:lnTo>
                    <a:pt x="1739912" y="1069860"/>
                  </a:lnTo>
                  <a:lnTo>
                    <a:pt x="1748688" y="1023772"/>
                  </a:lnTo>
                  <a:lnTo>
                    <a:pt x="1755051" y="976871"/>
                  </a:lnTo>
                  <a:lnTo>
                    <a:pt x="1758911" y="929208"/>
                  </a:lnTo>
                  <a:lnTo>
                    <a:pt x="1760220" y="880872"/>
                  </a:lnTo>
                  <a:close/>
                </a:path>
                <a:path w="1934845" h="1762125">
                  <a:moveTo>
                    <a:pt x="1934718" y="1156716"/>
                  </a:moveTo>
                  <a:lnTo>
                    <a:pt x="1927860" y="1149858"/>
                  </a:lnTo>
                  <a:lnTo>
                    <a:pt x="1911096" y="1149858"/>
                  </a:lnTo>
                  <a:lnTo>
                    <a:pt x="1904238" y="1156716"/>
                  </a:lnTo>
                  <a:lnTo>
                    <a:pt x="1904238" y="1173480"/>
                  </a:lnTo>
                  <a:lnTo>
                    <a:pt x="1911096" y="1180338"/>
                  </a:lnTo>
                  <a:lnTo>
                    <a:pt x="1927860" y="1180338"/>
                  </a:lnTo>
                  <a:lnTo>
                    <a:pt x="1934718" y="1173480"/>
                  </a:lnTo>
                  <a:lnTo>
                    <a:pt x="1934718" y="1156716"/>
                  </a:lnTo>
                  <a:close/>
                </a:path>
              </a:pathLst>
            </a:custGeom>
            <a:solidFill>
              <a:srgbClr val="152B77"/>
            </a:solidFill>
          </p:spPr>
          <p:txBody>
            <a:bodyPr wrap="square" lIns="0" tIns="0" rIns="0" bIns="0" rtlCol="0"/>
            <a:lstStyle/>
            <a:p>
              <a:endParaRPr/>
            </a:p>
          </p:txBody>
        </p:sp>
        <p:sp>
          <p:nvSpPr>
            <p:cNvPr id="53" name="object 53"/>
            <p:cNvSpPr/>
            <p:nvPr/>
          </p:nvSpPr>
          <p:spPr>
            <a:xfrm>
              <a:off x="10545317" y="4898897"/>
              <a:ext cx="30480" cy="30480"/>
            </a:xfrm>
            <a:custGeom>
              <a:avLst/>
              <a:gdLst/>
              <a:ahLst/>
              <a:cxnLst/>
              <a:rect l="l" t="t" r="r" b="b"/>
              <a:pathLst>
                <a:path w="30479" h="30479">
                  <a:moveTo>
                    <a:pt x="30479" y="15239"/>
                  </a:moveTo>
                  <a:lnTo>
                    <a:pt x="30479" y="6857"/>
                  </a:lnTo>
                  <a:lnTo>
                    <a:pt x="23622" y="0"/>
                  </a:lnTo>
                  <a:lnTo>
                    <a:pt x="15239" y="0"/>
                  </a:lnTo>
                  <a:lnTo>
                    <a:pt x="6857" y="0"/>
                  </a:lnTo>
                  <a:lnTo>
                    <a:pt x="0" y="6857"/>
                  </a:lnTo>
                  <a:lnTo>
                    <a:pt x="0" y="15239"/>
                  </a:lnTo>
                  <a:lnTo>
                    <a:pt x="0" y="23621"/>
                  </a:lnTo>
                  <a:lnTo>
                    <a:pt x="6857" y="30479"/>
                  </a:lnTo>
                  <a:lnTo>
                    <a:pt x="15239" y="30479"/>
                  </a:lnTo>
                  <a:lnTo>
                    <a:pt x="23622" y="30479"/>
                  </a:lnTo>
                  <a:lnTo>
                    <a:pt x="30479" y="23621"/>
                  </a:lnTo>
                  <a:lnTo>
                    <a:pt x="30479" y="15239"/>
                  </a:lnTo>
                  <a:close/>
                </a:path>
              </a:pathLst>
            </a:custGeom>
            <a:ln w="3175">
              <a:solidFill>
                <a:srgbClr val="00D9CE"/>
              </a:solidFill>
            </a:ln>
          </p:spPr>
          <p:txBody>
            <a:bodyPr wrap="square" lIns="0" tIns="0" rIns="0" bIns="0" rtlCol="0"/>
            <a:lstStyle/>
            <a:p>
              <a:endParaRPr/>
            </a:p>
          </p:txBody>
        </p:sp>
        <p:sp>
          <p:nvSpPr>
            <p:cNvPr id="54" name="object 54"/>
            <p:cNvSpPr/>
            <p:nvPr/>
          </p:nvSpPr>
          <p:spPr>
            <a:xfrm>
              <a:off x="8580881" y="4213097"/>
              <a:ext cx="26034" cy="24765"/>
            </a:xfrm>
            <a:custGeom>
              <a:avLst/>
              <a:gdLst/>
              <a:ahLst/>
              <a:cxnLst/>
              <a:rect l="l" t="t" r="r" b="b"/>
              <a:pathLst>
                <a:path w="26034" h="24764">
                  <a:moveTo>
                    <a:pt x="20066" y="0"/>
                  </a:moveTo>
                  <a:lnTo>
                    <a:pt x="5842" y="0"/>
                  </a:lnTo>
                  <a:lnTo>
                    <a:pt x="0" y="5460"/>
                  </a:lnTo>
                  <a:lnTo>
                    <a:pt x="0" y="18922"/>
                  </a:lnTo>
                  <a:lnTo>
                    <a:pt x="5842" y="24383"/>
                  </a:lnTo>
                  <a:lnTo>
                    <a:pt x="20066" y="24383"/>
                  </a:lnTo>
                  <a:lnTo>
                    <a:pt x="25908" y="18922"/>
                  </a:lnTo>
                  <a:lnTo>
                    <a:pt x="25908" y="5460"/>
                  </a:lnTo>
                  <a:close/>
                </a:path>
              </a:pathLst>
            </a:custGeom>
            <a:solidFill>
              <a:srgbClr val="152B77"/>
            </a:solidFill>
          </p:spPr>
          <p:txBody>
            <a:bodyPr wrap="square" lIns="0" tIns="0" rIns="0" bIns="0" rtlCol="0"/>
            <a:lstStyle/>
            <a:p>
              <a:endParaRPr/>
            </a:p>
          </p:txBody>
        </p:sp>
        <p:sp>
          <p:nvSpPr>
            <p:cNvPr id="55" name="object 55"/>
            <p:cNvSpPr/>
            <p:nvPr/>
          </p:nvSpPr>
          <p:spPr>
            <a:xfrm>
              <a:off x="8580881" y="4213097"/>
              <a:ext cx="26034" cy="24765"/>
            </a:xfrm>
            <a:custGeom>
              <a:avLst/>
              <a:gdLst/>
              <a:ahLst/>
              <a:cxnLst/>
              <a:rect l="l" t="t" r="r" b="b"/>
              <a:pathLst>
                <a:path w="26034" h="24764">
                  <a:moveTo>
                    <a:pt x="25908" y="12191"/>
                  </a:moveTo>
                  <a:lnTo>
                    <a:pt x="25908" y="5460"/>
                  </a:lnTo>
                  <a:lnTo>
                    <a:pt x="20066" y="0"/>
                  </a:lnTo>
                  <a:lnTo>
                    <a:pt x="12953" y="0"/>
                  </a:lnTo>
                  <a:lnTo>
                    <a:pt x="5842" y="0"/>
                  </a:lnTo>
                  <a:lnTo>
                    <a:pt x="0" y="5460"/>
                  </a:lnTo>
                  <a:lnTo>
                    <a:pt x="0" y="12191"/>
                  </a:lnTo>
                  <a:lnTo>
                    <a:pt x="0" y="18922"/>
                  </a:lnTo>
                  <a:lnTo>
                    <a:pt x="5842" y="24383"/>
                  </a:lnTo>
                  <a:lnTo>
                    <a:pt x="12953" y="24383"/>
                  </a:lnTo>
                  <a:lnTo>
                    <a:pt x="20066" y="24383"/>
                  </a:lnTo>
                  <a:lnTo>
                    <a:pt x="25908" y="18922"/>
                  </a:lnTo>
                  <a:lnTo>
                    <a:pt x="25908" y="12191"/>
                  </a:lnTo>
                  <a:close/>
                </a:path>
              </a:pathLst>
            </a:custGeom>
            <a:ln w="3175">
              <a:solidFill>
                <a:srgbClr val="FF8E01"/>
              </a:solidFill>
            </a:ln>
          </p:spPr>
          <p:txBody>
            <a:bodyPr wrap="square" lIns="0" tIns="0" rIns="0" bIns="0" rtlCol="0"/>
            <a:lstStyle/>
            <a:p>
              <a:endParaRPr/>
            </a:p>
          </p:txBody>
        </p:sp>
        <p:sp>
          <p:nvSpPr>
            <p:cNvPr id="56" name="object 56"/>
            <p:cNvSpPr/>
            <p:nvPr/>
          </p:nvSpPr>
          <p:spPr>
            <a:xfrm>
              <a:off x="8953499" y="4564392"/>
              <a:ext cx="1151381" cy="401561"/>
            </a:xfrm>
            <a:prstGeom prst="rect">
              <a:avLst/>
            </a:prstGeom>
            <a:blipFill>
              <a:blip r:embed="rId13" cstate="print"/>
              <a:stretch>
                <a:fillRect/>
              </a:stretch>
            </a:blipFill>
          </p:spPr>
          <p:txBody>
            <a:bodyPr wrap="square" lIns="0" tIns="0" rIns="0" bIns="0" rtlCol="0"/>
            <a:lstStyle/>
            <a:p>
              <a:endParaRPr/>
            </a:p>
          </p:txBody>
        </p:sp>
        <p:sp>
          <p:nvSpPr>
            <p:cNvPr id="57" name="object 57"/>
            <p:cNvSpPr/>
            <p:nvPr/>
          </p:nvSpPr>
          <p:spPr>
            <a:xfrm>
              <a:off x="9079991" y="4742675"/>
              <a:ext cx="895350" cy="371106"/>
            </a:xfrm>
            <a:prstGeom prst="rect">
              <a:avLst/>
            </a:prstGeom>
            <a:blipFill>
              <a:blip r:embed="rId14" cstate="print"/>
              <a:stretch>
                <a:fillRect/>
              </a:stretch>
            </a:blipFill>
          </p:spPr>
          <p:txBody>
            <a:bodyPr wrap="square" lIns="0" tIns="0" rIns="0" bIns="0" rtlCol="0"/>
            <a:lstStyle/>
            <a:p>
              <a:endParaRPr/>
            </a:p>
          </p:txBody>
        </p:sp>
        <p:sp>
          <p:nvSpPr>
            <p:cNvPr id="58" name="object 58"/>
            <p:cNvSpPr/>
            <p:nvPr/>
          </p:nvSpPr>
          <p:spPr>
            <a:xfrm>
              <a:off x="8798051" y="4940795"/>
              <a:ext cx="1460753" cy="371106"/>
            </a:xfrm>
            <a:prstGeom prst="rect">
              <a:avLst/>
            </a:prstGeom>
            <a:blipFill>
              <a:blip r:embed="rId15" cstate="print"/>
              <a:stretch>
                <a:fillRect/>
              </a:stretch>
            </a:blipFill>
          </p:spPr>
          <p:txBody>
            <a:bodyPr wrap="square" lIns="0" tIns="0" rIns="0" bIns="0" rtlCol="0"/>
            <a:lstStyle/>
            <a:p>
              <a:endParaRPr/>
            </a:p>
          </p:txBody>
        </p:sp>
      </p:grpSp>
      <p:sp>
        <p:nvSpPr>
          <p:cNvPr id="59" name="object 59"/>
          <p:cNvSpPr txBox="1"/>
          <p:nvPr/>
        </p:nvSpPr>
        <p:spPr>
          <a:xfrm>
            <a:off x="8890507" y="4608067"/>
            <a:ext cx="1263015" cy="594360"/>
          </a:xfrm>
          <a:prstGeom prst="rect">
            <a:avLst/>
          </a:prstGeom>
        </p:spPr>
        <p:txBody>
          <a:bodyPr vert="horz" wrap="square" lIns="0" tIns="12700" rIns="0" bIns="0" rtlCol="0">
            <a:spAutoFit/>
          </a:bodyPr>
          <a:lstStyle/>
          <a:p>
            <a:pPr marL="1905" algn="ctr">
              <a:lnSpc>
                <a:spcPts val="1515"/>
              </a:lnSpc>
              <a:spcBef>
                <a:spcPts val="100"/>
              </a:spcBef>
            </a:pPr>
            <a:r>
              <a:rPr sz="1400" b="1" spc="-145" dirty="0">
                <a:solidFill>
                  <a:srgbClr val="FFFFFF"/>
                </a:solidFill>
                <a:latin typeface="Verdana"/>
                <a:cs typeface="Verdana"/>
              </a:rPr>
              <a:t>“Learning”</a:t>
            </a:r>
            <a:endParaRPr sz="1400">
              <a:latin typeface="Verdana"/>
              <a:cs typeface="Verdana"/>
            </a:endParaRPr>
          </a:p>
          <a:p>
            <a:pPr marR="43815" algn="ctr">
              <a:lnSpc>
                <a:spcPts val="1395"/>
              </a:lnSpc>
            </a:pPr>
            <a:r>
              <a:rPr sz="1300" spc="-5" dirty="0">
                <a:solidFill>
                  <a:srgbClr val="FFFFFF"/>
                </a:solidFill>
                <a:latin typeface="Arial"/>
                <a:cs typeface="Arial"/>
              </a:rPr>
              <a:t>Machine</a:t>
            </a:r>
            <a:endParaRPr sz="1300">
              <a:latin typeface="Arial"/>
              <a:cs typeface="Arial"/>
            </a:endParaRPr>
          </a:p>
          <a:p>
            <a:pPr algn="ctr">
              <a:lnSpc>
                <a:spcPct val="100000"/>
              </a:lnSpc>
              <a:spcBef>
                <a:spcPts val="5"/>
              </a:spcBef>
            </a:pPr>
            <a:r>
              <a:rPr sz="1300" spc="-5" dirty="0">
                <a:solidFill>
                  <a:srgbClr val="FFFFFF"/>
                </a:solidFill>
                <a:latin typeface="Arial"/>
                <a:cs typeface="Arial"/>
              </a:rPr>
              <a:t>Learning</a:t>
            </a:r>
            <a:r>
              <a:rPr sz="1300" spc="-30" dirty="0">
                <a:solidFill>
                  <a:srgbClr val="FFFFFF"/>
                </a:solidFill>
                <a:latin typeface="Arial"/>
                <a:cs typeface="Arial"/>
              </a:rPr>
              <a:t> </a:t>
            </a:r>
            <a:r>
              <a:rPr sz="1300" spc="-5" dirty="0">
                <a:solidFill>
                  <a:srgbClr val="FFFFFF"/>
                </a:solidFill>
                <a:latin typeface="Arial"/>
                <a:cs typeface="Arial"/>
              </a:rPr>
              <a:t>System</a:t>
            </a:r>
            <a:endParaRPr sz="1300">
              <a:latin typeface="Arial"/>
              <a:cs typeface="Arial"/>
            </a:endParaRPr>
          </a:p>
        </p:txBody>
      </p:sp>
      <p:grpSp>
        <p:nvGrpSpPr>
          <p:cNvPr id="60" name="object 60"/>
          <p:cNvGrpSpPr/>
          <p:nvPr/>
        </p:nvGrpSpPr>
        <p:grpSpPr>
          <a:xfrm>
            <a:off x="7266431" y="4963680"/>
            <a:ext cx="1203325" cy="790575"/>
            <a:chOff x="7266431" y="4963680"/>
            <a:chExt cx="1203325" cy="790575"/>
          </a:xfrm>
        </p:grpSpPr>
        <p:sp>
          <p:nvSpPr>
            <p:cNvPr id="61" name="object 61"/>
            <p:cNvSpPr/>
            <p:nvPr/>
          </p:nvSpPr>
          <p:spPr>
            <a:xfrm>
              <a:off x="7266431" y="4963680"/>
              <a:ext cx="1187957" cy="401561"/>
            </a:xfrm>
            <a:prstGeom prst="rect">
              <a:avLst/>
            </a:prstGeom>
            <a:blipFill>
              <a:blip r:embed="rId16" cstate="print"/>
              <a:stretch>
                <a:fillRect/>
              </a:stretch>
            </a:blipFill>
          </p:spPr>
          <p:txBody>
            <a:bodyPr wrap="square" lIns="0" tIns="0" rIns="0" bIns="0" rtlCol="0"/>
            <a:lstStyle/>
            <a:p>
              <a:endParaRPr/>
            </a:p>
          </p:txBody>
        </p:sp>
        <p:sp>
          <p:nvSpPr>
            <p:cNvPr id="62" name="object 62"/>
            <p:cNvSpPr/>
            <p:nvPr/>
          </p:nvSpPr>
          <p:spPr>
            <a:xfrm>
              <a:off x="7307579" y="5225796"/>
              <a:ext cx="1162050" cy="345186"/>
            </a:xfrm>
            <a:prstGeom prst="rect">
              <a:avLst/>
            </a:prstGeom>
            <a:blipFill>
              <a:blip r:embed="rId17" cstate="print"/>
              <a:stretch>
                <a:fillRect/>
              </a:stretch>
            </a:blipFill>
          </p:spPr>
          <p:txBody>
            <a:bodyPr wrap="square" lIns="0" tIns="0" rIns="0" bIns="0" rtlCol="0"/>
            <a:lstStyle/>
            <a:p>
              <a:endParaRPr/>
            </a:p>
          </p:txBody>
        </p:sp>
        <p:sp>
          <p:nvSpPr>
            <p:cNvPr id="63" name="object 63"/>
            <p:cNvSpPr/>
            <p:nvPr/>
          </p:nvSpPr>
          <p:spPr>
            <a:xfrm>
              <a:off x="7392923" y="5408676"/>
              <a:ext cx="1076705" cy="345186"/>
            </a:xfrm>
            <a:prstGeom prst="rect">
              <a:avLst/>
            </a:prstGeom>
            <a:blipFill>
              <a:blip r:embed="rId18" cstate="print"/>
              <a:stretch>
                <a:fillRect/>
              </a:stretch>
            </a:blipFill>
          </p:spPr>
          <p:txBody>
            <a:bodyPr wrap="square" lIns="0" tIns="0" rIns="0" bIns="0" rtlCol="0"/>
            <a:lstStyle/>
            <a:p>
              <a:endParaRPr/>
            </a:p>
          </p:txBody>
        </p:sp>
      </p:grpSp>
      <p:sp>
        <p:nvSpPr>
          <p:cNvPr id="64" name="object 64"/>
          <p:cNvSpPr txBox="1"/>
          <p:nvPr/>
        </p:nvSpPr>
        <p:spPr>
          <a:xfrm>
            <a:off x="7367778" y="4958631"/>
            <a:ext cx="1003300" cy="668581"/>
          </a:xfrm>
          <a:prstGeom prst="rect">
            <a:avLst/>
          </a:prstGeom>
        </p:spPr>
        <p:txBody>
          <a:bodyPr vert="horz" wrap="square" lIns="0" tIns="40640" rIns="0" bIns="0" rtlCol="0">
            <a:spAutoFit/>
          </a:bodyPr>
          <a:lstStyle/>
          <a:p>
            <a:pPr marL="37465" marR="5080" indent="-25400" algn="just">
              <a:lnSpc>
                <a:spcPct val="109700"/>
              </a:lnSpc>
              <a:spcBef>
                <a:spcPts val="320"/>
              </a:spcBef>
            </a:pPr>
            <a:r>
              <a:rPr sz="1400" b="1" dirty="0">
                <a:solidFill>
                  <a:srgbClr val="FFFFFF"/>
                </a:solidFill>
                <a:latin typeface="Gothic Uralic"/>
                <a:cs typeface="Gothic Uralic"/>
              </a:rPr>
              <a:t>Input </a:t>
            </a:r>
            <a:r>
              <a:rPr sz="1400" b="1" spc="-5" dirty="0">
                <a:solidFill>
                  <a:srgbClr val="FFFFFF"/>
                </a:solidFill>
                <a:latin typeface="Gothic Uralic"/>
                <a:cs typeface="Gothic Uralic"/>
              </a:rPr>
              <a:t>Data:  </a:t>
            </a:r>
            <a:r>
              <a:rPr sz="1200" spc="-5" dirty="0">
                <a:solidFill>
                  <a:srgbClr val="FFFFFF"/>
                </a:solidFill>
                <a:latin typeface="Arial"/>
                <a:cs typeface="Arial"/>
              </a:rPr>
              <a:t>Feed Learner  </a:t>
            </a:r>
            <a:r>
              <a:rPr sz="1200" spc="-15" dirty="0">
                <a:solidFill>
                  <a:srgbClr val="FFFFFF"/>
                </a:solidFill>
                <a:latin typeface="Arial"/>
                <a:cs typeface="Arial"/>
              </a:rPr>
              <a:t>Various</a:t>
            </a:r>
            <a:r>
              <a:rPr sz="1200" spc="-65" dirty="0">
                <a:solidFill>
                  <a:srgbClr val="FFFFFF"/>
                </a:solidFill>
                <a:latin typeface="Arial"/>
                <a:cs typeface="Arial"/>
              </a:rPr>
              <a:t> </a:t>
            </a:r>
            <a:r>
              <a:rPr sz="1200" dirty="0">
                <a:solidFill>
                  <a:srgbClr val="FFFFFF"/>
                </a:solidFill>
                <a:latin typeface="Arial"/>
                <a:cs typeface="Arial"/>
              </a:rPr>
              <a:t>Data</a:t>
            </a:r>
            <a:endParaRPr sz="1200" dirty="0">
              <a:latin typeface="Arial"/>
              <a:cs typeface="Arial"/>
            </a:endParaRPr>
          </a:p>
        </p:txBody>
      </p:sp>
      <p:grpSp>
        <p:nvGrpSpPr>
          <p:cNvPr id="65" name="object 65"/>
          <p:cNvGrpSpPr/>
          <p:nvPr/>
        </p:nvGrpSpPr>
        <p:grpSpPr>
          <a:xfrm>
            <a:off x="10517123" y="4963680"/>
            <a:ext cx="1342390" cy="605790"/>
            <a:chOff x="10517123" y="4963680"/>
            <a:chExt cx="1342390" cy="605790"/>
          </a:xfrm>
        </p:grpSpPr>
        <p:sp>
          <p:nvSpPr>
            <p:cNvPr id="66" name="object 66"/>
            <p:cNvSpPr/>
            <p:nvPr/>
          </p:nvSpPr>
          <p:spPr>
            <a:xfrm>
              <a:off x="10517123" y="4963680"/>
              <a:ext cx="1341881" cy="401561"/>
            </a:xfrm>
            <a:prstGeom prst="rect">
              <a:avLst/>
            </a:prstGeom>
            <a:blipFill>
              <a:blip r:embed="rId19" cstate="print"/>
              <a:stretch>
                <a:fillRect/>
              </a:stretch>
            </a:blipFill>
          </p:spPr>
          <p:txBody>
            <a:bodyPr wrap="square" lIns="0" tIns="0" rIns="0" bIns="0" rtlCol="0"/>
            <a:lstStyle/>
            <a:p>
              <a:endParaRPr/>
            </a:p>
          </p:txBody>
        </p:sp>
        <p:sp>
          <p:nvSpPr>
            <p:cNvPr id="67" name="object 67"/>
            <p:cNvSpPr/>
            <p:nvPr/>
          </p:nvSpPr>
          <p:spPr>
            <a:xfrm>
              <a:off x="10565891" y="5224272"/>
              <a:ext cx="1165098" cy="345185"/>
            </a:xfrm>
            <a:prstGeom prst="rect">
              <a:avLst/>
            </a:prstGeom>
            <a:blipFill>
              <a:blip r:embed="rId20" cstate="print"/>
              <a:stretch>
                <a:fillRect/>
              </a:stretch>
            </a:blipFill>
          </p:spPr>
          <p:txBody>
            <a:bodyPr wrap="square" lIns="0" tIns="0" rIns="0" bIns="0" rtlCol="0"/>
            <a:lstStyle/>
            <a:p>
              <a:endParaRPr/>
            </a:p>
          </p:txBody>
        </p:sp>
      </p:grpSp>
      <p:sp>
        <p:nvSpPr>
          <p:cNvPr id="68" name="object 68"/>
          <p:cNvSpPr txBox="1"/>
          <p:nvPr/>
        </p:nvSpPr>
        <p:spPr>
          <a:xfrm>
            <a:off x="10618723" y="4959672"/>
            <a:ext cx="1126490" cy="510540"/>
          </a:xfrm>
          <a:prstGeom prst="rect">
            <a:avLst/>
          </a:prstGeom>
        </p:spPr>
        <p:txBody>
          <a:bodyPr vert="horz" wrap="square" lIns="0" tIns="60325" rIns="0" bIns="0" rtlCol="0">
            <a:spAutoFit/>
          </a:bodyPr>
          <a:lstStyle/>
          <a:p>
            <a:pPr marL="12700">
              <a:lnSpc>
                <a:spcPct val="100000"/>
              </a:lnSpc>
              <a:spcBef>
                <a:spcPts val="475"/>
              </a:spcBef>
            </a:pPr>
            <a:r>
              <a:rPr sz="1400" b="1" spc="-5" dirty="0">
                <a:solidFill>
                  <a:srgbClr val="FFFFFF"/>
                </a:solidFill>
                <a:latin typeface="Gothic Uralic"/>
                <a:cs typeface="Gothic Uralic"/>
              </a:rPr>
              <a:t>Output</a:t>
            </a:r>
            <a:r>
              <a:rPr sz="1400" b="1" spc="-50" dirty="0">
                <a:solidFill>
                  <a:srgbClr val="FFFFFF"/>
                </a:solidFill>
                <a:latin typeface="Gothic Uralic"/>
                <a:cs typeface="Gothic Uralic"/>
              </a:rPr>
              <a:t> </a:t>
            </a:r>
            <a:r>
              <a:rPr sz="1400" b="1" spc="-5" dirty="0">
                <a:solidFill>
                  <a:srgbClr val="FFFFFF"/>
                </a:solidFill>
                <a:latin typeface="Gothic Uralic"/>
                <a:cs typeface="Gothic Uralic"/>
              </a:rPr>
              <a:t>Data:</a:t>
            </a:r>
            <a:endParaRPr sz="1400" dirty="0">
              <a:latin typeface="Gothic Uralic"/>
              <a:cs typeface="Gothic Uralic"/>
            </a:endParaRPr>
          </a:p>
          <a:p>
            <a:pPr marL="45085">
              <a:lnSpc>
                <a:spcPct val="100000"/>
              </a:lnSpc>
              <a:spcBef>
                <a:spcPts val="320"/>
              </a:spcBef>
            </a:pPr>
            <a:r>
              <a:rPr sz="1200" dirty="0">
                <a:solidFill>
                  <a:srgbClr val="FFFFFF"/>
                </a:solidFill>
                <a:latin typeface="Arial"/>
                <a:cs typeface="Arial"/>
              </a:rPr>
              <a:t>Present</a:t>
            </a:r>
            <a:r>
              <a:rPr sz="1200" spc="-40" dirty="0">
                <a:solidFill>
                  <a:srgbClr val="FFFFFF"/>
                </a:solidFill>
                <a:latin typeface="Arial"/>
                <a:cs typeface="Arial"/>
              </a:rPr>
              <a:t> </a:t>
            </a:r>
            <a:r>
              <a:rPr sz="1200" spc="-5" dirty="0">
                <a:solidFill>
                  <a:srgbClr val="FFFFFF"/>
                </a:solidFill>
                <a:latin typeface="Arial"/>
                <a:cs typeface="Arial"/>
              </a:rPr>
              <a:t>R</a:t>
            </a:r>
            <a:r>
              <a:rPr lang="en-IN" sz="1200" spc="-5" dirty="0">
                <a:solidFill>
                  <a:srgbClr val="FFFFFF"/>
                </a:solidFill>
                <a:latin typeface="Arial"/>
                <a:cs typeface="Arial"/>
              </a:rPr>
              <a:t>u</a:t>
            </a:r>
            <a:r>
              <a:rPr sz="1200" spc="-5" dirty="0">
                <a:solidFill>
                  <a:srgbClr val="FFFFFF"/>
                </a:solidFill>
                <a:latin typeface="Arial"/>
                <a:cs typeface="Arial"/>
              </a:rPr>
              <a:t>les</a:t>
            </a:r>
            <a:endParaRPr sz="1200" dirty="0">
              <a:latin typeface="Arial"/>
              <a:cs typeface="Arial"/>
            </a:endParaRPr>
          </a:p>
        </p:txBody>
      </p:sp>
      <p:grpSp>
        <p:nvGrpSpPr>
          <p:cNvPr id="69" name="object 69"/>
          <p:cNvGrpSpPr/>
          <p:nvPr/>
        </p:nvGrpSpPr>
        <p:grpSpPr>
          <a:xfrm>
            <a:off x="7915656" y="3974591"/>
            <a:ext cx="3241675" cy="970915"/>
            <a:chOff x="7915656" y="3974591"/>
            <a:chExt cx="3241675" cy="970915"/>
          </a:xfrm>
        </p:grpSpPr>
        <p:sp>
          <p:nvSpPr>
            <p:cNvPr id="70" name="object 70"/>
            <p:cNvSpPr/>
            <p:nvPr/>
          </p:nvSpPr>
          <p:spPr>
            <a:xfrm>
              <a:off x="7915656" y="4314443"/>
              <a:ext cx="3241675" cy="631190"/>
            </a:xfrm>
            <a:custGeom>
              <a:avLst/>
              <a:gdLst/>
              <a:ahLst/>
              <a:cxnLst/>
              <a:rect l="l" t="t" r="r" b="b"/>
              <a:pathLst>
                <a:path w="3241675" h="631189">
                  <a:moveTo>
                    <a:pt x="632460" y="315468"/>
                  </a:moveTo>
                  <a:lnTo>
                    <a:pt x="629018" y="268859"/>
                  </a:lnTo>
                  <a:lnTo>
                    <a:pt x="619061" y="224358"/>
                  </a:lnTo>
                  <a:lnTo>
                    <a:pt x="603059" y="182473"/>
                  </a:lnTo>
                  <a:lnTo>
                    <a:pt x="581494" y="143687"/>
                  </a:lnTo>
                  <a:lnTo>
                    <a:pt x="554875" y="108496"/>
                  </a:lnTo>
                  <a:lnTo>
                    <a:pt x="523684" y="77381"/>
                  </a:lnTo>
                  <a:lnTo>
                    <a:pt x="488403" y="50825"/>
                  </a:lnTo>
                  <a:lnTo>
                    <a:pt x="449529" y="29324"/>
                  </a:lnTo>
                  <a:lnTo>
                    <a:pt x="407543" y="13360"/>
                  </a:lnTo>
                  <a:lnTo>
                    <a:pt x="362953" y="3429"/>
                  </a:lnTo>
                  <a:lnTo>
                    <a:pt x="316230" y="0"/>
                  </a:lnTo>
                  <a:lnTo>
                    <a:pt x="269494" y="3429"/>
                  </a:lnTo>
                  <a:lnTo>
                    <a:pt x="224904" y="13360"/>
                  </a:lnTo>
                  <a:lnTo>
                    <a:pt x="182918" y="29324"/>
                  </a:lnTo>
                  <a:lnTo>
                    <a:pt x="144043" y="50825"/>
                  </a:lnTo>
                  <a:lnTo>
                    <a:pt x="108762" y="77381"/>
                  </a:lnTo>
                  <a:lnTo>
                    <a:pt x="77571" y="108496"/>
                  </a:lnTo>
                  <a:lnTo>
                    <a:pt x="50952" y="143687"/>
                  </a:lnTo>
                  <a:lnTo>
                    <a:pt x="29387" y="182473"/>
                  </a:lnTo>
                  <a:lnTo>
                    <a:pt x="13385" y="224358"/>
                  </a:lnTo>
                  <a:lnTo>
                    <a:pt x="3429" y="268859"/>
                  </a:lnTo>
                  <a:lnTo>
                    <a:pt x="0" y="315468"/>
                  </a:lnTo>
                  <a:lnTo>
                    <a:pt x="3429" y="362089"/>
                  </a:lnTo>
                  <a:lnTo>
                    <a:pt x="13385" y="406590"/>
                  </a:lnTo>
                  <a:lnTo>
                    <a:pt x="29387" y="448475"/>
                  </a:lnTo>
                  <a:lnTo>
                    <a:pt x="50952" y="487260"/>
                  </a:lnTo>
                  <a:lnTo>
                    <a:pt x="77571" y="522452"/>
                  </a:lnTo>
                  <a:lnTo>
                    <a:pt x="108762" y="553567"/>
                  </a:lnTo>
                  <a:lnTo>
                    <a:pt x="144043" y="580123"/>
                  </a:lnTo>
                  <a:lnTo>
                    <a:pt x="182918" y="601624"/>
                  </a:lnTo>
                  <a:lnTo>
                    <a:pt x="224904" y="617588"/>
                  </a:lnTo>
                  <a:lnTo>
                    <a:pt x="269494" y="627519"/>
                  </a:lnTo>
                  <a:lnTo>
                    <a:pt x="316230" y="630936"/>
                  </a:lnTo>
                  <a:lnTo>
                    <a:pt x="362953" y="627519"/>
                  </a:lnTo>
                  <a:lnTo>
                    <a:pt x="407543" y="617588"/>
                  </a:lnTo>
                  <a:lnTo>
                    <a:pt x="449529" y="601624"/>
                  </a:lnTo>
                  <a:lnTo>
                    <a:pt x="488403" y="580123"/>
                  </a:lnTo>
                  <a:lnTo>
                    <a:pt x="523684" y="553567"/>
                  </a:lnTo>
                  <a:lnTo>
                    <a:pt x="554875" y="522452"/>
                  </a:lnTo>
                  <a:lnTo>
                    <a:pt x="581494" y="487260"/>
                  </a:lnTo>
                  <a:lnTo>
                    <a:pt x="603059" y="448475"/>
                  </a:lnTo>
                  <a:lnTo>
                    <a:pt x="619061" y="406590"/>
                  </a:lnTo>
                  <a:lnTo>
                    <a:pt x="629018" y="362089"/>
                  </a:lnTo>
                  <a:lnTo>
                    <a:pt x="632460" y="315468"/>
                  </a:lnTo>
                  <a:close/>
                </a:path>
                <a:path w="3241675" h="631189">
                  <a:moveTo>
                    <a:pt x="3241548" y="315468"/>
                  </a:moveTo>
                  <a:lnTo>
                    <a:pt x="3238106" y="268859"/>
                  </a:lnTo>
                  <a:lnTo>
                    <a:pt x="3228149" y="224358"/>
                  </a:lnTo>
                  <a:lnTo>
                    <a:pt x="3212147" y="182473"/>
                  </a:lnTo>
                  <a:lnTo>
                    <a:pt x="3190583" y="143687"/>
                  </a:lnTo>
                  <a:lnTo>
                    <a:pt x="3163963" y="108496"/>
                  </a:lnTo>
                  <a:lnTo>
                    <a:pt x="3132772" y="77381"/>
                  </a:lnTo>
                  <a:lnTo>
                    <a:pt x="3097492" y="50825"/>
                  </a:lnTo>
                  <a:lnTo>
                    <a:pt x="3058617" y="29324"/>
                  </a:lnTo>
                  <a:lnTo>
                    <a:pt x="3016631" y="13360"/>
                  </a:lnTo>
                  <a:lnTo>
                    <a:pt x="2972041" y="3429"/>
                  </a:lnTo>
                  <a:lnTo>
                    <a:pt x="2925318" y="0"/>
                  </a:lnTo>
                  <a:lnTo>
                    <a:pt x="2878582" y="3429"/>
                  </a:lnTo>
                  <a:lnTo>
                    <a:pt x="2833992" y="13360"/>
                  </a:lnTo>
                  <a:lnTo>
                    <a:pt x="2792006" y="29324"/>
                  </a:lnTo>
                  <a:lnTo>
                    <a:pt x="2753131" y="50825"/>
                  </a:lnTo>
                  <a:lnTo>
                    <a:pt x="2717850" y="77381"/>
                  </a:lnTo>
                  <a:lnTo>
                    <a:pt x="2686659" y="108496"/>
                  </a:lnTo>
                  <a:lnTo>
                    <a:pt x="2660040" y="143687"/>
                  </a:lnTo>
                  <a:lnTo>
                    <a:pt x="2638475" y="182473"/>
                  </a:lnTo>
                  <a:lnTo>
                    <a:pt x="2622473" y="224358"/>
                  </a:lnTo>
                  <a:lnTo>
                    <a:pt x="2612517" y="268859"/>
                  </a:lnTo>
                  <a:lnTo>
                    <a:pt x="2609088" y="315468"/>
                  </a:lnTo>
                  <a:lnTo>
                    <a:pt x="2612517" y="362089"/>
                  </a:lnTo>
                  <a:lnTo>
                    <a:pt x="2622473" y="406590"/>
                  </a:lnTo>
                  <a:lnTo>
                    <a:pt x="2638475" y="448475"/>
                  </a:lnTo>
                  <a:lnTo>
                    <a:pt x="2660040" y="487260"/>
                  </a:lnTo>
                  <a:lnTo>
                    <a:pt x="2686659" y="522452"/>
                  </a:lnTo>
                  <a:lnTo>
                    <a:pt x="2717850" y="553567"/>
                  </a:lnTo>
                  <a:lnTo>
                    <a:pt x="2753131" y="580123"/>
                  </a:lnTo>
                  <a:lnTo>
                    <a:pt x="2792006" y="601624"/>
                  </a:lnTo>
                  <a:lnTo>
                    <a:pt x="2833992" y="617588"/>
                  </a:lnTo>
                  <a:lnTo>
                    <a:pt x="2878582" y="627519"/>
                  </a:lnTo>
                  <a:lnTo>
                    <a:pt x="2925318" y="630936"/>
                  </a:lnTo>
                  <a:lnTo>
                    <a:pt x="2972041" y="627519"/>
                  </a:lnTo>
                  <a:lnTo>
                    <a:pt x="3016631" y="617588"/>
                  </a:lnTo>
                  <a:lnTo>
                    <a:pt x="3058617" y="601624"/>
                  </a:lnTo>
                  <a:lnTo>
                    <a:pt x="3097492" y="580123"/>
                  </a:lnTo>
                  <a:lnTo>
                    <a:pt x="3132772" y="553567"/>
                  </a:lnTo>
                  <a:lnTo>
                    <a:pt x="3163963" y="522452"/>
                  </a:lnTo>
                  <a:lnTo>
                    <a:pt x="3190583" y="487260"/>
                  </a:lnTo>
                  <a:lnTo>
                    <a:pt x="3212147" y="448475"/>
                  </a:lnTo>
                  <a:lnTo>
                    <a:pt x="3228149" y="406590"/>
                  </a:lnTo>
                  <a:lnTo>
                    <a:pt x="3238106" y="362089"/>
                  </a:lnTo>
                  <a:lnTo>
                    <a:pt x="3241548" y="315468"/>
                  </a:lnTo>
                  <a:close/>
                </a:path>
              </a:pathLst>
            </a:custGeom>
            <a:solidFill>
              <a:srgbClr val="152B77"/>
            </a:solidFill>
          </p:spPr>
          <p:txBody>
            <a:bodyPr wrap="square" lIns="0" tIns="0" rIns="0" bIns="0" rtlCol="0"/>
            <a:lstStyle/>
            <a:p>
              <a:endParaRPr/>
            </a:p>
          </p:txBody>
        </p:sp>
        <p:sp>
          <p:nvSpPr>
            <p:cNvPr id="71" name="object 71"/>
            <p:cNvSpPr/>
            <p:nvPr/>
          </p:nvSpPr>
          <p:spPr>
            <a:xfrm>
              <a:off x="9445752" y="4405883"/>
              <a:ext cx="150875" cy="74676"/>
            </a:xfrm>
            <a:prstGeom prst="rect">
              <a:avLst/>
            </a:prstGeom>
            <a:blipFill>
              <a:blip r:embed="rId21" cstate="print"/>
              <a:stretch>
                <a:fillRect/>
              </a:stretch>
            </a:blipFill>
          </p:spPr>
          <p:txBody>
            <a:bodyPr wrap="square" lIns="0" tIns="0" rIns="0" bIns="0" rtlCol="0"/>
            <a:lstStyle/>
            <a:p>
              <a:endParaRPr/>
            </a:p>
          </p:txBody>
        </p:sp>
        <p:sp>
          <p:nvSpPr>
            <p:cNvPr id="72" name="object 72"/>
            <p:cNvSpPr/>
            <p:nvPr/>
          </p:nvSpPr>
          <p:spPr>
            <a:xfrm>
              <a:off x="9707880" y="4315459"/>
              <a:ext cx="38100" cy="127000"/>
            </a:xfrm>
            <a:custGeom>
              <a:avLst/>
              <a:gdLst/>
              <a:ahLst/>
              <a:cxnLst/>
              <a:rect l="l" t="t" r="r" b="b"/>
              <a:pathLst>
                <a:path w="38100" h="127000">
                  <a:moveTo>
                    <a:pt x="0" y="127000"/>
                  </a:moveTo>
                  <a:lnTo>
                    <a:pt x="38100" y="127000"/>
                  </a:lnTo>
                  <a:lnTo>
                    <a:pt x="38100" y="0"/>
                  </a:lnTo>
                  <a:lnTo>
                    <a:pt x="0" y="0"/>
                  </a:lnTo>
                  <a:lnTo>
                    <a:pt x="0" y="127000"/>
                  </a:lnTo>
                  <a:close/>
                </a:path>
              </a:pathLst>
            </a:custGeom>
            <a:solidFill>
              <a:srgbClr val="FFFFFF"/>
            </a:solidFill>
          </p:spPr>
          <p:txBody>
            <a:bodyPr wrap="square" lIns="0" tIns="0" rIns="0" bIns="0" rtlCol="0"/>
            <a:lstStyle/>
            <a:p>
              <a:endParaRPr/>
            </a:p>
          </p:txBody>
        </p:sp>
        <p:sp>
          <p:nvSpPr>
            <p:cNvPr id="73" name="object 73"/>
            <p:cNvSpPr/>
            <p:nvPr/>
          </p:nvSpPr>
          <p:spPr>
            <a:xfrm>
              <a:off x="9249156" y="3974591"/>
              <a:ext cx="205740" cy="155447"/>
            </a:xfrm>
            <a:prstGeom prst="rect">
              <a:avLst/>
            </a:prstGeom>
            <a:blipFill>
              <a:blip r:embed="rId22" cstate="print"/>
              <a:stretch>
                <a:fillRect/>
              </a:stretch>
            </a:blipFill>
          </p:spPr>
          <p:txBody>
            <a:bodyPr wrap="square" lIns="0" tIns="0" rIns="0" bIns="0" rtlCol="0"/>
            <a:lstStyle/>
            <a:p>
              <a:endParaRPr/>
            </a:p>
          </p:txBody>
        </p:sp>
        <p:sp>
          <p:nvSpPr>
            <p:cNvPr id="74" name="object 74"/>
            <p:cNvSpPr/>
            <p:nvPr/>
          </p:nvSpPr>
          <p:spPr>
            <a:xfrm>
              <a:off x="9585960" y="4012691"/>
              <a:ext cx="207264" cy="155447"/>
            </a:xfrm>
            <a:prstGeom prst="rect">
              <a:avLst/>
            </a:prstGeom>
            <a:blipFill>
              <a:blip r:embed="rId23" cstate="print"/>
              <a:stretch>
                <a:fillRect/>
              </a:stretch>
            </a:blipFill>
          </p:spPr>
          <p:txBody>
            <a:bodyPr wrap="square" lIns="0" tIns="0" rIns="0" bIns="0" rtlCol="0"/>
            <a:lstStyle/>
            <a:p>
              <a:endParaRPr/>
            </a:p>
          </p:txBody>
        </p:sp>
      </p:grpSp>
      <p:sp>
        <p:nvSpPr>
          <p:cNvPr id="75" name="object 75"/>
          <p:cNvSpPr/>
          <p:nvPr/>
        </p:nvSpPr>
        <p:spPr>
          <a:xfrm>
            <a:off x="640080" y="1351788"/>
            <a:ext cx="1379220" cy="1377950"/>
          </a:xfrm>
          <a:custGeom>
            <a:avLst/>
            <a:gdLst/>
            <a:ahLst/>
            <a:cxnLst/>
            <a:rect l="l" t="t" r="r" b="b"/>
            <a:pathLst>
              <a:path w="1379220" h="1377950">
                <a:moveTo>
                  <a:pt x="689610" y="0"/>
                </a:moveTo>
                <a:lnTo>
                  <a:pt x="642395" y="1588"/>
                </a:lnTo>
                <a:lnTo>
                  <a:pt x="596034" y="6287"/>
                </a:lnTo>
                <a:lnTo>
                  <a:pt x="550629" y="13992"/>
                </a:lnTo>
                <a:lnTo>
                  <a:pt x="506284" y="24602"/>
                </a:lnTo>
                <a:lnTo>
                  <a:pt x="463101" y="38014"/>
                </a:lnTo>
                <a:lnTo>
                  <a:pt x="421182" y="54125"/>
                </a:lnTo>
                <a:lnTo>
                  <a:pt x="380631" y="72833"/>
                </a:lnTo>
                <a:lnTo>
                  <a:pt x="341550" y="94036"/>
                </a:lnTo>
                <a:lnTo>
                  <a:pt x="304042" y="117630"/>
                </a:lnTo>
                <a:lnTo>
                  <a:pt x="268210" y="143514"/>
                </a:lnTo>
                <a:lnTo>
                  <a:pt x="234155" y="171584"/>
                </a:lnTo>
                <a:lnTo>
                  <a:pt x="201982" y="201739"/>
                </a:lnTo>
                <a:lnTo>
                  <a:pt x="171792" y="233875"/>
                </a:lnTo>
                <a:lnTo>
                  <a:pt x="143689" y="267891"/>
                </a:lnTo>
                <a:lnTo>
                  <a:pt x="117774" y="303683"/>
                </a:lnTo>
                <a:lnTo>
                  <a:pt x="94152" y="341150"/>
                </a:lnTo>
                <a:lnTo>
                  <a:pt x="72924" y="380188"/>
                </a:lnTo>
                <a:lnTo>
                  <a:pt x="54193" y="420695"/>
                </a:lnTo>
                <a:lnTo>
                  <a:pt x="38062" y="462569"/>
                </a:lnTo>
                <a:lnTo>
                  <a:pt x="24633" y="505706"/>
                </a:lnTo>
                <a:lnTo>
                  <a:pt x="14010" y="550006"/>
                </a:lnTo>
                <a:lnTo>
                  <a:pt x="6295" y="595364"/>
                </a:lnTo>
                <a:lnTo>
                  <a:pt x="1590" y="641679"/>
                </a:lnTo>
                <a:lnTo>
                  <a:pt x="0" y="688848"/>
                </a:lnTo>
                <a:lnTo>
                  <a:pt x="1590" y="736016"/>
                </a:lnTo>
                <a:lnTo>
                  <a:pt x="6295" y="782331"/>
                </a:lnTo>
                <a:lnTo>
                  <a:pt x="14010" y="827689"/>
                </a:lnTo>
                <a:lnTo>
                  <a:pt x="24633" y="871989"/>
                </a:lnTo>
                <a:lnTo>
                  <a:pt x="38062" y="915126"/>
                </a:lnTo>
                <a:lnTo>
                  <a:pt x="54193" y="957000"/>
                </a:lnTo>
                <a:lnTo>
                  <a:pt x="72924" y="997507"/>
                </a:lnTo>
                <a:lnTo>
                  <a:pt x="94152" y="1036545"/>
                </a:lnTo>
                <a:lnTo>
                  <a:pt x="117774" y="1074012"/>
                </a:lnTo>
                <a:lnTo>
                  <a:pt x="143689" y="1109804"/>
                </a:lnTo>
                <a:lnTo>
                  <a:pt x="171792" y="1143820"/>
                </a:lnTo>
                <a:lnTo>
                  <a:pt x="201982" y="1175956"/>
                </a:lnTo>
                <a:lnTo>
                  <a:pt x="234155" y="1206111"/>
                </a:lnTo>
                <a:lnTo>
                  <a:pt x="268210" y="1234181"/>
                </a:lnTo>
                <a:lnTo>
                  <a:pt x="304042" y="1260065"/>
                </a:lnTo>
                <a:lnTo>
                  <a:pt x="341550" y="1283659"/>
                </a:lnTo>
                <a:lnTo>
                  <a:pt x="380631" y="1304862"/>
                </a:lnTo>
                <a:lnTo>
                  <a:pt x="421182" y="1323570"/>
                </a:lnTo>
                <a:lnTo>
                  <a:pt x="463101" y="1339681"/>
                </a:lnTo>
                <a:lnTo>
                  <a:pt x="506284" y="1353093"/>
                </a:lnTo>
                <a:lnTo>
                  <a:pt x="550629" y="1363703"/>
                </a:lnTo>
                <a:lnTo>
                  <a:pt x="596034" y="1371408"/>
                </a:lnTo>
                <a:lnTo>
                  <a:pt x="642395" y="1376107"/>
                </a:lnTo>
                <a:lnTo>
                  <a:pt x="689610" y="1377696"/>
                </a:lnTo>
                <a:lnTo>
                  <a:pt x="736826" y="1376107"/>
                </a:lnTo>
                <a:lnTo>
                  <a:pt x="783188" y="1371408"/>
                </a:lnTo>
                <a:lnTo>
                  <a:pt x="828593" y="1363703"/>
                </a:lnTo>
                <a:lnTo>
                  <a:pt x="872939" y="1353093"/>
                </a:lnTo>
                <a:lnTo>
                  <a:pt x="916123" y="1339681"/>
                </a:lnTo>
                <a:lnTo>
                  <a:pt x="958042" y="1323570"/>
                </a:lnTo>
                <a:lnTo>
                  <a:pt x="998593" y="1304862"/>
                </a:lnTo>
                <a:lnTo>
                  <a:pt x="1037674" y="1283659"/>
                </a:lnTo>
                <a:lnTo>
                  <a:pt x="1075182" y="1260065"/>
                </a:lnTo>
                <a:lnTo>
                  <a:pt x="1111015" y="1234181"/>
                </a:lnTo>
                <a:lnTo>
                  <a:pt x="1145069" y="1206111"/>
                </a:lnTo>
                <a:lnTo>
                  <a:pt x="1177242" y="1175956"/>
                </a:lnTo>
                <a:lnTo>
                  <a:pt x="1207431" y="1143820"/>
                </a:lnTo>
                <a:lnTo>
                  <a:pt x="1235534" y="1109804"/>
                </a:lnTo>
                <a:lnTo>
                  <a:pt x="1261448" y="1074012"/>
                </a:lnTo>
                <a:lnTo>
                  <a:pt x="1285070" y="1036545"/>
                </a:lnTo>
                <a:lnTo>
                  <a:pt x="1306298" y="997507"/>
                </a:lnTo>
                <a:lnTo>
                  <a:pt x="1325028" y="957000"/>
                </a:lnTo>
                <a:lnTo>
                  <a:pt x="1341159" y="915126"/>
                </a:lnTo>
                <a:lnTo>
                  <a:pt x="1354587" y="871989"/>
                </a:lnTo>
                <a:lnTo>
                  <a:pt x="1365210" y="827689"/>
                </a:lnTo>
                <a:lnTo>
                  <a:pt x="1372924" y="782331"/>
                </a:lnTo>
                <a:lnTo>
                  <a:pt x="1377629" y="736016"/>
                </a:lnTo>
                <a:lnTo>
                  <a:pt x="1379220" y="688848"/>
                </a:lnTo>
                <a:lnTo>
                  <a:pt x="1377629" y="641679"/>
                </a:lnTo>
                <a:lnTo>
                  <a:pt x="1372924" y="595364"/>
                </a:lnTo>
                <a:lnTo>
                  <a:pt x="1365210" y="550006"/>
                </a:lnTo>
                <a:lnTo>
                  <a:pt x="1354587" y="505706"/>
                </a:lnTo>
                <a:lnTo>
                  <a:pt x="1341159" y="462569"/>
                </a:lnTo>
                <a:lnTo>
                  <a:pt x="1325028" y="420695"/>
                </a:lnTo>
                <a:lnTo>
                  <a:pt x="1306298" y="380188"/>
                </a:lnTo>
                <a:lnTo>
                  <a:pt x="1285070" y="341150"/>
                </a:lnTo>
                <a:lnTo>
                  <a:pt x="1261448" y="303683"/>
                </a:lnTo>
                <a:lnTo>
                  <a:pt x="1235534" y="267891"/>
                </a:lnTo>
                <a:lnTo>
                  <a:pt x="1207431" y="233875"/>
                </a:lnTo>
                <a:lnTo>
                  <a:pt x="1177242" y="201739"/>
                </a:lnTo>
                <a:lnTo>
                  <a:pt x="1145069" y="171584"/>
                </a:lnTo>
                <a:lnTo>
                  <a:pt x="1111015" y="143514"/>
                </a:lnTo>
                <a:lnTo>
                  <a:pt x="1075182" y="117630"/>
                </a:lnTo>
                <a:lnTo>
                  <a:pt x="1037674" y="94036"/>
                </a:lnTo>
                <a:lnTo>
                  <a:pt x="998593" y="72833"/>
                </a:lnTo>
                <a:lnTo>
                  <a:pt x="958042" y="54125"/>
                </a:lnTo>
                <a:lnTo>
                  <a:pt x="916123" y="38014"/>
                </a:lnTo>
                <a:lnTo>
                  <a:pt x="872939" y="24602"/>
                </a:lnTo>
                <a:lnTo>
                  <a:pt x="828593" y="13992"/>
                </a:lnTo>
                <a:lnTo>
                  <a:pt x="783188" y="6287"/>
                </a:lnTo>
                <a:lnTo>
                  <a:pt x="736826" y="1588"/>
                </a:lnTo>
                <a:lnTo>
                  <a:pt x="689610" y="0"/>
                </a:lnTo>
                <a:close/>
              </a:path>
            </a:pathLst>
          </a:custGeom>
          <a:solidFill>
            <a:srgbClr val="152B77"/>
          </a:solidFill>
        </p:spPr>
        <p:txBody>
          <a:bodyPr wrap="square" lIns="0" tIns="0" rIns="0" bIns="0" rtlCol="0"/>
          <a:lstStyle/>
          <a:p>
            <a:endParaRPr/>
          </a:p>
        </p:txBody>
      </p:sp>
      <p:grpSp>
        <p:nvGrpSpPr>
          <p:cNvPr id="76" name="object 76"/>
          <p:cNvGrpSpPr/>
          <p:nvPr/>
        </p:nvGrpSpPr>
        <p:grpSpPr>
          <a:xfrm>
            <a:off x="417803" y="1127988"/>
            <a:ext cx="10739400" cy="3817646"/>
            <a:chOff x="417803" y="1127988"/>
            <a:chExt cx="10739400" cy="3817646"/>
          </a:xfrm>
        </p:grpSpPr>
        <p:sp>
          <p:nvSpPr>
            <p:cNvPr id="77" name="object 77"/>
            <p:cNvSpPr/>
            <p:nvPr/>
          </p:nvSpPr>
          <p:spPr>
            <a:xfrm>
              <a:off x="7915656" y="4314444"/>
              <a:ext cx="632460" cy="631190"/>
            </a:xfrm>
            <a:custGeom>
              <a:avLst/>
              <a:gdLst/>
              <a:ahLst/>
              <a:cxnLst/>
              <a:rect l="l" t="t" r="r" b="b"/>
              <a:pathLst>
                <a:path w="632459" h="631189">
                  <a:moveTo>
                    <a:pt x="0" y="315467"/>
                  </a:moveTo>
                  <a:lnTo>
                    <a:pt x="3429" y="268846"/>
                  </a:lnTo>
                  <a:lnTo>
                    <a:pt x="13390" y="224350"/>
                  </a:lnTo>
                  <a:lnTo>
                    <a:pt x="29395" y="182467"/>
                  </a:lnTo>
                  <a:lnTo>
                    <a:pt x="50952" y="143685"/>
                  </a:lnTo>
                  <a:lnTo>
                    <a:pt x="77574" y="108491"/>
                  </a:lnTo>
                  <a:lnTo>
                    <a:pt x="108769" y="77373"/>
                  </a:lnTo>
                  <a:lnTo>
                    <a:pt x="144050" y="50819"/>
                  </a:lnTo>
                  <a:lnTo>
                    <a:pt x="182925" y="29317"/>
                  </a:lnTo>
                  <a:lnTo>
                    <a:pt x="224907" y="13355"/>
                  </a:lnTo>
                  <a:lnTo>
                    <a:pt x="269505" y="3420"/>
                  </a:lnTo>
                  <a:lnTo>
                    <a:pt x="316229" y="0"/>
                  </a:lnTo>
                  <a:lnTo>
                    <a:pt x="362954" y="3420"/>
                  </a:lnTo>
                  <a:lnTo>
                    <a:pt x="407552" y="13355"/>
                  </a:lnTo>
                  <a:lnTo>
                    <a:pt x="449534" y="29317"/>
                  </a:lnTo>
                  <a:lnTo>
                    <a:pt x="488409" y="50819"/>
                  </a:lnTo>
                  <a:lnTo>
                    <a:pt x="523690" y="77373"/>
                  </a:lnTo>
                  <a:lnTo>
                    <a:pt x="554885" y="108491"/>
                  </a:lnTo>
                  <a:lnTo>
                    <a:pt x="581507" y="143685"/>
                  </a:lnTo>
                  <a:lnTo>
                    <a:pt x="603064" y="182467"/>
                  </a:lnTo>
                  <a:lnTo>
                    <a:pt x="619069" y="224350"/>
                  </a:lnTo>
                  <a:lnTo>
                    <a:pt x="629030" y="268846"/>
                  </a:lnTo>
                  <a:lnTo>
                    <a:pt x="632460" y="315467"/>
                  </a:lnTo>
                  <a:lnTo>
                    <a:pt x="629030" y="362089"/>
                  </a:lnTo>
                  <a:lnTo>
                    <a:pt x="619069" y="406585"/>
                  </a:lnTo>
                  <a:lnTo>
                    <a:pt x="603064" y="448468"/>
                  </a:lnTo>
                  <a:lnTo>
                    <a:pt x="581507" y="487250"/>
                  </a:lnTo>
                  <a:lnTo>
                    <a:pt x="554885" y="522444"/>
                  </a:lnTo>
                  <a:lnTo>
                    <a:pt x="523690" y="553562"/>
                  </a:lnTo>
                  <a:lnTo>
                    <a:pt x="488409" y="580116"/>
                  </a:lnTo>
                  <a:lnTo>
                    <a:pt x="449534" y="601618"/>
                  </a:lnTo>
                  <a:lnTo>
                    <a:pt x="407552" y="617580"/>
                  </a:lnTo>
                  <a:lnTo>
                    <a:pt x="362954" y="627515"/>
                  </a:lnTo>
                  <a:lnTo>
                    <a:pt x="316229" y="630935"/>
                  </a:lnTo>
                  <a:lnTo>
                    <a:pt x="269505" y="627515"/>
                  </a:lnTo>
                  <a:lnTo>
                    <a:pt x="224907" y="617580"/>
                  </a:lnTo>
                  <a:lnTo>
                    <a:pt x="182925" y="601618"/>
                  </a:lnTo>
                  <a:lnTo>
                    <a:pt x="144050" y="580116"/>
                  </a:lnTo>
                  <a:lnTo>
                    <a:pt x="108769" y="553562"/>
                  </a:lnTo>
                  <a:lnTo>
                    <a:pt x="77574" y="522444"/>
                  </a:lnTo>
                  <a:lnTo>
                    <a:pt x="50952" y="487250"/>
                  </a:lnTo>
                  <a:lnTo>
                    <a:pt x="29395" y="448468"/>
                  </a:lnTo>
                  <a:lnTo>
                    <a:pt x="13390" y="406585"/>
                  </a:lnTo>
                  <a:lnTo>
                    <a:pt x="3429" y="362089"/>
                  </a:lnTo>
                  <a:lnTo>
                    <a:pt x="0" y="315467"/>
                  </a:lnTo>
                  <a:close/>
                </a:path>
              </a:pathLst>
            </a:custGeom>
            <a:ln w="6350">
              <a:solidFill>
                <a:srgbClr val="FF8E01"/>
              </a:solidFill>
              <a:prstDash val="sysDash"/>
            </a:ln>
          </p:spPr>
          <p:txBody>
            <a:bodyPr wrap="square" lIns="0" tIns="0" rIns="0" bIns="0" rtlCol="0"/>
            <a:lstStyle/>
            <a:p>
              <a:endParaRPr/>
            </a:p>
          </p:txBody>
        </p:sp>
        <p:sp>
          <p:nvSpPr>
            <p:cNvPr id="78" name="object 78"/>
            <p:cNvSpPr/>
            <p:nvPr/>
          </p:nvSpPr>
          <p:spPr>
            <a:xfrm>
              <a:off x="7949183" y="4346447"/>
              <a:ext cx="565785" cy="567055"/>
            </a:xfrm>
            <a:custGeom>
              <a:avLst/>
              <a:gdLst/>
              <a:ahLst/>
              <a:cxnLst/>
              <a:rect l="l" t="t" r="r" b="b"/>
              <a:pathLst>
                <a:path w="565784" h="567054">
                  <a:moveTo>
                    <a:pt x="282701" y="0"/>
                  </a:moveTo>
                  <a:lnTo>
                    <a:pt x="236858" y="3709"/>
                  </a:lnTo>
                  <a:lnTo>
                    <a:pt x="193365" y="14447"/>
                  </a:lnTo>
                  <a:lnTo>
                    <a:pt x="152805" y="31632"/>
                  </a:lnTo>
                  <a:lnTo>
                    <a:pt x="115763" y="54681"/>
                  </a:lnTo>
                  <a:lnTo>
                    <a:pt x="82819" y="83010"/>
                  </a:lnTo>
                  <a:lnTo>
                    <a:pt x="54559" y="116037"/>
                  </a:lnTo>
                  <a:lnTo>
                    <a:pt x="31563" y="153179"/>
                  </a:lnTo>
                  <a:lnTo>
                    <a:pt x="14417" y="193852"/>
                  </a:lnTo>
                  <a:lnTo>
                    <a:pt x="3701" y="237475"/>
                  </a:lnTo>
                  <a:lnTo>
                    <a:pt x="0" y="283463"/>
                  </a:lnTo>
                  <a:lnTo>
                    <a:pt x="3701" y="329452"/>
                  </a:lnTo>
                  <a:lnTo>
                    <a:pt x="14417" y="373075"/>
                  </a:lnTo>
                  <a:lnTo>
                    <a:pt x="31563" y="413748"/>
                  </a:lnTo>
                  <a:lnTo>
                    <a:pt x="54559" y="450890"/>
                  </a:lnTo>
                  <a:lnTo>
                    <a:pt x="82819" y="483917"/>
                  </a:lnTo>
                  <a:lnTo>
                    <a:pt x="115763" y="512246"/>
                  </a:lnTo>
                  <a:lnTo>
                    <a:pt x="152805" y="535295"/>
                  </a:lnTo>
                  <a:lnTo>
                    <a:pt x="193365" y="552480"/>
                  </a:lnTo>
                  <a:lnTo>
                    <a:pt x="236858" y="563218"/>
                  </a:lnTo>
                  <a:lnTo>
                    <a:pt x="282701" y="566927"/>
                  </a:lnTo>
                  <a:lnTo>
                    <a:pt x="328545" y="563218"/>
                  </a:lnTo>
                  <a:lnTo>
                    <a:pt x="372038" y="552480"/>
                  </a:lnTo>
                  <a:lnTo>
                    <a:pt x="412598" y="535295"/>
                  </a:lnTo>
                  <a:lnTo>
                    <a:pt x="449640" y="512246"/>
                  </a:lnTo>
                  <a:lnTo>
                    <a:pt x="482584" y="483917"/>
                  </a:lnTo>
                  <a:lnTo>
                    <a:pt x="510844" y="450890"/>
                  </a:lnTo>
                  <a:lnTo>
                    <a:pt x="533840" y="413748"/>
                  </a:lnTo>
                  <a:lnTo>
                    <a:pt x="550986" y="373075"/>
                  </a:lnTo>
                  <a:lnTo>
                    <a:pt x="561702" y="329452"/>
                  </a:lnTo>
                  <a:lnTo>
                    <a:pt x="565404" y="283463"/>
                  </a:lnTo>
                  <a:lnTo>
                    <a:pt x="561702" y="237475"/>
                  </a:lnTo>
                  <a:lnTo>
                    <a:pt x="550986" y="193852"/>
                  </a:lnTo>
                  <a:lnTo>
                    <a:pt x="533840" y="153179"/>
                  </a:lnTo>
                  <a:lnTo>
                    <a:pt x="510844" y="116037"/>
                  </a:lnTo>
                  <a:lnTo>
                    <a:pt x="482584" y="83010"/>
                  </a:lnTo>
                  <a:lnTo>
                    <a:pt x="449640" y="54681"/>
                  </a:lnTo>
                  <a:lnTo>
                    <a:pt x="412598" y="31632"/>
                  </a:lnTo>
                  <a:lnTo>
                    <a:pt x="372038" y="14447"/>
                  </a:lnTo>
                  <a:lnTo>
                    <a:pt x="328545" y="3709"/>
                  </a:lnTo>
                  <a:lnTo>
                    <a:pt x="282701" y="0"/>
                  </a:lnTo>
                  <a:close/>
                </a:path>
              </a:pathLst>
            </a:custGeom>
            <a:solidFill>
              <a:srgbClr val="FF8E01"/>
            </a:solidFill>
          </p:spPr>
          <p:txBody>
            <a:bodyPr wrap="square" lIns="0" tIns="0" rIns="0" bIns="0" rtlCol="0"/>
            <a:lstStyle/>
            <a:p>
              <a:endParaRPr/>
            </a:p>
          </p:txBody>
        </p:sp>
        <p:sp>
          <p:nvSpPr>
            <p:cNvPr id="79" name="object 79"/>
            <p:cNvSpPr/>
            <p:nvPr/>
          </p:nvSpPr>
          <p:spPr>
            <a:xfrm>
              <a:off x="8075676" y="4472939"/>
              <a:ext cx="312420" cy="312420"/>
            </a:xfrm>
            <a:custGeom>
              <a:avLst/>
              <a:gdLst/>
              <a:ahLst/>
              <a:cxnLst/>
              <a:rect l="l" t="t" r="r" b="b"/>
              <a:pathLst>
                <a:path w="312420" h="312420">
                  <a:moveTo>
                    <a:pt x="144780" y="167640"/>
                  </a:moveTo>
                  <a:lnTo>
                    <a:pt x="0" y="167640"/>
                  </a:lnTo>
                  <a:lnTo>
                    <a:pt x="0" y="312420"/>
                  </a:lnTo>
                  <a:lnTo>
                    <a:pt x="144780" y="312420"/>
                  </a:lnTo>
                  <a:lnTo>
                    <a:pt x="144780" y="167640"/>
                  </a:lnTo>
                  <a:close/>
                </a:path>
                <a:path w="312420" h="312420">
                  <a:moveTo>
                    <a:pt x="225552" y="0"/>
                  </a:moveTo>
                  <a:lnTo>
                    <a:pt x="79248" y="0"/>
                  </a:lnTo>
                  <a:lnTo>
                    <a:pt x="79248" y="146304"/>
                  </a:lnTo>
                  <a:lnTo>
                    <a:pt x="225552" y="146304"/>
                  </a:lnTo>
                  <a:lnTo>
                    <a:pt x="225552" y="0"/>
                  </a:lnTo>
                  <a:close/>
                </a:path>
                <a:path w="312420" h="312420">
                  <a:moveTo>
                    <a:pt x="312420" y="167640"/>
                  </a:moveTo>
                  <a:lnTo>
                    <a:pt x="167640" y="167640"/>
                  </a:lnTo>
                  <a:lnTo>
                    <a:pt x="167640" y="312420"/>
                  </a:lnTo>
                  <a:lnTo>
                    <a:pt x="312420" y="312420"/>
                  </a:lnTo>
                  <a:lnTo>
                    <a:pt x="312420" y="167640"/>
                  </a:lnTo>
                  <a:close/>
                </a:path>
              </a:pathLst>
            </a:custGeom>
            <a:solidFill>
              <a:srgbClr val="FFFFFF"/>
            </a:solidFill>
          </p:spPr>
          <p:txBody>
            <a:bodyPr wrap="square" lIns="0" tIns="0" rIns="0" bIns="0" rtlCol="0"/>
            <a:lstStyle/>
            <a:p>
              <a:endParaRPr/>
            </a:p>
          </p:txBody>
        </p:sp>
        <p:sp>
          <p:nvSpPr>
            <p:cNvPr id="80" name="object 80"/>
            <p:cNvSpPr/>
            <p:nvPr/>
          </p:nvSpPr>
          <p:spPr>
            <a:xfrm>
              <a:off x="10524743" y="4314444"/>
              <a:ext cx="632460" cy="631190"/>
            </a:xfrm>
            <a:custGeom>
              <a:avLst/>
              <a:gdLst/>
              <a:ahLst/>
              <a:cxnLst/>
              <a:rect l="l" t="t" r="r" b="b"/>
              <a:pathLst>
                <a:path w="632459" h="631189">
                  <a:moveTo>
                    <a:pt x="0" y="315467"/>
                  </a:moveTo>
                  <a:lnTo>
                    <a:pt x="3429" y="268846"/>
                  </a:lnTo>
                  <a:lnTo>
                    <a:pt x="13390" y="224350"/>
                  </a:lnTo>
                  <a:lnTo>
                    <a:pt x="29395" y="182467"/>
                  </a:lnTo>
                  <a:lnTo>
                    <a:pt x="50952" y="143685"/>
                  </a:lnTo>
                  <a:lnTo>
                    <a:pt x="77574" y="108491"/>
                  </a:lnTo>
                  <a:lnTo>
                    <a:pt x="108769" y="77373"/>
                  </a:lnTo>
                  <a:lnTo>
                    <a:pt x="144050" y="50819"/>
                  </a:lnTo>
                  <a:lnTo>
                    <a:pt x="182925" y="29317"/>
                  </a:lnTo>
                  <a:lnTo>
                    <a:pt x="224907" y="13355"/>
                  </a:lnTo>
                  <a:lnTo>
                    <a:pt x="269505" y="3420"/>
                  </a:lnTo>
                  <a:lnTo>
                    <a:pt x="316229" y="0"/>
                  </a:lnTo>
                  <a:lnTo>
                    <a:pt x="362954" y="3420"/>
                  </a:lnTo>
                  <a:lnTo>
                    <a:pt x="407552" y="13355"/>
                  </a:lnTo>
                  <a:lnTo>
                    <a:pt x="449534" y="29317"/>
                  </a:lnTo>
                  <a:lnTo>
                    <a:pt x="488409" y="50819"/>
                  </a:lnTo>
                  <a:lnTo>
                    <a:pt x="523690" y="77373"/>
                  </a:lnTo>
                  <a:lnTo>
                    <a:pt x="554885" y="108491"/>
                  </a:lnTo>
                  <a:lnTo>
                    <a:pt x="581507" y="143685"/>
                  </a:lnTo>
                  <a:lnTo>
                    <a:pt x="603064" y="182467"/>
                  </a:lnTo>
                  <a:lnTo>
                    <a:pt x="619069" y="224350"/>
                  </a:lnTo>
                  <a:lnTo>
                    <a:pt x="629030" y="268846"/>
                  </a:lnTo>
                  <a:lnTo>
                    <a:pt x="632459" y="315467"/>
                  </a:lnTo>
                  <a:lnTo>
                    <a:pt x="629030" y="362089"/>
                  </a:lnTo>
                  <a:lnTo>
                    <a:pt x="619069" y="406585"/>
                  </a:lnTo>
                  <a:lnTo>
                    <a:pt x="603064" y="448468"/>
                  </a:lnTo>
                  <a:lnTo>
                    <a:pt x="581507" y="487250"/>
                  </a:lnTo>
                  <a:lnTo>
                    <a:pt x="554885" y="522444"/>
                  </a:lnTo>
                  <a:lnTo>
                    <a:pt x="523690" y="553562"/>
                  </a:lnTo>
                  <a:lnTo>
                    <a:pt x="488409" y="580116"/>
                  </a:lnTo>
                  <a:lnTo>
                    <a:pt x="449534" y="601618"/>
                  </a:lnTo>
                  <a:lnTo>
                    <a:pt x="407552" y="617580"/>
                  </a:lnTo>
                  <a:lnTo>
                    <a:pt x="362954" y="627515"/>
                  </a:lnTo>
                  <a:lnTo>
                    <a:pt x="316229" y="630935"/>
                  </a:lnTo>
                  <a:lnTo>
                    <a:pt x="269505" y="627515"/>
                  </a:lnTo>
                  <a:lnTo>
                    <a:pt x="224907" y="617580"/>
                  </a:lnTo>
                  <a:lnTo>
                    <a:pt x="182925" y="601618"/>
                  </a:lnTo>
                  <a:lnTo>
                    <a:pt x="144050" y="580116"/>
                  </a:lnTo>
                  <a:lnTo>
                    <a:pt x="108769" y="553562"/>
                  </a:lnTo>
                  <a:lnTo>
                    <a:pt x="77574" y="522444"/>
                  </a:lnTo>
                  <a:lnTo>
                    <a:pt x="50952" y="487250"/>
                  </a:lnTo>
                  <a:lnTo>
                    <a:pt x="29395" y="448468"/>
                  </a:lnTo>
                  <a:lnTo>
                    <a:pt x="13390" y="406585"/>
                  </a:lnTo>
                  <a:lnTo>
                    <a:pt x="3429" y="362089"/>
                  </a:lnTo>
                  <a:lnTo>
                    <a:pt x="0" y="315467"/>
                  </a:lnTo>
                  <a:close/>
                </a:path>
              </a:pathLst>
            </a:custGeom>
            <a:ln w="6350">
              <a:solidFill>
                <a:srgbClr val="00D9CE"/>
              </a:solidFill>
              <a:prstDash val="sysDash"/>
            </a:ln>
          </p:spPr>
          <p:txBody>
            <a:bodyPr wrap="square" lIns="0" tIns="0" rIns="0" bIns="0" rtlCol="0"/>
            <a:lstStyle/>
            <a:p>
              <a:endParaRPr/>
            </a:p>
          </p:txBody>
        </p:sp>
        <p:sp>
          <p:nvSpPr>
            <p:cNvPr id="81" name="object 81"/>
            <p:cNvSpPr/>
            <p:nvPr/>
          </p:nvSpPr>
          <p:spPr>
            <a:xfrm>
              <a:off x="10558271" y="4346447"/>
              <a:ext cx="565785" cy="567055"/>
            </a:xfrm>
            <a:custGeom>
              <a:avLst/>
              <a:gdLst/>
              <a:ahLst/>
              <a:cxnLst/>
              <a:rect l="l" t="t" r="r" b="b"/>
              <a:pathLst>
                <a:path w="565784" h="567054">
                  <a:moveTo>
                    <a:pt x="282701" y="0"/>
                  </a:moveTo>
                  <a:lnTo>
                    <a:pt x="236858" y="3709"/>
                  </a:lnTo>
                  <a:lnTo>
                    <a:pt x="193365" y="14447"/>
                  </a:lnTo>
                  <a:lnTo>
                    <a:pt x="152805" y="31632"/>
                  </a:lnTo>
                  <a:lnTo>
                    <a:pt x="115763" y="54681"/>
                  </a:lnTo>
                  <a:lnTo>
                    <a:pt x="82819" y="83010"/>
                  </a:lnTo>
                  <a:lnTo>
                    <a:pt x="54559" y="116037"/>
                  </a:lnTo>
                  <a:lnTo>
                    <a:pt x="31563" y="153179"/>
                  </a:lnTo>
                  <a:lnTo>
                    <a:pt x="14417" y="193852"/>
                  </a:lnTo>
                  <a:lnTo>
                    <a:pt x="3701" y="237475"/>
                  </a:lnTo>
                  <a:lnTo>
                    <a:pt x="0" y="283463"/>
                  </a:lnTo>
                  <a:lnTo>
                    <a:pt x="3701" y="329452"/>
                  </a:lnTo>
                  <a:lnTo>
                    <a:pt x="14417" y="373075"/>
                  </a:lnTo>
                  <a:lnTo>
                    <a:pt x="31563" y="413748"/>
                  </a:lnTo>
                  <a:lnTo>
                    <a:pt x="54559" y="450890"/>
                  </a:lnTo>
                  <a:lnTo>
                    <a:pt x="82819" y="483917"/>
                  </a:lnTo>
                  <a:lnTo>
                    <a:pt x="115763" y="512246"/>
                  </a:lnTo>
                  <a:lnTo>
                    <a:pt x="152805" y="535295"/>
                  </a:lnTo>
                  <a:lnTo>
                    <a:pt x="193365" y="552480"/>
                  </a:lnTo>
                  <a:lnTo>
                    <a:pt x="236858" y="563218"/>
                  </a:lnTo>
                  <a:lnTo>
                    <a:pt x="282701" y="566927"/>
                  </a:lnTo>
                  <a:lnTo>
                    <a:pt x="328545" y="563218"/>
                  </a:lnTo>
                  <a:lnTo>
                    <a:pt x="372038" y="552480"/>
                  </a:lnTo>
                  <a:lnTo>
                    <a:pt x="412598" y="535295"/>
                  </a:lnTo>
                  <a:lnTo>
                    <a:pt x="449640" y="512246"/>
                  </a:lnTo>
                  <a:lnTo>
                    <a:pt x="482584" y="483917"/>
                  </a:lnTo>
                  <a:lnTo>
                    <a:pt x="510844" y="450890"/>
                  </a:lnTo>
                  <a:lnTo>
                    <a:pt x="533840" y="413748"/>
                  </a:lnTo>
                  <a:lnTo>
                    <a:pt x="550986" y="373075"/>
                  </a:lnTo>
                  <a:lnTo>
                    <a:pt x="561702" y="329452"/>
                  </a:lnTo>
                  <a:lnTo>
                    <a:pt x="565403" y="283463"/>
                  </a:lnTo>
                  <a:lnTo>
                    <a:pt x="561702" y="237475"/>
                  </a:lnTo>
                  <a:lnTo>
                    <a:pt x="550986" y="193852"/>
                  </a:lnTo>
                  <a:lnTo>
                    <a:pt x="533840" y="153179"/>
                  </a:lnTo>
                  <a:lnTo>
                    <a:pt x="510844" y="116037"/>
                  </a:lnTo>
                  <a:lnTo>
                    <a:pt x="482584" y="83010"/>
                  </a:lnTo>
                  <a:lnTo>
                    <a:pt x="449640" y="54681"/>
                  </a:lnTo>
                  <a:lnTo>
                    <a:pt x="412598" y="31632"/>
                  </a:lnTo>
                  <a:lnTo>
                    <a:pt x="372038" y="14447"/>
                  </a:lnTo>
                  <a:lnTo>
                    <a:pt x="328545" y="3709"/>
                  </a:lnTo>
                  <a:lnTo>
                    <a:pt x="282701" y="0"/>
                  </a:lnTo>
                  <a:close/>
                </a:path>
              </a:pathLst>
            </a:custGeom>
            <a:solidFill>
              <a:srgbClr val="00D9CE"/>
            </a:solidFill>
          </p:spPr>
          <p:txBody>
            <a:bodyPr wrap="square" lIns="0" tIns="0" rIns="0" bIns="0" rtlCol="0"/>
            <a:lstStyle/>
            <a:p>
              <a:endParaRPr/>
            </a:p>
          </p:txBody>
        </p:sp>
        <p:sp>
          <p:nvSpPr>
            <p:cNvPr id="82" name="object 82"/>
            <p:cNvSpPr/>
            <p:nvPr/>
          </p:nvSpPr>
          <p:spPr>
            <a:xfrm>
              <a:off x="9296400" y="4105655"/>
              <a:ext cx="1697989" cy="678180"/>
            </a:xfrm>
            <a:custGeom>
              <a:avLst/>
              <a:gdLst/>
              <a:ahLst/>
              <a:cxnLst/>
              <a:rect l="l" t="t" r="r" b="b"/>
              <a:pathLst>
                <a:path w="1697990" h="678179">
                  <a:moveTo>
                    <a:pt x="38100" y="205740"/>
                  </a:moveTo>
                  <a:lnTo>
                    <a:pt x="4318" y="205740"/>
                  </a:lnTo>
                  <a:lnTo>
                    <a:pt x="0" y="209931"/>
                  </a:lnTo>
                  <a:lnTo>
                    <a:pt x="0" y="332613"/>
                  </a:lnTo>
                  <a:lnTo>
                    <a:pt x="4318" y="336804"/>
                  </a:lnTo>
                  <a:lnTo>
                    <a:pt x="38100" y="336804"/>
                  </a:lnTo>
                  <a:lnTo>
                    <a:pt x="38100" y="205740"/>
                  </a:lnTo>
                  <a:close/>
                </a:path>
                <a:path w="1697990" h="678179">
                  <a:moveTo>
                    <a:pt x="149352" y="224790"/>
                  </a:moveTo>
                  <a:lnTo>
                    <a:pt x="147916" y="217373"/>
                  </a:lnTo>
                  <a:lnTo>
                    <a:pt x="144018" y="211315"/>
                  </a:lnTo>
                  <a:lnTo>
                    <a:pt x="138201" y="207238"/>
                  </a:lnTo>
                  <a:lnTo>
                    <a:pt x="131064" y="205740"/>
                  </a:lnTo>
                  <a:lnTo>
                    <a:pt x="123913" y="207238"/>
                  </a:lnTo>
                  <a:lnTo>
                    <a:pt x="118110" y="211315"/>
                  </a:lnTo>
                  <a:lnTo>
                    <a:pt x="114198" y="217373"/>
                  </a:lnTo>
                  <a:lnTo>
                    <a:pt x="112776" y="224790"/>
                  </a:lnTo>
                  <a:lnTo>
                    <a:pt x="114198" y="232219"/>
                  </a:lnTo>
                  <a:lnTo>
                    <a:pt x="118110" y="238277"/>
                  </a:lnTo>
                  <a:lnTo>
                    <a:pt x="123913" y="242354"/>
                  </a:lnTo>
                  <a:lnTo>
                    <a:pt x="131064" y="243840"/>
                  </a:lnTo>
                  <a:lnTo>
                    <a:pt x="138201" y="242354"/>
                  </a:lnTo>
                  <a:lnTo>
                    <a:pt x="144018" y="238277"/>
                  </a:lnTo>
                  <a:lnTo>
                    <a:pt x="147916" y="232219"/>
                  </a:lnTo>
                  <a:lnTo>
                    <a:pt x="149352" y="224790"/>
                  </a:lnTo>
                  <a:close/>
                </a:path>
                <a:path w="1697990" h="678179">
                  <a:moveTo>
                    <a:pt x="234696" y="54864"/>
                  </a:moveTo>
                  <a:lnTo>
                    <a:pt x="228219" y="56261"/>
                  </a:lnTo>
                  <a:lnTo>
                    <a:pt x="221361" y="56261"/>
                  </a:lnTo>
                  <a:lnTo>
                    <a:pt x="214884" y="54864"/>
                  </a:lnTo>
                  <a:lnTo>
                    <a:pt x="214884" y="85344"/>
                  </a:lnTo>
                  <a:lnTo>
                    <a:pt x="234696" y="85344"/>
                  </a:lnTo>
                  <a:lnTo>
                    <a:pt x="234696" y="54864"/>
                  </a:lnTo>
                  <a:close/>
                </a:path>
                <a:path w="1697990" h="678179">
                  <a:moveTo>
                    <a:pt x="243840" y="19050"/>
                  </a:moveTo>
                  <a:lnTo>
                    <a:pt x="242341" y="11633"/>
                  </a:lnTo>
                  <a:lnTo>
                    <a:pt x="238264" y="5575"/>
                  </a:lnTo>
                  <a:lnTo>
                    <a:pt x="232206" y="1498"/>
                  </a:lnTo>
                  <a:lnTo>
                    <a:pt x="224790" y="0"/>
                  </a:lnTo>
                  <a:lnTo>
                    <a:pt x="217360" y="1498"/>
                  </a:lnTo>
                  <a:lnTo>
                    <a:pt x="211302" y="5575"/>
                  </a:lnTo>
                  <a:lnTo>
                    <a:pt x="207225" y="11633"/>
                  </a:lnTo>
                  <a:lnTo>
                    <a:pt x="205740" y="19050"/>
                  </a:lnTo>
                  <a:lnTo>
                    <a:pt x="207225" y="26479"/>
                  </a:lnTo>
                  <a:lnTo>
                    <a:pt x="211302" y="32537"/>
                  </a:lnTo>
                  <a:lnTo>
                    <a:pt x="217360" y="36614"/>
                  </a:lnTo>
                  <a:lnTo>
                    <a:pt x="224790" y="38100"/>
                  </a:lnTo>
                  <a:lnTo>
                    <a:pt x="232206" y="36614"/>
                  </a:lnTo>
                  <a:lnTo>
                    <a:pt x="238264" y="32537"/>
                  </a:lnTo>
                  <a:lnTo>
                    <a:pt x="242341" y="26479"/>
                  </a:lnTo>
                  <a:lnTo>
                    <a:pt x="243840" y="19050"/>
                  </a:lnTo>
                  <a:close/>
                </a:path>
                <a:path w="1697990" h="678179">
                  <a:moveTo>
                    <a:pt x="300228" y="94488"/>
                  </a:moveTo>
                  <a:lnTo>
                    <a:pt x="149352" y="94488"/>
                  </a:lnTo>
                  <a:lnTo>
                    <a:pt x="149352" y="112776"/>
                  </a:lnTo>
                  <a:lnTo>
                    <a:pt x="300228" y="112776"/>
                  </a:lnTo>
                  <a:lnTo>
                    <a:pt x="300228" y="94488"/>
                  </a:lnTo>
                  <a:close/>
                </a:path>
                <a:path w="1697990" h="678179">
                  <a:moveTo>
                    <a:pt x="336804" y="224790"/>
                  </a:moveTo>
                  <a:lnTo>
                    <a:pt x="335368" y="217373"/>
                  </a:lnTo>
                  <a:lnTo>
                    <a:pt x="331470" y="211315"/>
                  </a:lnTo>
                  <a:lnTo>
                    <a:pt x="325653" y="207238"/>
                  </a:lnTo>
                  <a:lnTo>
                    <a:pt x="318516" y="205740"/>
                  </a:lnTo>
                  <a:lnTo>
                    <a:pt x="311365" y="207238"/>
                  </a:lnTo>
                  <a:lnTo>
                    <a:pt x="305562" y="211315"/>
                  </a:lnTo>
                  <a:lnTo>
                    <a:pt x="301650" y="217373"/>
                  </a:lnTo>
                  <a:lnTo>
                    <a:pt x="300228" y="224790"/>
                  </a:lnTo>
                  <a:lnTo>
                    <a:pt x="301650" y="232219"/>
                  </a:lnTo>
                  <a:lnTo>
                    <a:pt x="305562" y="238277"/>
                  </a:lnTo>
                  <a:lnTo>
                    <a:pt x="311365" y="242354"/>
                  </a:lnTo>
                  <a:lnTo>
                    <a:pt x="318516" y="243840"/>
                  </a:lnTo>
                  <a:lnTo>
                    <a:pt x="325653" y="242354"/>
                  </a:lnTo>
                  <a:lnTo>
                    <a:pt x="331470" y="238277"/>
                  </a:lnTo>
                  <a:lnTo>
                    <a:pt x="335368" y="232219"/>
                  </a:lnTo>
                  <a:lnTo>
                    <a:pt x="336804" y="224790"/>
                  </a:lnTo>
                  <a:close/>
                </a:path>
                <a:path w="1697990" h="678179">
                  <a:moveTo>
                    <a:pt x="393192" y="159258"/>
                  </a:moveTo>
                  <a:lnTo>
                    <a:pt x="390982" y="148323"/>
                  </a:lnTo>
                  <a:lnTo>
                    <a:pt x="384962" y="139357"/>
                  </a:lnTo>
                  <a:lnTo>
                    <a:pt x="376047" y="133299"/>
                  </a:lnTo>
                  <a:lnTo>
                    <a:pt x="365125" y="131064"/>
                  </a:lnTo>
                  <a:lnTo>
                    <a:pt x="355727" y="131064"/>
                  </a:lnTo>
                  <a:lnTo>
                    <a:pt x="355727" y="225044"/>
                  </a:lnTo>
                  <a:lnTo>
                    <a:pt x="352780" y="239661"/>
                  </a:lnTo>
                  <a:lnTo>
                    <a:pt x="344766" y="251612"/>
                  </a:lnTo>
                  <a:lnTo>
                    <a:pt x="332892" y="259676"/>
                  </a:lnTo>
                  <a:lnTo>
                    <a:pt x="318389" y="262636"/>
                  </a:lnTo>
                  <a:lnTo>
                    <a:pt x="318389" y="285623"/>
                  </a:lnTo>
                  <a:lnTo>
                    <a:pt x="318389" y="300228"/>
                  </a:lnTo>
                  <a:lnTo>
                    <a:pt x="311010" y="336778"/>
                  </a:lnTo>
                  <a:lnTo>
                    <a:pt x="290918" y="366649"/>
                  </a:lnTo>
                  <a:lnTo>
                    <a:pt x="261162" y="386816"/>
                  </a:lnTo>
                  <a:lnTo>
                    <a:pt x="224790" y="394208"/>
                  </a:lnTo>
                  <a:lnTo>
                    <a:pt x="188404" y="386816"/>
                  </a:lnTo>
                  <a:lnTo>
                    <a:pt x="158648" y="366649"/>
                  </a:lnTo>
                  <a:lnTo>
                    <a:pt x="138557" y="336778"/>
                  </a:lnTo>
                  <a:lnTo>
                    <a:pt x="131191" y="300228"/>
                  </a:lnTo>
                  <a:lnTo>
                    <a:pt x="131191" y="285623"/>
                  </a:lnTo>
                  <a:lnTo>
                    <a:pt x="135382" y="281432"/>
                  </a:lnTo>
                  <a:lnTo>
                    <a:pt x="314198" y="281432"/>
                  </a:lnTo>
                  <a:lnTo>
                    <a:pt x="318389" y="285623"/>
                  </a:lnTo>
                  <a:lnTo>
                    <a:pt x="318389" y="262636"/>
                  </a:lnTo>
                  <a:lnTo>
                    <a:pt x="303796" y="259676"/>
                  </a:lnTo>
                  <a:lnTo>
                    <a:pt x="291884" y="251612"/>
                  </a:lnTo>
                  <a:lnTo>
                    <a:pt x="283857" y="239661"/>
                  </a:lnTo>
                  <a:lnTo>
                    <a:pt x="280924" y="225044"/>
                  </a:lnTo>
                  <a:lnTo>
                    <a:pt x="283857" y="210439"/>
                  </a:lnTo>
                  <a:lnTo>
                    <a:pt x="291884" y="198488"/>
                  </a:lnTo>
                  <a:lnTo>
                    <a:pt x="303796" y="190423"/>
                  </a:lnTo>
                  <a:lnTo>
                    <a:pt x="318389" y="187452"/>
                  </a:lnTo>
                  <a:lnTo>
                    <a:pt x="332892" y="190423"/>
                  </a:lnTo>
                  <a:lnTo>
                    <a:pt x="344766" y="198488"/>
                  </a:lnTo>
                  <a:lnTo>
                    <a:pt x="352780" y="210439"/>
                  </a:lnTo>
                  <a:lnTo>
                    <a:pt x="355727" y="225044"/>
                  </a:lnTo>
                  <a:lnTo>
                    <a:pt x="355727" y="131064"/>
                  </a:lnTo>
                  <a:lnTo>
                    <a:pt x="168656" y="131064"/>
                  </a:lnTo>
                  <a:lnTo>
                    <a:pt x="168656" y="225044"/>
                  </a:lnTo>
                  <a:lnTo>
                    <a:pt x="165709" y="239661"/>
                  </a:lnTo>
                  <a:lnTo>
                    <a:pt x="157683" y="251612"/>
                  </a:lnTo>
                  <a:lnTo>
                    <a:pt x="145770" y="259676"/>
                  </a:lnTo>
                  <a:lnTo>
                    <a:pt x="131191" y="262636"/>
                  </a:lnTo>
                  <a:lnTo>
                    <a:pt x="116674" y="259676"/>
                  </a:lnTo>
                  <a:lnTo>
                    <a:pt x="104800" y="251612"/>
                  </a:lnTo>
                  <a:lnTo>
                    <a:pt x="96786" y="239661"/>
                  </a:lnTo>
                  <a:lnTo>
                    <a:pt x="93853" y="225044"/>
                  </a:lnTo>
                  <a:lnTo>
                    <a:pt x="96786" y="210439"/>
                  </a:lnTo>
                  <a:lnTo>
                    <a:pt x="104800" y="198488"/>
                  </a:lnTo>
                  <a:lnTo>
                    <a:pt x="116674" y="190423"/>
                  </a:lnTo>
                  <a:lnTo>
                    <a:pt x="131191" y="187452"/>
                  </a:lnTo>
                  <a:lnTo>
                    <a:pt x="145770" y="190423"/>
                  </a:lnTo>
                  <a:lnTo>
                    <a:pt x="157683" y="198488"/>
                  </a:lnTo>
                  <a:lnTo>
                    <a:pt x="165709" y="210439"/>
                  </a:lnTo>
                  <a:lnTo>
                    <a:pt x="168656" y="225044"/>
                  </a:lnTo>
                  <a:lnTo>
                    <a:pt x="168656" y="131064"/>
                  </a:lnTo>
                  <a:lnTo>
                    <a:pt x="84455" y="131064"/>
                  </a:lnTo>
                  <a:lnTo>
                    <a:pt x="73533" y="133299"/>
                  </a:lnTo>
                  <a:lnTo>
                    <a:pt x="64604" y="139357"/>
                  </a:lnTo>
                  <a:lnTo>
                    <a:pt x="58585" y="148323"/>
                  </a:lnTo>
                  <a:lnTo>
                    <a:pt x="56388" y="159258"/>
                  </a:lnTo>
                  <a:lnTo>
                    <a:pt x="56388" y="384810"/>
                  </a:lnTo>
                  <a:lnTo>
                    <a:pt x="58585" y="395757"/>
                  </a:lnTo>
                  <a:lnTo>
                    <a:pt x="64604" y="404723"/>
                  </a:lnTo>
                  <a:lnTo>
                    <a:pt x="73533" y="410781"/>
                  </a:lnTo>
                  <a:lnTo>
                    <a:pt x="84455" y="413004"/>
                  </a:lnTo>
                  <a:lnTo>
                    <a:pt x="365125" y="413004"/>
                  </a:lnTo>
                  <a:lnTo>
                    <a:pt x="376047" y="410781"/>
                  </a:lnTo>
                  <a:lnTo>
                    <a:pt x="384962" y="404723"/>
                  </a:lnTo>
                  <a:lnTo>
                    <a:pt x="390982" y="395757"/>
                  </a:lnTo>
                  <a:lnTo>
                    <a:pt x="391287" y="394208"/>
                  </a:lnTo>
                  <a:lnTo>
                    <a:pt x="393192" y="384810"/>
                  </a:lnTo>
                  <a:lnTo>
                    <a:pt x="393192" y="281432"/>
                  </a:lnTo>
                  <a:lnTo>
                    <a:pt x="393192" y="262636"/>
                  </a:lnTo>
                  <a:lnTo>
                    <a:pt x="393192" y="187452"/>
                  </a:lnTo>
                  <a:lnTo>
                    <a:pt x="393192" y="159258"/>
                  </a:lnTo>
                  <a:close/>
                </a:path>
                <a:path w="1697990" h="678179">
                  <a:moveTo>
                    <a:pt x="1475232" y="635508"/>
                  </a:moveTo>
                  <a:lnTo>
                    <a:pt x="1468247" y="636397"/>
                  </a:lnTo>
                  <a:lnTo>
                    <a:pt x="1460881" y="636397"/>
                  </a:lnTo>
                  <a:lnTo>
                    <a:pt x="1453896" y="635508"/>
                  </a:lnTo>
                  <a:lnTo>
                    <a:pt x="1453896" y="641731"/>
                  </a:lnTo>
                  <a:lnTo>
                    <a:pt x="1458722" y="646176"/>
                  </a:lnTo>
                  <a:lnTo>
                    <a:pt x="1470406" y="646176"/>
                  </a:lnTo>
                  <a:lnTo>
                    <a:pt x="1475232" y="641731"/>
                  </a:lnTo>
                  <a:lnTo>
                    <a:pt x="1475232" y="635508"/>
                  </a:lnTo>
                  <a:close/>
                </a:path>
                <a:path w="1697990" h="678179">
                  <a:moveTo>
                    <a:pt x="1522476" y="566166"/>
                  </a:moveTo>
                  <a:lnTo>
                    <a:pt x="1519237" y="550164"/>
                  </a:lnTo>
                  <a:lnTo>
                    <a:pt x="1517853" y="543344"/>
                  </a:lnTo>
                  <a:lnTo>
                    <a:pt x="1511808" y="534377"/>
                  </a:lnTo>
                  <a:lnTo>
                    <a:pt x="1511808" y="560832"/>
                  </a:lnTo>
                  <a:lnTo>
                    <a:pt x="1511808" y="571500"/>
                  </a:lnTo>
                  <a:lnTo>
                    <a:pt x="1501140" y="571500"/>
                  </a:lnTo>
                  <a:lnTo>
                    <a:pt x="1501140" y="560832"/>
                  </a:lnTo>
                  <a:lnTo>
                    <a:pt x="1511808" y="560832"/>
                  </a:lnTo>
                  <a:lnTo>
                    <a:pt x="1511808" y="534377"/>
                  </a:lnTo>
                  <a:lnTo>
                    <a:pt x="1505280" y="524687"/>
                  </a:lnTo>
                  <a:lnTo>
                    <a:pt x="1495602" y="518160"/>
                  </a:lnTo>
                  <a:lnTo>
                    <a:pt x="1486623" y="512114"/>
                  </a:lnTo>
                  <a:lnTo>
                    <a:pt x="1485138" y="511822"/>
                  </a:lnTo>
                  <a:lnTo>
                    <a:pt x="1485138" y="550164"/>
                  </a:lnTo>
                  <a:lnTo>
                    <a:pt x="1474470" y="550164"/>
                  </a:lnTo>
                  <a:lnTo>
                    <a:pt x="1474470" y="544322"/>
                  </a:lnTo>
                  <a:lnTo>
                    <a:pt x="1469644" y="539496"/>
                  </a:lnTo>
                  <a:lnTo>
                    <a:pt x="1457960" y="539496"/>
                  </a:lnTo>
                  <a:lnTo>
                    <a:pt x="1453134" y="544322"/>
                  </a:lnTo>
                  <a:lnTo>
                    <a:pt x="1453134" y="556006"/>
                  </a:lnTo>
                  <a:lnTo>
                    <a:pt x="1457960" y="560832"/>
                  </a:lnTo>
                  <a:lnTo>
                    <a:pt x="1463802" y="560832"/>
                  </a:lnTo>
                  <a:lnTo>
                    <a:pt x="1472107" y="562508"/>
                  </a:lnTo>
                  <a:lnTo>
                    <a:pt x="1478889" y="567080"/>
                  </a:lnTo>
                  <a:lnTo>
                    <a:pt x="1483461" y="573862"/>
                  </a:lnTo>
                  <a:lnTo>
                    <a:pt x="1485138" y="582168"/>
                  </a:lnTo>
                  <a:lnTo>
                    <a:pt x="1483918" y="589229"/>
                  </a:lnTo>
                  <a:lnTo>
                    <a:pt x="1480553" y="595274"/>
                  </a:lnTo>
                  <a:lnTo>
                    <a:pt x="1475486" y="599909"/>
                  </a:lnTo>
                  <a:lnTo>
                    <a:pt x="1469136" y="602742"/>
                  </a:lnTo>
                  <a:lnTo>
                    <a:pt x="1469136" y="614172"/>
                  </a:lnTo>
                  <a:lnTo>
                    <a:pt x="1458468" y="614172"/>
                  </a:lnTo>
                  <a:lnTo>
                    <a:pt x="1458468" y="602742"/>
                  </a:lnTo>
                  <a:lnTo>
                    <a:pt x="1452105" y="599909"/>
                  </a:lnTo>
                  <a:lnTo>
                    <a:pt x="1447038" y="595274"/>
                  </a:lnTo>
                  <a:lnTo>
                    <a:pt x="1443672" y="589229"/>
                  </a:lnTo>
                  <a:lnTo>
                    <a:pt x="1442466" y="582168"/>
                  </a:lnTo>
                  <a:lnTo>
                    <a:pt x="1453134" y="582168"/>
                  </a:lnTo>
                  <a:lnTo>
                    <a:pt x="1453134" y="588010"/>
                  </a:lnTo>
                  <a:lnTo>
                    <a:pt x="1457960" y="592836"/>
                  </a:lnTo>
                  <a:lnTo>
                    <a:pt x="1469644" y="592836"/>
                  </a:lnTo>
                  <a:lnTo>
                    <a:pt x="1474470" y="588010"/>
                  </a:lnTo>
                  <a:lnTo>
                    <a:pt x="1474470" y="582168"/>
                  </a:lnTo>
                  <a:lnTo>
                    <a:pt x="1474470" y="576326"/>
                  </a:lnTo>
                  <a:lnTo>
                    <a:pt x="1469644" y="571500"/>
                  </a:lnTo>
                  <a:lnTo>
                    <a:pt x="1463802" y="571500"/>
                  </a:lnTo>
                  <a:lnTo>
                    <a:pt x="1455483" y="569836"/>
                  </a:lnTo>
                  <a:lnTo>
                    <a:pt x="1448701" y="565264"/>
                  </a:lnTo>
                  <a:lnTo>
                    <a:pt x="1445717" y="560832"/>
                  </a:lnTo>
                  <a:lnTo>
                    <a:pt x="1444129" y="558482"/>
                  </a:lnTo>
                  <a:lnTo>
                    <a:pt x="1442466" y="550164"/>
                  </a:lnTo>
                  <a:lnTo>
                    <a:pt x="1443672" y="543115"/>
                  </a:lnTo>
                  <a:lnTo>
                    <a:pt x="1447038" y="537070"/>
                  </a:lnTo>
                  <a:lnTo>
                    <a:pt x="1452105" y="532434"/>
                  </a:lnTo>
                  <a:lnTo>
                    <a:pt x="1458468" y="529590"/>
                  </a:lnTo>
                  <a:lnTo>
                    <a:pt x="1458468" y="518160"/>
                  </a:lnTo>
                  <a:lnTo>
                    <a:pt x="1469136" y="518160"/>
                  </a:lnTo>
                  <a:lnTo>
                    <a:pt x="1469136" y="529590"/>
                  </a:lnTo>
                  <a:lnTo>
                    <a:pt x="1475486" y="532434"/>
                  </a:lnTo>
                  <a:lnTo>
                    <a:pt x="1480566" y="537070"/>
                  </a:lnTo>
                  <a:lnTo>
                    <a:pt x="1483918" y="543115"/>
                  </a:lnTo>
                  <a:lnTo>
                    <a:pt x="1485138" y="550164"/>
                  </a:lnTo>
                  <a:lnTo>
                    <a:pt x="1485138" y="511822"/>
                  </a:lnTo>
                  <a:lnTo>
                    <a:pt x="1463802" y="507492"/>
                  </a:lnTo>
                  <a:lnTo>
                    <a:pt x="1440967" y="512114"/>
                  </a:lnTo>
                  <a:lnTo>
                    <a:pt x="1426464" y="521893"/>
                  </a:lnTo>
                  <a:lnTo>
                    <a:pt x="1426464" y="560832"/>
                  </a:lnTo>
                  <a:lnTo>
                    <a:pt x="1426464" y="571500"/>
                  </a:lnTo>
                  <a:lnTo>
                    <a:pt x="1415796" y="571500"/>
                  </a:lnTo>
                  <a:lnTo>
                    <a:pt x="1415796" y="560832"/>
                  </a:lnTo>
                  <a:lnTo>
                    <a:pt x="1426464" y="560832"/>
                  </a:lnTo>
                  <a:lnTo>
                    <a:pt x="1426464" y="521893"/>
                  </a:lnTo>
                  <a:lnTo>
                    <a:pt x="1422311" y="524687"/>
                  </a:lnTo>
                  <a:lnTo>
                    <a:pt x="1409738" y="543344"/>
                  </a:lnTo>
                  <a:lnTo>
                    <a:pt x="1405128" y="566166"/>
                  </a:lnTo>
                  <a:lnTo>
                    <a:pt x="1409738" y="589000"/>
                  </a:lnTo>
                  <a:lnTo>
                    <a:pt x="1422311" y="607656"/>
                  </a:lnTo>
                  <a:lnTo>
                    <a:pt x="1440967" y="620229"/>
                  </a:lnTo>
                  <a:lnTo>
                    <a:pt x="1463802" y="624840"/>
                  </a:lnTo>
                  <a:lnTo>
                    <a:pt x="1486623" y="620229"/>
                  </a:lnTo>
                  <a:lnTo>
                    <a:pt x="1495602" y="614172"/>
                  </a:lnTo>
                  <a:lnTo>
                    <a:pt x="1505280" y="607656"/>
                  </a:lnTo>
                  <a:lnTo>
                    <a:pt x="1517853" y="589000"/>
                  </a:lnTo>
                  <a:lnTo>
                    <a:pt x="1521396" y="571500"/>
                  </a:lnTo>
                  <a:lnTo>
                    <a:pt x="1522476" y="566166"/>
                  </a:lnTo>
                  <a:close/>
                </a:path>
                <a:path w="1697990" h="678179">
                  <a:moveTo>
                    <a:pt x="1536192" y="678180"/>
                  </a:moveTo>
                  <a:lnTo>
                    <a:pt x="1512570" y="647446"/>
                  </a:lnTo>
                  <a:lnTo>
                    <a:pt x="1483995" y="641604"/>
                  </a:lnTo>
                  <a:lnTo>
                    <a:pt x="1481328" y="650367"/>
                  </a:lnTo>
                  <a:lnTo>
                    <a:pt x="1473327" y="656717"/>
                  </a:lnTo>
                  <a:lnTo>
                    <a:pt x="1454277" y="656717"/>
                  </a:lnTo>
                  <a:lnTo>
                    <a:pt x="1446276" y="650367"/>
                  </a:lnTo>
                  <a:lnTo>
                    <a:pt x="1443609" y="641604"/>
                  </a:lnTo>
                  <a:lnTo>
                    <a:pt x="1415034" y="647446"/>
                  </a:lnTo>
                  <a:lnTo>
                    <a:pt x="1391412" y="678180"/>
                  </a:lnTo>
                  <a:lnTo>
                    <a:pt x="1417320" y="678180"/>
                  </a:lnTo>
                  <a:lnTo>
                    <a:pt x="1421638" y="660781"/>
                  </a:lnTo>
                  <a:lnTo>
                    <a:pt x="1431925" y="663321"/>
                  </a:lnTo>
                  <a:lnTo>
                    <a:pt x="1428242" y="678180"/>
                  </a:lnTo>
                  <a:lnTo>
                    <a:pt x="1499362" y="678180"/>
                  </a:lnTo>
                  <a:lnTo>
                    <a:pt x="1495679" y="663321"/>
                  </a:lnTo>
                  <a:lnTo>
                    <a:pt x="1505966" y="660781"/>
                  </a:lnTo>
                  <a:lnTo>
                    <a:pt x="1510284" y="678180"/>
                  </a:lnTo>
                  <a:lnTo>
                    <a:pt x="1536192" y="678180"/>
                  </a:lnTo>
                  <a:close/>
                </a:path>
                <a:path w="1697990" h="678179">
                  <a:moveTo>
                    <a:pt x="1569720" y="436753"/>
                  </a:moveTo>
                  <a:lnTo>
                    <a:pt x="1567307" y="434340"/>
                  </a:lnTo>
                  <a:lnTo>
                    <a:pt x="1561465" y="434340"/>
                  </a:lnTo>
                  <a:lnTo>
                    <a:pt x="1559052" y="436753"/>
                  </a:lnTo>
                  <a:lnTo>
                    <a:pt x="1559052" y="442595"/>
                  </a:lnTo>
                  <a:lnTo>
                    <a:pt x="1561465" y="445008"/>
                  </a:lnTo>
                  <a:lnTo>
                    <a:pt x="1567307" y="445008"/>
                  </a:lnTo>
                  <a:lnTo>
                    <a:pt x="1569720" y="442595"/>
                  </a:lnTo>
                  <a:lnTo>
                    <a:pt x="1569720" y="436753"/>
                  </a:lnTo>
                  <a:close/>
                </a:path>
                <a:path w="1697990" h="678179">
                  <a:moveTo>
                    <a:pt x="1580388" y="507492"/>
                  </a:moveTo>
                  <a:lnTo>
                    <a:pt x="1569720" y="507492"/>
                  </a:lnTo>
                  <a:lnTo>
                    <a:pt x="1569720" y="560832"/>
                  </a:lnTo>
                  <a:lnTo>
                    <a:pt x="1580388" y="560832"/>
                  </a:lnTo>
                  <a:lnTo>
                    <a:pt x="1580388" y="507492"/>
                  </a:lnTo>
                  <a:close/>
                </a:path>
                <a:path w="1697990" h="678179">
                  <a:moveTo>
                    <a:pt x="1601724" y="404749"/>
                  </a:moveTo>
                  <a:lnTo>
                    <a:pt x="1599311" y="402336"/>
                  </a:lnTo>
                  <a:lnTo>
                    <a:pt x="1593469" y="402336"/>
                  </a:lnTo>
                  <a:lnTo>
                    <a:pt x="1591056" y="404749"/>
                  </a:lnTo>
                  <a:lnTo>
                    <a:pt x="1591056" y="410591"/>
                  </a:lnTo>
                  <a:lnTo>
                    <a:pt x="1593469" y="413004"/>
                  </a:lnTo>
                  <a:lnTo>
                    <a:pt x="1599311" y="413004"/>
                  </a:lnTo>
                  <a:lnTo>
                    <a:pt x="1601724" y="410591"/>
                  </a:lnTo>
                  <a:lnTo>
                    <a:pt x="1601724" y="404749"/>
                  </a:lnTo>
                  <a:close/>
                </a:path>
                <a:path w="1697990" h="678179">
                  <a:moveTo>
                    <a:pt x="1623060" y="487680"/>
                  </a:moveTo>
                  <a:lnTo>
                    <a:pt x="1612392" y="487680"/>
                  </a:lnTo>
                  <a:lnTo>
                    <a:pt x="1612392" y="560832"/>
                  </a:lnTo>
                  <a:lnTo>
                    <a:pt x="1623060" y="560832"/>
                  </a:lnTo>
                  <a:lnTo>
                    <a:pt x="1623060" y="487680"/>
                  </a:lnTo>
                  <a:close/>
                </a:path>
                <a:path w="1697990" h="678179">
                  <a:moveTo>
                    <a:pt x="1633728" y="426085"/>
                  </a:moveTo>
                  <a:lnTo>
                    <a:pt x="1631315" y="423672"/>
                  </a:lnTo>
                  <a:lnTo>
                    <a:pt x="1625473" y="423672"/>
                  </a:lnTo>
                  <a:lnTo>
                    <a:pt x="1623060" y="426085"/>
                  </a:lnTo>
                  <a:lnTo>
                    <a:pt x="1623060" y="431927"/>
                  </a:lnTo>
                  <a:lnTo>
                    <a:pt x="1625473" y="434340"/>
                  </a:lnTo>
                  <a:lnTo>
                    <a:pt x="1631315" y="434340"/>
                  </a:lnTo>
                  <a:lnTo>
                    <a:pt x="1633728" y="431927"/>
                  </a:lnTo>
                  <a:lnTo>
                    <a:pt x="1633728" y="426085"/>
                  </a:lnTo>
                  <a:close/>
                </a:path>
                <a:path w="1697990" h="678179">
                  <a:moveTo>
                    <a:pt x="1665732" y="466344"/>
                  </a:moveTo>
                  <a:lnTo>
                    <a:pt x="1655064" y="466344"/>
                  </a:lnTo>
                  <a:lnTo>
                    <a:pt x="1655064" y="560832"/>
                  </a:lnTo>
                  <a:lnTo>
                    <a:pt x="1665732" y="560832"/>
                  </a:lnTo>
                  <a:lnTo>
                    <a:pt x="1665732" y="466344"/>
                  </a:lnTo>
                  <a:close/>
                </a:path>
                <a:path w="1697990" h="678179">
                  <a:moveTo>
                    <a:pt x="1676400" y="394081"/>
                  </a:moveTo>
                  <a:lnTo>
                    <a:pt x="1673987" y="391668"/>
                  </a:lnTo>
                  <a:lnTo>
                    <a:pt x="1668145" y="391668"/>
                  </a:lnTo>
                  <a:lnTo>
                    <a:pt x="1665732" y="394081"/>
                  </a:lnTo>
                  <a:lnTo>
                    <a:pt x="1665732" y="399923"/>
                  </a:lnTo>
                  <a:lnTo>
                    <a:pt x="1668145" y="402336"/>
                  </a:lnTo>
                  <a:lnTo>
                    <a:pt x="1673987" y="402336"/>
                  </a:lnTo>
                  <a:lnTo>
                    <a:pt x="1676400" y="399923"/>
                  </a:lnTo>
                  <a:lnTo>
                    <a:pt x="1676400" y="394081"/>
                  </a:lnTo>
                  <a:close/>
                </a:path>
                <a:path w="1697990" h="678179">
                  <a:moveTo>
                    <a:pt x="1697736" y="377444"/>
                  </a:moveTo>
                  <a:lnTo>
                    <a:pt x="1690624" y="370332"/>
                  </a:lnTo>
                  <a:lnTo>
                    <a:pt x="1687068" y="370332"/>
                  </a:lnTo>
                  <a:lnTo>
                    <a:pt x="1687068" y="388112"/>
                  </a:lnTo>
                  <a:lnTo>
                    <a:pt x="1687068" y="405511"/>
                  </a:lnTo>
                  <a:lnTo>
                    <a:pt x="1687068" y="560959"/>
                  </a:lnTo>
                  <a:lnTo>
                    <a:pt x="1687068" y="571627"/>
                  </a:lnTo>
                  <a:lnTo>
                    <a:pt x="1549273" y="571627"/>
                  </a:lnTo>
                  <a:lnTo>
                    <a:pt x="1549273" y="560959"/>
                  </a:lnTo>
                  <a:lnTo>
                    <a:pt x="1559814" y="560959"/>
                  </a:lnTo>
                  <a:lnTo>
                    <a:pt x="1559814" y="497459"/>
                  </a:lnTo>
                  <a:lnTo>
                    <a:pt x="1591691" y="497459"/>
                  </a:lnTo>
                  <a:lnTo>
                    <a:pt x="1591691" y="560959"/>
                  </a:lnTo>
                  <a:lnTo>
                    <a:pt x="1602232" y="560959"/>
                  </a:lnTo>
                  <a:lnTo>
                    <a:pt x="1602232" y="497459"/>
                  </a:lnTo>
                  <a:lnTo>
                    <a:pt x="1602232" y="476250"/>
                  </a:lnTo>
                  <a:lnTo>
                    <a:pt x="1634109" y="476250"/>
                  </a:lnTo>
                  <a:lnTo>
                    <a:pt x="1634109" y="560959"/>
                  </a:lnTo>
                  <a:lnTo>
                    <a:pt x="1644650" y="560959"/>
                  </a:lnTo>
                  <a:lnTo>
                    <a:pt x="1644650" y="476250"/>
                  </a:lnTo>
                  <a:lnTo>
                    <a:pt x="1644650" y="455041"/>
                  </a:lnTo>
                  <a:lnTo>
                    <a:pt x="1676527" y="455041"/>
                  </a:lnTo>
                  <a:lnTo>
                    <a:pt x="1676527" y="560959"/>
                  </a:lnTo>
                  <a:lnTo>
                    <a:pt x="1687068" y="560959"/>
                  </a:lnTo>
                  <a:lnTo>
                    <a:pt x="1687068" y="405511"/>
                  </a:lnTo>
                  <a:lnTo>
                    <a:pt x="1679956" y="412750"/>
                  </a:lnTo>
                  <a:lnTo>
                    <a:pt x="1668018" y="412750"/>
                  </a:lnTo>
                  <a:lnTo>
                    <a:pt x="1664970" y="411734"/>
                  </a:lnTo>
                  <a:lnTo>
                    <a:pt x="1662430" y="410083"/>
                  </a:lnTo>
                  <a:lnTo>
                    <a:pt x="1643888" y="423926"/>
                  </a:lnTo>
                  <a:lnTo>
                    <a:pt x="1644396" y="425323"/>
                  </a:lnTo>
                  <a:lnTo>
                    <a:pt x="1644650" y="426974"/>
                  </a:lnTo>
                  <a:lnTo>
                    <a:pt x="1644650" y="437388"/>
                  </a:lnTo>
                  <a:lnTo>
                    <a:pt x="1637538" y="444500"/>
                  </a:lnTo>
                  <a:lnTo>
                    <a:pt x="1620012" y="444500"/>
                  </a:lnTo>
                  <a:lnTo>
                    <a:pt x="1612900" y="437388"/>
                  </a:lnTo>
                  <a:lnTo>
                    <a:pt x="1612950" y="426974"/>
                  </a:lnTo>
                  <a:lnTo>
                    <a:pt x="1613408" y="424688"/>
                  </a:lnTo>
                  <a:lnTo>
                    <a:pt x="1611261" y="423291"/>
                  </a:lnTo>
                  <a:lnTo>
                    <a:pt x="1606423" y="420116"/>
                  </a:lnTo>
                  <a:lnTo>
                    <a:pt x="1603883" y="422021"/>
                  </a:lnTo>
                  <a:lnTo>
                    <a:pt x="1600581" y="423291"/>
                  </a:lnTo>
                  <a:lnTo>
                    <a:pt x="1594485" y="423291"/>
                  </a:lnTo>
                  <a:lnTo>
                    <a:pt x="1592199" y="422656"/>
                  </a:lnTo>
                  <a:lnTo>
                    <a:pt x="1590167" y="421640"/>
                  </a:lnTo>
                  <a:lnTo>
                    <a:pt x="1579499" y="432308"/>
                  </a:lnTo>
                  <a:lnTo>
                    <a:pt x="1580515" y="434467"/>
                  </a:lnTo>
                  <a:lnTo>
                    <a:pt x="1581023" y="436753"/>
                  </a:lnTo>
                  <a:lnTo>
                    <a:pt x="1581023" y="447929"/>
                  </a:lnTo>
                  <a:lnTo>
                    <a:pt x="1573911" y="455041"/>
                  </a:lnTo>
                  <a:lnTo>
                    <a:pt x="1556385" y="455041"/>
                  </a:lnTo>
                  <a:lnTo>
                    <a:pt x="1549273" y="447929"/>
                  </a:lnTo>
                  <a:lnTo>
                    <a:pt x="1549273" y="444500"/>
                  </a:lnTo>
                  <a:lnTo>
                    <a:pt x="1549273" y="433832"/>
                  </a:lnTo>
                  <a:lnTo>
                    <a:pt x="1549273" y="430403"/>
                  </a:lnTo>
                  <a:lnTo>
                    <a:pt x="1556385" y="423291"/>
                  </a:lnTo>
                  <a:lnTo>
                    <a:pt x="1567688" y="423291"/>
                  </a:lnTo>
                  <a:lnTo>
                    <a:pt x="1569974" y="423926"/>
                  </a:lnTo>
                  <a:lnTo>
                    <a:pt x="1572006" y="424942"/>
                  </a:lnTo>
                  <a:lnTo>
                    <a:pt x="1573657" y="423291"/>
                  </a:lnTo>
                  <a:lnTo>
                    <a:pt x="1582674" y="414274"/>
                  </a:lnTo>
                  <a:lnTo>
                    <a:pt x="1581950" y="412750"/>
                  </a:lnTo>
                  <a:lnTo>
                    <a:pt x="1581658" y="412115"/>
                  </a:lnTo>
                  <a:lnTo>
                    <a:pt x="1581086" y="410083"/>
                  </a:lnTo>
                  <a:lnTo>
                    <a:pt x="1581023" y="402082"/>
                  </a:lnTo>
                  <a:lnTo>
                    <a:pt x="1581023" y="398653"/>
                  </a:lnTo>
                  <a:lnTo>
                    <a:pt x="1588262" y="391541"/>
                  </a:lnTo>
                  <a:lnTo>
                    <a:pt x="1605788" y="391541"/>
                  </a:lnTo>
                  <a:lnTo>
                    <a:pt x="1612900" y="398653"/>
                  </a:lnTo>
                  <a:lnTo>
                    <a:pt x="1612900" y="408686"/>
                  </a:lnTo>
                  <a:lnTo>
                    <a:pt x="1612646" y="410083"/>
                  </a:lnTo>
                  <a:lnTo>
                    <a:pt x="1612392" y="411226"/>
                  </a:lnTo>
                  <a:lnTo>
                    <a:pt x="1619377" y="415925"/>
                  </a:lnTo>
                  <a:lnTo>
                    <a:pt x="1621917" y="413893"/>
                  </a:lnTo>
                  <a:lnTo>
                    <a:pt x="1625219" y="412750"/>
                  </a:lnTo>
                  <a:lnTo>
                    <a:pt x="1632077" y="412750"/>
                  </a:lnTo>
                  <a:lnTo>
                    <a:pt x="1635125" y="413639"/>
                  </a:lnTo>
                  <a:lnTo>
                    <a:pt x="1637665" y="415417"/>
                  </a:lnTo>
                  <a:lnTo>
                    <a:pt x="1641170" y="412750"/>
                  </a:lnTo>
                  <a:lnTo>
                    <a:pt x="1656080" y="401447"/>
                  </a:lnTo>
                  <a:lnTo>
                    <a:pt x="1655699" y="400050"/>
                  </a:lnTo>
                  <a:lnTo>
                    <a:pt x="1655368" y="398653"/>
                  </a:lnTo>
                  <a:lnTo>
                    <a:pt x="1655318" y="388112"/>
                  </a:lnTo>
                  <a:lnTo>
                    <a:pt x="1662430" y="380873"/>
                  </a:lnTo>
                  <a:lnTo>
                    <a:pt x="1679956" y="380873"/>
                  </a:lnTo>
                  <a:lnTo>
                    <a:pt x="1687068" y="388112"/>
                  </a:lnTo>
                  <a:lnTo>
                    <a:pt x="1687068" y="370332"/>
                  </a:lnTo>
                  <a:lnTo>
                    <a:pt x="1522730" y="370332"/>
                  </a:lnTo>
                  <a:lnTo>
                    <a:pt x="1522730" y="380873"/>
                  </a:lnTo>
                  <a:lnTo>
                    <a:pt x="1522730" y="391541"/>
                  </a:lnTo>
                  <a:lnTo>
                    <a:pt x="1522730" y="455041"/>
                  </a:lnTo>
                  <a:lnTo>
                    <a:pt x="1474978" y="455041"/>
                  </a:lnTo>
                  <a:lnTo>
                    <a:pt x="1474978" y="444500"/>
                  </a:lnTo>
                  <a:lnTo>
                    <a:pt x="1522730" y="444500"/>
                  </a:lnTo>
                  <a:lnTo>
                    <a:pt x="1522730" y="433832"/>
                  </a:lnTo>
                  <a:lnTo>
                    <a:pt x="1474978" y="433832"/>
                  </a:lnTo>
                  <a:lnTo>
                    <a:pt x="1474978" y="423291"/>
                  </a:lnTo>
                  <a:lnTo>
                    <a:pt x="1522730" y="423291"/>
                  </a:lnTo>
                  <a:lnTo>
                    <a:pt x="1522730" y="412750"/>
                  </a:lnTo>
                  <a:lnTo>
                    <a:pt x="1474978" y="412750"/>
                  </a:lnTo>
                  <a:lnTo>
                    <a:pt x="1474978" y="402082"/>
                  </a:lnTo>
                  <a:lnTo>
                    <a:pt x="1522730" y="402082"/>
                  </a:lnTo>
                  <a:lnTo>
                    <a:pt x="1522730" y="391541"/>
                  </a:lnTo>
                  <a:lnTo>
                    <a:pt x="1474978" y="391541"/>
                  </a:lnTo>
                  <a:lnTo>
                    <a:pt x="1474978" y="380873"/>
                  </a:lnTo>
                  <a:lnTo>
                    <a:pt x="1522730" y="380873"/>
                  </a:lnTo>
                  <a:lnTo>
                    <a:pt x="1522730" y="370332"/>
                  </a:lnTo>
                  <a:lnTo>
                    <a:pt x="1464437" y="370332"/>
                  </a:lnTo>
                  <a:lnTo>
                    <a:pt x="1464437" y="380873"/>
                  </a:lnTo>
                  <a:lnTo>
                    <a:pt x="1464437" y="391541"/>
                  </a:lnTo>
                  <a:lnTo>
                    <a:pt x="1464437" y="455041"/>
                  </a:lnTo>
                  <a:lnTo>
                    <a:pt x="1453769" y="455041"/>
                  </a:lnTo>
                  <a:lnTo>
                    <a:pt x="1453769" y="444500"/>
                  </a:lnTo>
                  <a:lnTo>
                    <a:pt x="1464437" y="444500"/>
                  </a:lnTo>
                  <a:lnTo>
                    <a:pt x="1464437" y="433832"/>
                  </a:lnTo>
                  <a:lnTo>
                    <a:pt x="1453769" y="433832"/>
                  </a:lnTo>
                  <a:lnTo>
                    <a:pt x="1453769" y="423291"/>
                  </a:lnTo>
                  <a:lnTo>
                    <a:pt x="1464437" y="423291"/>
                  </a:lnTo>
                  <a:lnTo>
                    <a:pt x="1464437" y="412750"/>
                  </a:lnTo>
                  <a:lnTo>
                    <a:pt x="1453769" y="412750"/>
                  </a:lnTo>
                  <a:lnTo>
                    <a:pt x="1453769" y="402082"/>
                  </a:lnTo>
                  <a:lnTo>
                    <a:pt x="1464437" y="402082"/>
                  </a:lnTo>
                  <a:lnTo>
                    <a:pt x="1464437" y="391541"/>
                  </a:lnTo>
                  <a:lnTo>
                    <a:pt x="1453769" y="391541"/>
                  </a:lnTo>
                  <a:lnTo>
                    <a:pt x="1453769" y="380873"/>
                  </a:lnTo>
                  <a:lnTo>
                    <a:pt x="1464437" y="380873"/>
                  </a:lnTo>
                  <a:lnTo>
                    <a:pt x="1464437" y="370332"/>
                  </a:lnTo>
                  <a:lnTo>
                    <a:pt x="1450340" y="370332"/>
                  </a:lnTo>
                  <a:lnTo>
                    <a:pt x="1443228" y="377444"/>
                  </a:lnTo>
                  <a:lnTo>
                    <a:pt x="1443228" y="500761"/>
                  </a:lnTo>
                  <a:lnTo>
                    <a:pt x="1449959" y="498602"/>
                  </a:lnTo>
                  <a:lnTo>
                    <a:pt x="1457071" y="497459"/>
                  </a:lnTo>
                  <a:lnTo>
                    <a:pt x="1464437" y="497459"/>
                  </a:lnTo>
                  <a:lnTo>
                    <a:pt x="1491221" y="502881"/>
                  </a:lnTo>
                  <a:lnTo>
                    <a:pt x="1513154" y="517639"/>
                  </a:lnTo>
                  <a:lnTo>
                    <a:pt x="1527962" y="539521"/>
                  </a:lnTo>
                  <a:lnTo>
                    <a:pt x="1533398" y="566293"/>
                  </a:lnTo>
                  <a:lnTo>
                    <a:pt x="1533398" y="571754"/>
                  </a:lnTo>
                  <a:lnTo>
                    <a:pt x="1532636" y="577088"/>
                  </a:lnTo>
                  <a:lnTo>
                    <a:pt x="1531493" y="582168"/>
                  </a:lnTo>
                  <a:lnTo>
                    <a:pt x="1690624" y="582168"/>
                  </a:lnTo>
                  <a:lnTo>
                    <a:pt x="1697736" y="575056"/>
                  </a:lnTo>
                  <a:lnTo>
                    <a:pt x="1697736" y="571627"/>
                  </a:lnTo>
                  <a:lnTo>
                    <a:pt x="1697736" y="444500"/>
                  </a:lnTo>
                  <a:lnTo>
                    <a:pt x="1697736" y="412750"/>
                  </a:lnTo>
                  <a:lnTo>
                    <a:pt x="1697736" y="380873"/>
                  </a:lnTo>
                  <a:lnTo>
                    <a:pt x="1697736" y="377444"/>
                  </a:lnTo>
                  <a:close/>
                </a:path>
              </a:pathLst>
            </a:custGeom>
            <a:solidFill>
              <a:srgbClr val="FFFFFF"/>
            </a:solidFill>
          </p:spPr>
          <p:txBody>
            <a:bodyPr wrap="square" lIns="0" tIns="0" rIns="0" bIns="0" rtlCol="0"/>
            <a:lstStyle/>
            <a:p>
              <a:endParaRPr/>
            </a:p>
          </p:txBody>
        </p:sp>
        <p:sp>
          <p:nvSpPr>
            <p:cNvPr id="83" name="object 83"/>
            <p:cNvSpPr/>
            <p:nvPr/>
          </p:nvSpPr>
          <p:spPr>
            <a:xfrm>
              <a:off x="597408" y="1309116"/>
              <a:ext cx="1462278" cy="1460753"/>
            </a:xfrm>
            <a:prstGeom prst="rect">
              <a:avLst/>
            </a:prstGeom>
            <a:blipFill>
              <a:blip r:embed="rId24" cstate="print"/>
              <a:stretch>
                <a:fillRect/>
              </a:stretch>
            </a:blipFill>
          </p:spPr>
          <p:txBody>
            <a:bodyPr wrap="square" lIns="0" tIns="0" rIns="0" bIns="0" rtlCol="0"/>
            <a:lstStyle/>
            <a:p>
              <a:endParaRPr/>
            </a:p>
          </p:txBody>
        </p:sp>
        <p:sp>
          <p:nvSpPr>
            <p:cNvPr id="84" name="object 84"/>
            <p:cNvSpPr/>
            <p:nvPr/>
          </p:nvSpPr>
          <p:spPr>
            <a:xfrm>
              <a:off x="417803" y="1127988"/>
              <a:ext cx="1797457" cy="1826819"/>
            </a:xfrm>
            <a:prstGeom prst="rect">
              <a:avLst/>
            </a:prstGeom>
            <a:blipFill>
              <a:blip r:embed="rId25" cstate="print"/>
              <a:stretch>
                <a:fillRect/>
              </a:stretch>
            </a:blipFill>
          </p:spPr>
          <p:txBody>
            <a:bodyPr wrap="square" lIns="0" tIns="0" rIns="0" bIns="0" rtlCol="0"/>
            <a:lstStyle/>
            <a:p>
              <a:endParaRPr/>
            </a:p>
          </p:txBody>
        </p:sp>
      </p:grpSp>
      <p:sp>
        <p:nvSpPr>
          <p:cNvPr id="86" name="object 86"/>
          <p:cNvSpPr txBox="1">
            <a:spLocks noGrp="1"/>
          </p:cNvSpPr>
          <p:nvPr>
            <p:ph type="sldNum" sz="quarter" idx="7"/>
          </p:nvPr>
        </p:nvSpPr>
        <p:spPr>
          <a:prstGeom prst="rect">
            <a:avLst/>
          </a:prstGeom>
        </p:spPr>
        <p:txBody>
          <a:bodyPr vert="horz" wrap="square" lIns="0" tIns="3175" rIns="0" bIns="0" rtlCol="0">
            <a:spAutoFit/>
          </a:bodyPr>
          <a:lstStyle/>
          <a:p>
            <a:pPr marL="38100">
              <a:lnSpc>
                <a:spcPct val="100000"/>
              </a:lnSpc>
              <a:spcBef>
                <a:spcPts val="25"/>
              </a:spcBef>
            </a:pPr>
            <a:fld id="{81D60167-4931-47E6-BA6A-407CBD079E47}" type="slidenum">
              <a:rPr dirty="0"/>
              <a:pPr marL="38100">
                <a:lnSpc>
                  <a:spcPct val="100000"/>
                </a:lnSpc>
                <a:spcBef>
                  <a:spcPts val="25"/>
                </a:spcBef>
              </a:pPr>
              <a:t>9</a:t>
            </a:fld>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A88EEA-9F93-52A8-D73F-1D44D2D638E6}"/>
              </a:ext>
            </a:extLst>
          </p:cNvPr>
          <p:cNvSpPr>
            <a:spLocks noGrp="1"/>
          </p:cNvSpPr>
          <p:nvPr>
            <p:ph type="title"/>
          </p:nvPr>
        </p:nvSpPr>
        <p:spPr>
          <a:xfrm>
            <a:off x="304800" y="372191"/>
            <a:ext cx="11375390" cy="923210"/>
          </a:xfrm>
        </p:spPr>
        <p:txBody>
          <a:bodyPr/>
          <a:lstStyle/>
          <a:p>
            <a:r>
              <a:rPr lang="en-IN" dirty="0"/>
              <a:t>Type of Machine Learning</a:t>
            </a:r>
          </a:p>
        </p:txBody>
      </p:sp>
      <p:pic>
        <p:nvPicPr>
          <p:cNvPr id="1026" name="Picture 2" descr="The main types of machine learning. Main approaches include... | Download  Scientific Diagram">
            <a:extLst>
              <a:ext uri="{FF2B5EF4-FFF2-40B4-BE49-F238E27FC236}">
                <a16:creationId xmlns:a16="http://schemas.microsoft.com/office/drawing/2014/main" id="{8C04124A-7300-E643-AE23-B53ABB1359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247774"/>
            <a:ext cx="10668000" cy="53054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73936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86503"/>
            <a:ext cx="10781894" cy="1341373"/>
          </a:xfrm>
        </p:spPr>
        <p:txBody>
          <a:bodyPr>
            <a:normAutofit fontScale="90000"/>
          </a:bodyPr>
          <a:lstStyle/>
          <a:p>
            <a:r>
              <a:rPr lang="en-GB" dirty="0"/>
              <a:t>Examples of ML frameworks and algorithms</a:t>
            </a:r>
          </a:p>
        </p:txBody>
      </p:sp>
      <p:sp>
        <p:nvSpPr>
          <p:cNvPr id="3" name="Content Placeholder 2"/>
          <p:cNvSpPr>
            <a:spLocks noGrp="1"/>
          </p:cNvSpPr>
          <p:nvPr>
            <p:ph idx="1"/>
          </p:nvPr>
        </p:nvSpPr>
        <p:spPr>
          <a:xfrm>
            <a:off x="228600" y="1524000"/>
            <a:ext cx="11375390" cy="1661993"/>
          </a:xfrm>
        </p:spPr>
        <p:txBody>
          <a:bodyPr/>
          <a:lstStyle/>
          <a:p>
            <a:r>
              <a:rPr lang="en-GB" dirty="0">
                <a:solidFill>
                  <a:schemeClr val="bg1"/>
                </a:solidFill>
              </a:rPr>
              <a:t>SCI-kit learn</a:t>
            </a:r>
          </a:p>
          <a:p>
            <a:pPr lvl="1"/>
            <a:r>
              <a:rPr lang="en-GB" dirty="0">
                <a:solidFill>
                  <a:schemeClr val="bg1"/>
                </a:solidFill>
              </a:rPr>
              <a:t>Python library</a:t>
            </a:r>
          </a:p>
          <a:p>
            <a:pPr lvl="1"/>
            <a:r>
              <a:rPr lang="en-GB" dirty="0">
                <a:solidFill>
                  <a:schemeClr val="bg1"/>
                </a:solidFill>
              </a:rPr>
              <a:t>Implementation of the most useful algorithms</a:t>
            </a:r>
          </a:p>
          <a:p>
            <a:pPr lvl="1"/>
            <a:r>
              <a:rPr lang="en-GB" dirty="0">
                <a:solidFill>
                  <a:schemeClr val="bg1"/>
                </a:solidFill>
              </a:rPr>
              <a:t>Naïve Bayes, SVM, Random forests, decision trees…</a:t>
            </a:r>
          </a:p>
          <a:p>
            <a:r>
              <a:rPr lang="en-GB" dirty="0" err="1">
                <a:solidFill>
                  <a:schemeClr val="bg1"/>
                </a:solidFill>
              </a:rPr>
              <a:t>Keras</a:t>
            </a:r>
            <a:endParaRPr lang="en-GB" dirty="0">
              <a:solidFill>
                <a:schemeClr val="bg1"/>
              </a:solidFill>
            </a:endParaRPr>
          </a:p>
          <a:p>
            <a:pPr lvl="1"/>
            <a:r>
              <a:rPr lang="en-GB" dirty="0">
                <a:solidFill>
                  <a:schemeClr val="bg1"/>
                </a:solidFill>
              </a:rPr>
              <a:t>Python library implementing about everything related to neural networks</a:t>
            </a:r>
          </a:p>
        </p:txBody>
      </p:sp>
    </p:spTree>
    <p:extLst>
      <p:ext uri="{BB962C8B-B14F-4D97-AF65-F5344CB8AC3E}">
        <p14:creationId xmlns:p14="http://schemas.microsoft.com/office/powerpoint/2010/main" val="18481653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5574791" y="711708"/>
            <a:ext cx="104139" cy="105410"/>
          </a:xfrm>
          <a:custGeom>
            <a:avLst/>
            <a:gdLst/>
            <a:ahLst/>
            <a:cxnLst/>
            <a:rect l="l" t="t" r="r" b="b"/>
            <a:pathLst>
              <a:path w="104139" h="105409">
                <a:moveTo>
                  <a:pt x="103632" y="0"/>
                </a:moveTo>
                <a:lnTo>
                  <a:pt x="0" y="0"/>
                </a:lnTo>
                <a:lnTo>
                  <a:pt x="0" y="105155"/>
                </a:lnTo>
                <a:lnTo>
                  <a:pt x="103632" y="105155"/>
                </a:lnTo>
                <a:lnTo>
                  <a:pt x="103632" y="0"/>
                </a:lnTo>
                <a:close/>
              </a:path>
            </a:pathLst>
          </a:custGeom>
          <a:solidFill>
            <a:srgbClr val="FFFFFF">
              <a:alpha val="1960"/>
            </a:srgbClr>
          </a:solidFill>
        </p:spPr>
        <p:txBody>
          <a:bodyPr wrap="square" lIns="0" tIns="0" rIns="0" bIns="0" rtlCol="0"/>
          <a:lstStyle/>
          <a:p>
            <a:endParaRPr/>
          </a:p>
        </p:txBody>
      </p:sp>
      <p:sp>
        <p:nvSpPr>
          <p:cNvPr id="3" name="object 3"/>
          <p:cNvSpPr/>
          <p:nvPr/>
        </p:nvSpPr>
        <p:spPr>
          <a:xfrm>
            <a:off x="7292340" y="688848"/>
            <a:ext cx="82550" cy="76200"/>
          </a:xfrm>
          <a:custGeom>
            <a:avLst/>
            <a:gdLst/>
            <a:ahLst/>
            <a:cxnLst/>
            <a:rect l="l" t="t" r="r" b="b"/>
            <a:pathLst>
              <a:path w="82550" h="76200">
                <a:moveTo>
                  <a:pt x="82296" y="0"/>
                </a:moveTo>
                <a:lnTo>
                  <a:pt x="0" y="0"/>
                </a:lnTo>
                <a:lnTo>
                  <a:pt x="0" y="76200"/>
                </a:lnTo>
                <a:lnTo>
                  <a:pt x="82296" y="76200"/>
                </a:lnTo>
                <a:lnTo>
                  <a:pt x="82296" y="0"/>
                </a:lnTo>
                <a:close/>
              </a:path>
            </a:pathLst>
          </a:custGeom>
          <a:solidFill>
            <a:srgbClr val="FFFFFF">
              <a:alpha val="1960"/>
            </a:srgbClr>
          </a:solidFill>
        </p:spPr>
        <p:txBody>
          <a:bodyPr wrap="square" lIns="0" tIns="0" rIns="0" bIns="0" rtlCol="0"/>
          <a:lstStyle/>
          <a:p>
            <a:endParaRPr/>
          </a:p>
        </p:txBody>
      </p:sp>
      <p:sp>
        <p:nvSpPr>
          <p:cNvPr id="4" name="object 4"/>
          <p:cNvSpPr/>
          <p:nvPr/>
        </p:nvSpPr>
        <p:spPr>
          <a:xfrm>
            <a:off x="8397240" y="263651"/>
            <a:ext cx="205740" cy="205740"/>
          </a:xfrm>
          <a:custGeom>
            <a:avLst/>
            <a:gdLst/>
            <a:ahLst/>
            <a:cxnLst/>
            <a:rect l="l" t="t" r="r" b="b"/>
            <a:pathLst>
              <a:path w="205740" h="205740">
                <a:moveTo>
                  <a:pt x="205740" y="0"/>
                </a:moveTo>
                <a:lnTo>
                  <a:pt x="0" y="0"/>
                </a:lnTo>
                <a:lnTo>
                  <a:pt x="0" y="205740"/>
                </a:lnTo>
                <a:lnTo>
                  <a:pt x="205740" y="205740"/>
                </a:lnTo>
                <a:lnTo>
                  <a:pt x="205740" y="0"/>
                </a:lnTo>
                <a:close/>
              </a:path>
            </a:pathLst>
          </a:custGeom>
          <a:solidFill>
            <a:srgbClr val="FFFFFF">
              <a:alpha val="1960"/>
            </a:srgbClr>
          </a:solidFill>
        </p:spPr>
        <p:txBody>
          <a:bodyPr wrap="square" lIns="0" tIns="0" rIns="0" bIns="0" rtlCol="0"/>
          <a:lstStyle/>
          <a:p>
            <a:endParaRPr/>
          </a:p>
        </p:txBody>
      </p:sp>
      <p:sp>
        <p:nvSpPr>
          <p:cNvPr id="5" name="object 5"/>
          <p:cNvSpPr/>
          <p:nvPr/>
        </p:nvSpPr>
        <p:spPr>
          <a:xfrm>
            <a:off x="8388095" y="1510283"/>
            <a:ext cx="58419" cy="56515"/>
          </a:xfrm>
          <a:custGeom>
            <a:avLst/>
            <a:gdLst/>
            <a:ahLst/>
            <a:cxnLst/>
            <a:rect l="l" t="t" r="r" b="b"/>
            <a:pathLst>
              <a:path w="58420" h="56515">
                <a:moveTo>
                  <a:pt x="57911" y="0"/>
                </a:moveTo>
                <a:lnTo>
                  <a:pt x="0" y="0"/>
                </a:lnTo>
                <a:lnTo>
                  <a:pt x="0" y="56387"/>
                </a:lnTo>
                <a:lnTo>
                  <a:pt x="57911" y="56387"/>
                </a:lnTo>
                <a:lnTo>
                  <a:pt x="57911" y="0"/>
                </a:lnTo>
                <a:close/>
              </a:path>
            </a:pathLst>
          </a:custGeom>
          <a:solidFill>
            <a:srgbClr val="FFFFFF">
              <a:alpha val="1960"/>
            </a:srgbClr>
          </a:solidFill>
        </p:spPr>
        <p:txBody>
          <a:bodyPr wrap="square" lIns="0" tIns="0" rIns="0" bIns="0" rtlCol="0"/>
          <a:lstStyle/>
          <a:p>
            <a:endParaRPr/>
          </a:p>
        </p:txBody>
      </p:sp>
      <p:sp>
        <p:nvSpPr>
          <p:cNvPr id="6" name="object 6"/>
          <p:cNvSpPr/>
          <p:nvPr/>
        </p:nvSpPr>
        <p:spPr>
          <a:xfrm>
            <a:off x="9404604" y="765048"/>
            <a:ext cx="184785" cy="184785"/>
          </a:xfrm>
          <a:custGeom>
            <a:avLst/>
            <a:gdLst/>
            <a:ahLst/>
            <a:cxnLst/>
            <a:rect l="l" t="t" r="r" b="b"/>
            <a:pathLst>
              <a:path w="184784" h="184784">
                <a:moveTo>
                  <a:pt x="184403" y="0"/>
                </a:moveTo>
                <a:lnTo>
                  <a:pt x="0" y="0"/>
                </a:lnTo>
                <a:lnTo>
                  <a:pt x="0" y="184403"/>
                </a:lnTo>
                <a:lnTo>
                  <a:pt x="184403" y="184403"/>
                </a:lnTo>
                <a:lnTo>
                  <a:pt x="184403" y="0"/>
                </a:lnTo>
                <a:close/>
              </a:path>
            </a:pathLst>
          </a:custGeom>
          <a:solidFill>
            <a:srgbClr val="FFFFFF">
              <a:alpha val="1960"/>
            </a:srgbClr>
          </a:solidFill>
        </p:spPr>
        <p:txBody>
          <a:bodyPr wrap="square" lIns="0" tIns="0" rIns="0" bIns="0" rtlCol="0"/>
          <a:lstStyle/>
          <a:p>
            <a:endParaRPr/>
          </a:p>
        </p:txBody>
      </p:sp>
      <p:sp>
        <p:nvSpPr>
          <p:cNvPr id="7" name="object 7"/>
          <p:cNvSpPr/>
          <p:nvPr/>
        </p:nvSpPr>
        <p:spPr>
          <a:xfrm>
            <a:off x="10148316" y="344424"/>
            <a:ext cx="108585" cy="113030"/>
          </a:xfrm>
          <a:custGeom>
            <a:avLst/>
            <a:gdLst/>
            <a:ahLst/>
            <a:cxnLst/>
            <a:rect l="l" t="t" r="r" b="b"/>
            <a:pathLst>
              <a:path w="108584" h="113029">
                <a:moveTo>
                  <a:pt x="108203" y="0"/>
                </a:moveTo>
                <a:lnTo>
                  <a:pt x="0" y="0"/>
                </a:lnTo>
                <a:lnTo>
                  <a:pt x="0" y="112775"/>
                </a:lnTo>
                <a:lnTo>
                  <a:pt x="108203" y="112775"/>
                </a:lnTo>
                <a:lnTo>
                  <a:pt x="108203" y="0"/>
                </a:lnTo>
                <a:close/>
              </a:path>
            </a:pathLst>
          </a:custGeom>
          <a:solidFill>
            <a:srgbClr val="FFFFFF">
              <a:alpha val="1960"/>
            </a:srgbClr>
          </a:solidFill>
        </p:spPr>
        <p:txBody>
          <a:bodyPr wrap="square" lIns="0" tIns="0" rIns="0" bIns="0" rtlCol="0"/>
          <a:lstStyle/>
          <a:p>
            <a:endParaRPr/>
          </a:p>
        </p:txBody>
      </p:sp>
      <p:sp>
        <p:nvSpPr>
          <p:cNvPr id="8" name="object 8"/>
          <p:cNvSpPr/>
          <p:nvPr/>
        </p:nvSpPr>
        <p:spPr>
          <a:xfrm>
            <a:off x="8564880" y="758951"/>
            <a:ext cx="81280" cy="81280"/>
          </a:xfrm>
          <a:custGeom>
            <a:avLst/>
            <a:gdLst/>
            <a:ahLst/>
            <a:cxnLst/>
            <a:rect l="l" t="t" r="r" b="b"/>
            <a:pathLst>
              <a:path w="81279" h="81280">
                <a:moveTo>
                  <a:pt x="80772" y="0"/>
                </a:moveTo>
                <a:lnTo>
                  <a:pt x="0" y="0"/>
                </a:lnTo>
                <a:lnTo>
                  <a:pt x="0" y="80772"/>
                </a:lnTo>
                <a:lnTo>
                  <a:pt x="80772" y="80772"/>
                </a:lnTo>
                <a:lnTo>
                  <a:pt x="80772" y="0"/>
                </a:lnTo>
                <a:close/>
              </a:path>
            </a:pathLst>
          </a:custGeom>
          <a:solidFill>
            <a:srgbClr val="FFFFFF">
              <a:alpha val="1960"/>
            </a:srgbClr>
          </a:solidFill>
        </p:spPr>
        <p:txBody>
          <a:bodyPr wrap="square" lIns="0" tIns="0" rIns="0" bIns="0" rtlCol="0"/>
          <a:lstStyle/>
          <a:p>
            <a:endParaRPr/>
          </a:p>
        </p:txBody>
      </p:sp>
      <p:sp>
        <p:nvSpPr>
          <p:cNvPr id="9" name="object 9"/>
          <p:cNvSpPr/>
          <p:nvPr/>
        </p:nvSpPr>
        <p:spPr>
          <a:xfrm>
            <a:off x="9651492" y="1973579"/>
            <a:ext cx="169545" cy="169545"/>
          </a:xfrm>
          <a:custGeom>
            <a:avLst/>
            <a:gdLst/>
            <a:ahLst/>
            <a:cxnLst/>
            <a:rect l="l" t="t" r="r" b="b"/>
            <a:pathLst>
              <a:path w="169545" h="169544">
                <a:moveTo>
                  <a:pt x="169164" y="0"/>
                </a:moveTo>
                <a:lnTo>
                  <a:pt x="0" y="0"/>
                </a:lnTo>
                <a:lnTo>
                  <a:pt x="0" y="169163"/>
                </a:lnTo>
                <a:lnTo>
                  <a:pt x="169164" y="169163"/>
                </a:lnTo>
                <a:lnTo>
                  <a:pt x="169164" y="0"/>
                </a:lnTo>
                <a:close/>
              </a:path>
            </a:pathLst>
          </a:custGeom>
          <a:solidFill>
            <a:srgbClr val="FFFFFF">
              <a:alpha val="1960"/>
            </a:srgbClr>
          </a:solidFill>
        </p:spPr>
        <p:txBody>
          <a:bodyPr wrap="square" lIns="0" tIns="0" rIns="0" bIns="0" rtlCol="0"/>
          <a:lstStyle/>
          <a:p>
            <a:endParaRPr/>
          </a:p>
        </p:txBody>
      </p:sp>
      <p:sp>
        <p:nvSpPr>
          <p:cNvPr id="10" name="object 10"/>
          <p:cNvSpPr/>
          <p:nvPr/>
        </p:nvSpPr>
        <p:spPr>
          <a:xfrm>
            <a:off x="7693152" y="4942332"/>
            <a:ext cx="73660" cy="70485"/>
          </a:xfrm>
          <a:custGeom>
            <a:avLst/>
            <a:gdLst/>
            <a:ahLst/>
            <a:cxnLst/>
            <a:rect l="l" t="t" r="r" b="b"/>
            <a:pathLst>
              <a:path w="73659" h="70485">
                <a:moveTo>
                  <a:pt x="73151" y="0"/>
                </a:moveTo>
                <a:lnTo>
                  <a:pt x="0" y="0"/>
                </a:lnTo>
                <a:lnTo>
                  <a:pt x="0" y="70104"/>
                </a:lnTo>
                <a:lnTo>
                  <a:pt x="73151" y="70104"/>
                </a:lnTo>
                <a:lnTo>
                  <a:pt x="73151" y="0"/>
                </a:lnTo>
                <a:close/>
              </a:path>
            </a:pathLst>
          </a:custGeom>
          <a:solidFill>
            <a:srgbClr val="FFFFFF">
              <a:alpha val="1960"/>
            </a:srgbClr>
          </a:solidFill>
        </p:spPr>
        <p:txBody>
          <a:bodyPr wrap="square" lIns="0" tIns="0" rIns="0" bIns="0" rtlCol="0"/>
          <a:lstStyle/>
          <a:p>
            <a:endParaRPr/>
          </a:p>
        </p:txBody>
      </p:sp>
      <p:sp>
        <p:nvSpPr>
          <p:cNvPr id="11" name="object 11"/>
          <p:cNvSpPr/>
          <p:nvPr/>
        </p:nvSpPr>
        <p:spPr>
          <a:xfrm>
            <a:off x="8602980" y="4262628"/>
            <a:ext cx="90170" cy="86995"/>
          </a:xfrm>
          <a:custGeom>
            <a:avLst/>
            <a:gdLst/>
            <a:ahLst/>
            <a:cxnLst/>
            <a:rect l="l" t="t" r="r" b="b"/>
            <a:pathLst>
              <a:path w="90170" h="86995">
                <a:moveTo>
                  <a:pt x="89916" y="0"/>
                </a:moveTo>
                <a:lnTo>
                  <a:pt x="0" y="0"/>
                </a:lnTo>
                <a:lnTo>
                  <a:pt x="0" y="86868"/>
                </a:lnTo>
                <a:lnTo>
                  <a:pt x="89916" y="86868"/>
                </a:lnTo>
                <a:lnTo>
                  <a:pt x="89916" y="0"/>
                </a:lnTo>
                <a:close/>
              </a:path>
            </a:pathLst>
          </a:custGeom>
          <a:solidFill>
            <a:srgbClr val="FFFFFF">
              <a:alpha val="1960"/>
            </a:srgbClr>
          </a:solidFill>
        </p:spPr>
        <p:txBody>
          <a:bodyPr wrap="square" lIns="0" tIns="0" rIns="0" bIns="0" rtlCol="0"/>
          <a:lstStyle/>
          <a:p>
            <a:endParaRPr/>
          </a:p>
        </p:txBody>
      </p:sp>
      <p:sp>
        <p:nvSpPr>
          <p:cNvPr id="12" name="object 12"/>
          <p:cNvSpPr/>
          <p:nvPr/>
        </p:nvSpPr>
        <p:spPr>
          <a:xfrm>
            <a:off x="6054852" y="5756147"/>
            <a:ext cx="64135" cy="64135"/>
          </a:xfrm>
          <a:custGeom>
            <a:avLst/>
            <a:gdLst/>
            <a:ahLst/>
            <a:cxnLst/>
            <a:rect l="l" t="t" r="r" b="b"/>
            <a:pathLst>
              <a:path w="64135" h="64135">
                <a:moveTo>
                  <a:pt x="64008" y="0"/>
                </a:moveTo>
                <a:lnTo>
                  <a:pt x="0" y="0"/>
                </a:lnTo>
                <a:lnTo>
                  <a:pt x="0" y="64007"/>
                </a:lnTo>
                <a:lnTo>
                  <a:pt x="64008" y="64007"/>
                </a:lnTo>
                <a:lnTo>
                  <a:pt x="64008" y="0"/>
                </a:lnTo>
                <a:close/>
              </a:path>
            </a:pathLst>
          </a:custGeom>
          <a:solidFill>
            <a:srgbClr val="FFFFFF">
              <a:alpha val="1960"/>
            </a:srgbClr>
          </a:solidFill>
        </p:spPr>
        <p:txBody>
          <a:bodyPr wrap="square" lIns="0" tIns="0" rIns="0" bIns="0" rtlCol="0"/>
          <a:lstStyle/>
          <a:p>
            <a:endParaRPr/>
          </a:p>
        </p:txBody>
      </p:sp>
      <p:sp>
        <p:nvSpPr>
          <p:cNvPr id="13" name="object 13"/>
          <p:cNvSpPr/>
          <p:nvPr/>
        </p:nvSpPr>
        <p:spPr>
          <a:xfrm>
            <a:off x="5343144" y="4558284"/>
            <a:ext cx="55244" cy="55244"/>
          </a:xfrm>
          <a:custGeom>
            <a:avLst/>
            <a:gdLst/>
            <a:ahLst/>
            <a:cxnLst/>
            <a:rect l="l" t="t" r="r" b="b"/>
            <a:pathLst>
              <a:path w="55245" h="55245">
                <a:moveTo>
                  <a:pt x="54863" y="0"/>
                </a:moveTo>
                <a:lnTo>
                  <a:pt x="0" y="0"/>
                </a:lnTo>
                <a:lnTo>
                  <a:pt x="0" y="54863"/>
                </a:lnTo>
                <a:lnTo>
                  <a:pt x="54863" y="54863"/>
                </a:lnTo>
                <a:lnTo>
                  <a:pt x="54863" y="0"/>
                </a:lnTo>
                <a:close/>
              </a:path>
            </a:pathLst>
          </a:custGeom>
          <a:solidFill>
            <a:srgbClr val="FFFFFF">
              <a:alpha val="1960"/>
            </a:srgbClr>
          </a:solidFill>
        </p:spPr>
        <p:txBody>
          <a:bodyPr wrap="square" lIns="0" tIns="0" rIns="0" bIns="0" rtlCol="0"/>
          <a:lstStyle/>
          <a:p>
            <a:endParaRPr/>
          </a:p>
        </p:txBody>
      </p:sp>
      <p:sp>
        <p:nvSpPr>
          <p:cNvPr id="14" name="object 14"/>
          <p:cNvSpPr/>
          <p:nvPr/>
        </p:nvSpPr>
        <p:spPr>
          <a:xfrm>
            <a:off x="6829043" y="3223260"/>
            <a:ext cx="81280" cy="79375"/>
          </a:xfrm>
          <a:custGeom>
            <a:avLst/>
            <a:gdLst/>
            <a:ahLst/>
            <a:cxnLst/>
            <a:rect l="l" t="t" r="r" b="b"/>
            <a:pathLst>
              <a:path w="81279" h="79375">
                <a:moveTo>
                  <a:pt x="80772" y="0"/>
                </a:moveTo>
                <a:lnTo>
                  <a:pt x="0" y="0"/>
                </a:lnTo>
                <a:lnTo>
                  <a:pt x="0" y="79248"/>
                </a:lnTo>
                <a:lnTo>
                  <a:pt x="80772" y="79248"/>
                </a:lnTo>
                <a:lnTo>
                  <a:pt x="80772" y="0"/>
                </a:lnTo>
                <a:close/>
              </a:path>
            </a:pathLst>
          </a:custGeom>
          <a:solidFill>
            <a:srgbClr val="FFFFFF">
              <a:alpha val="1960"/>
            </a:srgbClr>
          </a:solidFill>
        </p:spPr>
        <p:txBody>
          <a:bodyPr wrap="square" lIns="0" tIns="0" rIns="0" bIns="0" rtlCol="0"/>
          <a:lstStyle/>
          <a:p>
            <a:endParaRPr/>
          </a:p>
        </p:txBody>
      </p:sp>
      <p:sp>
        <p:nvSpPr>
          <p:cNvPr id="15" name="object 15"/>
          <p:cNvSpPr/>
          <p:nvPr/>
        </p:nvSpPr>
        <p:spPr>
          <a:xfrm>
            <a:off x="4745735" y="2694432"/>
            <a:ext cx="53340" cy="55244"/>
          </a:xfrm>
          <a:custGeom>
            <a:avLst/>
            <a:gdLst/>
            <a:ahLst/>
            <a:cxnLst/>
            <a:rect l="l" t="t" r="r" b="b"/>
            <a:pathLst>
              <a:path w="53339" h="55244">
                <a:moveTo>
                  <a:pt x="53339" y="0"/>
                </a:moveTo>
                <a:lnTo>
                  <a:pt x="0" y="0"/>
                </a:lnTo>
                <a:lnTo>
                  <a:pt x="0" y="54863"/>
                </a:lnTo>
                <a:lnTo>
                  <a:pt x="53339" y="54863"/>
                </a:lnTo>
                <a:lnTo>
                  <a:pt x="53339" y="0"/>
                </a:lnTo>
                <a:close/>
              </a:path>
            </a:pathLst>
          </a:custGeom>
          <a:solidFill>
            <a:srgbClr val="FFFFFF">
              <a:alpha val="1960"/>
            </a:srgbClr>
          </a:solidFill>
        </p:spPr>
        <p:txBody>
          <a:bodyPr wrap="square" lIns="0" tIns="0" rIns="0" bIns="0" rtlCol="0"/>
          <a:lstStyle/>
          <a:p>
            <a:endParaRPr/>
          </a:p>
        </p:txBody>
      </p:sp>
      <p:sp>
        <p:nvSpPr>
          <p:cNvPr id="16" name="object 16"/>
          <p:cNvSpPr/>
          <p:nvPr/>
        </p:nvSpPr>
        <p:spPr>
          <a:xfrm>
            <a:off x="7071360" y="1470659"/>
            <a:ext cx="152400" cy="152400"/>
          </a:xfrm>
          <a:custGeom>
            <a:avLst/>
            <a:gdLst/>
            <a:ahLst/>
            <a:cxnLst/>
            <a:rect l="l" t="t" r="r" b="b"/>
            <a:pathLst>
              <a:path w="152400" h="152400">
                <a:moveTo>
                  <a:pt x="152400" y="0"/>
                </a:moveTo>
                <a:lnTo>
                  <a:pt x="0" y="0"/>
                </a:lnTo>
                <a:lnTo>
                  <a:pt x="0" y="152400"/>
                </a:lnTo>
                <a:lnTo>
                  <a:pt x="152400" y="152400"/>
                </a:lnTo>
                <a:lnTo>
                  <a:pt x="152400" y="0"/>
                </a:lnTo>
                <a:close/>
              </a:path>
            </a:pathLst>
          </a:custGeom>
          <a:solidFill>
            <a:srgbClr val="FFFFFF">
              <a:alpha val="1960"/>
            </a:srgbClr>
          </a:solidFill>
        </p:spPr>
        <p:txBody>
          <a:bodyPr wrap="square" lIns="0" tIns="0" rIns="0" bIns="0" rtlCol="0"/>
          <a:lstStyle/>
          <a:p>
            <a:endParaRPr/>
          </a:p>
        </p:txBody>
      </p:sp>
      <p:sp>
        <p:nvSpPr>
          <p:cNvPr id="17" name="object 17"/>
          <p:cNvSpPr/>
          <p:nvPr/>
        </p:nvSpPr>
        <p:spPr>
          <a:xfrm>
            <a:off x="6544056" y="344424"/>
            <a:ext cx="134620" cy="135890"/>
          </a:xfrm>
          <a:custGeom>
            <a:avLst/>
            <a:gdLst/>
            <a:ahLst/>
            <a:cxnLst/>
            <a:rect l="l" t="t" r="r" b="b"/>
            <a:pathLst>
              <a:path w="134620" h="135890">
                <a:moveTo>
                  <a:pt x="134111" y="0"/>
                </a:moveTo>
                <a:lnTo>
                  <a:pt x="0" y="0"/>
                </a:lnTo>
                <a:lnTo>
                  <a:pt x="0" y="135636"/>
                </a:lnTo>
                <a:lnTo>
                  <a:pt x="134111" y="135636"/>
                </a:lnTo>
                <a:lnTo>
                  <a:pt x="134111" y="0"/>
                </a:lnTo>
                <a:close/>
              </a:path>
            </a:pathLst>
          </a:custGeom>
          <a:solidFill>
            <a:srgbClr val="FFFFFF">
              <a:alpha val="1960"/>
            </a:srgbClr>
          </a:solidFill>
        </p:spPr>
        <p:txBody>
          <a:bodyPr wrap="square" lIns="0" tIns="0" rIns="0" bIns="0" rtlCol="0"/>
          <a:lstStyle/>
          <a:p>
            <a:endParaRPr/>
          </a:p>
        </p:txBody>
      </p:sp>
      <p:sp>
        <p:nvSpPr>
          <p:cNvPr id="18" name="object 18"/>
          <p:cNvSpPr/>
          <p:nvPr/>
        </p:nvSpPr>
        <p:spPr>
          <a:xfrm>
            <a:off x="10212324" y="1196339"/>
            <a:ext cx="135890" cy="139065"/>
          </a:xfrm>
          <a:custGeom>
            <a:avLst/>
            <a:gdLst/>
            <a:ahLst/>
            <a:cxnLst/>
            <a:rect l="l" t="t" r="r" b="b"/>
            <a:pathLst>
              <a:path w="135890" h="139065">
                <a:moveTo>
                  <a:pt x="135636" y="0"/>
                </a:moveTo>
                <a:lnTo>
                  <a:pt x="0" y="0"/>
                </a:lnTo>
                <a:lnTo>
                  <a:pt x="0" y="138684"/>
                </a:lnTo>
                <a:lnTo>
                  <a:pt x="135636" y="138684"/>
                </a:lnTo>
                <a:lnTo>
                  <a:pt x="135636" y="0"/>
                </a:lnTo>
                <a:close/>
              </a:path>
            </a:pathLst>
          </a:custGeom>
          <a:solidFill>
            <a:srgbClr val="FFFFFF">
              <a:alpha val="1960"/>
            </a:srgbClr>
          </a:solidFill>
        </p:spPr>
        <p:txBody>
          <a:bodyPr wrap="square" lIns="0" tIns="0" rIns="0" bIns="0" rtlCol="0"/>
          <a:lstStyle/>
          <a:p>
            <a:endParaRPr/>
          </a:p>
        </p:txBody>
      </p:sp>
      <p:sp>
        <p:nvSpPr>
          <p:cNvPr id="19" name="object 19"/>
          <p:cNvSpPr/>
          <p:nvPr/>
        </p:nvSpPr>
        <p:spPr>
          <a:xfrm>
            <a:off x="4232147" y="1341119"/>
            <a:ext cx="119380" cy="119380"/>
          </a:xfrm>
          <a:custGeom>
            <a:avLst/>
            <a:gdLst/>
            <a:ahLst/>
            <a:cxnLst/>
            <a:rect l="l" t="t" r="r" b="b"/>
            <a:pathLst>
              <a:path w="119379" h="119380">
                <a:moveTo>
                  <a:pt x="118872" y="0"/>
                </a:moveTo>
                <a:lnTo>
                  <a:pt x="0" y="0"/>
                </a:lnTo>
                <a:lnTo>
                  <a:pt x="0" y="118872"/>
                </a:lnTo>
                <a:lnTo>
                  <a:pt x="118872" y="118872"/>
                </a:lnTo>
                <a:lnTo>
                  <a:pt x="118872" y="0"/>
                </a:lnTo>
                <a:close/>
              </a:path>
            </a:pathLst>
          </a:custGeom>
          <a:solidFill>
            <a:srgbClr val="FFFFFF">
              <a:alpha val="1960"/>
            </a:srgbClr>
          </a:solidFill>
        </p:spPr>
        <p:txBody>
          <a:bodyPr wrap="square" lIns="0" tIns="0" rIns="0" bIns="0" rtlCol="0"/>
          <a:lstStyle/>
          <a:p>
            <a:endParaRPr/>
          </a:p>
        </p:txBody>
      </p:sp>
      <p:sp>
        <p:nvSpPr>
          <p:cNvPr id="20" name="object 20"/>
          <p:cNvSpPr/>
          <p:nvPr/>
        </p:nvSpPr>
        <p:spPr>
          <a:xfrm>
            <a:off x="3057144" y="3939540"/>
            <a:ext cx="24765" cy="26034"/>
          </a:xfrm>
          <a:custGeom>
            <a:avLst/>
            <a:gdLst/>
            <a:ahLst/>
            <a:cxnLst/>
            <a:rect l="l" t="t" r="r" b="b"/>
            <a:pathLst>
              <a:path w="24764" h="26035">
                <a:moveTo>
                  <a:pt x="24383" y="0"/>
                </a:moveTo>
                <a:lnTo>
                  <a:pt x="0" y="0"/>
                </a:lnTo>
                <a:lnTo>
                  <a:pt x="0" y="25907"/>
                </a:lnTo>
                <a:lnTo>
                  <a:pt x="24383" y="25907"/>
                </a:lnTo>
                <a:lnTo>
                  <a:pt x="24383" y="0"/>
                </a:lnTo>
                <a:close/>
              </a:path>
            </a:pathLst>
          </a:custGeom>
          <a:solidFill>
            <a:srgbClr val="FFFFFF">
              <a:alpha val="1960"/>
            </a:srgbClr>
          </a:solidFill>
        </p:spPr>
        <p:txBody>
          <a:bodyPr wrap="square" lIns="0" tIns="0" rIns="0" bIns="0" rtlCol="0"/>
          <a:lstStyle/>
          <a:p>
            <a:endParaRPr/>
          </a:p>
        </p:txBody>
      </p:sp>
      <p:sp>
        <p:nvSpPr>
          <p:cNvPr id="21" name="object 21"/>
          <p:cNvSpPr/>
          <p:nvPr/>
        </p:nvSpPr>
        <p:spPr>
          <a:xfrm>
            <a:off x="3339084" y="5277611"/>
            <a:ext cx="85725" cy="85725"/>
          </a:xfrm>
          <a:custGeom>
            <a:avLst/>
            <a:gdLst/>
            <a:ahLst/>
            <a:cxnLst/>
            <a:rect l="l" t="t" r="r" b="b"/>
            <a:pathLst>
              <a:path w="85725" h="85725">
                <a:moveTo>
                  <a:pt x="85344" y="0"/>
                </a:moveTo>
                <a:lnTo>
                  <a:pt x="0" y="0"/>
                </a:lnTo>
                <a:lnTo>
                  <a:pt x="0" y="85343"/>
                </a:lnTo>
                <a:lnTo>
                  <a:pt x="85344" y="85343"/>
                </a:lnTo>
                <a:lnTo>
                  <a:pt x="85344" y="0"/>
                </a:lnTo>
                <a:close/>
              </a:path>
            </a:pathLst>
          </a:custGeom>
          <a:solidFill>
            <a:srgbClr val="FFFFFF">
              <a:alpha val="1960"/>
            </a:srgbClr>
          </a:solidFill>
        </p:spPr>
        <p:txBody>
          <a:bodyPr wrap="square" lIns="0" tIns="0" rIns="0" bIns="0" rtlCol="0"/>
          <a:lstStyle/>
          <a:p>
            <a:endParaRPr/>
          </a:p>
        </p:txBody>
      </p:sp>
      <p:sp>
        <p:nvSpPr>
          <p:cNvPr id="22" name="object 22"/>
          <p:cNvSpPr/>
          <p:nvPr/>
        </p:nvSpPr>
        <p:spPr>
          <a:xfrm>
            <a:off x="1722120" y="5437632"/>
            <a:ext cx="81280" cy="81280"/>
          </a:xfrm>
          <a:custGeom>
            <a:avLst/>
            <a:gdLst/>
            <a:ahLst/>
            <a:cxnLst/>
            <a:rect l="l" t="t" r="r" b="b"/>
            <a:pathLst>
              <a:path w="81280" h="81279">
                <a:moveTo>
                  <a:pt x="80772" y="0"/>
                </a:moveTo>
                <a:lnTo>
                  <a:pt x="0" y="0"/>
                </a:lnTo>
                <a:lnTo>
                  <a:pt x="0" y="80772"/>
                </a:lnTo>
                <a:lnTo>
                  <a:pt x="80772" y="80772"/>
                </a:lnTo>
                <a:lnTo>
                  <a:pt x="80772" y="0"/>
                </a:lnTo>
                <a:close/>
              </a:path>
            </a:pathLst>
          </a:custGeom>
          <a:solidFill>
            <a:srgbClr val="FFFFFF">
              <a:alpha val="1960"/>
            </a:srgbClr>
          </a:solidFill>
        </p:spPr>
        <p:txBody>
          <a:bodyPr wrap="square" lIns="0" tIns="0" rIns="0" bIns="0" rtlCol="0"/>
          <a:lstStyle/>
          <a:p>
            <a:endParaRPr/>
          </a:p>
        </p:txBody>
      </p:sp>
      <p:sp>
        <p:nvSpPr>
          <p:cNvPr id="23" name="object 23"/>
          <p:cNvSpPr/>
          <p:nvPr/>
        </p:nvSpPr>
        <p:spPr>
          <a:xfrm>
            <a:off x="1834895" y="2828544"/>
            <a:ext cx="129539" cy="129539"/>
          </a:xfrm>
          <a:custGeom>
            <a:avLst/>
            <a:gdLst/>
            <a:ahLst/>
            <a:cxnLst/>
            <a:rect l="l" t="t" r="r" b="b"/>
            <a:pathLst>
              <a:path w="129539" h="129539">
                <a:moveTo>
                  <a:pt x="129539" y="0"/>
                </a:moveTo>
                <a:lnTo>
                  <a:pt x="0" y="0"/>
                </a:lnTo>
                <a:lnTo>
                  <a:pt x="0" y="129539"/>
                </a:lnTo>
                <a:lnTo>
                  <a:pt x="129539" y="129539"/>
                </a:lnTo>
                <a:lnTo>
                  <a:pt x="129539" y="0"/>
                </a:lnTo>
                <a:close/>
              </a:path>
            </a:pathLst>
          </a:custGeom>
          <a:solidFill>
            <a:srgbClr val="FFFFFF">
              <a:alpha val="1960"/>
            </a:srgbClr>
          </a:solidFill>
        </p:spPr>
        <p:txBody>
          <a:bodyPr wrap="square" lIns="0" tIns="0" rIns="0" bIns="0" rtlCol="0"/>
          <a:lstStyle/>
          <a:p>
            <a:endParaRPr/>
          </a:p>
        </p:txBody>
      </p:sp>
      <p:sp>
        <p:nvSpPr>
          <p:cNvPr id="24" name="object 24"/>
          <p:cNvSpPr/>
          <p:nvPr/>
        </p:nvSpPr>
        <p:spPr>
          <a:xfrm>
            <a:off x="2330196" y="486155"/>
            <a:ext cx="135890" cy="137160"/>
          </a:xfrm>
          <a:custGeom>
            <a:avLst/>
            <a:gdLst/>
            <a:ahLst/>
            <a:cxnLst/>
            <a:rect l="l" t="t" r="r" b="b"/>
            <a:pathLst>
              <a:path w="135889" h="137159">
                <a:moveTo>
                  <a:pt x="135636" y="0"/>
                </a:moveTo>
                <a:lnTo>
                  <a:pt x="0" y="0"/>
                </a:lnTo>
                <a:lnTo>
                  <a:pt x="0" y="137160"/>
                </a:lnTo>
                <a:lnTo>
                  <a:pt x="135636" y="137160"/>
                </a:lnTo>
                <a:lnTo>
                  <a:pt x="135636" y="0"/>
                </a:lnTo>
                <a:close/>
              </a:path>
            </a:pathLst>
          </a:custGeom>
          <a:solidFill>
            <a:srgbClr val="FFFFFF">
              <a:alpha val="1960"/>
            </a:srgbClr>
          </a:solidFill>
        </p:spPr>
        <p:txBody>
          <a:bodyPr wrap="square" lIns="0" tIns="0" rIns="0" bIns="0" rtlCol="0"/>
          <a:lstStyle/>
          <a:p>
            <a:endParaRPr/>
          </a:p>
        </p:txBody>
      </p:sp>
      <p:sp>
        <p:nvSpPr>
          <p:cNvPr id="25" name="object 25"/>
          <p:cNvSpPr/>
          <p:nvPr/>
        </p:nvSpPr>
        <p:spPr>
          <a:xfrm>
            <a:off x="3906011" y="495300"/>
            <a:ext cx="128270" cy="128270"/>
          </a:xfrm>
          <a:custGeom>
            <a:avLst/>
            <a:gdLst/>
            <a:ahLst/>
            <a:cxnLst/>
            <a:rect l="l" t="t" r="r" b="b"/>
            <a:pathLst>
              <a:path w="128270" h="128270">
                <a:moveTo>
                  <a:pt x="128015" y="0"/>
                </a:moveTo>
                <a:lnTo>
                  <a:pt x="0" y="0"/>
                </a:lnTo>
                <a:lnTo>
                  <a:pt x="0" y="128015"/>
                </a:lnTo>
                <a:lnTo>
                  <a:pt x="128015" y="128015"/>
                </a:lnTo>
                <a:lnTo>
                  <a:pt x="128015" y="0"/>
                </a:lnTo>
                <a:close/>
              </a:path>
            </a:pathLst>
          </a:custGeom>
          <a:solidFill>
            <a:srgbClr val="FFFFFF">
              <a:alpha val="1960"/>
            </a:srgbClr>
          </a:solidFill>
        </p:spPr>
        <p:txBody>
          <a:bodyPr wrap="square" lIns="0" tIns="0" rIns="0" bIns="0" rtlCol="0"/>
          <a:lstStyle/>
          <a:p>
            <a:endParaRPr/>
          </a:p>
        </p:txBody>
      </p:sp>
      <p:sp>
        <p:nvSpPr>
          <p:cNvPr id="26" name="object 26"/>
          <p:cNvSpPr/>
          <p:nvPr/>
        </p:nvSpPr>
        <p:spPr>
          <a:xfrm>
            <a:off x="2810255" y="128015"/>
            <a:ext cx="158750" cy="158750"/>
          </a:xfrm>
          <a:custGeom>
            <a:avLst/>
            <a:gdLst/>
            <a:ahLst/>
            <a:cxnLst/>
            <a:rect l="l" t="t" r="r" b="b"/>
            <a:pathLst>
              <a:path w="158750" h="158750">
                <a:moveTo>
                  <a:pt x="158495" y="0"/>
                </a:moveTo>
                <a:lnTo>
                  <a:pt x="0" y="0"/>
                </a:lnTo>
                <a:lnTo>
                  <a:pt x="0" y="158496"/>
                </a:lnTo>
                <a:lnTo>
                  <a:pt x="158495" y="158496"/>
                </a:lnTo>
                <a:lnTo>
                  <a:pt x="158495" y="0"/>
                </a:lnTo>
                <a:close/>
              </a:path>
            </a:pathLst>
          </a:custGeom>
          <a:solidFill>
            <a:srgbClr val="FFFFFF">
              <a:alpha val="1960"/>
            </a:srgbClr>
          </a:solidFill>
        </p:spPr>
        <p:txBody>
          <a:bodyPr wrap="square" lIns="0" tIns="0" rIns="0" bIns="0" rtlCol="0"/>
          <a:lstStyle/>
          <a:p>
            <a:endParaRPr/>
          </a:p>
        </p:txBody>
      </p:sp>
      <p:sp>
        <p:nvSpPr>
          <p:cNvPr id="27" name="object 27"/>
          <p:cNvSpPr/>
          <p:nvPr/>
        </p:nvSpPr>
        <p:spPr>
          <a:xfrm>
            <a:off x="2793492" y="1319783"/>
            <a:ext cx="248920" cy="247015"/>
          </a:xfrm>
          <a:custGeom>
            <a:avLst/>
            <a:gdLst/>
            <a:ahLst/>
            <a:cxnLst/>
            <a:rect l="l" t="t" r="r" b="b"/>
            <a:pathLst>
              <a:path w="248919" h="247015">
                <a:moveTo>
                  <a:pt x="248412" y="0"/>
                </a:moveTo>
                <a:lnTo>
                  <a:pt x="0" y="0"/>
                </a:lnTo>
                <a:lnTo>
                  <a:pt x="0" y="246887"/>
                </a:lnTo>
                <a:lnTo>
                  <a:pt x="248412" y="246887"/>
                </a:lnTo>
                <a:lnTo>
                  <a:pt x="248412" y="0"/>
                </a:lnTo>
                <a:close/>
              </a:path>
            </a:pathLst>
          </a:custGeom>
          <a:solidFill>
            <a:srgbClr val="FFFFFF">
              <a:alpha val="1960"/>
            </a:srgbClr>
          </a:solidFill>
        </p:spPr>
        <p:txBody>
          <a:bodyPr wrap="square" lIns="0" tIns="0" rIns="0" bIns="0" rtlCol="0"/>
          <a:lstStyle/>
          <a:p>
            <a:endParaRPr/>
          </a:p>
        </p:txBody>
      </p:sp>
      <p:sp>
        <p:nvSpPr>
          <p:cNvPr id="28" name="object 28"/>
          <p:cNvSpPr/>
          <p:nvPr/>
        </p:nvSpPr>
        <p:spPr>
          <a:xfrm>
            <a:off x="6015228" y="1988820"/>
            <a:ext cx="81280" cy="81280"/>
          </a:xfrm>
          <a:custGeom>
            <a:avLst/>
            <a:gdLst/>
            <a:ahLst/>
            <a:cxnLst/>
            <a:rect l="l" t="t" r="r" b="b"/>
            <a:pathLst>
              <a:path w="81279" h="81280">
                <a:moveTo>
                  <a:pt x="80772" y="0"/>
                </a:moveTo>
                <a:lnTo>
                  <a:pt x="0" y="0"/>
                </a:lnTo>
                <a:lnTo>
                  <a:pt x="0" y="80772"/>
                </a:lnTo>
                <a:lnTo>
                  <a:pt x="80772" y="80772"/>
                </a:lnTo>
                <a:lnTo>
                  <a:pt x="80772" y="0"/>
                </a:lnTo>
                <a:close/>
              </a:path>
            </a:pathLst>
          </a:custGeom>
          <a:solidFill>
            <a:srgbClr val="FFFFFF">
              <a:alpha val="1960"/>
            </a:srgbClr>
          </a:solidFill>
        </p:spPr>
        <p:txBody>
          <a:bodyPr wrap="square" lIns="0" tIns="0" rIns="0" bIns="0" rtlCol="0"/>
          <a:lstStyle/>
          <a:p>
            <a:endParaRPr/>
          </a:p>
        </p:txBody>
      </p:sp>
      <p:sp>
        <p:nvSpPr>
          <p:cNvPr id="29" name="object 29"/>
          <p:cNvSpPr/>
          <p:nvPr/>
        </p:nvSpPr>
        <p:spPr>
          <a:xfrm>
            <a:off x="1306067" y="1325880"/>
            <a:ext cx="131445" cy="128270"/>
          </a:xfrm>
          <a:custGeom>
            <a:avLst/>
            <a:gdLst/>
            <a:ahLst/>
            <a:cxnLst/>
            <a:rect l="l" t="t" r="r" b="b"/>
            <a:pathLst>
              <a:path w="131444" h="128269">
                <a:moveTo>
                  <a:pt x="131063" y="0"/>
                </a:moveTo>
                <a:lnTo>
                  <a:pt x="0" y="0"/>
                </a:lnTo>
                <a:lnTo>
                  <a:pt x="0" y="128015"/>
                </a:lnTo>
                <a:lnTo>
                  <a:pt x="131063" y="128015"/>
                </a:lnTo>
                <a:lnTo>
                  <a:pt x="131063" y="0"/>
                </a:lnTo>
                <a:close/>
              </a:path>
            </a:pathLst>
          </a:custGeom>
          <a:solidFill>
            <a:srgbClr val="FFFFFF">
              <a:alpha val="1960"/>
            </a:srgbClr>
          </a:solidFill>
        </p:spPr>
        <p:txBody>
          <a:bodyPr wrap="square" lIns="0" tIns="0" rIns="0" bIns="0" rtlCol="0"/>
          <a:lstStyle/>
          <a:p>
            <a:endParaRPr/>
          </a:p>
        </p:txBody>
      </p:sp>
      <p:sp>
        <p:nvSpPr>
          <p:cNvPr id="30" name="object 30"/>
          <p:cNvSpPr/>
          <p:nvPr/>
        </p:nvSpPr>
        <p:spPr>
          <a:xfrm>
            <a:off x="10770107" y="2086355"/>
            <a:ext cx="143510" cy="144780"/>
          </a:xfrm>
          <a:custGeom>
            <a:avLst/>
            <a:gdLst/>
            <a:ahLst/>
            <a:cxnLst/>
            <a:rect l="l" t="t" r="r" b="b"/>
            <a:pathLst>
              <a:path w="143509" h="144780">
                <a:moveTo>
                  <a:pt x="143255" y="0"/>
                </a:moveTo>
                <a:lnTo>
                  <a:pt x="0" y="0"/>
                </a:lnTo>
                <a:lnTo>
                  <a:pt x="0" y="144779"/>
                </a:lnTo>
                <a:lnTo>
                  <a:pt x="143255" y="144779"/>
                </a:lnTo>
                <a:lnTo>
                  <a:pt x="143255" y="0"/>
                </a:lnTo>
                <a:close/>
              </a:path>
            </a:pathLst>
          </a:custGeom>
          <a:solidFill>
            <a:srgbClr val="FFFFFF">
              <a:alpha val="1960"/>
            </a:srgbClr>
          </a:solidFill>
        </p:spPr>
        <p:txBody>
          <a:bodyPr wrap="square" lIns="0" tIns="0" rIns="0" bIns="0" rtlCol="0"/>
          <a:lstStyle/>
          <a:p>
            <a:endParaRPr/>
          </a:p>
        </p:txBody>
      </p:sp>
      <p:sp>
        <p:nvSpPr>
          <p:cNvPr id="31" name="object 31"/>
          <p:cNvSpPr/>
          <p:nvPr/>
        </p:nvSpPr>
        <p:spPr>
          <a:xfrm>
            <a:off x="6018276" y="1115059"/>
            <a:ext cx="253365" cy="251460"/>
          </a:xfrm>
          <a:custGeom>
            <a:avLst/>
            <a:gdLst/>
            <a:ahLst/>
            <a:cxnLst/>
            <a:rect l="l" t="t" r="r" b="b"/>
            <a:pathLst>
              <a:path w="253364" h="251459">
                <a:moveTo>
                  <a:pt x="252984" y="0"/>
                </a:moveTo>
                <a:lnTo>
                  <a:pt x="246634" y="0"/>
                </a:lnTo>
                <a:lnTo>
                  <a:pt x="246634" y="238760"/>
                </a:lnTo>
                <a:lnTo>
                  <a:pt x="246634" y="245110"/>
                </a:lnTo>
                <a:lnTo>
                  <a:pt x="245364" y="245110"/>
                </a:lnTo>
                <a:lnTo>
                  <a:pt x="245364" y="238760"/>
                </a:lnTo>
                <a:lnTo>
                  <a:pt x="246634" y="238760"/>
                </a:lnTo>
                <a:lnTo>
                  <a:pt x="246634" y="0"/>
                </a:lnTo>
                <a:lnTo>
                  <a:pt x="0" y="0"/>
                </a:lnTo>
                <a:lnTo>
                  <a:pt x="0" y="12700"/>
                </a:lnTo>
                <a:lnTo>
                  <a:pt x="0" y="238760"/>
                </a:lnTo>
                <a:lnTo>
                  <a:pt x="0" y="245110"/>
                </a:lnTo>
                <a:lnTo>
                  <a:pt x="0" y="251460"/>
                </a:lnTo>
                <a:lnTo>
                  <a:pt x="252984" y="251460"/>
                </a:lnTo>
                <a:lnTo>
                  <a:pt x="252984" y="245110"/>
                </a:lnTo>
                <a:lnTo>
                  <a:pt x="252984" y="238760"/>
                </a:lnTo>
                <a:lnTo>
                  <a:pt x="252984" y="12700"/>
                </a:lnTo>
                <a:lnTo>
                  <a:pt x="252984" y="0"/>
                </a:lnTo>
                <a:close/>
              </a:path>
            </a:pathLst>
          </a:custGeom>
          <a:solidFill>
            <a:srgbClr val="FFFFFF">
              <a:alpha val="1960"/>
            </a:srgbClr>
          </a:solidFill>
        </p:spPr>
        <p:txBody>
          <a:bodyPr wrap="square" lIns="0" tIns="0" rIns="0" bIns="0" rtlCol="0"/>
          <a:lstStyle/>
          <a:p>
            <a:endParaRPr/>
          </a:p>
        </p:txBody>
      </p:sp>
      <p:sp>
        <p:nvSpPr>
          <p:cNvPr id="32" name="object 32"/>
          <p:cNvSpPr/>
          <p:nvPr/>
        </p:nvSpPr>
        <p:spPr>
          <a:xfrm>
            <a:off x="5244084" y="35559"/>
            <a:ext cx="238125" cy="237490"/>
          </a:xfrm>
          <a:custGeom>
            <a:avLst/>
            <a:gdLst/>
            <a:ahLst/>
            <a:cxnLst/>
            <a:rect l="l" t="t" r="r" b="b"/>
            <a:pathLst>
              <a:path w="238125" h="237490">
                <a:moveTo>
                  <a:pt x="237744" y="0"/>
                </a:moveTo>
                <a:lnTo>
                  <a:pt x="0" y="0"/>
                </a:lnTo>
                <a:lnTo>
                  <a:pt x="0" y="12700"/>
                </a:lnTo>
                <a:lnTo>
                  <a:pt x="0" y="224790"/>
                </a:lnTo>
                <a:lnTo>
                  <a:pt x="0" y="231140"/>
                </a:lnTo>
                <a:lnTo>
                  <a:pt x="0" y="237490"/>
                </a:lnTo>
                <a:lnTo>
                  <a:pt x="237744" y="237490"/>
                </a:lnTo>
                <a:lnTo>
                  <a:pt x="237744" y="231140"/>
                </a:lnTo>
                <a:lnTo>
                  <a:pt x="237744" y="224790"/>
                </a:lnTo>
                <a:lnTo>
                  <a:pt x="237744" y="12700"/>
                </a:lnTo>
                <a:lnTo>
                  <a:pt x="237744" y="0"/>
                </a:lnTo>
                <a:close/>
              </a:path>
            </a:pathLst>
          </a:custGeom>
          <a:solidFill>
            <a:srgbClr val="FFFFFF">
              <a:alpha val="1960"/>
            </a:srgbClr>
          </a:solidFill>
        </p:spPr>
        <p:txBody>
          <a:bodyPr wrap="square" lIns="0" tIns="0" rIns="0" bIns="0" rtlCol="0"/>
          <a:lstStyle/>
          <a:p>
            <a:endParaRPr/>
          </a:p>
        </p:txBody>
      </p:sp>
      <p:sp>
        <p:nvSpPr>
          <p:cNvPr id="33" name="object 33"/>
          <p:cNvSpPr/>
          <p:nvPr/>
        </p:nvSpPr>
        <p:spPr>
          <a:xfrm>
            <a:off x="7226808" y="251459"/>
            <a:ext cx="79375" cy="79375"/>
          </a:xfrm>
          <a:custGeom>
            <a:avLst/>
            <a:gdLst/>
            <a:ahLst/>
            <a:cxnLst/>
            <a:rect l="l" t="t" r="r" b="b"/>
            <a:pathLst>
              <a:path w="79375" h="79375">
                <a:moveTo>
                  <a:pt x="79248" y="0"/>
                </a:moveTo>
                <a:lnTo>
                  <a:pt x="0" y="0"/>
                </a:lnTo>
                <a:lnTo>
                  <a:pt x="0" y="79248"/>
                </a:lnTo>
                <a:lnTo>
                  <a:pt x="79248" y="79248"/>
                </a:lnTo>
                <a:lnTo>
                  <a:pt x="79248" y="72898"/>
                </a:lnTo>
                <a:lnTo>
                  <a:pt x="79248" y="12700"/>
                </a:lnTo>
                <a:lnTo>
                  <a:pt x="79248" y="0"/>
                </a:lnTo>
                <a:close/>
              </a:path>
            </a:pathLst>
          </a:custGeom>
          <a:solidFill>
            <a:srgbClr val="FFFFFF">
              <a:alpha val="1960"/>
            </a:srgbClr>
          </a:solidFill>
        </p:spPr>
        <p:txBody>
          <a:bodyPr wrap="square" lIns="0" tIns="0" rIns="0" bIns="0" rtlCol="0"/>
          <a:lstStyle/>
          <a:p>
            <a:endParaRPr/>
          </a:p>
        </p:txBody>
      </p:sp>
      <p:sp>
        <p:nvSpPr>
          <p:cNvPr id="34" name="object 34"/>
          <p:cNvSpPr/>
          <p:nvPr/>
        </p:nvSpPr>
        <p:spPr>
          <a:xfrm>
            <a:off x="7571232" y="1460499"/>
            <a:ext cx="151130" cy="148590"/>
          </a:xfrm>
          <a:custGeom>
            <a:avLst/>
            <a:gdLst/>
            <a:ahLst/>
            <a:cxnLst/>
            <a:rect l="l" t="t" r="r" b="b"/>
            <a:pathLst>
              <a:path w="151129" h="148590">
                <a:moveTo>
                  <a:pt x="150876" y="0"/>
                </a:moveTo>
                <a:lnTo>
                  <a:pt x="0" y="0"/>
                </a:lnTo>
                <a:lnTo>
                  <a:pt x="0" y="12700"/>
                </a:lnTo>
                <a:lnTo>
                  <a:pt x="6096" y="12700"/>
                </a:lnTo>
                <a:lnTo>
                  <a:pt x="6096" y="134620"/>
                </a:lnTo>
                <a:lnTo>
                  <a:pt x="0" y="134620"/>
                </a:lnTo>
                <a:lnTo>
                  <a:pt x="0" y="142240"/>
                </a:lnTo>
                <a:lnTo>
                  <a:pt x="0" y="148590"/>
                </a:lnTo>
                <a:lnTo>
                  <a:pt x="150876" y="148590"/>
                </a:lnTo>
                <a:lnTo>
                  <a:pt x="150876" y="142240"/>
                </a:lnTo>
                <a:lnTo>
                  <a:pt x="150876" y="134620"/>
                </a:lnTo>
                <a:lnTo>
                  <a:pt x="150876" y="12700"/>
                </a:lnTo>
                <a:lnTo>
                  <a:pt x="150876" y="0"/>
                </a:lnTo>
                <a:close/>
              </a:path>
            </a:pathLst>
          </a:custGeom>
          <a:solidFill>
            <a:srgbClr val="FFFFFF">
              <a:alpha val="1960"/>
            </a:srgbClr>
          </a:solidFill>
        </p:spPr>
        <p:txBody>
          <a:bodyPr wrap="square" lIns="0" tIns="0" rIns="0" bIns="0" rtlCol="0"/>
          <a:lstStyle/>
          <a:p>
            <a:endParaRPr/>
          </a:p>
        </p:txBody>
      </p:sp>
      <p:sp>
        <p:nvSpPr>
          <p:cNvPr id="35" name="object 35"/>
          <p:cNvSpPr/>
          <p:nvPr/>
        </p:nvSpPr>
        <p:spPr>
          <a:xfrm>
            <a:off x="4946904" y="1603247"/>
            <a:ext cx="68580" cy="67310"/>
          </a:xfrm>
          <a:custGeom>
            <a:avLst/>
            <a:gdLst/>
            <a:ahLst/>
            <a:cxnLst/>
            <a:rect l="l" t="t" r="r" b="b"/>
            <a:pathLst>
              <a:path w="68579" h="67310">
                <a:moveTo>
                  <a:pt x="68580" y="0"/>
                </a:moveTo>
                <a:lnTo>
                  <a:pt x="62230" y="0"/>
                </a:lnTo>
                <a:lnTo>
                  <a:pt x="62230" y="54229"/>
                </a:lnTo>
                <a:lnTo>
                  <a:pt x="62230" y="60706"/>
                </a:lnTo>
                <a:lnTo>
                  <a:pt x="60960" y="60706"/>
                </a:lnTo>
                <a:lnTo>
                  <a:pt x="60960" y="54229"/>
                </a:lnTo>
                <a:lnTo>
                  <a:pt x="62230" y="54229"/>
                </a:lnTo>
                <a:lnTo>
                  <a:pt x="62230" y="0"/>
                </a:lnTo>
                <a:lnTo>
                  <a:pt x="0" y="0"/>
                </a:lnTo>
                <a:lnTo>
                  <a:pt x="0" y="67056"/>
                </a:lnTo>
                <a:lnTo>
                  <a:pt x="68580" y="67056"/>
                </a:lnTo>
                <a:lnTo>
                  <a:pt x="68580" y="60706"/>
                </a:lnTo>
                <a:lnTo>
                  <a:pt x="68580" y="12827"/>
                </a:lnTo>
                <a:lnTo>
                  <a:pt x="68580" y="0"/>
                </a:lnTo>
                <a:close/>
              </a:path>
            </a:pathLst>
          </a:custGeom>
          <a:solidFill>
            <a:srgbClr val="FFFFFF">
              <a:alpha val="1960"/>
            </a:srgbClr>
          </a:solidFill>
        </p:spPr>
        <p:txBody>
          <a:bodyPr wrap="square" lIns="0" tIns="0" rIns="0" bIns="0" rtlCol="0"/>
          <a:lstStyle/>
          <a:p>
            <a:endParaRPr/>
          </a:p>
        </p:txBody>
      </p:sp>
      <p:sp>
        <p:nvSpPr>
          <p:cNvPr id="36" name="object 36"/>
          <p:cNvSpPr/>
          <p:nvPr/>
        </p:nvSpPr>
        <p:spPr>
          <a:xfrm>
            <a:off x="5059680" y="736599"/>
            <a:ext cx="106680" cy="109220"/>
          </a:xfrm>
          <a:custGeom>
            <a:avLst/>
            <a:gdLst/>
            <a:ahLst/>
            <a:cxnLst/>
            <a:rect l="l" t="t" r="r" b="b"/>
            <a:pathLst>
              <a:path w="106679" h="109219">
                <a:moveTo>
                  <a:pt x="106680" y="0"/>
                </a:moveTo>
                <a:lnTo>
                  <a:pt x="100330" y="0"/>
                </a:lnTo>
                <a:lnTo>
                  <a:pt x="100330" y="96520"/>
                </a:lnTo>
                <a:lnTo>
                  <a:pt x="100330" y="102870"/>
                </a:lnTo>
                <a:lnTo>
                  <a:pt x="99060" y="102870"/>
                </a:lnTo>
                <a:lnTo>
                  <a:pt x="99060" y="96520"/>
                </a:lnTo>
                <a:lnTo>
                  <a:pt x="100330" y="96520"/>
                </a:lnTo>
                <a:lnTo>
                  <a:pt x="100330" y="0"/>
                </a:lnTo>
                <a:lnTo>
                  <a:pt x="0" y="0"/>
                </a:lnTo>
                <a:lnTo>
                  <a:pt x="0" y="12700"/>
                </a:lnTo>
                <a:lnTo>
                  <a:pt x="0" y="96520"/>
                </a:lnTo>
                <a:lnTo>
                  <a:pt x="0" y="102870"/>
                </a:lnTo>
                <a:lnTo>
                  <a:pt x="0" y="109220"/>
                </a:lnTo>
                <a:lnTo>
                  <a:pt x="106680" y="109220"/>
                </a:lnTo>
                <a:lnTo>
                  <a:pt x="106680" y="102870"/>
                </a:lnTo>
                <a:lnTo>
                  <a:pt x="106680" y="96520"/>
                </a:lnTo>
                <a:lnTo>
                  <a:pt x="106680" y="12700"/>
                </a:lnTo>
                <a:lnTo>
                  <a:pt x="106680" y="0"/>
                </a:lnTo>
                <a:close/>
              </a:path>
            </a:pathLst>
          </a:custGeom>
          <a:solidFill>
            <a:srgbClr val="FFFFFF">
              <a:alpha val="1960"/>
            </a:srgbClr>
          </a:solidFill>
        </p:spPr>
        <p:txBody>
          <a:bodyPr wrap="square" lIns="0" tIns="0" rIns="0" bIns="0" rtlCol="0"/>
          <a:lstStyle/>
          <a:p>
            <a:endParaRPr/>
          </a:p>
        </p:txBody>
      </p:sp>
      <p:sp>
        <p:nvSpPr>
          <p:cNvPr id="37" name="object 37"/>
          <p:cNvSpPr/>
          <p:nvPr/>
        </p:nvSpPr>
        <p:spPr>
          <a:xfrm>
            <a:off x="3401568" y="1056639"/>
            <a:ext cx="135890" cy="133350"/>
          </a:xfrm>
          <a:custGeom>
            <a:avLst/>
            <a:gdLst/>
            <a:ahLst/>
            <a:cxnLst/>
            <a:rect l="l" t="t" r="r" b="b"/>
            <a:pathLst>
              <a:path w="135889" h="133350">
                <a:moveTo>
                  <a:pt x="135636" y="0"/>
                </a:moveTo>
                <a:lnTo>
                  <a:pt x="0" y="0"/>
                </a:lnTo>
                <a:lnTo>
                  <a:pt x="0" y="12700"/>
                </a:lnTo>
                <a:lnTo>
                  <a:pt x="0" y="120650"/>
                </a:lnTo>
                <a:lnTo>
                  <a:pt x="0" y="127000"/>
                </a:lnTo>
                <a:lnTo>
                  <a:pt x="0" y="133350"/>
                </a:lnTo>
                <a:lnTo>
                  <a:pt x="135636" y="133350"/>
                </a:lnTo>
                <a:lnTo>
                  <a:pt x="135636" y="127000"/>
                </a:lnTo>
                <a:lnTo>
                  <a:pt x="135636" y="120650"/>
                </a:lnTo>
                <a:lnTo>
                  <a:pt x="135636" y="12700"/>
                </a:lnTo>
                <a:lnTo>
                  <a:pt x="135636" y="0"/>
                </a:lnTo>
                <a:close/>
              </a:path>
            </a:pathLst>
          </a:custGeom>
          <a:solidFill>
            <a:srgbClr val="FFFFFF">
              <a:alpha val="1960"/>
            </a:srgbClr>
          </a:solidFill>
        </p:spPr>
        <p:txBody>
          <a:bodyPr wrap="square" lIns="0" tIns="0" rIns="0" bIns="0" rtlCol="0"/>
          <a:lstStyle/>
          <a:p>
            <a:endParaRPr/>
          </a:p>
        </p:txBody>
      </p:sp>
      <p:sp>
        <p:nvSpPr>
          <p:cNvPr id="38" name="object 38"/>
          <p:cNvSpPr/>
          <p:nvPr/>
        </p:nvSpPr>
        <p:spPr>
          <a:xfrm>
            <a:off x="3339084" y="99059"/>
            <a:ext cx="302260" cy="306070"/>
          </a:xfrm>
          <a:custGeom>
            <a:avLst/>
            <a:gdLst/>
            <a:ahLst/>
            <a:cxnLst/>
            <a:rect l="l" t="t" r="r" b="b"/>
            <a:pathLst>
              <a:path w="302260" h="306070">
                <a:moveTo>
                  <a:pt x="301752" y="0"/>
                </a:moveTo>
                <a:lnTo>
                  <a:pt x="295402" y="0"/>
                </a:lnTo>
                <a:lnTo>
                  <a:pt x="295402" y="293370"/>
                </a:lnTo>
                <a:lnTo>
                  <a:pt x="295402" y="299720"/>
                </a:lnTo>
                <a:lnTo>
                  <a:pt x="289052" y="299720"/>
                </a:lnTo>
                <a:lnTo>
                  <a:pt x="289052" y="298704"/>
                </a:lnTo>
                <a:lnTo>
                  <a:pt x="294132" y="298704"/>
                </a:lnTo>
                <a:lnTo>
                  <a:pt x="294132" y="293370"/>
                </a:lnTo>
                <a:lnTo>
                  <a:pt x="295402" y="293370"/>
                </a:lnTo>
                <a:lnTo>
                  <a:pt x="295402" y="0"/>
                </a:lnTo>
                <a:lnTo>
                  <a:pt x="0" y="0"/>
                </a:lnTo>
                <a:lnTo>
                  <a:pt x="0" y="13970"/>
                </a:lnTo>
                <a:lnTo>
                  <a:pt x="0" y="293370"/>
                </a:lnTo>
                <a:lnTo>
                  <a:pt x="0" y="299720"/>
                </a:lnTo>
                <a:lnTo>
                  <a:pt x="0" y="306070"/>
                </a:lnTo>
                <a:lnTo>
                  <a:pt x="301752" y="306070"/>
                </a:lnTo>
                <a:lnTo>
                  <a:pt x="301752" y="299720"/>
                </a:lnTo>
                <a:lnTo>
                  <a:pt x="301752" y="293370"/>
                </a:lnTo>
                <a:lnTo>
                  <a:pt x="301752" y="13970"/>
                </a:lnTo>
                <a:lnTo>
                  <a:pt x="301752" y="0"/>
                </a:lnTo>
                <a:close/>
              </a:path>
            </a:pathLst>
          </a:custGeom>
          <a:solidFill>
            <a:srgbClr val="FFFFFF">
              <a:alpha val="1960"/>
            </a:srgbClr>
          </a:solidFill>
        </p:spPr>
        <p:txBody>
          <a:bodyPr wrap="square" lIns="0" tIns="0" rIns="0" bIns="0" rtlCol="0"/>
          <a:lstStyle/>
          <a:p>
            <a:endParaRPr/>
          </a:p>
        </p:txBody>
      </p:sp>
      <p:sp>
        <p:nvSpPr>
          <p:cNvPr id="39" name="object 39"/>
          <p:cNvSpPr/>
          <p:nvPr/>
        </p:nvSpPr>
        <p:spPr>
          <a:xfrm>
            <a:off x="2141220" y="225551"/>
            <a:ext cx="79375" cy="76200"/>
          </a:xfrm>
          <a:custGeom>
            <a:avLst/>
            <a:gdLst/>
            <a:ahLst/>
            <a:cxnLst/>
            <a:rect l="l" t="t" r="r" b="b"/>
            <a:pathLst>
              <a:path w="79375" h="76200">
                <a:moveTo>
                  <a:pt x="79248" y="0"/>
                </a:moveTo>
                <a:lnTo>
                  <a:pt x="0" y="0"/>
                </a:lnTo>
                <a:lnTo>
                  <a:pt x="0" y="76200"/>
                </a:lnTo>
                <a:lnTo>
                  <a:pt x="79248" y="76200"/>
                </a:lnTo>
                <a:lnTo>
                  <a:pt x="79248" y="69850"/>
                </a:lnTo>
                <a:lnTo>
                  <a:pt x="79248" y="12700"/>
                </a:lnTo>
                <a:lnTo>
                  <a:pt x="79248" y="0"/>
                </a:lnTo>
                <a:close/>
              </a:path>
            </a:pathLst>
          </a:custGeom>
          <a:solidFill>
            <a:srgbClr val="FFFFFF">
              <a:alpha val="1960"/>
            </a:srgbClr>
          </a:solidFill>
        </p:spPr>
        <p:txBody>
          <a:bodyPr wrap="square" lIns="0" tIns="0" rIns="0" bIns="0" rtlCol="0"/>
          <a:lstStyle/>
          <a:p>
            <a:endParaRPr/>
          </a:p>
        </p:txBody>
      </p:sp>
      <p:sp>
        <p:nvSpPr>
          <p:cNvPr id="40" name="object 40"/>
          <p:cNvSpPr/>
          <p:nvPr/>
        </p:nvSpPr>
        <p:spPr>
          <a:xfrm>
            <a:off x="1929384" y="1115059"/>
            <a:ext cx="160020" cy="158750"/>
          </a:xfrm>
          <a:custGeom>
            <a:avLst/>
            <a:gdLst/>
            <a:ahLst/>
            <a:cxnLst/>
            <a:rect l="l" t="t" r="r" b="b"/>
            <a:pathLst>
              <a:path w="160019" h="158750">
                <a:moveTo>
                  <a:pt x="160020" y="0"/>
                </a:moveTo>
                <a:lnTo>
                  <a:pt x="0" y="0"/>
                </a:lnTo>
                <a:lnTo>
                  <a:pt x="0" y="12700"/>
                </a:lnTo>
                <a:lnTo>
                  <a:pt x="0" y="146050"/>
                </a:lnTo>
                <a:lnTo>
                  <a:pt x="0" y="152400"/>
                </a:lnTo>
                <a:lnTo>
                  <a:pt x="0" y="158750"/>
                </a:lnTo>
                <a:lnTo>
                  <a:pt x="160020" y="158750"/>
                </a:lnTo>
                <a:lnTo>
                  <a:pt x="160020" y="152400"/>
                </a:lnTo>
                <a:lnTo>
                  <a:pt x="160020" y="146050"/>
                </a:lnTo>
                <a:lnTo>
                  <a:pt x="160020" y="12700"/>
                </a:lnTo>
                <a:lnTo>
                  <a:pt x="160020" y="0"/>
                </a:lnTo>
                <a:close/>
              </a:path>
            </a:pathLst>
          </a:custGeom>
          <a:solidFill>
            <a:srgbClr val="FFFFFF">
              <a:alpha val="1960"/>
            </a:srgbClr>
          </a:solidFill>
        </p:spPr>
        <p:txBody>
          <a:bodyPr wrap="square" lIns="0" tIns="0" rIns="0" bIns="0" rtlCol="0"/>
          <a:lstStyle/>
          <a:p>
            <a:endParaRPr/>
          </a:p>
        </p:txBody>
      </p:sp>
      <p:sp>
        <p:nvSpPr>
          <p:cNvPr id="41" name="object 41"/>
          <p:cNvSpPr/>
          <p:nvPr/>
        </p:nvSpPr>
        <p:spPr>
          <a:xfrm>
            <a:off x="1278636" y="520699"/>
            <a:ext cx="140335" cy="140970"/>
          </a:xfrm>
          <a:custGeom>
            <a:avLst/>
            <a:gdLst/>
            <a:ahLst/>
            <a:cxnLst/>
            <a:rect l="l" t="t" r="r" b="b"/>
            <a:pathLst>
              <a:path w="140334" h="140970">
                <a:moveTo>
                  <a:pt x="140208" y="0"/>
                </a:moveTo>
                <a:lnTo>
                  <a:pt x="0" y="0"/>
                </a:lnTo>
                <a:lnTo>
                  <a:pt x="0" y="12700"/>
                </a:lnTo>
                <a:lnTo>
                  <a:pt x="0" y="128270"/>
                </a:lnTo>
                <a:lnTo>
                  <a:pt x="0" y="134620"/>
                </a:lnTo>
                <a:lnTo>
                  <a:pt x="0" y="140970"/>
                </a:lnTo>
                <a:lnTo>
                  <a:pt x="140208" y="140970"/>
                </a:lnTo>
                <a:lnTo>
                  <a:pt x="140208" y="134620"/>
                </a:lnTo>
                <a:lnTo>
                  <a:pt x="140208" y="128270"/>
                </a:lnTo>
                <a:lnTo>
                  <a:pt x="140208" y="12700"/>
                </a:lnTo>
                <a:lnTo>
                  <a:pt x="140208" y="0"/>
                </a:lnTo>
                <a:close/>
              </a:path>
            </a:pathLst>
          </a:custGeom>
          <a:solidFill>
            <a:srgbClr val="FFFFFF">
              <a:alpha val="1960"/>
            </a:srgbClr>
          </a:solidFill>
        </p:spPr>
        <p:txBody>
          <a:bodyPr wrap="square" lIns="0" tIns="0" rIns="0" bIns="0" rtlCol="0"/>
          <a:lstStyle/>
          <a:p>
            <a:endParaRPr/>
          </a:p>
        </p:txBody>
      </p:sp>
      <p:sp>
        <p:nvSpPr>
          <p:cNvPr id="42" name="object 42"/>
          <p:cNvSpPr/>
          <p:nvPr/>
        </p:nvSpPr>
        <p:spPr>
          <a:xfrm>
            <a:off x="3724655" y="2193035"/>
            <a:ext cx="78105" cy="79375"/>
          </a:xfrm>
          <a:custGeom>
            <a:avLst/>
            <a:gdLst/>
            <a:ahLst/>
            <a:cxnLst/>
            <a:rect l="l" t="t" r="r" b="b"/>
            <a:pathLst>
              <a:path w="78104" h="79375">
                <a:moveTo>
                  <a:pt x="77724" y="0"/>
                </a:moveTo>
                <a:lnTo>
                  <a:pt x="71374" y="0"/>
                </a:lnTo>
                <a:lnTo>
                  <a:pt x="71374" y="71628"/>
                </a:lnTo>
                <a:lnTo>
                  <a:pt x="71374" y="72898"/>
                </a:lnTo>
                <a:lnTo>
                  <a:pt x="65024" y="72898"/>
                </a:lnTo>
                <a:lnTo>
                  <a:pt x="65024" y="71628"/>
                </a:lnTo>
                <a:lnTo>
                  <a:pt x="71374" y="71628"/>
                </a:lnTo>
                <a:lnTo>
                  <a:pt x="71374" y="0"/>
                </a:lnTo>
                <a:lnTo>
                  <a:pt x="0" y="0"/>
                </a:lnTo>
                <a:lnTo>
                  <a:pt x="0" y="79248"/>
                </a:lnTo>
                <a:lnTo>
                  <a:pt x="77724" y="79248"/>
                </a:lnTo>
                <a:lnTo>
                  <a:pt x="77724" y="72898"/>
                </a:lnTo>
                <a:lnTo>
                  <a:pt x="77724" y="12700"/>
                </a:lnTo>
                <a:lnTo>
                  <a:pt x="77724" y="0"/>
                </a:lnTo>
                <a:close/>
              </a:path>
            </a:pathLst>
          </a:custGeom>
          <a:solidFill>
            <a:srgbClr val="FFFFFF">
              <a:alpha val="1960"/>
            </a:srgbClr>
          </a:solidFill>
        </p:spPr>
        <p:txBody>
          <a:bodyPr wrap="square" lIns="0" tIns="0" rIns="0" bIns="0" rtlCol="0"/>
          <a:lstStyle/>
          <a:p>
            <a:endParaRPr/>
          </a:p>
        </p:txBody>
      </p:sp>
      <p:sp>
        <p:nvSpPr>
          <p:cNvPr id="43" name="object 43"/>
          <p:cNvSpPr/>
          <p:nvPr/>
        </p:nvSpPr>
        <p:spPr>
          <a:xfrm>
            <a:off x="2045208" y="2344419"/>
            <a:ext cx="96520" cy="99060"/>
          </a:xfrm>
          <a:custGeom>
            <a:avLst/>
            <a:gdLst/>
            <a:ahLst/>
            <a:cxnLst/>
            <a:rect l="l" t="t" r="r" b="b"/>
            <a:pathLst>
              <a:path w="96519" h="99060">
                <a:moveTo>
                  <a:pt x="96012" y="0"/>
                </a:moveTo>
                <a:lnTo>
                  <a:pt x="88138" y="0"/>
                </a:lnTo>
                <a:lnTo>
                  <a:pt x="88138" y="92456"/>
                </a:lnTo>
                <a:lnTo>
                  <a:pt x="88138" y="92710"/>
                </a:lnTo>
                <a:lnTo>
                  <a:pt x="81788" y="92710"/>
                </a:lnTo>
                <a:lnTo>
                  <a:pt x="81788" y="92456"/>
                </a:lnTo>
                <a:lnTo>
                  <a:pt x="88138" y="92456"/>
                </a:lnTo>
                <a:lnTo>
                  <a:pt x="88138" y="0"/>
                </a:lnTo>
                <a:lnTo>
                  <a:pt x="0" y="0"/>
                </a:lnTo>
                <a:lnTo>
                  <a:pt x="0" y="12700"/>
                </a:lnTo>
                <a:lnTo>
                  <a:pt x="0" y="86360"/>
                </a:lnTo>
                <a:lnTo>
                  <a:pt x="0" y="92710"/>
                </a:lnTo>
                <a:lnTo>
                  <a:pt x="0" y="99060"/>
                </a:lnTo>
                <a:lnTo>
                  <a:pt x="96012" y="99060"/>
                </a:lnTo>
                <a:lnTo>
                  <a:pt x="96012" y="92710"/>
                </a:lnTo>
                <a:lnTo>
                  <a:pt x="96012" y="86360"/>
                </a:lnTo>
                <a:lnTo>
                  <a:pt x="96012" y="12700"/>
                </a:lnTo>
                <a:lnTo>
                  <a:pt x="96012" y="0"/>
                </a:lnTo>
                <a:close/>
              </a:path>
            </a:pathLst>
          </a:custGeom>
          <a:solidFill>
            <a:srgbClr val="FFFFFF">
              <a:alpha val="1960"/>
            </a:srgbClr>
          </a:solidFill>
        </p:spPr>
        <p:txBody>
          <a:bodyPr wrap="square" lIns="0" tIns="0" rIns="0" bIns="0" rtlCol="0"/>
          <a:lstStyle/>
          <a:p>
            <a:endParaRPr/>
          </a:p>
        </p:txBody>
      </p:sp>
      <p:sp>
        <p:nvSpPr>
          <p:cNvPr id="44" name="object 44"/>
          <p:cNvSpPr/>
          <p:nvPr/>
        </p:nvSpPr>
        <p:spPr>
          <a:xfrm>
            <a:off x="4040124" y="3438144"/>
            <a:ext cx="53340" cy="58419"/>
          </a:xfrm>
          <a:custGeom>
            <a:avLst/>
            <a:gdLst/>
            <a:ahLst/>
            <a:cxnLst/>
            <a:rect l="l" t="t" r="r" b="b"/>
            <a:pathLst>
              <a:path w="53339" h="58420">
                <a:moveTo>
                  <a:pt x="53340" y="0"/>
                </a:moveTo>
                <a:lnTo>
                  <a:pt x="0" y="0"/>
                </a:lnTo>
                <a:lnTo>
                  <a:pt x="0" y="57912"/>
                </a:lnTo>
                <a:lnTo>
                  <a:pt x="53340" y="57912"/>
                </a:lnTo>
                <a:lnTo>
                  <a:pt x="53340" y="51435"/>
                </a:lnTo>
                <a:lnTo>
                  <a:pt x="53340" y="12827"/>
                </a:lnTo>
                <a:lnTo>
                  <a:pt x="53340" y="0"/>
                </a:lnTo>
                <a:close/>
              </a:path>
            </a:pathLst>
          </a:custGeom>
          <a:solidFill>
            <a:srgbClr val="FFFFFF">
              <a:alpha val="1960"/>
            </a:srgbClr>
          </a:solidFill>
        </p:spPr>
        <p:txBody>
          <a:bodyPr wrap="square" lIns="0" tIns="0" rIns="0" bIns="0" rtlCol="0"/>
          <a:lstStyle/>
          <a:p>
            <a:endParaRPr/>
          </a:p>
        </p:txBody>
      </p:sp>
      <p:sp>
        <p:nvSpPr>
          <p:cNvPr id="45" name="object 45"/>
          <p:cNvSpPr/>
          <p:nvPr/>
        </p:nvSpPr>
        <p:spPr>
          <a:xfrm>
            <a:off x="2488692" y="4700270"/>
            <a:ext cx="96520" cy="95250"/>
          </a:xfrm>
          <a:custGeom>
            <a:avLst/>
            <a:gdLst/>
            <a:ahLst/>
            <a:cxnLst/>
            <a:rect l="l" t="t" r="r" b="b"/>
            <a:pathLst>
              <a:path w="96519" h="95250">
                <a:moveTo>
                  <a:pt x="96012" y="0"/>
                </a:moveTo>
                <a:lnTo>
                  <a:pt x="0" y="0"/>
                </a:lnTo>
                <a:lnTo>
                  <a:pt x="0" y="12700"/>
                </a:lnTo>
                <a:lnTo>
                  <a:pt x="0" y="82550"/>
                </a:lnTo>
                <a:lnTo>
                  <a:pt x="0" y="88900"/>
                </a:lnTo>
                <a:lnTo>
                  <a:pt x="0" y="95250"/>
                </a:lnTo>
                <a:lnTo>
                  <a:pt x="96012" y="95250"/>
                </a:lnTo>
                <a:lnTo>
                  <a:pt x="96012" y="88900"/>
                </a:lnTo>
                <a:lnTo>
                  <a:pt x="96012" y="82550"/>
                </a:lnTo>
                <a:lnTo>
                  <a:pt x="96012" y="12700"/>
                </a:lnTo>
                <a:lnTo>
                  <a:pt x="96012" y="0"/>
                </a:lnTo>
                <a:close/>
              </a:path>
            </a:pathLst>
          </a:custGeom>
          <a:solidFill>
            <a:srgbClr val="FFFFFF">
              <a:alpha val="1960"/>
            </a:srgbClr>
          </a:solidFill>
        </p:spPr>
        <p:txBody>
          <a:bodyPr wrap="square" lIns="0" tIns="0" rIns="0" bIns="0" rtlCol="0"/>
          <a:lstStyle/>
          <a:p>
            <a:endParaRPr/>
          </a:p>
        </p:txBody>
      </p:sp>
      <p:sp>
        <p:nvSpPr>
          <p:cNvPr id="46" name="object 46"/>
          <p:cNvSpPr/>
          <p:nvPr/>
        </p:nvSpPr>
        <p:spPr>
          <a:xfrm>
            <a:off x="6772656" y="5437632"/>
            <a:ext cx="56515" cy="55244"/>
          </a:xfrm>
          <a:custGeom>
            <a:avLst/>
            <a:gdLst/>
            <a:ahLst/>
            <a:cxnLst/>
            <a:rect l="l" t="t" r="r" b="b"/>
            <a:pathLst>
              <a:path w="56515" h="55245">
                <a:moveTo>
                  <a:pt x="56388" y="0"/>
                </a:moveTo>
                <a:lnTo>
                  <a:pt x="0" y="0"/>
                </a:lnTo>
                <a:lnTo>
                  <a:pt x="0" y="54864"/>
                </a:lnTo>
                <a:lnTo>
                  <a:pt x="56388" y="54864"/>
                </a:lnTo>
                <a:lnTo>
                  <a:pt x="56388" y="46990"/>
                </a:lnTo>
                <a:lnTo>
                  <a:pt x="56388" y="12573"/>
                </a:lnTo>
                <a:lnTo>
                  <a:pt x="56388" y="0"/>
                </a:lnTo>
                <a:close/>
              </a:path>
            </a:pathLst>
          </a:custGeom>
          <a:solidFill>
            <a:srgbClr val="FFFFFF">
              <a:alpha val="1960"/>
            </a:srgbClr>
          </a:solidFill>
        </p:spPr>
        <p:txBody>
          <a:bodyPr wrap="square" lIns="0" tIns="0" rIns="0" bIns="0" rtlCol="0"/>
          <a:lstStyle/>
          <a:p>
            <a:endParaRPr/>
          </a:p>
        </p:txBody>
      </p:sp>
      <p:sp>
        <p:nvSpPr>
          <p:cNvPr id="47" name="object 47"/>
          <p:cNvSpPr/>
          <p:nvPr/>
        </p:nvSpPr>
        <p:spPr>
          <a:xfrm>
            <a:off x="4645152" y="5900927"/>
            <a:ext cx="35560" cy="35560"/>
          </a:xfrm>
          <a:custGeom>
            <a:avLst/>
            <a:gdLst/>
            <a:ahLst/>
            <a:cxnLst/>
            <a:rect l="l" t="t" r="r" b="b"/>
            <a:pathLst>
              <a:path w="35560" h="35560">
                <a:moveTo>
                  <a:pt x="35052" y="0"/>
                </a:moveTo>
                <a:lnTo>
                  <a:pt x="0" y="0"/>
                </a:lnTo>
                <a:lnTo>
                  <a:pt x="0" y="35052"/>
                </a:lnTo>
                <a:lnTo>
                  <a:pt x="35052" y="35052"/>
                </a:lnTo>
                <a:lnTo>
                  <a:pt x="35052" y="28676"/>
                </a:lnTo>
                <a:lnTo>
                  <a:pt x="35052" y="12750"/>
                </a:lnTo>
                <a:lnTo>
                  <a:pt x="35052" y="0"/>
                </a:lnTo>
                <a:close/>
              </a:path>
            </a:pathLst>
          </a:custGeom>
          <a:solidFill>
            <a:srgbClr val="FFFFFF">
              <a:alpha val="1960"/>
            </a:srgbClr>
          </a:solidFill>
        </p:spPr>
        <p:txBody>
          <a:bodyPr wrap="square" lIns="0" tIns="0" rIns="0" bIns="0" rtlCol="0"/>
          <a:lstStyle/>
          <a:p>
            <a:endParaRPr/>
          </a:p>
        </p:txBody>
      </p:sp>
      <p:sp>
        <p:nvSpPr>
          <p:cNvPr id="48" name="object 48"/>
          <p:cNvSpPr/>
          <p:nvPr/>
        </p:nvSpPr>
        <p:spPr>
          <a:xfrm>
            <a:off x="6763511" y="3977639"/>
            <a:ext cx="27940" cy="27940"/>
          </a:xfrm>
          <a:custGeom>
            <a:avLst/>
            <a:gdLst/>
            <a:ahLst/>
            <a:cxnLst/>
            <a:rect l="l" t="t" r="r" b="b"/>
            <a:pathLst>
              <a:path w="27940" h="27939">
                <a:moveTo>
                  <a:pt x="27432" y="0"/>
                </a:moveTo>
                <a:lnTo>
                  <a:pt x="0" y="0"/>
                </a:lnTo>
                <a:lnTo>
                  <a:pt x="0" y="27432"/>
                </a:lnTo>
                <a:lnTo>
                  <a:pt x="27432" y="27432"/>
                </a:lnTo>
                <a:lnTo>
                  <a:pt x="27432" y="19304"/>
                </a:lnTo>
                <a:lnTo>
                  <a:pt x="27432" y="12954"/>
                </a:lnTo>
                <a:lnTo>
                  <a:pt x="27432" y="0"/>
                </a:lnTo>
                <a:close/>
              </a:path>
            </a:pathLst>
          </a:custGeom>
          <a:solidFill>
            <a:srgbClr val="FFFFFF">
              <a:alpha val="1960"/>
            </a:srgbClr>
          </a:solidFill>
        </p:spPr>
        <p:txBody>
          <a:bodyPr wrap="square" lIns="0" tIns="0" rIns="0" bIns="0" rtlCol="0"/>
          <a:lstStyle/>
          <a:p>
            <a:endParaRPr/>
          </a:p>
        </p:txBody>
      </p:sp>
      <p:sp>
        <p:nvSpPr>
          <p:cNvPr id="49" name="object 49"/>
          <p:cNvSpPr/>
          <p:nvPr/>
        </p:nvSpPr>
        <p:spPr>
          <a:xfrm>
            <a:off x="9948672" y="3618229"/>
            <a:ext cx="113030" cy="115570"/>
          </a:xfrm>
          <a:custGeom>
            <a:avLst/>
            <a:gdLst/>
            <a:ahLst/>
            <a:cxnLst/>
            <a:rect l="l" t="t" r="r" b="b"/>
            <a:pathLst>
              <a:path w="113029" h="115570">
                <a:moveTo>
                  <a:pt x="112776" y="0"/>
                </a:moveTo>
                <a:lnTo>
                  <a:pt x="0" y="0"/>
                </a:lnTo>
                <a:lnTo>
                  <a:pt x="0" y="12700"/>
                </a:lnTo>
                <a:lnTo>
                  <a:pt x="0" y="102870"/>
                </a:lnTo>
                <a:lnTo>
                  <a:pt x="0" y="109220"/>
                </a:lnTo>
                <a:lnTo>
                  <a:pt x="0" y="115570"/>
                </a:lnTo>
                <a:lnTo>
                  <a:pt x="112776" y="115570"/>
                </a:lnTo>
                <a:lnTo>
                  <a:pt x="112776" y="109220"/>
                </a:lnTo>
                <a:lnTo>
                  <a:pt x="112776" y="102870"/>
                </a:lnTo>
                <a:lnTo>
                  <a:pt x="112776" y="12700"/>
                </a:lnTo>
                <a:lnTo>
                  <a:pt x="112776" y="0"/>
                </a:lnTo>
                <a:close/>
              </a:path>
            </a:pathLst>
          </a:custGeom>
          <a:solidFill>
            <a:srgbClr val="FFFFFF">
              <a:alpha val="1960"/>
            </a:srgbClr>
          </a:solidFill>
        </p:spPr>
        <p:txBody>
          <a:bodyPr wrap="square" lIns="0" tIns="0" rIns="0" bIns="0" rtlCol="0"/>
          <a:lstStyle/>
          <a:p>
            <a:endParaRPr/>
          </a:p>
        </p:txBody>
      </p:sp>
      <p:sp>
        <p:nvSpPr>
          <p:cNvPr id="50" name="object 50"/>
          <p:cNvSpPr/>
          <p:nvPr/>
        </p:nvSpPr>
        <p:spPr>
          <a:xfrm>
            <a:off x="9745980" y="5151120"/>
            <a:ext cx="205740" cy="208279"/>
          </a:xfrm>
          <a:custGeom>
            <a:avLst/>
            <a:gdLst/>
            <a:ahLst/>
            <a:cxnLst/>
            <a:rect l="l" t="t" r="r" b="b"/>
            <a:pathLst>
              <a:path w="205740" h="208279">
                <a:moveTo>
                  <a:pt x="205740" y="0"/>
                </a:moveTo>
                <a:lnTo>
                  <a:pt x="0" y="0"/>
                </a:lnTo>
                <a:lnTo>
                  <a:pt x="0" y="12700"/>
                </a:lnTo>
                <a:lnTo>
                  <a:pt x="0" y="195580"/>
                </a:lnTo>
                <a:lnTo>
                  <a:pt x="0" y="201930"/>
                </a:lnTo>
                <a:lnTo>
                  <a:pt x="0" y="208280"/>
                </a:lnTo>
                <a:lnTo>
                  <a:pt x="205740" y="208280"/>
                </a:lnTo>
                <a:lnTo>
                  <a:pt x="205740" y="201930"/>
                </a:lnTo>
                <a:lnTo>
                  <a:pt x="205740" y="195580"/>
                </a:lnTo>
                <a:lnTo>
                  <a:pt x="205740" y="12700"/>
                </a:lnTo>
                <a:lnTo>
                  <a:pt x="205740" y="0"/>
                </a:lnTo>
                <a:close/>
              </a:path>
            </a:pathLst>
          </a:custGeom>
          <a:solidFill>
            <a:srgbClr val="FFFFFF">
              <a:alpha val="1960"/>
            </a:srgbClr>
          </a:solidFill>
        </p:spPr>
        <p:txBody>
          <a:bodyPr wrap="square" lIns="0" tIns="0" rIns="0" bIns="0" rtlCol="0"/>
          <a:lstStyle/>
          <a:p>
            <a:endParaRPr/>
          </a:p>
        </p:txBody>
      </p:sp>
      <p:sp>
        <p:nvSpPr>
          <p:cNvPr id="51" name="object 51"/>
          <p:cNvSpPr/>
          <p:nvPr/>
        </p:nvSpPr>
        <p:spPr>
          <a:xfrm>
            <a:off x="10732008" y="4587239"/>
            <a:ext cx="79375" cy="81280"/>
          </a:xfrm>
          <a:custGeom>
            <a:avLst/>
            <a:gdLst/>
            <a:ahLst/>
            <a:cxnLst/>
            <a:rect l="l" t="t" r="r" b="b"/>
            <a:pathLst>
              <a:path w="79375" h="81279">
                <a:moveTo>
                  <a:pt x="79248" y="0"/>
                </a:moveTo>
                <a:lnTo>
                  <a:pt x="72898" y="0"/>
                </a:lnTo>
                <a:lnTo>
                  <a:pt x="72898" y="73152"/>
                </a:lnTo>
                <a:lnTo>
                  <a:pt x="72898" y="74295"/>
                </a:lnTo>
                <a:lnTo>
                  <a:pt x="66548" y="74295"/>
                </a:lnTo>
                <a:lnTo>
                  <a:pt x="66548" y="73152"/>
                </a:lnTo>
                <a:lnTo>
                  <a:pt x="72898" y="73152"/>
                </a:lnTo>
                <a:lnTo>
                  <a:pt x="72898" y="0"/>
                </a:lnTo>
                <a:lnTo>
                  <a:pt x="0" y="0"/>
                </a:lnTo>
                <a:lnTo>
                  <a:pt x="0" y="80772"/>
                </a:lnTo>
                <a:lnTo>
                  <a:pt x="79248" y="80772"/>
                </a:lnTo>
                <a:lnTo>
                  <a:pt x="79248" y="74295"/>
                </a:lnTo>
                <a:lnTo>
                  <a:pt x="79248" y="12954"/>
                </a:lnTo>
                <a:lnTo>
                  <a:pt x="79248" y="0"/>
                </a:lnTo>
                <a:close/>
              </a:path>
            </a:pathLst>
          </a:custGeom>
          <a:solidFill>
            <a:srgbClr val="FFFFFF">
              <a:alpha val="1960"/>
            </a:srgbClr>
          </a:solidFill>
        </p:spPr>
        <p:txBody>
          <a:bodyPr wrap="square" lIns="0" tIns="0" rIns="0" bIns="0" rtlCol="0"/>
          <a:lstStyle/>
          <a:p>
            <a:endParaRPr/>
          </a:p>
        </p:txBody>
      </p:sp>
      <p:sp>
        <p:nvSpPr>
          <p:cNvPr id="52" name="object 52"/>
          <p:cNvSpPr/>
          <p:nvPr/>
        </p:nvSpPr>
        <p:spPr>
          <a:xfrm>
            <a:off x="8500872" y="2851149"/>
            <a:ext cx="147955" cy="149860"/>
          </a:xfrm>
          <a:custGeom>
            <a:avLst/>
            <a:gdLst/>
            <a:ahLst/>
            <a:cxnLst/>
            <a:rect l="l" t="t" r="r" b="b"/>
            <a:pathLst>
              <a:path w="147954" h="149860">
                <a:moveTo>
                  <a:pt x="147828" y="0"/>
                </a:moveTo>
                <a:lnTo>
                  <a:pt x="0" y="0"/>
                </a:lnTo>
                <a:lnTo>
                  <a:pt x="0" y="15240"/>
                </a:lnTo>
                <a:lnTo>
                  <a:pt x="0" y="137160"/>
                </a:lnTo>
                <a:lnTo>
                  <a:pt x="0" y="143510"/>
                </a:lnTo>
                <a:lnTo>
                  <a:pt x="0" y="149860"/>
                </a:lnTo>
                <a:lnTo>
                  <a:pt x="147828" y="149860"/>
                </a:lnTo>
                <a:lnTo>
                  <a:pt x="147828" y="143510"/>
                </a:lnTo>
                <a:lnTo>
                  <a:pt x="147828" y="137160"/>
                </a:lnTo>
                <a:lnTo>
                  <a:pt x="147828" y="15240"/>
                </a:lnTo>
                <a:lnTo>
                  <a:pt x="147828" y="0"/>
                </a:lnTo>
                <a:close/>
              </a:path>
            </a:pathLst>
          </a:custGeom>
          <a:solidFill>
            <a:srgbClr val="FFFFFF">
              <a:alpha val="1960"/>
            </a:srgbClr>
          </a:solidFill>
        </p:spPr>
        <p:txBody>
          <a:bodyPr wrap="square" lIns="0" tIns="0" rIns="0" bIns="0" rtlCol="0"/>
          <a:lstStyle/>
          <a:p>
            <a:endParaRPr/>
          </a:p>
        </p:txBody>
      </p:sp>
      <p:sp>
        <p:nvSpPr>
          <p:cNvPr id="53" name="object 53"/>
          <p:cNvSpPr/>
          <p:nvPr/>
        </p:nvSpPr>
        <p:spPr>
          <a:xfrm>
            <a:off x="9310116" y="121919"/>
            <a:ext cx="222885" cy="222250"/>
          </a:xfrm>
          <a:custGeom>
            <a:avLst/>
            <a:gdLst/>
            <a:ahLst/>
            <a:cxnLst/>
            <a:rect l="l" t="t" r="r" b="b"/>
            <a:pathLst>
              <a:path w="222884" h="222250">
                <a:moveTo>
                  <a:pt x="222504" y="0"/>
                </a:moveTo>
                <a:lnTo>
                  <a:pt x="0" y="0"/>
                </a:lnTo>
                <a:lnTo>
                  <a:pt x="0" y="12700"/>
                </a:lnTo>
                <a:lnTo>
                  <a:pt x="0" y="208280"/>
                </a:lnTo>
                <a:lnTo>
                  <a:pt x="0" y="214630"/>
                </a:lnTo>
                <a:lnTo>
                  <a:pt x="0" y="222250"/>
                </a:lnTo>
                <a:lnTo>
                  <a:pt x="222504" y="222250"/>
                </a:lnTo>
                <a:lnTo>
                  <a:pt x="222504" y="214630"/>
                </a:lnTo>
                <a:lnTo>
                  <a:pt x="222504" y="208280"/>
                </a:lnTo>
                <a:lnTo>
                  <a:pt x="222504" y="12700"/>
                </a:lnTo>
                <a:lnTo>
                  <a:pt x="222504" y="0"/>
                </a:lnTo>
                <a:close/>
              </a:path>
            </a:pathLst>
          </a:custGeom>
          <a:solidFill>
            <a:srgbClr val="FFFFFF">
              <a:alpha val="1960"/>
            </a:srgbClr>
          </a:solidFill>
        </p:spPr>
        <p:txBody>
          <a:bodyPr wrap="square" lIns="0" tIns="0" rIns="0" bIns="0" rtlCol="0"/>
          <a:lstStyle/>
          <a:p>
            <a:endParaRPr/>
          </a:p>
        </p:txBody>
      </p:sp>
      <p:sp>
        <p:nvSpPr>
          <p:cNvPr id="54" name="object 54"/>
          <p:cNvSpPr/>
          <p:nvPr/>
        </p:nvSpPr>
        <p:spPr>
          <a:xfrm>
            <a:off x="10616184" y="657859"/>
            <a:ext cx="104139" cy="106680"/>
          </a:xfrm>
          <a:custGeom>
            <a:avLst/>
            <a:gdLst/>
            <a:ahLst/>
            <a:cxnLst/>
            <a:rect l="l" t="t" r="r" b="b"/>
            <a:pathLst>
              <a:path w="104140" h="106679">
                <a:moveTo>
                  <a:pt x="103632" y="0"/>
                </a:moveTo>
                <a:lnTo>
                  <a:pt x="0" y="0"/>
                </a:lnTo>
                <a:lnTo>
                  <a:pt x="0" y="12700"/>
                </a:lnTo>
                <a:lnTo>
                  <a:pt x="0" y="93980"/>
                </a:lnTo>
                <a:lnTo>
                  <a:pt x="0" y="100330"/>
                </a:lnTo>
                <a:lnTo>
                  <a:pt x="0" y="106680"/>
                </a:lnTo>
                <a:lnTo>
                  <a:pt x="103632" y="106680"/>
                </a:lnTo>
                <a:lnTo>
                  <a:pt x="103632" y="100330"/>
                </a:lnTo>
                <a:lnTo>
                  <a:pt x="103632" y="93980"/>
                </a:lnTo>
                <a:lnTo>
                  <a:pt x="103632" y="12700"/>
                </a:lnTo>
                <a:lnTo>
                  <a:pt x="103632" y="0"/>
                </a:lnTo>
                <a:close/>
              </a:path>
            </a:pathLst>
          </a:custGeom>
          <a:solidFill>
            <a:srgbClr val="FFFFFF">
              <a:alpha val="1960"/>
            </a:srgbClr>
          </a:solidFill>
        </p:spPr>
        <p:txBody>
          <a:bodyPr wrap="square" lIns="0" tIns="0" rIns="0" bIns="0" rtlCol="0"/>
          <a:lstStyle/>
          <a:p>
            <a:endParaRPr/>
          </a:p>
        </p:txBody>
      </p:sp>
      <p:sp>
        <p:nvSpPr>
          <p:cNvPr id="55" name="object 55"/>
          <p:cNvSpPr/>
          <p:nvPr/>
        </p:nvSpPr>
        <p:spPr>
          <a:xfrm>
            <a:off x="10579608" y="8889"/>
            <a:ext cx="218440" cy="219710"/>
          </a:xfrm>
          <a:custGeom>
            <a:avLst/>
            <a:gdLst/>
            <a:ahLst/>
            <a:cxnLst/>
            <a:rect l="l" t="t" r="r" b="b"/>
            <a:pathLst>
              <a:path w="218440" h="219710">
                <a:moveTo>
                  <a:pt x="217932" y="0"/>
                </a:moveTo>
                <a:lnTo>
                  <a:pt x="0" y="0"/>
                </a:lnTo>
                <a:lnTo>
                  <a:pt x="0" y="12700"/>
                </a:lnTo>
                <a:lnTo>
                  <a:pt x="0" y="205740"/>
                </a:lnTo>
                <a:lnTo>
                  <a:pt x="0" y="212090"/>
                </a:lnTo>
                <a:lnTo>
                  <a:pt x="0" y="219710"/>
                </a:lnTo>
                <a:lnTo>
                  <a:pt x="217932" y="219710"/>
                </a:lnTo>
                <a:lnTo>
                  <a:pt x="217932" y="212090"/>
                </a:lnTo>
                <a:lnTo>
                  <a:pt x="217932" y="205740"/>
                </a:lnTo>
                <a:lnTo>
                  <a:pt x="217932" y="12700"/>
                </a:lnTo>
                <a:lnTo>
                  <a:pt x="217932" y="0"/>
                </a:lnTo>
                <a:close/>
              </a:path>
            </a:pathLst>
          </a:custGeom>
          <a:solidFill>
            <a:srgbClr val="FFFFFF">
              <a:alpha val="1960"/>
            </a:srgbClr>
          </a:solidFill>
        </p:spPr>
        <p:txBody>
          <a:bodyPr wrap="square" lIns="0" tIns="0" rIns="0" bIns="0" rtlCol="0"/>
          <a:lstStyle/>
          <a:p>
            <a:endParaRPr/>
          </a:p>
        </p:txBody>
      </p:sp>
      <p:sp>
        <p:nvSpPr>
          <p:cNvPr id="56" name="object 56"/>
          <p:cNvSpPr/>
          <p:nvPr/>
        </p:nvSpPr>
        <p:spPr>
          <a:xfrm>
            <a:off x="9105900" y="1445259"/>
            <a:ext cx="119380" cy="121920"/>
          </a:xfrm>
          <a:custGeom>
            <a:avLst/>
            <a:gdLst/>
            <a:ahLst/>
            <a:cxnLst/>
            <a:rect l="l" t="t" r="r" b="b"/>
            <a:pathLst>
              <a:path w="119379" h="121919">
                <a:moveTo>
                  <a:pt x="118872" y="0"/>
                </a:moveTo>
                <a:lnTo>
                  <a:pt x="112522" y="0"/>
                </a:lnTo>
                <a:lnTo>
                  <a:pt x="112522" y="115316"/>
                </a:lnTo>
                <a:lnTo>
                  <a:pt x="112522" y="115570"/>
                </a:lnTo>
                <a:lnTo>
                  <a:pt x="106172" y="115570"/>
                </a:lnTo>
                <a:lnTo>
                  <a:pt x="106172" y="115316"/>
                </a:lnTo>
                <a:lnTo>
                  <a:pt x="112522" y="115316"/>
                </a:lnTo>
                <a:lnTo>
                  <a:pt x="112522" y="0"/>
                </a:lnTo>
                <a:lnTo>
                  <a:pt x="0" y="0"/>
                </a:lnTo>
                <a:lnTo>
                  <a:pt x="0" y="12700"/>
                </a:lnTo>
                <a:lnTo>
                  <a:pt x="0" y="109220"/>
                </a:lnTo>
                <a:lnTo>
                  <a:pt x="0" y="115570"/>
                </a:lnTo>
                <a:lnTo>
                  <a:pt x="0" y="121920"/>
                </a:lnTo>
                <a:lnTo>
                  <a:pt x="118872" y="121920"/>
                </a:lnTo>
                <a:lnTo>
                  <a:pt x="118872" y="115570"/>
                </a:lnTo>
                <a:lnTo>
                  <a:pt x="118872" y="109220"/>
                </a:lnTo>
                <a:lnTo>
                  <a:pt x="118872" y="12700"/>
                </a:lnTo>
                <a:lnTo>
                  <a:pt x="118872" y="0"/>
                </a:lnTo>
                <a:close/>
              </a:path>
            </a:pathLst>
          </a:custGeom>
          <a:solidFill>
            <a:srgbClr val="FFFFFF">
              <a:alpha val="1960"/>
            </a:srgbClr>
          </a:solidFill>
        </p:spPr>
        <p:txBody>
          <a:bodyPr wrap="square" lIns="0" tIns="0" rIns="0" bIns="0" rtlCol="0"/>
          <a:lstStyle/>
          <a:p>
            <a:endParaRPr/>
          </a:p>
        </p:txBody>
      </p:sp>
      <p:sp>
        <p:nvSpPr>
          <p:cNvPr id="57" name="object 57"/>
          <p:cNvSpPr/>
          <p:nvPr/>
        </p:nvSpPr>
        <p:spPr>
          <a:xfrm>
            <a:off x="10738104" y="1391919"/>
            <a:ext cx="169545" cy="168910"/>
          </a:xfrm>
          <a:custGeom>
            <a:avLst/>
            <a:gdLst/>
            <a:ahLst/>
            <a:cxnLst/>
            <a:rect l="l" t="t" r="r" b="b"/>
            <a:pathLst>
              <a:path w="169545" h="168909">
                <a:moveTo>
                  <a:pt x="169164" y="0"/>
                </a:moveTo>
                <a:lnTo>
                  <a:pt x="0" y="0"/>
                </a:lnTo>
                <a:lnTo>
                  <a:pt x="0" y="12700"/>
                </a:lnTo>
                <a:lnTo>
                  <a:pt x="0" y="156210"/>
                </a:lnTo>
                <a:lnTo>
                  <a:pt x="0" y="162560"/>
                </a:lnTo>
                <a:lnTo>
                  <a:pt x="0" y="168910"/>
                </a:lnTo>
                <a:lnTo>
                  <a:pt x="169164" y="168910"/>
                </a:lnTo>
                <a:lnTo>
                  <a:pt x="169164" y="162560"/>
                </a:lnTo>
                <a:lnTo>
                  <a:pt x="169164" y="156210"/>
                </a:lnTo>
                <a:lnTo>
                  <a:pt x="169164" y="12700"/>
                </a:lnTo>
                <a:lnTo>
                  <a:pt x="169164" y="0"/>
                </a:lnTo>
                <a:close/>
              </a:path>
            </a:pathLst>
          </a:custGeom>
          <a:solidFill>
            <a:srgbClr val="FFFFFF">
              <a:alpha val="1960"/>
            </a:srgbClr>
          </a:solidFill>
        </p:spPr>
        <p:txBody>
          <a:bodyPr wrap="square" lIns="0" tIns="0" rIns="0" bIns="0" rtlCol="0"/>
          <a:lstStyle/>
          <a:p>
            <a:endParaRPr/>
          </a:p>
        </p:txBody>
      </p:sp>
      <p:sp>
        <p:nvSpPr>
          <p:cNvPr id="58" name="object 58"/>
          <p:cNvSpPr/>
          <p:nvPr/>
        </p:nvSpPr>
        <p:spPr>
          <a:xfrm>
            <a:off x="7882128" y="736599"/>
            <a:ext cx="113030" cy="115570"/>
          </a:xfrm>
          <a:custGeom>
            <a:avLst/>
            <a:gdLst/>
            <a:ahLst/>
            <a:cxnLst/>
            <a:rect l="l" t="t" r="r" b="b"/>
            <a:pathLst>
              <a:path w="113029" h="115569">
                <a:moveTo>
                  <a:pt x="112776" y="0"/>
                </a:moveTo>
                <a:lnTo>
                  <a:pt x="0" y="0"/>
                </a:lnTo>
                <a:lnTo>
                  <a:pt x="0" y="12700"/>
                </a:lnTo>
                <a:lnTo>
                  <a:pt x="0" y="102870"/>
                </a:lnTo>
                <a:lnTo>
                  <a:pt x="0" y="109220"/>
                </a:lnTo>
                <a:lnTo>
                  <a:pt x="0" y="115570"/>
                </a:lnTo>
                <a:lnTo>
                  <a:pt x="112776" y="115570"/>
                </a:lnTo>
                <a:lnTo>
                  <a:pt x="112776" y="109220"/>
                </a:lnTo>
                <a:lnTo>
                  <a:pt x="112776" y="102870"/>
                </a:lnTo>
                <a:lnTo>
                  <a:pt x="112776" y="12700"/>
                </a:lnTo>
                <a:lnTo>
                  <a:pt x="112776" y="0"/>
                </a:lnTo>
                <a:close/>
              </a:path>
            </a:pathLst>
          </a:custGeom>
          <a:solidFill>
            <a:srgbClr val="FFFFFF">
              <a:alpha val="1960"/>
            </a:srgbClr>
          </a:solidFill>
        </p:spPr>
        <p:txBody>
          <a:bodyPr wrap="square" lIns="0" tIns="0" rIns="0" bIns="0" rtlCol="0"/>
          <a:lstStyle/>
          <a:p>
            <a:endParaRPr/>
          </a:p>
        </p:txBody>
      </p:sp>
      <p:sp>
        <p:nvSpPr>
          <p:cNvPr id="59" name="object 59"/>
          <p:cNvSpPr/>
          <p:nvPr/>
        </p:nvSpPr>
        <p:spPr>
          <a:xfrm>
            <a:off x="7789164" y="0"/>
            <a:ext cx="200025" cy="198120"/>
          </a:xfrm>
          <a:custGeom>
            <a:avLst/>
            <a:gdLst/>
            <a:ahLst/>
            <a:cxnLst/>
            <a:rect l="l" t="t" r="r" b="b"/>
            <a:pathLst>
              <a:path w="200025" h="198120">
                <a:moveTo>
                  <a:pt x="199644" y="0"/>
                </a:moveTo>
                <a:lnTo>
                  <a:pt x="0" y="0"/>
                </a:lnTo>
                <a:lnTo>
                  <a:pt x="0" y="12700"/>
                </a:lnTo>
                <a:lnTo>
                  <a:pt x="0" y="185420"/>
                </a:lnTo>
                <a:lnTo>
                  <a:pt x="0" y="191770"/>
                </a:lnTo>
                <a:lnTo>
                  <a:pt x="0" y="198120"/>
                </a:lnTo>
                <a:lnTo>
                  <a:pt x="199644" y="198120"/>
                </a:lnTo>
                <a:lnTo>
                  <a:pt x="199644" y="191770"/>
                </a:lnTo>
                <a:lnTo>
                  <a:pt x="199644" y="185420"/>
                </a:lnTo>
                <a:lnTo>
                  <a:pt x="199644" y="12700"/>
                </a:lnTo>
                <a:lnTo>
                  <a:pt x="199644" y="0"/>
                </a:lnTo>
                <a:close/>
              </a:path>
            </a:pathLst>
          </a:custGeom>
          <a:solidFill>
            <a:srgbClr val="FFFFFF">
              <a:alpha val="1960"/>
            </a:srgbClr>
          </a:solidFill>
        </p:spPr>
        <p:txBody>
          <a:bodyPr wrap="square" lIns="0" tIns="0" rIns="0" bIns="0" rtlCol="0"/>
          <a:lstStyle/>
          <a:p>
            <a:endParaRPr/>
          </a:p>
        </p:txBody>
      </p:sp>
      <p:sp>
        <p:nvSpPr>
          <p:cNvPr id="60" name="object 60"/>
          <p:cNvSpPr/>
          <p:nvPr/>
        </p:nvSpPr>
        <p:spPr>
          <a:xfrm>
            <a:off x="5462016" y="1432559"/>
            <a:ext cx="151130" cy="146050"/>
          </a:xfrm>
          <a:custGeom>
            <a:avLst/>
            <a:gdLst/>
            <a:ahLst/>
            <a:cxnLst/>
            <a:rect l="l" t="t" r="r" b="b"/>
            <a:pathLst>
              <a:path w="151129" h="146050">
                <a:moveTo>
                  <a:pt x="150876" y="0"/>
                </a:moveTo>
                <a:lnTo>
                  <a:pt x="0" y="0"/>
                </a:lnTo>
                <a:lnTo>
                  <a:pt x="0" y="12700"/>
                </a:lnTo>
                <a:lnTo>
                  <a:pt x="0" y="133350"/>
                </a:lnTo>
                <a:lnTo>
                  <a:pt x="0" y="139700"/>
                </a:lnTo>
                <a:lnTo>
                  <a:pt x="0" y="146050"/>
                </a:lnTo>
                <a:lnTo>
                  <a:pt x="150876" y="146050"/>
                </a:lnTo>
                <a:lnTo>
                  <a:pt x="150876" y="139700"/>
                </a:lnTo>
                <a:lnTo>
                  <a:pt x="150876" y="133350"/>
                </a:lnTo>
                <a:lnTo>
                  <a:pt x="150876" y="12700"/>
                </a:lnTo>
                <a:lnTo>
                  <a:pt x="150876" y="0"/>
                </a:lnTo>
                <a:close/>
              </a:path>
            </a:pathLst>
          </a:custGeom>
          <a:solidFill>
            <a:srgbClr val="FFFFFF">
              <a:alpha val="1960"/>
            </a:srgbClr>
          </a:solidFill>
        </p:spPr>
        <p:txBody>
          <a:bodyPr wrap="square" lIns="0" tIns="0" rIns="0" bIns="0" rtlCol="0"/>
          <a:lstStyle/>
          <a:p>
            <a:endParaRPr/>
          </a:p>
        </p:txBody>
      </p:sp>
      <p:sp>
        <p:nvSpPr>
          <p:cNvPr id="61" name="object 61"/>
          <p:cNvSpPr/>
          <p:nvPr/>
        </p:nvSpPr>
        <p:spPr>
          <a:xfrm>
            <a:off x="4442460" y="851915"/>
            <a:ext cx="83820" cy="85725"/>
          </a:xfrm>
          <a:custGeom>
            <a:avLst/>
            <a:gdLst/>
            <a:ahLst/>
            <a:cxnLst/>
            <a:rect l="l" t="t" r="r" b="b"/>
            <a:pathLst>
              <a:path w="83820" h="85725">
                <a:moveTo>
                  <a:pt x="83820" y="0"/>
                </a:moveTo>
                <a:lnTo>
                  <a:pt x="77470" y="0"/>
                </a:lnTo>
                <a:lnTo>
                  <a:pt x="77470" y="77724"/>
                </a:lnTo>
                <a:lnTo>
                  <a:pt x="77470" y="78867"/>
                </a:lnTo>
                <a:lnTo>
                  <a:pt x="71120" y="78867"/>
                </a:lnTo>
                <a:lnTo>
                  <a:pt x="71120" y="77724"/>
                </a:lnTo>
                <a:lnTo>
                  <a:pt x="77470" y="77724"/>
                </a:lnTo>
                <a:lnTo>
                  <a:pt x="77470" y="0"/>
                </a:lnTo>
                <a:lnTo>
                  <a:pt x="0" y="0"/>
                </a:lnTo>
                <a:lnTo>
                  <a:pt x="0" y="85344"/>
                </a:lnTo>
                <a:lnTo>
                  <a:pt x="83820" y="85344"/>
                </a:lnTo>
                <a:lnTo>
                  <a:pt x="83820" y="78867"/>
                </a:lnTo>
                <a:lnTo>
                  <a:pt x="83820" y="12827"/>
                </a:lnTo>
                <a:lnTo>
                  <a:pt x="83820" y="0"/>
                </a:lnTo>
                <a:close/>
              </a:path>
            </a:pathLst>
          </a:custGeom>
          <a:solidFill>
            <a:srgbClr val="FFFFFF">
              <a:alpha val="1960"/>
            </a:srgbClr>
          </a:solidFill>
        </p:spPr>
        <p:txBody>
          <a:bodyPr wrap="square" lIns="0" tIns="0" rIns="0" bIns="0" rtlCol="0"/>
          <a:lstStyle/>
          <a:p>
            <a:endParaRPr/>
          </a:p>
        </p:txBody>
      </p:sp>
      <p:sp>
        <p:nvSpPr>
          <p:cNvPr id="62" name="object 62"/>
          <p:cNvSpPr/>
          <p:nvPr/>
        </p:nvSpPr>
        <p:spPr>
          <a:xfrm>
            <a:off x="3710940" y="1696211"/>
            <a:ext cx="48895" cy="48895"/>
          </a:xfrm>
          <a:custGeom>
            <a:avLst/>
            <a:gdLst/>
            <a:ahLst/>
            <a:cxnLst/>
            <a:rect l="l" t="t" r="r" b="b"/>
            <a:pathLst>
              <a:path w="48895" h="48894">
                <a:moveTo>
                  <a:pt x="48768" y="0"/>
                </a:moveTo>
                <a:lnTo>
                  <a:pt x="0" y="0"/>
                </a:lnTo>
                <a:lnTo>
                  <a:pt x="0" y="48768"/>
                </a:lnTo>
                <a:lnTo>
                  <a:pt x="48768" y="48768"/>
                </a:lnTo>
                <a:lnTo>
                  <a:pt x="48768" y="42418"/>
                </a:lnTo>
                <a:lnTo>
                  <a:pt x="48768" y="12573"/>
                </a:lnTo>
                <a:lnTo>
                  <a:pt x="48768" y="0"/>
                </a:lnTo>
                <a:close/>
              </a:path>
            </a:pathLst>
          </a:custGeom>
          <a:solidFill>
            <a:srgbClr val="FFFFFF">
              <a:alpha val="1960"/>
            </a:srgbClr>
          </a:solidFill>
        </p:spPr>
        <p:txBody>
          <a:bodyPr wrap="square" lIns="0" tIns="0" rIns="0" bIns="0" rtlCol="0"/>
          <a:lstStyle/>
          <a:p>
            <a:endParaRPr/>
          </a:p>
        </p:txBody>
      </p:sp>
      <p:sp>
        <p:nvSpPr>
          <p:cNvPr id="63" name="object 63"/>
          <p:cNvSpPr/>
          <p:nvPr/>
        </p:nvSpPr>
        <p:spPr>
          <a:xfrm>
            <a:off x="2974848" y="2285999"/>
            <a:ext cx="113030" cy="111760"/>
          </a:xfrm>
          <a:custGeom>
            <a:avLst/>
            <a:gdLst/>
            <a:ahLst/>
            <a:cxnLst/>
            <a:rect l="l" t="t" r="r" b="b"/>
            <a:pathLst>
              <a:path w="113030" h="111760">
                <a:moveTo>
                  <a:pt x="112776" y="0"/>
                </a:moveTo>
                <a:lnTo>
                  <a:pt x="106426" y="0"/>
                </a:lnTo>
                <a:lnTo>
                  <a:pt x="106426" y="105156"/>
                </a:lnTo>
                <a:lnTo>
                  <a:pt x="106426" y="105410"/>
                </a:lnTo>
                <a:lnTo>
                  <a:pt x="98425" y="105410"/>
                </a:lnTo>
                <a:lnTo>
                  <a:pt x="98425" y="105156"/>
                </a:lnTo>
                <a:lnTo>
                  <a:pt x="106426" y="105156"/>
                </a:lnTo>
                <a:lnTo>
                  <a:pt x="106426" y="0"/>
                </a:lnTo>
                <a:lnTo>
                  <a:pt x="0" y="0"/>
                </a:lnTo>
                <a:lnTo>
                  <a:pt x="0" y="12700"/>
                </a:lnTo>
                <a:lnTo>
                  <a:pt x="0" y="99060"/>
                </a:lnTo>
                <a:lnTo>
                  <a:pt x="0" y="105410"/>
                </a:lnTo>
                <a:lnTo>
                  <a:pt x="0" y="111760"/>
                </a:lnTo>
                <a:lnTo>
                  <a:pt x="112776" y="111760"/>
                </a:lnTo>
                <a:lnTo>
                  <a:pt x="112776" y="105410"/>
                </a:lnTo>
                <a:lnTo>
                  <a:pt x="112776" y="99060"/>
                </a:lnTo>
                <a:lnTo>
                  <a:pt x="112776" y="12700"/>
                </a:lnTo>
                <a:lnTo>
                  <a:pt x="112776" y="0"/>
                </a:lnTo>
                <a:close/>
              </a:path>
            </a:pathLst>
          </a:custGeom>
          <a:solidFill>
            <a:srgbClr val="FFFFFF">
              <a:alpha val="1960"/>
            </a:srgbClr>
          </a:solidFill>
        </p:spPr>
        <p:txBody>
          <a:bodyPr wrap="square" lIns="0" tIns="0" rIns="0" bIns="0" rtlCol="0"/>
          <a:lstStyle/>
          <a:p>
            <a:endParaRPr/>
          </a:p>
        </p:txBody>
      </p:sp>
      <p:sp>
        <p:nvSpPr>
          <p:cNvPr id="64" name="object 64"/>
          <p:cNvSpPr/>
          <p:nvPr/>
        </p:nvSpPr>
        <p:spPr>
          <a:xfrm>
            <a:off x="1757172" y="1976627"/>
            <a:ext cx="83820" cy="83820"/>
          </a:xfrm>
          <a:custGeom>
            <a:avLst/>
            <a:gdLst/>
            <a:ahLst/>
            <a:cxnLst/>
            <a:rect l="l" t="t" r="r" b="b"/>
            <a:pathLst>
              <a:path w="83819" h="83819">
                <a:moveTo>
                  <a:pt x="83820" y="0"/>
                </a:moveTo>
                <a:lnTo>
                  <a:pt x="0" y="0"/>
                </a:lnTo>
                <a:lnTo>
                  <a:pt x="0" y="83820"/>
                </a:lnTo>
                <a:lnTo>
                  <a:pt x="83820" y="83820"/>
                </a:lnTo>
                <a:lnTo>
                  <a:pt x="83820" y="75946"/>
                </a:lnTo>
                <a:lnTo>
                  <a:pt x="83820" y="12700"/>
                </a:lnTo>
                <a:lnTo>
                  <a:pt x="83820" y="0"/>
                </a:lnTo>
                <a:close/>
              </a:path>
            </a:pathLst>
          </a:custGeom>
          <a:solidFill>
            <a:srgbClr val="FFFFFF">
              <a:alpha val="1960"/>
            </a:srgbClr>
          </a:solidFill>
        </p:spPr>
        <p:txBody>
          <a:bodyPr wrap="square" lIns="0" tIns="0" rIns="0" bIns="0" rtlCol="0"/>
          <a:lstStyle/>
          <a:p>
            <a:endParaRPr/>
          </a:p>
        </p:txBody>
      </p:sp>
      <p:sp>
        <p:nvSpPr>
          <p:cNvPr id="65" name="object 65"/>
          <p:cNvSpPr/>
          <p:nvPr/>
        </p:nvSpPr>
        <p:spPr>
          <a:xfrm>
            <a:off x="1522476" y="73659"/>
            <a:ext cx="205740" cy="205740"/>
          </a:xfrm>
          <a:custGeom>
            <a:avLst/>
            <a:gdLst/>
            <a:ahLst/>
            <a:cxnLst/>
            <a:rect l="l" t="t" r="r" b="b"/>
            <a:pathLst>
              <a:path w="205739" h="205740">
                <a:moveTo>
                  <a:pt x="205740" y="0"/>
                </a:moveTo>
                <a:lnTo>
                  <a:pt x="199390" y="0"/>
                </a:lnTo>
                <a:lnTo>
                  <a:pt x="199390" y="199136"/>
                </a:lnTo>
                <a:lnTo>
                  <a:pt x="199390" y="199390"/>
                </a:lnTo>
                <a:lnTo>
                  <a:pt x="193040" y="199390"/>
                </a:lnTo>
                <a:lnTo>
                  <a:pt x="193040" y="199136"/>
                </a:lnTo>
                <a:lnTo>
                  <a:pt x="199390" y="199136"/>
                </a:lnTo>
                <a:lnTo>
                  <a:pt x="199390" y="0"/>
                </a:lnTo>
                <a:lnTo>
                  <a:pt x="0" y="0"/>
                </a:lnTo>
                <a:lnTo>
                  <a:pt x="0" y="12700"/>
                </a:lnTo>
                <a:lnTo>
                  <a:pt x="0" y="193040"/>
                </a:lnTo>
                <a:lnTo>
                  <a:pt x="0" y="199390"/>
                </a:lnTo>
                <a:lnTo>
                  <a:pt x="0" y="205740"/>
                </a:lnTo>
                <a:lnTo>
                  <a:pt x="205740" y="205740"/>
                </a:lnTo>
                <a:lnTo>
                  <a:pt x="205740" y="199390"/>
                </a:lnTo>
                <a:lnTo>
                  <a:pt x="205740" y="193040"/>
                </a:lnTo>
                <a:lnTo>
                  <a:pt x="205740" y="12700"/>
                </a:lnTo>
                <a:lnTo>
                  <a:pt x="205740" y="0"/>
                </a:lnTo>
                <a:close/>
              </a:path>
            </a:pathLst>
          </a:custGeom>
          <a:solidFill>
            <a:srgbClr val="FFFFFF">
              <a:alpha val="1960"/>
            </a:srgbClr>
          </a:solidFill>
        </p:spPr>
        <p:txBody>
          <a:bodyPr wrap="square" lIns="0" tIns="0" rIns="0" bIns="0" rtlCol="0"/>
          <a:lstStyle/>
          <a:p>
            <a:endParaRPr/>
          </a:p>
        </p:txBody>
      </p:sp>
      <p:sp>
        <p:nvSpPr>
          <p:cNvPr id="66" name="object 66"/>
          <p:cNvSpPr/>
          <p:nvPr/>
        </p:nvSpPr>
        <p:spPr>
          <a:xfrm>
            <a:off x="5701284" y="2977895"/>
            <a:ext cx="47625" cy="47625"/>
          </a:xfrm>
          <a:custGeom>
            <a:avLst/>
            <a:gdLst/>
            <a:ahLst/>
            <a:cxnLst/>
            <a:rect l="l" t="t" r="r" b="b"/>
            <a:pathLst>
              <a:path w="47625" h="47625">
                <a:moveTo>
                  <a:pt x="47244" y="0"/>
                </a:moveTo>
                <a:lnTo>
                  <a:pt x="0" y="0"/>
                </a:lnTo>
                <a:lnTo>
                  <a:pt x="0" y="47244"/>
                </a:lnTo>
                <a:lnTo>
                  <a:pt x="47244" y="47244"/>
                </a:lnTo>
                <a:lnTo>
                  <a:pt x="47244" y="40894"/>
                </a:lnTo>
                <a:lnTo>
                  <a:pt x="47244" y="12573"/>
                </a:lnTo>
                <a:lnTo>
                  <a:pt x="47244" y="0"/>
                </a:lnTo>
                <a:close/>
              </a:path>
            </a:pathLst>
          </a:custGeom>
          <a:solidFill>
            <a:srgbClr val="FFFFFF">
              <a:alpha val="1960"/>
            </a:srgbClr>
          </a:solidFill>
        </p:spPr>
        <p:txBody>
          <a:bodyPr wrap="square" lIns="0" tIns="0" rIns="0" bIns="0" rtlCol="0"/>
          <a:lstStyle/>
          <a:p>
            <a:endParaRPr/>
          </a:p>
        </p:txBody>
      </p:sp>
      <p:sp>
        <p:nvSpPr>
          <p:cNvPr id="67" name="object 67"/>
          <p:cNvSpPr/>
          <p:nvPr/>
        </p:nvSpPr>
        <p:spPr>
          <a:xfrm>
            <a:off x="1594104" y="3796283"/>
            <a:ext cx="26034" cy="24765"/>
          </a:xfrm>
          <a:custGeom>
            <a:avLst/>
            <a:gdLst/>
            <a:ahLst/>
            <a:cxnLst/>
            <a:rect l="l" t="t" r="r" b="b"/>
            <a:pathLst>
              <a:path w="26034" h="24764">
                <a:moveTo>
                  <a:pt x="25908" y="0"/>
                </a:moveTo>
                <a:lnTo>
                  <a:pt x="19431" y="0"/>
                </a:lnTo>
                <a:lnTo>
                  <a:pt x="19431" y="12192"/>
                </a:lnTo>
                <a:lnTo>
                  <a:pt x="19431" y="18288"/>
                </a:lnTo>
                <a:lnTo>
                  <a:pt x="18288" y="18288"/>
                </a:lnTo>
                <a:lnTo>
                  <a:pt x="18288" y="12192"/>
                </a:lnTo>
                <a:lnTo>
                  <a:pt x="19431" y="12192"/>
                </a:lnTo>
                <a:lnTo>
                  <a:pt x="19431" y="0"/>
                </a:lnTo>
                <a:lnTo>
                  <a:pt x="0" y="0"/>
                </a:lnTo>
                <a:lnTo>
                  <a:pt x="0" y="24384"/>
                </a:lnTo>
                <a:lnTo>
                  <a:pt x="25908" y="24384"/>
                </a:lnTo>
                <a:lnTo>
                  <a:pt x="25908" y="18288"/>
                </a:lnTo>
                <a:lnTo>
                  <a:pt x="25908" y="12192"/>
                </a:lnTo>
                <a:lnTo>
                  <a:pt x="25908" y="0"/>
                </a:lnTo>
                <a:close/>
              </a:path>
            </a:pathLst>
          </a:custGeom>
          <a:solidFill>
            <a:srgbClr val="FFFFFF">
              <a:alpha val="1960"/>
            </a:srgbClr>
          </a:solidFill>
        </p:spPr>
        <p:txBody>
          <a:bodyPr wrap="square" lIns="0" tIns="0" rIns="0" bIns="0" rtlCol="0"/>
          <a:lstStyle/>
          <a:p>
            <a:endParaRPr/>
          </a:p>
        </p:txBody>
      </p:sp>
      <p:sp>
        <p:nvSpPr>
          <p:cNvPr id="68" name="object 68"/>
          <p:cNvSpPr/>
          <p:nvPr/>
        </p:nvSpPr>
        <p:spPr>
          <a:xfrm>
            <a:off x="10232136" y="2401823"/>
            <a:ext cx="190500" cy="189230"/>
          </a:xfrm>
          <a:custGeom>
            <a:avLst/>
            <a:gdLst/>
            <a:ahLst/>
            <a:cxnLst/>
            <a:rect l="l" t="t" r="r" b="b"/>
            <a:pathLst>
              <a:path w="190500" h="189230">
                <a:moveTo>
                  <a:pt x="190500" y="0"/>
                </a:moveTo>
                <a:lnTo>
                  <a:pt x="0" y="0"/>
                </a:lnTo>
                <a:lnTo>
                  <a:pt x="0" y="188976"/>
                </a:lnTo>
                <a:lnTo>
                  <a:pt x="190500" y="188976"/>
                </a:lnTo>
                <a:lnTo>
                  <a:pt x="190500" y="0"/>
                </a:lnTo>
                <a:close/>
              </a:path>
            </a:pathLst>
          </a:custGeom>
          <a:solidFill>
            <a:srgbClr val="FFFFFF">
              <a:alpha val="1960"/>
            </a:srgbClr>
          </a:solidFill>
        </p:spPr>
        <p:txBody>
          <a:bodyPr wrap="square" lIns="0" tIns="0" rIns="0" bIns="0" rtlCol="0"/>
          <a:lstStyle/>
          <a:p>
            <a:endParaRPr/>
          </a:p>
        </p:txBody>
      </p:sp>
      <p:sp>
        <p:nvSpPr>
          <p:cNvPr id="69" name="object 69"/>
          <p:cNvSpPr/>
          <p:nvPr/>
        </p:nvSpPr>
        <p:spPr>
          <a:xfrm>
            <a:off x="10264140" y="1911095"/>
            <a:ext cx="127000" cy="121920"/>
          </a:xfrm>
          <a:custGeom>
            <a:avLst/>
            <a:gdLst/>
            <a:ahLst/>
            <a:cxnLst/>
            <a:rect l="l" t="t" r="r" b="b"/>
            <a:pathLst>
              <a:path w="127000" h="121919">
                <a:moveTo>
                  <a:pt x="126492" y="0"/>
                </a:moveTo>
                <a:lnTo>
                  <a:pt x="0" y="0"/>
                </a:lnTo>
                <a:lnTo>
                  <a:pt x="0" y="121920"/>
                </a:lnTo>
                <a:lnTo>
                  <a:pt x="126492" y="121920"/>
                </a:lnTo>
                <a:lnTo>
                  <a:pt x="126492" y="0"/>
                </a:lnTo>
                <a:close/>
              </a:path>
            </a:pathLst>
          </a:custGeom>
          <a:solidFill>
            <a:srgbClr val="FFFFFF">
              <a:alpha val="1960"/>
            </a:srgbClr>
          </a:solidFill>
        </p:spPr>
        <p:txBody>
          <a:bodyPr wrap="square" lIns="0" tIns="0" rIns="0" bIns="0" rtlCol="0"/>
          <a:lstStyle/>
          <a:p>
            <a:endParaRPr/>
          </a:p>
        </p:txBody>
      </p:sp>
      <p:sp>
        <p:nvSpPr>
          <p:cNvPr id="70" name="object 70"/>
          <p:cNvSpPr/>
          <p:nvPr/>
        </p:nvSpPr>
        <p:spPr>
          <a:xfrm>
            <a:off x="10280904" y="1705368"/>
            <a:ext cx="91440" cy="93345"/>
          </a:xfrm>
          <a:custGeom>
            <a:avLst/>
            <a:gdLst/>
            <a:ahLst/>
            <a:cxnLst/>
            <a:rect l="l" t="t" r="r" b="b"/>
            <a:pathLst>
              <a:path w="91440" h="93344">
                <a:moveTo>
                  <a:pt x="91440" y="0"/>
                </a:moveTo>
                <a:lnTo>
                  <a:pt x="0" y="0"/>
                </a:lnTo>
                <a:lnTo>
                  <a:pt x="0" y="92951"/>
                </a:lnTo>
                <a:lnTo>
                  <a:pt x="91440" y="92951"/>
                </a:lnTo>
                <a:lnTo>
                  <a:pt x="91440" y="0"/>
                </a:lnTo>
                <a:close/>
              </a:path>
            </a:pathLst>
          </a:custGeom>
          <a:solidFill>
            <a:srgbClr val="FFFFFF">
              <a:alpha val="1960"/>
            </a:srgbClr>
          </a:solidFill>
        </p:spPr>
        <p:txBody>
          <a:bodyPr wrap="square" lIns="0" tIns="0" rIns="0" bIns="0" rtlCol="0"/>
          <a:lstStyle/>
          <a:p>
            <a:endParaRPr/>
          </a:p>
        </p:txBody>
      </p:sp>
      <p:sp>
        <p:nvSpPr>
          <p:cNvPr id="71" name="object 71"/>
          <p:cNvSpPr/>
          <p:nvPr/>
        </p:nvSpPr>
        <p:spPr>
          <a:xfrm>
            <a:off x="10299192" y="1563623"/>
            <a:ext cx="58419" cy="59690"/>
          </a:xfrm>
          <a:custGeom>
            <a:avLst/>
            <a:gdLst/>
            <a:ahLst/>
            <a:cxnLst/>
            <a:rect l="l" t="t" r="r" b="b"/>
            <a:pathLst>
              <a:path w="58420" h="59690">
                <a:moveTo>
                  <a:pt x="57912" y="0"/>
                </a:moveTo>
                <a:lnTo>
                  <a:pt x="0" y="0"/>
                </a:lnTo>
                <a:lnTo>
                  <a:pt x="0" y="59436"/>
                </a:lnTo>
                <a:lnTo>
                  <a:pt x="57912" y="59436"/>
                </a:lnTo>
                <a:lnTo>
                  <a:pt x="57912" y="0"/>
                </a:lnTo>
                <a:close/>
              </a:path>
            </a:pathLst>
          </a:custGeom>
          <a:solidFill>
            <a:srgbClr val="FFFFFF">
              <a:alpha val="1960"/>
            </a:srgbClr>
          </a:solidFill>
        </p:spPr>
        <p:txBody>
          <a:bodyPr wrap="square" lIns="0" tIns="0" rIns="0" bIns="0" rtlCol="0"/>
          <a:lstStyle/>
          <a:p>
            <a:endParaRPr/>
          </a:p>
        </p:txBody>
      </p:sp>
      <p:sp>
        <p:nvSpPr>
          <p:cNvPr id="72" name="object 72"/>
          <p:cNvSpPr/>
          <p:nvPr/>
        </p:nvSpPr>
        <p:spPr>
          <a:xfrm>
            <a:off x="8702040" y="1831848"/>
            <a:ext cx="195580" cy="189230"/>
          </a:xfrm>
          <a:custGeom>
            <a:avLst/>
            <a:gdLst/>
            <a:ahLst/>
            <a:cxnLst/>
            <a:rect l="l" t="t" r="r" b="b"/>
            <a:pathLst>
              <a:path w="195579" h="189230">
                <a:moveTo>
                  <a:pt x="195072" y="0"/>
                </a:moveTo>
                <a:lnTo>
                  <a:pt x="0" y="0"/>
                </a:lnTo>
                <a:lnTo>
                  <a:pt x="0" y="188975"/>
                </a:lnTo>
                <a:lnTo>
                  <a:pt x="195072" y="188975"/>
                </a:lnTo>
                <a:lnTo>
                  <a:pt x="195072" y="0"/>
                </a:lnTo>
                <a:close/>
              </a:path>
            </a:pathLst>
          </a:custGeom>
          <a:solidFill>
            <a:srgbClr val="FFFFFF">
              <a:alpha val="1960"/>
            </a:srgbClr>
          </a:solidFill>
        </p:spPr>
        <p:txBody>
          <a:bodyPr wrap="square" lIns="0" tIns="0" rIns="0" bIns="0" rtlCol="0"/>
          <a:lstStyle/>
          <a:p>
            <a:endParaRPr/>
          </a:p>
        </p:txBody>
      </p:sp>
      <p:sp>
        <p:nvSpPr>
          <p:cNvPr id="73" name="object 73"/>
          <p:cNvSpPr/>
          <p:nvPr/>
        </p:nvSpPr>
        <p:spPr>
          <a:xfrm>
            <a:off x="8721852" y="1583435"/>
            <a:ext cx="155575" cy="155575"/>
          </a:xfrm>
          <a:custGeom>
            <a:avLst/>
            <a:gdLst/>
            <a:ahLst/>
            <a:cxnLst/>
            <a:rect l="l" t="t" r="r" b="b"/>
            <a:pathLst>
              <a:path w="155575" h="155575">
                <a:moveTo>
                  <a:pt x="155448" y="0"/>
                </a:moveTo>
                <a:lnTo>
                  <a:pt x="0" y="0"/>
                </a:lnTo>
                <a:lnTo>
                  <a:pt x="0" y="155448"/>
                </a:lnTo>
                <a:lnTo>
                  <a:pt x="155448" y="155448"/>
                </a:lnTo>
                <a:lnTo>
                  <a:pt x="155448" y="0"/>
                </a:lnTo>
                <a:close/>
              </a:path>
            </a:pathLst>
          </a:custGeom>
          <a:solidFill>
            <a:srgbClr val="FFFFFF">
              <a:alpha val="1960"/>
            </a:srgbClr>
          </a:solidFill>
        </p:spPr>
        <p:txBody>
          <a:bodyPr wrap="square" lIns="0" tIns="0" rIns="0" bIns="0" rtlCol="0"/>
          <a:lstStyle/>
          <a:p>
            <a:endParaRPr/>
          </a:p>
        </p:txBody>
      </p:sp>
      <p:sp>
        <p:nvSpPr>
          <p:cNvPr id="74" name="object 74"/>
          <p:cNvSpPr/>
          <p:nvPr/>
        </p:nvSpPr>
        <p:spPr>
          <a:xfrm>
            <a:off x="8738616" y="1341119"/>
            <a:ext cx="123825" cy="127000"/>
          </a:xfrm>
          <a:custGeom>
            <a:avLst/>
            <a:gdLst/>
            <a:ahLst/>
            <a:cxnLst/>
            <a:rect l="l" t="t" r="r" b="b"/>
            <a:pathLst>
              <a:path w="123825" h="127000">
                <a:moveTo>
                  <a:pt x="123444" y="0"/>
                </a:moveTo>
                <a:lnTo>
                  <a:pt x="0" y="0"/>
                </a:lnTo>
                <a:lnTo>
                  <a:pt x="0" y="126492"/>
                </a:lnTo>
                <a:lnTo>
                  <a:pt x="123444" y="126492"/>
                </a:lnTo>
                <a:lnTo>
                  <a:pt x="123444" y="0"/>
                </a:lnTo>
                <a:close/>
              </a:path>
            </a:pathLst>
          </a:custGeom>
          <a:solidFill>
            <a:srgbClr val="FFFFFF">
              <a:alpha val="1960"/>
            </a:srgbClr>
          </a:solidFill>
        </p:spPr>
        <p:txBody>
          <a:bodyPr wrap="square" lIns="0" tIns="0" rIns="0" bIns="0" rtlCol="0"/>
          <a:lstStyle/>
          <a:p>
            <a:endParaRPr/>
          </a:p>
        </p:txBody>
      </p:sp>
      <p:sp>
        <p:nvSpPr>
          <p:cNvPr id="75" name="object 75"/>
          <p:cNvSpPr/>
          <p:nvPr/>
        </p:nvSpPr>
        <p:spPr>
          <a:xfrm>
            <a:off x="8755380" y="1138440"/>
            <a:ext cx="88900" cy="90170"/>
          </a:xfrm>
          <a:custGeom>
            <a:avLst/>
            <a:gdLst/>
            <a:ahLst/>
            <a:cxnLst/>
            <a:rect l="l" t="t" r="r" b="b"/>
            <a:pathLst>
              <a:path w="88900" h="90169">
                <a:moveTo>
                  <a:pt x="88392" y="0"/>
                </a:moveTo>
                <a:lnTo>
                  <a:pt x="0" y="0"/>
                </a:lnTo>
                <a:lnTo>
                  <a:pt x="0" y="89903"/>
                </a:lnTo>
                <a:lnTo>
                  <a:pt x="88392" y="89903"/>
                </a:lnTo>
                <a:lnTo>
                  <a:pt x="88392" y="0"/>
                </a:lnTo>
                <a:close/>
              </a:path>
            </a:pathLst>
          </a:custGeom>
          <a:solidFill>
            <a:srgbClr val="FFFFFF">
              <a:alpha val="1960"/>
            </a:srgbClr>
          </a:solidFill>
        </p:spPr>
        <p:txBody>
          <a:bodyPr wrap="square" lIns="0" tIns="0" rIns="0" bIns="0" rtlCol="0"/>
          <a:lstStyle/>
          <a:p>
            <a:endParaRPr/>
          </a:p>
        </p:txBody>
      </p:sp>
      <p:sp>
        <p:nvSpPr>
          <p:cNvPr id="76" name="object 76"/>
          <p:cNvSpPr/>
          <p:nvPr/>
        </p:nvSpPr>
        <p:spPr>
          <a:xfrm>
            <a:off x="8770620" y="996695"/>
            <a:ext cx="58419" cy="59690"/>
          </a:xfrm>
          <a:custGeom>
            <a:avLst/>
            <a:gdLst/>
            <a:ahLst/>
            <a:cxnLst/>
            <a:rect l="l" t="t" r="r" b="b"/>
            <a:pathLst>
              <a:path w="58420" h="59690">
                <a:moveTo>
                  <a:pt x="57912" y="0"/>
                </a:moveTo>
                <a:lnTo>
                  <a:pt x="0" y="0"/>
                </a:lnTo>
                <a:lnTo>
                  <a:pt x="0" y="59436"/>
                </a:lnTo>
                <a:lnTo>
                  <a:pt x="57912" y="59436"/>
                </a:lnTo>
                <a:lnTo>
                  <a:pt x="57912" y="0"/>
                </a:lnTo>
                <a:close/>
              </a:path>
            </a:pathLst>
          </a:custGeom>
          <a:solidFill>
            <a:srgbClr val="FFFFFF">
              <a:alpha val="1960"/>
            </a:srgbClr>
          </a:solidFill>
        </p:spPr>
        <p:txBody>
          <a:bodyPr wrap="square" lIns="0" tIns="0" rIns="0" bIns="0" rtlCol="0"/>
          <a:lstStyle/>
          <a:p>
            <a:endParaRPr/>
          </a:p>
        </p:txBody>
      </p:sp>
      <p:sp>
        <p:nvSpPr>
          <p:cNvPr id="77" name="object 77"/>
          <p:cNvSpPr/>
          <p:nvPr/>
        </p:nvSpPr>
        <p:spPr>
          <a:xfrm>
            <a:off x="6559295" y="2173223"/>
            <a:ext cx="190500" cy="189230"/>
          </a:xfrm>
          <a:custGeom>
            <a:avLst/>
            <a:gdLst/>
            <a:ahLst/>
            <a:cxnLst/>
            <a:rect l="l" t="t" r="r" b="b"/>
            <a:pathLst>
              <a:path w="190500" h="189230">
                <a:moveTo>
                  <a:pt x="190500" y="0"/>
                </a:moveTo>
                <a:lnTo>
                  <a:pt x="0" y="0"/>
                </a:lnTo>
                <a:lnTo>
                  <a:pt x="0" y="188975"/>
                </a:lnTo>
                <a:lnTo>
                  <a:pt x="190500" y="188975"/>
                </a:lnTo>
                <a:lnTo>
                  <a:pt x="190500" y="0"/>
                </a:lnTo>
                <a:close/>
              </a:path>
            </a:pathLst>
          </a:custGeom>
          <a:solidFill>
            <a:srgbClr val="FFFFFF">
              <a:alpha val="1960"/>
            </a:srgbClr>
          </a:solidFill>
        </p:spPr>
        <p:txBody>
          <a:bodyPr wrap="square" lIns="0" tIns="0" rIns="0" bIns="0" rtlCol="0"/>
          <a:lstStyle/>
          <a:p>
            <a:endParaRPr/>
          </a:p>
        </p:txBody>
      </p:sp>
      <p:sp>
        <p:nvSpPr>
          <p:cNvPr id="78" name="object 78"/>
          <p:cNvSpPr/>
          <p:nvPr/>
        </p:nvSpPr>
        <p:spPr>
          <a:xfrm>
            <a:off x="6576047" y="1920239"/>
            <a:ext cx="158750" cy="160020"/>
          </a:xfrm>
          <a:custGeom>
            <a:avLst/>
            <a:gdLst/>
            <a:ahLst/>
            <a:cxnLst/>
            <a:rect l="l" t="t" r="r" b="b"/>
            <a:pathLst>
              <a:path w="158750" h="160019">
                <a:moveTo>
                  <a:pt x="158508" y="0"/>
                </a:moveTo>
                <a:lnTo>
                  <a:pt x="0" y="0"/>
                </a:lnTo>
                <a:lnTo>
                  <a:pt x="0" y="160020"/>
                </a:lnTo>
                <a:lnTo>
                  <a:pt x="158508" y="160020"/>
                </a:lnTo>
                <a:lnTo>
                  <a:pt x="158508" y="0"/>
                </a:lnTo>
                <a:close/>
              </a:path>
            </a:pathLst>
          </a:custGeom>
          <a:solidFill>
            <a:srgbClr val="FFFFFF">
              <a:alpha val="1960"/>
            </a:srgbClr>
          </a:solidFill>
        </p:spPr>
        <p:txBody>
          <a:bodyPr wrap="square" lIns="0" tIns="0" rIns="0" bIns="0" rtlCol="0"/>
          <a:lstStyle/>
          <a:p>
            <a:endParaRPr/>
          </a:p>
        </p:txBody>
      </p:sp>
      <p:sp>
        <p:nvSpPr>
          <p:cNvPr id="79" name="object 79"/>
          <p:cNvSpPr/>
          <p:nvPr/>
        </p:nvSpPr>
        <p:spPr>
          <a:xfrm>
            <a:off x="6591300" y="1679447"/>
            <a:ext cx="125095" cy="125095"/>
          </a:xfrm>
          <a:custGeom>
            <a:avLst/>
            <a:gdLst/>
            <a:ahLst/>
            <a:cxnLst/>
            <a:rect l="l" t="t" r="r" b="b"/>
            <a:pathLst>
              <a:path w="125095" h="125094">
                <a:moveTo>
                  <a:pt x="124968" y="0"/>
                </a:moveTo>
                <a:lnTo>
                  <a:pt x="0" y="0"/>
                </a:lnTo>
                <a:lnTo>
                  <a:pt x="0" y="124968"/>
                </a:lnTo>
                <a:lnTo>
                  <a:pt x="124968" y="124968"/>
                </a:lnTo>
                <a:lnTo>
                  <a:pt x="124968" y="0"/>
                </a:lnTo>
                <a:close/>
              </a:path>
            </a:pathLst>
          </a:custGeom>
          <a:solidFill>
            <a:srgbClr val="FFFFFF">
              <a:alpha val="1960"/>
            </a:srgbClr>
          </a:solidFill>
        </p:spPr>
        <p:txBody>
          <a:bodyPr wrap="square" lIns="0" tIns="0" rIns="0" bIns="0" rtlCol="0"/>
          <a:lstStyle/>
          <a:p>
            <a:endParaRPr/>
          </a:p>
        </p:txBody>
      </p:sp>
      <p:sp>
        <p:nvSpPr>
          <p:cNvPr id="80" name="object 80"/>
          <p:cNvSpPr/>
          <p:nvPr/>
        </p:nvSpPr>
        <p:spPr>
          <a:xfrm>
            <a:off x="6606540" y="1476768"/>
            <a:ext cx="94615" cy="93345"/>
          </a:xfrm>
          <a:custGeom>
            <a:avLst/>
            <a:gdLst/>
            <a:ahLst/>
            <a:cxnLst/>
            <a:rect l="l" t="t" r="r" b="b"/>
            <a:pathLst>
              <a:path w="94615" h="93344">
                <a:moveTo>
                  <a:pt x="94488" y="0"/>
                </a:moveTo>
                <a:lnTo>
                  <a:pt x="0" y="0"/>
                </a:lnTo>
                <a:lnTo>
                  <a:pt x="0" y="92951"/>
                </a:lnTo>
                <a:lnTo>
                  <a:pt x="94488" y="92951"/>
                </a:lnTo>
                <a:lnTo>
                  <a:pt x="94488" y="0"/>
                </a:lnTo>
                <a:close/>
              </a:path>
            </a:pathLst>
          </a:custGeom>
          <a:solidFill>
            <a:srgbClr val="FFFFFF">
              <a:alpha val="1960"/>
            </a:srgbClr>
          </a:solidFill>
        </p:spPr>
        <p:txBody>
          <a:bodyPr wrap="square" lIns="0" tIns="0" rIns="0" bIns="0" rtlCol="0"/>
          <a:lstStyle/>
          <a:p>
            <a:endParaRPr/>
          </a:p>
        </p:txBody>
      </p:sp>
      <p:sp>
        <p:nvSpPr>
          <p:cNvPr id="81" name="object 81"/>
          <p:cNvSpPr/>
          <p:nvPr/>
        </p:nvSpPr>
        <p:spPr>
          <a:xfrm>
            <a:off x="6624828" y="1335023"/>
            <a:ext cx="56515" cy="59690"/>
          </a:xfrm>
          <a:custGeom>
            <a:avLst/>
            <a:gdLst/>
            <a:ahLst/>
            <a:cxnLst/>
            <a:rect l="l" t="t" r="r" b="b"/>
            <a:pathLst>
              <a:path w="56515" h="59690">
                <a:moveTo>
                  <a:pt x="56388" y="0"/>
                </a:moveTo>
                <a:lnTo>
                  <a:pt x="0" y="0"/>
                </a:lnTo>
                <a:lnTo>
                  <a:pt x="0" y="59436"/>
                </a:lnTo>
                <a:lnTo>
                  <a:pt x="56388" y="59436"/>
                </a:lnTo>
                <a:lnTo>
                  <a:pt x="56388" y="0"/>
                </a:lnTo>
                <a:close/>
              </a:path>
            </a:pathLst>
          </a:custGeom>
          <a:solidFill>
            <a:srgbClr val="FFFFFF">
              <a:alpha val="1960"/>
            </a:srgbClr>
          </a:solidFill>
        </p:spPr>
        <p:txBody>
          <a:bodyPr wrap="square" lIns="0" tIns="0" rIns="0" bIns="0" rtlCol="0"/>
          <a:lstStyle/>
          <a:p>
            <a:endParaRPr/>
          </a:p>
        </p:txBody>
      </p:sp>
      <p:sp>
        <p:nvSpPr>
          <p:cNvPr id="82" name="object 82"/>
          <p:cNvSpPr/>
          <p:nvPr/>
        </p:nvSpPr>
        <p:spPr>
          <a:xfrm>
            <a:off x="4721352" y="556259"/>
            <a:ext cx="190500" cy="190500"/>
          </a:xfrm>
          <a:custGeom>
            <a:avLst/>
            <a:gdLst/>
            <a:ahLst/>
            <a:cxnLst/>
            <a:rect l="l" t="t" r="r" b="b"/>
            <a:pathLst>
              <a:path w="190500" h="190500">
                <a:moveTo>
                  <a:pt x="190500" y="0"/>
                </a:moveTo>
                <a:lnTo>
                  <a:pt x="0" y="0"/>
                </a:lnTo>
                <a:lnTo>
                  <a:pt x="0" y="190500"/>
                </a:lnTo>
                <a:lnTo>
                  <a:pt x="190500" y="190500"/>
                </a:lnTo>
                <a:lnTo>
                  <a:pt x="190500" y="0"/>
                </a:lnTo>
                <a:close/>
              </a:path>
            </a:pathLst>
          </a:custGeom>
          <a:solidFill>
            <a:srgbClr val="FFFFFF">
              <a:alpha val="1960"/>
            </a:srgbClr>
          </a:solidFill>
        </p:spPr>
        <p:txBody>
          <a:bodyPr wrap="square" lIns="0" tIns="0" rIns="0" bIns="0" rtlCol="0"/>
          <a:lstStyle/>
          <a:p>
            <a:endParaRPr/>
          </a:p>
        </p:txBody>
      </p:sp>
      <p:sp>
        <p:nvSpPr>
          <p:cNvPr id="83" name="object 83"/>
          <p:cNvSpPr/>
          <p:nvPr/>
        </p:nvSpPr>
        <p:spPr>
          <a:xfrm>
            <a:off x="4754880" y="135635"/>
            <a:ext cx="121920" cy="53340"/>
          </a:xfrm>
          <a:custGeom>
            <a:avLst/>
            <a:gdLst/>
            <a:ahLst/>
            <a:cxnLst/>
            <a:rect l="l" t="t" r="r" b="b"/>
            <a:pathLst>
              <a:path w="121920" h="53339">
                <a:moveTo>
                  <a:pt x="121920" y="0"/>
                </a:moveTo>
                <a:lnTo>
                  <a:pt x="0" y="0"/>
                </a:lnTo>
                <a:lnTo>
                  <a:pt x="0" y="53340"/>
                </a:lnTo>
                <a:lnTo>
                  <a:pt x="121920" y="53340"/>
                </a:lnTo>
                <a:lnTo>
                  <a:pt x="121920" y="0"/>
                </a:lnTo>
                <a:close/>
              </a:path>
            </a:pathLst>
          </a:custGeom>
          <a:solidFill>
            <a:srgbClr val="FFFFFF">
              <a:alpha val="1960"/>
            </a:srgbClr>
          </a:solidFill>
        </p:spPr>
        <p:txBody>
          <a:bodyPr wrap="square" lIns="0" tIns="0" rIns="0" bIns="0" rtlCol="0"/>
          <a:lstStyle/>
          <a:p>
            <a:endParaRPr/>
          </a:p>
        </p:txBody>
      </p:sp>
      <p:sp>
        <p:nvSpPr>
          <p:cNvPr id="84" name="object 84"/>
          <p:cNvSpPr/>
          <p:nvPr/>
        </p:nvSpPr>
        <p:spPr>
          <a:xfrm>
            <a:off x="4072128" y="2796539"/>
            <a:ext cx="190500" cy="190500"/>
          </a:xfrm>
          <a:custGeom>
            <a:avLst/>
            <a:gdLst/>
            <a:ahLst/>
            <a:cxnLst/>
            <a:rect l="l" t="t" r="r" b="b"/>
            <a:pathLst>
              <a:path w="190500" h="190500">
                <a:moveTo>
                  <a:pt x="190500" y="0"/>
                </a:moveTo>
                <a:lnTo>
                  <a:pt x="0" y="0"/>
                </a:lnTo>
                <a:lnTo>
                  <a:pt x="0" y="190500"/>
                </a:lnTo>
                <a:lnTo>
                  <a:pt x="190500" y="190500"/>
                </a:lnTo>
                <a:lnTo>
                  <a:pt x="190500" y="0"/>
                </a:lnTo>
                <a:close/>
              </a:path>
            </a:pathLst>
          </a:custGeom>
          <a:solidFill>
            <a:srgbClr val="FFFFFF">
              <a:alpha val="1960"/>
            </a:srgbClr>
          </a:solidFill>
        </p:spPr>
        <p:txBody>
          <a:bodyPr wrap="square" lIns="0" tIns="0" rIns="0" bIns="0" rtlCol="0"/>
          <a:lstStyle/>
          <a:p>
            <a:endParaRPr/>
          </a:p>
        </p:txBody>
      </p:sp>
      <p:sp>
        <p:nvSpPr>
          <p:cNvPr id="85" name="object 85"/>
          <p:cNvSpPr/>
          <p:nvPr/>
        </p:nvSpPr>
        <p:spPr>
          <a:xfrm>
            <a:off x="4087368" y="2546603"/>
            <a:ext cx="157480" cy="157480"/>
          </a:xfrm>
          <a:custGeom>
            <a:avLst/>
            <a:gdLst/>
            <a:ahLst/>
            <a:cxnLst/>
            <a:rect l="l" t="t" r="r" b="b"/>
            <a:pathLst>
              <a:path w="157479" h="157480">
                <a:moveTo>
                  <a:pt x="156972" y="0"/>
                </a:moveTo>
                <a:lnTo>
                  <a:pt x="0" y="0"/>
                </a:lnTo>
                <a:lnTo>
                  <a:pt x="0" y="156972"/>
                </a:lnTo>
                <a:lnTo>
                  <a:pt x="156972" y="156972"/>
                </a:lnTo>
                <a:lnTo>
                  <a:pt x="156972" y="0"/>
                </a:lnTo>
                <a:close/>
              </a:path>
            </a:pathLst>
          </a:custGeom>
          <a:solidFill>
            <a:srgbClr val="FFFFFF">
              <a:alpha val="1960"/>
            </a:srgbClr>
          </a:solidFill>
        </p:spPr>
        <p:txBody>
          <a:bodyPr wrap="square" lIns="0" tIns="0" rIns="0" bIns="0" rtlCol="0"/>
          <a:lstStyle/>
          <a:p>
            <a:endParaRPr/>
          </a:p>
        </p:txBody>
      </p:sp>
      <p:sp>
        <p:nvSpPr>
          <p:cNvPr id="86" name="object 86"/>
          <p:cNvSpPr/>
          <p:nvPr/>
        </p:nvSpPr>
        <p:spPr>
          <a:xfrm>
            <a:off x="4104132" y="2308859"/>
            <a:ext cx="125095" cy="121920"/>
          </a:xfrm>
          <a:custGeom>
            <a:avLst/>
            <a:gdLst/>
            <a:ahLst/>
            <a:cxnLst/>
            <a:rect l="l" t="t" r="r" b="b"/>
            <a:pathLst>
              <a:path w="125095" h="121919">
                <a:moveTo>
                  <a:pt x="124968" y="0"/>
                </a:moveTo>
                <a:lnTo>
                  <a:pt x="0" y="0"/>
                </a:lnTo>
                <a:lnTo>
                  <a:pt x="0" y="121920"/>
                </a:lnTo>
                <a:lnTo>
                  <a:pt x="124968" y="121920"/>
                </a:lnTo>
                <a:lnTo>
                  <a:pt x="124968" y="0"/>
                </a:lnTo>
                <a:close/>
              </a:path>
            </a:pathLst>
          </a:custGeom>
          <a:solidFill>
            <a:srgbClr val="FFFFFF">
              <a:alpha val="1960"/>
            </a:srgbClr>
          </a:solidFill>
        </p:spPr>
        <p:txBody>
          <a:bodyPr wrap="square" lIns="0" tIns="0" rIns="0" bIns="0" rtlCol="0"/>
          <a:lstStyle/>
          <a:p>
            <a:endParaRPr/>
          </a:p>
        </p:txBody>
      </p:sp>
      <p:sp>
        <p:nvSpPr>
          <p:cNvPr id="87" name="object 87"/>
          <p:cNvSpPr/>
          <p:nvPr/>
        </p:nvSpPr>
        <p:spPr>
          <a:xfrm>
            <a:off x="4119372" y="2101595"/>
            <a:ext cx="91440" cy="94615"/>
          </a:xfrm>
          <a:custGeom>
            <a:avLst/>
            <a:gdLst/>
            <a:ahLst/>
            <a:cxnLst/>
            <a:rect l="l" t="t" r="r" b="b"/>
            <a:pathLst>
              <a:path w="91439" h="94614">
                <a:moveTo>
                  <a:pt x="91440" y="0"/>
                </a:moveTo>
                <a:lnTo>
                  <a:pt x="0" y="0"/>
                </a:lnTo>
                <a:lnTo>
                  <a:pt x="0" y="94488"/>
                </a:lnTo>
                <a:lnTo>
                  <a:pt x="91440" y="94488"/>
                </a:lnTo>
                <a:lnTo>
                  <a:pt x="91440" y="0"/>
                </a:lnTo>
                <a:close/>
              </a:path>
            </a:pathLst>
          </a:custGeom>
          <a:solidFill>
            <a:srgbClr val="FFFFFF">
              <a:alpha val="1960"/>
            </a:srgbClr>
          </a:solidFill>
        </p:spPr>
        <p:txBody>
          <a:bodyPr wrap="square" lIns="0" tIns="0" rIns="0" bIns="0" rtlCol="0"/>
          <a:lstStyle/>
          <a:p>
            <a:endParaRPr/>
          </a:p>
        </p:txBody>
      </p:sp>
      <p:sp>
        <p:nvSpPr>
          <p:cNvPr id="88" name="object 88"/>
          <p:cNvSpPr/>
          <p:nvPr/>
        </p:nvSpPr>
        <p:spPr>
          <a:xfrm>
            <a:off x="4136136" y="1959863"/>
            <a:ext cx="58419" cy="58419"/>
          </a:xfrm>
          <a:custGeom>
            <a:avLst/>
            <a:gdLst/>
            <a:ahLst/>
            <a:cxnLst/>
            <a:rect l="l" t="t" r="r" b="b"/>
            <a:pathLst>
              <a:path w="58420" h="58419">
                <a:moveTo>
                  <a:pt x="57912" y="0"/>
                </a:moveTo>
                <a:lnTo>
                  <a:pt x="0" y="0"/>
                </a:lnTo>
                <a:lnTo>
                  <a:pt x="0" y="57912"/>
                </a:lnTo>
                <a:lnTo>
                  <a:pt x="57912" y="57912"/>
                </a:lnTo>
                <a:lnTo>
                  <a:pt x="57912" y="0"/>
                </a:lnTo>
                <a:close/>
              </a:path>
            </a:pathLst>
          </a:custGeom>
          <a:solidFill>
            <a:srgbClr val="FFFFFF">
              <a:alpha val="1960"/>
            </a:srgbClr>
          </a:solidFill>
        </p:spPr>
        <p:txBody>
          <a:bodyPr wrap="square" lIns="0" tIns="0" rIns="0" bIns="0" rtlCol="0"/>
          <a:lstStyle/>
          <a:p>
            <a:endParaRPr/>
          </a:p>
        </p:txBody>
      </p:sp>
      <p:sp>
        <p:nvSpPr>
          <p:cNvPr id="89" name="object 89"/>
          <p:cNvSpPr/>
          <p:nvPr/>
        </p:nvSpPr>
        <p:spPr>
          <a:xfrm>
            <a:off x="1464563" y="3276600"/>
            <a:ext cx="189230" cy="190500"/>
          </a:xfrm>
          <a:custGeom>
            <a:avLst/>
            <a:gdLst/>
            <a:ahLst/>
            <a:cxnLst/>
            <a:rect l="l" t="t" r="r" b="b"/>
            <a:pathLst>
              <a:path w="189230" h="190500">
                <a:moveTo>
                  <a:pt x="188975" y="0"/>
                </a:moveTo>
                <a:lnTo>
                  <a:pt x="0" y="0"/>
                </a:lnTo>
                <a:lnTo>
                  <a:pt x="0" y="190500"/>
                </a:lnTo>
                <a:lnTo>
                  <a:pt x="188975" y="190500"/>
                </a:lnTo>
                <a:lnTo>
                  <a:pt x="188975" y="0"/>
                </a:lnTo>
                <a:close/>
              </a:path>
            </a:pathLst>
          </a:custGeom>
          <a:solidFill>
            <a:srgbClr val="FFFFFF">
              <a:alpha val="1960"/>
            </a:srgbClr>
          </a:solidFill>
        </p:spPr>
        <p:txBody>
          <a:bodyPr wrap="square" lIns="0" tIns="0" rIns="0" bIns="0" rtlCol="0"/>
          <a:lstStyle/>
          <a:p>
            <a:endParaRPr/>
          </a:p>
        </p:txBody>
      </p:sp>
      <p:sp>
        <p:nvSpPr>
          <p:cNvPr id="90" name="object 90"/>
          <p:cNvSpPr/>
          <p:nvPr/>
        </p:nvSpPr>
        <p:spPr>
          <a:xfrm>
            <a:off x="1481328" y="3025139"/>
            <a:ext cx="157480" cy="158750"/>
          </a:xfrm>
          <a:custGeom>
            <a:avLst/>
            <a:gdLst/>
            <a:ahLst/>
            <a:cxnLst/>
            <a:rect l="l" t="t" r="r" b="b"/>
            <a:pathLst>
              <a:path w="157480" h="158750">
                <a:moveTo>
                  <a:pt x="156972" y="0"/>
                </a:moveTo>
                <a:lnTo>
                  <a:pt x="0" y="0"/>
                </a:lnTo>
                <a:lnTo>
                  <a:pt x="0" y="158496"/>
                </a:lnTo>
                <a:lnTo>
                  <a:pt x="156972" y="158496"/>
                </a:lnTo>
                <a:lnTo>
                  <a:pt x="156972" y="0"/>
                </a:lnTo>
                <a:close/>
              </a:path>
            </a:pathLst>
          </a:custGeom>
          <a:solidFill>
            <a:srgbClr val="FFFFFF">
              <a:alpha val="1960"/>
            </a:srgbClr>
          </a:solidFill>
        </p:spPr>
        <p:txBody>
          <a:bodyPr wrap="square" lIns="0" tIns="0" rIns="0" bIns="0" rtlCol="0"/>
          <a:lstStyle/>
          <a:p>
            <a:endParaRPr/>
          </a:p>
        </p:txBody>
      </p:sp>
      <p:sp>
        <p:nvSpPr>
          <p:cNvPr id="91" name="object 91"/>
          <p:cNvSpPr/>
          <p:nvPr/>
        </p:nvSpPr>
        <p:spPr>
          <a:xfrm>
            <a:off x="1499616" y="2787395"/>
            <a:ext cx="123825" cy="121920"/>
          </a:xfrm>
          <a:custGeom>
            <a:avLst/>
            <a:gdLst/>
            <a:ahLst/>
            <a:cxnLst/>
            <a:rect l="l" t="t" r="r" b="b"/>
            <a:pathLst>
              <a:path w="123825" h="121919">
                <a:moveTo>
                  <a:pt x="123444" y="0"/>
                </a:moveTo>
                <a:lnTo>
                  <a:pt x="0" y="0"/>
                </a:lnTo>
                <a:lnTo>
                  <a:pt x="0" y="121920"/>
                </a:lnTo>
                <a:lnTo>
                  <a:pt x="123444" y="121920"/>
                </a:lnTo>
                <a:lnTo>
                  <a:pt x="123444" y="0"/>
                </a:lnTo>
                <a:close/>
              </a:path>
            </a:pathLst>
          </a:custGeom>
          <a:solidFill>
            <a:srgbClr val="FFFFFF">
              <a:alpha val="1960"/>
            </a:srgbClr>
          </a:solidFill>
        </p:spPr>
        <p:txBody>
          <a:bodyPr wrap="square" lIns="0" tIns="0" rIns="0" bIns="0" rtlCol="0"/>
          <a:lstStyle/>
          <a:p>
            <a:endParaRPr/>
          </a:p>
        </p:txBody>
      </p:sp>
      <p:sp>
        <p:nvSpPr>
          <p:cNvPr id="92" name="object 92"/>
          <p:cNvSpPr/>
          <p:nvPr/>
        </p:nvSpPr>
        <p:spPr>
          <a:xfrm>
            <a:off x="1516380" y="2581668"/>
            <a:ext cx="90170" cy="93345"/>
          </a:xfrm>
          <a:custGeom>
            <a:avLst/>
            <a:gdLst/>
            <a:ahLst/>
            <a:cxnLst/>
            <a:rect l="l" t="t" r="r" b="b"/>
            <a:pathLst>
              <a:path w="90169" h="93344">
                <a:moveTo>
                  <a:pt x="89916" y="0"/>
                </a:moveTo>
                <a:lnTo>
                  <a:pt x="0" y="0"/>
                </a:lnTo>
                <a:lnTo>
                  <a:pt x="0" y="92951"/>
                </a:lnTo>
                <a:lnTo>
                  <a:pt x="89916" y="92951"/>
                </a:lnTo>
                <a:lnTo>
                  <a:pt x="89916" y="0"/>
                </a:lnTo>
                <a:close/>
              </a:path>
            </a:pathLst>
          </a:custGeom>
          <a:solidFill>
            <a:srgbClr val="FFFFFF">
              <a:alpha val="1960"/>
            </a:srgbClr>
          </a:solidFill>
        </p:spPr>
        <p:txBody>
          <a:bodyPr wrap="square" lIns="0" tIns="0" rIns="0" bIns="0" rtlCol="0"/>
          <a:lstStyle/>
          <a:p>
            <a:endParaRPr/>
          </a:p>
        </p:txBody>
      </p:sp>
      <p:sp>
        <p:nvSpPr>
          <p:cNvPr id="93" name="object 93"/>
          <p:cNvSpPr/>
          <p:nvPr/>
        </p:nvSpPr>
        <p:spPr>
          <a:xfrm>
            <a:off x="1531620" y="2439923"/>
            <a:ext cx="59690" cy="58419"/>
          </a:xfrm>
          <a:custGeom>
            <a:avLst/>
            <a:gdLst/>
            <a:ahLst/>
            <a:cxnLst/>
            <a:rect l="l" t="t" r="r" b="b"/>
            <a:pathLst>
              <a:path w="59690" h="58419">
                <a:moveTo>
                  <a:pt x="59436" y="0"/>
                </a:moveTo>
                <a:lnTo>
                  <a:pt x="0" y="0"/>
                </a:lnTo>
                <a:lnTo>
                  <a:pt x="0" y="57912"/>
                </a:lnTo>
                <a:lnTo>
                  <a:pt x="59436" y="57912"/>
                </a:lnTo>
                <a:lnTo>
                  <a:pt x="59436" y="0"/>
                </a:lnTo>
                <a:close/>
              </a:path>
            </a:pathLst>
          </a:custGeom>
          <a:solidFill>
            <a:srgbClr val="FFFFFF">
              <a:alpha val="1960"/>
            </a:srgbClr>
          </a:solidFill>
        </p:spPr>
        <p:txBody>
          <a:bodyPr wrap="square" lIns="0" tIns="0" rIns="0" bIns="0" rtlCol="0"/>
          <a:lstStyle/>
          <a:p>
            <a:endParaRPr/>
          </a:p>
        </p:txBody>
      </p:sp>
      <p:sp>
        <p:nvSpPr>
          <p:cNvPr id="94" name="object 94"/>
          <p:cNvSpPr/>
          <p:nvPr/>
        </p:nvSpPr>
        <p:spPr>
          <a:xfrm>
            <a:off x="2417064" y="1937003"/>
            <a:ext cx="190500" cy="190500"/>
          </a:xfrm>
          <a:custGeom>
            <a:avLst/>
            <a:gdLst/>
            <a:ahLst/>
            <a:cxnLst/>
            <a:rect l="l" t="t" r="r" b="b"/>
            <a:pathLst>
              <a:path w="190500" h="190500">
                <a:moveTo>
                  <a:pt x="190500" y="0"/>
                </a:moveTo>
                <a:lnTo>
                  <a:pt x="0" y="0"/>
                </a:lnTo>
                <a:lnTo>
                  <a:pt x="0" y="190500"/>
                </a:lnTo>
                <a:lnTo>
                  <a:pt x="190500" y="190500"/>
                </a:lnTo>
                <a:lnTo>
                  <a:pt x="190500" y="0"/>
                </a:lnTo>
                <a:close/>
              </a:path>
            </a:pathLst>
          </a:custGeom>
          <a:solidFill>
            <a:srgbClr val="FFFFFF">
              <a:alpha val="1960"/>
            </a:srgbClr>
          </a:solidFill>
        </p:spPr>
        <p:txBody>
          <a:bodyPr wrap="square" lIns="0" tIns="0" rIns="0" bIns="0" rtlCol="0"/>
          <a:lstStyle/>
          <a:p>
            <a:endParaRPr/>
          </a:p>
        </p:txBody>
      </p:sp>
      <p:sp>
        <p:nvSpPr>
          <p:cNvPr id="95" name="object 95"/>
          <p:cNvSpPr/>
          <p:nvPr/>
        </p:nvSpPr>
        <p:spPr>
          <a:xfrm>
            <a:off x="2433827" y="1685544"/>
            <a:ext cx="157480" cy="71755"/>
          </a:xfrm>
          <a:custGeom>
            <a:avLst/>
            <a:gdLst/>
            <a:ahLst/>
            <a:cxnLst/>
            <a:rect l="l" t="t" r="r" b="b"/>
            <a:pathLst>
              <a:path w="157480" h="71755">
                <a:moveTo>
                  <a:pt x="156972" y="0"/>
                </a:moveTo>
                <a:lnTo>
                  <a:pt x="0" y="0"/>
                </a:lnTo>
                <a:lnTo>
                  <a:pt x="0" y="68325"/>
                </a:lnTo>
                <a:lnTo>
                  <a:pt x="18724" y="64065"/>
                </a:lnTo>
                <a:lnTo>
                  <a:pt x="36830" y="61007"/>
                </a:lnTo>
                <a:lnTo>
                  <a:pt x="54935" y="59164"/>
                </a:lnTo>
                <a:lnTo>
                  <a:pt x="73660" y="58546"/>
                </a:lnTo>
                <a:lnTo>
                  <a:pt x="95232" y="59215"/>
                </a:lnTo>
                <a:lnTo>
                  <a:pt x="116506" y="61420"/>
                </a:lnTo>
                <a:lnTo>
                  <a:pt x="137185" y="65458"/>
                </a:lnTo>
                <a:lnTo>
                  <a:pt x="156972" y="71627"/>
                </a:lnTo>
                <a:lnTo>
                  <a:pt x="156972" y="0"/>
                </a:lnTo>
                <a:close/>
              </a:path>
            </a:pathLst>
          </a:custGeom>
          <a:solidFill>
            <a:srgbClr val="FFFFFF">
              <a:alpha val="1960"/>
            </a:srgbClr>
          </a:solidFill>
        </p:spPr>
        <p:txBody>
          <a:bodyPr wrap="square" lIns="0" tIns="0" rIns="0" bIns="0" rtlCol="0"/>
          <a:lstStyle/>
          <a:p>
            <a:endParaRPr/>
          </a:p>
        </p:txBody>
      </p:sp>
      <p:sp>
        <p:nvSpPr>
          <p:cNvPr id="96" name="object 96"/>
          <p:cNvSpPr/>
          <p:nvPr/>
        </p:nvSpPr>
        <p:spPr>
          <a:xfrm>
            <a:off x="2449068" y="1447799"/>
            <a:ext cx="127000" cy="121920"/>
          </a:xfrm>
          <a:custGeom>
            <a:avLst/>
            <a:gdLst/>
            <a:ahLst/>
            <a:cxnLst/>
            <a:rect l="l" t="t" r="r" b="b"/>
            <a:pathLst>
              <a:path w="127000" h="121919">
                <a:moveTo>
                  <a:pt x="126492" y="0"/>
                </a:moveTo>
                <a:lnTo>
                  <a:pt x="0" y="0"/>
                </a:lnTo>
                <a:lnTo>
                  <a:pt x="0" y="121920"/>
                </a:lnTo>
                <a:lnTo>
                  <a:pt x="126492" y="121920"/>
                </a:lnTo>
                <a:lnTo>
                  <a:pt x="126492" y="0"/>
                </a:lnTo>
                <a:close/>
              </a:path>
            </a:pathLst>
          </a:custGeom>
          <a:solidFill>
            <a:srgbClr val="FFFFFF">
              <a:alpha val="1960"/>
            </a:srgbClr>
          </a:solidFill>
        </p:spPr>
        <p:txBody>
          <a:bodyPr wrap="square" lIns="0" tIns="0" rIns="0" bIns="0" rtlCol="0"/>
          <a:lstStyle/>
          <a:p>
            <a:endParaRPr/>
          </a:p>
        </p:txBody>
      </p:sp>
      <p:sp>
        <p:nvSpPr>
          <p:cNvPr id="97" name="object 97"/>
          <p:cNvSpPr/>
          <p:nvPr/>
        </p:nvSpPr>
        <p:spPr>
          <a:xfrm>
            <a:off x="2465832" y="1242059"/>
            <a:ext cx="93345" cy="93345"/>
          </a:xfrm>
          <a:custGeom>
            <a:avLst/>
            <a:gdLst/>
            <a:ahLst/>
            <a:cxnLst/>
            <a:rect l="l" t="t" r="r" b="b"/>
            <a:pathLst>
              <a:path w="93344" h="93344">
                <a:moveTo>
                  <a:pt x="92964" y="0"/>
                </a:moveTo>
                <a:lnTo>
                  <a:pt x="0" y="0"/>
                </a:lnTo>
                <a:lnTo>
                  <a:pt x="0" y="92964"/>
                </a:lnTo>
                <a:lnTo>
                  <a:pt x="92964" y="92964"/>
                </a:lnTo>
                <a:lnTo>
                  <a:pt x="92964" y="0"/>
                </a:lnTo>
                <a:close/>
              </a:path>
            </a:pathLst>
          </a:custGeom>
          <a:solidFill>
            <a:srgbClr val="FFFFFF">
              <a:alpha val="1960"/>
            </a:srgbClr>
          </a:solidFill>
        </p:spPr>
        <p:txBody>
          <a:bodyPr wrap="square" lIns="0" tIns="0" rIns="0" bIns="0" rtlCol="0"/>
          <a:lstStyle/>
          <a:p>
            <a:endParaRPr/>
          </a:p>
        </p:txBody>
      </p:sp>
      <p:sp>
        <p:nvSpPr>
          <p:cNvPr id="98" name="object 98"/>
          <p:cNvSpPr/>
          <p:nvPr/>
        </p:nvSpPr>
        <p:spPr>
          <a:xfrm>
            <a:off x="2484120" y="1100327"/>
            <a:ext cx="59690" cy="58419"/>
          </a:xfrm>
          <a:custGeom>
            <a:avLst/>
            <a:gdLst/>
            <a:ahLst/>
            <a:cxnLst/>
            <a:rect l="l" t="t" r="r" b="b"/>
            <a:pathLst>
              <a:path w="59689" h="58419">
                <a:moveTo>
                  <a:pt x="59436" y="0"/>
                </a:moveTo>
                <a:lnTo>
                  <a:pt x="0" y="0"/>
                </a:lnTo>
                <a:lnTo>
                  <a:pt x="0" y="57912"/>
                </a:lnTo>
                <a:lnTo>
                  <a:pt x="59436" y="57912"/>
                </a:lnTo>
                <a:lnTo>
                  <a:pt x="59436" y="0"/>
                </a:lnTo>
                <a:close/>
              </a:path>
            </a:pathLst>
          </a:custGeom>
          <a:solidFill>
            <a:srgbClr val="FFFFFF">
              <a:alpha val="1960"/>
            </a:srgbClr>
          </a:solidFill>
        </p:spPr>
        <p:txBody>
          <a:bodyPr wrap="square" lIns="0" tIns="0" rIns="0" bIns="0" rtlCol="0"/>
          <a:lstStyle/>
          <a:p>
            <a:endParaRPr/>
          </a:p>
        </p:txBody>
      </p:sp>
      <p:sp>
        <p:nvSpPr>
          <p:cNvPr id="99" name="object 99"/>
          <p:cNvSpPr/>
          <p:nvPr/>
        </p:nvSpPr>
        <p:spPr>
          <a:xfrm>
            <a:off x="6141720" y="480059"/>
            <a:ext cx="108585" cy="113030"/>
          </a:xfrm>
          <a:custGeom>
            <a:avLst/>
            <a:gdLst/>
            <a:ahLst/>
            <a:cxnLst/>
            <a:rect l="l" t="t" r="r" b="b"/>
            <a:pathLst>
              <a:path w="108585" h="113029">
                <a:moveTo>
                  <a:pt x="108204" y="0"/>
                </a:moveTo>
                <a:lnTo>
                  <a:pt x="0" y="0"/>
                </a:lnTo>
                <a:lnTo>
                  <a:pt x="0" y="112776"/>
                </a:lnTo>
                <a:lnTo>
                  <a:pt x="108204" y="112776"/>
                </a:lnTo>
                <a:lnTo>
                  <a:pt x="108204" y="0"/>
                </a:lnTo>
                <a:close/>
              </a:path>
            </a:pathLst>
          </a:custGeom>
          <a:solidFill>
            <a:srgbClr val="FFFFFF">
              <a:alpha val="1960"/>
            </a:srgbClr>
          </a:solidFill>
        </p:spPr>
        <p:txBody>
          <a:bodyPr wrap="square" lIns="0" tIns="0" rIns="0" bIns="0" rtlCol="0"/>
          <a:lstStyle/>
          <a:p>
            <a:endParaRPr/>
          </a:p>
        </p:txBody>
      </p:sp>
      <p:sp>
        <p:nvSpPr>
          <p:cNvPr id="100" name="object 100"/>
          <p:cNvSpPr/>
          <p:nvPr/>
        </p:nvSpPr>
        <p:spPr>
          <a:xfrm>
            <a:off x="6941820" y="955547"/>
            <a:ext cx="78105" cy="78105"/>
          </a:xfrm>
          <a:custGeom>
            <a:avLst/>
            <a:gdLst/>
            <a:ahLst/>
            <a:cxnLst/>
            <a:rect l="l" t="t" r="r" b="b"/>
            <a:pathLst>
              <a:path w="78104" h="78105">
                <a:moveTo>
                  <a:pt x="77724" y="0"/>
                </a:moveTo>
                <a:lnTo>
                  <a:pt x="0" y="0"/>
                </a:lnTo>
                <a:lnTo>
                  <a:pt x="0" y="77724"/>
                </a:lnTo>
                <a:lnTo>
                  <a:pt x="77724" y="77724"/>
                </a:lnTo>
                <a:lnTo>
                  <a:pt x="77724" y="0"/>
                </a:lnTo>
                <a:close/>
              </a:path>
            </a:pathLst>
          </a:custGeom>
          <a:solidFill>
            <a:srgbClr val="FFFFFF">
              <a:alpha val="1960"/>
            </a:srgbClr>
          </a:solidFill>
        </p:spPr>
        <p:txBody>
          <a:bodyPr wrap="square" lIns="0" tIns="0" rIns="0" bIns="0" rtlCol="0"/>
          <a:lstStyle/>
          <a:p>
            <a:endParaRPr/>
          </a:p>
        </p:txBody>
      </p:sp>
      <p:sp>
        <p:nvSpPr>
          <p:cNvPr id="101" name="object 101"/>
          <p:cNvSpPr/>
          <p:nvPr/>
        </p:nvSpPr>
        <p:spPr>
          <a:xfrm>
            <a:off x="6935724" y="402335"/>
            <a:ext cx="59690" cy="60960"/>
          </a:xfrm>
          <a:custGeom>
            <a:avLst/>
            <a:gdLst/>
            <a:ahLst/>
            <a:cxnLst/>
            <a:rect l="l" t="t" r="r" b="b"/>
            <a:pathLst>
              <a:path w="59690" h="60959">
                <a:moveTo>
                  <a:pt x="59436" y="0"/>
                </a:moveTo>
                <a:lnTo>
                  <a:pt x="0" y="0"/>
                </a:lnTo>
                <a:lnTo>
                  <a:pt x="0" y="60960"/>
                </a:lnTo>
                <a:lnTo>
                  <a:pt x="59436" y="60960"/>
                </a:lnTo>
                <a:lnTo>
                  <a:pt x="59436" y="0"/>
                </a:lnTo>
                <a:close/>
              </a:path>
            </a:pathLst>
          </a:custGeom>
          <a:solidFill>
            <a:srgbClr val="FFFFFF">
              <a:alpha val="1960"/>
            </a:srgbClr>
          </a:solidFill>
        </p:spPr>
        <p:txBody>
          <a:bodyPr wrap="square" lIns="0" tIns="0" rIns="0" bIns="0" rtlCol="0"/>
          <a:lstStyle/>
          <a:p>
            <a:endParaRPr/>
          </a:p>
        </p:txBody>
      </p:sp>
      <p:sp>
        <p:nvSpPr>
          <p:cNvPr id="102" name="object 102"/>
          <p:cNvSpPr/>
          <p:nvPr/>
        </p:nvSpPr>
        <p:spPr>
          <a:xfrm>
            <a:off x="7872984" y="1109471"/>
            <a:ext cx="96520" cy="97790"/>
          </a:xfrm>
          <a:custGeom>
            <a:avLst/>
            <a:gdLst/>
            <a:ahLst/>
            <a:cxnLst/>
            <a:rect l="l" t="t" r="r" b="b"/>
            <a:pathLst>
              <a:path w="96520" h="97790">
                <a:moveTo>
                  <a:pt x="95999" y="0"/>
                </a:moveTo>
                <a:lnTo>
                  <a:pt x="0" y="0"/>
                </a:lnTo>
                <a:lnTo>
                  <a:pt x="0" y="97536"/>
                </a:lnTo>
                <a:lnTo>
                  <a:pt x="95999" y="97536"/>
                </a:lnTo>
                <a:lnTo>
                  <a:pt x="95999" y="0"/>
                </a:lnTo>
                <a:close/>
              </a:path>
            </a:pathLst>
          </a:custGeom>
          <a:solidFill>
            <a:srgbClr val="FFFFFF">
              <a:alpha val="1960"/>
            </a:srgbClr>
          </a:solidFill>
        </p:spPr>
        <p:txBody>
          <a:bodyPr wrap="square" lIns="0" tIns="0" rIns="0" bIns="0" rtlCol="0"/>
          <a:lstStyle/>
          <a:p>
            <a:endParaRPr/>
          </a:p>
        </p:txBody>
      </p:sp>
      <p:sp>
        <p:nvSpPr>
          <p:cNvPr id="103" name="object 103"/>
          <p:cNvSpPr/>
          <p:nvPr/>
        </p:nvSpPr>
        <p:spPr>
          <a:xfrm>
            <a:off x="9075420" y="426719"/>
            <a:ext cx="27940" cy="27940"/>
          </a:xfrm>
          <a:custGeom>
            <a:avLst/>
            <a:gdLst/>
            <a:ahLst/>
            <a:cxnLst/>
            <a:rect l="l" t="t" r="r" b="b"/>
            <a:pathLst>
              <a:path w="27940" h="27940">
                <a:moveTo>
                  <a:pt x="27432" y="0"/>
                </a:moveTo>
                <a:lnTo>
                  <a:pt x="0" y="0"/>
                </a:lnTo>
                <a:lnTo>
                  <a:pt x="0" y="27432"/>
                </a:lnTo>
                <a:lnTo>
                  <a:pt x="27432" y="27432"/>
                </a:lnTo>
                <a:lnTo>
                  <a:pt x="27432" y="0"/>
                </a:lnTo>
                <a:close/>
              </a:path>
            </a:pathLst>
          </a:custGeom>
          <a:solidFill>
            <a:srgbClr val="FFFFFF">
              <a:alpha val="1960"/>
            </a:srgbClr>
          </a:solidFill>
        </p:spPr>
        <p:txBody>
          <a:bodyPr wrap="square" lIns="0" tIns="0" rIns="0" bIns="0" rtlCol="0"/>
          <a:lstStyle/>
          <a:p>
            <a:endParaRPr/>
          </a:p>
        </p:txBody>
      </p:sp>
      <p:sp>
        <p:nvSpPr>
          <p:cNvPr id="104" name="object 104"/>
          <p:cNvSpPr/>
          <p:nvPr/>
        </p:nvSpPr>
        <p:spPr>
          <a:xfrm>
            <a:off x="9595104" y="1403603"/>
            <a:ext cx="109855" cy="113030"/>
          </a:xfrm>
          <a:custGeom>
            <a:avLst/>
            <a:gdLst/>
            <a:ahLst/>
            <a:cxnLst/>
            <a:rect l="l" t="t" r="r" b="b"/>
            <a:pathLst>
              <a:path w="109854" h="113030">
                <a:moveTo>
                  <a:pt x="109728" y="0"/>
                </a:moveTo>
                <a:lnTo>
                  <a:pt x="0" y="0"/>
                </a:lnTo>
                <a:lnTo>
                  <a:pt x="0" y="112776"/>
                </a:lnTo>
                <a:lnTo>
                  <a:pt x="109728" y="112776"/>
                </a:lnTo>
                <a:lnTo>
                  <a:pt x="109728" y="0"/>
                </a:lnTo>
                <a:close/>
              </a:path>
            </a:pathLst>
          </a:custGeom>
          <a:solidFill>
            <a:srgbClr val="FFFFFF">
              <a:alpha val="1960"/>
            </a:srgbClr>
          </a:solidFill>
        </p:spPr>
        <p:txBody>
          <a:bodyPr wrap="square" lIns="0" tIns="0" rIns="0" bIns="0" rtlCol="0"/>
          <a:lstStyle/>
          <a:p>
            <a:endParaRPr/>
          </a:p>
        </p:txBody>
      </p:sp>
      <p:sp>
        <p:nvSpPr>
          <p:cNvPr id="105" name="object 105"/>
          <p:cNvSpPr/>
          <p:nvPr/>
        </p:nvSpPr>
        <p:spPr>
          <a:xfrm>
            <a:off x="7972044" y="1876043"/>
            <a:ext cx="88900" cy="88900"/>
          </a:xfrm>
          <a:custGeom>
            <a:avLst/>
            <a:gdLst/>
            <a:ahLst/>
            <a:cxnLst/>
            <a:rect l="l" t="t" r="r" b="b"/>
            <a:pathLst>
              <a:path w="88900" h="88900">
                <a:moveTo>
                  <a:pt x="88392" y="0"/>
                </a:moveTo>
                <a:lnTo>
                  <a:pt x="0" y="0"/>
                </a:lnTo>
                <a:lnTo>
                  <a:pt x="0" y="88392"/>
                </a:lnTo>
                <a:lnTo>
                  <a:pt x="88392" y="88392"/>
                </a:lnTo>
                <a:lnTo>
                  <a:pt x="88392" y="0"/>
                </a:lnTo>
                <a:close/>
              </a:path>
            </a:pathLst>
          </a:custGeom>
          <a:solidFill>
            <a:srgbClr val="FFFFFF">
              <a:alpha val="1960"/>
            </a:srgbClr>
          </a:solidFill>
        </p:spPr>
        <p:txBody>
          <a:bodyPr wrap="square" lIns="0" tIns="0" rIns="0" bIns="0" rtlCol="0"/>
          <a:lstStyle/>
          <a:p>
            <a:endParaRPr/>
          </a:p>
        </p:txBody>
      </p:sp>
      <p:sp>
        <p:nvSpPr>
          <p:cNvPr id="106" name="object 106"/>
          <p:cNvSpPr/>
          <p:nvPr/>
        </p:nvSpPr>
        <p:spPr>
          <a:xfrm>
            <a:off x="9479280" y="2490215"/>
            <a:ext cx="56515" cy="62865"/>
          </a:xfrm>
          <a:custGeom>
            <a:avLst/>
            <a:gdLst/>
            <a:ahLst/>
            <a:cxnLst/>
            <a:rect l="l" t="t" r="r" b="b"/>
            <a:pathLst>
              <a:path w="56515" h="62864">
                <a:moveTo>
                  <a:pt x="56388" y="0"/>
                </a:moveTo>
                <a:lnTo>
                  <a:pt x="0" y="0"/>
                </a:lnTo>
                <a:lnTo>
                  <a:pt x="0" y="62484"/>
                </a:lnTo>
                <a:lnTo>
                  <a:pt x="56388" y="62484"/>
                </a:lnTo>
                <a:lnTo>
                  <a:pt x="56388" y="0"/>
                </a:lnTo>
                <a:close/>
              </a:path>
            </a:pathLst>
          </a:custGeom>
          <a:solidFill>
            <a:srgbClr val="FFFFFF">
              <a:alpha val="1960"/>
            </a:srgbClr>
          </a:solidFill>
        </p:spPr>
        <p:txBody>
          <a:bodyPr wrap="square" lIns="0" tIns="0" rIns="0" bIns="0" rtlCol="0"/>
          <a:lstStyle/>
          <a:p>
            <a:endParaRPr/>
          </a:p>
        </p:txBody>
      </p:sp>
      <p:sp>
        <p:nvSpPr>
          <p:cNvPr id="107" name="object 107"/>
          <p:cNvSpPr/>
          <p:nvPr/>
        </p:nvSpPr>
        <p:spPr>
          <a:xfrm>
            <a:off x="10058400" y="777252"/>
            <a:ext cx="29209" cy="30480"/>
          </a:xfrm>
          <a:custGeom>
            <a:avLst/>
            <a:gdLst/>
            <a:ahLst/>
            <a:cxnLst/>
            <a:rect l="l" t="t" r="r" b="b"/>
            <a:pathLst>
              <a:path w="29209" h="30479">
                <a:moveTo>
                  <a:pt x="28956" y="0"/>
                </a:moveTo>
                <a:lnTo>
                  <a:pt x="0" y="0"/>
                </a:lnTo>
                <a:lnTo>
                  <a:pt x="0" y="30467"/>
                </a:lnTo>
                <a:lnTo>
                  <a:pt x="28956" y="30467"/>
                </a:lnTo>
                <a:lnTo>
                  <a:pt x="28956" y="0"/>
                </a:lnTo>
                <a:close/>
              </a:path>
            </a:pathLst>
          </a:custGeom>
          <a:solidFill>
            <a:srgbClr val="FFFFFF">
              <a:alpha val="1960"/>
            </a:srgbClr>
          </a:solidFill>
        </p:spPr>
        <p:txBody>
          <a:bodyPr wrap="square" lIns="0" tIns="0" rIns="0" bIns="0" rtlCol="0"/>
          <a:lstStyle/>
          <a:p>
            <a:endParaRPr/>
          </a:p>
        </p:txBody>
      </p:sp>
      <p:sp>
        <p:nvSpPr>
          <p:cNvPr id="108" name="object 108"/>
          <p:cNvSpPr/>
          <p:nvPr/>
        </p:nvSpPr>
        <p:spPr>
          <a:xfrm>
            <a:off x="10379964" y="160019"/>
            <a:ext cx="58419" cy="58419"/>
          </a:xfrm>
          <a:custGeom>
            <a:avLst/>
            <a:gdLst/>
            <a:ahLst/>
            <a:cxnLst/>
            <a:rect l="l" t="t" r="r" b="b"/>
            <a:pathLst>
              <a:path w="58420" h="58420">
                <a:moveTo>
                  <a:pt x="57912" y="0"/>
                </a:moveTo>
                <a:lnTo>
                  <a:pt x="0" y="0"/>
                </a:lnTo>
                <a:lnTo>
                  <a:pt x="0" y="57912"/>
                </a:lnTo>
                <a:lnTo>
                  <a:pt x="57912" y="57912"/>
                </a:lnTo>
                <a:lnTo>
                  <a:pt x="57912" y="0"/>
                </a:lnTo>
                <a:close/>
              </a:path>
            </a:pathLst>
          </a:custGeom>
          <a:solidFill>
            <a:srgbClr val="FFFFFF">
              <a:alpha val="1960"/>
            </a:srgbClr>
          </a:solidFill>
        </p:spPr>
        <p:txBody>
          <a:bodyPr wrap="square" lIns="0" tIns="0" rIns="0" bIns="0" rtlCol="0"/>
          <a:lstStyle/>
          <a:p>
            <a:endParaRPr/>
          </a:p>
        </p:txBody>
      </p:sp>
      <p:sp>
        <p:nvSpPr>
          <p:cNvPr id="109" name="object 109"/>
          <p:cNvSpPr/>
          <p:nvPr/>
        </p:nvSpPr>
        <p:spPr>
          <a:xfrm>
            <a:off x="10776204" y="1083576"/>
            <a:ext cx="47625" cy="48895"/>
          </a:xfrm>
          <a:custGeom>
            <a:avLst/>
            <a:gdLst/>
            <a:ahLst/>
            <a:cxnLst/>
            <a:rect l="l" t="t" r="r" b="b"/>
            <a:pathLst>
              <a:path w="47625" h="48894">
                <a:moveTo>
                  <a:pt x="47244" y="0"/>
                </a:moveTo>
                <a:lnTo>
                  <a:pt x="0" y="0"/>
                </a:lnTo>
                <a:lnTo>
                  <a:pt x="0" y="48755"/>
                </a:lnTo>
                <a:lnTo>
                  <a:pt x="47244" y="48755"/>
                </a:lnTo>
                <a:lnTo>
                  <a:pt x="47244" y="0"/>
                </a:lnTo>
                <a:close/>
              </a:path>
            </a:pathLst>
          </a:custGeom>
          <a:solidFill>
            <a:srgbClr val="FFFFFF">
              <a:alpha val="1960"/>
            </a:srgbClr>
          </a:solidFill>
        </p:spPr>
        <p:txBody>
          <a:bodyPr wrap="square" lIns="0" tIns="0" rIns="0" bIns="0" rtlCol="0"/>
          <a:lstStyle/>
          <a:p>
            <a:endParaRPr/>
          </a:p>
        </p:txBody>
      </p:sp>
      <p:sp>
        <p:nvSpPr>
          <p:cNvPr id="110" name="object 110"/>
          <p:cNvSpPr/>
          <p:nvPr/>
        </p:nvSpPr>
        <p:spPr>
          <a:xfrm>
            <a:off x="10684764" y="1763280"/>
            <a:ext cx="71755" cy="71755"/>
          </a:xfrm>
          <a:custGeom>
            <a:avLst/>
            <a:gdLst/>
            <a:ahLst/>
            <a:cxnLst/>
            <a:rect l="l" t="t" r="r" b="b"/>
            <a:pathLst>
              <a:path w="71754" h="71755">
                <a:moveTo>
                  <a:pt x="71628" y="0"/>
                </a:moveTo>
                <a:lnTo>
                  <a:pt x="0" y="0"/>
                </a:lnTo>
                <a:lnTo>
                  <a:pt x="0" y="71615"/>
                </a:lnTo>
                <a:lnTo>
                  <a:pt x="71628" y="71615"/>
                </a:lnTo>
                <a:lnTo>
                  <a:pt x="71628" y="0"/>
                </a:lnTo>
                <a:close/>
              </a:path>
            </a:pathLst>
          </a:custGeom>
          <a:solidFill>
            <a:srgbClr val="FFFFFF">
              <a:alpha val="1960"/>
            </a:srgbClr>
          </a:solidFill>
        </p:spPr>
        <p:txBody>
          <a:bodyPr wrap="square" lIns="0" tIns="0" rIns="0" bIns="0" rtlCol="0"/>
          <a:lstStyle/>
          <a:p>
            <a:endParaRPr/>
          </a:p>
        </p:txBody>
      </p:sp>
      <p:sp>
        <p:nvSpPr>
          <p:cNvPr id="111" name="object 111"/>
          <p:cNvSpPr/>
          <p:nvPr/>
        </p:nvSpPr>
        <p:spPr>
          <a:xfrm>
            <a:off x="10512552" y="3067811"/>
            <a:ext cx="53340" cy="55244"/>
          </a:xfrm>
          <a:custGeom>
            <a:avLst/>
            <a:gdLst/>
            <a:ahLst/>
            <a:cxnLst/>
            <a:rect l="l" t="t" r="r" b="b"/>
            <a:pathLst>
              <a:path w="53340" h="55244">
                <a:moveTo>
                  <a:pt x="53340" y="0"/>
                </a:moveTo>
                <a:lnTo>
                  <a:pt x="0" y="0"/>
                </a:lnTo>
                <a:lnTo>
                  <a:pt x="0" y="54864"/>
                </a:lnTo>
                <a:lnTo>
                  <a:pt x="53340" y="54864"/>
                </a:lnTo>
                <a:lnTo>
                  <a:pt x="53340" y="0"/>
                </a:lnTo>
                <a:close/>
              </a:path>
            </a:pathLst>
          </a:custGeom>
          <a:solidFill>
            <a:srgbClr val="FFFFFF">
              <a:alpha val="1960"/>
            </a:srgbClr>
          </a:solidFill>
        </p:spPr>
        <p:txBody>
          <a:bodyPr wrap="square" lIns="0" tIns="0" rIns="0" bIns="0" rtlCol="0"/>
          <a:lstStyle/>
          <a:p>
            <a:endParaRPr/>
          </a:p>
        </p:txBody>
      </p:sp>
      <p:sp>
        <p:nvSpPr>
          <p:cNvPr id="112" name="object 112"/>
          <p:cNvSpPr/>
          <p:nvPr/>
        </p:nvSpPr>
        <p:spPr>
          <a:xfrm>
            <a:off x="9945624" y="3369563"/>
            <a:ext cx="41275" cy="43180"/>
          </a:xfrm>
          <a:custGeom>
            <a:avLst/>
            <a:gdLst/>
            <a:ahLst/>
            <a:cxnLst/>
            <a:rect l="l" t="t" r="r" b="b"/>
            <a:pathLst>
              <a:path w="41275" h="43179">
                <a:moveTo>
                  <a:pt x="41148" y="0"/>
                </a:moveTo>
                <a:lnTo>
                  <a:pt x="0" y="0"/>
                </a:lnTo>
                <a:lnTo>
                  <a:pt x="0" y="42672"/>
                </a:lnTo>
                <a:lnTo>
                  <a:pt x="41148" y="42672"/>
                </a:lnTo>
                <a:lnTo>
                  <a:pt x="41148" y="0"/>
                </a:lnTo>
                <a:close/>
              </a:path>
            </a:pathLst>
          </a:custGeom>
          <a:solidFill>
            <a:srgbClr val="FFFFFF">
              <a:alpha val="1960"/>
            </a:srgbClr>
          </a:solidFill>
        </p:spPr>
        <p:txBody>
          <a:bodyPr wrap="square" lIns="0" tIns="0" rIns="0" bIns="0" rtlCol="0"/>
          <a:lstStyle/>
          <a:p>
            <a:endParaRPr/>
          </a:p>
        </p:txBody>
      </p:sp>
      <p:sp>
        <p:nvSpPr>
          <p:cNvPr id="113" name="object 113"/>
          <p:cNvSpPr/>
          <p:nvPr/>
        </p:nvSpPr>
        <p:spPr>
          <a:xfrm>
            <a:off x="10530840" y="4250435"/>
            <a:ext cx="76200" cy="71755"/>
          </a:xfrm>
          <a:custGeom>
            <a:avLst/>
            <a:gdLst/>
            <a:ahLst/>
            <a:cxnLst/>
            <a:rect l="l" t="t" r="r" b="b"/>
            <a:pathLst>
              <a:path w="76200" h="71754">
                <a:moveTo>
                  <a:pt x="76200" y="0"/>
                </a:moveTo>
                <a:lnTo>
                  <a:pt x="0" y="0"/>
                </a:lnTo>
                <a:lnTo>
                  <a:pt x="0" y="71628"/>
                </a:lnTo>
                <a:lnTo>
                  <a:pt x="76200" y="71628"/>
                </a:lnTo>
                <a:lnTo>
                  <a:pt x="76200" y="0"/>
                </a:lnTo>
                <a:close/>
              </a:path>
            </a:pathLst>
          </a:custGeom>
          <a:solidFill>
            <a:srgbClr val="FFFFFF">
              <a:alpha val="1960"/>
            </a:srgbClr>
          </a:solidFill>
        </p:spPr>
        <p:txBody>
          <a:bodyPr wrap="square" lIns="0" tIns="0" rIns="0" bIns="0" rtlCol="0"/>
          <a:lstStyle/>
          <a:p>
            <a:endParaRPr/>
          </a:p>
        </p:txBody>
      </p:sp>
      <p:sp>
        <p:nvSpPr>
          <p:cNvPr id="114" name="object 114"/>
          <p:cNvSpPr/>
          <p:nvPr/>
        </p:nvSpPr>
        <p:spPr>
          <a:xfrm>
            <a:off x="8970264" y="3820667"/>
            <a:ext cx="45720" cy="44450"/>
          </a:xfrm>
          <a:custGeom>
            <a:avLst/>
            <a:gdLst/>
            <a:ahLst/>
            <a:cxnLst/>
            <a:rect l="l" t="t" r="r" b="b"/>
            <a:pathLst>
              <a:path w="45720" h="44450">
                <a:moveTo>
                  <a:pt x="45720" y="0"/>
                </a:moveTo>
                <a:lnTo>
                  <a:pt x="0" y="0"/>
                </a:lnTo>
                <a:lnTo>
                  <a:pt x="0" y="44196"/>
                </a:lnTo>
                <a:lnTo>
                  <a:pt x="45720" y="44196"/>
                </a:lnTo>
                <a:lnTo>
                  <a:pt x="45720" y="0"/>
                </a:lnTo>
                <a:close/>
              </a:path>
            </a:pathLst>
          </a:custGeom>
          <a:solidFill>
            <a:srgbClr val="FFFFFF">
              <a:alpha val="1960"/>
            </a:srgbClr>
          </a:solidFill>
        </p:spPr>
        <p:txBody>
          <a:bodyPr wrap="square" lIns="0" tIns="0" rIns="0" bIns="0" rtlCol="0"/>
          <a:lstStyle/>
          <a:p>
            <a:endParaRPr/>
          </a:p>
        </p:txBody>
      </p:sp>
      <p:sp>
        <p:nvSpPr>
          <p:cNvPr id="115" name="object 115"/>
          <p:cNvSpPr/>
          <p:nvPr/>
        </p:nvSpPr>
        <p:spPr>
          <a:xfrm>
            <a:off x="7705344" y="3898391"/>
            <a:ext cx="79375" cy="79375"/>
          </a:xfrm>
          <a:custGeom>
            <a:avLst/>
            <a:gdLst/>
            <a:ahLst/>
            <a:cxnLst/>
            <a:rect l="l" t="t" r="r" b="b"/>
            <a:pathLst>
              <a:path w="79375" h="79375">
                <a:moveTo>
                  <a:pt x="79248" y="0"/>
                </a:moveTo>
                <a:lnTo>
                  <a:pt x="0" y="0"/>
                </a:lnTo>
                <a:lnTo>
                  <a:pt x="0" y="79248"/>
                </a:lnTo>
                <a:lnTo>
                  <a:pt x="79248" y="79248"/>
                </a:lnTo>
                <a:lnTo>
                  <a:pt x="79248" y="0"/>
                </a:lnTo>
                <a:close/>
              </a:path>
            </a:pathLst>
          </a:custGeom>
          <a:solidFill>
            <a:srgbClr val="FFFFFF">
              <a:alpha val="1960"/>
            </a:srgbClr>
          </a:solidFill>
        </p:spPr>
        <p:txBody>
          <a:bodyPr wrap="square" lIns="0" tIns="0" rIns="0" bIns="0" rtlCol="0"/>
          <a:lstStyle/>
          <a:p>
            <a:endParaRPr/>
          </a:p>
        </p:txBody>
      </p:sp>
      <p:sp>
        <p:nvSpPr>
          <p:cNvPr id="116" name="object 116"/>
          <p:cNvSpPr/>
          <p:nvPr/>
        </p:nvSpPr>
        <p:spPr>
          <a:xfrm>
            <a:off x="7499604" y="2468879"/>
            <a:ext cx="81280" cy="81280"/>
          </a:xfrm>
          <a:custGeom>
            <a:avLst/>
            <a:gdLst/>
            <a:ahLst/>
            <a:cxnLst/>
            <a:rect l="l" t="t" r="r" b="b"/>
            <a:pathLst>
              <a:path w="81279" h="81280">
                <a:moveTo>
                  <a:pt x="80772" y="0"/>
                </a:moveTo>
                <a:lnTo>
                  <a:pt x="0" y="0"/>
                </a:lnTo>
                <a:lnTo>
                  <a:pt x="0" y="80772"/>
                </a:lnTo>
                <a:lnTo>
                  <a:pt x="80772" y="80772"/>
                </a:lnTo>
                <a:lnTo>
                  <a:pt x="80772" y="0"/>
                </a:lnTo>
                <a:close/>
              </a:path>
            </a:pathLst>
          </a:custGeom>
          <a:solidFill>
            <a:srgbClr val="FFFFFF">
              <a:alpha val="1960"/>
            </a:srgbClr>
          </a:solidFill>
        </p:spPr>
        <p:txBody>
          <a:bodyPr wrap="square" lIns="0" tIns="0" rIns="0" bIns="0" rtlCol="0"/>
          <a:lstStyle/>
          <a:p>
            <a:endParaRPr/>
          </a:p>
        </p:txBody>
      </p:sp>
      <p:sp>
        <p:nvSpPr>
          <p:cNvPr id="117" name="object 117"/>
          <p:cNvSpPr/>
          <p:nvPr/>
        </p:nvSpPr>
        <p:spPr>
          <a:xfrm>
            <a:off x="6283452" y="3564635"/>
            <a:ext cx="50800" cy="47625"/>
          </a:xfrm>
          <a:custGeom>
            <a:avLst/>
            <a:gdLst/>
            <a:ahLst/>
            <a:cxnLst/>
            <a:rect l="l" t="t" r="r" b="b"/>
            <a:pathLst>
              <a:path w="50800" h="47625">
                <a:moveTo>
                  <a:pt x="50279" y="0"/>
                </a:moveTo>
                <a:lnTo>
                  <a:pt x="0" y="0"/>
                </a:lnTo>
                <a:lnTo>
                  <a:pt x="0" y="47244"/>
                </a:lnTo>
                <a:lnTo>
                  <a:pt x="50279" y="47244"/>
                </a:lnTo>
                <a:lnTo>
                  <a:pt x="50279" y="0"/>
                </a:lnTo>
                <a:close/>
              </a:path>
            </a:pathLst>
          </a:custGeom>
          <a:solidFill>
            <a:srgbClr val="FFFFFF">
              <a:alpha val="1960"/>
            </a:srgbClr>
          </a:solidFill>
        </p:spPr>
        <p:txBody>
          <a:bodyPr wrap="square" lIns="0" tIns="0" rIns="0" bIns="0" rtlCol="0"/>
          <a:lstStyle/>
          <a:p>
            <a:endParaRPr/>
          </a:p>
        </p:txBody>
      </p:sp>
      <p:sp>
        <p:nvSpPr>
          <p:cNvPr id="118" name="object 118"/>
          <p:cNvSpPr/>
          <p:nvPr/>
        </p:nvSpPr>
        <p:spPr>
          <a:xfrm>
            <a:off x="5321808" y="2346959"/>
            <a:ext cx="59690" cy="64135"/>
          </a:xfrm>
          <a:custGeom>
            <a:avLst/>
            <a:gdLst/>
            <a:ahLst/>
            <a:cxnLst/>
            <a:rect l="l" t="t" r="r" b="b"/>
            <a:pathLst>
              <a:path w="59689" h="64135">
                <a:moveTo>
                  <a:pt x="59436" y="0"/>
                </a:moveTo>
                <a:lnTo>
                  <a:pt x="0" y="0"/>
                </a:lnTo>
                <a:lnTo>
                  <a:pt x="0" y="64008"/>
                </a:lnTo>
                <a:lnTo>
                  <a:pt x="59436" y="64008"/>
                </a:lnTo>
                <a:lnTo>
                  <a:pt x="59436" y="0"/>
                </a:lnTo>
                <a:close/>
              </a:path>
            </a:pathLst>
          </a:custGeom>
          <a:solidFill>
            <a:srgbClr val="FFFFFF">
              <a:alpha val="1960"/>
            </a:srgbClr>
          </a:solidFill>
        </p:spPr>
        <p:txBody>
          <a:bodyPr wrap="square" lIns="0" tIns="0" rIns="0" bIns="0" rtlCol="0"/>
          <a:lstStyle/>
          <a:p>
            <a:endParaRPr/>
          </a:p>
        </p:txBody>
      </p:sp>
      <p:sp>
        <p:nvSpPr>
          <p:cNvPr id="119" name="object 119"/>
          <p:cNvSpPr/>
          <p:nvPr/>
        </p:nvSpPr>
        <p:spPr>
          <a:xfrm>
            <a:off x="5282184" y="3864863"/>
            <a:ext cx="113030" cy="113030"/>
          </a:xfrm>
          <a:custGeom>
            <a:avLst/>
            <a:gdLst/>
            <a:ahLst/>
            <a:cxnLst/>
            <a:rect l="l" t="t" r="r" b="b"/>
            <a:pathLst>
              <a:path w="113029" h="113029">
                <a:moveTo>
                  <a:pt x="112776" y="0"/>
                </a:moveTo>
                <a:lnTo>
                  <a:pt x="0" y="0"/>
                </a:lnTo>
                <a:lnTo>
                  <a:pt x="0" y="112776"/>
                </a:lnTo>
                <a:lnTo>
                  <a:pt x="112776" y="112776"/>
                </a:lnTo>
                <a:lnTo>
                  <a:pt x="112776" y="0"/>
                </a:lnTo>
                <a:close/>
              </a:path>
            </a:pathLst>
          </a:custGeom>
          <a:solidFill>
            <a:srgbClr val="FFFFFF">
              <a:alpha val="1960"/>
            </a:srgbClr>
          </a:solidFill>
        </p:spPr>
        <p:txBody>
          <a:bodyPr wrap="square" lIns="0" tIns="0" rIns="0" bIns="0" rtlCol="0"/>
          <a:lstStyle/>
          <a:p>
            <a:endParaRPr/>
          </a:p>
        </p:txBody>
      </p:sp>
      <p:sp>
        <p:nvSpPr>
          <p:cNvPr id="120" name="object 120"/>
          <p:cNvSpPr/>
          <p:nvPr/>
        </p:nvSpPr>
        <p:spPr>
          <a:xfrm>
            <a:off x="4407408" y="4696967"/>
            <a:ext cx="143510" cy="144780"/>
          </a:xfrm>
          <a:custGeom>
            <a:avLst/>
            <a:gdLst/>
            <a:ahLst/>
            <a:cxnLst/>
            <a:rect l="l" t="t" r="r" b="b"/>
            <a:pathLst>
              <a:path w="143510" h="144779">
                <a:moveTo>
                  <a:pt x="143256" y="0"/>
                </a:moveTo>
                <a:lnTo>
                  <a:pt x="0" y="0"/>
                </a:lnTo>
                <a:lnTo>
                  <a:pt x="0" y="144780"/>
                </a:lnTo>
                <a:lnTo>
                  <a:pt x="143256" y="144780"/>
                </a:lnTo>
                <a:lnTo>
                  <a:pt x="143256" y="0"/>
                </a:lnTo>
                <a:close/>
              </a:path>
            </a:pathLst>
          </a:custGeom>
          <a:solidFill>
            <a:srgbClr val="FFFFFF">
              <a:alpha val="1960"/>
            </a:srgbClr>
          </a:solidFill>
        </p:spPr>
        <p:txBody>
          <a:bodyPr wrap="square" lIns="0" tIns="0" rIns="0" bIns="0" rtlCol="0"/>
          <a:lstStyle/>
          <a:p>
            <a:endParaRPr/>
          </a:p>
        </p:txBody>
      </p:sp>
      <p:sp>
        <p:nvSpPr>
          <p:cNvPr id="121" name="object 121"/>
          <p:cNvSpPr/>
          <p:nvPr/>
        </p:nvSpPr>
        <p:spPr>
          <a:xfrm>
            <a:off x="3212592" y="2912363"/>
            <a:ext cx="41275" cy="45720"/>
          </a:xfrm>
          <a:custGeom>
            <a:avLst/>
            <a:gdLst/>
            <a:ahLst/>
            <a:cxnLst/>
            <a:rect l="l" t="t" r="r" b="b"/>
            <a:pathLst>
              <a:path w="41275" h="45719">
                <a:moveTo>
                  <a:pt x="41148" y="0"/>
                </a:moveTo>
                <a:lnTo>
                  <a:pt x="0" y="0"/>
                </a:lnTo>
                <a:lnTo>
                  <a:pt x="0" y="45720"/>
                </a:lnTo>
                <a:lnTo>
                  <a:pt x="41148" y="45720"/>
                </a:lnTo>
                <a:lnTo>
                  <a:pt x="41148" y="0"/>
                </a:lnTo>
                <a:close/>
              </a:path>
            </a:pathLst>
          </a:custGeom>
          <a:solidFill>
            <a:srgbClr val="FFFFFF">
              <a:alpha val="1960"/>
            </a:srgbClr>
          </a:solidFill>
        </p:spPr>
        <p:txBody>
          <a:bodyPr wrap="square" lIns="0" tIns="0" rIns="0" bIns="0" rtlCol="0"/>
          <a:lstStyle/>
          <a:p>
            <a:endParaRPr/>
          </a:p>
        </p:txBody>
      </p:sp>
      <p:sp>
        <p:nvSpPr>
          <p:cNvPr id="122" name="object 122"/>
          <p:cNvSpPr/>
          <p:nvPr/>
        </p:nvSpPr>
        <p:spPr>
          <a:xfrm>
            <a:off x="2365248" y="4040123"/>
            <a:ext cx="33655" cy="32384"/>
          </a:xfrm>
          <a:custGeom>
            <a:avLst/>
            <a:gdLst/>
            <a:ahLst/>
            <a:cxnLst/>
            <a:rect l="l" t="t" r="r" b="b"/>
            <a:pathLst>
              <a:path w="33655" h="32385">
                <a:moveTo>
                  <a:pt x="33528" y="0"/>
                </a:moveTo>
                <a:lnTo>
                  <a:pt x="0" y="0"/>
                </a:lnTo>
                <a:lnTo>
                  <a:pt x="0" y="32004"/>
                </a:lnTo>
                <a:lnTo>
                  <a:pt x="33528" y="32004"/>
                </a:lnTo>
                <a:lnTo>
                  <a:pt x="33528" y="0"/>
                </a:lnTo>
                <a:close/>
              </a:path>
            </a:pathLst>
          </a:custGeom>
          <a:solidFill>
            <a:srgbClr val="FFFFFF">
              <a:alpha val="1960"/>
            </a:srgbClr>
          </a:solidFill>
        </p:spPr>
        <p:txBody>
          <a:bodyPr wrap="square" lIns="0" tIns="0" rIns="0" bIns="0" rtlCol="0"/>
          <a:lstStyle/>
          <a:p>
            <a:endParaRPr/>
          </a:p>
        </p:txBody>
      </p:sp>
      <p:sp>
        <p:nvSpPr>
          <p:cNvPr id="123" name="object 123"/>
          <p:cNvSpPr/>
          <p:nvPr/>
        </p:nvSpPr>
        <p:spPr>
          <a:xfrm>
            <a:off x="1653527" y="4783835"/>
            <a:ext cx="109855" cy="108585"/>
          </a:xfrm>
          <a:custGeom>
            <a:avLst/>
            <a:gdLst/>
            <a:ahLst/>
            <a:cxnLst/>
            <a:rect l="l" t="t" r="r" b="b"/>
            <a:pathLst>
              <a:path w="109855" h="108585">
                <a:moveTo>
                  <a:pt x="109728" y="0"/>
                </a:moveTo>
                <a:lnTo>
                  <a:pt x="0" y="0"/>
                </a:lnTo>
                <a:lnTo>
                  <a:pt x="0" y="108204"/>
                </a:lnTo>
                <a:lnTo>
                  <a:pt x="109728" y="108204"/>
                </a:lnTo>
                <a:lnTo>
                  <a:pt x="109728" y="0"/>
                </a:lnTo>
                <a:close/>
              </a:path>
            </a:pathLst>
          </a:custGeom>
          <a:solidFill>
            <a:srgbClr val="FFFFFF">
              <a:alpha val="1960"/>
            </a:srgbClr>
          </a:solidFill>
        </p:spPr>
        <p:txBody>
          <a:bodyPr wrap="square" lIns="0" tIns="0" rIns="0" bIns="0" rtlCol="0"/>
          <a:lstStyle/>
          <a:p>
            <a:endParaRPr/>
          </a:p>
        </p:txBody>
      </p:sp>
      <p:sp>
        <p:nvSpPr>
          <p:cNvPr id="124" name="object 124"/>
          <p:cNvSpPr/>
          <p:nvPr/>
        </p:nvSpPr>
        <p:spPr>
          <a:xfrm>
            <a:off x="2694432" y="774204"/>
            <a:ext cx="71755" cy="68580"/>
          </a:xfrm>
          <a:custGeom>
            <a:avLst/>
            <a:gdLst/>
            <a:ahLst/>
            <a:cxnLst/>
            <a:rect l="l" t="t" r="r" b="b"/>
            <a:pathLst>
              <a:path w="71755" h="68580">
                <a:moveTo>
                  <a:pt x="71615" y="0"/>
                </a:moveTo>
                <a:lnTo>
                  <a:pt x="0" y="0"/>
                </a:lnTo>
                <a:lnTo>
                  <a:pt x="0" y="68567"/>
                </a:lnTo>
                <a:lnTo>
                  <a:pt x="71615" y="68567"/>
                </a:lnTo>
                <a:lnTo>
                  <a:pt x="71615" y="0"/>
                </a:lnTo>
                <a:close/>
              </a:path>
            </a:pathLst>
          </a:custGeom>
          <a:solidFill>
            <a:srgbClr val="FFFFFF">
              <a:alpha val="1960"/>
            </a:srgbClr>
          </a:solidFill>
        </p:spPr>
        <p:txBody>
          <a:bodyPr wrap="square" lIns="0" tIns="0" rIns="0" bIns="0" rtlCol="0"/>
          <a:lstStyle/>
          <a:p>
            <a:endParaRPr/>
          </a:p>
        </p:txBody>
      </p:sp>
      <p:sp>
        <p:nvSpPr>
          <p:cNvPr id="125" name="object 125"/>
          <p:cNvSpPr/>
          <p:nvPr/>
        </p:nvSpPr>
        <p:spPr>
          <a:xfrm>
            <a:off x="1741932" y="617219"/>
            <a:ext cx="71755" cy="71755"/>
          </a:xfrm>
          <a:custGeom>
            <a:avLst/>
            <a:gdLst/>
            <a:ahLst/>
            <a:cxnLst/>
            <a:rect l="l" t="t" r="r" b="b"/>
            <a:pathLst>
              <a:path w="71755" h="71754">
                <a:moveTo>
                  <a:pt x="71615" y="0"/>
                </a:moveTo>
                <a:lnTo>
                  <a:pt x="0" y="0"/>
                </a:lnTo>
                <a:lnTo>
                  <a:pt x="0" y="71628"/>
                </a:lnTo>
                <a:lnTo>
                  <a:pt x="71615" y="71628"/>
                </a:lnTo>
                <a:lnTo>
                  <a:pt x="71615" y="0"/>
                </a:lnTo>
                <a:close/>
              </a:path>
            </a:pathLst>
          </a:custGeom>
          <a:solidFill>
            <a:srgbClr val="FFFFFF">
              <a:alpha val="1960"/>
            </a:srgbClr>
          </a:solidFill>
        </p:spPr>
        <p:txBody>
          <a:bodyPr wrap="square" lIns="0" tIns="0" rIns="0" bIns="0" rtlCol="0"/>
          <a:lstStyle/>
          <a:p>
            <a:endParaRPr/>
          </a:p>
        </p:txBody>
      </p:sp>
      <p:sp>
        <p:nvSpPr>
          <p:cNvPr id="126" name="object 126"/>
          <p:cNvSpPr/>
          <p:nvPr/>
        </p:nvSpPr>
        <p:spPr>
          <a:xfrm>
            <a:off x="1380744" y="1857755"/>
            <a:ext cx="44450" cy="41275"/>
          </a:xfrm>
          <a:custGeom>
            <a:avLst/>
            <a:gdLst/>
            <a:ahLst/>
            <a:cxnLst/>
            <a:rect l="l" t="t" r="r" b="b"/>
            <a:pathLst>
              <a:path w="44450" h="41275">
                <a:moveTo>
                  <a:pt x="44196" y="0"/>
                </a:moveTo>
                <a:lnTo>
                  <a:pt x="0" y="0"/>
                </a:lnTo>
                <a:lnTo>
                  <a:pt x="0" y="41148"/>
                </a:lnTo>
                <a:lnTo>
                  <a:pt x="44196" y="41148"/>
                </a:lnTo>
                <a:lnTo>
                  <a:pt x="44196" y="0"/>
                </a:lnTo>
                <a:close/>
              </a:path>
            </a:pathLst>
          </a:custGeom>
          <a:solidFill>
            <a:srgbClr val="FFFFFF">
              <a:alpha val="1960"/>
            </a:srgbClr>
          </a:solidFill>
        </p:spPr>
        <p:txBody>
          <a:bodyPr wrap="square" lIns="0" tIns="0" rIns="0" bIns="0" rtlCol="0"/>
          <a:lstStyle/>
          <a:p>
            <a:endParaRPr/>
          </a:p>
        </p:txBody>
      </p:sp>
      <p:sp>
        <p:nvSpPr>
          <p:cNvPr id="127" name="object 127"/>
          <p:cNvSpPr/>
          <p:nvPr/>
        </p:nvSpPr>
        <p:spPr>
          <a:xfrm>
            <a:off x="2346960" y="3250691"/>
            <a:ext cx="102235" cy="104139"/>
          </a:xfrm>
          <a:custGeom>
            <a:avLst/>
            <a:gdLst/>
            <a:ahLst/>
            <a:cxnLst/>
            <a:rect l="l" t="t" r="r" b="b"/>
            <a:pathLst>
              <a:path w="102235" h="104139">
                <a:moveTo>
                  <a:pt x="102108" y="0"/>
                </a:moveTo>
                <a:lnTo>
                  <a:pt x="0" y="0"/>
                </a:lnTo>
                <a:lnTo>
                  <a:pt x="0" y="103632"/>
                </a:lnTo>
                <a:lnTo>
                  <a:pt x="102108" y="103632"/>
                </a:lnTo>
                <a:lnTo>
                  <a:pt x="102108" y="0"/>
                </a:lnTo>
                <a:close/>
              </a:path>
            </a:pathLst>
          </a:custGeom>
          <a:solidFill>
            <a:srgbClr val="FFFFFF">
              <a:alpha val="1960"/>
            </a:srgbClr>
          </a:solidFill>
        </p:spPr>
        <p:txBody>
          <a:bodyPr wrap="square" lIns="0" tIns="0" rIns="0" bIns="0" rtlCol="0"/>
          <a:lstStyle/>
          <a:p>
            <a:endParaRPr/>
          </a:p>
        </p:txBody>
      </p:sp>
      <p:sp>
        <p:nvSpPr>
          <p:cNvPr id="128" name="object 128"/>
          <p:cNvSpPr/>
          <p:nvPr/>
        </p:nvSpPr>
        <p:spPr>
          <a:xfrm>
            <a:off x="3968496" y="4165091"/>
            <a:ext cx="53340" cy="52069"/>
          </a:xfrm>
          <a:custGeom>
            <a:avLst/>
            <a:gdLst/>
            <a:ahLst/>
            <a:cxnLst/>
            <a:rect l="l" t="t" r="r" b="b"/>
            <a:pathLst>
              <a:path w="53339" h="52070">
                <a:moveTo>
                  <a:pt x="53340" y="0"/>
                </a:moveTo>
                <a:lnTo>
                  <a:pt x="0" y="0"/>
                </a:lnTo>
                <a:lnTo>
                  <a:pt x="0" y="51816"/>
                </a:lnTo>
                <a:lnTo>
                  <a:pt x="53340" y="51816"/>
                </a:lnTo>
                <a:lnTo>
                  <a:pt x="53340" y="0"/>
                </a:lnTo>
                <a:close/>
              </a:path>
            </a:pathLst>
          </a:custGeom>
          <a:solidFill>
            <a:srgbClr val="FFFFFF">
              <a:alpha val="1960"/>
            </a:srgbClr>
          </a:solidFill>
        </p:spPr>
        <p:txBody>
          <a:bodyPr wrap="square" lIns="0" tIns="0" rIns="0" bIns="0" rtlCol="0"/>
          <a:lstStyle/>
          <a:p>
            <a:endParaRPr/>
          </a:p>
        </p:txBody>
      </p:sp>
      <p:sp>
        <p:nvSpPr>
          <p:cNvPr id="129" name="object 129"/>
          <p:cNvSpPr/>
          <p:nvPr/>
        </p:nvSpPr>
        <p:spPr>
          <a:xfrm>
            <a:off x="6393180" y="4657344"/>
            <a:ext cx="85725" cy="83820"/>
          </a:xfrm>
          <a:custGeom>
            <a:avLst/>
            <a:gdLst/>
            <a:ahLst/>
            <a:cxnLst/>
            <a:rect l="l" t="t" r="r" b="b"/>
            <a:pathLst>
              <a:path w="85725" h="83820">
                <a:moveTo>
                  <a:pt x="85344" y="0"/>
                </a:moveTo>
                <a:lnTo>
                  <a:pt x="0" y="0"/>
                </a:lnTo>
                <a:lnTo>
                  <a:pt x="0" y="83820"/>
                </a:lnTo>
                <a:lnTo>
                  <a:pt x="85344" y="83820"/>
                </a:lnTo>
                <a:lnTo>
                  <a:pt x="85344" y="0"/>
                </a:lnTo>
                <a:close/>
              </a:path>
            </a:pathLst>
          </a:custGeom>
          <a:solidFill>
            <a:srgbClr val="FFFFFF">
              <a:alpha val="1960"/>
            </a:srgbClr>
          </a:solidFill>
        </p:spPr>
        <p:txBody>
          <a:bodyPr wrap="square" lIns="0" tIns="0" rIns="0" bIns="0" rtlCol="0"/>
          <a:lstStyle/>
          <a:p>
            <a:endParaRPr/>
          </a:p>
        </p:txBody>
      </p:sp>
      <p:sp>
        <p:nvSpPr>
          <p:cNvPr id="130" name="object 130"/>
          <p:cNvSpPr/>
          <p:nvPr/>
        </p:nvSpPr>
        <p:spPr>
          <a:xfrm>
            <a:off x="8695944" y="5779008"/>
            <a:ext cx="88900" cy="86995"/>
          </a:xfrm>
          <a:custGeom>
            <a:avLst/>
            <a:gdLst/>
            <a:ahLst/>
            <a:cxnLst/>
            <a:rect l="l" t="t" r="r" b="b"/>
            <a:pathLst>
              <a:path w="88900" h="86995">
                <a:moveTo>
                  <a:pt x="88392" y="0"/>
                </a:moveTo>
                <a:lnTo>
                  <a:pt x="0" y="0"/>
                </a:lnTo>
                <a:lnTo>
                  <a:pt x="0" y="86868"/>
                </a:lnTo>
                <a:lnTo>
                  <a:pt x="88392" y="86868"/>
                </a:lnTo>
                <a:lnTo>
                  <a:pt x="88392" y="0"/>
                </a:lnTo>
                <a:close/>
              </a:path>
            </a:pathLst>
          </a:custGeom>
          <a:solidFill>
            <a:srgbClr val="FFFFFF">
              <a:alpha val="1960"/>
            </a:srgbClr>
          </a:solidFill>
        </p:spPr>
        <p:txBody>
          <a:bodyPr wrap="square" lIns="0" tIns="0" rIns="0" bIns="0" rtlCol="0"/>
          <a:lstStyle/>
          <a:p>
            <a:endParaRPr/>
          </a:p>
        </p:txBody>
      </p:sp>
      <p:sp>
        <p:nvSpPr>
          <p:cNvPr id="131" name="object 131"/>
          <p:cNvSpPr/>
          <p:nvPr/>
        </p:nvSpPr>
        <p:spPr>
          <a:xfrm>
            <a:off x="8397240" y="263651"/>
            <a:ext cx="205740" cy="205740"/>
          </a:xfrm>
          <a:custGeom>
            <a:avLst/>
            <a:gdLst/>
            <a:ahLst/>
            <a:cxnLst/>
            <a:rect l="l" t="t" r="r" b="b"/>
            <a:pathLst>
              <a:path w="205740" h="205740">
                <a:moveTo>
                  <a:pt x="205740" y="0"/>
                </a:moveTo>
                <a:lnTo>
                  <a:pt x="0" y="0"/>
                </a:lnTo>
                <a:lnTo>
                  <a:pt x="0" y="205740"/>
                </a:lnTo>
                <a:lnTo>
                  <a:pt x="205740" y="205740"/>
                </a:lnTo>
                <a:lnTo>
                  <a:pt x="205740" y="0"/>
                </a:lnTo>
                <a:close/>
              </a:path>
            </a:pathLst>
          </a:custGeom>
          <a:solidFill>
            <a:srgbClr val="FFFFFF">
              <a:alpha val="1960"/>
            </a:srgbClr>
          </a:solidFill>
        </p:spPr>
        <p:txBody>
          <a:bodyPr wrap="square" lIns="0" tIns="0" rIns="0" bIns="0" rtlCol="0"/>
          <a:lstStyle/>
          <a:p>
            <a:endParaRPr/>
          </a:p>
        </p:txBody>
      </p:sp>
      <p:sp>
        <p:nvSpPr>
          <p:cNvPr id="132" name="object 132"/>
          <p:cNvSpPr/>
          <p:nvPr/>
        </p:nvSpPr>
        <p:spPr>
          <a:xfrm>
            <a:off x="8564880" y="758951"/>
            <a:ext cx="81280" cy="29209"/>
          </a:xfrm>
          <a:custGeom>
            <a:avLst/>
            <a:gdLst/>
            <a:ahLst/>
            <a:cxnLst/>
            <a:rect l="l" t="t" r="r" b="b"/>
            <a:pathLst>
              <a:path w="81279" h="29209">
                <a:moveTo>
                  <a:pt x="80772" y="0"/>
                </a:moveTo>
                <a:lnTo>
                  <a:pt x="0" y="0"/>
                </a:lnTo>
                <a:lnTo>
                  <a:pt x="0" y="28956"/>
                </a:lnTo>
                <a:lnTo>
                  <a:pt x="21246" y="24068"/>
                </a:lnTo>
                <a:lnTo>
                  <a:pt x="41576" y="18907"/>
                </a:lnTo>
                <a:lnTo>
                  <a:pt x="61311" y="13150"/>
                </a:lnTo>
                <a:lnTo>
                  <a:pt x="80772" y="6476"/>
                </a:lnTo>
                <a:lnTo>
                  <a:pt x="80772" y="0"/>
                </a:lnTo>
                <a:close/>
              </a:path>
            </a:pathLst>
          </a:custGeom>
          <a:solidFill>
            <a:srgbClr val="FFFFFF">
              <a:alpha val="1960"/>
            </a:srgbClr>
          </a:solidFill>
        </p:spPr>
        <p:txBody>
          <a:bodyPr wrap="square" lIns="0" tIns="0" rIns="0" bIns="0" rtlCol="0"/>
          <a:lstStyle/>
          <a:p>
            <a:endParaRPr/>
          </a:p>
        </p:txBody>
      </p:sp>
      <p:sp>
        <p:nvSpPr>
          <p:cNvPr id="133" name="object 133"/>
          <p:cNvSpPr/>
          <p:nvPr/>
        </p:nvSpPr>
        <p:spPr>
          <a:xfrm>
            <a:off x="10232136" y="2401823"/>
            <a:ext cx="190500" cy="189230"/>
          </a:xfrm>
          <a:custGeom>
            <a:avLst/>
            <a:gdLst/>
            <a:ahLst/>
            <a:cxnLst/>
            <a:rect l="l" t="t" r="r" b="b"/>
            <a:pathLst>
              <a:path w="190500" h="189230">
                <a:moveTo>
                  <a:pt x="190500" y="0"/>
                </a:moveTo>
                <a:lnTo>
                  <a:pt x="0" y="0"/>
                </a:lnTo>
                <a:lnTo>
                  <a:pt x="0" y="188976"/>
                </a:lnTo>
                <a:lnTo>
                  <a:pt x="190500" y="188976"/>
                </a:lnTo>
                <a:lnTo>
                  <a:pt x="190500" y="0"/>
                </a:lnTo>
                <a:close/>
              </a:path>
            </a:pathLst>
          </a:custGeom>
          <a:solidFill>
            <a:srgbClr val="FFFFFF">
              <a:alpha val="1960"/>
            </a:srgbClr>
          </a:solidFill>
        </p:spPr>
        <p:txBody>
          <a:bodyPr wrap="square" lIns="0" tIns="0" rIns="0" bIns="0" rtlCol="0"/>
          <a:lstStyle/>
          <a:p>
            <a:endParaRPr/>
          </a:p>
        </p:txBody>
      </p:sp>
      <p:sp>
        <p:nvSpPr>
          <p:cNvPr id="134" name="object 134"/>
          <p:cNvSpPr/>
          <p:nvPr/>
        </p:nvSpPr>
        <p:spPr>
          <a:xfrm>
            <a:off x="10247376" y="2148839"/>
            <a:ext cx="158750" cy="160020"/>
          </a:xfrm>
          <a:custGeom>
            <a:avLst/>
            <a:gdLst/>
            <a:ahLst/>
            <a:cxnLst/>
            <a:rect l="l" t="t" r="r" b="b"/>
            <a:pathLst>
              <a:path w="158750" h="160019">
                <a:moveTo>
                  <a:pt x="158496" y="0"/>
                </a:moveTo>
                <a:lnTo>
                  <a:pt x="0" y="0"/>
                </a:lnTo>
                <a:lnTo>
                  <a:pt x="0" y="160020"/>
                </a:lnTo>
                <a:lnTo>
                  <a:pt x="158496" y="160020"/>
                </a:lnTo>
                <a:lnTo>
                  <a:pt x="158496" y="0"/>
                </a:lnTo>
                <a:close/>
              </a:path>
            </a:pathLst>
          </a:custGeom>
          <a:solidFill>
            <a:srgbClr val="FFFFFF">
              <a:alpha val="1960"/>
            </a:srgbClr>
          </a:solidFill>
        </p:spPr>
        <p:txBody>
          <a:bodyPr wrap="square" lIns="0" tIns="0" rIns="0" bIns="0" rtlCol="0"/>
          <a:lstStyle/>
          <a:p>
            <a:endParaRPr/>
          </a:p>
        </p:txBody>
      </p:sp>
      <p:sp>
        <p:nvSpPr>
          <p:cNvPr id="135" name="object 135"/>
          <p:cNvSpPr/>
          <p:nvPr/>
        </p:nvSpPr>
        <p:spPr>
          <a:xfrm>
            <a:off x="10212324" y="1196339"/>
            <a:ext cx="135890" cy="139065"/>
          </a:xfrm>
          <a:custGeom>
            <a:avLst/>
            <a:gdLst/>
            <a:ahLst/>
            <a:cxnLst/>
            <a:rect l="l" t="t" r="r" b="b"/>
            <a:pathLst>
              <a:path w="135890" h="139065">
                <a:moveTo>
                  <a:pt x="135636" y="0"/>
                </a:moveTo>
                <a:lnTo>
                  <a:pt x="0" y="0"/>
                </a:lnTo>
                <a:lnTo>
                  <a:pt x="0" y="138684"/>
                </a:lnTo>
                <a:lnTo>
                  <a:pt x="135636" y="138684"/>
                </a:lnTo>
                <a:lnTo>
                  <a:pt x="135636" y="0"/>
                </a:lnTo>
                <a:close/>
              </a:path>
            </a:pathLst>
          </a:custGeom>
          <a:solidFill>
            <a:srgbClr val="FFFFFF">
              <a:alpha val="1960"/>
            </a:srgbClr>
          </a:solidFill>
        </p:spPr>
        <p:txBody>
          <a:bodyPr wrap="square" lIns="0" tIns="0" rIns="0" bIns="0" rtlCol="0"/>
          <a:lstStyle/>
          <a:p>
            <a:endParaRPr/>
          </a:p>
        </p:txBody>
      </p:sp>
      <p:sp>
        <p:nvSpPr>
          <p:cNvPr id="136" name="object 136"/>
          <p:cNvSpPr/>
          <p:nvPr/>
        </p:nvSpPr>
        <p:spPr>
          <a:xfrm>
            <a:off x="2417064" y="1937003"/>
            <a:ext cx="190500" cy="190500"/>
          </a:xfrm>
          <a:custGeom>
            <a:avLst/>
            <a:gdLst/>
            <a:ahLst/>
            <a:cxnLst/>
            <a:rect l="l" t="t" r="r" b="b"/>
            <a:pathLst>
              <a:path w="190500" h="190500">
                <a:moveTo>
                  <a:pt x="190500" y="0"/>
                </a:moveTo>
                <a:lnTo>
                  <a:pt x="0" y="0"/>
                </a:lnTo>
                <a:lnTo>
                  <a:pt x="0" y="190500"/>
                </a:lnTo>
                <a:lnTo>
                  <a:pt x="190500" y="190500"/>
                </a:lnTo>
                <a:lnTo>
                  <a:pt x="190500" y="0"/>
                </a:lnTo>
                <a:close/>
              </a:path>
            </a:pathLst>
          </a:custGeom>
          <a:solidFill>
            <a:srgbClr val="FFFFFF">
              <a:alpha val="1960"/>
            </a:srgbClr>
          </a:solidFill>
        </p:spPr>
        <p:txBody>
          <a:bodyPr wrap="square" lIns="0" tIns="0" rIns="0" bIns="0" rtlCol="0"/>
          <a:lstStyle/>
          <a:p>
            <a:endParaRPr/>
          </a:p>
        </p:txBody>
      </p:sp>
      <p:sp>
        <p:nvSpPr>
          <p:cNvPr id="137" name="object 137"/>
          <p:cNvSpPr/>
          <p:nvPr/>
        </p:nvSpPr>
        <p:spPr>
          <a:xfrm>
            <a:off x="2433827" y="1744979"/>
            <a:ext cx="157480" cy="99060"/>
          </a:xfrm>
          <a:custGeom>
            <a:avLst/>
            <a:gdLst/>
            <a:ahLst/>
            <a:cxnLst/>
            <a:rect l="l" t="t" r="r" b="b"/>
            <a:pathLst>
              <a:path w="157480" h="99060">
                <a:moveTo>
                  <a:pt x="73660" y="0"/>
                </a:moveTo>
                <a:lnTo>
                  <a:pt x="54935" y="595"/>
                </a:lnTo>
                <a:lnTo>
                  <a:pt x="36830" y="2381"/>
                </a:lnTo>
                <a:lnTo>
                  <a:pt x="18724" y="5357"/>
                </a:lnTo>
                <a:lnTo>
                  <a:pt x="0" y="9525"/>
                </a:lnTo>
                <a:lnTo>
                  <a:pt x="0" y="99060"/>
                </a:lnTo>
                <a:lnTo>
                  <a:pt x="156972" y="99060"/>
                </a:lnTo>
                <a:lnTo>
                  <a:pt x="156972" y="12827"/>
                </a:lnTo>
                <a:lnTo>
                  <a:pt x="137185" y="6750"/>
                </a:lnTo>
                <a:lnTo>
                  <a:pt x="116506" y="2793"/>
                </a:lnTo>
                <a:lnTo>
                  <a:pt x="95232" y="646"/>
                </a:lnTo>
                <a:lnTo>
                  <a:pt x="73660" y="0"/>
                </a:lnTo>
                <a:close/>
              </a:path>
            </a:pathLst>
          </a:custGeom>
          <a:solidFill>
            <a:srgbClr val="FFFFFF">
              <a:alpha val="1960"/>
            </a:srgbClr>
          </a:solidFill>
        </p:spPr>
        <p:txBody>
          <a:bodyPr wrap="square" lIns="0" tIns="0" rIns="0" bIns="0" rtlCol="0"/>
          <a:lstStyle/>
          <a:p>
            <a:endParaRPr/>
          </a:p>
        </p:txBody>
      </p:sp>
      <p:sp>
        <p:nvSpPr>
          <p:cNvPr id="138" name="object 138"/>
          <p:cNvSpPr/>
          <p:nvPr/>
        </p:nvSpPr>
        <p:spPr>
          <a:xfrm>
            <a:off x="7071360" y="1470659"/>
            <a:ext cx="152400" cy="152400"/>
          </a:xfrm>
          <a:custGeom>
            <a:avLst/>
            <a:gdLst/>
            <a:ahLst/>
            <a:cxnLst/>
            <a:rect l="l" t="t" r="r" b="b"/>
            <a:pathLst>
              <a:path w="152400" h="152400">
                <a:moveTo>
                  <a:pt x="152400" y="0"/>
                </a:moveTo>
                <a:lnTo>
                  <a:pt x="0" y="0"/>
                </a:lnTo>
                <a:lnTo>
                  <a:pt x="0" y="152400"/>
                </a:lnTo>
                <a:lnTo>
                  <a:pt x="152400" y="152400"/>
                </a:lnTo>
                <a:lnTo>
                  <a:pt x="152400" y="0"/>
                </a:lnTo>
                <a:close/>
              </a:path>
            </a:pathLst>
          </a:custGeom>
          <a:solidFill>
            <a:srgbClr val="FFFFFF">
              <a:alpha val="1960"/>
            </a:srgbClr>
          </a:solidFill>
        </p:spPr>
        <p:txBody>
          <a:bodyPr wrap="square" lIns="0" tIns="0" rIns="0" bIns="0" rtlCol="0"/>
          <a:lstStyle/>
          <a:p>
            <a:endParaRPr/>
          </a:p>
        </p:txBody>
      </p:sp>
      <p:sp>
        <p:nvSpPr>
          <p:cNvPr id="139" name="object 139"/>
          <p:cNvSpPr/>
          <p:nvPr/>
        </p:nvSpPr>
        <p:spPr>
          <a:xfrm>
            <a:off x="7571232" y="1460499"/>
            <a:ext cx="21590" cy="148590"/>
          </a:xfrm>
          <a:custGeom>
            <a:avLst/>
            <a:gdLst/>
            <a:ahLst/>
            <a:cxnLst/>
            <a:rect l="l" t="t" r="r" b="b"/>
            <a:pathLst>
              <a:path w="21590" h="148590">
                <a:moveTo>
                  <a:pt x="21336" y="80645"/>
                </a:moveTo>
                <a:lnTo>
                  <a:pt x="20802" y="63792"/>
                </a:lnTo>
                <a:lnTo>
                  <a:pt x="19431" y="46926"/>
                </a:lnTo>
                <a:lnTo>
                  <a:pt x="17475" y="30073"/>
                </a:lnTo>
                <a:lnTo>
                  <a:pt x="15240" y="13208"/>
                </a:lnTo>
                <a:lnTo>
                  <a:pt x="15240" y="12700"/>
                </a:lnTo>
                <a:lnTo>
                  <a:pt x="15240" y="2540"/>
                </a:lnTo>
                <a:lnTo>
                  <a:pt x="15240" y="0"/>
                </a:lnTo>
                <a:lnTo>
                  <a:pt x="0" y="0"/>
                </a:lnTo>
                <a:lnTo>
                  <a:pt x="0" y="2540"/>
                </a:lnTo>
                <a:lnTo>
                  <a:pt x="0" y="12700"/>
                </a:lnTo>
                <a:lnTo>
                  <a:pt x="0" y="148590"/>
                </a:lnTo>
                <a:lnTo>
                  <a:pt x="15240" y="148590"/>
                </a:lnTo>
                <a:lnTo>
                  <a:pt x="15240" y="135128"/>
                </a:lnTo>
                <a:lnTo>
                  <a:pt x="17475" y="122567"/>
                </a:lnTo>
                <a:lnTo>
                  <a:pt x="19431" y="109080"/>
                </a:lnTo>
                <a:lnTo>
                  <a:pt x="20802" y="95008"/>
                </a:lnTo>
                <a:lnTo>
                  <a:pt x="21336" y="80645"/>
                </a:lnTo>
                <a:close/>
              </a:path>
            </a:pathLst>
          </a:custGeom>
          <a:solidFill>
            <a:srgbClr val="FFFFFF">
              <a:alpha val="1960"/>
            </a:srgbClr>
          </a:solidFill>
        </p:spPr>
        <p:txBody>
          <a:bodyPr wrap="square" lIns="0" tIns="0" rIns="0" bIns="0" rtlCol="0"/>
          <a:lstStyle/>
          <a:p>
            <a:endParaRPr/>
          </a:p>
        </p:txBody>
      </p:sp>
      <p:sp>
        <p:nvSpPr>
          <p:cNvPr id="140" name="object 140"/>
          <p:cNvSpPr/>
          <p:nvPr/>
        </p:nvSpPr>
        <p:spPr>
          <a:xfrm>
            <a:off x="5059680" y="736599"/>
            <a:ext cx="106680" cy="109220"/>
          </a:xfrm>
          <a:custGeom>
            <a:avLst/>
            <a:gdLst/>
            <a:ahLst/>
            <a:cxnLst/>
            <a:rect l="l" t="t" r="r" b="b"/>
            <a:pathLst>
              <a:path w="106679" h="109219">
                <a:moveTo>
                  <a:pt x="106680" y="96520"/>
                </a:moveTo>
                <a:lnTo>
                  <a:pt x="100330" y="96520"/>
                </a:lnTo>
                <a:lnTo>
                  <a:pt x="92964" y="96520"/>
                </a:lnTo>
                <a:lnTo>
                  <a:pt x="92964" y="13208"/>
                </a:lnTo>
                <a:lnTo>
                  <a:pt x="12192" y="13208"/>
                </a:lnTo>
                <a:lnTo>
                  <a:pt x="12192" y="96520"/>
                </a:lnTo>
                <a:lnTo>
                  <a:pt x="0" y="96520"/>
                </a:lnTo>
                <a:lnTo>
                  <a:pt x="0" y="102870"/>
                </a:lnTo>
                <a:lnTo>
                  <a:pt x="0" y="109220"/>
                </a:lnTo>
                <a:lnTo>
                  <a:pt x="106680" y="109220"/>
                </a:lnTo>
                <a:lnTo>
                  <a:pt x="106680" y="102870"/>
                </a:lnTo>
                <a:lnTo>
                  <a:pt x="106680" y="96520"/>
                </a:lnTo>
                <a:close/>
              </a:path>
              <a:path w="106679" h="109219">
                <a:moveTo>
                  <a:pt x="106680" y="0"/>
                </a:moveTo>
                <a:lnTo>
                  <a:pt x="0" y="0"/>
                </a:lnTo>
                <a:lnTo>
                  <a:pt x="0" y="12700"/>
                </a:lnTo>
                <a:lnTo>
                  <a:pt x="106680" y="12700"/>
                </a:lnTo>
                <a:lnTo>
                  <a:pt x="106680" y="0"/>
                </a:lnTo>
                <a:close/>
              </a:path>
            </a:pathLst>
          </a:custGeom>
          <a:solidFill>
            <a:srgbClr val="FFFFFF">
              <a:alpha val="1960"/>
            </a:srgbClr>
          </a:solidFill>
        </p:spPr>
        <p:txBody>
          <a:bodyPr wrap="square" lIns="0" tIns="0" rIns="0" bIns="0" rtlCol="0"/>
          <a:lstStyle/>
          <a:p>
            <a:endParaRPr/>
          </a:p>
        </p:txBody>
      </p:sp>
      <p:sp>
        <p:nvSpPr>
          <p:cNvPr id="141" name="object 141"/>
          <p:cNvSpPr/>
          <p:nvPr/>
        </p:nvSpPr>
        <p:spPr>
          <a:xfrm>
            <a:off x="4442460" y="851915"/>
            <a:ext cx="83820" cy="85725"/>
          </a:xfrm>
          <a:custGeom>
            <a:avLst/>
            <a:gdLst/>
            <a:ahLst/>
            <a:cxnLst/>
            <a:rect l="l" t="t" r="r" b="b"/>
            <a:pathLst>
              <a:path w="83820" h="85725">
                <a:moveTo>
                  <a:pt x="83820" y="0"/>
                </a:moveTo>
                <a:lnTo>
                  <a:pt x="70866" y="0"/>
                </a:lnTo>
                <a:lnTo>
                  <a:pt x="70866" y="13081"/>
                </a:lnTo>
                <a:lnTo>
                  <a:pt x="70866" y="72263"/>
                </a:lnTo>
                <a:lnTo>
                  <a:pt x="12954" y="72263"/>
                </a:lnTo>
                <a:lnTo>
                  <a:pt x="12954" y="71628"/>
                </a:lnTo>
                <a:lnTo>
                  <a:pt x="70104" y="71628"/>
                </a:lnTo>
                <a:lnTo>
                  <a:pt x="70104" y="13716"/>
                </a:lnTo>
                <a:lnTo>
                  <a:pt x="12954" y="13716"/>
                </a:lnTo>
                <a:lnTo>
                  <a:pt x="12954" y="13081"/>
                </a:lnTo>
                <a:lnTo>
                  <a:pt x="70866" y="13081"/>
                </a:lnTo>
                <a:lnTo>
                  <a:pt x="70866" y="0"/>
                </a:lnTo>
                <a:lnTo>
                  <a:pt x="0" y="0"/>
                </a:lnTo>
                <a:lnTo>
                  <a:pt x="0" y="68961"/>
                </a:lnTo>
                <a:lnTo>
                  <a:pt x="3175" y="75438"/>
                </a:lnTo>
                <a:lnTo>
                  <a:pt x="6477" y="82042"/>
                </a:lnTo>
                <a:lnTo>
                  <a:pt x="9652" y="85344"/>
                </a:lnTo>
                <a:lnTo>
                  <a:pt x="83820" y="85344"/>
                </a:lnTo>
                <a:lnTo>
                  <a:pt x="83820" y="78740"/>
                </a:lnTo>
                <a:lnTo>
                  <a:pt x="83820" y="13081"/>
                </a:lnTo>
                <a:lnTo>
                  <a:pt x="83820" y="0"/>
                </a:lnTo>
                <a:close/>
              </a:path>
            </a:pathLst>
          </a:custGeom>
          <a:solidFill>
            <a:srgbClr val="FFFFFF">
              <a:alpha val="1960"/>
            </a:srgbClr>
          </a:solidFill>
        </p:spPr>
        <p:txBody>
          <a:bodyPr wrap="square" lIns="0" tIns="0" rIns="0" bIns="0" rtlCol="0"/>
          <a:lstStyle/>
          <a:p>
            <a:endParaRPr/>
          </a:p>
        </p:txBody>
      </p:sp>
      <p:sp>
        <p:nvSpPr>
          <p:cNvPr id="142" name="object 142"/>
          <p:cNvSpPr/>
          <p:nvPr/>
        </p:nvSpPr>
        <p:spPr>
          <a:xfrm>
            <a:off x="4721352" y="556259"/>
            <a:ext cx="190500" cy="190500"/>
          </a:xfrm>
          <a:custGeom>
            <a:avLst/>
            <a:gdLst/>
            <a:ahLst/>
            <a:cxnLst/>
            <a:rect l="l" t="t" r="r" b="b"/>
            <a:pathLst>
              <a:path w="190500" h="190500">
                <a:moveTo>
                  <a:pt x="190500" y="0"/>
                </a:moveTo>
                <a:lnTo>
                  <a:pt x="0" y="0"/>
                </a:lnTo>
                <a:lnTo>
                  <a:pt x="0" y="190500"/>
                </a:lnTo>
                <a:lnTo>
                  <a:pt x="190500" y="190500"/>
                </a:lnTo>
                <a:lnTo>
                  <a:pt x="190500" y="0"/>
                </a:lnTo>
                <a:close/>
              </a:path>
            </a:pathLst>
          </a:custGeom>
          <a:solidFill>
            <a:srgbClr val="FFFFFF">
              <a:alpha val="1960"/>
            </a:srgbClr>
          </a:solidFill>
        </p:spPr>
        <p:txBody>
          <a:bodyPr wrap="square" lIns="0" tIns="0" rIns="0" bIns="0" rtlCol="0"/>
          <a:lstStyle/>
          <a:p>
            <a:endParaRPr/>
          </a:p>
        </p:txBody>
      </p:sp>
      <p:sp>
        <p:nvSpPr>
          <p:cNvPr id="143" name="object 143"/>
          <p:cNvSpPr/>
          <p:nvPr/>
        </p:nvSpPr>
        <p:spPr>
          <a:xfrm>
            <a:off x="4738116" y="304799"/>
            <a:ext cx="158750" cy="158750"/>
          </a:xfrm>
          <a:custGeom>
            <a:avLst/>
            <a:gdLst/>
            <a:ahLst/>
            <a:cxnLst/>
            <a:rect l="l" t="t" r="r" b="b"/>
            <a:pathLst>
              <a:path w="158750" h="158750">
                <a:moveTo>
                  <a:pt x="158496" y="0"/>
                </a:moveTo>
                <a:lnTo>
                  <a:pt x="0" y="0"/>
                </a:lnTo>
                <a:lnTo>
                  <a:pt x="0" y="158496"/>
                </a:lnTo>
                <a:lnTo>
                  <a:pt x="158496" y="158496"/>
                </a:lnTo>
                <a:lnTo>
                  <a:pt x="158496" y="0"/>
                </a:lnTo>
                <a:close/>
              </a:path>
            </a:pathLst>
          </a:custGeom>
          <a:solidFill>
            <a:srgbClr val="FFFFFF">
              <a:alpha val="1960"/>
            </a:srgbClr>
          </a:solidFill>
        </p:spPr>
        <p:txBody>
          <a:bodyPr wrap="square" lIns="0" tIns="0" rIns="0" bIns="0" rtlCol="0"/>
          <a:lstStyle/>
          <a:p>
            <a:endParaRPr/>
          </a:p>
        </p:txBody>
      </p:sp>
      <p:sp>
        <p:nvSpPr>
          <p:cNvPr id="144" name="object 144"/>
          <p:cNvSpPr/>
          <p:nvPr/>
        </p:nvSpPr>
        <p:spPr>
          <a:xfrm>
            <a:off x="2330196" y="486155"/>
            <a:ext cx="135890" cy="137160"/>
          </a:xfrm>
          <a:custGeom>
            <a:avLst/>
            <a:gdLst/>
            <a:ahLst/>
            <a:cxnLst/>
            <a:rect l="l" t="t" r="r" b="b"/>
            <a:pathLst>
              <a:path w="135889" h="137159">
                <a:moveTo>
                  <a:pt x="135636" y="0"/>
                </a:moveTo>
                <a:lnTo>
                  <a:pt x="0" y="0"/>
                </a:lnTo>
                <a:lnTo>
                  <a:pt x="0" y="137160"/>
                </a:lnTo>
                <a:lnTo>
                  <a:pt x="135636" y="137160"/>
                </a:lnTo>
                <a:lnTo>
                  <a:pt x="135636" y="0"/>
                </a:lnTo>
                <a:close/>
              </a:path>
            </a:pathLst>
          </a:custGeom>
          <a:solidFill>
            <a:srgbClr val="FFFFFF">
              <a:alpha val="1960"/>
            </a:srgbClr>
          </a:solidFill>
        </p:spPr>
        <p:txBody>
          <a:bodyPr wrap="square" lIns="0" tIns="0" rIns="0" bIns="0" rtlCol="0"/>
          <a:lstStyle/>
          <a:p>
            <a:endParaRPr/>
          </a:p>
        </p:txBody>
      </p:sp>
      <p:sp>
        <p:nvSpPr>
          <p:cNvPr id="146" name="object 146"/>
          <p:cNvSpPr/>
          <p:nvPr/>
        </p:nvSpPr>
        <p:spPr>
          <a:xfrm>
            <a:off x="2250568" y="349628"/>
            <a:ext cx="59690" cy="41275"/>
          </a:xfrm>
          <a:custGeom>
            <a:avLst/>
            <a:gdLst/>
            <a:ahLst/>
            <a:cxnLst/>
            <a:rect l="l" t="t" r="r" b="b"/>
            <a:pathLst>
              <a:path w="59689" h="41275">
                <a:moveTo>
                  <a:pt x="59436" y="0"/>
                </a:moveTo>
                <a:lnTo>
                  <a:pt x="56261" y="0"/>
                </a:lnTo>
                <a:lnTo>
                  <a:pt x="50038" y="3175"/>
                </a:lnTo>
                <a:lnTo>
                  <a:pt x="46926" y="6286"/>
                </a:lnTo>
                <a:lnTo>
                  <a:pt x="38188" y="11493"/>
                </a:lnTo>
                <a:lnTo>
                  <a:pt x="30048" y="17526"/>
                </a:lnTo>
                <a:lnTo>
                  <a:pt x="22504" y="23571"/>
                </a:lnTo>
                <a:lnTo>
                  <a:pt x="15913" y="28448"/>
                </a:lnTo>
                <a:lnTo>
                  <a:pt x="15621" y="28448"/>
                </a:lnTo>
                <a:lnTo>
                  <a:pt x="9398" y="31623"/>
                </a:lnTo>
                <a:lnTo>
                  <a:pt x="6223" y="37973"/>
                </a:lnTo>
                <a:lnTo>
                  <a:pt x="0" y="41148"/>
                </a:lnTo>
                <a:lnTo>
                  <a:pt x="59436" y="41148"/>
                </a:lnTo>
                <a:lnTo>
                  <a:pt x="59436" y="34798"/>
                </a:lnTo>
                <a:lnTo>
                  <a:pt x="59436" y="0"/>
                </a:lnTo>
                <a:close/>
              </a:path>
            </a:pathLst>
          </a:custGeom>
          <a:solidFill>
            <a:srgbClr val="FFFFFF">
              <a:alpha val="1960"/>
            </a:srgbClr>
          </a:solidFill>
        </p:spPr>
        <p:txBody>
          <a:bodyPr wrap="square" lIns="0" tIns="0" rIns="0" bIns="0" rtlCol="0"/>
          <a:lstStyle/>
          <a:p>
            <a:endParaRPr b="1">
              <a:solidFill>
                <a:schemeClr val="bg1">
                  <a:lumMod val="95000"/>
                </a:schemeClr>
              </a:solidFill>
              <a:highlight>
                <a:srgbClr val="00FF00"/>
              </a:highlight>
            </a:endParaRPr>
          </a:p>
        </p:txBody>
      </p:sp>
      <p:sp>
        <p:nvSpPr>
          <p:cNvPr id="149" name="object 149"/>
          <p:cNvSpPr/>
          <p:nvPr/>
        </p:nvSpPr>
        <p:spPr>
          <a:xfrm>
            <a:off x="11778995" y="6621777"/>
            <a:ext cx="253746" cy="232397"/>
          </a:xfrm>
          <a:prstGeom prst="rect">
            <a:avLst/>
          </a:prstGeom>
          <a:blipFill>
            <a:blip r:embed="rId2" cstate="print"/>
            <a:stretch>
              <a:fillRect/>
            </a:stretch>
          </a:blipFill>
        </p:spPr>
        <p:txBody>
          <a:bodyPr wrap="square" lIns="0" tIns="0" rIns="0" bIns="0" rtlCol="0"/>
          <a:lstStyle/>
          <a:p>
            <a:endParaRPr/>
          </a:p>
        </p:txBody>
      </p:sp>
      <p:sp>
        <p:nvSpPr>
          <p:cNvPr id="150" name="object 150"/>
          <p:cNvSpPr/>
          <p:nvPr/>
        </p:nvSpPr>
        <p:spPr>
          <a:xfrm>
            <a:off x="6426708" y="1298447"/>
            <a:ext cx="1786889" cy="454913"/>
          </a:xfrm>
          <a:prstGeom prst="rect">
            <a:avLst/>
          </a:prstGeom>
          <a:blipFill>
            <a:blip r:embed="rId3" cstate="print"/>
            <a:stretch>
              <a:fillRect/>
            </a:stretch>
          </a:blipFill>
        </p:spPr>
        <p:txBody>
          <a:bodyPr wrap="square" lIns="0" tIns="0" rIns="0" bIns="0" rtlCol="0"/>
          <a:lstStyle/>
          <a:p>
            <a:endParaRPr/>
          </a:p>
        </p:txBody>
      </p:sp>
      <p:grpSp>
        <p:nvGrpSpPr>
          <p:cNvPr id="151" name="object 151"/>
          <p:cNvGrpSpPr/>
          <p:nvPr/>
        </p:nvGrpSpPr>
        <p:grpSpPr>
          <a:xfrm>
            <a:off x="1792223" y="2257044"/>
            <a:ext cx="7005320" cy="3315970"/>
            <a:chOff x="1792223" y="2257044"/>
            <a:chExt cx="7005320" cy="3315970"/>
          </a:xfrm>
        </p:grpSpPr>
        <p:sp>
          <p:nvSpPr>
            <p:cNvPr id="152" name="object 152"/>
            <p:cNvSpPr/>
            <p:nvPr/>
          </p:nvSpPr>
          <p:spPr>
            <a:xfrm>
              <a:off x="4269994" y="4279392"/>
              <a:ext cx="3632200" cy="1288415"/>
            </a:xfrm>
            <a:custGeom>
              <a:avLst/>
              <a:gdLst/>
              <a:ahLst/>
              <a:cxnLst/>
              <a:rect l="l" t="t" r="r" b="b"/>
              <a:pathLst>
                <a:path w="3632200" h="1288414">
                  <a:moveTo>
                    <a:pt x="2258949" y="0"/>
                  </a:moveTo>
                  <a:lnTo>
                    <a:pt x="3631946" y="1236217"/>
                  </a:lnTo>
                </a:path>
                <a:path w="3632200" h="1288414">
                  <a:moveTo>
                    <a:pt x="0" y="1288414"/>
                  </a:moveTo>
                  <a:lnTo>
                    <a:pt x="1415288" y="100964"/>
                  </a:lnTo>
                </a:path>
              </a:pathLst>
            </a:custGeom>
            <a:ln w="9525">
              <a:solidFill>
                <a:srgbClr val="FFFFFF"/>
              </a:solidFill>
              <a:prstDash val="sysDash"/>
            </a:ln>
          </p:spPr>
          <p:txBody>
            <a:bodyPr wrap="square" lIns="0" tIns="0" rIns="0" bIns="0" rtlCol="0"/>
            <a:lstStyle/>
            <a:p>
              <a:endParaRPr/>
            </a:p>
          </p:txBody>
        </p:sp>
        <p:sp>
          <p:nvSpPr>
            <p:cNvPr id="153" name="object 153"/>
            <p:cNvSpPr/>
            <p:nvPr/>
          </p:nvSpPr>
          <p:spPr>
            <a:xfrm>
              <a:off x="3400043" y="2606040"/>
              <a:ext cx="5392420" cy="1391920"/>
            </a:xfrm>
            <a:custGeom>
              <a:avLst/>
              <a:gdLst/>
              <a:ahLst/>
              <a:cxnLst/>
              <a:rect l="l" t="t" r="r" b="b"/>
              <a:pathLst>
                <a:path w="5392420" h="1391920">
                  <a:moveTo>
                    <a:pt x="3544824" y="1391412"/>
                  </a:moveTo>
                  <a:lnTo>
                    <a:pt x="5392292" y="1391412"/>
                  </a:lnTo>
                </a:path>
                <a:path w="5392420" h="1391920">
                  <a:moveTo>
                    <a:pt x="0" y="1391412"/>
                  </a:moveTo>
                  <a:lnTo>
                    <a:pt x="1847468" y="1391412"/>
                  </a:lnTo>
                </a:path>
                <a:path w="5392420" h="1391920">
                  <a:moveTo>
                    <a:pt x="3384296" y="946531"/>
                  </a:moveTo>
                  <a:lnTo>
                    <a:pt x="4287138" y="11557"/>
                  </a:lnTo>
                </a:path>
                <a:path w="5392420" h="1391920">
                  <a:moveTo>
                    <a:pt x="1132331" y="0"/>
                  </a:moveTo>
                  <a:lnTo>
                    <a:pt x="1995551" y="690880"/>
                  </a:lnTo>
                </a:path>
              </a:pathLst>
            </a:custGeom>
            <a:ln w="9525">
              <a:solidFill>
                <a:srgbClr val="FFFFFF"/>
              </a:solidFill>
              <a:prstDash val="sysDash"/>
            </a:ln>
          </p:spPr>
          <p:txBody>
            <a:bodyPr wrap="square" lIns="0" tIns="0" rIns="0" bIns="0" rtlCol="0"/>
            <a:lstStyle/>
            <a:p>
              <a:endParaRPr/>
            </a:p>
          </p:txBody>
        </p:sp>
        <p:sp>
          <p:nvSpPr>
            <p:cNvPr id="154" name="object 154"/>
            <p:cNvSpPr/>
            <p:nvPr/>
          </p:nvSpPr>
          <p:spPr>
            <a:xfrm>
              <a:off x="1792223" y="2257044"/>
              <a:ext cx="2146554" cy="454913"/>
            </a:xfrm>
            <a:prstGeom prst="rect">
              <a:avLst/>
            </a:prstGeom>
            <a:blipFill>
              <a:blip r:embed="rId4" cstate="print"/>
              <a:stretch>
                <a:fillRect/>
              </a:stretch>
            </a:blipFill>
          </p:spPr>
          <p:txBody>
            <a:bodyPr wrap="square" lIns="0" tIns="0" rIns="0" bIns="0" rtlCol="0"/>
            <a:lstStyle/>
            <a:p>
              <a:endParaRPr/>
            </a:p>
          </p:txBody>
        </p:sp>
      </p:grpSp>
      <p:sp>
        <p:nvSpPr>
          <p:cNvPr id="155" name="object 155"/>
          <p:cNvSpPr txBox="1"/>
          <p:nvPr/>
        </p:nvSpPr>
        <p:spPr>
          <a:xfrm>
            <a:off x="6542023" y="1348231"/>
            <a:ext cx="1485265" cy="269240"/>
          </a:xfrm>
          <a:prstGeom prst="rect">
            <a:avLst/>
          </a:prstGeom>
        </p:spPr>
        <p:txBody>
          <a:bodyPr vert="horz" wrap="square" lIns="0" tIns="12065" rIns="0" bIns="0" rtlCol="0">
            <a:spAutoFit/>
          </a:bodyPr>
          <a:lstStyle/>
          <a:p>
            <a:pPr marL="12700">
              <a:lnSpc>
                <a:spcPct val="100000"/>
              </a:lnSpc>
              <a:spcBef>
                <a:spcPts val="95"/>
              </a:spcBef>
            </a:pPr>
            <a:r>
              <a:rPr sz="1600" b="1" spc="-5" dirty="0">
                <a:solidFill>
                  <a:srgbClr val="FFFFFF"/>
                </a:solidFill>
                <a:latin typeface="Arial"/>
                <a:cs typeface="Arial"/>
              </a:rPr>
              <a:t>Gathering</a:t>
            </a:r>
            <a:r>
              <a:rPr sz="1600" b="1" spc="-10" dirty="0">
                <a:solidFill>
                  <a:srgbClr val="FFFFFF"/>
                </a:solidFill>
                <a:latin typeface="Arial"/>
                <a:cs typeface="Arial"/>
              </a:rPr>
              <a:t> </a:t>
            </a:r>
            <a:r>
              <a:rPr sz="1600" b="1" spc="-5" dirty="0">
                <a:solidFill>
                  <a:srgbClr val="FFFFFF"/>
                </a:solidFill>
                <a:latin typeface="Arial"/>
                <a:cs typeface="Arial"/>
              </a:rPr>
              <a:t>Data</a:t>
            </a:r>
            <a:endParaRPr sz="1600">
              <a:latin typeface="Arial"/>
              <a:cs typeface="Arial"/>
            </a:endParaRPr>
          </a:p>
        </p:txBody>
      </p:sp>
      <p:sp>
        <p:nvSpPr>
          <p:cNvPr id="156" name="object 156"/>
          <p:cNvSpPr txBox="1"/>
          <p:nvPr/>
        </p:nvSpPr>
        <p:spPr>
          <a:xfrm>
            <a:off x="1907794" y="2306573"/>
            <a:ext cx="1899920" cy="269240"/>
          </a:xfrm>
          <a:prstGeom prst="rect">
            <a:avLst/>
          </a:prstGeom>
        </p:spPr>
        <p:txBody>
          <a:bodyPr vert="horz" wrap="square" lIns="0" tIns="12065" rIns="0" bIns="0" rtlCol="0">
            <a:spAutoFit/>
          </a:bodyPr>
          <a:lstStyle/>
          <a:p>
            <a:pPr marL="12700">
              <a:lnSpc>
                <a:spcPct val="100000"/>
              </a:lnSpc>
              <a:spcBef>
                <a:spcPts val="95"/>
              </a:spcBef>
            </a:pPr>
            <a:r>
              <a:rPr sz="1600" b="1" spc="-5" dirty="0">
                <a:solidFill>
                  <a:srgbClr val="FFFFFF"/>
                </a:solidFill>
                <a:latin typeface="Arial"/>
                <a:cs typeface="Arial"/>
              </a:rPr>
              <a:t>Preparing that</a:t>
            </a:r>
            <a:r>
              <a:rPr sz="1600" b="1" spc="-15" dirty="0">
                <a:solidFill>
                  <a:srgbClr val="FFFFFF"/>
                </a:solidFill>
                <a:latin typeface="Arial"/>
                <a:cs typeface="Arial"/>
              </a:rPr>
              <a:t> </a:t>
            </a:r>
            <a:r>
              <a:rPr sz="1600" b="1" spc="-5" dirty="0">
                <a:solidFill>
                  <a:srgbClr val="FFFFFF"/>
                </a:solidFill>
                <a:latin typeface="Arial"/>
                <a:cs typeface="Arial"/>
              </a:rPr>
              <a:t>Data</a:t>
            </a:r>
            <a:endParaRPr sz="1600">
              <a:latin typeface="Arial"/>
              <a:cs typeface="Arial"/>
            </a:endParaRPr>
          </a:p>
        </p:txBody>
      </p:sp>
      <p:sp>
        <p:nvSpPr>
          <p:cNvPr id="157" name="object 157"/>
          <p:cNvSpPr/>
          <p:nvPr/>
        </p:nvSpPr>
        <p:spPr>
          <a:xfrm>
            <a:off x="8289035" y="2257044"/>
            <a:ext cx="2018537" cy="454913"/>
          </a:xfrm>
          <a:prstGeom prst="rect">
            <a:avLst/>
          </a:prstGeom>
          <a:blipFill>
            <a:blip r:embed="rId5" cstate="print"/>
            <a:stretch>
              <a:fillRect/>
            </a:stretch>
          </a:blipFill>
        </p:spPr>
        <p:txBody>
          <a:bodyPr wrap="square" lIns="0" tIns="0" rIns="0" bIns="0" rtlCol="0"/>
          <a:lstStyle/>
          <a:p>
            <a:endParaRPr/>
          </a:p>
        </p:txBody>
      </p:sp>
      <p:sp>
        <p:nvSpPr>
          <p:cNvPr id="158" name="object 158"/>
          <p:cNvSpPr txBox="1"/>
          <p:nvPr/>
        </p:nvSpPr>
        <p:spPr>
          <a:xfrm>
            <a:off x="8404986" y="2306573"/>
            <a:ext cx="1775460" cy="269240"/>
          </a:xfrm>
          <a:prstGeom prst="rect">
            <a:avLst/>
          </a:prstGeom>
        </p:spPr>
        <p:txBody>
          <a:bodyPr vert="horz" wrap="square" lIns="0" tIns="12065" rIns="0" bIns="0" rtlCol="0">
            <a:spAutoFit/>
          </a:bodyPr>
          <a:lstStyle/>
          <a:p>
            <a:pPr marL="12700">
              <a:lnSpc>
                <a:spcPct val="100000"/>
              </a:lnSpc>
              <a:spcBef>
                <a:spcPts val="95"/>
              </a:spcBef>
            </a:pPr>
            <a:r>
              <a:rPr sz="1600" b="1" spc="-5" dirty="0">
                <a:solidFill>
                  <a:srgbClr val="FFFFFF"/>
                </a:solidFill>
                <a:latin typeface="Arial"/>
                <a:cs typeface="Arial"/>
              </a:rPr>
              <a:t>Choosing a</a:t>
            </a:r>
            <a:r>
              <a:rPr sz="1600" b="1" spc="-30" dirty="0">
                <a:solidFill>
                  <a:srgbClr val="FFFFFF"/>
                </a:solidFill>
                <a:latin typeface="Arial"/>
                <a:cs typeface="Arial"/>
              </a:rPr>
              <a:t> </a:t>
            </a:r>
            <a:r>
              <a:rPr sz="1600" b="1" spc="-5" dirty="0">
                <a:solidFill>
                  <a:srgbClr val="FFFFFF"/>
                </a:solidFill>
                <a:latin typeface="Arial"/>
                <a:cs typeface="Arial"/>
              </a:rPr>
              <a:t>Model</a:t>
            </a:r>
            <a:endParaRPr sz="1600">
              <a:latin typeface="Arial"/>
              <a:cs typeface="Arial"/>
            </a:endParaRPr>
          </a:p>
        </p:txBody>
      </p:sp>
      <p:sp>
        <p:nvSpPr>
          <p:cNvPr id="159" name="object 159"/>
          <p:cNvSpPr/>
          <p:nvPr/>
        </p:nvSpPr>
        <p:spPr>
          <a:xfrm>
            <a:off x="1834895" y="3837432"/>
            <a:ext cx="1059942" cy="454913"/>
          </a:xfrm>
          <a:prstGeom prst="rect">
            <a:avLst/>
          </a:prstGeom>
          <a:blipFill>
            <a:blip r:embed="rId6" cstate="print"/>
            <a:stretch>
              <a:fillRect/>
            </a:stretch>
          </a:blipFill>
        </p:spPr>
        <p:txBody>
          <a:bodyPr wrap="square" lIns="0" tIns="0" rIns="0" bIns="0" rtlCol="0"/>
          <a:lstStyle/>
          <a:p>
            <a:endParaRPr/>
          </a:p>
        </p:txBody>
      </p:sp>
      <p:sp>
        <p:nvSpPr>
          <p:cNvPr id="160" name="object 160"/>
          <p:cNvSpPr txBox="1"/>
          <p:nvPr/>
        </p:nvSpPr>
        <p:spPr>
          <a:xfrm>
            <a:off x="1949323" y="3888104"/>
            <a:ext cx="814069" cy="269240"/>
          </a:xfrm>
          <a:prstGeom prst="rect">
            <a:avLst/>
          </a:prstGeom>
        </p:spPr>
        <p:txBody>
          <a:bodyPr vert="horz" wrap="square" lIns="0" tIns="12065" rIns="0" bIns="0" rtlCol="0">
            <a:spAutoFit/>
          </a:bodyPr>
          <a:lstStyle/>
          <a:p>
            <a:pPr marL="12700">
              <a:lnSpc>
                <a:spcPct val="100000"/>
              </a:lnSpc>
              <a:spcBef>
                <a:spcPts val="95"/>
              </a:spcBef>
            </a:pPr>
            <a:r>
              <a:rPr sz="1600" b="1" spc="-95" dirty="0">
                <a:solidFill>
                  <a:srgbClr val="FFFFFF"/>
                </a:solidFill>
                <a:latin typeface="Arial"/>
                <a:cs typeface="Arial"/>
              </a:rPr>
              <a:t>T</a:t>
            </a:r>
            <a:r>
              <a:rPr sz="1600" b="1" spc="-5" dirty="0">
                <a:solidFill>
                  <a:srgbClr val="FFFFFF"/>
                </a:solidFill>
                <a:latin typeface="Arial"/>
                <a:cs typeface="Arial"/>
              </a:rPr>
              <a:t>raining</a:t>
            </a:r>
            <a:endParaRPr sz="1600">
              <a:latin typeface="Arial"/>
              <a:cs typeface="Arial"/>
            </a:endParaRPr>
          </a:p>
        </p:txBody>
      </p:sp>
      <p:sp>
        <p:nvSpPr>
          <p:cNvPr id="161" name="object 161"/>
          <p:cNvSpPr/>
          <p:nvPr/>
        </p:nvSpPr>
        <p:spPr>
          <a:xfrm>
            <a:off x="9272016" y="3837432"/>
            <a:ext cx="1291590" cy="454913"/>
          </a:xfrm>
          <a:prstGeom prst="rect">
            <a:avLst/>
          </a:prstGeom>
          <a:blipFill>
            <a:blip r:embed="rId7" cstate="print"/>
            <a:stretch>
              <a:fillRect/>
            </a:stretch>
          </a:blipFill>
        </p:spPr>
        <p:txBody>
          <a:bodyPr wrap="square" lIns="0" tIns="0" rIns="0" bIns="0" rtlCol="0"/>
          <a:lstStyle/>
          <a:p>
            <a:endParaRPr/>
          </a:p>
        </p:txBody>
      </p:sp>
      <p:sp>
        <p:nvSpPr>
          <p:cNvPr id="162" name="object 162"/>
          <p:cNvSpPr txBox="1"/>
          <p:nvPr/>
        </p:nvSpPr>
        <p:spPr>
          <a:xfrm>
            <a:off x="3387344" y="3888104"/>
            <a:ext cx="1925955" cy="269240"/>
          </a:xfrm>
          <a:prstGeom prst="rect">
            <a:avLst/>
          </a:prstGeom>
        </p:spPr>
        <p:txBody>
          <a:bodyPr vert="horz" wrap="square" lIns="0" tIns="12065" rIns="0" bIns="0" rtlCol="0">
            <a:spAutoFit/>
          </a:bodyPr>
          <a:lstStyle/>
          <a:p>
            <a:pPr marL="12700">
              <a:lnSpc>
                <a:spcPct val="100000"/>
              </a:lnSpc>
              <a:spcBef>
                <a:spcPts val="95"/>
              </a:spcBef>
              <a:tabLst>
                <a:tab pos="1912620" algn="l"/>
              </a:tabLst>
            </a:pPr>
            <a:r>
              <a:rPr sz="1600" b="1" spc="-5" dirty="0">
                <a:solidFill>
                  <a:srgbClr val="FFFFFF"/>
                </a:solidFill>
                <a:latin typeface="Arial"/>
                <a:cs typeface="Arial"/>
              </a:rPr>
              <a:t> 	</a:t>
            </a:r>
            <a:endParaRPr sz="1600">
              <a:latin typeface="Arial"/>
              <a:cs typeface="Arial"/>
            </a:endParaRPr>
          </a:p>
        </p:txBody>
      </p:sp>
      <p:sp>
        <p:nvSpPr>
          <p:cNvPr id="163" name="object 163"/>
          <p:cNvSpPr txBox="1"/>
          <p:nvPr/>
        </p:nvSpPr>
        <p:spPr>
          <a:xfrm>
            <a:off x="5735828" y="3888104"/>
            <a:ext cx="244475" cy="269240"/>
          </a:xfrm>
          <a:prstGeom prst="rect">
            <a:avLst/>
          </a:prstGeom>
        </p:spPr>
        <p:txBody>
          <a:bodyPr vert="horz" wrap="square" lIns="0" tIns="12065" rIns="0" bIns="0" rtlCol="0">
            <a:spAutoFit/>
          </a:bodyPr>
          <a:lstStyle/>
          <a:p>
            <a:pPr marL="12700">
              <a:lnSpc>
                <a:spcPct val="100000"/>
              </a:lnSpc>
              <a:spcBef>
                <a:spcPts val="95"/>
              </a:spcBef>
              <a:tabLst>
                <a:tab pos="231140" algn="l"/>
              </a:tabLst>
            </a:pPr>
            <a:r>
              <a:rPr sz="1600" b="1" u="heavy" spc="-5" dirty="0">
                <a:solidFill>
                  <a:srgbClr val="FFFFFF"/>
                </a:solidFill>
                <a:uFill>
                  <a:solidFill>
                    <a:srgbClr val="FFFFFF"/>
                  </a:solidFill>
                </a:uFill>
                <a:latin typeface="Arial"/>
                <a:cs typeface="Arial"/>
              </a:rPr>
              <a:t> 	</a:t>
            </a:r>
            <a:endParaRPr sz="1600">
              <a:latin typeface="Arial"/>
              <a:cs typeface="Arial"/>
            </a:endParaRPr>
          </a:p>
        </p:txBody>
      </p:sp>
      <p:sp>
        <p:nvSpPr>
          <p:cNvPr id="164" name="object 164"/>
          <p:cNvSpPr txBox="1"/>
          <p:nvPr/>
        </p:nvSpPr>
        <p:spPr>
          <a:xfrm>
            <a:off x="9388602" y="3888104"/>
            <a:ext cx="1045844" cy="269240"/>
          </a:xfrm>
          <a:prstGeom prst="rect">
            <a:avLst/>
          </a:prstGeom>
        </p:spPr>
        <p:txBody>
          <a:bodyPr vert="horz" wrap="square" lIns="0" tIns="12065" rIns="0" bIns="0" rtlCol="0">
            <a:spAutoFit/>
          </a:bodyPr>
          <a:lstStyle/>
          <a:p>
            <a:pPr marL="12700">
              <a:lnSpc>
                <a:spcPct val="100000"/>
              </a:lnSpc>
              <a:spcBef>
                <a:spcPts val="95"/>
              </a:spcBef>
            </a:pPr>
            <a:r>
              <a:rPr sz="1600" b="1" spc="-10" dirty="0">
                <a:solidFill>
                  <a:srgbClr val="FFFFFF"/>
                </a:solidFill>
                <a:latin typeface="Arial"/>
                <a:cs typeface="Arial"/>
              </a:rPr>
              <a:t>Evaluation</a:t>
            </a:r>
            <a:endParaRPr sz="1600">
              <a:latin typeface="Arial"/>
              <a:cs typeface="Arial"/>
            </a:endParaRPr>
          </a:p>
        </p:txBody>
      </p:sp>
      <p:sp>
        <p:nvSpPr>
          <p:cNvPr id="165" name="object 165"/>
          <p:cNvSpPr/>
          <p:nvPr/>
        </p:nvSpPr>
        <p:spPr>
          <a:xfrm>
            <a:off x="1368552" y="5419344"/>
            <a:ext cx="2544318" cy="454914"/>
          </a:xfrm>
          <a:prstGeom prst="rect">
            <a:avLst/>
          </a:prstGeom>
          <a:blipFill>
            <a:blip r:embed="rId8" cstate="print"/>
            <a:stretch>
              <a:fillRect/>
            </a:stretch>
          </a:blipFill>
        </p:spPr>
        <p:txBody>
          <a:bodyPr wrap="square" lIns="0" tIns="0" rIns="0" bIns="0" rtlCol="0"/>
          <a:lstStyle/>
          <a:p>
            <a:endParaRPr/>
          </a:p>
        </p:txBody>
      </p:sp>
      <p:sp>
        <p:nvSpPr>
          <p:cNvPr id="166" name="object 166"/>
          <p:cNvSpPr txBox="1"/>
          <p:nvPr/>
        </p:nvSpPr>
        <p:spPr>
          <a:xfrm>
            <a:off x="1484122" y="5469737"/>
            <a:ext cx="2298700" cy="269240"/>
          </a:xfrm>
          <a:prstGeom prst="rect">
            <a:avLst/>
          </a:prstGeom>
        </p:spPr>
        <p:txBody>
          <a:bodyPr vert="horz" wrap="square" lIns="0" tIns="12065" rIns="0" bIns="0" rtlCol="0">
            <a:spAutoFit/>
          </a:bodyPr>
          <a:lstStyle/>
          <a:p>
            <a:pPr marL="12700">
              <a:lnSpc>
                <a:spcPct val="100000"/>
              </a:lnSpc>
              <a:spcBef>
                <a:spcPts val="95"/>
              </a:spcBef>
            </a:pPr>
            <a:r>
              <a:rPr sz="1600" b="1" spc="-10" dirty="0">
                <a:solidFill>
                  <a:srgbClr val="FFFFFF"/>
                </a:solidFill>
                <a:latin typeface="Arial"/>
                <a:cs typeface="Arial"/>
              </a:rPr>
              <a:t>Hyperparameter</a:t>
            </a:r>
            <a:r>
              <a:rPr sz="1600" b="1" spc="30" dirty="0">
                <a:solidFill>
                  <a:srgbClr val="FFFFFF"/>
                </a:solidFill>
                <a:latin typeface="Arial"/>
                <a:cs typeface="Arial"/>
              </a:rPr>
              <a:t> </a:t>
            </a:r>
            <a:r>
              <a:rPr sz="1600" b="1" spc="-25" dirty="0">
                <a:solidFill>
                  <a:srgbClr val="FFFFFF"/>
                </a:solidFill>
                <a:latin typeface="Arial"/>
                <a:cs typeface="Arial"/>
              </a:rPr>
              <a:t>Tuning</a:t>
            </a:r>
            <a:endParaRPr sz="1600">
              <a:latin typeface="Arial"/>
              <a:cs typeface="Arial"/>
            </a:endParaRPr>
          </a:p>
        </p:txBody>
      </p:sp>
      <p:sp>
        <p:nvSpPr>
          <p:cNvPr id="167" name="object 167"/>
          <p:cNvSpPr/>
          <p:nvPr/>
        </p:nvSpPr>
        <p:spPr>
          <a:xfrm>
            <a:off x="8321040" y="5419344"/>
            <a:ext cx="1262633" cy="454914"/>
          </a:xfrm>
          <a:prstGeom prst="rect">
            <a:avLst/>
          </a:prstGeom>
          <a:blipFill>
            <a:blip r:embed="rId9" cstate="print"/>
            <a:stretch>
              <a:fillRect/>
            </a:stretch>
          </a:blipFill>
        </p:spPr>
        <p:txBody>
          <a:bodyPr wrap="square" lIns="0" tIns="0" rIns="0" bIns="0" rtlCol="0"/>
          <a:lstStyle/>
          <a:p>
            <a:endParaRPr/>
          </a:p>
        </p:txBody>
      </p:sp>
      <p:sp>
        <p:nvSpPr>
          <p:cNvPr id="168" name="object 168"/>
          <p:cNvSpPr txBox="1"/>
          <p:nvPr/>
        </p:nvSpPr>
        <p:spPr>
          <a:xfrm>
            <a:off x="8437244" y="5469737"/>
            <a:ext cx="1016635" cy="269240"/>
          </a:xfrm>
          <a:prstGeom prst="rect">
            <a:avLst/>
          </a:prstGeom>
        </p:spPr>
        <p:txBody>
          <a:bodyPr vert="horz" wrap="square" lIns="0" tIns="12065" rIns="0" bIns="0" rtlCol="0">
            <a:spAutoFit/>
          </a:bodyPr>
          <a:lstStyle/>
          <a:p>
            <a:pPr marL="12700">
              <a:lnSpc>
                <a:spcPct val="100000"/>
              </a:lnSpc>
              <a:spcBef>
                <a:spcPts val="95"/>
              </a:spcBef>
            </a:pPr>
            <a:r>
              <a:rPr sz="1600" b="1" spc="-5" dirty="0">
                <a:solidFill>
                  <a:srgbClr val="FFFFFF"/>
                </a:solidFill>
                <a:latin typeface="Arial"/>
                <a:cs typeface="Arial"/>
              </a:rPr>
              <a:t>Predic</a:t>
            </a:r>
            <a:r>
              <a:rPr sz="1600" b="1" spc="-10" dirty="0">
                <a:solidFill>
                  <a:srgbClr val="FFFFFF"/>
                </a:solidFill>
                <a:latin typeface="Arial"/>
                <a:cs typeface="Arial"/>
              </a:rPr>
              <a:t>t</a:t>
            </a:r>
            <a:r>
              <a:rPr sz="1600" b="1" spc="-5" dirty="0">
                <a:solidFill>
                  <a:srgbClr val="FFFFFF"/>
                </a:solidFill>
                <a:latin typeface="Arial"/>
                <a:cs typeface="Arial"/>
              </a:rPr>
              <a:t>ion</a:t>
            </a:r>
            <a:endParaRPr sz="1600">
              <a:latin typeface="Arial"/>
              <a:cs typeface="Arial"/>
            </a:endParaRPr>
          </a:p>
        </p:txBody>
      </p:sp>
      <p:grpSp>
        <p:nvGrpSpPr>
          <p:cNvPr id="169" name="object 169"/>
          <p:cNvGrpSpPr/>
          <p:nvPr/>
        </p:nvGrpSpPr>
        <p:grpSpPr>
          <a:xfrm>
            <a:off x="1956816" y="3619500"/>
            <a:ext cx="379095" cy="345440"/>
            <a:chOff x="1956816" y="3619500"/>
            <a:chExt cx="379095" cy="345440"/>
          </a:xfrm>
        </p:grpSpPr>
        <p:sp>
          <p:nvSpPr>
            <p:cNvPr id="170" name="object 170"/>
            <p:cNvSpPr/>
            <p:nvPr/>
          </p:nvSpPr>
          <p:spPr>
            <a:xfrm>
              <a:off x="1956816" y="3619500"/>
              <a:ext cx="378701" cy="345186"/>
            </a:xfrm>
            <a:prstGeom prst="rect">
              <a:avLst/>
            </a:prstGeom>
            <a:blipFill>
              <a:blip r:embed="rId10" cstate="print"/>
              <a:stretch>
                <a:fillRect/>
              </a:stretch>
            </a:blipFill>
          </p:spPr>
          <p:txBody>
            <a:bodyPr wrap="square" lIns="0" tIns="0" rIns="0" bIns="0" rtlCol="0"/>
            <a:lstStyle/>
            <a:p>
              <a:endParaRPr/>
            </a:p>
          </p:txBody>
        </p:sp>
        <p:sp>
          <p:nvSpPr>
            <p:cNvPr id="171" name="object 171"/>
            <p:cNvSpPr/>
            <p:nvPr/>
          </p:nvSpPr>
          <p:spPr>
            <a:xfrm>
              <a:off x="2060194" y="3711575"/>
              <a:ext cx="160274" cy="111379"/>
            </a:xfrm>
            <a:prstGeom prst="rect">
              <a:avLst/>
            </a:prstGeom>
            <a:blipFill>
              <a:blip r:embed="rId11" cstate="print"/>
              <a:stretch>
                <a:fillRect/>
              </a:stretch>
            </a:blipFill>
          </p:spPr>
          <p:txBody>
            <a:bodyPr wrap="square" lIns="0" tIns="0" rIns="0" bIns="0" rtlCol="0"/>
            <a:lstStyle/>
            <a:p>
              <a:endParaRPr/>
            </a:p>
          </p:txBody>
        </p:sp>
      </p:grpSp>
      <p:grpSp>
        <p:nvGrpSpPr>
          <p:cNvPr id="172" name="object 172"/>
          <p:cNvGrpSpPr/>
          <p:nvPr/>
        </p:nvGrpSpPr>
        <p:grpSpPr>
          <a:xfrm>
            <a:off x="9302495" y="3614928"/>
            <a:ext cx="379095" cy="345440"/>
            <a:chOff x="9302495" y="3614928"/>
            <a:chExt cx="379095" cy="345440"/>
          </a:xfrm>
        </p:grpSpPr>
        <p:sp>
          <p:nvSpPr>
            <p:cNvPr id="173" name="object 173"/>
            <p:cNvSpPr/>
            <p:nvPr/>
          </p:nvSpPr>
          <p:spPr>
            <a:xfrm>
              <a:off x="9302495" y="3614928"/>
              <a:ext cx="378701" cy="345186"/>
            </a:xfrm>
            <a:prstGeom prst="rect">
              <a:avLst/>
            </a:prstGeom>
            <a:blipFill>
              <a:blip r:embed="rId12" cstate="print"/>
              <a:stretch>
                <a:fillRect/>
              </a:stretch>
            </a:blipFill>
          </p:spPr>
          <p:txBody>
            <a:bodyPr wrap="square" lIns="0" tIns="0" rIns="0" bIns="0" rtlCol="0"/>
            <a:lstStyle/>
            <a:p>
              <a:endParaRPr/>
            </a:p>
          </p:txBody>
        </p:sp>
        <p:sp>
          <p:nvSpPr>
            <p:cNvPr id="174" name="object 174"/>
            <p:cNvSpPr/>
            <p:nvPr/>
          </p:nvSpPr>
          <p:spPr>
            <a:xfrm>
              <a:off x="9406641" y="3706368"/>
              <a:ext cx="158998" cy="111506"/>
            </a:xfrm>
            <a:prstGeom prst="rect">
              <a:avLst/>
            </a:prstGeom>
            <a:blipFill>
              <a:blip r:embed="rId13" cstate="print"/>
              <a:stretch>
                <a:fillRect/>
              </a:stretch>
            </a:blipFill>
          </p:spPr>
          <p:txBody>
            <a:bodyPr wrap="square" lIns="0" tIns="0" rIns="0" bIns="0" rtlCol="0"/>
            <a:lstStyle/>
            <a:p>
              <a:endParaRPr/>
            </a:p>
          </p:txBody>
        </p:sp>
      </p:grpSp>
      <p:grpSp>
        <p:nvGrpSpPr>
          <p:cNvPr id="175" name="object 175"/>
          <p:cNvGrpSpPr/>
          <p:nvPr/>
        </p:nvGrpSpPr>
        <p:grpSpPr>
          <a:xfrm>
            <a:off x="8351519" y="5201411"/>
            <a:ext cx="379095" cy="345440"/>
            <a:chOff x="8351519" y="5201411"/>
            <a:chExt cx="379095" cy="345440"/>
          </a:xfrm>
        </p:grpSpPr>
        <p:sp>
          <p:nvSpPr>
            <p:cNvPr id="176" name="object 176"/>
            <p:cNvSpPr/>
            <p:nvPr/>
          </p:nvSpPr>
          <p:spPr>
            <a:xfrm>
              <a:off x="8351519" y="5201411"/>
              <a:ext cx="378701" cy="345185"/>
            </a:xfrm>
            <a:prstGeom prst="rect">
              <a:avLst/>
            </a:prstGeom>
            <a:blipFill>
              <a:blip r:embed="rId14" cstate="print"/>
              <a:stretch>
                <a:fillRect/>
              </a:stretch>
            </a:blipFill>
          </p:spPr>
          <p:txBody>
            <a:bodyPr wrap="square" lIns="0" tIns="0" rIns="0" bIns="0" rtlCol="0"/>
            <a:lstStyle/>
            <a:p>
              <a:endParaRPr/>
            </a:p>
          </p:txBody>
        </p:sp>
        <p:sp>
          <p:nvSpPr>
            <p:cNvPr id="177" name="object 177"/>
            <p:cNvSpPr/>
            <p:nvPr/>
          </p:nvSpPr>
          <p:spPr>
            <a:xfrm>
              <a:off x="8455278" y="5292724"/>
              <a:ext cx="156972" cy="111378"/>
            </a:xfrm>
            <a:prstGeom prst="rect">
              <a:avLst/>
            </a:prstGeom>
            <a:blipFill>
              <a:blip r:embed="rId15" cstate="print"/>
              <a:stretch>
                <a:fillRect/>
              </a:stretch>
            </a:blipFill>
          </p:spPr>
          <p:txBody>
            <a:bodyPr wrap="square" lIns="0" tIns="0" rIns="0" bIns="0" rtlCol="0"/>
            <a:lstStyle/>
            <a:p>
              <a:endParaRPr/>
            </a:p>
          </p:txBody>
        </p:sp>
      </p:grpSp>
      <p:grpSp>
        <p:nvGrpSpPr>
          <p:cNvPr id="178" name="object 178"/>
          <p:cNvGrpSpPr/>
          <p:nvPr/>
        </p:nvGrpSpPr>
        <p:grpSpPr>
          <a:xfrm>
            <a:off x="5795771" y="1077467"/>
            <a:ext cx="1040130" cy="904240"/>
            <a:chOff x="5795771" y="1077467"/>
            <a:chExt cx="1040130" cy="904240"/>
          </a:xfrm>
        </p:grpSpPr>
        <p:sp>
          <p:nvSpPr>
            <p:cNvPr id="179" name="object 179"/>
            <p:cNvSpPr/>
            <p:nvPr/>
          </p:nvSpPr>
          <p:spPr>
            <a:xfrm>
              <a:off x="6457187" y="1077467"/>
              <a:ext cx="378701" cy="345186"/>
            </a:xfrm>
            <a:prstGeom prst="rect">
              <a:avLst/>
            </a:prstGeom>
            <a:blipFill>
              <a:blip r:embed="rId16" cstate="print"/>
              <a:stretch>
                <a:fillRect/>
              </a:stretch>
            </a:blipFill>
          </p:spPr>
          <p:txBody>
            <a:bodyPr wrap="square" lIns="0" tIns="0" rIns="0" bIns="0" rtlCol="0"/>
            <a:lstStyle/>
            <a:p>
              <a:endParaRPr/>
            </a:p>
          </p:txBody>
        </p:sp>
        <p:sp>
          <p:nvSpPr>
            <p:cNvPr id="180" name="object 180"/>
            <p:cNvSpPr/>
            <p:nvPr/>
          </p:nvSpPr>
          <p:spPr>
            <a:xfrm>
              <a:off x="6560438" y="1169034"/>
              <a:ext cx="138937" cy="111505"/>
            </a:xfrm>
            <a:prstGeom prst="rect">
              <a:avLst/>
            </a:prstGeom>
            <a:blipFill>
              <a:blip r:embed="rId17" cstate="print"/>
              <a:stretch>
                <a:fillRect/>
              </a:stretch>
            </a:blipFill>
          </p:spPr>
          <p:txBody>
            <a:bodyPr wrap="square" lIns="0" tIns="0" rIns="0" bIns="0" rtlCol="0"/>
            <a:lstStyle/>
            <a:p>
              <a:endParaRPr/>
            </a:p>
          </p:txBody>
        </p:sp>
        <p:sp>
          <p:nvSpPr>
            <p:cNvPr id="181" name="object 181"/>
            <p:cNvSpPr/>
            <p:nvPr/>
          </p:nvSpPr>
          <p:spPr>
            <a:xfrm>
              <a:off x="5795771" y="1380743"/>
              <a:ext cx="600710" cy="600710"/>
            </a:xfrm>
            <a:custGeom>
              <a:avLst/>
              <a:gdLst/>
              <a:ahLst/>
              <a:cxnLst/>
              <a:rect l="l" t="t" r="r" b="b"/>
              <a:pathLst>
                <a:path w="600710" h="600710">
                  <a:moveTo>
                    <a:pt x="300227" y="0"/>
                  </a:moveTo>
                  <a:lnTo>
                    <a:pt x="251517" y="3928"/>
                  </a:lnTo>
                  <a:lnTo>
                    <a:pt x="205313" y="15300"/>
                  </a:lnTo>
                  <a:lnTo>
                    <a:pt x="162233" y="33501"/>
                  </a:lnTo>
                  <a:lnTo>
                    <a:pt x="122895" y="57911"/>
                  </a:lnTo>
                  <a:lnTo>
                    <a:pt x="87915" y="87915"/>
                  </a:lnTo>
                  <a:lnTo>
                    <a:pt x="57912" y="122895"/>
                  </a:lnTo>
                  <a:lnTo>
                    <a:pt x="33501" y="162233"/>
                  </a:lnTo>
                  <a:lnTo>
                    <a:pt x="15300" y="205313"/>
                  </a:lnTo>
                  <a:lnTo>
                    <a:pt x="3928" y="251517"/>
                  </a:lnTo>
                  <a:lnTo>
                    <a:pt x="0" y="300227"/>
                  </a:lnTo>
                  <a:lnTo>
                    <a:pt x="3928" y="348938"/>
                  </a:lnTo>
                  <a:lnTo>
                    <a:pt x="15300" y="395142"/>
                  </a:lnTo>
                  <a:lnTo>
                    <a:pt x="33501" y="438222"/>
                  </a:lnTo>
                  <a:lnTo>
                    <a:pt x="57911" y="477560"/>
                  </a:lnTo>
                  <a:lnTo>
                    <a:pt x="87915" y="512540"/>
                  </a:lnTo>
                  <a:lnTo>
                    <a:pt x="122895" y="542543"/>
                  </a:lnTo>
                  <a:lnTo>
                    <a:pt x="162233" y="566954"/>
                  </a:lnTo>
                  <a:lnTo>
                    <a:pt x="205313" y="585155"/>
                  </a:lnTo>
                  <a:lnTo>
                    <a:pt x="251517" y="596527"/>
                  </a:lnTo>
                  <a:lnTo>
                    <a:pt x="300227" y="600455"/>
                  </a:lnTo>
                  <a:lnTo>
                    <a:pt x="348938" y="596527"/>
                  </a:lnTo>
                  <a:lnTo>
                    <a:pt x="395142" y="585155"/>
                  </a:lnTo>
                  <a:lnTo>
                    <a:pt x="438222" y="566954"/>
                  </a:lnTo>
                  <a:lnTo>
                    <a:pt x="477560" y="542544"/>
                  </a:lnTo>
                  <a:lnTo>
                    <a:pt x="512540" y="512540"/>
                  </a:lnTo>
                  <a:lnTo>
                    <a:pt x="542543" y="477560"/>
                  </a:lnTo>
                  <a:lnTo>
                    <a:pt x="566954" y="438222"/>
                  </a:lnTo>
                  <a:lnTo>
                    <a:pt x="585155" y="395142"/>
                  </a:lnTo>
                  <a:lnTo>
                    <a:pt x="596527" y="348938"/>
                  </a:lnTo>
                  <a:lnTo>
                    <a:pt x="600455" y="300227"/>
                  </a:lnTo>
                  <a:lnTo>
                    <a:pt x="596527" y="251517"/>
                  </a:lnTo>
                  <a:lnTo>
                    <a:pt x="585155" y="205313"/>
                  </a:lnTo>
                  <a:lnTo>
                    <a:pt x="566954" y="162233"/>
                  </a:lnTo>
                  <a:lnTo>
                    <a:pt x="542544" y="122895"/>
                  </a:lnTo>
                  <a:lnTo>
                    <a:pt x="512540" y="87915"/>
                  </a:lnTo>
                  <a:lnTo>
                    <a:pt x="477560" y="57912"/>
                  </a:lnTo>
                  <a:lnTo>
                    <a:pt x="438222" y="33501"/>
                  </a:lnTo>
                  <a:lnTo>
                    <a:pt x="395142" y="15300"/>
                  </a:lnTo>
                  <a:lnTo>
                    <a:pt x="348938" y="3928"/>
                  </a:lnTo>
                  <a:lnTo>
                    <a:pt x="300227" y="0"/>
                  </a:lnTo>
                  <a:close/>
                </a:path>
              </a:pathLst>
            </a:custGeom>
            <a:solidFill>
              <a:srgbClr val="152B77"/>
            </a:solidFill>
          </p:spPr>
          <p:txBody>
            <a:bodyPr wrap="square" lIns="0" tIns="0" rIns="0" bIns="0" rtlCol="0"/>
            <a:lstStyle/>
            <a:p>
              <a:endParaRPr/>
            </a:p>
          </p:txBody>
        </p:sp>
      </p:grpSp>
      <p:grpSp>
        <p:nvGrpSpPr>
          <p:cNvPr id="182" name="object 182"/>
          <p:cNvGrpSpPr/>
          <p:nvPr/>
        </p:nvGrpSpPr>
        <p:grpSpPr>
          <a:xfrm>
            <a:off x="1665732" y="2039111"/>
            <a:ext cx="7539355" cy="3866515"/>
            <a:chOff x="1665732" y="2039111"/>
            <a:chExt cx="7539355" cy="3866515"/>
          </a:xfrm>
        </p:grpSpPr>
        <p:sp>
          <p:nvSpPr>
            <p:cNvPr id="183" name="object 183"/>
            <p:cNvSpPr/>
            <p:nvPr/>
          </p:nvSpPr>
          <p:spPr>
            <a:xfrm>
              <a:off x="7591044" y="5251704"/>
              <a:ext cx="654050" cy="654050"/>
            </a:xfrm>
            <a:custGeom>
              <a:avLst/>
              <a:gdLst/>
              <a:ahLst/>
              <a:cxnLst/>
              <a:rect l="l" t="t" r="r" b="b"/>
              <a:pathLst>
                <a:path w="654050" h="654050">
                  <a:moveTo>
                    <a:pt x="326898" y="0"/>
                  </a:moveTo>
                  <a:lnTo>
                    <a:pt x="278579" y="3543"/>
                  </a:lnTo>
                  <a:lnTo>
                    <a:pt x="232466" y="13836"/>
                  </a:lnTo>
                  <a:lnTo>
                    <a:pt x="189063" y="30374"/>
                  </a:lnTo>
                  <a:lnTo>
                    <a:pt x="148875" y="52651"/>
                  </a:lnTo>
                  <a:lnTo>
                    <a:pt x="112407" y="80164"/>
                  </a:lnTo>
                  <a:lnTo>
                    <a:pt x="80164" y="112407"/>
                  </a:lnTo>
                  <a:lnTo>
                    <a:pt x="52651" y="148875"/>
                  </a:lnTo>
                  <a:lnTo>
                    <a:pt x="30374" y="189063"/>
                  </a:lnTo>
                  <a:lnTo>
                    <a:pt x="13836" y="232466"/>
                  </a:lnTo>
                  <a:lnTo>
                    <a:pt x="3543" y="278579"/>
                  </a:lnTo>
                  <a:lnTo>
                    <a:pt x="0" y="326898"/>
                  </a:lnTo>
                  <a:lnTo>
                    <a:pt x="3543" y="375205"/>
                  </a:lnTo>
                  <a:lnTo>
                    <a:pt x="13836" y="421311"/>
                  </a:lnTo>
                  <a:lnTo>
                    <a:pt x="30374" y="464710"/>
                  </a:lnTo>
                  <a:lnTo>
                    <a:pt x="52651" y="504898"/>
                  </a:lnTo>
                  <a:lnTo>
                    <a:pt x="80164" y="541368"/>
                  </a:lnTo>
                  <a:lnTo>
                    <a:pt x="112407" y="573614"/>
                  </a:lnTo>
                  <a:lnTo>
                    <a:pt x="148875" y="601131"/>
                  </a:lnTo>
                  <a:lnTo>
                    <a:pt x="189063" y="623413"/>
                  </a:lnTo>
                  <a:lnTo>
                    <a:pt x="232466" y="639955"/>
                  </a:lnTo>
                  <a:lnTo>
                    <a:pt x="278579" y="650251"/>
                  </a:lnTo>
                  <a:lnTo>
                    <a:pt x="326898" y="653796"/>
                  </a:lnTo>
                  <a:lnTo>
                    <a:pt x="375216" y="650251"/>
                  </a:lnTo>
                  <a:lnTo>
                    <a:pt x="421329" y="639955"/>
                  </a:lnTo>
                  <a:lnTo>
                    <a:pt x="464732" y="623413"/>
                  </a:lnTo>
                  <a:lnTo>
                    <a:pt x="504920" y="601131"/>
                  </a:lnTo>
                  <a:lnTo>
                    <a:pt x="541388" y="573614"/>
                  </a:lnTo>
                  <a:lnTo>
                    <a:pt x="573631" y="541368"/>
                  </a:lnTo>
                  <a:lnTo>
                    <a:pt x="601144" y="504898"/>
                  </a:lnTo>
                  <a:lnTo>
                    <a:pt x="623421" y="464710"/>
                  </a:lnTo>
                  <a:lnTo>
                    <a:pt x="639959" y="421311"/>
                  </a:lnTo>
                  <a:lnTo>
                    <a:pt x="650252" y="375205"/>
                  </a:lnTo>
                  <a:lnTo>
                    <a:pt x="653796" y="326898"/>
                  </a:lnTo>
                  <a:lnTo>
                    <a:pt x="650252" y="278579"/>
                  </a:lnTo>
                  <a:lnTo>
                    <a:pt x="639959" y="232466"/>
                  </a:lnTo>
                  <a:lnTo>
                    <a:pt x="623421" y="189063"/>
                  </a:lnTo>
                  <a:lnTo>
                    <a:pt x="601144" y="148875"/>
                  </a:lnTo>
                  <a:lnTo>
                    <a:pt x="573631" y="112407"/>
                  </a:lnTo>
                  <a:lnTo>
                    <a:pt x="541388" y="80164"/>
                  </a:lnTo>
                  <a:lnTo>
                    <a:pt x="504920" y="52651"/>
                  </a:lnTo>
                  <a:lnTo>
                    <a:pt x="464732" y="30374"/>
                  </a:lnTo>
                  <a:lnTo>
                    <a:pt x="421329" y="13836"/>
                  </a:lnTo>
                  <a:lnTo>
                    <a:pt x="375216" y="3543"/>
                  </a:lnTo>
                  <a:lnTo>
                    <a:pt x="326898" y="0"/>
                  </a:lnTo>
                  <a:close/>
                </a:path>
              </a:pathLst>
            </a:custGeom>
            <a:solidFill>
              <a:srgbClr val="FF8E01"/>
            </a:solidFill>
          </p:spPr>
          <p:txBody>
            <a:bodyPr wrap="square" lIns="0" tIns="0" rIns="0" bIns="0" rtlCol="0"/>
            <a:lstStyle/>
            <a:p>
              <a:endParaRPr/>
            </a:p>
          </p:txBody>
        </p:sp>
        <p:sp>
          <p:nvSpPr>
            <p:cNvPr id="184" name="object 184"/>
            <p:cNvSpPr/>
            <p:nvPr/>
          </p:nvSpPr>
          <p:spPr>
            <a:xfrm>
              <a:off x="7618476" y="5277611"/>
              <a:ext cx="600710" cy="600710"/>
            </a:xfrm>
            <a:custGeom>
              <a:avLst/>
              <a:gdLst/>
              <a:ahLst/>
              <a:cxnLst/>
              <a:rect l="l" t="t" r="r" b="b"/>
              <a:pathLst>
                <a:path w="600709" h="600710">
                  <a:moveTo>
                    <a:pt x="300227" y="0"/>
                  </a:moveTo>
                  <a:lnTo>
                    <a:pt x="251517" y="3928"/>
                  </a:lnTo>
                  <a:lnTo>
                    <a:pt x="205313" y="15300"/>
                  </a:lnTo>
                  <a:lnTo>
                    <a:pt x="162233" y="33501"/>
                  </a:lnTo>
                  <a:lnTo>
                    <a:pt x="122895" y="57912"/>
                  </a:lnTo>
                  <a:lnTo>
                    <a:pt x="87915" y="87915"/>
                  </a:lnTo>
                  <a:lnTo>
                    <a:pt x="57911" y="122895"/>
                  </a:lnTo>
                  <a:lnTo>
                    <a:pt x="33501" y="162233"/>
                  </a:lnTo>
                  <a:lnTo>
                    <a:pt x="15300" y="205313"/>
                  </a:lnTo>
                  <a:lnTo>
                    <a:pt x="3928" y="251517"/>
                  </a:lnTo>
                  <a:lnTo>
                    <a:pt x="0" y="300228"/>
                  </a:lnTo>
                  <a:lnTo>
                    <a:pt x="3928" y="348926"/>
                  </a:lnTo>
                  <a:lnTo>
                    <a:pt x="15300" y="395123"/>
                  </a:lnTo>
                  <a:lnTo>
                    <a:pt x="33501" y="438199"/>
                  </a:lnTo>
                  <a:lnTo>
                    <a:pt x="57911" y="477538"/>
                  </a:lnTo>
                  <a:lnTo>
                    <a:pt x="87915" y="512521"/>
                  </a:lnTo>
                  <a:lnTo>
                    <a:pt x="122895" y="542529"/>
                  </a:lnTo>
                  <a:lnTo>
                    <a:pt x="162233" y="566945"/>
                  </a:lnTo>
                  <a:lnTo>
                    <a:pt x="205313" y="585150"/>
                  </a:lnTo>
                  <a:lnTo>
                    <a:pt x="251517" y="596526"/>
                  </a:lnTo>
                  <a:lnTo>
                    <a:pt x="300227" y="600456"/>
                  </a:lnTo>
                  <a:lnTo>
                    <a:pt x="348938" y="596526"/>
                  </a:lnTo>
                  <a:lnTo>
                    <a:pt x="395142" y="585150"/>
                  </a:lnTo>
                  <a:lnTo>
                    <a:pt x="438222" y="566945"/>
                  </a:lnTo>
                  <a:lnTo>
                    <a:pt x="477560" y="542529"/>
                  </a:lnTo>
                  <a:lnTo>
                    <a:pt x="512540" y="512521"/>
                  </a:lnTo>
                  <a:lnTo>
                    <a:pt x="542544" y="477538"/>
                  </a:lnTo>
                  <a:lnTo>
                    <a:pt x="566954" y="438199"/>
                  </a:lnTo>
                  <a:lnTo>
                    <a:pt x="585155" y="395123"/>
                  </a:lnTo>
                  <a:lnTo>
                    <a:pt x="596527" y="348926"/>
                  </a:lnTo>
                  <a:lnTo>
                    <a:pt x="600455" y="300228"/>
                  </a:lnTo>
                  <a:lnTo>
                    <a:pt x="596527" y="251517"/>
                  </a:lnTo>
                  <a:lnTo>
                    <a:pt x="585155" y="205313"/>
                  </a:lnTo>
                  <a:lnTo>
                    <a:pt x="566954" y="162233"/>
                  </a:lnTo>
                  <a:lnTo>
                    <a:pt x="542543" y="122895"/>
                  </a:lnTo>
                  <a:lnTo>
                    <a:pt x="512540" y="87915"/>
                  </a:lnTo>
                  <a:lnTo>
                    <a:pt x="477560" y="57911"/>
                  </a:lnTo>
                  <a:lnTo>
                    <a:pt x="438222" y="33501"/>
                  </a:lnTo>
                  <a:lnTo>
                    <a:pt x="395142" y="15300"/>
                  </a:lnTo>
                  <a:lnTo>
                    <a:pt x="348938" y="3928"/>
                  </a:lnTo>
                  <a:lnTo>
                    <a:pt x="300227" y="0"/>
                  </a:lnTo>
                  <a:close/>
                </a:path>
              </a:pathLst>
            </a:custGeom>
            <a:solidFill>
              <a:srgbClr val="152B77"/>
            </a:solidFill>
          </p:spPr>
          <p:txBody>
            <a:bodyPr wrap="square" lIns="0" tIns="0" rIns="0" bIns="0" rtlCol="0"/>
            <a:lstStyle/>
            <a:p>
              <a:endParaRPr/>
            </a:p>
          </p:txBody>
        </p:sp>
        <p:sp>
          <p:nvSpPr>
            <p:cNvPr id="185" name="object 185"/>
            <p:cNvSpPr/>
            <p:nvPr/>
          </p:nvSpPr>
          <p:spPr>
            <a:xfrm>
              <a:off x="7740396" y="5478779"/>
              <a:ext cx="260985" cy="212090"/>
            </a:xfrm>
            <a:custGeom>
              <a:avLst/>
              <a:gdLst/>
              <a:ahLst/>
              <a:cxnLst/>
              <a:rect l="l" t="t" r="r" b="b"/>
              <a:pathLst>
                <a:path w="260984" h="212089">
                  <a:moveTo>
                    <a:pt x="260603" y="0"/>
                  </a:moveTo>
                  <a:lnTo>
                    <a:pt x="203580" y="0"/>
                  </a:lnTo>
                  <a:lnTo>
                    <a:pt x="0" y="203441"/>
                  </a:lnTo>
                  <a:lnTo>
                    <a:pt x="8381" y="211836"/>
                  </a:lnTo>
                  <a:lnTo>
                    <a:pt x="208533" y="11811"/>
                  </a:lnTo>
                  <a:lnTo>
                    <a:pt x="259460" y="11811"/>
                  </a:lnTo>
                  <a:lnTo>
                    <a:pt x="259460" y="3810"/>
                  </a:lnTo>
                  <a:close/>
                </a:path>
              </a:pathLst>
            </a:custGeom>
            <a:solidFill>
              <a:srgbClr val="FF8E01"/>
            </a:solidFill>
          </p:spPr>
          <p:txBody>
            <a:bodyPr wrap="square" lIns="0" tIns="0" rIns="0" bIns="0" rtlCol="0"/>
            <a:lstStyle/>
            <a:p>
              <a:endParaRPr/>
            </a:p>
          </p:txBody>
        </p:sp>
        <p:sp>
          <p:nvSpPr>
            <p:cNvPr id="186" name="object 186"/>
            <p:cNvSpPr/>
            <p:nvPr/>
          </p:nvSpPr>
          <p:spPr>
            <a:xfrm>
              <a:off x="7952232" y="5405627"/>
              <a:ext cx="144779" cy="345947"/>
            </a:xfrm>
            <a:prstGeom prst="rect">
              <a:avLst/>
            </a:prstGeom>
            <a:blipFill>
              <a:blip r:embed="rId18" cstate="print"/>
              <a:stretch>
                <a:fillRect/>
              </a:stretch>
            </a:blipFill>
          </p:spPr>
          <p:txBody>
            <a:bodyPr wrap="square" lIns="0" tIns="0" rIns="0" bIns="0" rtlCol="0"/>
            <a:lstStyle/>
            <a:p>
              <a:endParaRPr/>
            </a:p>
          </p:txBody>
        </p:sp>
        <p:sp>
          <p:nvSpPr>
            <p:cNvPr id="187" name="object 187"/>
            <p:cNvSpPr/>
            <p:nvPr/>
          </p:nvSpPr>
          <p:spPr>
            <a:xfrm>
              <a:off x="7751064" y="5408676"/>
              <a:ext cx="129539" cy="129540"/>
            </a:xfrm>
            <a:prstGeom prst="rect">
              <a:avLst/>
            </a:prstGeom>
            <a:blipFill>
              <a:blip r:embed="rId19" cstate="print"/>
              <a:stretch>
                <a:fillRect/>
              </a:stretch>
            </a:blipFill>
          </p:spPr>
          <p:txBody>
            <a:bodyPr wrap="square" lIns="0" tIns="0" rIns="0" bIns="0" rtlCol="0"/>
            <a:lstStyle/>
            <a:p>
              <a:endParaRPr/>
            </a:p>
          </p:txBody>
        </p:sp>
        <p:sp>
          <p:nvSpPr>
            <p:cNvPr id="188" name="object 188"/>
            <p:cNvSpPr/>
            <p:nvPr/>
          </p:nvSpPr>
          <p:spPr>
            <a:xfrm>
              <a:off x="3947160" y="5251703"/>
              <a:ext cx="3980815" cy="654050"/>
            </a:xfrm>
            <a:custGeom>
              <a:avLst/>
              <a:gdLst/>
              <a:ahLst/>
              <a:cxnLst/>
              <a:rect l="l" t="t" r="r" b="b"/>
              <a:pathLst>
                <a:path w="3980815" h="654050">
                  <a:moveTo>
                    <a:pt x="653796" y="326898"/>
                  </a:moveTo>
                  <a:lnTo>
                    <a:pt x="650252" y="278587"/>
                  </a:lnTo>
                  <a:lnTo>
                    <a:pt x="639953" y="232473"/>
                  </a:lnTo>
                  <a:lnTo>
                    <a:pt x="623417" y="189064"/>
                  </a:lnTo>
                  <a:lnTo>
                    <a:pt x="601141" y="148882"/>
                  </a:lnTo>
                  <a:lnTo>
                    <a:pt x="573620" y="112407"/>
                  </a:lnTo>
                  <a:lnTo>
                    <a:pt x="541388" y="80175"/>
                  </a:lnTo>
                  <a:lnTo>
                    <a:pt x="504913" y="52654"/>
                  </a:lnTo>
                  <a:lnTo>
                    <a:pt x="464731" y="30378"/>
                  </a:lnTo>
                  <a:lnTo>
                    <a:pt x="421322" y="13843"/>
                  </a:lnTo>
                  <a:lnTo>
                    <a:pt x="375208" y="3543"/>
                  </a:lnTo>
                  <a:lnTo>
                    <a:pt x="326898" y="0"/>
                  </a:lnTo>
                  <a:lnTo>
                    <a:pt x="278574" y="3543"/>
                  </a:lnTo>
                  <a:lnTo>
                    <a:pt x="232460" y="13843"/>
                  </a:lnTo>
                  <a:lnTo>
                    <a:pt x="189052" y="30378"/>
                  </a:lnTo>
                  <a:lnTo>
                    <a:pt x="148869" y="52654"/>
                  </a:lnTo>
                  <a:lnTo>
                    <a:pt x="112395" y="80175"/>
                  </a:lnTo>
                  <a:lnTo>
                    <a:pt x="80162" y="112407"/>
                  </a:lnTo>
                  <a:lnTo>
                    <a:pt x="52641" y="148882"/>
                  </a:lnTo>
                  <a:lnTo>
                    <a:pt x="30365" y="189064"/>
                  </a:lnTo>
                  <a:lnTo>
                    <a:pt x="13830" y="232473"/>
                  </a:lnTo>
                  <a:lnTo>
                    <a:pt x="3530" y="278587"/>
                  </a:lnTo>
                  <a:lnTo>
                    <a:pt x="0" y="326898"/>
                  </a:lnTo>
                  <a:lnTo>
                    <a:pt x="3530" y="375208"/>
                  </a:lnTo>
                  <a:lnTo>
                    <a:pt x="13830" y="421322"/>
                  </a:lnTo>
                  <a:lnTo>
                    <a:pt x="30365" y="464718"/>
                  </a:lnTo>
                  <a:lnTo>
                    <a:pt x="52641" y="504901"/>
                  </a:lnTo>
                  <a:lnTo>
                    <a:pt x="80162" y="541375"/>
                  </a:lnTo>
                  <a:lnTo>
                    <a:pt x="112395" y="573620"/>
                  </a:lnTo>
                  <a:lnTo>
                    <a:pt x="148869" y="601141"/>
                  </a:lnTo>
                  <a:lnTo>
                    <a:pt x="189052" y="623417"/>
                  </a:lnTo>
                  <a:lnTo>
                    <a:pt x="232460" y="639965"/>
                  </a:lnTo>
                  <a:lnTo>
                    <a:pt x="278574" y="650252"/>
                  </a:lnTo>
                  <a:lnTo>
                    <a:pt x="326898" y="653796"/>
                  </a:lnTo>
                  <a:lnTo>
                    <a:pt x="375208" y="650252"/>
                  </a:lnTo>
                  <a:lnTo>
                    <a:pt x="421322" y="639965"/>
                  </a:lnTo>
                  <a:lnTo>
                    <a:pt x="464731" y="623417"/>
                  </a:lnTo>
                  <a:lnTo>
                    <a:pt x="504913" y="601141"/>
                  </a:lnTo>
                  <a:lnTo>
                    <a:pt x="541388" y="573620"/>
                  </a:lnTo>
                  <a:lnTo>
                    <a:pt x="573620" y="541375"/>
                  </a:lnTo>
                  <a:lnTo>
                    <a:pt x="601141" y="504901"/>
                  </a:lnTo>
                  <a:lnTo>
                    <a:pt x="623417" y="464718"/>
                  </a:lnTo>
                  <a:lnTo>
                    <a:pt x="639953" y="421322"/>
                  </a:lnTo>
                  <a:lnTo>
                    <a:pt x="650252" y="375208"/>
                  </a:lnTo>
                  <a:lnTo>
                    <a:pt x="653796" y="326898"/>
                  </a:lnTo>
                  <a:close/>
                </a:path>
                <a:path w="3980815" h="654050">
                  <a:moveTo>
                    <a:pt x="3838943" y="452628"/>
                  </a:moveTo>
                  <a:lnTo>
                    <a:pt x="3816096" y="452628"/>
                  </a:lnTo>
                  <a:lnTo>
                    <a:pt x="3816096" y="499872"/>
                  </a:lnTo>
                  <a:lnTo>
                    <a:pt x="3838943" y="499872"/>
                  </a:lnTo>
                  <a:lnTo>
                    <a:pt x="3838943" y="452628"/>
                  </a:lnTo>
                  <a:close/>
                </a:path>
                <a:path w="3980815" h="654050">
                  <a:moveTo>
                    <a:pt x="3910571" y="393192"/>
                  </a:moveTo>
                  <a:lnTo>
                    <a:pt x="3886200" y="393192"/>
                  </a:lnTo>
                  <a:lnTo>
                    <a:pt x="3886200" y="499872"/>
                  </a:lnTo>
                  <a:lnTo>
                    <a:pt x="3910571" y="499872"/>
                  </a:lnTo>
                  <a:lnTo>
                    <a:pt x="3910571" y="393192"/>
                  </a:lnTo>
                  <a:close/>
                </a:path>
                <a:path w="3980815" h="654050">
                  <a:moveTo>
                    <a:pt x="3980688" y="345948"/>
                  </a:moveTo>
                  <a:lnTo>
                    <a:pt x="3957828" y="345948"/>
                  </a:lnTo>
                  <a:lnTo>
                    <a:pt x="3957828" y="499872"/>
                  </a:lnTo>
                  <a:lnTo>
                    <a:pt x="3980688" y="499872"/>
                  </a:lnTo>
                  <a:lnTo>
                    <a:pt x="3980688" y="345948"/>
                  </a:lnTo>
                  <a:close/>
                </a:path>
              </a:pathLst>
            </a:custGeom>
            <a:solidFill>
              <a:srgbClr val="FF8E01"/>
            </a:solidFill>
          </p:spPr>
          <p:txBody>
            <a:bodyPr wrap="square" lIns="0" tIns="0" rIns="0" bIns="0" rtlCol="0"/>
            <a:lstStyle/>
            <a:p>
              <a:endParaRPr/>
            </a:p>
          </p:txBody>
        </p:sp>
        <p:sp>
          <p:nvSpPr>
            <p:cNvPr id="189" name="object 189"/>
            <p:cNvSpPr/>
            <p:nvPr/>
          </p:nvSpPr>
          <p:spPr>
            <a:xfrm>
              <a:off x="3973067" y="5277611"/>
              <a:ext cx="600710" cy="600710"/>
            </a:xfrm>
            <a:custGeom>
              <a:avLst/>
              <a:gdLst/>
              <a:ahLst/>
              <a:cxnLst/>
              <a:rect l="l" t="t" r="r" b="b"/>
              <a:pathLst>
                <a:path w="600710" h="600710">
                  <a:moveTo>
                    <a:pt x="300228" y="0"/>
                  </a:moveTo>
                  <a:lnTo>
                    <a:pt x="251517" y="3928"/>
                  </a:lnTo>
                  <a:lnTo>
                    <a:pt x="205313" y="15300"/>
                  </a:lnTo>
                  <a:lnTo>
                    <a:pt x="162233" y="33501"/>
                  </a:lnTo>
                  <a:lnTo>
                    <a:pt x="122895" y="57912"/>
                  </a:lnTo>
                  <a:lnTo>
                    <a:pt x="87915" y="87915"/>
                  </a:lnTo>
                  <a:lnTo>
                    <a:pt x="57912" y="122895"/>
                  </a:lnTo>
                  <a:lnTo>
                    <a:pt x="33501" y="162233"/>
                  </a:lnTo>
                  <a:lnTo>
                    <a:pt x="15300" y="205313"/>
                  </a:lnTo>
                  <a:lnTo>
                    <a:pt x="3928" y="251517"/>
                  </a:lnTo>
                  <a:lnTo>
                    <a:pt x="0" y="300228"/>
                  </a:lnTo>
                  <a:lnTo>
                    <a:pt x="3928" y="348926"/>
                  </a:lnTo>
                  <a:lnTo>
                    <a:pt x="15300" y="395123"/>
                  </a:lnTo>
                  <a:lnTo>
                    <a:pt x="33501" y="438199"/>
                  </a:lnTo>
                  <a:lnTo>
                    <a:pt x="57911" y="477538"/>
                  </a:lnTo>
                  <a:lnTo>
                    <a:pt x="87915" y="512521"/>
                  </a:lnTo>
                  <a:lnTo>
                    <a:pt x="122895" y="542529"/>
                  </a:lnTo>
                  <a:lnTo>
                    <a:pt x="162233" y="566945"/>
                  </a:lnTo>
                  <a:lnTo>
                    <a:pt x="205313" y="585150"/>
                  </a:lnTo>
                  <a:lnTo>
                    <a:pt x="251517" y="596526"/>
                  </a:lnTo>
                  <a:lnTo>
                    <a:pt x="300228" y="600456"/>
                  </a:lnTo>
                  <a:lnTo>
                    <a:pt x="348938" y="596526"/>
                  </a:lnTo>
                  <a:lnTo>
                    <a:pt x="395142" y="585150"/>
                  </a:lnTo>
                  <a:lnTo>
                    <a:pt x="438222" y="566945"/>
                  </a:lnTo>
                  <a:lnTo>
                    <a:pt x="477560" y="542529"/>
                  </a:lnTo>
                  <a:lnTo>
                    <a:pt x="512540" y="512521"/>
                  </a:lnTo>
                  <a:lnTo>
                    <a:pt x="542543" y="477538"/>
                  </a:lnTo>
                  <a:lnTo>
                    <a:pt x="566954" y="438199"/>
                  </a:lnTo>
                  <a:lnTo>
                    <a:pt x="585155" y="395123"/>
                  </a:lnTo>
                  <a:lnTo>
                    <a:pt x="596527" y="348926"/>
                  </a:lnTo>
                  <a:lnTo>
                    <a:pt x="600456" y="300228"/>
                  </a:lnTo>
                  <a:lnTo>
                    <a:pt x="596527" y="251517"/>
                  </a:lnTo>
                  <a:lnTo>
                    <a:pt x="585155" y="205313"/>
                  </a:lnTo>
                  <a:lnTo>
                    <a:pt x="566954" y="162233"/>
                  </a:lnTo>
                  <a:lnTo>
                    <a:pt x="542544" y="122895"/>
                  </a:lnTo>
                  <a:lnTo>
                    <a:pt x="512540" y="87915"/>
                  </a:lnTo>
                  <a:lnTo>
                    <a:pt x="477560" y="57911"/>
                  </a:lnTo>
                  <a:lnTo>
                    <a:pt x="438222" y="33501"/>
                  </a:lnTo>
                  <a:lnTo>
                    <a:pt x="395142" y="15300"/>
                  </a:lnTo>
                  <a:lnTo>
                    <a:pt x="348938" y="3928"/>
                  </a:lnTo>
                  <a:lnTo>
                    <a:pt x="300228" y="0"/>
                  </a:lnTo>
                  <a:close/>
                </a:path>
              </a:pathLst>
            </a:custGeom>
            <a:solidFill>
              <a:srgbClr val="152B77"/>
            </a:solidFill>
          </p:spPr>
          <p:txBody>
            <a:bodyPr wrap="square" lIns="0" tIns="0" rIns="0" bIns="0" rtlCol="0"/>
            <a:lstStyle/>
            <a:p>
              <a:endParaRPr/>
            </a:p>
          </p:txBody>
        </p:sp>
        <p:sp>
          <p:nvSpPr>
            <p:cNvPr id="190" name="object 190"/>
            <p:cNvSpPr/>
            <p:nvPr/>
          </p:nvSpPr>
          <p:spPr>
            <a:xfrm>
              <a:off x="4096511" y="5478779"/>
              <a:ext cx="259079" cy="212090"/>
            </a:xfrm>
            <a:custGeom>
              <a:avLst/>
              <a:gdLst/>
              <a:ahLst/>
              <a:cxnLst/>
              <a:rect l="l" t="t" r="r" b="b"/>
              <a:pathLst>
                <a:path w="259079" h="212089">
                  <a:moveTo>
                    <a:pt x="259079" y="0"/>
                  </a:moveTo>
                  <a:lnTo>
                    <a:pt x="202437" y="0"/>
                  </a:lnTo>
                  <a:lnTo>
                    <a:pt x="0" y="203441"/>
                  </a:lnTo>
                  <a:lnTo>
                    <a:pt x="8382" y="211836"/>
                  </a:lnTo>
                  <a:lnTo>
                    <a:pt x="207263" y="11811"/>
                  </a:lnTo>
                  <a:lnTo>
                    <a:pt x="257937" y="11811"/>
                  </a:lnTo>
                  <a:lnTo>
                    <a:pt x="257937" y="3810"/>
                  </a:lnTo>
                  <a:close/>
                </a:path>
              </a:pathLst>
            </a:custGeom>
            <a:solidFill>
              <a:srgbClr val="FF8E01"/>
            </a:solidFill>
          </p:spPr>
          <p:txBody>
            <a:bodyPr wrap="square" lIns="0" tIns="0" rIns="0" bIns="0" rtlCol="0"/>
            <a:lstStyle/>
            <a:p>
              <a:endParaRPr/>
            </a:p>
          </p:txBody>
        </p:sp>
        <p:sp>
          <p:nvSpPr>
            <p:cNvPr id="191" name="object 191"/>
            <p:cNvSpPr/>
            <p:nvPr/>
          </p:nvSpPr>
          <p:spPr>
            <a:xfrm>
              <a:off x="4306824" y="5405627"/>
              <a:ext cx="144779" cy="345947"/>
            </a:xfrm>
            <a:prstGeom prst="rect">
              <a:avLst/>
            </a:prstGeom>
            <a:blipFill>
              <a:blip r:embed="rId20" cstate="print"/>
              <a:stretch>
                <a:fillRect/>
              </a:stretch>
            </a:blipFill>
          </p:spPr>
          <p:txBody>
            <a:bodyPr wrap="square" lIns="0" tIns="0" rIns="0" bIns="0" rtlCol="0"/>
            <a:lstStyle/>
            <a:p>
              <a:endParaRPr/>
            </a:p>
          </p:txBody>
        </p:sp>
        <p:sp>
          <p:nvSpPr>
            <p:cNvPr id="192" name="object 192"/>
            <p:cNvSpPr/>
            <p:nvPr/>
          </p:nvSpPr>
          <p:spPr>
            <a:xfrm>
              <a:off x="4105655" y="5408676"/>
              <a:ext cx="131064" cy="129540"/>
            </a:xfrm>
            <a:prstGeom prst="rect">
              <a:avLst/>
            </a:prstGeom>
            <a:blipFill>
              <a:blip r:embed="rId21" cstate="print"/>
              <a:stretch>
                <a:fillRect/>
              </a:stretch>
            </a:blipFill>
          </p:spPr>
          <p:txBody>
            <a:bodyPr wrap="square" lIns="0" tIns="0" rIns="0" bIns="0" rtlCol="0"/>
            <a:lstStyle/>
            <a:p>
              <a:endParaRPr/>
            </a:p>
          </p:txBody>
        </p:sp>
        <p:sp>
          <p:nvSpPr>
            <p:cNvPr id="193" name="object 193"/>
            <p:cNvSpPr/>
            <p:nvPr/>
          </p:nvSpPr>
          <p:spPr>
            <a:xfrm>
              <a:off x="4117848" y="5597651"/>
              <a:ext cx="166370" cy="154305"/>
            </a:xfrm>
            <a:custGeom>
              <a:avLst/>
              <a:gdLst/>
              <a:ahLst/>
              <a:cxnLst/>
              <a:rect l="l" t="t" r="r" b="b"/>
              <a:pathLst>
                <a:path w="166370" h="154304">
                  <a:moveTo>
                    <a:pt x="22860" y="106680"/>
                  </a:moveTo>
                  <a:lnTo>
                    <a:pt x="0" y="106680"/>
                  </a:lnTo>
                  <a:lnTo>
                    <a:pt x="0" y="153924"/>
                  </a:lnTo>
                  <a:lnTo>
                    <a:pt x="22860" y="153924"/>
                  </a:lnTo>
                  <a:lnTo>
                    <a:pt x="22860" y="106680"/>
                  </a:lnTo>
                  <a:close/>
                </a:path>
                <a:path w="166370" h="154304">
                  <a:moveTo>
                    <a:pt x="94488" y="47244"/>
                  </a:moveTo>
                  <a:lnTo>
                    <a:pt x="70104" y="47244"/>
                  </a:lnTo>
                  <a:lnTo>
                    <a:pt x="70104" y="153924"/>
                  </a:lnTo>
                  <a:lnTo>
                    <a:pt x="94488" y="153924"/>
                  </a:lnTo>
                  <a:lnTo>
                    <a:pt x="94488" y="47244"/>
                  </a:lnTo>
                  <a:close/>
                </a:path>
                <a:path w="166370" h="154304">
                  <a:moveTo>
                    <a:pt x="166116" y="0"/>
                  </a:moveTo>
                  <a:lnTo>
                    <a:pt x="141732" y="0"/>
                  </a:lnTo>
                  <a:lnTo>
                    <a:pt x="141732" y="153924"/>
                  </a:lnTo>
                  <a:lnTo>
                    <a:pt x="166116" y="153924"/>
                  </a:lnTo>
                  <a:lnTo>
                    <a:pt x="166116" y="0"/>
                  </a:lnTo>
                  <a:close/>
                </a:path>
              </a:pathLst>
            </a:custGeom>
            <a:solidFill>
              <a:srgbClr val="FF8E01"/>
            </a:solidFill>
          </p:spPr>
          <p:txBody>
            <a:bodyPr wrap="square" lIns="0" tIns="0" rIns="0" bIns="0" rtlCol="0"/>
            <a:lstStyle/>
            <a:p>
              <a:endParaRPr/>
            </a:p>
          </p:txBody>
        </p:sp>
        <p:sp>
          <p:nvSpPr>
            <p:cNvPr id="194" name="object 194"/>
            <p:cNvSpPr/>
            <p:nvPr/>
          </p:nvSpPr>
          <p:spPr>
            <a:xfrm>
              <a:off x="1665732" y="5195316"/>
              <a:ext cx="378701" cy="345185"/>
            </a:xfrm>
            <a:prstGeom prst="rect">
              <a:avLst/>
            </a:prstGeom>
            <a:blipFill>
              <a:blip r:embed="rId22" cstate="print"/>
              <a:stretch>
                <a:fillRect/>
              </a:stretch>
            </a:blipFill>
          </p:spPr>
          <p:txBody>
            <a:bodyPr wrap="square" lIns="0" tIns="0" rIns="0" bIns="0" rtlCol="0"/>
            <a:lstStyle/>
            <a:p>
              <a:endParaRPr/>
            </a:p>
          </p:txBody>
        </p:sp>
        <p:sp>
          <p:nvSpPr>
            <p:cNvPr id="195" name="object 195"/>
            <p:cNvSpPr/>
            <p:nvPr/>
          </p:nvSpPr>
          <p:spPr>
            <a:xfrm>
              <a:off x="1768734" y="5287136"/>
              <a:ext cx="158236" cy="111378"/>
            </a:xfrm>
            <a:prstGeom prst="rect">
              <a:avLst/>
            </a:prstGeom>
            <a:blipFill>
              <a:blip r:embed="rId23" cstate="print"/>
              <a:stretch>
                <a:fillRect/>
              </a:stretch>
            </a:blipFill>
          </p:spPr>
          <p:txBody>
            <a:bodyPr wrap="square" lIns="0" tIns="0" rIns="0" bIns="0" rtlCol="0"/>
            <a:lstStyle/>
            <a:p>
              <a:endParaRPr/>
            </a:p>
          </p:txBody>
        </p:sp>
        <p:sp>
          <p:nvSpPr>
            <p:cNvPr id="196" name="object 196"/>
            <p:cNvSpPr/>
            <p:nvPr/>
          </p:nvSpPr>
          <p:spPr>
            <a:xfrm>
              <a:off x="8551163" y="3669791"/>
              <a:ext cx="654050" cy="654050"/>
            </a:xfrm>
            <a:custGeom>
              <a:avLst/>
              <a:gdLst/>
              <a:ahLst/>
              <a:cxnLst/>
              <a:rect l="l" t="t" r="r" b="b"/>
              <a:pathLst>
                <a:path w="654050" h="654050">
                  <a:moveTo>
                    <a:pt x="326897" y="0"/>
                  </a:moveTo>
                  <a:lnTo>
                    <a:pt x="278579" y="3543"/>
                  </a:lnTo>
                  <a:lnTo>
                    <a:pt x="232466" y="13836"/>
                  </a:lnTo>
                  <a:lnTo>
                    <a:pt x="189063" y="30374"/>
                  </a:lnTo>
                  <a:lnTo>
                    <a:pt x="148875" y="52651"/>
                  </a:lnTo>
                  <a:lnTo>
                    <a:pt x="112407" y="80164"/>
                  </a:lnTo>
                  <a:lnTo>
                    <a:pt x="80164" y="112407"/>
                  </a:lnTo>
                  <a:lnTo>
                    <a:pt x="52651" y="148875"/>
                  </a:lnTo>
                  <a:lnTo>
                    <a:pt x="30374" y="189063"/>
                  </a:lnTo>
                  <a:lnTo>
                    <a:pt x="13836" y="232466"/>
                  </a:lnTo>
                  <a:lnTo>
                    <a:pt x="3543" y="278579"/>
                  </a:lnTo>
                  <a:lnTo>
                    <a:pt x="0" y="326897"/>
                  </a:lnTo>
                  <a:lnTo>
                    <a:pt x="3543" y="375216"/>
                  </a:lnTo>
                  <a:lnTo>
                    <a:pt x="13836" y="421329"/>
                  </a:lnTo>
                  <a:lnTo>
                    <a:pt x="30374" y="464732"/>
                  </a:lnTo>
                  <a:lnTo>
                    <a:pt x="52651" y="504920"/>
                  </a:lnTo>
                  <a:lnTo>
                    <a:pt x="80164" y="541388"/>
                  </a:lnTo>
                  <a:lnTo>
                    <a:pt x="112407" y="573631"/>
                  </a:lnTo>
                  <a:lnTo>
                    <a:pt x="148875" y="601144"/>
                  </a:lnTo>
                  <a:lnTo>
                    <a:pt x="189063" y="623421"/>
                  </a:lnTo>
                  <a:lnTo>
                    <a:pt x="232466" y="639959"/>
                  </a:lnTo>
                  <a:lnTo>
                    <a:pt x="278579" y="650252"/>
                  </a:lnTo>
                  <a:lnTo>
                    <a:pt x="326897" y="653795"/>
                  </a:lnTo>
                  <a:lnTo>
                    <a:pt x="375216" y="650252"/>
                  </a:lnTo>
                  <a:lnTo>
                    <a:pt x="421329" y="639959"/>
                  </a:lnTo>
                  <a:lnTo>
                    <a:pt x="464732" y="623421"/>
                  </a:lnTo>
                  <a:lnTo>
                    <a:pt x="504920" y="601144"/>
                  </a:lnTo>
                  <a:lnTo>
                    <a:pt x="541388" y="573631"/>
                  </a:lnTo>
                  <a:lnTo>
                    <a:pt x="573631" y="541388"/>
                  </a:lnTo>
                  <a:lnTo>
                    <a:pt x="601144" y="504920"/>
                  </a:lnTo>
                  <a:lnTo>
                    <a:pt x="623421" y="464732"/>
                  </a:lnTo>
                  <a:lnTo>
                    <a:pt x="639959" y="421329"/>
                  </a:lnTo>
                  <a:lnTo>
                    <a:pt x="650252" y="375216"/>
                  </a:lnTo>
                  <a:lnTo>
                    <a:pt x="653795" y="326897"/>
                  </a:lnTo>
                  <a:lnTo>
                    <a:pt x="650252" y="278579"/>
                  </a:lnTo>
                  <a:lnTo>
                    <a:pt x="639959" y="232466"/>
                  </a:lnTo>
                  <a:lnTo>
                    <a:pt x="623421" y="189063"/>
                  </a:lnTo>
                  <a:lnTo>
                    <a:pt x="601144" y="148875"/>
                  </a:lnTo>
                  <a:lnTo>
                    <a:pt x="573631" y="112407"/>
                  </a:lnTo>
                  <a:lnTo>
                    <a:pt x="541388" y="80164"/>
                  </a:lnTo>
                  <a:lnTo>
                    <a:pt x="504920" y="52651"/>
                  </a:lnTo>
                  <a:lnTo>
                    <a:pt x="464732" y="30374"/>
                  </a:lnTo>
                  <a:lnTo>
                    <a:pt x="421329" y="13836"/>
                  </a:lnTo>
                  <a:lnTo>
                    <a:pt x="375216" y="3543"/>
                  </a:lnTo>
                  <a:lnTo>
                    <a:pt x="326897" y="0"/>
                  </a:lnTo>
                  <a:close/>
                </a:path>
              </a:pathLst>
            </a:custGeom>
            <a:solidFill>
              <a:srgbClr val="00D9CE"/>
            </a:solidFill>
          </p:spPr>
          <p:txBody>
            <a:bodyPr wrap="square" lIns="0" tIns="0" rIns="0" bIns="0" rtlCol="0"/>
            <a:lstStyle/>
            <a:p>
              <a:endParaRPr/>
            </a:p>
          </p:txBody>
        </p:sp>
        <p:sp>
          <p:nvSpPr>
            <p:cNvPr id="197" name="object 197"/>
            <p:cNvSpPr/>
            <p:nvPr/>
          </p:nvSpPr>
          <p:spPr>
            <a:xfrm>
              <a:off x="8577072" y="3697223"/>
              <a:ext cx="600710" cy="600710"/>
            </a:xfrm>
            <a:custGeom>
              <a:avLst/>
              <a:gdLst/>
              <a:ahLst/>
              <a:cxnLst/>
              <a:rect l="l" t="t" r="r" b="b"/>
              <a:pathLst>
                <a:path w="600709" h="600710">
                  <a:moveTo>
                    <a:pt x="300227" y="0"/>
                  </a:moveTo>
                  <a:lnTo>
                    <a:pt x="251517" y="3928"/>
                  </a:lnTo>
                  <a:lnTo>
                    <a:pt x="205313" y="15300"/>
                  </a:lnTo>
                  <a:lnTo>
                    <a:pt x="162233" y="33501"/>
                  </a:lnTo>
                  <a:lnTo>
                    <a:pt x="122895" y="57911"/>
                  </a:lnTo>
                  <a:lnTo>
                    <a:pt x="87915" y="87915"/>
                  </a:lnTo>
                  <a:lnTo>
                    <a:pt x="57911" y="122895"/>
                  </a:lnTo>
                  <a:lnTo>
                    <a:pt x="33501" y="162233"/>
                  </a:lnTo>
                  <a:lnTo>
                    <a:pt x="15300" y="205313"/>
                  </a:lnTo>
                  <a:lnTo>
                    <a:pt x="3928" y="251517"/>
                  </a:lnTo>
                  <a:lnTo>
                    <a:pt x="0" y="300227"/>
                  </a:lnTo>
                  <a:lnTo>
                    <a:pt x="3928" y="348938"/>
                  </a:lnTo>
                  <a:lnTo>
                    <a:pt x="15300" y="395142"/>
                  </a:lnTo>
                  <a:lnTo>
                    <a:pt x="33501" y="438222"/>
                  </a:lnTo>
                  <a:lnTo>
                    <a:pt x="57911" y="477560"/>
                  </a:lnTo>
                  <a:lnTo>
                    <a:pt x="87915" y="512540"/>
                  </a:lnTo>
                  <a:lnTo>
                    <a:pt x="122895" y="542544"/>
                  </a:lnTo>
                  <a:lnTo>
                    <a:pt x="162233" y="566954"/>
                  </a:lnTo>
                  <a:lnTo>
                    <a:pt x="205313" y="585155"/>
                  </a:lnTo>
                  <a:lnTo>
                    <a:pt x="251517" y="596527"/>
                  </a:lnTo>
                  <a:lnTo>
                    <a:pt x="300227" y="600456"/>
                  </a:lnTo>
                  <a:lnTo>
                    <a:pt x="348938" y="596527"/>
                  </a:lnTo>
                  <a:lnTo>
                    <a:pt x="395142" y="585155"/>
                  </a:lnTo>
                  <a:lnTo>
                    <a:pt x="438222" y="566954"/>
                  </a:lnTo>
                  <a:lnTo>
                    <a:pt x="477560" y="542544"/>
                  </a:lnTo>
                  <a:lnTo>
                    <a:pt x="512540" y="512540"/>
                  </a:lnTo>
                  <a:lnTo>
                    <a:pt x="542544" y="477560"/>
                  </a:lnTo>
                  <a:lnTo>
                    <a:pt x="566954" y="438222"/>
                  </a:lnTo>
                  <a:lnTo>
                    <a:pt x="585155" y="395142"/>
                  </a:lnTo>
                  <a:lnTo>
                    <a:pt x="596527" y="348938"/>
                  </a:lnTo>
                  <a:lnTo>
                    <a:pt x="600455" y="300227"/>
                  </a:lnTo>
                  <a:lnTo>
                    <a:pt x="596527" y="251517"/>
                  </a:lnTo>
                  <a:lnTo>
                    <a:pt x="585155" y="205313"/>
                  </a:lnTo>
                  <a:lnTo>
                    <a:pt x="566954" y="162233"/>
                  </a:lnTo>
                  <a:lnTo>
                    <a:pt x="542544" y="122895"/>
                  </a:lnTo>
                  <a:lnTo>
                    <a:pt x="512540" y="87915"/>
                  </a:lnTo>
                  <a:lnTo>
                    <a:pt x="477560" y="57912"/>
                  </a:lnTo>
                  <a:lnTo>
                    <a:pt x="438222" y="33501"/>
                  </a:lnTo>
                  <a:lnTo>
                    <a:pt x="395142" y="15300"/>
                  </a:lnTo>
                  <a:lnTo>
                    <a:pt x="348938" y="3928"/>
                  </a:lnTo>
                  <a:lnTo>
                    <a:pt x="300227" y="0"/>
                  </a:lnTo>
                  <a:close/>
                </a:path>
              </a:pathLst>
            </a:custGeom>
            <a:solidFill>
              <a:srgbClr val="152B77"/>
            </a:solidFill>
          </p:spPr>
          <p:txBody>
            <a:bodyPr wrap="square" lIns="0" tIns="0" rIns="0" bIns="0" rtlCol="0"/>
            <a:lstStyle/>
            <a:p>
              <a:endParaRPr/>
            </a:p>
          </p:txBody>
        </p:sp>
        <p:sp>
          <p:nvSpPr>
            <p:cNvPr id="198" name="object 198"/>
            <p:cNvSpPr/>
            <p:nvPr/>
          </p:nvSpPr>
          <p:spPr>
            <a:xfrm>
              <a:off x="8741664" y="3863339"/>
              <a:ext cx="273050" cy="327660"/>
            </a:xfrm>
            <a:custGeom>
              <a:avLst/>
              <a:gdLst/>
              <a:ahLst/>
              <a:cxnLst/>
              <a:rect l="l" t="t" r="r" b="b"/>
              <a:pathLst>
                <a:path w="273050" h="327660">
                  <a:moveTo>
                    <a:pt x="160020" y="220992"/>
                  </a:moveTo>
                  <a:lnTo>
                    <a:pt x="111252" y="220992"/>
                  </a:lnTo>
                  <a:lnTo>
                    <a:pt x="111252" y="254508"/>
                  </a:lnTo>
                  <a:lnTo>
                    <a:pt x="160020" y="254508"/>
                  </a:lnTo>
                  <a:lnTo>
                    <a:pt x="160020" y="220992"/>
                  </a:lnTo>
                  <a:close/>
                </a:path>
                <a:path w="273050" h="327660">
                  <a:moveTo>
                    <a:pt x="160020" y="159258"/>
                  </a:moveTo>
                  <a:lnTo>
                    <a:pt x="138049" y="179197"/>
                  </a:lnTo>
                  <a:lnTo>
                    <a:pt x="136652" y="179832"/>
                  </a:lnTo>
                  <a:lnTo>
                    <a:pt x="132969" y="179705"/>
                  </a:lnTo>
                  <a:lnTo>
                    <a:pt x="131318" y="178816"/>
                  </a:lnTo>
                  <a:lnTo>
                    <a:pt x="119634" y="163830"/>
                  </a:lnTo>
                  <a:lnTo>
                    <a:pt x="120015" y="160020"/>
                  </a:lnTo>
                  <a:lnTo>
                    <a:pt x="125349" y="155829"/>
                  </a:lnTo>
                  <a:lnTo>
                    <a:pt x="129159" y="156337"/>
                  </a:lnTo>
                  <a:lnTo>
                    <a:pt x="135890" y="164846"/>
                  </a:lnTo>
                  <a:lnTo>
                    <a:pt x="151130" y="150876"/>
                  </a:lnTo>
                  <a:lnTo>
                    <a:pt x="111252" y="150876"/>
                  </a:lnTo>
                  <a:lnTo>
                    <a:pt x="111252" y="184404"/>
                  </a:lnTo>
                  <a:lnTo>
                    <a:pt x="160020" y="184404"/>
                  </a:lnTo>
                  <a:lnTo>
                    <a:pt x="160020" y="159258"/>
                  </a:lnTo>
                  <a:close/>
                </a:path>
                <a:path w="273050" h="327660">
                  <a:moveTo>
                    <a:pt x="160020" y="89154"/>
                  </a:moveTo>
                  <a:lnTo>
                    <a:pt x="138049" y="109093"/>
                  </a:lnTo>
                  <a:lnTo>
                    <a:pt x="136652" y="109728"/>
                  </a:lnTo>
                  <a:lnTo>
                    <a:pt x="132969" y="109601"/>
                  </a:lnTo>
                  <a:lnTo>
                    <a:pt x="131318" y="108712"/>
                  </a:lnTo>
                  <a:lnTo>
                    <a:pt x="119634" y="93726"/>
                  </a:lnTo>
                  <a:lnTo>
                    <a:pt x="120015" y="89916"/>
                  </a:lnTo>
                  <a:lnTo>
                    <a:pt x="125349" y="85725"/>
                  </a:lnTo>
                  <a:lnTo>
                    <a:pt x="129159" y="86233"/>
                  </a:lnTo>
                  <a:lnTo>
                    <a:pt x="135890" y="94742"/>
                  </a:lnTo>
                  <a:lnTo>
                    <a:pt x="151130" y="80772"/>
                  </a:lnTo>
                  <a:lnTo>
                    <a:pt x="111252" y="80772"/>
                  </a:lnTo>
                  <a:lnTo>
                    <a:pt x="111252" y="114300"/>
                  </a:lnTo>
                  <a:lnTo>
                    <a:pt x="160020" y="114300"/>
                  </a:lnTo>
                  <a:lnTo>
                    <a:pt x="160020" y="89154"/>
                  </a:lnTo>
                  <a:close/>
                </a:path>
                <a:path w="273050" h="327660">
                  <a:moveTo>
                    <a:pt x="272796" y="5461"/>
                  </a:moveTo>
                  <a:lnTo>
                    <a:pt x="267335" y="0"/>
                  </a:lnTo>
                  <a:lnTo>
                    <a:pt x="248539" y="0"/>
                  </a:lnTo>
                  <a:lnTo>
                    <a:pt x="248539" y="81534"/>
                  </a:lnTo>
                  <a:lnTo>
                    <a:pt x="248539" y="88265"/>
                  </a:lnTo>
                  <a:lnTo>
                    <a:pt x="248539" y="151384"/>
                  </a:lnTo>
                  <a:lnTo>
                    <a:pt x="248539" y="158115"/>
                  </a:lnTo>
                  <a:lnTo>
                    <a:pt x="248539" y="221107"/>
                  </a:lnTo>
                  <a:lnTo>
                    <a:pt x="248539" y="227838"/>
                  </a:lnTo>
                  <a:lnTo>
                    <a:pt x="245872" y="230632"/>
                  </a:lnTo>
                  <a:lnTo>
                    <a:pt x="227330" y="230632"/>
                  </a:lnTo>
                  <a:lnTo>
                    <a:pt x="227330" y="245364"/>
                  </a:lnTo>
                  <a:lnTo>
                    <a:pt x="227330" y="252095"/>
                  </a:lnTo>
                  <a:lnTo>
                    <a:pt x="224663" y="254889"/>
                  </a:lnTo>
                  <a:lnTo>
                    <a:pt x="187579" y="254889"/>
                  </a:lnTo>
                  <a:lnTo>
                    <a:pt x="184912" y="252095"/>
                  </a:lnTo>
                  <a:lnTo>
                    <a:pt x="184912" y="245364"/>
                  </a:lnTo>
                  <a:lnTo>
                    <a:pt x="187579" y="242697"/>
                  </a:lnTo>
                  <a:lnTo>
                    <a:pt x="224663" y="242697"/>
                  </a:lnTo>
                  <a:lnTo>
                    <a:pt x="227330" y="245364"/>
                  </a:lnTo>
                  <a:lnTo>
                    <a:pt x="227330" y="230632"/>
                  </a:lnTo>
                  <a:lnTo>
                    <a:pt x="187579" y="230632"/>
                  </a:lnTo>
                  <a:lnTo>
                    <a:pt x="184912" y="227838"/>
                  </a:lnTo>
                  <a:lnTo>
                    <a:pt x="184912" y="221107"/>
                  </a:lnTo>
                  <a:lnTo>
                    <a:pt x="187579" y="218440"/>
                  </a:lnTo>
                  <a:lnTo>
                    <a:pt x="245872" y="218440"/>
                  </a:lnTo>
                  <a:lnTo>
                    <a:pt x="248539" y="221107"/>
                  </a:lnTo>
                  <a:lnTo>
                    <a:pt x="248539" y="158115"/>
                  </a:lnTo>
                  <a:lnTo>
                    <a:pt x="245872" y="160782"/>
                  </a:lnTo>
                  <a:lnTo>
                    <a:pt x="227330" y="160782"/>
                  </a:lnTo>
                  <a:lnTo>
                    <a:pt x="227330" y="175641"/>
                  </a:lnTo>
                  <a:lnTo>
                    <a:pt x="227330" y="182372"/>
                  </a:lnTo>
                  <a:lnTo>
                    <a:pt x="224663" y="185039"/>
                  </a:lnTo>
                  <a:lnTo>
                    <a:pt x="187579" y="185039"/>
                  </a:lnTo>
                  <a:lnTo>
                    <a:pt x="184912" y="182372"/>
                  </a:lnTo>
                  <a:lnTo>
                    <a:pt x="184912" y="175641"/>
                  </a:lnTo>
                  <a:lnTo>
                    <a:pt x="187579" y="172974"/>
                  </a:lnTo>
                  <a:lnTo>
                    <a:pt x="224663" y="172974"/>
                  </a:lnTo>
                  <a:lnTo>
                    <a:pt x="227330" y="175641"/>
                  </a:lnTo>
                  <a:lnTo>
                    <a:pt x="227330" y="160782"/>
                  </a:lnTo>
                  <a:lnTo>
                    <a:pt x="187579" y="160782"/>
                  </a:lnTo>
                  <a:lnTo>
                    <a:pt x="184912" y="158115"/>
                  </a:lnTo>
                  <a:lnTo>
                    <a:pt x="184912" y="151384"/>
                  </a:lnTo>
                  <a:lnTo>
                    <a:pt x="187579" y="148717"/>
                  </a:lnTo>
                  <a:lnTo>
                    <a:pt x="245872" y="148717"/>
                  </a:lnTo>
                  <a:lnTo>
                    <a:pt x="248539" y="151384"/>
                  </a:lnTo>
                  <a:lnTo>
                    <a:pt x="248539" y="88265"/>
                  </a:lnTo>
                  <a:lnTo>
                    <a:pt x="245872" y="91059"/>
                  </a:lnTo>
                  <a:lnTo>
                    <a:pt x="227330" y="91059"/>
                  </a:lnTo>
                  <a:lnTo>
                    <a:pt x="227330" y="105918"/>
                  </a:lnTo>
                  <a:lnTo>
                    <a:pt x="227330" y="112522"/>
                  </a:lnTo>
                  <a:lnTo>
                    <a:pt x="224663" y="115316"/>
                  </a:lnTo>
                  <a:lnTo>
                    <a:pt x="187579" y="115316"/>
                  </a:lnTo>
                  <a:lnTo>
                    <a:pt x="184912" y="112522"/>
                  </a:lnTo>
                  <a:lnTo>
                    <a:pt x="184912" y="105918"/>
                  </a:lnTo>
                  <a:lnTo>
                    <a:pt x="187579" y="103124"/>
                  </a:lnTo>
                  <a:lnTo>
                    <a:pt x="224663" y="103124"/>
                  </a:lnTo>
                  <a:lnTo>
                    <a:pt x="227330" y="105918"/>
                  </a:lnTo>
                  <a:lnTo>
                    <a:pt x="227330" y="91059"/>
                  </a:lnTo>
                  <a:lnTo>
                    <a:pt x="187579" y="91059"/>
                  </a:lnTo>
                  <a:lnTo>
                    <a:pt x="184912" y="88265"/>
                  </a:lnTo>
                  <a:lnTo>
                    <a:pt x="184912" y="81534"/>
                  </a:lnTo>
                  <a:lnTo>
                    <a:pt x="187579" y="78867"/>
                  </a:lnTo>
                  <a:lnTo>
                    <a:pt x="245872" y="78867"/>
                  </a:lnTo>
                  <a:lnTo>
                    <a:pt x="248539" y="81534"/>
                  </a:lnTo>
                  <a:lnTo>
                    <a:pt x="248539" y="0"/>
                  </a:lnTo>
                  <a:lnTo>
                    <a:pt x="211201" y="0"/>
                  </a:lnTo>
                  <a:lnTo>
                    <a:pt x="211201" y="21209"/>
                  </a:lnTo>
                  <a:lnTo>
                    <a:pt x="209283" y="30683"/>
                  </a:lnTo>
                  <a:lnTo>
                    <a:pt x="204063" y="38392"/>
                  </a:lnTo>
                  <a:lnTo>
                    <a:pt x="196354" y="43573"/>
                  </a:lnTo>
                  <a:lnTo>
                    <a:pt x="186944" y="45466"/>
                  </a:lnTo>
                  <a:lnTo>
                    <a:pt x="182626" y="45466"/>
                  </a:lnTo>
                  <a:lnTo>
                    <a:pt x="182626" y="65278"/>
                  </a:lnTo>
                  <a:lnTo>
                    <a:pt x="182626" y="135001"/>
                  </a:lnTo>
                  <a:lnTo>
                    <a:pt x="182372" y="138811"/>
                  </a:lnTo>
                  <a:lnTo>
                    <a:pt x="179832" y="141097"/>
                  </a:lnTo>
                  <a:lnTo>
                    <a:pt x="172466" y="147828"/>
                  </a:lnTo>
                  <a:lnTo>
                    <a:pt x="172720" y="148590"/>
                  </a:lnTo>
                  <a:lnTo>
                    <a:pt x="172720" y="190373"/>
                  </a:lnTo>
                  <a:lnTo>
                    <a:pt x="172720" y="213233"/>
                  </a:lnTo>
                  <a:lnTo>
                    <a:pt x="172720" y="259969"/>
                  </a:lnTo>
                  <a:lnTo>
                    <a:pt x="167386" y="265430"/>
                  </a:lnTo>
                  <a:lnTo>
                    <a:pt x="166751" y="265430"/>
                  </a:lnTo>
                  <a:lnTo>
                    <a:pt x="166751" y="294005"/>
                  </a:lnTo>
                  <a:lnTo>
                    <a:pt x="166751" y="300736"/>
                  </a:lnTo>
                  <a:lnTo>
                    <a:pt x="163957" y="303403"/>
                  </a:lnTo>
                  <a:lnTo>
                    <a:pt x="157353" y="303403"/>
                  </a:lnTo>
                  <a:lnTo>
                    <a:pt x="154559" y="300736"/>
                  </a:lnTo>
                  <a:lnTo>
                    <a:pt x="154559" y="294005"/>
                  </a:lnTo>
                  <a:lnTo>
                    <a:pt x="157353" y="291211"/>
                  </a:lnTo>
                  <a:lnTo>
                    <a:pt x="163957" y="291211"/>
                  </a:lnTo>
                  <a:lnTo>
                    <a:pt x="166751" y="294005"/>
                  </a:lnTo>
                  <a:lnTo>
                    <a:pt x="166751" y="265430"/>
                  </a:lnTo>
                  <a:lnTo>
                    <a:pt x="142494" y="265430"/>
                  </a:lnTo>
                  <a:lnTo>
                    <a:pt x="142494" y="294005"/>
                  </a:lnTo>
                  <a:lnTo>
                    <a:pt x="142494" y="300736"/>
                  </a:lnTo>
                  <a:lnTo>
                    <a:pt x="139700" y="303403"/>
                  </a:lnTo>
                  <a:lnTo>
                    <a:pt x="133096" y="303403"/>
                  </a:lnTo>
                  <a:lnTo>
                    <a:pt x="130302" y="300736"/>
                  </a:lnTo>
                  <a:lnTo>
                    <a:pt x="130302" y="294005"/>
                  </a:lnTo>
                  <a:lnTo>
                    <a:pt x="133096" y="291211"/>
                  </a:lnTo>
                  <a:lnTo>
                    <a:pt x="139700" y="291211"/>
                  </a:lnTo>
                  <a:lnTo>
                    <a:pt x="142494" y="294005"/>
                  </a:lnTo>
                  <a:lnTo>
                    <a:pt x="142494" y="265430"/>
                  </a:lnTo>
                  <a:lnTo>
                    <a:pt x="118237" y="265430"/>
                  </a:lnTo>
                  <a:lnTo>
                    <a:pt x="118237" y="294005"/>
                  </a:lnTo>
                  <a:lnTo>
                    <a:pt x="118237" y="300736"/>
                  </a:lnTo>
                  <a:lnTo>
                    <a:pt x="115443" y="303403"/>
                  </a:lnTo>
                  <a:lnTo>
                    <a:pt x="108839" y="303403"/>
                  </a:lnTo>
                  <a:lnTo>
                    <a:pt x="106045" y="300736"/>
                  </a:lnTo>
                  <a:lnTo>
                    <a:pt x="106045" y="294005"/>
                  </a:lnTo>
                  <a:lnTo>
                    <a:pt x="108839" y="291211"/>
                  </a:lnTo>
                  <a:lnTo>
                    <a:pt x="115443" y="291211"/>
                  </a:lnTo>
                  <a:lnTo>
                    <a:pt x="118237" y="294005"/>
                  </a:lnTo>
                  <a:lnTo>
                    <a:pt x="118237" y="265430"/>
                  </a:lnTo>
                  <a:lnTo>
                    <a:pt x="105410" y="265430"/>
                  </a:lnTo>
                  <a:lnTo>
                    <a:pt x="100076" y="259969"/>
                  </a:lnTo>
                  <a:lnTo>
                    <a:pt x="100076" y="254889"/>
                  </a:lnTo>
                  <a:lnTo>
                    <a:pt x="100076" y="242697"/>
                  </a:lnTo>
                  <a:lnTo>
                    <a:pt x="100076" y="230632"/>
                  </a:lnTo>
                  <a:lnTo>
                    <a:pt x="100076" y="218440"/>
                  </a:lnTo>
                  <a:lnTo>
                    <a:pt x="100076" y="213233"/>
                  </a:lnTo>
                  <a:lnTo>
                    <a:pt x="105410" y="207772"/>
                  </a:lnTo>
                  <a:lnTo>
                    <a:pt x="167386" y="207772"/>
                  </a:lnTo>
                  <a:lnTo>
                    <a:pt x="172720" y="213233"/>
                  </a:lnTo>
                  <a:lnTo>
                    <a:pt x="172720" y="190373"/>
                  </a:lnTo>
                  <a:lnTo>
                    <a:pt x="167386" y="195834"/>
                  </a:lnTo>
                  <a:lnTo>
                    <a:pt x="105410" y="195834"/>
                  </a:lnTo>
                  <a:lnTo>
                    <a:pt x="100076" y="190373"/>
                  </a:lnTo>
                  <a:lnTo>
                    <a:pt x="100076" y="185039"/>
                  </a:lnTo>
                  <a:lnTo>
                    <a:pt x="100076" y="172974"/>
                  </a:lnTo>
                  <a:lnTo>
                    <a:pt x="100076" y="160782"/>
                  </a:lnTo>
                  <a:lnTo>
                    <a:pt x="100076" y="148717"/>
                  </a:lnTo>
                  <a:lnTo>
                    <a:pt x="100076" y="143510"/>
                  </a:lnTo>
                  <a:lnTo>
                    <a:pt x="105410" y="138049"/>
                  </a:lnTo>
                  <a:lnTo>
                    <a:pt x="161925" y="138049"/>
                  </a:lnTo>
                  <a:lnTo>
                    <a:pt x="163195" y="138303"/>
                  </a:lnTo>
                  <a:lnTo>
                    <a:pt x="164465" y="138684"/>
                  </a:lnTo>
                  <a:lnTo>
                    <a:pt x="165150" y="138049"/>
                  </a:lnTo>
                  <a:lnTo>
                    <a:pt x="171704" y="132080"/>
                  </a:lnTo>
                  <a:lnTo>
                    <a:pt x="174244" y="129794"/>
                  </a:lnTo>
                  <a:lnTo>
                    <a:pt x="178054" y="129921"/>
                  </a:lnTo>
                  <a:lnTo>
                    <a:pt x="182626" y="135001"/>
                  </a:lnTo>
                  <a:lnTo>
                    <a:pt x="182626" y="65278"/>
                  </a:lnTo>
                  <a:lnTo>
                    <a:pt x="182372" y="69088"/>
                  </a:lnTo>
                  <a:lnTo>
                    <a:pt x="179832" y="71374"/>
                  </a:lnTo>
                  <a:lnTo>
                    <a:pt x="172466" y="78105"/>
                  </a:lnTo>
                  <a:lnTo>
                    <a:pt x="172720" y="78867"/>
                  </a:lnTo>
                  <a:lnTo>
                    <a:pt x="172720" y="120650"/>
                  </a:lnTo>
                  <a:lnTo>
                    <a:pt x="167386" y="125984"/>
                  </a:lnTo>
                  <a:lnTo>
                    <a:pt x="105410" y="125984"/>
                  </a:lnTo>
                  <a:lnTo>
                    <a:pt x="100076" y="120650"/>
                  </a:lnTo>
                  <a:lnTo>
                    <a:pt x="100076" y="115316"/>
                  </a:lnTo>
                  <a:lnTo>
                    <a:pt x="100076" y="103124"/>
                  </a:lnTo>
                  <a:lnTo>
                    <a:pt x="100076" y="91059"/>
                  </a:lnTo>
                  <a:lnTo>
                    <a:pt x="100076" y="78867"/>
                  </a:lnTo>
                  <a:lnTo>
                    <a:pt x="100076" y="73660"/>
                  </a:lnTo>
                  <a:lnTo>
                    <a:pt x="105410" y="68199"/>
                  </a:lnTo>
                  <a:lnTo>
                    <a:pt x="160655" y="68199"/>
                  </a:lnTo>
                  <a:lnTo>
                    <a:pt x="163195" y="68453"/>
                  </a:lnTo>
                  <a:lnTo>
                    <a:pt x="164465" y="68961"/>
                  </a:lnTo>
                  <a:lnTo>
                    <a:pt x="165277" y="68199"/>
                  </a:lnTo>
                  <a:lnTo>
                    <a:pt x="171704" y="62230"/>
                  </a:lnTo>
                  <a:lnTo>
                    <a:pt x="174244" y="59944"/>
                  </a:lnTo>
                  <a:lnTo>
                    <a:pt x="178054" y="60198"/>
                  </a:lnTo>
                  <a:lnTo>
                    <a:pt x="182626" y="65278"/>
                  </a:lnTo>
                  <a:lnTo>
                    <a:pt x="182626" y="45466"/>
                  </a:lnTo>
                  <a:lnTo>
                    <a:pt x="87884" y="45466"/>
                  </a:lnTo>
                  <a:lnTo>
                    <a:pt x="87884" y="81534"/>
                  </a:lnTo>
                  <a:lnTo>
                    <a:pt x="87884" y="88265"/>
                  </a:lnTo>
                  <a:lnTo>
                    <a:pt x="87884" y="151384"/>
                  </a:lnTo>
                  <a:lnTo>
                    <a:pt x="87884" y="158115"/>
                  </a:lnTo>
                  <a:lnTo>
                    <a:pt x="87884" y="221107"/>
                  </a:lnTo>
                  <a:lnTo>
                    <a:pt x="87884" y="227838"/>
                  </a:lnTo>
                  <a:lnTo>
                    <a:pt x="85217" y="230632"/>
                  </a:lnTo>
                  <a:lnTo>
                    <a:pt x="69723" y="230632"/>
                  </a:lnTo>
                  <a:lnTo>
                    <a:pt x="69723" y="245364"/>
                  </a:lnTo>
                  <a:lnTo>
                    <a:pt x="69723" y="252095"/>
                  </a:lnTo>
                  <a:lnTo>
                    <a:pt x="67056" y="254889"/>
                  </a:lnTo>
                  <a:lnTo>
                    <a:pt x="26924" y="254889"/>
                  </a:lnTo>
                  <a:lnTo>
                    <a:pt x="24257" y="252095"/>
                  </a:lnTo>
                  <a:lnTo>
                    <a:pt x="24257" y="245364"/>
                  </a:lnTo>
                  <a:lnTo>
                    <a:pt x="26924" y="242697"/>
                  </a:lnTo>
                  <a:lnTo>
                    <a:pt x="67056" y="242697"/>
                  </a:lnTo>
                  <a:lnTo>
                    <a:pt x="69723" y="245364"/>
                  </a:lnTo>
                  <a:lnTo>
                    <a:pt x="69723" y="230632"/>
                  </a:lnTo>
                  <a:lnTo>
                    <a:pt x="26924" y="230632"/>
                  </a:lnTo>
                  <a:lnTo>
                    <a:pt x="24257" y="227838"/>
                  </a:lnTo>
                  <a:lnTo>
                    <a:pt x="24257" y="221107"/>
                  </a:lnTo>
                  <a:lnTo>
                    <a:pt x="26924" y="218440"/>
                  </a:lnTo>
                  <a:lnTo>
                    <a:pt x="85217" y="218440"/>
                  </a:lnTo>
                  <a:lnTo>
                    <a:pt x="87884" y="221107"/>
                  </a:lnTo>
                  <a:lnTo>
                    <a:pt x="87884" y="158115"/>
                  </a:lnTo>
                  <a:lnTo>
                    <a:pt x="85217" y="160782"/>
                  </a:lnTo>
                  <a:lnTo>
                    <a:pt x="69723" y="160782"/>
                  </a:lnTo>
                  <a:lnTo>
                    <a:pt x="69723" y="175641"/>
                  </a:lnTo>
                  <a:lnTo>
                    <a:pt x="69723" y="182372"/>
                  </a:lnTo>
                  <a:lnTo>
                    <a:pt x="67056" y="185039"/>
                  </a:lnTo>
                  <a:lnTo>
                    <a:pt x="26924" y="185039"/>
                  </a:lnTo>
                  <a:lnTo>
                    <a:pt x="24257" y="182372"/>
                  </a:lnTo>
                  <a:lnTo>
                    <a:pt x="24257" y="175641"/>
                  </a:lnTo>
                  <a:lnTo>
                    <a:pt x="26924" y="172974"/>
                  </a:lnTo>
                  <a:lnTo>
                    <a:pt x="67056" y="172974"/>
                  </a:lnTo>
                  <a:lnTo>
                    <a:pt x="69723" y="175641"/>
                  </a:lnTo>
                  <a:lnTo>
                    <a:pt x="69723" y="160782"/>
                  </a:lnTo>
                  <a:lnTo>
                    <a:pt x="26924" y="160782"/>
                  </a:lnTo>
                  <a:lnTo>
                    <a:pt x="24257" y="158115"/>
                  </a:lnTo>
                  <a:lnTo>
                    <a:pt x="24257" y="151384"/>
                  </a:lnTo>
                  <a:lnTo>
                    <a:pt x="26924" y="148717"/>
                  </a:lnTo>
                  <a:lnTo>
                    <a:pt x="85217" y="148717"/>
                  </a:lnTo>
                  <a:lnTo>
                    <a:pt x="87884" y="151384"/>
                  </a:lnTo>
                  <a:lnTo>
                    <a:pt x="87884" y="88265"/>
                  </a:lnTo>
                  <a:lnTo>
                    <a:pt x="85217" y="91059"/>
                  </a:lnTo>
                  <a:lnTo>
                    <a:pt x="69723" y="91059"/>
                  </a:lnTo>
                  <a:lnTo>
                    <a:pt x="69723" y="105918"/>
                  </a:lnTo>
                  <a:lnTo>
                    <a:pt x="69723" y="112522"/>
                  </a:lnTo>
                  <a:lnTo>
                    <a:pt x="67056" y="115316"/>
                  </a:lnTo>
                  <a:lnTo>
                    <a:pt x="26924" y="115316"/>
                  </a:lnTo>
                  <a:lnTo>
                    <a:pt x="24257" y="112522"/>
                  </a:lnTo>
                  <a:lnTo>
                    <a:pt x="24257" y="105918"/>
                  </a:lnTo>
                  <a:lnTo>
                    <a:pt x="26924" y="103124"/>
                  </a:lnTo>
                  <a:lnTo>
                    <a:pt x="67056" y="103124"/>
                  </a:lnTo>
                  <a:lnTo>
                    <a:pt x="69723" y="105918"/>
                  </a:lnTo>
                  <a:lnTo>
                    <a:pt x="69723" y="91059"/>
                  </a:lnTo>
                  <a:lnTo>
                    <a:pt x="26924" y="91059"/>
                  </a:lnTo>
                  <a:lnTo>
                    <a:pt x="24257" y="88265"/>
                  </a:lnTo>
                  <a:lnTo>
                    <a:pt x="24257" y="81534"/>
                  </a:lnTo>
                  <a:lnTo>
                    <a:pt x="26924" y="78867"/>
                  </a:lnTo>
                  <a:lnTo>
                    <a:pt x="85217" y="78867"/>
                  </a:lnTo>
                  <a:lnTo>
                    <a:pt x="87884" y="81534"/>
                  </a:lnTo>
                  <a:lnTo>
                    <a:pt x="87884" y="45466"/>
                  </a:lnTo>
                  <a:lnTo>
                    <a:pt x="85852" y="45466"/>
                  </a:lnTo>
                  <a:lnTo>
                    <a:pt x="76428" y="43573"/>
                  </a:lnTo>
                  <a:lnTo>
                    <a:pt x="68719" y="38392"/>
                  </a:lnTo>
                  <a:lnTo>
                    <a:pt x="63500" y="30683"/>
                  </a:lnTo>
                  <a:lnTo>
                    <a:pt x="61595" y="21209"/>
                  </a:lnTo>
                  <a:lnTo>
                    <a:pt x="61595" y="0"/>
                  </a:lnTo>
                  <a:lnTo>
                    <a:pt x="5461" y="0"/>
                  </a:lnTo>
                  <a:lnTo>
                    <a:pt x="0" y="5461"/>
                  </a:lnTo>
                  <a:lnTo>
                    <a:pt x="0" y="322199"/>
                  </a:lnTo>
                  <a:lnTo>
                    <a:pt x="5461" y="327660"/>
                  </a:lnTo>
                  <a:lnTo>
                    <a:pt x="267335" y="327660"/>
                  </a:lnTo>
                  <a:lnTo>
                    <a:pt x="272796" y="322199"/>
                  </a:lnTo>
                  <a:lnTo>
                    <a:pt x="272796" y="303403"/>
                  </a:lnTo>
                  <a:lnTo>
                    <a:pt x="272796" y="291211"/>
                  </a:lnTo>
                  <a:lnTo>
                    <a:pt x="272796" y="45466"/>
                  </a:lnTo>
                  <a:lnTo>
                    <a:pt x="272796" y="5461"/>
                  </a:lnTo>
                  <a:close/>
                </a:path>
              </a:pathLst>
            </a:custGeom>
            <a:solidFill>
              <a:srgbClr val="00D9CE"/>
            </a:solidFill>
          </p:spPr>
          <p:txBody>
            <a:bodyPr wrap="square" lIns="0" tIns="0" rIns="0" bIns="0" rtlCol="0"/>
            <a:lstStyle/>
            <a:p>
              <a:endParaRPr/>
            </a:p>
          </p:txBody>
        </p:sp>
        <p:sp>
          <p:nvSpPr>
            <p:cNvPr id="199" name="object 199"/>
            <p:cNvSpPr/>
            <p:nvPr/>
          </p:nvSpPr>
          <p:spPr>
            <a:xfrm>
              <a:off x="8814815" y="3802379"/>
              <a:ext cx="124967" cy="94487"/>
            </a:xfrm>
            <a:prstGeom prst="rect">
              <a:avLst/>
            </a:prstGeom>
            <a:blipFill>
              <a:blip r:embed="rId24" cstate="print"/>
              <a:stretch>
                <a:fillRect/>
              </a:stretch>
            </a:blipFill>
          </p:spPr>
          <p:txBody>
            <a:bodyPr wrap="square" lIns="0" tIns="0" rIns="0" bIns="0" rtlCol="0"/>
            <a:lstStyle/>
            <a:p>
              <a:endParaRPr/>
            </a:p>
          </p:txBody>
        </p:sp>
        <p:sp>
          <p:nvSpPr>
            <p:cNvPr id="200" name="object 200"/>
            <p:cNvSpPr/>
            <p:nvPr/>
          </p:nvSpPr>
          <p:spPr>
            <a:xfrm>
              <a:off x="2987040" y="3669791"/>
              <a:ext cx="654050" cy="654050"/>
            </a:xfrm>
            <a:custGeom>
              <a:avLst/>
              <a:gdLst/>
              <a:ahLst/>
              <a:cxnLst/>
              <a:rect l="l" t="t" r="r" b="b"/>
              <a:pathLst>
                <a:path w="654050" h="654050">
                  <a:moveTo>
                    <a:pt x="326898" y="0"/>
                  </a:moveTo>
                  <a:lnTo>
                    <a:pt x="278579" y="3543"/>
                  </a:lnTo>
                  <a:lnTo>
                    <a:pt x="232466" y="13836"/>
                  </a:lnTo>
                  <a:lnTo>
                    <a:pt x="189063" y="30374"/>
                  </a:lnTo>
                  <a:lnTo>
                    <a:pt x="148875" y="52651"/>
                  </a:lnTo>
                  <a:lnTo>
                    <a:pt x="112407" y="80164"/>
                  </a:lnTo>
                  <a:lnTo>
                    <a:pt x="80164" y="112407"/>
                  </a:lnTo>
                  <a:lnTo>
                    <a:pt x="52651" y="148875"/>
                  </a:lnTo>
                  <a:lnTo>
                    <a:pt x="30374" y="189063"/>
                  </a:lnTo>
                  <a:lnTo>
                    <a:pt x="13836" y="232466"/>
                  </a:lnTo>
                  <a:lnTo>
                    <a:pt x="3543" y="278579"/>
                  </a:lnTo>
                  <a:lnTo>
                    <a:pt x="0" y="326897"/>
                  </a:lnTo>
                  <a:lnTo>
                    <a:pt x="3543" y="375216"/>
                  </a:lnTo>
                  <a:lnTo>
                    <a:pt x="13836" y="421329"/>
                  </a:lnTo>
                  <a:lnTo>
                    <a:pt x="30374" y="464732"/>
                  </a:lnTo>
                  <a:lnTo>
                    <a:pt x="52651" y="504920"/>
                  </a:lnTo>
                  <a:lnTo>
                    <a:pt x="80164" y="541388"/>
                  </a:lnTo>
                  <a:lnTo>
                    <a:pt x="112407" y="573631"/>
                  </a:lnTo>
                  <a:lnTo>
                    <a:pt x="148875" y="601144"/>
                  </a:lnTo>
                  <a:lnTo>
                    <a:pt x="189063" y="623421"/>
                  </a:lnTo>
                  <a:lnTo>
                    <a:pt x="232466" y="639959"/>
                  </a:lnTo>
                  <a:lnTo>
                    <a:pt x="278579" y="650252"/>
                  </a:lnTo>
                  <a:lnTo>
                    <a:pt x="326898" y="653795"/>
                  </a:lnTo>
                  <a:lnTo>
                    <a:pt x="375216" y="650252"/>
                  </a:lnTo>
                  <a:lnTo>
                    <a:pt x="421329" y="639959"/>
                  </a:lnTo>
                  <a:lnTo>
                    <a:pt x="464732" y="623421"/>
                  </a:lnTo>
                  <a:lnTo>
                    <a:pt x="504920" y="601144"/>
                  </a:lnTo>
                  <a:lnTo>
                    <a:pt x="541388" y="573631"/>
                  </a:lnTo>
                  <a:lnTo>
                    <a:pt x="573631" y="541388"/>
                  </a:lnTo>
                  <a:lnTo>
                    <a:pt x="601144" y="504920"/>
                  </a:lnTo>
                  <a:lnTo>
                    <a:pt x="623421" y="464732"/>
                  </a:lnTo>
                  <a:lnTo>
                    <a:pt x="639959" y="421329"/>
                  </a:lnTo>
                  <a:lnTo>
                    <a:pt x="650252" y="375216"/>
                  </a:lnTo>
                  <a:lnTo>
                    <a:pt x="653796" y="326897"/>
                  </a:lnTo>
                  <a:lnTo>
                    <a:pt x="650252" y="278579"/>
                  </a:lnTo>
                  <a:lnTo>
                    <a:pt x="639959" y="232466"/>
                  </a:lnTo>
                  <a:lnTo>
                    <a:pt x="623421" y="189063"/>
                  </a:lnTo>
                  <a:lnTo>
                    <a:pt x="601144" y="148875"/>
                  </a:lnTo>
                  <a:lnTo>
                    <a:pt x="573631" y="112407"/>
                  </a:lnTo>
                  <a:lnTo>
                    <a:pt x="541388" y="80164"/>
                  </a:lnTo>
                  <a:lnTo>
                    <a:pt x="504920" y="52651"/>
                  </a:lnTo>
                  <a:lnTo>
                    <a:pt x="464732" y="30374"/>
                  </a:lnTo>
                  <a:lnTo>
                    <a:pt x="421329" y="13836"/>
                  </a:lnTo>
                  <a:lnTo>
                    <a:pt x="375216" y="3543"/>
                  </a:lnTo>
                  <a:lnTo>
                    <a:pt x="326898" y="0"/>
                  </a:lnTo>
                  <a:close/>
                </a:path>
              </a:pathLst>
            </a:custGeom>
            <a:solidFill>
              <a:srgbClr val="00D9CE"/>
            </a:solidFill>
          </p:spPr>
          <p:txBody>
            <a:bodyPr wrap="square" lIns="0" tIns="0" rIns="0" bIns="0" rtlCol="0"/>
            <a:lstStyle/>
            <a:p>
              <a:endParaRPr/>
            </a:p>
          </p:txBody>
        </p:sp>
        <p:sp>
          <p:nvSpPr>
            <p:cNvPr id="201" name="object 201"/>
            <p:cNvSpPr/>
            <p:nvPr/>
          </p:nvSpPr>
          <p:spPr>
            <a:xfrm>
              <a:off x="3014472" y="3697223"/>
              <a:ext cx="600710" cy="600710"/>
            </a:xfrm>
            <a:custGeom>
              <a:avLst/>
              <a:gdLst/>
              <a:ahLst/>
              <a:cxnLst/>
              <a:rect l="l" t="t" r="r" b="b"/>
              <a:pathLst>
                <a:path w="600710" h="600710">
                  <a:moveTo>
                    <a:pt x="300227" y="0"/>
                  </a:moveTo>
                  <a:lnTo>
                    <a:pt x="251517" y="3928"/>
                  </a:lnTo>
                  <a:lnTo>
                    <a:pt x="205313" y="15300"/>
                  </a:lnTo>
                  <a:lnTo>
                    <a:pt x="162233" y="33501"/>
                  </a:lnTo>
                  <a:lnTo>
                    <a:pt x="122895" y="57911"/>
                  </a:lnTo>
                  <a:lnTo>
                    <a:pt x="87915" y="87915"/>
                  </a:lnTo>
                  <a:lnTo>
                    <a:pt x="57912" y="122895"/>
                  </a:lnTo>
                  <a:lnTo>
                    <a:pt x="33501" y="162233"/>
                  </a:lnTo>
                  <a:lnTo>
                    <a:pt x="15300" y="205313"/>
                  </a:lnTo>
                  <a:lnTo>
                    <a:pt x="3928" y="251517"/>
                  </a:lnTo>
                  <a:lnTo>
                    <a:pt x="0" y="300227"/>
                  </a:lnTo>
                  <a:lnTo>
                    <a:pt x="3928" y="348938"/>
                  </a:lnTo>
                  <a:lnTo>
                    <a:pt x="15300" y="395142"/>
                  </a:lnTo>
                  <a:lnTo>
                    <a:pt x="33501" y="438222"/>
                  </a:lnTo>
                  <a:lnTo>
                    <a:pt x="57911" y="477560"/>
                  </a:lnTo>
                  <a:lnTo>
                    <a:pt x="87915" y="512540"/>
                  </a:lnTo>
                  <a:lnTo>
                    <a:pt x="122895" y="542544"/>
                  </a:lnTo>
                  <a:lnTo>
                    <a:pt x="162233" y="566954"/>
                  </a:lnTo>
                  <a:lnTo>
                    <a:pt x="205313" y="585155"/>
                  </a:lnTo>
                  <a:lnTo>
                    <a:pt x="251517" y="596527"/>
                  </a:lnTo>
                  <a:lnTo>
                    <a:pt x="300227" y="600456"/>
                  </a:lnTo>
                  <a:lnTo>
                    <a:pt x="348938" y="596527"/>
                  </a:lnTo>
                  <a:lnTo>
                    <a:pt x="395142" y="585155"/>
                  </a:lnTo>
                  <a:lnTo>
                    <a:pt x="438222" y="566954"/>
                  </a:lnTo>
                  <a:lnTo>
                    <a:pt x="477560" y="542544"/>
                  </a:lnTo>
                  <a:lnTo>
                    <a:pt x="512540" y="512540"/>
                  </a:lnTo>
                  <a:lnTo>
                    <a:pt x="542543" y="477560"/>
                  </a:lnTo>
                  <a:lnTo>
                    <a:pt x="566954" y="438222"/>
                  </a:lnTo>
                  <a:lnTo>
                    <a:pt x="585155" y="395142"/>
                  </a:lnTo>
                  <a:lnTo>
                    <a:pt x="596527" y="348938"/>
                  </a:lnTo>
                  <a:lnTo>
                    <a:pt x="600455" y="300227"/>
                  </a:lnTo>
                  <a:lnTo>
                    <a:pt x="596527" y="251517"/>
                  </a:lnTo>
                  <a:lnTo>
                    <a:pt x="585155" y="205313"/>
                  </a:lnTo>
                  <a:lnTo>
                    <a:pt x="566954" y="162233"/>
                  </a:lnTo>
                  <a:lnTo>
                    <a:pt x="542544" y="122895"/>
                  </a:lnTo>
                  <a:lnTo>
                    <a:pt x="512540" y="87915"/>
                  </a:lnTo>
                  <a:lnTo>
                    <a:pt x="477560" y="57912"/>
                  </a:lnTo>
                  <a:lnTo>
                    <a:pt x="438222" y="33501"/>
                  </a:lnTo>
                  <a:lnTo>
                    <a:pt x="395142" y="15300"/>
                  </a:lnTo>
                  <a:lnTo>
                    <a:pt x="348938" y="3928"/>
                  </a:lnTo>
                  <a:lnTo>
                    <a:pt x="300227" y="0"/>
                  </a:lnTo>
                  <a:close/>
                </a:path>
              </a:pathLst>
            </a:custGeom>
            <a:solidFill>
              <a:srgbClr val="152B77"/>
            </a:solidFill>
          </p:spPr>
          <p:txBody>
            <a:bodyPr wrap="square" lIns="0" tIns="0" rIns="0" bIns="0" rtlCol="0"/>
            <a:lstStyle/>
            <a:p>
              <a:endParaRPr/>
            </a:p>
          </p:txBody>
        </p:sp>
        <p:sp>
          <p:nvSpPr>
            <p:cNvPr id="202" name="object 202"/>
            <p:cNvSpPr/>
            <p:nvPr/>
          </p:nvSpPr>
          <p:spPr>
            <a:xfrm>
              <a:off x="3127248" y="3838955"/>
              <a:ext cx="373380" cy="317500"/>
            </a:xfrm>
            <a:custGeom>
              <a:avLst/>
              <a:gdLst/>
              <a:ahLst/>
              <a:cxnLst/>
              <a:rect l="l" t="t" r="r" b="b"/>
              <a:pathLst>
                <a:path w="373379" h="317500">
                  <a:moveTo>
                    <a:pt x="73025" y="287401"/>
                  </a:moveTo>
                  <a:lnTo>
                    <a:pt x="4190" y="287401"/>
                  </a:lnTo>
                  <a:lnTo>
                    <a:pt x="0" y="291465"/>
                  </a:lnTo>
                  <a:lnTo>
                    <a:pt x="0" y="316992"/>
                  </a:lnTo>
                  <a:lnTo>
                    <a:pt x="77215" y="316992"/>
                  </a:lnTo>
                  <a:lnTo>
                    <a:pt x="77215" y="291465"/>
                  </a:lnTo>
                  <a:lnTo>
                    <a:pt x="73025" y="287401"/>
                  </a:lnTo>
                  <a:close/>
                </a:path>
                <a:path w="373379" h="317500">
                  <a:moveTo>
                    <a:pt x="162940" y="287401"/>
                  </a:moveTo>
                  <a:lnTo>
                    <a:pt x="93979" y="287401"/>
                  </a:lnTo>
                  <a:lnTo>
                    <a:pt x="89788" y="291465"/>
                  </a:lnTo>
                  <a:lnTo>
                    <a:pt x="89788" y="316992"/>
                  </a:lnTo>
                  <a:lnTo>
                    <a:pt x="167004" y="316992"/>
                  </a:lnTo>
                  <a:lnTo>
                    <a:pt x="167004" y="291465"/>
                  </a:lnTo>
                  <a:lnTo>
                    <a:pt x="162940" y="287401"/>
                  </a:lnTo>
                  <a:close/>
                </a:path>
                <a:path w="373379" h="317500">
                  <a:moveTo>
                    <a:pt x="252729" y="287401"/>
                  </a:moveTo>
                  <a:lnTo>
                    <a:pt x="183768" y="287401"/>
                  </a:lnTo>
                  <a:lnTo>
                    <a:pt x="179704" y="291465"/>
                  </a:lnTo>
                  <a:lnTo>
                    <a:pt x="179704" y="316992"/>
                  </a:lnTo>
                  <a:lnTo>
                    <a:pt x="256793" y="316992"/>
                  </a:lnTo>
                  <a:lnTo>
                    <a:pt x="256793" y="291465"/>
                  </a:lnTo>
                  <a:lnTo>
                    <a:pt x="252729" y="287401"/>
                  </a:lnTo>
                  <a:close/>
                </a:path>
                <a:path w="373379" h="317500">
                  <a:moveTo>
                    <a:pt x="299338" y="90932"/>
                  </a:moveTo>
                  <a:lnTo>
                    <a:pt x="220852" y="90932"/>
                  </a:lnTo>
                  <a:lnTo>
                    <a:pt x="216407" y="95250"/>
                  </a:lnTo>
                  <a:lnTo>
                    <a:pt x="216407" y="117729"/>
                  </a:lnTo>
                  <a:lnTo>
                    <a:pt x="220852" y="122047"/>
                  </a:lnTo>
                  <a:lnTo>
                    <a:pt x="286130" y="122047"/>
                  </a:lnTo>
                  <a:lnTo>
                    <a:pt x="286130" y="290576"/>
                  </a:lnTo>
                  <a:lnTo>
                    <a:pt x="289687" y="294005"/>
                  </a:lnTo>
                  <a:lnTo>
                    <a:pt x="315594" y="294005"/>
                  </a:lnTo>
                  <a:lnTo>
                    <a:pt x="318769" y="291465"/>
                  </a:lnTo>
                  <a:lnTo>
                    <a:pt x="319531" y="287909"/>
                  </a:lnTo>
                  <a:lnTo>
                    <a:pt x="352805" y="287909"/>
                  </a:lnTo>
                  <a:lnTo>
                    <a:pt x="352805" y="198374"/>
                  </a:lnTo>
                  <a:lnTo>
                    <a:pt x="369062" y="198374"/>
                  </a:lnTo>
                  <a:lnTo>
                    <a:pt x="373379" y="193929"/>
                  </a:lnTo>
                  <a:lnTo>
                    <a:pt x="373379" y="111125"/>
                  </a:lnTo>
                  <a:lnTo>
                    <a:pt x="319531" y="111125"/>
                  </a:lnTo>
                  <a:lnTo>
                    <a:pt x="299338" y="90932"/>
                  </a:lnTo>
                  <a:close/>
                </a:path>
                <a:path w="373379" h="317500">
                  <a:moveTo>
                    <a:pt x="352805" y="287909"/>
                  </a:moveTo>
                  <a:lnTo>
                    <a:pt x="319531" y="287909"/>
                  </a:lnTo>
                  <a:lnTo>
                    <a:pt x="320293" y="291465"/>
                  </a:lnTo>
                  <a:lnTo>
                    <a:pt x="323468" y="294005"/>
                  </a:lnTo>
                  <a:lnTo>
                    <a:pt x="349376" y="294005"/>
                  </a:lnTo>
                  <a:lnTo>
                    <a:pt x="352805" y="290576"/>
                  </a:lnTo>
                  <a:lnTo>
                    <a:pt x="352805" y="287909"/>
                  </a:lnTo>
                  <a:close/>
                </a:path>
                <a:path w="373379" h="317500">
                  <a:moveTo>
                    <a:pt x="39496" y="230251"/>
                  </a:moveTo>
                  <a:lnTo>
                    <a:pt x="29987" y="232187"/>
                  </a:lnTo>
                  <a:lnTo>
                    <a:pt x="22193" y="237458"/>
                  </a:lnTo>
                  <a:lnTo>
                    <a:pt x="16922" y="245252"/>
                  </a:lnTo>
                  <a:lnTo>
                    <a:pt x="14985" y="254762"/>
                  </a:lnTo>
                  <a:lnTo>
                    <a:pt x="16922" y="264344"/>
                  </a:lnTo>
                  <a:lnTo>
                    <a:pt x="22193" y="272176"/>
                  </a:lnTo>
                  <a:lnTo>
                    <a:pt x="29987" y="277461"/>
                  </a:lnTo>
                  <a:lnTo>
                    <a:pt x="39496" y="279400"/>
                  </a:lnTo>
                  <a:lnTo>
                    <a:pt x="49059" y="277461"/>
                  </a:lnTo>
                  <a:lnTo>
                    <a:pt x="56848" y="272176"/>
                  </a:lnTo>
                  <a:lnTo>
                    <a:pt x="62089" y="264344"/>
                  </a:lnTo>
                  <a:lnTo>
                    <a:pt x="64007" y="254762"/>
                  </a:lnTo>
                  <a:lnTo>
                    <a:pt x="62089" y="245252"/>
                  </a:lnTo>
                  <a:lnTo>
                    <a:pt x="56848" y="237458"/>
                  </a:lnTo>
                  <a:lnTo>
                    <a:pt x="49059" y="232187"/>
                  </a:lnTo>
                  <a:lnTo>
                    <a:pt x="39496" y="230251"/>
                  </a:lnTo>
                  <a:close/>
                </a:path>
                <a:path w="373379" h="317500">
                  <a:moveTo>
                    <a:pt x="129412" y="230251"/>
                  </a:moveTo>
                  <a:lnTo>
                    <a:pt x="119850" y="232187"/>
                  </a:lnTo>
                  <a:lnTo>
                    <a:pt x="112061" y="237458"/>
                  </a:lnTo>
                  <a:lnTo>
                    <a:pt x="106820" y="245252"/>
                  </a:lnTo>
                  <a:lnTo>
                    <a:pt x="104901" y="254762"/>
                  </a:lnTo>
                  <a:lnTo>
                    <a:pt x="106820" y="264344"/>
                  </a:lnTo>
                  <a:lnTo>
                    <a:pt x="112061" y="272176"/>
                  </a:lnTo>
                  <a:lnTo>
                    <a:pt x="119850" y="277461"/>
                  </a:lnTo>
                  <a:lnTo>
                    <a:pt x="129412" y="279400"/>
                  </a:lnTo>
                  <a:lnTo>
                    <a:pt x="138902" y="277461"/>
                  </a:lnTo>
                  <a:lnTo>
                    <a:pt x="146653" y="272176"/>
                  </a:lnTo>
                  <a:lnTo>
                    <a:pt x="151880" y="264344"/>
                  </a:lnTo>
                  <a:lnTo>
                    <a:pt x="153797" y="254762"/>
                  </a:lnTo>
                  <a:lnTo>
                    <a:pt x="151880" y="245252"/>
                  </a:lnTo>
                  <a:lnTo>
                    <a:pt x="146653" y="237458"/>
                  </a:lnTo>
                  <a:lnTo>
                    <a:pt x="138902" y="232187"/>
                  </a:lnTo>
                  <a:lnTo>
                    <a:pt x="129412" y="230251"/>
                  </a:lnTo>
                  <a:close/>
                </a:path>
                <a:path w="373379" h="317500">
                  <a:moveTo>
                    <a:pt x="219201" y="230251"/>
                  </a:moveTo>
                  <a:lnTo>
                    <a:pt x="209692" y="232187"/>
                  </a:lnTo>
                  <a:lnTo>
                    <a:pt x="201898" y="237458"/>
                  </a:lnTo>
                  <a:lnTo>
                    <a:pt x="196627" y="245252"/>
                  </a:lnTo>
                  <a:lnTo>
                    <a:pt x="194690" y="254762"/>
                  </a:lnTo>
                  <a:lnTo>
                    <a:pt x="196627" y="264344"/>
                  </a:lnTo>
                  <a:lnTo>
                    <a:pt x="201898" y="272176"/>
                  </a:lnTo>
                  <a:lnTo>
                    <a:pt x="209692" y="277461"/>
                  </a:lnTo>
                  <a:lnTo>
                    <a:pt x="219201" y="279400"/>
                  </a:lnTo>
                  <a:lnTo>
                    <a:pt x="228711" y="277461"/>
                  </a:lnTo>
                  <a:lnTo>
                    <a:pt x="236505" y="272176"/>
                  </a:lnTo>
                  <a:lnTo>
                    <a:pt x="241776" y="264344"/>
                  </a:lnTo>
                  <a:lnTo>
                    <a:pt x="243712" y="254762"/>
                  </a:lnTo>
                  <a:lnTo>
                    <a:pt x="241776" y="245252"/>
                  </a:lnTo>
                  <a:lnTo>
                    <a:pt x="236505" y="237458"/>
                  </a:lnTo>
                  <a:lnTo>
                    <a:pt x="228711" y="232187"/>
                  </a:lnTo>
                  <a:lnTo>
                    <a:pt x="219201" y="230251"/>
                  </a:lnTo>
                  <a:close/>
                </a:path>
                <a:path w="373379" h="317500">
                  <a:moveTo>
                    <a:pt x="264540" y="12446"/>
                  </a:moveTo>
                  <a:lnTo>
                    <a:pt x="43560" y="12446"/>
                  </a:lnTo>
                  <a:lnTo>
                    <a:pt x="38607" y="17399"/>
                  </a:lnTo>
                  <a:lnTo>
                    <a:pt x="38607" y="187833"/>
                  </a:lnTo>
                  <a:lnTo>
                    <a:pt x="43560" y="192786"/>
                  </a:lnTo>
                  <a:lnTo>
                    <a:pt x="81279" y="192786"/>
                  </a:lnTo>
                  <a:lnTo>
                    <a:pt x="86106" y="187833"/>
                  </a:lnTo>
                  <a:lnTo>
                    <a:pt x="86106" y="175768"/>
                  </a:lnTo>
                  <a:lnTo>
                    <a:pt x="81279" y="170815"/>
                  </a:lnTo>
                  <a:lnTo>
                    <a:pt x="60451" y="170815"/>
                  </a:lnTo>
                  <a:lnTo>
                    <a:pt x="60451" y="34417"/>
                  </a:lnTo>
                  <a:lnTo>
                    <a:pt x="269493" y="34417"/>
                  </a:lnTo>
                  <a:lnTo>
                    <a:pt x="269493" y="17399"/>
                  </a:lnTo>
                  <a:lnTo>
                    <a:pt x="264540" y="12446"/>
                  </a:lnTo>
                  <a:close/>
                </a:path>
                <a:path w="373379" h="317500">
                  <a:moveTo>
                    <a:pt x="117856" y="170815"/>
                  </a:moveTo>
                  <a:lnTo>
                    <a:pt x="104139" y="170815"/>
                  </a:lnTo>
                  <a:lnTo>
                    <a:pt x="99187" y="175768"/>
                  </a:lnTo>
                  <a:lnTo>
                    <a:pt x="99187" y="187833"/>
                  </a:lnTo>
                  <a:lnTo>
                    <a:pt x="104139" y="192786"/>
                  </a:lnTo>
                  <a:lnTo>
                    <a:pt x="117856" y="192786"/>
                  </a:lnTo>
                  <a:lnTo>
                    <a:pt x="122808" y="187833"/>
                  </a:lnTo>
                  <a:lnTo>
                    <a:pt x="122808" y="175768"/>
                  </a:lnTo>
                  <a:lnTo>
                    <a:pt x="117856" y="170815"/>
                  </a:lnTo>
                  <a:close/>
                </a:path>
                <a:path w="373379" h="317500">
                  <a:moveTo>
                    <a:pt x="269493" y="122047"/>
                  </a:moveTo>
                  <a:lnTo>
                    <a:pt x="247650" y="122047"/>
                  </a:lnTo>
                  <a:lnTo>
                    <a:pt x="247650" y="170815"/>
                  </a:lnTo>
                  <a:lnTo>
                    <a:pt x="140715" y="170815"/>
                  </a:lnTo>
                  <a:lnTo>
                    <a:pt x="135889" y="175768"/>
                  </a:lnTo>
                  <a:lnTo>
                    <a:pt x="135889" y="187833"/>
                  </a:lnTo>
                  <a:lnTo>
                    <a:pt x="140715" y="192786"/>
                  </a:lnTo>
                  <a:lnTo>
                    <a:pt x="264540" y="192786"/>
                  </a:lnTo>
                  <a:lnTo>
                    <a:pt x="269493" y="187833"/>
                  </a:lnTo>
                  <a:lnTo>
                    <a:pt x="269493" y="122047"/>
                  </a:lnTo>
                  <a:close/>
                </a:path>
                <a:path w="373379" h="317500">
                  <a:moveTo>
                    <a:pt x="369062" y="90932"/>
                  </a:moveTo>
                  <a:lnTo>
                    <a:pt x="339598" y="90932"/>
                  </a:lnTo>
                  <a:lnTo>
                    <a:pt x="319531" y="111125"/>
                  </a:lnTo>
                  <a:lnTo>
                    <a:pt x="373379" y="111125"/>
                  </a:lnTo>
                  <a:lnTo>
                    <a:pt x="373379" y="95250"/>
                  </a:lnTo>
                  <a:lnTo>
                    <a:pt x="369062" y="90932"/>
                  </a:lnTo>
                  <a:close/>
                </a:path>
                <a:path w="373379" h="317500">
                  <a:moveTo>
                    <a:pt x="269493" y="34417"/>
                  </a:moveTo>
                  <a:lnTo>
                    <a:pt x="247650" y="34417"/>
                  </a:lnTo>
                  <a:lnTo>
                    <a:pt x="247650" y="90932"/>
                  </a:lnTo>
                  <a:lnTo>
                    <a:pt x="269493" y="90932"/>
                  </a:lnTo>
                  <a:lnTo>
                    <a:pt x="269493" y="34417"/>
                  </a:lnTo>
                  <a:close/>
                </a:path>
                <a:path w="373379" h="317500">
                  <a:moveTo>
                    <a:pt x="318769" y="29210"/>
                  </a:moveTo>
                  <a:lnTo>
                    <a:pt x="308721" y="31238"/>
                  </a:lnTo>
                  <a:lnTo>
                    <a:pt x="300481" y="36766"/>
                  </a:lnTo>
                  <a:lnTo>
                    <a:pt x="294909" y="44961"/>
                  </a:lnTo>
                  <a:lnTo>
                    <a:pt x="292862" y="54991"/>
                  </a:lnTo>
                  <a:lnTo>
                    <a:pt x="294909" y="65039"/>
                  </a:lnTo>
                  <a:lnTo>
                    <a:pt x="300482" y="73279"/>
                  </a:lnTo>
                  <a:lnTo>
                    <a:pt x="308721" y="78851"/>
                  </a:lnTo>
                  <a:lnTo>
                    <a:pt x="318769" y="80899"/>
                  </a:lnTo>
                  <a:lnTo>
                    <a:pt x="328799" y="78851"/>
                  </a:lnTo>
                  <a:lnTo>
                    <a:pt x="336994" y="73279"/>
                  </a:lnTo>
                  <a:lnTo>
                    <a:pt x="342522" y="65039"/>
                  </a:lnTo>
                  <a:lnTo>
                    <a:pt x="344550" y="54991"/>
                  </a:lnTo>
                  <a:lnTo>
                    <a:pt x="342522" y="44961"/>
                  </a:lnTo>
                  <a:lnTo>
                    <a:pt x="336994" y="36766"/>
                  </a:lnTo>
                  <a:lnTo>
                    <a:pt x="328799" y="31238"/>
                  </a:lnTo>
                  <a:lnTo>
                    <a:pt x="318769" y="29210"/>
                  </a:lnTo>
                  <a:close/>
                </a:path>
                <a:path w="373379" h="317500">
                  <a:moveTo>
                    <a:pt x="182499" y="0"/>
                  </a:moveTo>
                  <a:lnTo>
                    <a:pt x="134747" y="0"/>
                  </a:lnTo>
                  <a:lnTo>
                    <a:pt x="129793" y="4953"/>
                  </a:lnTo>
                  <a:lnTo>
                    <a:pt x="129793" y="11430"/>
                  </a:lnTo>
                  <a:lnTo>
                    <a:pt x="129921" y="11938"/>
                  </a:lnTo>
                  <a:lnTo>
                    <a:pt x="129921" y="12446"/>
                  </a:lnTo>
                  <a:lnTo>
                    <a:pt x="187325" y="12446"/>
                  </a:lnTo>
                  <a:lnTo>
                    <a:pt x="187451" y="4953"/>
                  </a:lnTo>
                  <a:lnTo>
                    <a:pt x="182499" y="0"/>
                  </a:lnTo>
                  <a:close/>
                </a:path>
              </a:pathLst>
            </a:custGeom>
            <a:solidFill>
              <a:srgbClr val="00D9CE"/>
            </a:solidFill>
          </p:spPr>
          <p:txBody>
            <a:bodyPr wrap="square" lIns="0" tIns="0" rIns="0" bIns="0" rtlCol="0"/>
            <a:lstStyle/>
            <a:p>
              <a:endParaRPr/>
            </a:p>
          </p:txBody>
        </p:sp>
        <p:sp>
          <p:nvSpPr>
            <p:cNvPr id="203" name="object 203"/>
            <p:cNvSpPr/>
            <p:nvPr/>
          </p:nvSpPr>
          <p:spPr>
            <a:xfrm>
              <a:off x="7591044" y="2089403"/>
              <a:ext cx="654050" cy="654050"/>
            </a:xfrm>
            <a:custGeom>
              <a:avLst/>
              <a:gdLst/>
              <a:ahLst/>
              <a:cxnLst/>
              <a:rect l="l" t="t" r="r" b="b"/>
              <a:pathLst>
                <a:path w="654050" h="654050">
                  <a:moveTo>
                    <a:pt x="326898" y="0"/>
                  </a:moveTo>
                  <a:lnTo>
                    <a:pt x="278579" y="3543"/>
                  </a:lnTo>
                  <a:lnTo>
                    <a:pt x="232466" y="13836"/>
                  </a:lnTo>
                  <a:lnTo>
                    <a:pt x="189063" y="30374"/>
                  </a:lnTo>
                  <a:lnTo>
                    <a:pt x="148875" y="52651"/>
                  </a:lnTo>
                  <a:lnTo>
                    <a:pt x="112407" y="80164"/>
                  </a:lnTo>
                  <a:lnTo>
                    <a:pt x="80164" y="112407"/>
                  </a:lnTo>
                  <a:lnTo>
                    <a:pt x="52651" y="148875"/>
                  </a:lnTo>
                  <a:lnTo>
                    <a:pt x="30374" y="189063"/>
                  </a:lnTo>
                  <a:lnTo>
                    <a:pt x="13836" y="232466"/>
                  </a:lnTo>
                  <a:lnTo>
                    <a:pt x="3543" y="278579"/>
                  </a:lnTo>
                  <a:lnTo>
                    <a:pt x="0" y="326898"/>
                  </a:lnTo>
                  <a:lnTo>
                    <a:pt x="3543" y="375216"/>
                  </a:lnTo>
                  <a:lnTo>
                    <a:pt x="13836" y="421329"/>
                  </a:lnTo>
                  <a:lnTo>
                    <a:pt x="30374" y="464732"/>
                  </a:lnTo>
                  <a:lnTo>
                    <a:pt x="52651" y="504920"/>
                  </a:lnTo>
                  <a:lnTo>
                    <a:pt x="80164" y="541388"/>
                  </a:lnTo>
                  <a:lnTo>
                    <a:pt x="112407" y="573631"/>
                  </a:lnTo>
                  <a:lnTo>
                    <a:pt x="148875" y="601144"/>
                  </a:lnTo>
                  <a:lnTo>
                    <a:pt x="189063" y="623421"/>
                  </a:lnTo>
                  <a:lnTo>
                    <a:pt x="232466" y="639959"/>
                  </a:lnTo>
                  <a:lnTo>
                    <a:pt x="278579" y="650252"/>
                  </a:lnTo>
                  <a:lnTo>
                    <a:pt x="326898" y="653796"/>
                  </a:lnTo>
                  <a:lnTo>
                    <a:pt x="375216" y="650252"/>
                  </a:lnTo>
                  <a:lnTo>
                    <a:pt x="421329" y="639959"/>
                  </a:lnTo>
                  <a:lnTo>
                    <a:pt x="464732" y="623421"/>
                  </a:lnTo>
                  <a:lnTo>
                    <a:pt x="504920" y="601144"/>
                  </a:lnTo>
                  <a:lnTo>
                    <a:pt x="541388" y="573631"/>
                  </a:lnTo>
                  <a:lnTo>
                    <a:pt x="573631" y="541388"/>
                  </a:lnTo>
                  <a:lnTo>
                    <a:pt x="601144" y="504920"/>
                  </a:lnTo>
                  <a:lnTo>
                    <a:pt x="623421" y="464732"/>
                  </a:lnTo>
                  <a:lnTo>
                    <a:pt x="639959" y="421329"/>
                  </a:lnTo>
                  <a:lnTo>
                    <a:pt x="650252" y="375216"/>
                  </a:lnTo>
                  <a:lnTo>
                    <a:pt x="653796" y="326898"/>
                  </a:lnTo>
                  <a:lnTo>
                    <a:pt x="650252" y="278579"/>
                  </a:lnTo>
                  <a:lnTo>
                    <a:pt x="639959" y="232466"/>
                  </a:lnTo>
                  <a:lnTo>
                    <a:pt x="623421" y="189063"/>
                  </a:lnTo>
                  <a:lnTo>
                    <a:pt x="601144" y="148875"/>
                  </a:lnTo>
                  <a:lnTo>
                    <a:pt x="573631" y="112407"/>
                  </a:lnTo>
                  <a:lnTo>
                    <a:pt x="541388" y="80164"/>
                  </a:lnTo>
                  <a:lnTo>
                    <a:pt x="504920" y="52651"/>
                  </a:lnTo>
                  <a:lnTo>
                    <a:pt x="464732" y="30374"/>
                  </a:lnTo>
                  <a:lnTo>
                    <a:pt x="421329" y="13836"/>
                  </a:lnTo>
                  <a:lnTo>
                    <a:pt x="375216" y="3543"/>
                  </a:lnTo>
                  <a:lnTo>
                    <a:pt x="326898" y="0"/>
                  </a:lnTo>
                  <a:close/>
                </a:path>
              </a:pathLst>
            </a:custGeom>
            <a:solidFill>
              <a:srgbClr val="FF8E01"/>
            </a:solidFill>
          </p:spPr>
          <p:txBody>
            <a:bodyPr wrap="square" lIns="0" tIns="0" rIns="0" bIns="0" rtlCol="0"/>
            <a:lstStyle/>
            <a:p>
              <a:endParaRPr/>
            </a:p>
          </p:txBody>
        </p:sp>
        <p:sp>
          <p:nvSpPr>
            <p:cNvPr id="204" name="object 204"/>
            <p:cNvSpPr/>
            <p:nvPr/>
          </p:nvSpPr>
          <p:spPr>
            <a:xfrm>
              <a:off x="7618476" y="2115311"/>
              <a:ext cx="600710" cy="600710"/>
            </a:xfrm>
            <a:custGeom>
              <a:avLst/>
              <a:gdLst/>
              <a:ahLst/>
              <a:cxnLst/>
              <a:rect l="l" t="t" r="r" b="b"/>
              <a:pathLst>
                <a:path w="600709" h="600710">
                  <a:moveTo>
                    <a:pt x="300227" y="0"/>
                  </a:moveTo>
                  <a:lnTo>
                    <a:pt x="251517" y="3928"/>
                  </a:lnTo>
                  <a:lnTo>
                    <a:pt x="205313" y="15300"/>
                  </a:lnTo>
                  <a:lnTo>
                    <a:pt x="162233" y="33501"/>
                  </a:lnTo>
                  <a:lnTo>
                    <a:pt x="122895" y="57911"/>
                  </a:lnTo>
                  <a:lnTo>
                    <a:pt x="87915" y="87915"/>
                  </a:lnTo>
                  <a:lnTo>
                    <a:pt x="57911" y="122895"/>
                  </a:lnTo>
                  <a:lnTo>
                    <a:pt x="33501" y="162233"/>
                  </a:lnTo>
                  <a:lnTo>
                    <a:pt x="15300" y="205313"/>
                  </a:lnTo>
                  <a:lnTo>
                    <a:pt x="3928" y="251517"/>
                  </a:lnTo>
                  <a:lnTo>
                    <a:pt x="0" y="300227"/>
                  </a:lnTo>
                  <a:lnTo>
                    <a:pt x="3928" y="348938"/>
                  </a:lnTo>
                  <a:lnTo>
                    <a:pt x="15300" y="395142"/>
                  </a:lnTo>
                  <a:lnTo>
                    <a:pt x="33501" y="438222"/>
                  </a:lnTo>
                  <a:lnTo>
                    <a:pt x="57911" y="477560"/>
                  </a:lnTo>
                  <a:lnTo>
                    <a:pt x="87915" y="512540"/>
                  </a:lnTo>
                  <a:lnTo>
                    <a:pt x="122895" y="542543"/>
                  </a:lnTo>
                  <a:lnTo>
                    <a:pt x="162233" y="566954"/>
                  </a:lnTo>
                  <a:lnTo>
                    <a:pt x="205313" y="585155"/>
                  </a:lnTo>
                  <a:lnTo>
                    <a:pt x="251517" y="596527"/>
                  </a:lnTo>
                  <a:lnTo>
                    <a:pt x="300227" y="600455"/>
                  </a:lnTo>
                  <a:lnTo>
                    <a:pt x="348938" y="596527"/>
                  </a:lnTo>
                  <a:lnTo>
                    <a:pt x="395142" y="585155"/>
                  </a:lnTo>
                  <a:lnTo>
                    <a:pt x="438222" y="566954"/>
                  </a:lnTo>
                  <a:lnTo>
                    <a:pt x="477560" y="542544"/>
                  </a:lnTo>
                  <a:lnTo>
                    <a:pt x="512540" y="512540"/>
                  </a:lnTo>
                  <a:lnTo>
                    <a:pt x="542544" y="477560"/>
                  </a:lnTo>
                  <a:lnTo>
                    <a:pt x="566954" y="438222"/>
                  </a:lnTo>
                  <a:lnTo>
                    <a:pt x="585155" y="395142"/>
                  </a:lnTo>
                  <a:lnTo>
                    <a:pt x="596527" y="348938"/>
                  </a:lnTo>
                  <a:lnTo>
                    <a:pt x="600455" y="300227"/>
                  </a:lnTo>
                  <a:lnTo>
                    <a:pt x="596527" y="251517"/>
                  </a:lnTo>
                  <a:lnTo>
                    <a:pt x="585155" y="205313"/>
                  </a:lnTo>
                  <a:lnTo>
                    <a:pt x="566954" y="162233"/>
                  </a:lnTo>
                  <a:lnTo>
                    <a:pt x="542543" y="122895"/>
                  </a:lnTo>
                  <a:lnTo>
                    <a:pt x="512540" y="87915"/>
                  </a:lnTo>
                  <a:lnTo>
                    <a:pt x="477560" y="57912"/>
                  </a:lnTo>
                  <a:lnTo>
                    <a:pt x="438222" y="33501"/>
                  </a:lnTo>
                  <a:lnTo>
                    <a:pt x="395142" y="15300"/>
                  </a:lnTo>
                  <a:lnTo>
                    <a:pt x="348938" y="3928"/>
                  </a:lnTo>
                  <a:lnTo>
                    <a:pt x="300227" y="0"/>
                  </a:lnTo>
                  <a:close/>
                </a:path>
              </a:pathLst>
            </a:custGeom>
            <a:solidFill>
              <a:srgbClr val="152B77"/>
            </a:solidFill>
          </p:spPr>
          <p:txBody>
            <a:bodyPr wrap="square" lIns="0" tIns="0" rIns="0" bIns="0" rtlCol="0"/>
            <a:lstStyle/>
            <a:p>
              <a:endParaRPr/>
            </a:p>
          </p:txBody>
        </p:sp>
        <p:sp>
          <p:nvSpPr>
            <p:cNvPr id="205" name="object 205"/>
            <p:cNvSpPr/>
            <p:nvPr/>
          </p:nvSpPr>
          <p:spPr>
            <a:xfrm>
              <a:off x="7757160" y="2243327"/>
              <a:ext cx="323215" cy="346075"/>
            </a:xfrm>
            <a:custGeom>
              <a:avLst/>
              <a:gdLst/>
              <a:ahLst/>
              <a:cxnLst/>
              <a:rect l="l" t="t" r="r" b="b"/>
              <a:pathLst>
                <a:path w="323215" h="346075">
                  <a:moveTo>
                    <a:pt x="175641" y="246125"/>
                  </a:moveTo>
                  <a:lnTo>
                    <a:pt x="147447" y="246125"/>
                  </a:lnTo>
                  <a:lnTo>
                    <a:pt x="49784" y="336423"/>
                  </a:lnTo>
                  <a:lnTo>
                    <a:pt x="47498" y="338455"/>
                  </a:lnTo>
                  <a:lnTo>
                    <a:pt x="47371" y="341884"/>
                  </a:lnTo>
                  <a:lnTo>
                    <a:pt x="49530" y="344170"/>
                  </a:lnTo>
                  <a:lnTo>
                    <a:pt x="50546" y="345313"/>
                  </a:lnTo>
                  <a:lnTo>
                    <a:pt x="52070" y="345948"/>
                  </a:lnTo>
                  <a:lnTo>
                    <a:pt x="54864" y="345948"/>
                  </a:lnTo>
                  <a:lnTo>
                    <a:pt x="56134" y="345439"/>
                  </a:lnTo>
                  <a:lnTo>
                    <a:pt x="57276" y="344550"/>
                  </a:lnTo>
                  <a:lnTo>
                    <a:pt x="156083" y="253237"/>
                  </a:lnTo>
                  <a:lnTo>
                    <a:pt x="183333" y="253237"/>
                  </a:lnTo>
                  <a:lnTo>
                    <a:pt x="175641" y="246125"/>
                  </a:lnTo>
                  <a:close/>
                </a:path>
                <a:path w="323215" h="346075">
                  <a:moveTo>
                    <a:pt x="167005" y="253237"/>
                  </a:moveTo>
                  <a:lnTo>
                    <a:pt x="156083" y="253237"/>
                  </a:lnTo>
                  <a:lnTo>
                    <a:pt x="156083" y="343535"/>
                  </a:lnTo>
                  <a:lnTo>
                    <a:pt x="158496" y="345948"/>
                  </a:lnTo>
                  <a:lnTo>
                    <a:pt x="164592" y="345948"/>
                  </a:lnTo>
                  <a:lnTo>
                    <a:pt x="167005" y="343535"/>
                  </a:lnTo>
                  <a:lnTo>
                    <a:pt x="167005" y="253237"/>
                  </a:lnTo>
                  <a:close/>
                </a:path>
                <a:path w="323215" h="346075">
                  <a:moveTo>
                    <a:pt x="183333" y="253237"/>
                  </a:moveTo>
                  <a:lnTo>
                    <a:pt x="167005" y="253237"/>
                  </a:lnTo>
                  <a:lnTo>
                    <a:pt x="265811" y="344550"/>
                  </a:lnTo>
                  <a:lnTo>
                    <a:pt x="266954" y="345439"/>
                  </a:lnTo>
                  <a:lnTo>
                    <a:pt x="268224" y="345948"/>
                  </a:lnTo>
                  <a:lnTo>
                    <a:pt x="271018" y="345948"/>
                  </a:lnTo>
                  <a:lnTo>
                    <a:pt x="272542" y="345313"/>
                  </a:lnTo>
                  <a:lnTo>
                    <a:pt x="273685" y="344170"/>
                  </a:lnTo>
                  <a:lnTo>
                    <a:pt x="275717" y="341884"/>
                  </a:lnTo>
                  <a:lnTo>
                    <a:pt x="275590" y="338455"/>
                  </a:lnTo>
                  <a:lnTo>
                    <a:pt x="273304" y="336423"/>
                  </a:lnTo>
                  <a:lnTo>
                    <a:pt x="183333" y="253237"/>
                  </a:lnTo>
                  <a:close/>
                </a:path>
                <a:path w="323215" h="346075">
                  <a:moveTo>
                    <a:pt x="315214" y="210947"/>
                  </a:moveTo>
                  <a:lnTo>
                    <a:pt x="7874" y="210947"/>
                  </a:lnTo>
                  <a:lnTo>
                    <a:pt x="0" y="218821"/>
                  </a:lnTo>
                  <a:lnTo>
                    <a:pt x="0" y="238251"/>
                  </a:lnTo>
                  <a:lnTo>
                    <a:pt x="7874" y="246125"/>
                  </a:lnTo>
                  <a:lnTo>
                    <a:pt x="315214" y="246125"/>
                  </a:lnTo>
                  <a:lnTo>
                    <a:pt x="323088" y="238251"/>
                  </a:lnTo>
                  <a:lnTo>
                    <a:pt x="323088" y="218821"/>
                  </a:lnTo>
                  <a:lnTo>
                    <a:pt x="315214" y="210947"/>
                  </a:lnTo>
                  <a:close/>
                </a:path>
                <a:path w="323215" h="346075">
                  <a:moveTo>
                    <a:pt x="35051" y="53212"/>
                  </a:moveTo>
                  <a:lnTo>
                    <a:pt x="24003" y="53212"/>
                  </a:lnTo>
                  <a:lnTo>
                    <a:pt x="24003" y="210947"/>
                  </a:lnTo>
                  <a:lnTo>
                    <a:pt x="35051" y="210947"/>
                  </a:lnTo>
                  <a:lnTo>
                    <a:pt x="35051" y="53212"/>
                  </a:lnTo>
                  <a:close/>
                </a:path>
                <a:path w="323215" h="346075">
                  <a:moveTo>
                    <a:pt x="299085" y="53212"/>
                  </a:moveTo>
                  <a:lnTo>
                    <a:pt x="288163" y="53212"/>
                  </a:lnTo>
                  <a:lnTo>
                    <a:pt x="288163" y="210947"/>
                  </a:lnTo>
                  <a:lnTo>
                    <a:pt x="299085" y="210947"/>
                  </a:lnTo>
                  <a:lnTo>
                    <a:pt x="299085" y="53212"/>
                  </a:lnTo>
                  <a:close/>
                </a:path>
                <a:path w="323215" h="346075">
                  <a:moveTo>
                    <a:pt x="161544" y="73025"/>
                  </a:moveTo>
                  <a:lnTo>
                    <a:pt x="116734" y="85562"/>
                  </a:lnTo>
                  <a:lnTo>
                    <a:pt x="111760" y="171323"/>
                  </a:lnTo>
                  <a:lnTo>
                    <a:pt x="116056" y="181383"/>
                  </a:lnTo>
                  <a:lnTo>
                    <a:pt x="127365" y="188658"/>
                  </a:lnTo>
                  <a:lnTo>
                    <a:pt x="143317" y="193075"/>
                  </a:lnTo>
                  <a:lnTo>
                    <a:pt x="161544" y="194563"/>
                  </a:lnTo>
                  <a:lnTo>
                    <a:pt x="179770" y="193075"/>
                  </a:lnTo>
                  <a:lnTo>
                    <a:pt x="195722" y="188658"/>
                  </a:lnTo>
                  <a:lnTo>
                    <a:pt x="203718" y="183514"/>
                  </a:lnTo>
                  <a:lnTo>
                    <a:pt x="161544" y="183514"/>
                  </a:lnTo>
                  <a:lnTo>
                    <a:pt x="145291" y="182217"/>
                  </a:lnTo>
                  <a:lnTo>
                    <a:pt x="133064" y="179038"/>
                  </a:lnTo>
                  <a:lnTo>
                    <a:pt x="125360" y="175049"/>
                  </a:lnTo>
                  <a:lnTo>
                    <a:pt x="122682" y="171323"/>
                  </a:lnTo>
                  <a:lnTo>
                    <a:pt x="122682" y="161289"/>
                  </a:lnTo>
                  <a:lnTo>
                    <a:pt x="211328" y="161289"/>
                  </a:lnTo>
                  <a:lnTo>
                    <a:pt x="211328" y="158496"/>
                  </a:lnTo>
                  <a:lnTo>
                    <a:pt x="161544" y="158496"/>
                  </a:lnTo>
                  <a:lnTo>
                    <a:pt x="145291" y="157198"/>
                  </a:lnTo>
                  <a:lnTo>
                    <a:pt x="133064" y="154019"/>
                  </a:lnTo>
                  <a:lnTo>
                    <a:pt x="125360" y="150030"/>
                  </a:lnTo>
                  <a:lnTo>
                    <a:pt x="122682" y="146304"/>
                  </a:lnTo>
                  <a:lnTo>
                    <a:pt x="122682" y="136271"/>
                  </a:lnTo>
                  <a:lnTo>
                    <a:pt x="211328" y="136271"/>
                  </a:lnTo>
                  <a:lnTo>
                    <a:pt x="211328" y="133476"/>
                  </a:lnTo>
                  <a:lnTo>
                    <a:pt x="161544" y="133476"/>
                  </a:lnTo>
                  <a:lnTo>
                    <a:pt x="145291" y="132179"/>
                  </a:lnTo>
                  <a:lnTo>
                    <a:pt x="133064" y="129000"/>
                  </a:lnTo>
                  <a:lnTo>
                    <a:pt x="125360" y="125011"/>
                  </a:lnTo>
                  <a:lnTo>
                    <a:pt x="122682" y="121285"/>
                  </a:lnTo>
                  <a:lnTo>
                    <a:pt x="122682" y="111251"/>
                  </a:lnTo>
                  <a:lnTo>
                    <a:pt x="211328" y="111251"/>
                  </a:lnTo>
                  <a:lnTo>
                    <a:pt x="211328" y="108331"/>
                  </a:lnTo>
                  <a:lnTo>
                    <a:pt x="161544" y="108331"/>
                  </a:lnTo>
                  <a:lnTo>
                    <a:pt x="145291" y="107035"/>
                  </a:lnTo>
                  <a:lnTo>
                    <a:pt x="133064" y="103870"/>
                  </a:lnTo>
                  <a:lnTo>
                    <a:pt x="125360" y="99919"/>
                  </a:lnTo>
                  <a:lnTo>
                    <a:pt x="122682" y="96266"/>
                  </a:lnTo>
                  <a:lnTo>
                    <a:pt x="125360" y="92539"/>
                  </a:lnTo>
                  <a:lnTo>
                    <a:pt x="133064" y="88550"/>
                  </a:lnTo>
                  <a:lnTo>
                    <a:pt x="145291" y="85371"/>
                  </a:lnTo>
                  <a:lnTo>
                    <a:pt x="161544" y="84074"/>
                  </a:lnTo>
                  <a:lnTo>
                    <a:pt x="203908" y="84074"/>
                  </a:lnTo>
                  <a:lnTo>
                    <a:pt x="194992" y="78644"/>
                  </a:lnTo>
                  <a:lnTo>
                    <a:pt x="179322" y="74441"/>
                  </a:lnTo>
                  <a:lnTo>
                    <a:pt x="161544" y="73025"/>
                  </a:lnTo>
                  <a:close/>
                </a:path>
                <a:path w="323215" h="346075">
                  <a:moveTo>
                    <a:pt x="211328" y="161289"/>
                  </a:moveTo>
                  <a:lnTo>
                    <a:pt x="200406" y="161289"/>
                  </a:lnTo>
                  <a:lnTo>
                    <a:pt x="200406" y="171323"/>
                  </a:lnTo>
                  <a:lnTo>
                    <a:pt x="197727" y="175049"/>
                  </a:lnTo>
                  <a:lnTo>
                    <a:pt x="190023" y="179038"/>
                  </a:lnTo>
                  <a:lnTo>
                    <a:pt x="177796" y="182217"/>
                  </a:lnTo>
                  <a:lnTo>
                    <a:pt x="161544" y="183514"/>
                  </a:lnTo>
                  <a:lnTo>
                    <a:pt x="203718" y="183514"/>
                  </a:lnTo>
                  <a:lnTo>
                    <a:pt x="207031" y="181383"/>
                  </a:lnTo>
                  <a:lnTo>
                    <a:pt x="211328" y="171323"/>
                  </a:lnTo>
                  <a:lnTo>
                    <a:pt x="211328" y="161289"/>
                  </a:lnTo>
                  <a:close/>
                </a:path>
                <a:path w="323215" h="346075">
                  <a:moveTo>
                    <a:pt x="200406" y="161289"/>
                  </a:moveTo>
                  <a:lnTo>
                    <a:pt x="122682" y="161289"/>
                  </a:lnTo>
                  <a:lnTo>
                    <a:pt x="130772" y="164883"/>
                  </a:lnTo>
                  <a:lnTo>
                    <a:pt x="140255" y="167465"/>
                  </a:lnTo>
                  <a:lnTo>
                    <a:pt x="150667" y="169023"/>
                  </a:lnTo>
                  <a:lnTo>
                    <a:pt x="161544" y="169545"/>
                  </a:lnTo>
                  <a:lnTo>
                    <a:pt x="172420" y="169023"/>
                  </a:lnTo>
                  <a:lnTo>
                    <a:pt x="182832" y="167465"/>
                  </a:lnTo>
                  <a:lnTo>
                    <a:pt x="192315" y="164883"/>
                  </a:lnTo>
                  <a:lnTo>
                    <a:pt x="200406" y="161289"/>
                  </a:lnTo>
                  <a:close/>
                </a:path>
                <a:path w="323215" h="346075">
                  <a:moveTo>
                    <a:pt x="211328" y="136271"/>
                  </a:moveTo>
                  <a:lnTo>
                    <a:pt x="200406" y="136271"/>
                  </a:lnTo>
                  <a:lnTo>
                    <a:pt x="200406" y="146304"/>
                  </a:lnTo>
                  <a:lnTo>
                    <a:pt x="197727" y="150030"/>
                  </a:lnTo>
                  <a:lnTo>
                    <a:pt x="190023" y="154019"/>
                  </a:lnTo>
                  <a:lnTo>
                    <a:pt x="177796" y="157198"/>
                  </a:lnTo>
                  <a:lnTo>
                    <a:pt x="161544" y="158496"/>
                  </a:lnTo>
                  <a:lnTo>
                    <a:pt x="211328" y="158496"/>
                  </a:lnTo>
                  <a:lnTo>
                    <a:pt x="211328" y="136271"/>
                  </a:lnTo>
                  <a:close/>
                </a:path>
                <a:path w="323215" h="346075">
                  <a:moveTo>
                    <a:pt x="200406" y="136271"/>
                  </a:moveTo>
                  <a:lnTo>
                    <a:pt x="122682" y="136271"/>
                  </a:lnTo>
                  <a:lnTo>
                    <a:pt x="130772" y="139844"/>
                  </a:lnTo>
                  <a:lnTo>
                    <a:pt x="140255" y="142382"/>
                  </a:lnTo>
                  <a:lnTo>
                    <a:pt x="150667" y="143896"/>
                  </a:lnTo>
                  <a:lnTo>
                    <a:pt x="161544" y="144399"/>
                  </a:lnTo>
                  <a:lnTo>
                    <a:pt x="172420" y="143896"/>
                  </a:lnTo>
                  <a:lnTo>
                    <a:pt x="182832" y="142382"/>
                  </a:lnTo>
                  <a:lnTo>
                    <a:pt x="192315" y="139844"/>
                  </a:lnTo>
                  <a:lnTo>
                    <a:pt x="200406" y="136271"/>
                  </a:lnTo>
                  <a:close/>
                </a:path>
                <a:path w="323215" h="346075">
                  <a:moveTo>
                    <a:pt x="211328" y="111251"/>
                  </a:moveTo>
                  <a:lnTo>
                    <a:pt x="200406" y="111251"/>
                  </a:lnTo>
                  <a:lnTo>
                    <a:pt x="200406" y="121285"/>
                  </a:lnTo>
                  <a:lnTo>
                    <a:pt x="197727" y="125011"/>
                  </a:lnTo>
                  <a:lnTo>
                    <a:pt x="190023" y="129000"/>
                  </a:lnTo>
                  <a:lnTo>
                    <a:pt x="177796" y="132179"/>
                  </a:lnTo>
                  <a:lnTo>
                    <a:pt x="161544" y="133476"/>
                  </a:lnTo>
                  <a:lnTo>
                    <a:pt x="211328" y="133476"/>
                  </a:lnTo>
                  <a:lnTo>
                    <a:pt x="211328" y="111251"/>
                  </a:lnTo>
                  <a:close/>
                </a:path>
                <a:path w="323215" h="346075">
                  <a:moveTo>
                    <a:pt x="200406" y="111251"/>
                  </a:moveTo>
                  <a:lnTo>
                    <a:pt x="122682" y="111251"/>
                  </a:lnTo>
                  <a:lnTo>
                    <a:pt x="130772" y="114772"/>
                  </a:lnTo>
                  <a:lnTo>
                    <a:pt x="140255" y="117316"/>
                  </a:lnTo>
                  <a:lnTo>
                    <a:pt x="150667" y="118860"/>
                  </a:lnTo>
                  <a:lnTo>
                    <a:pt x="161544" y="119380"/>
                  </a:lnTo>
                  <a:lnTo>
                    <a:pt x="172420" y="118860"/>
                  </a:lnTo>
                  <a:lnTo>
                    <a:pt x="182832" y="117316"/>
                  </a:lnTo>
                  <a:lnTo>
                    <a:pt x="192315" y="114772"/>
                  </a:lnTo>
                  <a:lnTo>
                    <a:pt x="200406" y="111251"/>
                  </a:lnTo>
                  <a:close/>
                </a:path>
                <a:path w="323215" h="346075">
                  <a:moveTo>
                    <a:pt x="203908" y="84074"/>
                  </a:moveTo>
                  <a:lnTo>
                    <a:pt x="161544" y="84074"/>
                  </a:lnTo>
                  <a:lnTo>
                    <a:pt x="177796" y="85371"/>
                  </a:lnTo>
                  <a:lnTo>
                    <a:pt x="190023" y="88550"/>
                  </a:lnTo>
                  <a:lnTo>
                    <a:pt x="197727" y="92539"/>
                  </a:lnTo>
                  <a:lnTo>
                    <a:pt x="200406" y="96266"/>
                  </a:lnTo>
                  <a:lnTo>
                    <a:pt x="197727" y="99919"/>
                  </a:lnTo>
                  <a:lnTo>
                    <a:pt x="190023" y="103870"/>
                  </a:lnTo>
                  <a:lnTo>
                    <a:pt x="177796" y="107035"/>
                  </a:lnTo>
                  <a:lnTo>
                    <a:pt x="161544" y="108331"/>
                  </a:lnTo>
                  <a:lnTo>
                    <a:pt x="211328" y="108331"/>
                  </a:lnTo>
                  <a:lnTo>
                    <a:pt x="211328" y="95504"/>
                  </a:lnTo>
                  <a:lnTo>
                    <a:pt x="211200" y="95123"/>
                  </a:lnTo>
                  <a:lnTo>
                    <a:pt x="206353" y="85562"/>
                  </a:lnTo>
                  <a:lnTo>
                    <a:pt x="203908" y="84074"/>
                  </a:lnTo>
                  <a:close/>
                </a:path>
                <a:path w="323215" h="346075">
                  <a:moveTo>
                    <a:pt x="315214" y="18034"/>
                  </a:moveTo>
                  <a:lnTo>
                    <a:pt x="7874" y="18034"/>
                  </a:lnTo>
                  <a:lnTo>
                    <a:pt x="0" y="25908"/>
                  </a:lnTo>
                  <a:lnTo>
                    <a:pt x="0" y="45338"/>
                  </a:lnTo>
                  <a:lnTo>
                    <a:pt x="7874" y="53212"/>
                  </a:lnTo>
                  <a:lnTo>
                    <a:pt x="315214" y="53212"/>
                  </a:lnTo>
                  <a:lnTo>
                    <a:pt x="323088" y="45338"/>
                  </a:lnTo>
                  <a:lnTo>
                    <a:pt x="323088" y="25908"/>
                  </a:lnTo>
                  <a:lnTo>
                    <a:pt x="315214" y="18034"/>
                  </a:lnTo>
                  <a:close/>
                </a:path>
                <a:path w="323215" h="346075">
                  <a:moveTo>
                    <a:pt x="164592" y="0"/>
                  </a:moveTo>
                  <a:lnTo>
                    <a:pt x="158496" y="0"/>
                  </a:lnTo>
                  <a:lnTo>
                    <a:pt x="156083" y="2412"/>
                  </a:lnTo>
                  <a:lnTo>
                    <a:pt x="156083" y="18034"/>
                  </a:lnTo>
                  <a:lnTo>
                    <a:pt x="167005" y="18034"/>
                  </a:lnTo>
                  <a:lnTo>
                    <a:pt x="167005" y="2412"/>
                  </a:lnTo>
                  <a:lnTo>
                    <a:pt x="164592" y="0"/>
                  </a:lnTo>
                  <a:close/>
                </a:path>
              </a:pathLst>
            </a:custGeom>
            <a:solidFill>
              <a:srgbClr val="FF8E01"/>
            </a:solidFill>
          </p:spPr>
          <p:txBody>
            <a:bodyPr wrap="square" lIns="0" tIns="0" rIns="0" bIns="0" rtlCol="0"/>
            <a:lstStyle/>
            <a:p>
              <a:endParaRPr/>
            </a:p>
          </p:txBody>
        </p:sp>
        <p:sp>
          <p:nvSpPr>
            <p:cNvPr id="206" name="object 206"/>
            <p:cNvSpPr/>
            <p:nvPr/>
          </p:nvSpPr>
          <p:spPr>
            <a:xfrm>
              <a:off x="8319515" y="2039111"/>
              <a:ext cx="378701" cy="345186"/>
            </a:xfrm>
            <a:prstGeom prst="rect">
              <a:avLst/>
            </a:prstGeom>
            <a:blipFill>
              <a:blip r:embed="rId25" cstate="print"/>
              <a:stretch>
                <a:fillRect/>
              </a:stretch>
            </a:blipFill>
          </p:spPr>
          <p:txBody>
            <a:bodyPr wrap="square" lIns="0" tIns="0" rIns="0" bIns="0" rtlCol="0"/>
            <a:lstStyle/>
            <a:p>
              <a:endParaRPr/>
            </a:p>
          </p:txBody>
        </p:sp>
        <p:sp>
          <p:nvSpPr>
            <p:cNvPr id="207" name="object 207"/>
            <p:cNvSpPr/>
            <p:nvPr/>
          </p:nvSpPr>
          <p:spPr>
            <a:xfrm>
              <a:off x="8423148" y="2129916"/>
              <a:ext cx="157225" cy="111379"/>
            </a:xfrm>
            <a:prstGeom prst="rect">
              <a:avLst/>
            </a:prstGeom>
            <a:blipFill>
              <a:blip r:embed="rId26" cstate="print"/>
              <a:stretch>
                <a:fillRect/>
              </a:stretch>
            </a:blipFill>
          </p:spPr>
          <p:txBody>
            <a:bodyPr wrap="square" lIns="0" tIns="0" rIns="0" bIns="0" rtlCol="0"/>
            <a:lstStyle/>
            <a:p>
              <a:endParaRPr/>
            </a:p>
          </p:txBody>
        </p:sp>
        <p:sp>
          <p:nvSpPr>
            <p:cNvPr id="208" name="object 208"/>
            <p:cNvSpPr/>
            <p:nvPr/>
          </p:nvSpPr>
          <p:spPr>
            <a:xfrm>
              <a:off x="3947160" y="2089403"/>
              <a:ext cx="654050" cy="654050"/>
            </a:xfrm>
            <a:custGeom>
              <a:avLst/>
              <a:gdLst/>
              <a:ahLst/>
              <a:cxnLst/>
              <a:rect l="l" t="t" r="r" b="b"/>
              <a:pathLst>
                <a:path w="654050" h="654050">
                  <a:moveTo>
                    <a:pt x="326898" y="0"/>
                  </a:moveTo>
                  <a:lnTo>
                    <a:pt x="278579" y="3543"/>
                  </a:lnTo>
                  <a:lnTo>
                    <a:pt x="232466" y="13836"/>
                  </a:lnTo>
                  <a:lnTo>
                    <a:pt x="189063" y="30374"/>
                  </a:lnTo>
                  <a:lnTo>
                    <a:pt x="148875" y="52651"/>
                  </a:lnTo>
                  <a:lnTo>
                    <a:pt x="112407" y="80164"/>
                  </a:lnTo>
                  <a:lnTo>
                    <a:pt x="80164" y="112407"/>
                  </a:lnTo>
                  <a:lnTo>
                    <a:pt x="52651" y="148875"/>
                  </a:lnTo>
                  <a:lnTo>
                    <a:pt x="30374" y="189063"/>
                  </a:lnTo>
                  <a:lnTo>
                    <a:pt x="13836" y="232466"/>
                  </a:lnTo>
                  <a:lnTo>
                    <a:pt x="3543" y="278579"/>
                  </a:lnTo>
                  <a:lnTo>
                    <a:pt x="0" y="326898"/>
                  </a:lnTo>
                  <a:lnTo>
                    <a:pt x="3543" y="375216"/>
                  </a:lnTo>
                  <a:lnTo>
                    <a:pt x="13836" y="421329"/>
                  </a:lnTo>
                  <a:lnTo>
                    <a:pt x="30374" y="464732"/>
                  </a:lnTo>
                  <a:lnTo>
                    <a:pt x="52651" y="504920"/>
                  </a:lnTo>
                  <a:lnTo>
                    <a:pt x="80164" y="541388"/>
                  </a:lnTo>
                  <a:lnTo>
                    <a:pt x="112407" y="573631"/>
                  </a:lnTo>
                  <a:lnTo>
                    <a:pt x="148875" y="601144"/>
                  </a:lnTo>
                  <a:lnTo>
                    <a:pt x="189063" y="623421"/>
                  </a:lnTo>
                  <a:lnTo>
                    <a:pt x="232466" y="639959"/>
                  </a:lnTo>
                  <a:lnTo>
                    <a:pt x="278579" y="650252"/>
                  </a:lnTo>
                  <a:lnTo>
                    <a:pt x="326898" y="653796"/>
                  </a:lnTo>
                  <a:lnTo>
                    <a:pt x="375216" y="650252"/>
                  </a:lnTo>
                  <a:lnTo>
                    <a:pt x="421329" y="639959"/>
                  </a:lnTo>
                  <a:lnTo>
                    <a:pt x="464732" y="623421"/>
                  </a:lnTo>
                  <a:lnTo>
                    <a:pt x="504920" y="601144"/>
                  </a:lnTo>
                  <a:lnTo>
                    <a:pt x="541388" y="573631"/>
                  </a:lnTo>
                  <a:lnTo>
                    <a:pt x="573631" y="541388"/>
                  </a:lnTo>
                  <a:lnTo>
                    <a:pt x="601144" y="504920"/>
                  </a:lnTo>
                  <a:lnTo>
                    <a:pt x="623421" y="464732"/>
                  </a:lnTo>
                  <a:lnTo>
                    <a:pt x="639959" y="421329"/>
                  </a:lnTo>
                  <a:lnTo>
                    <a:pt x="650252" y="375216"/>
                  </a:lnTo>
                  <a:lnTo>
                    <a:pt x="653795" y="326898"/>
                  </a:lnTo>
                  <a:lnTo>
                    <a:pt x="650252" y="278579"/>
                  </a:lnTo>
                  <a:lnTo>
                    <a:pt x="639959" y="232466"/>
                  </a:lnTo>
                  <a:lnTo>
                    <a:pt x="623421" y="189063"/>
                  </a:lnTo>
                  <a:lnTo>
                    <a:pt x="601144" y="148875"/>
                  </a:lnTo>
                  <a:lnTo>
                    <a:pt x="573631" y="112407"/>
                  </a:lnTo>
                  <a:lnTo>
                    <a:pt x="541388" y="80164"/>
                  </a:lnTo>
                  <a:lnTo>
                    <a:pt x="504920" y="52651"/>
                  </a:lnTo>
                  <a:lnTo>
                    <a:pt x="464732" y="30374"/>
                  </a:lnTo>
                  <a:lnTo>
                    <a:pt x="421329" y="13836"/>
                  </a:lnTo>
                  <a:lnTo>
                    <a:pt x="375216" y="3543"/>
                  </a:lnTo>
                  <a:lnTo>
                    <a:pt x="326898" y="0"/>
                  </a:lnTo>
                  <a:close/>
                </a:path>
              </a:pathLst>
            </a:custGeom>
            <a:solidFill>
              <a:srgbClr val="FF8E01"/>
            </a:solidFill>
          </p:spPr>
          <p:txBody>
            <a:bodyPr wrap="square" lIns="0" tIns="0" rIns="0" bIns="0" rtlCol="0"/>
            <a:lstStyle/>
            <a:p>
              <a:endParaRPr/>
            </a:p>
          </p:txBody>
        </p:sp>
        <p:sp>
          <p:nvSpPr>
            <p:cNvPr id="209" name="object 209"/>
            <p:cNvSpPr/>
            <p:nvPr/>
          </p:nvSpPr>
          <p:spPr>
            <a:xfrm>
              <a:off x="3973067" y="2115311"/>
              <a:ext cx="600710" cy="600710"/>
            </a:xfrm>
            <a:custGeom>
              <a:avLst/>
              <a:gdLst/>
              <a:ahLst/>
              <a:cxnLst/>
              <a:rect l="l" t="t" r="r" b="b"/>
              <a:pathLst>
                <a:path w="600710" h="600710">
                  <a:moveTo>
                    <a:pt x="300228" y="0"/>
                  </a:moveTo>
                  <a:lnTo>
                    <a:pt x="251517" y="3928"/>
                  </a:lnTo>
                  <a:lnTo>
                    <a:pt x="205313" y="15300"/>
                  </a:lnTo>
                  <a:lnTo>
                    <a:pt x="162233" y="33501"/>
                  </a:lnTo>
                  <a:lnTo>
                    <a:pt x="122895" y="57911"/>
                  </a:lnTo>
                  <a:lnTo>
                    <a:pt x="87915" y="87915"/>
                  </a:lnTo>
                  <a:lnTo>
                    <a:pt x="57912" y="122895"/>
                  </a:lnTo>
                  <a:lnTo>
                    <a:pt x="33501" y="162233"/>
                  </a:lnTo>
                  <a:lnTo>
                    <a:pt x="15300" y="205313"/>
                  </a:lnTo>
                  <a:lnTo>
                    <a:pt x="3928" y="251517"/>
                  </a:lnTo>
                  <a:lnTo>
                    <a:pt x="0" y="300227"/>
                  </a:lnTo>
                  <a:lnTo>
                    <a:pt x="3928" y="348938"/>
                  </a:lnTo>
                  <a:lnTo>
                    <a:pt x="15300" y="395142"/>
                  </a:lnTo>
                  <a:lnTo>
                    <a:pt x="33501" y="438222"/>
                  </a:lnTo>
                  <a:lnTo>
                    <a:pt x="57911" y="477560"/>
                  </a:lnTo>
                  <a:lnTo>
                    <a:pt x="87915" y="512540"/>
                  </a:lnTo>
                  <a:lnTo>
                    <a:pt x="122895" y="542543"/>
                  </a:lnTo>
                  <a:lnTo>
                    <a:pt x="162233" y="566954"/>
                  </a:lnTo>
                  <a:lnTo>
                    <a:pt x="205313" y="585155"/>
                  </a:lnTo>
                  <a:lnTo>
                    <a:pt x="251517" y="596527"/>
                  </a:lnTo>
                  <a:lnTo>
                    <a:pt x="300228" y="600455"/>
                  </a:lnTo>
                  <a:lnTo>
                    <a:pt x="348938" y="596527"/>
                  </a:lnTo>
                  <a:lnTo>
                    <a:pt x="395142" y="585155"/>
                  </a:lnTo>
                  <a:lnTo>
                    <a:pt x="438222" y="566954"/>
                  </a:lnTo>
                  <a:lnTo>
                    <a:pt x="477560" y="542544"/>
                  </a:lnTo>
                  <a:lnTo>
                    <a:pt x="512540" y="512540"/>
                  </a:lnTo>
                  <a:lnTo>
                    <a:pt x="542543" y="477560"/>
                  </a:lnTo>
                  <a:lnTo>
                    <a:pt x="566954" y="438222"/>
                  </a:lnTo>
                  <a:lnTo>
                    <a:pt x="585155" y="395142"/>
                  </a:lnTo>
                  <a:lnTo>
                    <a:pt x="596527" y="348938"/>
                  </a:lnTo>
                  <a:lnTo>
                    <a:pt x="600456" y="300227"/>
                  </a:lnTo>
                  <a:lnTo>
                    <a:pt x="596527" y="251517"/>
                  </a:lnTo>
                  <a:lnTo>
                    <a:pt x="585155" y="205313"/>
                  </a:lnTo>
                  <a:lnTo>
                    <a:pt x="566954" y="162233"/>
                  </a:lnTo>
                  <a:lnTo>
                    <a:pt x="542544" y="122895"/>
                  </a:lnTo>
                  <a:lnTo>
                    <a:pt x="512540" y="87915"/>
                  </a:lnTo>
                  <a:lnTo>
                    <a:pt x="477560" y="57912"/>
                  </a:lnTo>
                  <a:lnTo>
                    <a:pt x="438222" y="33501"/>
                  </a:lnTo>
                  <a:lnTo>
                    <a:pt x="395142" y="15300"/>
                  </a:lnTo>
                  <a:lnTo>
                    <a:pt x="348938" y="3928"/>
                  </a:lnTo>
                  <a:lnTo>
                    <a:pt x="300228" y="0"/>
                  </a:lnTo>
                  <a:close/>
                </a:path>
              </a:pathLst>
            </a:custGeom>
            <a:solidFill>
              <a:srgbClr val="152B77"/>
            </a:solidFill>
          </p:spPr>
          <p:txBody>
            <a:bodyPr wrap="square" lIns="0" tIns="0" rIns="0" bIns="0" rtlCol="0"/>
            <a:lstStyle/>
            <a:p>
              <a:endParaRPr/>
            </a:p>
          </p:txBody>
        </p:sp>
        <p:sp>
          <p:nvSpPr>
            <p:cNvPr id="210" name="object 210"/>
            <p:cNvSpPr/>
            <p:nvPr/>
          </p:nvSpPr>
          <p:spPr>
            <a:xfrm>
              <a:off x="4104132" y="2246375"/>
              <a:ext cx="338455" cy="340360"/>
            </a:xfrm>
            <a:custGeom>
              <a:avLst/>
              <a:gdLst/>
              <a:ahLst/>
              <a:cxnLst/>
              <a:rect l="l" t="t" r="r" b="b"/>
              <a:pathLst>
                <a:path w="338454" h="340360">
                  <a:moveTo>
                    <a:pt x="318516" y="29972"/>
                  </a:moveTo>
                  <a:lnTo>
                    <a:pt x="316153" y="18326"/>
                  </a:lnTo>
                  <a:lnTo>
                    <a:pt x="309727" y="8801"/>
                  </a:lnTo>
                  <a:lnTo>
                    <a:pt x="300240" y="2362"/>
                  </a:lnTo>
                  <a:lnTo>
                    <a:pt x="288671" y="0"/>
                  </a:lnTo>
                  <a:lnTo>
                    <a:pt x="277037" y="2362"/>
                  </a:lnTo>
                  <a:lnTo>
                    <a:pt x="267550" y="8801"/>
                  </a:lnTo>
                  <a:lnTo>
                    <a:pt x="261162" y="18326"/>
                  </a:lnTo>
                  <a:lnTo>
                    <a:pt x="258826" y="29972"/>
                  </a:lnTo>
                  <a:lnTo>
                    <a:pt x="258826" y="33020"/>
                  </a:lnTo>
                  <a:lnTo>
                    <a:pt x="259334" y="35941"/>
                  </a:lnTo>
                  <a:lnTo>
                    <a:pt x="260223" y="38862"/>
                  </a:lnTo>
                  <a:lnTo>
                    <a:pt x="225552" y="64897"/>
                  </a:lnTo>
                  <a:lnTo>
                    <a:pt x="220726" y="61722"/>
                  </a:lnTo>
                  <a:lnTo>
                    <a:pt x="215138" y="59944"/>
                  </a:lnTo>
                  <a:lnTo>
                    <a:pt x="209042" y="59944"/>
                  </a:lnTo>
                  <a:lnTo>
                    <a:pt x="197383" y="62293"/>
                  </a:lnTo>
                  <a:lnTo>
                    <a:pt x="187858" y="68681"/>
                  </a:lnTo>
                  <a:lnTo>
                    <a:pt x="181419" y="78168"/>
                  </a:lnTo>
                  <a:lnTo>
                    <a:pt x="179070" y="89789"/>
                  </a:lnTo>
                  <a:lnTo>
                    <a:pt x="179070" y="94488"/>
                  </a:lnTo>
                  <a:lnTo>
                    <a:pt x="180213" y="98806"/>
                  </a:lnTo>
                  <a:lnTo>
                    <a:pt x="182118" y="102616"/>
                  </a:lnTo>
                  <a:lnTo>
                    <a:pt x="142113" y="142748"/>
                  </a:lnTo>
                  <a:lnTo>
                    <a:pt x="138176" y="140843"/>
                  </a:lnTo>
                  <a:lnTo>
                    <a:pt x="133985" y="139700"/>
                  </a:lnTo>
                  <a:lnTo>
                    <a:pt x="121285" y="139700"/>
                  </a:lnTo>
                  <a:lnTo>
                    <a:pt x="114046" y="143002"/>
                  </a:lnTo>
                  <a:lnTo>
                    <a:pt x="108712" y="148209"/>
                  </a:lnTo>
                  <a:lnTo>
                    <a:pt x="79248" y="133350"/>
                  </a:lnTo>
                  <a:lnTo>
                    <a:pt x="49657" y="99822"/>
                  </a:lnTo>
                  <a:lnTo>
                    <a:pt x="38074" y="102184"/>
                  </a:lnTo>
                  <a:lnTo>
                    <a:pt x="28587" y="108623"/>
                  </a:lnTo>
                  <a:lnTo>
                    <a:pt x="22161" y="118148"/>
                  </a:lnTo>
                  <a:lnTo>
                    <a:pt x="19812" y="129794"/>
                  </a:lnTo>
                  <a:lnTo>
                    <a:pt x="22161" y="141452"/>
                  </a:lnTo>
                  <a:lnTo>
                    <a:pt x="28587" y="150977"/>
                  </a:lnTo>
                  <a:lnTo>
                    <a:pt x="38074" y="157416"/>
                  </a:lnTo>
                  <a:lnTo>
                    <a:pt x="49657" y="159766"/>
                  </a:lnTo>
                  <a:lnTo>
                    <a:pt x="57658" y="159766"/>
                  </a:lnTo>
                  <a:lnTo>
                    <a:pt x="65024" y="156464"/>
                  </a:lnTo>
                  <a:lnTo>
                    <a:pt x="70358" y="151257"/>
                  </a:lnTo>
                  <a:lnTo>
                    <a:pt x="99822" y="166116"/>
                  </a:lnTo>
                  <a:lnTo>
                    <a:pt x="99441" y="168402"/>
                  </a:lnTo>
                  <a:lnTo>
                    <a:pt x="99441" y="169672"/>
                  </a:lnTo>
                  <a:lnTo>
                    <a:pt x="101790" y="181330"/>
                  </a:lnTo>
                  <a:lnTo>
                    <a:pt x="108216" y="190855"/>
                  </a:lnTo>
                  <a:lnTo>
                    <a:pt x="117703" y="197294"/>
                  </a:lnTo>
                  <a:lnTo>
                    <a:pt x="129286" y="199644"/>
                  </a:lnTo>
                  <a:lnTo>
                    <a:pt x="140931" y="197294"/>
                  </a:lnTo>
                  <a:lnTo>
                    <a:pt x="150456" y="190855"/>
                  </a:lnTo>
                  <a:lnTo>
                    <a:pt x="156895" y="181330"/>
                  </a:lnTo>
                  <a:lnTo>
                    <a:pt x="159258" y="169672"/>
                  </a:lnTo>
                  <a:lnTo>
                    <a:pt x="159258" y="165100"/>
                  </a:lnTo>
                  <a:lnTo>
                    <a:pt x="158115" y="160782"/>
                  </a:lnTo>
                  <a:lnTo>
                    <a:pt x="156210" y="156845"/>
                  </a:lnTo>
                  <a:lnTo>
                    <a:pt x="196215" y="116840"/>
                  </a:lnTo>
                  <a:lnTo>
                    <a:pt x="200152" y="118618"/>
                  </a:lnTo>
                  <a:lnTo>
                    <a:pt x="204343" y="119761"/>
                  </a:lnTo>
                  <a:lnTo>
                    <a:pt x="209042" y="119761"/>
                  </a:lnTo>
                  <a:lnTo>
                    <a:pt x="220611" y="117411"/>
                  </a:lnTo>
                  <a:lnTo>
                    <a:pt x="230098" y="110972"/>
                  </a:lnTo>
                  <a:lnTo>
                    <a:pt x="236524" y="101447"/>
                  </a:lnTo>
                  <a:lnTo>
                    <a:pt x="238887" y="89789"/>
                  </a:lnTo>
                  <a:lnTo>
                    <a:pt x="238887" y="86741"/>
                  </a:lnTo>
                  <a:lnTo>
                    <a:pt x="238252" y="83820"/>
                  </a:lnTo>
                  <a:lnTo>
                    <a:pt x="237363" y="81026"/>
                  </a:lnTo>
                  <a:lnTo>
                    <a:pt x="272161" y="54864"/>
                  </a:lnTo>
                  <a:lnTo>
                    <a:pt x="276860" y="58039"/>
                  </a:lnTo>
                  <a:lnTo>
                    <a:pt x="282575" y="59944"/>
                  </a:lnTo>
                  <a:lnTo>
                    <a:pt x="288671" y="59944"/>
                  </a:lnTo>
                  <a:lnTo>
                    <a:pt x="300240" y="57594"/>
                  </a:lnTo>
                  <a:lnTo>
                    <a:pt x="309727" y="51155"/>
                  </a:lnTo>
                  <a:lnTo>
                    <a:pt x="316153" y="41630"/>
                  </a:lnTo>
                  <a:lnTo>
                    <a:pt x="318516" y="29972"/>
                  </a:lnTo>
                  <a:close/>
                </a:path>
                <a:path w="338454" h="340360">
                  <a:moveTo>
                    <a:pt x="338328" y="324358"/>
                  </a:moveTo>
                  <a:lnTo>
                    <a:pt x="333883" y="319913"/>
                  </a:lnTo>
                  <a:lnTo>
                    <a:pt x="317881" y="319913"/>
                  </a:lnTo>
                  <a:lnTo>
                    <a:pt x="317881" y="103505"/>
                  </a:lnTo>
                  <a:lnTo>
                    <a:pt x="313436" y="99060"/>
                  </a:lnTo>
                  <a:lnTo>
                    <a:pt x="262763" y="99060"/>
                  </a:lnTo>
                  <a:lnTo>
                    <a:pt x="258318" y="103505"/>
                  </a:lnTo>
                  <a:lnTo>
                    <a:pt x="258318" y="319913"/>
                  </a:lnTo>
                  <a:lnTo>
                    <a:pt x="238506" y="319913"/>
                  </a:lnTo>
                  <a:lnTo>
                    <a:pt x="238506" y="163449"/>
                  </a:lnTo>
                  <a:lnTo>
                    <a:pt x="234061" y="158877"/>
                  </a:lnTo>
                  <a:lnTo>
                    <a:pt x="183515" y="158877"/>
                  </a:lnTo>
                  <a:lnTo>
                    <a:pt x="179070" y="163449"/>
                  </a:lnTo>
                  <a:lnTo>
                    <a:pt x="179070" y="319913"/>
                  </a:lnTo>
                  <a:lnTo>
                    <a:pt x="159258" y="319913"/>
                  </a:lnTo>
                  <a:lnTo>
                    <a:pt x="159258" y="243205"/>
                  </a:lnTo>
                  <a:lnTo>
                    <a:pt x="154813" y="238760"/>
                  </a:lnTo>
                  <a:lnTo>
                    <a:pt x="104267" y="238760"/>
                  </a:lnTo>
                  <a:lnTo>
                    <a:pt x="99822" y="243205"/>
                  </a:lnTo>
                  <a:lnTo>
                    <a:pt x="99822" y="319913"/>
                  </a:lnTo>
                  <a:lnTo>
                    <a:pt x="80010" y="319913"/>
                  </a:lnTo>
                  <a:lnTo>
                    <a:pt x="80010" y="203327"/>
                  </a:lnTo>
                  <a:lnTo>
                    <a:pt x="75565" y="198882"/>
                  </a:lnTo>
                  <a:lnTo>
                    <a:pt x="24892" y="198882"/>
                  </a:lnTo>
                  <a:lnTo>
                    <a:pt x="20447" y="203327"/>
                  </a:lnTo>
                  <a:lnTo>
                    <a:pt x="20447" y="319913"/>
                  </a:lnTo>
                  <a:lnTo>
                    <a:pt x="4445" y="319913"/>
                  </a:lnTo>
                  <a:lnTo>
                    <a:pt x="0" y="324358"/>
                  </a:lnTo>
                  <a:lnTo>
                    <a:pt x="0" y="335407"/>
                  </a:lnTo>
                  <a:lnTo>
                    <a:pt x="4445" y="339852"/>
                  </a:lnTo>
                  <a:lnTo>
                    <a:pt x="333883" y="339852"/>
                  </a:lnTo>
                  <a:lnTo>
                    <a:pt x="338328" y="335407"/>
                  </a:lnTo>
                  <a:lnTo>
                    <a:pt x="338328" y="324358"/>
                  </a:lnTo>
                  <a:close/>
                </a:path>
              </a:pathLst>
            </a:custGeom>
            <a:solidFill>
              <a:srgbClr val="FF8E01"/>
            </a:solidFill>
          </p:spPr>
          <p:txBody>
            <a:bodyPr wrap="square" lIns="0" tIns="0" rIns="0" bIns="0" rtlCol="0"/>
            <a:lstStyle/>
            <a:p>
              <a:endParaRPr/>
            </a:p>
          </p:txBody>
        </p:sp>
        <p:sp>
          <p:nvSpPr>
            <p:cNvPr id="211" name="object 211"/>
            <p:cNvSpPr/>
            <p:nvPr/>
          </p:nvSpPr>
          <p:spPr>
            <a:xfrm>
              <a:off x="2045208" y="2039111"/>
              <a:ext cx="378701" cy="345186"/>
            </a:xfrm>
            <a:prstGeom prst="rect">
              <a:avLst/>
            </a:prstGeom>
            <a:blipFill>
              <a:blip r:embed="rId27" cstate="print"/>
              <a:stretch>
                <a:fillRect/>
              </a:stretch>
            </a:blipFill>
          </p:spPr>
          <p:txBody>
            <a:bodyPr wrap="square" lIns="0" tIns="0" rIns="0" bIns="0" rtlCol="0"/>
            <a:lstStyle/>
            <a:p>
              <a:endParaRPr/>
            </a:p>
          </p:txBody>
        </p:sp>
        <p:sp>
          <p:nvSpPr>
            <p:cNvPr id="212" name="object 212"/>
            <p:cNvSpPr/>
            <p:nvPr/>
          </p:nvSpPr>
          <p:spPr>
            <a:xfrm>
              <a:off x="2149094" y="2129916"/>
              <a:ext cx="155956" cy="111379"/>
            </a:xfrm>
            <a:prstGeom prst="rect">
              <a:avLst/>
            </a:prstGeom>
            <a:blipFill>
              <a:blip r:embed="rId28" cstate="print"/>
              <a:stretch>
                <a:fillRect/>
              </a:stretch>
            </a:blipFill>
          </p:spPr>
          <p:txBody>
            <a:bodyPr wrap="square" lIns="0" tIns="0" rIns="0" bIns="0" rtlCol="0"/>
            <a:lstStyle/>
            <a:p>
              <a:endParaRPr/>
            </a:p>
          </p:txBody>
        </p:sp>
        <p:sp>
          <p:nvSpPr>
            <p:cNvPr id="213" name="object 213"/>
            <p:cNvSpPr/>
            <p:nvPr/>
          </p:nvSpPr>
          <p:spPr>
            <a:xfrm>
              <a:off x="5195316" y="3096767"/>
              <a:ext cx="1801495" cy="1801495"/>
            </a:xfrm>
            <a:custGeom>
              <a:avLst/>
              <a:gdLst/>
              <a:ahLst/>
              <a:cxnLst/>
              <a:rect l="l" t="t" r="r" b="b"/>
              <a:pathLst>
                <a:path w="1801495" h="1801495">
                  <a:moveTo>
                    <a:pt x="900684" y="0"/>
                  </a:moveTo>
                  <a:lnTo>
                    <a:pt x="852847" y="1248"/>
                  </a:lnTo>
                  <a:lnTo>
                    <a:pt x="805661" y="4952"/>
                  </a:lnTo>
                  <a:lnTo>
                    <a:pt x="759188" y="11048"/>
                  </a:lnTo>
                  <a:lnTo>
                    <a:pt x="713489" y="19476"/>
                  </a:lnTo>
                  <a:lnTo>
                    <a:pt x="668628" y="30172"/>
                  </a:lnTo>
                  <a:lnTo>
                    <a:pt x="624667" y="43075"/>
                  </a:lnTo>
                  <a:lnTo>
                    <a:pt x="581667" y="58121"/>
                  </a:lnTo>
                  <a:lnTo>
                    <a:pt x="539692" y="75250"/>
                  </a:lnTo>
                  <a:lnTo>
                    <a:pt x="498802" y="94398"/>
                  </a:lnTo>
                  <a:lnTo>
                    <a:pt x="459061" y="115504"/>
                  </a:lnTo>
                  <a:lnTo>
                    <a:pt x="420531" y="138505"/>
                  </a:lnTo>
                  <a:lnTo>
                    <a:pt x="383273" y="163339"/>
                  </a:lnTo>
                  <a:lnTo>
                    <a:pt x="347351" y="189944"/>
                  </a:lnTo>
                  <a:lnTo>
                    <a:pt x="312826" y="218257"/>
                  </a:lnTo>
                  <a:lnTo>
                    <a:pt x="279760" y="248217"/>
                  </a:lnTo>
                  <a:lnTo>
                    <a:pt x="248217" y="279760"/>
                  </a:lnTo>
                  <a:lnTo>
                    <a:pt x="218257" y="312826"/>
                  </a:lnTo>
                  <a:lnTo>
                    <a:pt x="189944" y="347351"/>
                  </a:lnTo>
                  <a:lnTo>
                    <a:pt x="163339" y="383273"/>
                  </a:lnTo>
                  <a:lnTo>
                    <a:pt x="138505" y="420531"/>
                  </a:lnTo>
                  <a:lnTo>
                    <a:pt x="115504" y="459061"/>
                  </a:lnTo>
                  <a:lnTo>
                    <a:pt x="94398" y="498802"/>
                  </a:lnTo>
                  <a:lnTo>
                    <a:pt x="75250" y="539692"/>
                  </a:lnTo>
                  <a:lnTo>
                    <a:pt x="58121" y="581667"/>
                  </a:lnTo>
                  <a:lnTo>
                    <a:pt x="43075" y="624667"/>
                  </a:lnTo>
                  <a:lnTo>
                    <a:pt x="30172" y="668628"/>
                  </a:lnTo>
                  <a:lnTo>
                    <a:pt x="19476" y="713489"/>
                  </a:lnTo>
                  <a:lnTo>
                    <a:pt x="11048" y="759188"/>
                  </a:lnTo>
                  <a:lnTo>
                    <a:pt x="4952" y="805661"/>
                  </a:lnTo>
                  <a:lnTo>
                    <a:pt x="1248" y="852847"/>
                  </a:lnTo>
                  <a:lnTo>
                    <a:pt x="0" y="900684"/>
                  </a:lnTo>
                  <a:lnTo>
                    <a:pt x="1248" y="948520"/>
                  </a:lnTo>
                  <a:lnTo>
                    <a:pt x="4952" y="995706"/>
                  </a:lnTo>
                  <a:lnTo>
                    <a:pt x="11048" y="1042179"/>
                  </a:lnTo>
                  <a:lnTo>
                    <a:pt x="19476" y="1087878"/>
                  </a:lnTo>
                  <a:lnTo>
                    <a:pt x="30172" y="1132739"/>
                  </a:lnTo>
                  <a:lnTo>
                    <a:pt x="43075" y="1176700"/>
                  </a:lnTo>
                  <a:lnTo>
                    <a:pt x="58121" y="1219700"/>
                  </a:lnTo>
                  <a:lnTo>
                    <a:pt x="75250" y="1261675"/>
                  </a:lnTo>
                  <a:lnTo>
                    <a:pt x="94398" y="1302565"/>
                  </a:lnTo>
                  <a:lnTo>
                    <a:pt x="115504" y="1342306"/>
                  </a:lnTo>
                  <a:lnTo>
                    <a:pt x="138505" y="1380836"/>
                  </a:lnTo>
                  <a:lnTo>
                    <a:pt x="163339" y="1418094"/>
                  </a:lnTo>
                  <a:lnTo>
                    <a:pt x="189944" y="1454016"/>
                  </a:lnTo>
                  <a:lnTo>
                    <a:pt x="218257" y="1488541"/>
                  </a:lnTo>
                  <a:lnTo>
                    <a:pt x="248217" y="1521607"/>
                  </a:lnTo>
                  <a:lnTo>
                    <a:pt x="279760" y="1553150"/>
                  </a:lnTo>
                  <a:lnTo>
                    <a:pt x="312826" y="1583110"/>
                  </a:lnTo>
                  <a:lnTo>
                    <a:pt x="347351" y="1611423"/>
                  </a:lnTo>
                  <a:lnTo>
                    <a:pt x="383273" y="1638028"/>
                  </a:lnTo>
                  <a:lnTo>
                    <a:pt x="420531" y="1662862"/>
                  </a:lnTo>
                  <a:lnTo>
                    <a:pt x="459061" y="1685863"/>
                  </a:lnTo>
                  <a:lnTo>
                    <a:pt x="498802" y="1706969"/>
                  </a:lnTo>
                  <a:lnTo>
                    <a:pt x="539692" y="1726117"/>
                  </a:lnTo>
                  <a:lnTo>
                    <a:pt x="581667" y="1743246"/>
                  </a:lnTo>
                  <a:lnTo>
                    <a:pt x="624667" y="1758292"/>
                  </a:lnTo>
                  <a:lnTo>
                    <a:pt x="668628" y="1771195"/>
                  </a:lnTo>
                  <a:lnTo>
                    <a:pt x="713489" y="1781891"/>
                  </a:lnTo>
                  <a:lnTo>
                    <a:pt x="759188" y="1790319"/>
                  </a:lnTo>
                  <a:lnTo>
                    <a:pt x="805661" y="1796415"/>
                  </a:lnTo>
                  <a:lnTo>
                    <a:pt x="852847" y="1800119"/>
                  </a:lnTo>
                  <a:lnTo>
                    <a:pt x="900684" y="1801368"/>
                  </a:lnTo>
                  <a:lnTo>
                    <a:pt x="948520" y="1800119"/>
                  </a:lnTo>
                  <a:lnTo>
                    <a:pt x="995706" y="1796415"/>
                  </a:lnTo>
                  <a:lnTo>
                    <a:pt x="1042179" y="1790319"/>
                  </a:lnTo>
                  <a:lnTo>
                    <a:pt x="1087878" y="1781891"/>
                  </a:lnTo>
                  <a:lnTo>
                    <a:pt x="1132739" y="1771195"/>
                  </a:lnTo>
                  <a:lnTo>
                    <a:pt x="1176700" y="1758292"/>
                  </a:lnTo>
                  <a:lnTo>
                    <a:pt x="1219700" y="1743246"/>
                  </a:lnTo>
                  <a:lnTo>
                    <a:pt x="1261675" y="1726117"/>
                  </a:lnTo>
                  <a:lnTo>
                    <a:pt x="1302565" y="1706969"/>
                  </a:lnTo>
                  <a:lnTo>
                    <a:pt x="1342306" y="1685863"/>
                  </a:lnTo>
                  <a:lnTo>
                    <a:pt x="1380836" y="1662862"/>
                  </a:lnTo>
                  <a:lnTo>
                    <a:pt x="1418094" y="1638028"/>
                  </a:lnTo>
                  <a:lnTo>
                    <a:pt x="1454016" y="1611423"/>
                  </a:lnTo>
                  <a:lnTo>
                    <a:pt x="1488541" y="1583110"/>
                  </a:lnTo>
                  <a:lnTo>
                    <a:pt x="1521607" y="1553150"/>
                  </a:lnTo>
                  <a:lnTo>
                    <a:pt x="1553150" y="1521607"/>
                  </a:lnTo>
                  <a:lnTo>
                    <a:pt x="1583110" y="1488541"/>
                  </a:lnTo>
                  <a:lnTo>
                    <a:pt x="1611423" y="1454016"/>
                  </a:lnTo>
                  <a:lnTo>
                    <a:pt x="1638028" y="1418094"/>
                  </a:lnTo>
                  <a:lnTo>
                    <a:pt x="1662862" y="1380836"/>
                  </a:lnTo>
                  <a:lnTo>
                    <a:pt x="1685863" y="1342306"/>
                  </a:lnTo>
                  <a:lnTo>
                    <a:pt x="1706969" y="1302565"/>
                  </a:lnTo>
                  <a:lnTo>
                    <a:pt x="1726117" y="1261675"/>
                  </a:lnTo>
                  <a:lnTo>
                    <a:pt x="1743246" y="1219700"/>
                  </a:lnTo>
                  <a:lnTo>
                    <a:pt x="1758292" y="1176700"/>
                  </a:lnTo>
                  <a:lnTo>
                    <a:pt x="1771195" y="1132739"/>
                  </a:lnTo>
                  <a:lnTo>
                    <a:pt x="1781891" y="1087878"/>
                  </a:lnTo>
                  <a:lnTo>
                    <a:pt x="1790319" y="1042179"/>
                  </a:lnTo>
                  <a:lnTo>
                    <a:pt x="1796415" y="995706"/>
                  </a:lnTo>
                  <a:lnTo>
                    <a:pt x="1800119" y="948520"/>
                  </a:lnTo>
                  <a:lnTo>
                    <a:pt x="1801367" y="900684"/>
                  </a:lnTo>
                  <a:lnTo>
                    <a:pt x="1800119" y="852847"/>
                  </a:lnTo>
                  <a:lnTo>
                    <a:pt x="1796415" y="805661"/>
                  </a:lnTo>
                  <a:lnTo>
                    <a:pt x="1790319" y="759188"/>
                  </a:lnTo>
                  <a:lnTo>
                    <a:pt x="1781891" y="713489"/>
                  </a:lnTo>
                  <a:lnTo>
                    <a:pt x="1771195" y="668628"/>
                  </a:lnTo>
                  <a:lnTo>
                    <a:pt x="1758292" y="624667"/>
                  </a:lnTo>
                  <a:lnTo>
                    <a:pt x="1743246" y="581667"/>
                  </a:lnTo>
                  <a:lnTo>
                    <a:pt x="1726117" y="539692"/>
                  </a:lnTo>
                  <a:lnTo>
                    <a:pt x="1706969" y="498802"/>
                  </a:lnTo>
                  <a:lnTo>
                    <a:pt x="1685863" y="459061"/>
                  </a:lnTo>
                  <a:lnTo>
                    <a:pt x="1662862" y="420531"/>
                  </a:lnTo>
                  <a:lnTo>
                    <a:pt x="1638028" y="383273"/>
                  </a:lnTo>
                  <a:lnTo>
                    <a:pt x="1611423" y="347351"/>
                  </a:lnTo>
                  <a:lnTo>
                    <a:pt x="1583110" y="312826"/>
                  </a:lnTo>
                  <a:lnTo>
                    <a:pt x="1553150" y="279760"/>
                  </a:lnTo>
                  <a:lnTo>
                    <a:pt x="1521607" y="248217"/>
                  </a:lnTo>
                  <a:lnTo>
                    <a:pt x="1488541" y="218257"/>
                  </a:lnTo>
                  <a:lnTo>
                    <a:pt x="1454016" y="189944"/>
                  </a:lnTo>
                  <a:lnTo>
                    <a:pt x="1418094" y="163339"/>
                  </a:lnTo>
                  <a:lnTo>
                    <a:pt x="1380836" y="138505"/>
                  </a:lnTo>
                  <a:lnTo>
                    <a:pt x="1342306" y="115504"/>
                  </a:lnTo>
                  <a:lnTo>
                    <a:pt x="1302565" y="94398"/>
                  </a:lnTo>
                  <a:lnTo>
                    <a:pt x="1261675" y="75250"/>
                  </a:lnTo>
                  <a:lnTo>
                    <a:pt x="1219700" y="58121"/>
                  </a:lnTo>
                  <a:lnTo>
                    <a:pt x="1176700" y="43075"/>
                  </a:lnTo>
                  <a:lnTo>
                    <a:pt x="1132739" y="30172"/>
                  </a:lnTo>
                  <a:lnTo>
                    <a:pt x="1087878" y="19476"/>
                  </a:lnTo>
                  <a:lnTo>
                    <a:pt x="1042179" y="11048"/>
                  </a:lnTo>
                  <a:lnTo>
                    <a:pt x="995706" y="4952"/>
                  </a:lnTo>
                  <a:lnTo>
                    <a:pt x="948520" y="1248"/>
                  </a:lnTo>
                  <a:lnTo>
                    <a:pt x="900684" y="0"/>
                  </a:lnTo>
                  <a:close/>
                </a:path>
              </a:pathLst>
            </a:custGeom>
            <a:solidFill>
              <a:srgbClr val="152B77"/>
            </a:solidFill>
          </p:spPr>
          <p:txBody>
            <a:bodyPr wrap="square" lIns="0" tIns="0" rIns="0" bIns="0" rtlCol="0"/>
            <a:lstStyle/>
            <a:p>
              <a:endParaRPr/>
            </a:p>
          </p:txBody>
        </p:sp>
        <p:sp>
          <p:nvSpPr>
            <p:cNvPr id="214" name="object 214"/>
            <p:cNvSpPr/>
            <p:nvPr/>
          </p:nvSpPr>
          <p:spPr>
            <a:xfrm>
              <a:off x="6543818" y="3437905"/>
              <a:ext cx="102583" cy="102583"/>
            </a:xfrm>
            <a:prstGeom prst="rect">
              <a:avLst/>
            </a:prstGeom>
            <a:blipFill>
              <a:blip r:embed="rId29" cstate="print"/>
              <a:stretch>
                <a:fillRect/>
              </a:stretch>
            </a:blipFill>
          </p:spPr>
          <p:txBody>
            <a:bodyPr wrap="square" lIns="0" tIns="0" rIns="0" bIns="0" rtlCol="0"/>
            <a:lstStyle/>
            <a:p>
              <a:endParaRPr/>
            </a:p>
          </p:txBody>
        </p:sp>
        <p:sp>
          <p:nvSpPr>
            <p:cNvPr id="215" name="object 215"/>
            <p:cNvSpPr/>
            <p:nvPr/>
          </p:nvSpPr>
          <p:spPr>
            <a:xfrm>
              <a:off x="6598682" y="3756421"/>
              <a:ext cx="102583" cy="102583"/>
            </a:xfrm>
            <a:prstGeom prst="rect">
              <a:avLst/>
            </a:prstGeom>
            <a:blipFill>
              <a:blip r:embed="rId30" cstate="print"/>
              <a:stretch>
                <a:fillRect/>
              </a:stretch>
            </a:blipFill>
          </p:spPr>
          <p:txBody>
            <a:bodyPr wrap="square" lIns="0" tIns="0" rIns="0" bIns="0" rtlCol="0"/>
            <a:lstStyle/>
            <a:p>
              <a:endParaRPr/>
            </a:p>
          </p:txBody>
        </p:sp>
        <p:sp>
          <p:nvSpPr>
            <p:cNvPr id="216" name="object 216"/>
            <p:cNvSpPr/>
            <p:nvPr/>
          </p:nvSpPr>
          <p:spPr>
            <a:xfrm>
              <a:off x="6738890" y="4053601"/>
              <a:ext cx="102583" cy="102583"/>
            </a:xfrm>
            <a:prstGeom prst="rect">
              <a:avLst/>
            </a:prstGeom>
            <a:blipFill>
              <a:blip r:embed="rId31" cstate="print"/>
              <a:stretch>
                <a:fillRect/>
              </a:stretch>
            </a:blipFill>
          </p:spPr>
          <p:txBody>
            <a:bodyPr wrap="square" lIns="0" tIns="0" rIns="0" bIns="0" rtlCol="0"/>
            <a:lstStyle/>
            <a:p>
              <a:endParaRPr/>
            </a:p>
          </p:txBody>
        </p:sp>
        <p:sp>
          <p:nvSpPr>
            <p:cNvPr id="217" name="object 217"/>
            <p:cNvSpPr/>
            <p:nvPr/>
          </p:nvSpPr>
          <p:spPr>
            <a:xfrm>
              <a:off x="6035040" y="3973067"/>
              <a:ext cx="214884" cy="214883"/>
            </a:xfrm>
            <a:prstGeom prst="rect">
              <a:avLst/>
            </a:prstGeom>
            <a:blipFill>
              <a:blip r:embed="rId32" cstate="print"/>
              <a:stretch>
                <a:fillRect/>
              </a:stretch>
            </a:blipFill>
          </p:spPr>
          <p:txBody>
            <a:bodyPr wrap="square" lIns="0" tIns="0" rIns="0" bIns="0" rtlCol="0"/>
            <a:lstStyle/>
            <a:p>
              <a:endParaRPr/>
            </a:p>
          </p:txBody>
        </p:sp>
      </p:grpSp>
      <p:grpSp>
        <p:nvGrpSpPr>
          <p:cNvPr id="218" name="object 218"/>
          <p:cNvGrpSpPr/>
          <p:nvPr/>
        </p:nvGrpSpPr>
        <p:grpSpPr>
          <a:xfrm>
            <a:off x="5105400" y="1353311"/>
            <a:ext cx="1981200" cy="3634740"/>
            <a:chOff x="5105400" y="1353311"/>
            <a:chExt cx="1981200" cy="3634740"/>
          </a:xfrm>
        </p:grpSpPr>
        <p:sp>
          <p:nvSpPr>
            <p:cNvPr id="219" name="object 219"/>
            <p:cNvSpPr/>
            <p:nvPr/>
          </p:nvSpPr>
          <p:spPr>
            <a:xfrm>
              <a:off x="6099047" y="1994916"/>
              <a:ext cx="0" cy="1043305"/>
            </a:xfrm>
            <a:custGeom>
              <a:avLst/>
              <a:gdLst/>
              <a:ahLst/>
              <a:cxnLst/>
              <a:rect l="l" t="t" r="r" b="b"/>
              <a:pathLst>
                <a:path h="1043305">
                  <a:moveTo>
                    <a:pt x="0" y="0"/>
                  </a:moveTo>
                  <a:lnTo>
                    <a:pt x="0" y="1042797"/>
                  </a:lnTo>
                </a:path>
              </a:pathLst>
            </a:custGeom>
            <a:ln w="9525">
              <a:solidFill>
                <a:srgbClr val="FFFFFF"/>
              </a:solidFill>
              <a:prstDash val="sysDash"/>
            </a:ln>
          </p:spPr>
          <p:txBody>
            <a:bodyPr wrap="square" lIns="0" tIns="0" rIns="0" bIns="0" rtlCol="0"/>
            <a:lstStyle/>
            <a:p>
              <a:endParaRPr/>
            </a:p>
          </p:txBody>
        </p:sp>
        <p:sp>
          <p:nvSpPr>
            <p:cNvPr id="220" name="object 220"/>
            <p:cNvSpPr/>
            <p:nvPr/>
          </p:nvSpPr>
          <p:spPr>
            <a:xfrm>
              <a:off x="5768340" y="1353311"/>
              <a:ext cx="655320" cy="655320"/>
            </a:xfrm>
            <a:custGeom>
              <a:avLst/>
              <a:gdLst/>
              <a:ahLst/>
              <a:cxnLst/>
              <a:rect l="l" t="t" r="r" b="b"/>
              <a:pathLst>
                <a:path w="655320" h="655319">
                  <a:moveTo>
                    <a:pt x="655320" y="327660"/>
                  </a:moveTo>
                  <a:lnTo>
                    <a:pt x="651764" y="279247"/>
                  </a:lnTo>
                  <a:lnTo>
                    <a:pt x="641438" y="233032"/>
                  </a:lnTo>
                  <a:lnTo>
                    <a:pt x="624865" y="189522"/>
                  </a:lnTo>
                  <a:lnTo>
                    <a:pt x="602526" y="149250"/>
                  </a:lnTo>
                  <a:lnTo>
                    <a:pt x="574954" y="112687"/>
                  </a:lnTo>
                  <a:lnTo>
                    <a:pt x="542632" y="80365"/>
                  </a:lnTo>
                  <a:lnTo>
                    <a:pt x="506069" y="52793"/>
                  </a:lnTo>
                  <a:lnTo>
                    <a:pt x="465797" y="30454"/>
                  </a:lnTo>
                  <a:lnTo>
                    <a:pt x="422287" y="13881"/>
                  </a:lnTo>
                  <a:lnTo>
                    <a:pt x="376072" y="3556"/>
                  </a:lnTo>
                  <a:lnTo>
                    <a:pt x="327660" y="0"/>
                  </a:lnTo>
                  <a:lnTo>
                    <a:pt x="279234" y="3556"/>
                  </a:lnTo>
                  <a:lnTo>
                    <a:pt x="233019" y="13881"/>
                  </a:lnTo>
                  <a:lnTo>
                    <a:pt x="189509" y="30454"/>
                  </a:lnTo>
                  <a:lnTo>
                    <a:pt x="149237" y="52793"/>
                  </a:lnTo>
                  <a:lnTo>
                    <a:pt x="112674" y="80365"/>
                  </a:lnTo>
                  <a:lnTo>
                    <a:pt x="80352" y="112687"/>
                  </a:lnTo>
                  <a:lnTo>
                    <a:pt x="52781" y="149250"/>
                  </a:lnTo>
                  <a:lnTo>
                    <a:pt x="30441" y="189522"/>
                  </a:lnTo>
                  <a:lnTo>
                    <a:pt x="13868" y="233032"/>
                  </a:lnTo>
                  <a:lnTo>
                    <a:pt x="3543" y="279247"/>
                  </a:lnTo>
                  <a:lnTo>
                    <a:pt x="0" y="327660"/>
                  </a:lnTo>
                  <a:lnTo>
                    <a:pt x="3543" y="376085"/>
                  </a:lnTo>
                  <a:lnTo>
                    <a:pt x="13868" y="422300"/>
                  </a:lnTo>
                  <a:lnTo>
                    <a:pt x="30441" y="465810"/>
                  </a:lnTo>
                  <a:lnTo>
                    <a:pt x="52781" y="506082"/>
                  </a:lnTo>
                  <a:lnTo>
                    <a:pt x="80352" y="542645"/>
                  </a:lnTo>
                  <a:lnTo>
                    <a:pt x="112674" y="574967"/>
                  </a:lnTo>
                  <a:lnTo>
                    <a:pt x="149237" y="602538"/>
                  </a:lnTo>
                  <a:lnTo>
                    <a:pt x="189509" y="624878"/>
                  </a:lnTo>
                  <a:lnTo>
                    <a:pt x="233019" y="641451"/>
                  </a:lnTo>
                  <a:lnTo>
                    <a:pt x="279234" y="651776"/>
                  </a:lnTo>
                  <a:lnTo>
                    <a:pt x="327660" y="655320"/>
                  </a:lnTo>
                  <a:lnTo>
                    <a:pt x="376072" y="651776"/>
                  </a:lnTo>
                  <a:lnTo>
                    <a:pt x="422287" y="641451"/>
                  </a:lnTo>
                  <a:lnTo>
                    <a:pt x="465797" y="624878"/>
                  </a:lnTo>
                  <a:lnTo>
                    <a:pt x="506069" y="602538"/>
                  </a:lnTo>
                  <a:lnTo>
                    <a:pt x="542632" y="574967"/>
                  </a:lnTo>
                  <a:lnTo>
                    <a:pt x="574954" y="542645"/>
                  </a:lnTo>
                  <a:lnTo>
                    <a:pt x="602526" y="506082"/>
                  </a:lnTo>
                  <a:lnTo>
                    <a:pt x="624865" y="465810"/>
                  </a:lnTo>
                  <a:lnTo>
                    <a:pt x="641438" y="422300"/>
                  </a:lnTo>
                  <a:lnTo>
                    <a:pt x="651764" y="376085"/>
                  </a:lnTo>
                  <a:lnTo>
                    <a:pt x="655320" y="327660"/>
                  </a:lnTo>
                  <a:close/>
                </a:path>
              </a:pathLst>
            </a:custGeom>
            <a:solidFill>
              <a:srgbClr val="00D9CE"/>
            </a:solidFill>
          </p:spPr>
          <p:txBody>
            <a:bodyPr wrap="square" lIns="0" tIns="0" rIns="0" bIns="0" rtlCol="0"/>
            <a:lstStyle/>
            <a:p>
              <a:endParaRPr/>
            </a:p>
          </p:txBody>
        </p:sp>
        <p:sp>
          <p:nvSpPr>
            <p:cNvPr id="221" name="object 221"/>
            <p:cNvSpPr/>
            <p:nvPr/>
          </p:nvSpPr>
          <p:spPr>
            <a:xfrm>
              <a:off x="5105400" y="3006851"/>
              <a:ext cx="1981200" cy="1981200"/>
            </a:xfrm>
            <a:custGeom>
              <a:avLst/>
              <a:gdLst/>
              <a:ahLst/>
              <a:cxnLst/>
              <a:rect l="l" t="t" r="r" b="b"/>
              <a:pathLst>
                <a:path w="1981200" h="1981200">
                  <a:moveTo>
                    <a:pt x="990600" y="0"/>
                  </a:moveTo>
                  <a:lnTo>
                    <a:pt x="942602" y="1142"/>
                  </a:lnTo>
                  <a:lnTo>
                    <a:pt x="895195" y="4534"/>
                  </a:lnTo>
                  <a:lnTo>
                    <a:pt x="848429" y="10124"/>
                  </a:lnTo>
                  <a:lnTo>
                    <a:pt x="802356" y="17861"/>
                  </a:lnTo>
                  <a:lnTo>
                    <a:pt x="757029" y="27691"/>
                  </a:lnTo>
                  <a:lnTo>
                    <a:pt x="712499" y="39565"/>
                  </a:lnTo>
                  <a:lnTo>
                    <a:pt x="668819" y="53428"/>
                  </a:lnTo>
                  <a:lnTo>
                    <a:pt x="626039" y="69231"/>
                  </a:lnTo>
                  <a:lnTo>
                    <a:pt x="584213" y="86920"/>
                  </a:lnTo>
                  <a:lnTo>
                    <a:pt x="543391" y="106444"/>
                  </a:lnTo>
                  <a:lnTo>
                    <a:pt x="503626" y="127751"/>
                  </a:lnTo>
                  <a:lnTo>
                    <a:pt x="464969" y="150789"/>
                  </a:lnTo>
                  <a:lnTo>
                    <a:pt x="427473" y="175506"/>
                  </a:lnTo>
                  <a:lnTo>
                    <a:pt x="391189" y="201851"/>
                  </a:lnTo>
                  <a:lnTo>
                    <a:pt x="356170" y="229771"/>
                  </a:lnTo>
                  <a:lnTo>
                    <a:pt x="322466" y="259215"/>
                  </a:lnTo>
                  <a:lnTo>
                    <a:pt x="290131" y="290131"/>
                  </a:lnTo>
                  <a:lnTo>
                    <a:pt x="259215" y="322466"/>
                  </a:lnTo>
                  <a:lnTo>
                    <a:pt x="229771" y="356170"/>
                  </a:lnTo>
                  <a:lnTo>
                    <a:pt x="201851" y="391189"/>
                  </a:lnTo>
                  <a:lnTo>
                    <a:pt x="175506" y="427473"/>
                  </a:lnTo>
                  <a:lnTo>
                    <a:pt x="150789" y="464969"/>
                  </a:lnTo>
                  <a:lnTo>
                    <a:pt x="127751" y="503626"/>
                  </a:lnTo>
                  <a:lnTo>
                    <a:pt x="106444" y="543391"/>
                  </a:lnTo>
                  <a:lnTo>
                    <a:pt x="86920" y="584213"/>
                  </a:lnTo>
                  <a:lnTo>
                    <a:pt x="69231" y="626039"/>
                  </a:lnTo>
                  <a:lnTo>
                    <a:pt x="53428" y="668819"/>
                  </a:lnTo>
                  <a:lnTo>
                    <a:pt x="39565" y="712499"/>
                  </a:lnTo>
                  <a:lnTo>
                    <a:pt x="27691" y="757029"/>
                  </a:lnTo>
                  <a:lnTo>
                    <a:pt x="17861" y="802356"/>
                  </a:lnTo>
                  <a:lnTo>
                    <a:pt x="10124" y="848429"/>
                  </a:lnTo>
                  <a:lnTo>
                    <a:pt x="4534" y="895195"/>
                  </a:lnTo>
                  <a:lnTo>
                    <a:pt x="1142" y="942602"/>
                  </a:lnTo>
                  <a:lnTo>
                    <a:pt x="0" y="990600"/>
                  </a:lnTo>
                  <a:lnTo>
                    <a:pt x="1142" y="1038597"/>
                  </a:lnTo>
                  <a:lnTo>
                    <a:pt x="4534" y="1086004"/>
                  </a:lnTo>
                  <a:lnTo>
                    <a:pt x="10124" y="1132770"/>
                  </a:lnTo>
                  <a:lnTo>
                    <a:pt x="17861" y="1178843"/>
                  </a:lnTo>
                  <a:lnTo>
                    <a:pt x="27691" y="1224170"/>
                  </a:lnTo>
                  <a:lnTo>
                    <a:pt x="39565" y="1268700"/>
                  </a:lnTo>
                  <a:lnTo>
                    <a:pt x="53428" y="1312380"/>
                  </a:lnTo>
                  <a:lnTo>
                    <a:pt x="69231" y="1355160"/>
                  </a:lnTo>
                  <a:lnTo>
                    <a:pt x="86920" y="1396986"/>
                  </a:lnTo>
                  <a:lnTo>
                    <a:pt x="106444" y="1437808"/>
                  </a:lnTo>
                  <a:lnTo>
                    <a:pt x="127751" y="1477573"/>
                  </a:lnTo>
                  <a:lnTo>
                    <a:pt x="150789" y="1516230"/>
                  </a:lnTo>
                  <a:lnTo>
                    <a:pt x="175506" y="1553726"/>
                  </a:lnTo>
                  <a:lnTo>
                    <a:pt x="201851" y="1590010"/>
                  </a:lnTo>
                  <a:lnTo>
                    <a:pt x="229771" y="1625029"/>
                  </a:lnTo>
                  <a:lnTo>
                    <a:pt x="259215" y="1658733"/>
                  </a:lnTo>
                  <a:lnTo>
                    <a:pt x="290131" y="1691068"/>
                  </a:lnTo>
                  <a:lnTo>
                    <a:pt x="322466" y="1721984"/>
                  </a:lnTo>
                  <a:lnTo>
                    <a:pt x="356170" y="1751428"/>
                  </a:lnTo>
                  <a:lnTo>
                    <a:pt x="391189" y="1779348"/>
                  </a:lnTo>
                  <a:lnTo>
                    <a:pt x="427473" y="1805693"/>
                  </a:lnTo>
                  <a:lnTo>
                    <a:pt x="464969" y="1830410"/>
                  </a:lnTo>
                  <a:lnTo>
                    <a:pt x="503626" y="1853448"/>
                  </a:lnTo>
                  <a:lnTo>
                    <a:pt x="543391" y="1874755"/>
                  </a:lnTo>
                  <a:lnTo>
                    <a:pt x="584213" y="1894279"/>
                  </a:lnTo>
                  <a:lnTo>
                    <a:pt x="626039" y="1911968"/>
                  </a:lnTo>
                  <a:lnTo>
                    <a:pt x="668819" y="1927771"/>
                  </a:lnTo>
                  <a:lnTo>
                    <a:pt x="712499" y="1941634"/>
                  </a:lnTo>
                  <a:lnTo>
                    <a:pt x="757029" y="1953508"/>
                  </a:lnTo>
                  <a:lnTo>
                    <a:pt x="802356" y="1963338"/>
                  </a:lnTo>
                  <a:lnTo>
                    <a:pt x="848429" y="1971075"/>
                  </a:lnTo>
                  <a:lnTo>
                    <a:pt x="895195" y="1976665"/>
                  </a:lnTo>
                  <a:lnTo>
                    <a:pt x="942602" y="1980057"/>
                  </a:lnTo>
                  <a:lnTo>
                    <a:pt x="990600" y="1981200"/>
                  </a:lnTo>
                  <a:lnTo>
                    <a:pt x="1038597" y="1980057"/>
                  </a:lnTo>
                  <a:lnTo>
                    <a:pt x="1086004" y="1976665"/>
                  </a:lnTo>
                  <a:lnTo>
                    <a:pt x="1132770" y="1971075"/>
                  </a:lnTo>
                  <a:lnTo>
                    <a:pt x="1178843" y="1963338"/>
                  </a:lnTo>
                  <a:lnTo>
                    <a:pt x="1224170" y="1953508"/>
                  </a:lnTo>
                  <a:lnTo>
                    <a:pt x="1268700" y="1941634"/>
                  </a:lnTo>
                  <a:lnTo>
                    <a:pt x="1312380" y="1927771"/>
                  </a:lnTo>
                  <a:lnTo>
                    <a:pt x="1355160" y="1911968"/>
                  </a:lnTo>
                  <a:lnTo>
                    <a:pt x="1396986" y="1894279"/>
                  </a:lnTo>
                  <a:lnTo>
                    <a:pt x="1437808" y="1874755"/>
                  </a:lnTo>
                  <a:lnTo>
                    <a:pt x="1477573" y="1853448"/>
                  </a:lnTo>
                  <a:lnTo>
                    <a:pt x="1516230" y="1830410"/>
                  </a:lnTo>
                  <a:lnTo>
                    <a:pt x="1553726" y="1805693"/>
                  </a:lnTo>
                  <a:lnTo>
                    <a:pt x="1590010" y="1779348"/>
                  </a:lnTo>
                  <a:lnTo>
                    <a:pt x="1625029" y="1751428"/>
                  </a:lnTo>
                  <a:lnTo>
                    <a:pt x="1658733" y="1721984"/>
                  </a:lnTo>
                  <a:lnTo>
                    <a:pt x="1691068" y="1691068"/>
                  </a:lnTo>
                  <a:lnTo>
                    <a:pt x="1721984" y="1658733"/>
                  </a:lnTo>
                  <a:lnTo>
                    <a:pt x="1751428" y="1625029"/>
                  </a:lnTo>
                  <a:lnTo>
                    <a:pt x="1779348" y="1590010"/>
                  </a:lnTo>
                  <a:lnTo>
                    <a:pt x="1805693" y="1553726"/>
                  </a:lnTo>
                  <a:lnTo>
                    <a:pt x="1830410" y="1516230"/>
                  </a:lnTo>
                  <a:lnTo>
                    <a:pt x="1853448" y="1477573"/>
                  </a:lnTo>
                  <a:lnTo>
                    <a:pt x="1874755" y="1437808"/>
                  </a:lnTo>
                  <a:lnTo>
                    <a:pt x="1894279" y="1396986"/>
                  </a:lnTo>
                  <a:lnTo>
                    <a:pt x="1911968" y="1355160"/>
                  </a:lnTo>
                  <a:lnTo>
                    <a:pt x="1927771" y="1312380"/>
                  </a:lnTo>
                  <a:lnTo>
                    <a:pt x="1941634" y="1268700"/>
                  </a:lnTo>
                  <a:lnTo>
                    <a:pt x="1953508" y="1224170"/>
                  </a:lnTo>
                  <a:lnTo>
                    <a:pt x="1963338" y="1178843"/>
                  </a:lnTo>
                  <a:lnTo>
                    <a:pt x="1971075" y="1132770"/>
                  </a:lnTo>
                  <a:lnTo>
                    <a:pt x="1976665" y="1086004"/>
                  </a:lnTo>
                  <a:lnTo>
                    <a:pt x="1980057" y="1038597"/>
                  </a:lnTo>
                  <a:lnTo>
                    <a:pt x="1981200" y="990600"/>
                  </a:lnTo>
                  <a:lnTo>
                    <a:pt x="1980057" y="942602"/>
                  </a:lnTo>
                  <a:lnTo>
                    <a:pt x="1976665" y="895195"/>
                  </a:lnTo>
                  <a:lnTo>
                    <a:pt x="1971075" y="848429"/>
                  </a:lnTo>
                  <a:lnTo>
                    <a:pt x="1963338" y="802356"/>
                  </a:lnTo>
                  <a:lnTo>
                    <a:pt x="1953508" y="757029"/>
                  </a:lnTo>
                  <a:lnTo>
                    <a:pt x="1941634" y="712499"/>
                  </a:lnTo>
                  <a:lnTo>
                    <a:pt x="1927771" y="668819"/>
                  </a:lnTo>
                  <a:lnTo>
                    <a:pt x="1911968" y="626039"/>
                  </a:lnTo>
                  <a:lnTo>
                    <a:pt x="1894279" y="584213"/>
                  </a:lnTo>
                  <a:lnTo>
                    <a:pt x="1874755" y="543391"/>
                  </a:lnTo>
                  <a:lnTo>
                    <a:pt x="1853448" y="503626"/>
                  </a:lnTo>
                  <a:lnTo>
                    <a:pt x="1830410" y="464969"/>
                  </a:lnTo>
                  <a:lnTo>
                    <a:pt x="1805693" y="427473"/>
                  </a:lnTo>
                  <a:lnTo>
                    <a:pt x="1779348" y="391189"/>
                  </a:lnTo>
                  <a:lnTo>
                    <a:pt x="1751428" y="356170"/>
                  </a:lnTo>
                  <a:lnTo>
                    <a:pt x="1721984" y="322466"/>
                  </a:lnTo>
                  <a:lnTo>
                    <a:pt x="1691068" y="290131"/>
                  </a:lnTo>
                  <a:lnTo>
                    <a:pt x="1658733" y="259215"/>
                  </a:lnTo>
                  <a:lnTo>
                    <a:pt x="1625029" y="229771"/>
                  </a:lnTo>
                  <a:lnTo>
                    <a:pt x="1590010" y="201851"/>
                  </a:lnTo>
                  <a:lnTo>
                    <a:pt x="1553726" y="175506"/>
                  </a:lnTo>
                  <a:lnTo>
                    <a:pt x="1516230" y="150789"/>
                  </a:lnTo>
                  <a:lnTo>
                    <a:pt x="1477573" y="127751"/>
                  </a:lnTo>
                  <a:lnTo>
                    <a:pt x="1437808" y="106444"/>
                  </a:lnTo>
                  <a:lnTo>
                    <a:pt x="1396986" y="86920"/>
                  </a:lnTo>
                  <a:lnTo>
                    <a:pt x="1355160" y="69231"/>
                  </a:lnTo>
                  <a:lnTo>
                    <a:pt x="1312380" y="53428"/>
                  </a:lnTo>
                  <a:lnTo>
                    <a:pt x="1268700" y="39565"/>
                  </a:lnTo>
                  <a:lnTo>
                    <a:pt x="1224170" y="27691"/>
                  </a:lnTo>
                  <a:lnTo>
                    <a:pt x="1178843" y="17861"/>
                  </a:lnTo>
                  <a:lnTo>
                    <a:pt x="1132770" y="10124"/>
                  </a:lnTo>
                  <a:lnTo>
                    <a:pt x="1086004" y="4534"/>
                  </a:lnTo>
                  <a:lnTo>
                    <a:pt x="1038597" y="1142"/>
                  </a:lnTo>
                  <a:lnTo>
                    <a:pt x="990600" y="0"/>
                  </a:lnTo>
                  <a:close/>
                </a:path>
              </a:pathLst>
            </a:custGeom>
            <a:solidFill>
              <a:srgbClr val="0F1F58"/>
            </a:solidFill>
          </p:spPr>
          <p:txBody>
            <a:bodyPr wrap="square" lIns="0" tIns="0" rIns="0" bIns="0" rtlCol="0"/>
            <a:lstStyle/>
            <a:p>
              <a:endParaRPr/>
            </a:p>
          </p:txBody>
        </p:sp>
        <p:sp>
          <p:nvSpPr>
            <p:cNvPr id="222" name="object 222"/>
            <p:cNvSpPr/>
            <p:nvPr/>
          </p:nvSpPr>
          <p:spPr>
            <a:xfrm>
              <a:off x="6299453" y="3527297"/>
              <a:ext cx="269875" cy="102235"/>
            </a:xfrm>
            <a:custGeom>
              <a:avLst/>
              <a:gdLst/>
              <a:ahLst/>
              <a:cxnLst/>
              <a:rect l="l" t="t" r="r" b="b"/>
              <a:pathLst>
                <a:path w="269875" h="102235">
                  <a:moveTo>
                    <a:pt x="269748" y="0"/>
                  </a:moveTo>
                  <a:lnTo>
                    <a:pt x="192912" y="93725"/>
                  </a:lnTo>
                  <a:lnTo>
                    <a:pt x="0" y="102107"/>
                  </a:lnTo>
                </a:path>
              </a:pathLst>
            </a:custGeom>
            <a:ln w="11143">
              <a:solidFill>
                <a:srgbClr val="D9D9D9"/>
              </a:solidFill>
            </a:ln>
          </p:spPr>
          <p:txBody>
            <a:bodyPr wrap="square" lIns="0" tIns="0" rIns="0" bIns="0" rtlCol="0"/>
            <a:lstStyle/>
            <a:p>
              <a:endParaRPr/>
            </a:p>
          </p:txBody>
        </p:sp>
        <p:sp>
          <p:nvSpPr>
            <p:cNvPr id="223" name="object 223"/>
            <p:cNvSpPr/>
            <p:nvPr/>
          </p:nvSpPr>
          <p:spPr>
            <a:xfrm>
              <a:off x="6421373" y="3813809"/>
              <a:ext cx="182880" cy="9525"/>
            </a:xfrm>
            <a:custGeom>
              <a:avLst/>
              <a:gdLst/>
              <a:ahLst/>
              <a:cxnLst/>
              <a:rect l="l" t="t" r="r" b="b"/>
              <a:pathLst>
                <a:path w="182879" h="9525">
                  <a:moveTo>
                    <a:pt x="-5571" y="4572"/>
                  </a:moveTo>
                  <a:lnTo>
                    <a:pt x="188451" y="4572"/>
                  </a:lnTo>
                </a:path>
              </a:pathLst>
            </a:custGeom>
            <a:ln w="20287">
              <a:solidFill>
                <a:srgbClr val="D9D9D9"/>
              </a:solidFill>
            </a:ln>
          </p:spPr>
          <p:txBody>
            <a:bodyPr wrap="square" lIns="0" tIns="0" rIns="0" bIns="0" rtlCol="0"/>
            <a:lstStyle/>
            <a:p>
              <a:endParaRPr/>
            </a:p>
          </p:txBody>
        </p:sp>
        <p:sp>
          <p:nvSpPr>
            <p:cNvPr id="224" name="object 224"/>
            <p:cNvSpPr/>
            <p:nvPr/>
          </p:nvSpPr>
          <p:spPr>
            <a:xfrm>
              <a:off x="6459473" y="4036314"/>
              <a:ext cx="280670" cy="68580"/>
            </a:xfrm>
            <a:custGeom>
              <a:avLst/>
              <a:gdLst/>
              <a:ahLst/>
              <a:cxnLst/>
              <a:rect l="l" t="t" r="r" b="b"/>
              <a:pathLst>
                <a:path w="280670" h="68579">
                  <a:moveTo>
                    <a:pt x="0" y="0"/>
                  </a:moveTo>
                  <a:lnTo>
                    <a:pt x="126746" y="0"/>
                  </a:lnTo>
                  <a:lnTo>
                    <a:pt x="176529" y="68580"/>
                  </a:lnTo>
                  <a:lnTo>
                    <a:pt x="280416" y="68580"/>
                  </a:lnTo>
                </a:path>
              </a:pathLst>
            </a:custGeom>
            <a:ln w="11143">
              <a:solidFill>
                <a:srgbClr val="D9D9D9"/>
              </a:solidFill>
            </a:ln>
          </p:spPr>
          <p:txBody>
            <a:bodyPr wrap="square" lIns="0" tIns="0" rIns="0" bIns="0" rtlCol="0"/>
            <a:lstStyle/>
            <a:p>
              <a:endParaRPr/>
            </a:p>
          </p:txBody>
        </p:sp>
        <p:sp>
          <p:nvSpPr>
            <p:cNvPr id="225" name="object 225"/>
            <p:cNvSpPr/>
            <p:nvPr/>
          </p:nvSpPr>
          <p:spPr>
            <a:xfrm>
              <a:off x="5891784" y="4407407"/>
              <a:ext cx="119380" cy="24765"/>
            </a:xfrm>
            <a:custGeom>
              <a:avLst/>
              <a:gdLst/>
              <a:ahLst/>
              <a:cxnLst/>
              <a:rect l="l" t="t" r="r" b="b"/>
              <a:pathLst>
                <a:path w="119379" h="24764">
                  <a:moveTo>
                    <a:pt x="22860" y="5461"/>
                  </a:moveTo>
                  <a:lnTo>
                    <a:pt x="17780" y="0"/>
                  </a:lnTo>
                  <a:lnTo>
                    <a:pt x="5080" y="0"/>
                  </a:lnTo>
                  <a:lnTo>
                    <a:pt x="0" y="5461"/>
                  </a:lnTo>
                  <a:lnTo>
                    <a:pt x="0" y="18923"/>
                  </a:lnTo>
                  <a:lnTo>
                    <a:pt x="5080" y="24384"/>
                  </a:lnTo>
                  <a:lnTo>
                    <a:pt x="17780" y="24384"/>
                  </a:lnTo>
                  <a:lnTo>
                    <a:pt x="22860" y="18923"/>
                  </a:lnTo>
                  <a:lnTo>
                    <a:pt x="22860" y="5461"/>
                  </a:lnTo>
                  <a:close/>
                </a:path>
                <a:path w="119379" h="24764">
                  <a:moveTo>
                    <a:pt x="71628" y="5461"/>
                  </a:moveTo>
                  <a:lnTo>
                    <a:pt x="66167" y="0"/>
                  </a:lnTo>
                  <a:lnTo>
                    <a:pt x="52705" y="0"/>
                  </a:lnTo>
                  <a:lnTo>
                    <a:pt x="47244" y="5461"/>
                  </a:lnTo>
                  <a:lnTo>
                    <a:pt x="47244" y="18923"/>
                  </a:lnTo>
                  <a:lnTo>
                    <a:pt x="52705" y="24384"/>
                  </a:lnTo>
                  <a:lnTo>
                    <a:pt x="66167" y="24384"/>
                  </a:lnTo>
                  <a:lnTo>
                    <a:pt x="71628" y="18923"/>
                  </a:lnTo>
                  <a:lnTo>
                    <a:pt x="71628" y="5461"/>
                  </a:lnTo>
                  <a:close/>
                </a:path>
                <a:path w="119379" h="24764">
                  <a:moveTo>
                    <a:pt x="118872" y="5461"/>
                  </a:moveTo>
                  <a:lnTo>
                    <a:pt x="113411" y="0"/>
                  </a:lnTo>
                  <a:lnTo>
                    <a:pt x="99949" y="0"/>
                  </a:lnTo>
                  <a:lnTo>
                    <a:pt x="94488" y="5461"/>
                  </a:lnTo>
                  <a:lnTo>
                    <a:pt x="94488" y="18923"/>
                  </a:lnTo>
                  <a:lnTo>
                    <a:pt x="99949" y="24384"/>
                  </a:lnTo>
                  <a:lnTo>
                    <a:pt x="113411" y="24384"/>
                  </a:lnTo>
                  <a:lnTo>
                    <a:pt x="118872" y="18923"/>
                  </a:lnTo>
                  <a:lnTo>
                    <a:pt x="118872" y="5461"/>
                  </a:lnTo>
                  <a:close/>
                </a:path>
              </a:pathLst>
            </a:custGeom>
            <a:solidFill>
              <a:srgbClr val="F1F1F1"/>
            </a:solidFill>
          </p:spPr>
          <p:txBody>
            <a:bodyPr wrap="square" lIns="0" tIns="0" rIns="0" bIns="0" rtlCol="0"/>
            <a:lstStyle/>
            <a:p>
              <a:endParaRPr/>
            </a:p>
          </p:txBody>
        </p:sp>
        <p:sp>
          <p:nvSpPr>
            <p:cNvPr id="226" name="object 226"/>
            <p:cNvSpPr/>
            <p:nvPr/>
          </p:nvSpPr>
          <p:spPr>
            <a:xfrm>
              <a:off x="5626989" y="3988689"/>
              <a:ext cx="194310" cy="60960"/>
            </a:xfrm>
            <a:custGeom>
              <a:avLst/>
              <a:gdLst/>
              <a:ahLst/>
              <a:cxnLst/>
              <a:rect l="l" t="t" r="r" b="b"/>
              <a:pathLst>
                <a:path w="194310" h="60960">
                  <a:moveTo>
                    <a:pt x="185038" y="0"/>
                  </a:moveTo>
                  <a:lnTo>
                    <a:pt x="177546" y="0"/>
                  </a:lnTo>
                  <a:lnTo>
                    <a:pt x="172847" y="4699"/>
                  </a:lnTo>
                  <a:lnTo>
                    <a:pt x="137441" y="28487"/>
                  </a:lnTo>
                  <a:lnTo>
                    <a:pt x="97155" y="36417"/>
                  </a:lnTo>
                  <a:lnTo>
                    <a:pt x="56868" y="28487"/>
                  </a:lnTo>
                  <a:lnTo>
                    <a:pt x="21462" y="4699"/>
                  </a:lnTo>
                  <a:lnTo>
                    <a:pt x="16763" y="0"/>
                  </a:lnTo>
                  <a:lnTo>
                    <a:pt x="9271" y="0"/>
                  </a:lnTo>
                  <a:lnTo>
                    <a:pt x="0" y="9398"/>
                  </a:lnTo>
                  <a:lnTo>
                    <a:pt x="0" y="17018"/>
                  </a:lnTo>
                  <a:lnTo>
                    <a:pt x="47863" y="50863"/>
                  </a:lnTo>
                  <a:lnTo>
                    <a:pt x="97155" y="60579"/>
                  </a:lnTo>
                  <a:lnTo>
                    <a:pt x="122175" y="58150"/>
                  </a:lnTo>
                  <a:lnTo>
                    <a:pt x="146446" y="50863"/>
                  </a:lnTo>
                  <a:lnTo>
                    <a:pt x="169217" y="38719"/>
                  </a:lnTo>
                  <a:lnTo>
                    <a:pt x="189737" y="21717"/>
                  </a:lnTo>
                  <a:lnTo>
                    <a:pt x="194310" y="17018"/>
                  </a:lnTo>
                  <a:lnTo>
                    <a:pt x="194310" y="9398"/>
                  </a:lnTo>
                  <a:lnTo>
                    <a:pt x="185038" y="0"/>
                  </a:lnTo>
                  <a:close/>
                </a:path>
              </a:pathLst>
            </a:custGeom>
            <a:solidFill>
              <a:srgbClr val="00D9CE"/>
            </a:solidFill>
          </p:spPr>
          <p:txBody>
            <a:bodyPr wrap="square" lIns="0" tIns="0" rIns="0" bIns="0" rtlCol="0"/>
            <a:lstStyle/>
            <a:p>
              <a:endParaRPr/>
            </a:p>
          </p:txBody>
        </p:sp>
        <p:sp>
          <p:nvSpPr>
            <p:cNvPr id="227" name="object 227"/>
            <p:cNvSpPr/>
            <p:nvPr/>
          </p:nvSpPr>
          <p:spPr>
            <a:xfrm>
              <a:off x="5356225" y="3453384"/>
              <a:ext cx="607695" cy="405765"/>
            </a:xfrm>
            <a:custGeom>
              <a:avLst/>
              <a:gdLst/>
              <a:ahLst/>
              <a:cxnLst/>
              <a:rect l="l" t="t" r="r" b="b"/>
              <a:pathLst>
                <a:path w="607695" h="405764">
                  <a:moveTo>
                    <a:pt x="466978" y="0"/>
                  </a:moveTo>
                  <a:lnTo>
                    <a:pt x="463803" y="0"/>
                  </a:lnTo>
                  <a:lnTo>
                    <a:pt x="414969" y="2528"/>
                  </a:lnTo>
                  <a:lnTo>
                    <a:pt x="367423" y="9962"/>
                  </a:lnTo>
                  <a:lnTo>
                    <a:pt x="321454" y="22080"/>
                  </a:lnTo>
                  <a:lnTo>
                    <a:pt x="277352" y="38655"/>
                  </a:lnTo>
                  <a:lnTo>
                    <a:pt x="235403" y="59463"/>
                  </a:lnTo>
                  <a:lnTo>
                    <a:pt x="195896" y="84281"/>
                  </a:lnTo>
                  <a:lnTo>
                    <a:pt x="159120" y="112883"/>
                  </a:lnTo>
                  <a:lnTo>
                    <a:pt x="125362" y="145046"/>
                  </a:lnTo>
                  <a:lnTo>
                    <a:pt x="94911" y="180544"/>
                  </a:lnTo>
                  <a:lnTo>
                    <a:pt x="68054" y="219154"/>
                  </a:lnTo>
                  <a:lnTo>
                    <a:pt x="45081" y="260651"/>
                  </a:lnTo>
                  <a:lnTo>
                    <a:pt x="26280" y="304811"/>
                  </a:lnTo>
                  <a:lnTo>
                    <a:pt x="11937" y="351408"/>
                  </a:lnTo>
                  <a:lnTo>
                    <a:pt x="9626" y="360352"/>
                  </a:lnTo>
                  <a:lnTo>
                    <a:pt x="7064" y="369712"/>
                  </a:lnTo>
                  <a:lnTo>
                    <a:pt x="4240" y="379573"/>
                  </a:lnTo>
                  <a:lnTo>
                    <a:pt x="1142" y="390016"/>
                  </a:lnTo>
                  <a:lnTo>
                    <a:pt x="0" y="393572"/>
                  </a:lnTo>
                  <a:lnTo>
                    <a:pt x="762" y="397509"/>
                  </a:lnTo>
                  <a:lnTo>
                    <a:pt x="3048" y="400557"/>
                  </a:lnTo>
                  <a:lnTo>
                    <a:pt x="5207" y="403605"/>
                  </a:lnTo>
                  <a:lnTo>
                    <a:pt x="8762" y="405383"/>
                  </a:lnTo>
                  <a:lnTo>
                    <a:pt x="470408" y="405383"/>
                  </a:lnTo>
                  <a:lnTo>
                    <a:pt x="475741" y="400049"/>
                  </a:lnTo>
                  <a:lnTo>
                    <a:pt x="475741" y="381507"/>
                  </a:lnTo>
                  <a:lnTo>
                    <a:pt x="28575" y="381507"/>
                  </a:lnTo>
                  <a:lnTo>
                    <a:pt x="30987" y="372871"/>
                  </a:lnTo>
                  <a:lnTo>
                    <a:pt x="33147" y="364870"/>
                  </a:lnTo>
                  <a:lnTo>
                    <a:pt x="35051" y="357250"/>
                  </a:lnTo>
                  <a:lnTo>
                    <a:pt x="49663" y="310375"/>
                  </a:lnTo>
                  <a:lnTo>
                    <a:pt x="69063" y="266049"/>
                  </a:lnTo>
                  <a:lnTo>
                    <a:pt x="92803" y="224742"/>
                  </a:lnTo>
                  <a:lnTo>
                    <a:pt x="120678" y="186497"/>
                  </a:lnTo>
                  <a:lnTo>
                    <a:pt x="152320" y="151640"/>
                  </a:lnTo>
                  <a:lnTo>
                    <a:pt x="187404" y="120427"/>
                  </a:lnTo>
                  <a:lnTo>
                    <a:pt x="225602" y="93115"/>
                  </a:lnTo>
                  <a:lnTo>
                    <a:pt x="266587" y="69958"/>
                  </a:lnTo>
                  <a:lnTo>
                    <a:pt x="310032" y="51212"/>
                  </a:lnTo>
                  <a:lnTo>
                    <a:pt x="355612" y="37134"/>
                  </a:lnTo>
                  <a:lnTo>
                    <a:pt x="402999" y="27979"/>
                  </a:lnTo>
                  <a:lnTo>
                    <a:pt x="451865" y="24002"/>
                  </a:lnTo>
                  <a:lnTo>
                    <a:pt x="475741" y="24002"/>
                  </a:lnTo>
                  <a:lnTo>
                    <a:pt x="475741" y="8889"/>
                  </a:lnTo>
                  <a:lnTo>
                    <a:pt x="474599" y="5841"/>
                  </a:lnTo>
                  <a:lnTo>
                    <a:pt x="472313" y="3555"/>
                  </a:lnTo>
                  <a:lnTo>
                    <a:pt x="470026" y="1396"/>
                  </a:lnTo>
                  <a:lnTo>
                    <a:pt x="466978" y="0"/>
                  </a:lnTo>
                  <a:close/>
                </a:path>
                <a:path w="607695" h="405764">
                  <a:moveTo>
                    <a:pt x="466216" y="226567"/>
                  </a:moveTo>
                  <a:lnTo>
                    <a:pt x="457200" y="226567"/>
                  </a:lnTo>
                  <a:lnTo>
                    <a:pt x="451865" y="231901"/>
                  </a:lnTo>
                  <a:lnTo>
                    <a:pt x="451865" y="381507"/>
                  </a:lnTo>
                  <a:lnTo>
                    <a:pt x="475741" y="381507"/>
                  </a:lnTo>
                  <a:lnTo>
                    <a:pt x="475741" y="251586"/>
                  </a:lnTo>
                  <a:lnTo>
                    <a:pt x="587311" y="251586"/>
                  </a:lnTo>
                  <a:lnTo>
                    <a:pt x="588473" y="250443"/>
                  </a:lnTo>
                  <a:lnTo>
                    <a:pt x="535559" y="250443"/>
                  </a:lnTo>
                  <a:lnTo>
                    <a:pt x="527935" y="249830"/>
                  </a:lnTo>
                  <a:lnTo>
                    <a:pt x="520573" y="248015"/>
                  </a:lnTo>
                  <a:lnTo>
                    <a:pt x="513591" y="245032"/>
                  </a:lnTo>
                  <a:lnTo>
                    <a:pt x="507111" y="240918"/>
                  </a:lnTo>
                  <a:lnTo>
                    <a:pt x="497488" y="234711"/>
                  </a:lnTo>
                  <a:lnTo>
                    <a:pt x="487378" y="230219"/>
                  </a:lnTo>
                  <a:lnTo>
                    <a:pt x="476910" y="227488"/>
                  </a:lnTo>
                  <a:lnTo>
                    <a:pt x="466216" y="226567"/>
                  </a:lnTo>
                  <a:close/>
                </a:path>
                <a:path w="607695" h="405764">
                  <a:moveTo>
                    <a:pt x="587311" y="251586"/>
                  </a:moveTo>
                  <a:lnTo>
                    <a:pt x="475741" y="251586"/>
                  </a:lnTo>
                  <a:lnTo>
                    <a:pt x="481711" y="253110"/>
                  </a:lnTo>
                  <a:lnTo>
                    <a:pt x="487425" y="255904"/>
                  </a:lnTo>
                  <a:lnTo>
                    <a:pt x="524031" y="273272"/>
                  </a:lnTo>
                  <a:lnTo>
                    <a:pt x="535559" y="274192"/>
                  </a:lnTo>
                  <a:lnTo>
                    <a:pt x="551430" y="272440"/>
                  </a:lnTo>
                  <a:lnTo>
                    <a:pt x="566324" y="267319"/>
                  </a:lnTo>
                  <a:lnTo>
                    <a:pt x="579743" y="259030"/>
                  </a:lnTo>
                  <a:lnTo>
                    <a:pt x="587311" y="251586"/>
                  </a:lnTo>
                  <a:close/>
                </a:path>
                <a:path w="607695" h="405764">
                  <a:moveTo>
                    <a:pt x="588443" y="155033"/>
                  </a:moveTo>
                  <a:lnTo>
                    <a:pt x="534638" y="155033"/>
                  </a:lnTo>
                  <a:lnTo>
                    <a:pt x="544576" y="155828"/>
                  </a:lnTo>
                  <a:lnTo>
                    <a:pt x="557789" y="160381"/>
                  </a:lnTo>
                  <a:lnTo>
                    <a:pt x="568944" y="168433"/>
                  </a:lnTo>
                  <a:lnTo>
                    <a:pt x="577312" y="179296"/>
                  </a:lnTo>
                  <a:lnTo>
                    <a:pt x="582167" y="192277"/>
                  </a:lnTo>
                  <a:lnTo>
                    <a:pt x="583322" y="203215"/>
                  </a:lnTo>
                  <a:lnTo>
                    <a:pt x="582072" y="213772"/>
                  </a:lnTo>
                  <a:lnTo>
                    <a:pt x="556053" y="245808"/>
                  </a:lnTo>
                  <a:lnTo>
                    <a:pt x="535559" y="250443"/>
                  </a:lnTo>
                  <a:lnTo>
                    <a:pt x="588473" y="250443"/>
                  </a:lnTo>
                  <a:lnTo>
                    <a:pt x="591185" y="247776"/>
                  </a:lnTo>
                  <a:lnTo>
                    <a:pt x="599805" y="234315"/>
                  </a:lnTo>
                  <a:lnTo>
                    <a:pt x="605186" y="219424"/>
                  </a:lnTo>
                  <a:lnTo>
                    <a:pt x="607187" y="203628"/>
                  </a:lnTo>
                  <a:lnTo>
                    <a:pt x="605663" y="187451"/>
                  </a:lnTo>
                  <a:lnTo>
                    <a:pt x="598293" y="167838"/>
                  </a:lnTo>
                  <a:lnTo>
                    <a:pt x="588443" y="155033"/>
                  </a:lnTo>
                  <a:close/>
                </a:path>
                <a:path w="607695" h="405764">
                  <a:moveTo>
                    <a:pt x="475741" y="24002"/>
                  </a:moveTo>
                  <a:lnTo>
                    <a:pt x="451865" y="24002"/>
                  </a:lnTo>
                  <a:lnTo>
                    <a:pt x="451865" y="173481"/>
                  </a:lnTo>
                  <a:lnTo>
                    <a:pt x="457200" y="178815"/>
                  </a:lnTo>
                  <a:lnTo>
                    <a:pt x="466216" y="178815"/>
                  </a:lnTo>
                  <a:lnTo>
                    <a:pt x="476809" y="177893"/>
                  </a:lnTo>
                  <a:lnTo>
                    <a:pt x="487330" y="175148"/>
                  </a:lnTo>
                  <a:lnTo>
                    <a:pt x="497613" y="170618"/>
                  </a:lnTo>
                  <a:lnTo>
                    <a:pt x="507491" y="164337"/>
                  </a:lnTo>
                  <a:lnTo>
                    <a:pt x="515858" y="159347"/>
                  </a:lnTo>
                  <a:lnTo>
                    <a:pt x="524986" y="156225"/>
                  </a:lnTo>
                  <a:lnTo>
                    <a:pt x="534638" y="155033"/>
                  </a:lnTo>
                  <a:lnTo>
                    <a:pt x="588443" y="155033"/>
                  </a:lnTo>
                  <a:lnTo>
                    <a:pt x="587492" y="153796"/>
                  </a:lnTo>
                  <a:lnTo>
                    <a:pt x="475741" y="153796"/>
                  </a:lnTo>
                  <a:lnTo>
                    <a:pt x="475741" y="24002"/>
                  </a:lnTo>
                  <a:close/>
                </a:path>
                <a:path w="607695" h="405764">
                  <a:moveTo>
                    <a:pt x="534038" y="131177"/>
                  </a:moveTo>
                  <a:lnTo>
                    <a:pt x="519588" y="132984"/>
                  </a:lnTo>
                  <a:lnTo>
                    <a:pt x="505852" y="137673"/>
                  </a:lnTo>
                  <a:lnTo>
                    <a:pt x="493140" y="145161"/>
                  </a:lnTo>
                  <a:lnTo>
                    <a:pt x="488950" y="148336"/>
                  </a:lnTo>
                  <a:lnTo>
                    <a:pt x="482980" y="151891"/>
                  </a:lnTo>
                  <a:lnTo>
                    <a:pt x="475741" y="153796"/>
                  </a:lnTo>
                  <a:lnTo>
                    <a:pt x="587492" y="153796"/>
                  </a:lnTo>
                  <a:lnTo>
                    <a:pt x="585660" y="151415"/>
                  </a:lnTo>
                  <a:lnTo>
                    <a:pt x="568836" y="139231"/>
                  </a:lnTo>
                  <a:lnTo>
                    <a:pt x="548894" y="132333"/>
                  </a:lnTo>
                  <a:lnTo>
                    <a:pt x="534038" y="131177"/>
                  </a:lnTo>
                  <a:close/>
                </a:path>
              </a:pathLst>
            </a:custGeom>
            <a:solidFill>
              <a:srgbClr val="FFFFFF"/>
            </a:solidFill>
          </p:spPr>
          <p:txBody>
            <a:bodyPr wrap="square" lIns="0" tIns="0" rIns="0" bIns="0" rtlCol="0"/>
            <a:lstStyle/>
            <a:p>
              <a:endParaRPr/>
            </a:p>
          </p:txBody>
        </p:sp>
        <p:sp>
          <p:nvSpPr>
            <p:cNvPr id="228" name="object 228"/>
            <p:cNvSpPr/>
            <p:nvPr/>
          </p:nvSpPr>
          <p:spPr>
            <a:xfrm>
              <a:off x="5413263" y="3500628"/>
              <a:ext cx="1051560" cy="1050290"/>
            </a:xfrm>
            <a:custGeom>
              <a:avLst/>
              <a:gdLst/>
              <a:ahLst/>
              <a:cxnLst/>
              <a:rect l="l" t="t" r="r" b="b"/>
              <a:pathLst>
                <a:path w="1051560" h="1050289">
                  <a:moveTo>
                    <a:pt x="585581" y="0"/>
                  </a:moveTo>
                  <a:lnTo>
                    <a:pt x="582406" y="0"/>
                  </a:lnTo>
                  <a:lnTo>
                    <a:pt x="579358" y="1270"/>
                  </a:lnTo>
                  <a:lnTo>
                    <a:pt x="574786" y="5714"/>
                  </a:lnTo>
                  <a:lnTo>
                    <a:pt x="573643" y="8762"/>
                  </a:lnTo>
                  <a:lnTo>
                    <a:pt x="573643" y="173609"/>
                  </a:lnTo>
                  <a:lnTo>
                    <a:pt x="578977" y="178943"/>
                  </a:lnTo>
                  <a:lnTo>
                    <a:pt x="587867" y="178943"/>
                  </a:lnTo>
                  <a:lnTo>
                    <a:pt x="598580" y="178022"/>
                  </a:lnTo>
                  <a:lnTo>
                    <a:pt x="609091" y="175291"/>
                  </a:lnTo>
                  <a:lnTo>
                    <a:pt x="619246" y="170799"/>
                  </a:lnTo>
                  <a:lnTo>
                    <a:pt x="635349" y="160478"/>
                  </a:lnTo>
                  <a:lnTo>
                    <a:pt x="642286" y="157495"/>
                  </a:lnTo>
                  <a:lnTo>
                    <a:pt x="649604" y="155680"/>
                  </a:lnTo>
                  <a:lnTo>
                    <a:pt x="657209" y="155067"/>
                  </a:lnTo>
                  <a:lnTo>
                    <a:pt x="667825" y="156235"/>
                  </a:lnTo>
                  <a:lnTo>
                    <a:pt x="700141" y="181727"/>
                  </a:lnTo>
                  <a:lnTo>
                    <a:pt x="705026" y="202170"/>
                  </a:lnTo>
                  <a:lnTo>
                    <a:pt x="703945" y="213106"/>
                  </a:lnTo>
                  <a:lnTo>
                    <a:pt x="679459" y="245110"/>
                  </a:lnTo>
                  <a:lnTo>
                    <a:pt x="656306" y="250477"/>
                  </a:lnTo>
                  <a:lnTo>
                    <a:pt x="646683" y="249285"/>
                  </a:lnTo>
                  <a:lnTo>
                    <a:pt x="637561" y="246163"/>
                  </a:lnTo>
                  <a:lnTo>
                    <a:pt x="629142" y="241173"/>
                  </a:lnTo>
                  <a:lnTo>
                    <a:pt x="619281" y="234892"/>
                  </a:lnTo>
                  <a:lnTo>
                    <a:pt x="609028" y="230362"/>
                  </a:lnTo>
                  <a:lnTo>
                    <a:pt x="598513" y="227617"/>
                  </a:lnTo>
                  <a:lnTo>
                    <a:pt x="587867" y="226695"/>
                  </a:lnTo>
                  <a:lnTo>
                    <a:pt x="578977" y="226695"/>
                  </a:lnTo>
                  <a:lnTo>
                    <a:pt x="573643" y="232029"/>
                  </a:lnTo>
                  <a:lnTo>
                    <a:pt x="573643" y="381762"/>
                  </a:lnTo>
                  <a:lnTo>
                    <a:pt x="543036" y="381762"/>
                  </a:lnTo>
                  <a:lnTo>
                    <a:pt x="537702" y="387096"/>
                  </a:lnTo>
                  <a:lnTo>
                    <a:pt x="537702" y="400304"/>
                  </a:lnTo>
                  <a:lnTo>
                    <a:pt x="543036" y="405638"/>
                  </a:lnTo>
                  <a:lnTo>
                    <a:pt x="592185" y="405638"/>
                  </a:lnTo>
                  <a:lnTo>
                    <a:pt x="597519" y="400304"/>
                  </a:lnTo>
                  <a:lnTo>
                    <a:pt x="597519" y="251714"/>
                  </a:lnTo>
                  <a:lnTo>
                    <a:pt x="604631" y="253619"/>
                  </a:lnTo>
                  <a:lnTo>
                    <a:pt x="610600" y="257175"/>
                  </a:lnTo>
                  <a:lnTo>
                    <a:pt x="614918" y="260350"/>
                  </a:lnTo>
                  <a:lnTo>
                    <a:pt x="627574" y="267890"/>
                  </a:lnTo>
                  <a:lnTo>
                    <a:pt x="641302" y="272573"/>
                  </a:lnTo>
                  <a:lnTo>
                    <a:pt x="655744" y="274351"/>
                  </a:lnTo>
                  <a:lnTo>
                    <a:pt x="670544" y="273177"/>
                  </a:lnTo>
                  <a:lnTo>
                    <a:pt x="707358" y="254079"/>
                  </a:lnTo>
                  <a:lnTo>
                    <a:pt x="727313" y="217932"/>
                  </a:lnTo>
                  <a:lnTo>
                    <a:pt x="728908" y="201808"/>
                  </a:lnTo>
                  <a:lnTo>
                    <a:pt x="726932" y="186007"/>
                  </a:lnTo>
                  <a:lnTo>
                    <a:pt x="701411" y="146407"/>
                  </a:lnTo>
                  <a:lnTo>
                    <a:pt x="657209" y="131191"/>
                  </a:lnTo>
                  <a:lnTo>
                    <a:pt x="645735" y="132111"/>
                  </a:lnTo>
                  <a:lnTo>
                    <a:pt x="634666" y="134842"/>
                  </a:lnTo>
                  <a:lnTo>
                    <a:pt x="624169" y="139334"/>
                  </a:lnTo>
                  <a:lnTo>
                    <a:pt x="614410" y="145542"/>
                  </a:lnTo>
                  <a:lnTo>
                    <a:pt x="609076" y="149606"/>
                  </a:lnTo>
                  <a:lnTo>
                    <a:pt x="603361" y="152400"/>
                  </a:lnTo>
                  <a:lnTo>
                    <a:pt x="597519" y="153797"/>
                  </a:lnTo>
                  <a:lnTo>
                    <a:pt x="597519" y="24002"/>
                  </a:lnTo>
                  <a:lnTo>
                    <a:pt x="646216" y="28127"/>
                  </a:lnTo>
                  <a:lnTo>
                    <a:pt x="693418" y="37520"/>
                  </a:lnTo>
                  <a:lnTo>
                    <a:pt x="738805" y="51877"/>
                  </a:lnTo>
                  <a:lnTo>
                    <a:pt x="782061" y="70890"/>
                  </a:lnTo>
                  <a:lnTo>
                    <a:pt x="822867" y="94255"/>
                  </a:lnTo>
                  <a:lnTo>
                    <a:pt x="860905" y="121664"/>
                  </a:lnTo>
                  <a:lnTo>
                    <a:pt x="895857" y="152812"/>
                  </a:lnTo>
                  <a:lnTo>
                    <a:pt x="927406" y="187393"/>
                  </a:lnTo>
                  <a:lnTo>
                    <a:pt x="955233" y="225101"/>
                  </a:lnTo>
                  <a:lnTo>
                    <a:pt x="979020" y="265630"/>
                  </a:lnTo>
                  <a:lnTo>
                    <a:pt x="998450" y="308674"/>
                  </a:lnTo>
                  <a:lnTo>
                    <a:pt x="1013204" y="353926"/>
                  </a:lnTo>
                  <a:lnTo>
                    <a:pt x="1022965" y="401082"/>
                  </a:lnTo>
                  <a:lnTo>
                    <a:pt x="1027414" y="449834"/>
                  </a:lnTo>
                  <a:lnTo>
                    <a:pt x="1026478" y="497649"/>
                  </a:lnTo>
                  <a:lnTo>
                    <a:pt x="1020491" y="544634"/>
                  </a:lnTo>
                  <a:lnTo>
                    <a:pt x="1009579" y="590439"/>
                  </a:lnTo>
                  <a:lnTo>
                    <a:pt x="993868" y="634716"/>
                  </a:lnTo>
                  <a:lnTo>
                    <a:pt x="973485" y="677115"/>
                  </a:lnTo>
                  <a:lnTo>
                    <a:pt x="948557" y="717289"/>
                  </a:lnTo>
                  <a:lnTo>
                    <a:pt x="887883" y="795205"/>
                  </a:lnTo>
                  <a:lnTo>
                    <a:pt x="861721" y="838115"/>
                  </a:lnTo>
                  <a:lnTo>
                    <a:pt x="840914" y="883142"/>
                  </a:lnTo>
                  <a:lnTo>
                    <a:pt x="825653" y="929809"/>
                  </a:lnTo>
                  <a:lnTo>
                    <a:pt x="816128" y="977640"/>
                  </a:lnTo>
                  <a:lnTo>
                    <a:pt x="812530" y="1026160"/>
                  </a:lnTo>
                  <a:lnTo>
                    <a:pt x="406257" y="1026160"/>
                  </a:lnTo>
                  <a:lnTo>
                    <a:pt x="406257" y="930656"/>
                  </a:lnTo>
                  <a:lnTo>
                    <a:pt x="448802" y="930656"/>
                  </a:lnTo>
                  <a:lnTo>
                    <a:pt x="454136" y="925322"/>
                  </a:lnTo>
                  <a:lnTo>
                    <a:pt x="454136" y="912114"/>
                  </a:lnTo>
                  <a:lnTo>
                    <a:pt x="448802" y="906780"/>
                  </a:lnTo>
                  <a:lnTo>
                    <a:pt x="179308" y="906780"/>
                  </a:lnTo>
                  <a:lnTo>
                    <a:pt x="165334" y="903972"/>
                  </a:lnTo>
                  <a:lnTo>
                    <a:pt x="153908" y="896318"/>
                  </a:lnTo>
                  <a:lnTo>
                    <a:pt x="146196" y="884973"/>
                  </a:lnTo>
                  <a:lnTo>
                    <a:pt x="143367" y="871093"/>
                  </a:lnTo>
                  <a:lnTo>
                    <a:pt x="143367" y="787527"/>
                  </a:lnTo>
                  <a:lnTo>
                    <a:pt x="227060" y="787527"/>
                  </a:lnTo>
                  <a:lnTo>
                    <a:pt x="250263" y="782826"/>
                  </a:lnTo>
                  <a:lnTo>
                    <a:pt x="269239" y="770016"/>
                  </a:lnTo>
                  <a:lnTo>
                    <a:pt x="282049" y="751040"/>
                  </a:lnTo>
                  <a:lnTo>
                    <a:pt x="286750" y="727837"/>
                  </a:lnTo>
                  <a:lnTo>
                    <a:pt x="286750" y="709295"/>
                  </a:lnTo>
                  <a:lnTo>
                    <a:pt x="281416" y="703961"/>
                  </a:lnTo>
                  <a:lnTo>
                    <a:pt x="268208" y="703961"/>
                  </a:lnTo>
                  <a:lnTo>
                    <a:pt x="262874" y="709295"/>
                  </a:lnTo>
                  <a:lnTo>
                    <a:pt x="262874" y="727837"/>
                  </a:lnTo>
                  <a:lnTo>
                    <a:pt x="260064" y="741737"/>
                  </a:lnTo>
                  <a:lnTo>
                    <a:pt x="252396" y="753125"/>
                  </a:lnTo>
                  <a:lnTo>
                    <a:pt x="241014" y="760823"/>
                  </a:lnTo>
                  <a:lnTo>
                    <a:pt x="227060" y="763651"/>
                  </a:lnTo>
                  <a:lnTo>
                    <a:pt x="143367" y="763651"/>
                  </a:lnTo>
                  <a:lnTo>
                    <a:pt x="143367" y="673481"/>
                  </a:lnTo>
                  <a:lnTo>
                    <a:pt x="138033" y="668147"/>
                  </a:lnTo>
                  <a:lnTo>
                    <a:pt x="39862" y="668147"/>
                  </a:lnTo>
                  <a:lnTo>
                    <a:pt x="31353" y="663575"/>
                  </a:lnTo>
                  <a:lnTo>
                    <a:pt x="27162" y="656209"/>
                  </a:lnTo>
                  <a:lnTo>
                    <a:pt x="24592" y="649601"/>
                  </a:lnTo>
                  <a:lnTo>
                    <a:pt x="23939" y="642778"/>
                  </a:lnTo>
                  <a:lnTo>
                    <a:pt x="25215" y="636099"/>
                  </a:lnTo>
                  <a:lnTo>
                    <a:pt x="28432" y="629920"/>
                  </a:lnTo>
                  <a:lnTo>
                    <a:pt x="43164" y="609346"/>
                  </a:lnTo>
                  <a:lnTo>
                    <a:pt x="67493" y="572725"/>
                  </a:lnTo>
                  <a:lnTo>
                    <a:pt x="89694" y="533946"/>
                  </a:lnTo>
                  <a:lnTo>
                    <a:pt x="109714" y="493107"/>
                  </a:lnTo>
                  <a:lnTo>
                    <a:pt x="127496" y="450305"/>
                  </a:lnTo>
                  <a:lnTo>
                    <a:pt x="142986" y="405638"/>
                  </a:lnTo>
                  <a:lnTo>
                    <a:pt x="460740" y="405638"/>
                  </a:lnTo>
                  <a:lnTo>
                    <a:pt x="466074" y="400304"/>
                  </a:lnTo>
                  <a:lnTo>
                    <a:pt x="466074" y="387096"/>
                  </a:lnTo>
                  <a:lnTo>
                    <a:pt x="460740" y="381762"/>
                  </a:lnTo>
                  <a:lnTo>
                    <a:pt x="128889" y="381762"/>
                  </a:lnTo>
                  <a:lnTo>
                    <a:pt x="124190" y="385191"/>
                  </a:lnTo>
                  <a:lnTo>
                    <a:pt x="122666" y="390271"/>
                  </a:lnTo>
                  <a:lnTo>
                    <a:pt x="107524" y="435426"/>
                  </a:lnTo>
                  <a:lnTo>
                    <a:pt x="90017" y="478624"/>
                  </a:lnTo>
                  <a:lnTo>
                    <a:pt x="70188" y="519768"/>
                  </a:lnTo>
                  <a:lnTo>
                    <a:pt x="48079" y="558760"/>
                  </a:lnTo>
                  <a:lnTo>
                    <a:pt x="23733" y="595503"/>
                  </a:lnTo>
                  <a:lnTo>
                    <a:pt x="9001" y="615950"/>
                  </a:lnTo>
                  <a:lnTo>
                    <a:pt x="2601" y="628265"/>
                  </a:lnTo>
                  <a:lnTo>
                    <a:pt x="0" y="641508"/>
                  </a:lnTo>
                  <a:lnTo>
                    <a:pt x="1232" y="654990"/>
                  </a:lnTo>
                  <a:lnTo>
                    <a:pt x="6334" y="668020"/>
                  </a:lnTo>
                  <a:lnTo>
                    <a:pt x="14043" y="678039"/>
                  </a:lnTo>
                  <a:lnTo>
                    <a:pt x="24193" y="685593"/>
                  </a:lnTo>
                  <a:lnTo>
                    <a:pt x="36177" y="690362"/>
                  </a:lnTo>
                  <a:lnTo>
                    <a:pt x="49387" y="692023"/>
                  </a:lnTo>
                  <a:lnTo>
                    <a:pt x="119491" y="692023"/>
                  </a:lnTo>
                  <a:lnTo>
                    <a:pt x="119491" y="871093"/>
                  </a:lnTo>
                  <a:lnTo>
                    <a:pt x="124194" y="894276"/>
                  </a:lnTo>
                  <a:lnTo>
                    <a:pt x="137017" y="913209"/>
                  </a:lnTo>
                  <a:lnTo>
                    <a:pt x="156031" y="925974"/>
                  </a:lnTo>
                  <a:lnTo>
                    <a:pt x="179308" y="930656"/>
                  </a:lnTo>
                  <a:lnTo>
                    <a:pt x="382381" y="930656"/>
                  </a:lnTo>
                  <a:lnTo>
                    <a:pt x="382381" y="1044702"/>
                  </a:lnTo>
                  <a:lnTo>
                    <a:pt x="387715" y="1050036"/>
                  </a:lnTo>
                  <a:lnTo>
                    <a:pt x="831072" y="1050036"/>
                  </a:lnTo>
                  <a:lnTo>
                    <a:pt x="836406" y="1044702"/>
                  </a:lnTo>
                  <a:lnTo>
                    <a:pt x="836406" y="1030732"/>
                  </a:lnTo>
                  <a:lnTo>
                    <a:pt x="839360" y="984274"/>
                  </a:lnTo>
                  <a:lnTo>
                    <a:pt x="848099" y="938431"/>
                  </a:lnTo>
                  <a:lnTo>
                    <a:pt x="862441" y="893667"/>
                  </a:lnTo>
                  <a:lnTo>
                    <a:pt x="882201" y="850448"/>
                  </a:lnTo>
                  <a:lnTo>
                    <a:pt x="907196" y="809240"/>
                  </a:lnTo>
                  <a:lnTo>
                    <a:pt x="968201" y="730876"/>
                  </a:lnTo>
                  <a:lnTo>
                    <a:pt x="994477" y="688533"/>
                  </a:lnTo>
                  <a:lnTo>
                    <a:pt x="1015947" y="643849"/>
                  </a:lnTo>
                  <a:lnTo>
                    <a:pt x="1032488" y="597192"/>
                  </a:lnTo>
                  <a:lnTo>
                    <a:pt x="1043975" y="548931"/>
                  </a:lnTo>
                  <a:lnTo>
                    <a:pt x="1050284" y="499434"/>
                  </a:lnTo>
                  <a:lnTo>
                    <a:pt x="1051290" y="449072"/>
                  </a:lnTo>
                  <a:lnTo>
                    <a:pt x="1046963" y="400228"/>
                  </a:lnTo>
                  <a:lnTo>
                    <a:pt x="1037579" y="352889"/>
                  </a:lnTo>
                  <a:lnTo>
                    <a:pt x="1023424" y="307331"/>
                  </a:lnTo>
                  <a:lnTo>
                    <a:pt x="1004783" y="263831"/>
                  </a:lnTo>
                  <a:lnTo>
                    <a:pt x="981943" y="222663"/>
                  </a:lnTo>
                  <a:lnTo>
                    <a:pt x="955190" y="184105"/>
                  </a:lnTo>
                  <a:lnTo>
                    <a:pt x="924811" y="148431"/>
                  </a:lnTo>
                  <a:lnTo>
                    <a:pt x="891092" y="115918"/>
                  </a:lnTo>
                  <a:lnTo>
                    <a:pt x="854319" y="86841"/>
                  </a:lnTo>
                  <a:lnTo>
                    <a:pt x="814778" y="61477"/>
                  </a:lnTo>
                  <a:lnTo>
                    <a:pt x="772756" y="40101"/>
                  </a:lnTo>
                  <a:lnTo>
                    <a:pt x="728539" y="22990"/>
                  </a:lnTo>
                  <a:lnTo>
                    <a:pt x="682413" y="10418"/>
                  </a:lnTo>
                  <a:lnTo>
                    <a:pt x="634665" y="2663"/>
                  </a:lnTo>
                  <a:lnTo>
                    <a:pt x="585581" y="0"/>
                  </a:lnTo>
                  <a:close/>
                </a:path>
              </a:pathLst>
            </a:custGeom>
            <a:solidFill>
              <a:srgbClr val="00D9CE"/>
            </a:solidFill>
          </p:spPr>
          <p:txBody>
            <a:bodyPr wrap="square" lIns="0" tIns="0" rIns="0" bIns="0" rtlCol="0"/>
            <a:lstStyle/>
            <a:p>
              <a:endParaRPr/>
            </a:p>
          </p:txBody>
        </p:sp>
        <p:sp>
          <p:nvSpPr>
            <p:cNvPr id="229" name="object 229"/>
            <p:cNvSpPr/>
            <p:nvPr/>
          </p:nvSpPr>
          <p:spPr>
            <a:xfrm>
              <a:off x="5939129" y="3882644"/>
              <a:ext cx="405765" cy="397510"/>
            </a:xfrm>
            <a:custGeom>
              <a:avLst/>
              <a:gdLst/>
              <a:ahLst/>
              <a:cxnLst/>
              <a:rect l="l" t="t" r="r" b="b"/>
              <a:pathLst>
                <a:path w="405764" h="397510">
                  <a:moveTo>
                    <a:pt x="135265" y="325119"/>
                  </a:moveTo>
                  <a:lnTo>
                    <a:pt x="92735" y="325119"/>
                  </a:lnTo>
                  <a:lnTo>
                    <a:pt x="98619" y="330199"/>
                  </a:lnTo>
                  <a:lnTo>
                    <a:pt x="104657" y="334009"/>
                  </a:lnTo>
                  <a:lnTo>
                    <a:pt x="110862" y="339089"/>
                  </a:lnTo>
                  <a:lnTo>
                    <a:pt x="117246" y="342899"/>
                  </a:lnTo>
                  <a:lnTo>
                    <a:pt x="114579" y="378459"/>
                  </a:lnTo>
                  <a:lnTo>
                    <a:pt x="117500" y="383539"/>
                  </a:lnTo>
                  <a:lnTo>
                    <a:pt x="122199" y="384809"/>
                  </a:lnTo>
                  <a:lnTo>
                    <a:pt x="130908" y="388619"/>
                  </a:lnTo>
                  <a:lnTo>
                    <a:pt x="139868" y="392429"/>
                  </a:lnTo>
                  <a:lnTo>
                    <a:pt x="158394" y="397509"/>
                  </a:lnTo>
                  <a:lnTo>
                    <a:pt x="165125" y="397509"/>
                  </a:lnTo>
                  <a:lnTo>
                    <a:pt x="168935" y="394969"/>
                  </a:lnTo>
                  <a:lnTo>
                    <a:pt x="171094" y="391159"/>
                  </a:lnTo>
                  <a:lnTo>
                    <a:pt x="183381" y="372109"/>
                  </a:lnTo>
                  <a:lnTo>
                    <a:pt x="155473" y="372109"/>
                  </a:lnTo>
                  <a:lnTo>
                    <a:pt x="150012" y="370839"/>
                  </a:lnTo>
                  <a:lnTo>
                    <a:pt x="144678" y="368299"/>
                  </a:lnTo>
                  <a:lnTo>
                    <a:pt x="139471" y="367029"/>
                  </a:lnTo>
                  <a:lnTo>
                    <a:pt x="141503" y="336549"/>
                  </a:lnTo>
                  <a:lnTo>
                    <a:pt x="141884" y="332739"/>
                  </a:lnTo>
                  <a:lnTo>
                    <a:pt x="139471" y="327659"/>
                  </a:lnTo>
                  <a:lnTo>
                    <a:pt x="135265" y="325119"/>
                  </a:lnTo>
                  <a:close/>
                </a:path>
                <a:path w="405764" h="397510">
                  <a:moveTo>
                    <a:pt x="245770" y="365759"/>
                  </a:moveTo>
                  <a:lnTo>
                    <a:pt x="217703" y="365759"/>
                  </a:lnTo>
                  <a:lnTo>
                    <a:pt x="234086" y="391159"/>
                  </a:lnTo>
                  <a:lnTo>
                    <a:pt x="236753" y="396239"/>
                  </a:lnTo>
                  <a:lnTo>
                    <a:pt x="241833" y="397509"/>
                  </a:lnTo>
                  <a:lnTo>
                    <a:pt x="246786" y="397509"/>
                  </a:lnTo>
                  <a:lnTo>
                    <a:pt x="265407" y="392429"/>
                  </a:lnTo>
                  <a:lnTo>
                    <a:pt x="274343" y="388619"/>
                  </a:lnTo>
                  <a:lnTo>
                    <a:pt x="287680" y="383539"/>
                  </a:lnTo>
                  <a:lnTo>
                    <a:pt x="290601" y="378459"/>
                  </a:lnTo>
                  <a:lnTo>
                    <a:pt x="290125" y="372109"/>
                  </a:lnTo>
                  <a:lnTo>
                    <a:pt x="249707" y="372109"/>
                  </a:lnTo>
                  <a:lnTo>
                    <a:pt x="245770" y="365759"/>
                  </a:lnTo>
                  <a:close/>
                </a:path>
                <a:path w="405764" h="397510">
                  <a:moveTo>
                    <a:pt x="183032" y="340359"/>
                  </a:moveTo>
                  <a:lnTo>
                    <a:pt x="177317" y="340359"/>
                  </a:lnTo>
                  <a:lnTo>
                    <a:pt x="173380" y="342899"/>
                  </a:lnTo>
                  <a:lnTo>
                    <a:pt x="171221" y="346709"/>
                  </a:lnTo>
                  <a:lnTo>
                    <a:pt x="155473" y="372109"/>
                  </a:lnTo>
                  <a:lnTo>
                    <a:pt x="183381" y="372109"/>
                  </a:lnTo>
                  <a:lnTo>
                    <a:pt x="187477" y="365759"/>
                  </a:lnTo>
                  <a:lnTo>
                    <a:pt x="245770" y="365759"/>
                  </a:lnTo>
                  <a:lnTo>
                    <a:pt x="233959" y="346709"/>
                  </a:lnTo>
                  <a:lnTo>
                    <a:pt x="231546" y="342899"/>
                  </a:lnTo>
                  <a:lnTo>
                    <a:pt x="202653" y="342899"/>
                  </a:lnTo>
                  <a:lnTo>
                    <a:pt x="193414" y="341629"/>
                  </a:lnTo>
                  <a:lnTo>
                    <a:pt x="183032" y="340359"/>
                  </a:lnTo>
                  <a:close/>
                </a:path>
                <a:path w="405764" h="397510">
                  <a:moveTo>
                    <a:pt x="310159" y="298449"/>
                  </a:moveTo>
                  <a:lnTo>
                    <a:pt x="305079" y="298449"/>
                  </a:lnTo>
                  <a:lnTo>
                    <a:pt x="301650" y="302259"/>
                  </a:lnTo>
                  <a:lnTo>
                    <a:pt x="294224" y="308609"/>
                  </a:lnTo>
                  <a:lnTo>
                    <a:pt x="286442" y="314959"/>
                  </a:lnTo>
                  <a:lnTo>
                    <a:pt x="278326" y="320039"/>
                  </a:lnTo>
                  <a:lnTo>
                    <a:pt x="265709" y="327659"/>
                  </a:lnTo>
                  <a:lnTo>
                    <a:pt x="263296" y="332739"/>
                  </a:lnTo>
                  <a:lnTo>
                    <a:pt x="263677" y="336549"/>
                  </a:lnTo>
                  <a:lnTo>
                    <a:pt x="265836" y="367029"/>
                  </a:lnTo>
                  <a:lnTo>
                    <a:pt x="260629" y="368299"/>
                  </a:lnTo>
                  <a:lnTo>
                    <a:pt x="255168" y="370839"/>
                  </a:lnTo>
                  <a:lnTo>
                    <a:pt x="249707" y="372109"/>
                  </a:lnTo>
                  <a:lnTo>
                    <a:pt x="290125" y="372109"/>
                  </a:lnTo>
                  <a:lnTo>
                    <a:pt x="287934" y="342899"/>
                  </a:lnTo>
                  <a:lnTo>
                    <a:pt x="294335" y="339089"/>
                  </a:lnTo>
                  <a:lnTo>
                    <a:pt x="300570" y="334009"/>
                  </a:lnTo>
                  <a:lnTo>
                    <a:pt x="306615" y="330199"/>
                  </a:lnTo>
                  <a:lnTo>
                    <a:pt x="312445" y="325119"/>
                  </a:lnTo>
                  <a:lnTo>
                    <a:pt x="361519" y="325119"/>
                  </a:lnTo>
                  <a:lnTo>
                    <a:pt x="366372" y="318769"/>
                  </a:lnTo>
                  <a:lnTo>
                    <a:pt x="371839" y="311149"/>
                  </a:lnTo>
                  <a:lnTo>
                    <a:pt x="341909" y="311149"/>
                  </a:lnTo>
                  <a:lnTo>
                    <a:pt x="314477" y="299719"/>
                  </a:lnTo>
                  <a:lnTo>
                    <a:pt x="310159" y="298449"/>
                  </a:lnTo>
                  <a:close/>
                </a:path>
                <a:path w="405764" h="397510">
                  <a:moveTo>
                    <a:pt x="226974" y="340359"/>
                  </a:moveTo>
                  <a:lnTo>
                    <a:pt x="222275" y="340359"/>
                  </a:lnTo>
                  <a:lnTo>
                    <a:pt x="211893" y="341629"/>
                  </a:lnTo>
                  <a:lnTo>
                    <a:pt x="202653" y="342899"/>
                  </a:lnTo>
                  <a:lnTo>
                    <a:pt x="231546" y="342899"/>
                  </a:lnTo>
                  <a:lnTo>
                    <a:pt x="226974" y="340359"/>
                  </a:lnTo>
                  <a:close/>
                </a:path>
                <a:path w="405764" h="397510">
                  <a:moveTo>
                    <a:pt x="59461" y="59689"/>
                  </a:moveTo>
                  <a:lnTo>
                    <a:pt x="33339" y="87629"/>
                  </a:lnTo>
                  <a:lnTo>
                    <a:pt x="28219" y="96519"/>
                  </a:lnTo>
                  <a:lnTo>
                    <a:pt x="25679" y="100329"/>
                  </a:lnTo>
                  <a:lnTo>
                    <a:pt x="26187" y="105409"/>
                  </a:lnTo>
                  <a:lnTo>
                    <a:pt x="29362" y="109219"/>
                  </a:lnTo>
                  <a:lnTo>
                    <a:pt x="49301" y="133349"/>
                  </a:lnTo>
                  <a:lnTo>
                    <a:pt x="46439" y="140969"/>
                  </a:lnTo>
                  <a:lnTo>
                    <a:pt x="43935" y="147319"/>
                  </a:lnTo>
                  <a:lnTo>
                    <a:pt x="41764" y="154939"/>
                  </a:lnTo>
                  <a:lnTo>
                    <a:pt x="39903" y="162559"/>
                  </a:lnTo>
                  <a:lnTo>
                    <a:pt x="4978" y="171449"/>
                  </a:lnTo>
                  <a:lnTo>
                    <a:pt x="1295" y="175259"/>
                  </a:lnTo>
                  <a:lnTo>
                    <a:pt x="914" y="180339"/>
                  </a:lnTo>
                  <a:lnTo>
                    <a:pt x="152" y="186689"/>
                  </a:lnTo>
                  <a:lnTo>
                    <a:pt x="0" y="190499"/>
                  </a:lnTo>
                  <a:lnTo>
                    <a:pt x="25" y="208279"/>
                  </a:lnTo>
                  <a:lnTo>
                    <a:pt x="152" y="210819"/>
                  </a:lnTo>
                  <a:lnTo>
                    <a:pt x="914" y="218439"/>
                  </a:lnTo>
                  <a:lnTo>
                    <a:pt x="1295" y="223519"/>
                  </a:lnTo>
                  <a:lnTo>
                    <a:pt x="4978" y="227329"/>
                  </a:lnTo>
                  <a:lnTo>
                    <a:pt x="39903" y="236219"/>
                  </a:lnTo>
                  <a:lnTo>
                    <a:pt x="41764" y="243839"/>
                  </a:lnTo>
                  <a:lnTo>
                    <a:pt x="43935" y="251459"/>
                  </a:lnTo>
                  <a:lnTo>
                    <a:pt x="46439" y="257809"/>
                  </a:lnTo>
                  <a:lnTo>
                    <a:pt x="49301" y="265429"/>
                  </a:lnTo>
                  <a:lnTo>
                    <a:pt x="29362" y="288289"/>
                  </a:lnTo>
                  <a:lnTo>
                    <a:pt x="26187" y="292099"/>
                  </a:lnTo>
                  <a:lnTo>
                    <a:pt x="25679" y="298449"/>
                  </a:lnTo>
                  <a:lnTo>
                    <a:pt x="28219" y="302259"/>
                  </a:lnTo>
                  <a:lnTo>
                    <a:pt x="33339" y="311149"/>
                  </a:lnTo>
                  <a:lnTo>
                    <a:pt x="38792" y="318769"/>
                  </a:lnTo>
                  <a:lnTo>
                    <a:pt x="44578" y="326389"/>
                  </a:lnTo>
                  <a:lnTo>
                    <a:pt x="50698" y="332739"/>
                  </a:lnTo>
                  <a:lnTo>
                    <a:pt x="54127" y="336549"/>
                  </a:lnTo>
                  <a:lnTo>
                    <a:pt x="59461" y="337819"/>
                  </a:lnTo>
                  <a:lnTo>
                    <a:pt x="64160" y="336549"/>
                  </a:lnTo>
                  <a:lnTo>
                    <a:pt x="92735" y="325119"/>
                  </a:lnTo>
                  <a:lnTo>
                    <a:pt x="135265" y="325119"/>
                  </a:lnTo>
                  <a:lnTo>
                    <a:pt x="126854" y="320039"/>
                  </a:lnTo>
                  <a:lnTo>
                    <a:pt x="118738" y="314959"/>
                  </a:lnTo>
                  <a:lnTo>
                    <a:pt x="114069" y="311149"/>
                  </a:lnTo>
                  <a:lnTo>
                    <a:pt x="63271" y="311149"/>
                  </a:lnTo>
                  <a:lnTo>
                    <a:pt x="59715" y="306069"/>
                  </a:lnTo>
                  <a:lnTo>
                    <a:pt x="56413" y="302259"/>
                  </a:lnTo>
                  <a:lnTo>
                    <a:pt x="53238" y="297179"/>
                  </a:lnTo>
                  <a:lnTo>
                    <a:pt x="72415" y="274319"/>
                  </a:lnTo>
                  <a:lnTo>
                    <a:pt x="75463" y="270509"/>
                  </a:lnTo>
                  <a:lnTo>
                    <a:pt x="76098" y="265429"/>
                  </a:lnTo>
                  <a:lnTo>
                    <a:pt x="74066" y="261619"/>
                  </a:lnTo>
                  <a:lnTo>
                    <a:pt x="70018" y="252729"/>
                  </a:lnTo>
                  <a:lnTo>
                    <a:pt x="66636" y="243839"/>
                  </a:lnTo>
                  <a:lnTo>
                    <a:pt x="63922" y="233679"/>
                  </a:lnTo>
                  <a:lnTo>
                    <a:pt x="61874" y="224789"/>
                  </a:lnTo>
                  <a:lnTo>
                    <a:pt x="61112" y="219709"/>
                  </a:lnTo>
                  <a:lnTo>
                    <a:pt x="57556" y="215899"/>
                  </a:lnTo>
                  <a:lnTo>
                    <a:pt x="24028" y="207009"/>
                  </a:lnTo>
                  <a:lnTo>
                    <a:pt x="23901" y="205739"/>
                  </a:lnTo>
                  <a:lnTo>
                    <a:pt x="23774" y="193039"/>
                  </a:lnTo>
                  <a:lnTo>
                    <a:pt x="24028" y="190499"/>
                  </a:lnTo>
                  <a:lnTo>
                    <a:pt x="52984" y="184149"/>
                  </a:lnTo>
                  <a:lnTo>
                    <a:pt x="57556" y="182879"/>
                  </a:lnTo>
                  <a:lnTo>
                    <a:pt x="61112" y="179069"/>
                  </a:lnTo>
                  <a:lnTo>
                    <a:pt x="61874" y="173989"/>
                  </a:lnTo>
                  <a:lnTo>
                    <a:pt x="63922" y="165099"/>
                  </a:lnTo>
                  <a:lnTo>
                    <a:pt x="66636" y="154939"/>
                  </a:lnTo>
                  <a:lnTo>
                    <a:pt x="70018" y="146049"/>
                  </a:lnTo>
                  <a:lnTo>
                    <a:pt x="74066" y="137159"/>
                  </a:lnTo>
                  <a:lnTo>
                    <a:pt x="76098" y="132079"/>
                  </a:lnTo>
                  <a:lnTo>
                    <a:pt x="75463" y="126999"/>
                  </a:lnTo>
                  <a:lnTo>
                    <a:pt x="72415" y="124459"/>
                  </a:lnTo>
                  <a:lnTo>
                    <a:pt x="53238" y="101599"/>
                  </a:lnTo>
                  <a:lnTo>
                    <a:pt x="56413" y="96519"/>
                  </a:lnTo>
                  <a:lnTo>
                    <a:pt x="59715" y="91439"/>
                  </a:lnTo>
                  <a:lnTo>
                    <a:pt x="63271" y="87629"/>
                  </a:lnTo>
                  <a:lnTo>
                    <a:pt x="112901" y="87629"/>
                  </a:lnTo>
                  <a:lnTo>
                    <a:pt x="118738" y="83819"/>
                  </a:lnTo>
                  <a:lnTo>
                    <a:pt x="126854" y="77469"/>
                  </a:lnTo>
                  <a:lnTo>
                    <a:pt x="133173" y="73659"/>
                  </a:lnTo>
                  <a:lnTo>
                    <a:pt x="92735" y="73659"/>
                  </a:lnTo>
                  <a:lnTo>
                    <a:pt x="64160" y="62229"/>
                  </a:lnTo>
                  <a:lnTo>
                    <a:pt x="59461" y="59689"/>
                  </a:lnTo>
                  <a:close/>
                </a:path>
                <a:path w="405764" h="397510">
                  <a:moveTo>
                    <a:pt x="361519" y="325119"/>
                  </a:moveTo>
                  <a:lnTo>
                    <a:pt x="312445" y="325119"/>
                  </a:lnTo>
                  <a:lnTo>
                    <a:pt x="341020" y="336549"/>
                  </a:lnTo>
                  <a:lnTo>
                    <a:pt x="345719" y="337819"/>
                  </a:lnTo>
                  <a:lnTo>
                    <a:pt x="351053" y="336549"/>
                  </a:lnTo>
                  <a:lnTo>
                    <a:pt x="354355" y="332739"/>
                  </a:lnTo>
                  <a:lnTo>
                    <a:pt x="360548" y="326389"/>
                  </a:lnTo>
                  <a:lnTo>
                    <a:pt x="361519" y="325119"/>
                  </a:lnTo>
                  <a:close/>
                </a:path>
                <a:path w="405764" h="397510">
                  <a:moveTo>
                    <a:pt x="100101" y="298449"/>
                  </a:moveTo>
                  <a:lnTo>
                    <a:pt x="95148" y="298449"/>
                  </a:lnTo>
                  <a:lnTo>
                    <a:pt x="90830" y="299719"/>
                  </a:lnTo>
                  <a:lnTo>
                    <a:pt x="63271" y="311149"/>
                  </a:lnTo>
                  <a:lnTo>
                    <a:pt x="114069" y="311149"/>
                  </a:lnTo>
                  <a:lnTo>
                    <a:pt x="110955" y="308609"/>
                  </a:lnTo>
                  <a:lnTo>
                    <a:pt x="103530" y="302259"/>
                  </a:lnTo>
                  <a:lnTo>
                    <a:pt x="100101" y="298449"/>
                  </a:lnTo>
                  <a:close/>
                </a:path>
                <a:path w="405764" h="397510">
                  <a:moveTo>
                    <a:pt x="371768" y="87629"/>
                  </a:moveTo>
                  <a:lnTo>
                    <a:pt x="341909" y="87629"/>
                  </a:lnTo>
                  <a:lnTo>
                    <a:pt x="345465" y="91439"/>
                  </a:lnTo>
                  <a:lnTo>
                    <a:pt x="348767" y="96519"/>
                  </a:lnTo>
                  <a:lnTo>
                    <a:pt x="351942" y="101599"/>
                  </a:lnTo>
                  <a:lnTo>
                    <a:pt x="332765" y="124459"/>
                  </a:lnTo>
                  <a:lnTo>
                    <a:pt x="329717" y="126999"/>
                  </a:lnTo>
                  <a:lnTo>
                    <a:pt x="329082" y="132079"/>
                  </a:lnTo>
                  <a:lnTo>
                    <a:pt x="331114" y="137159"/>
                  </a:lnTo>
                  <a:lnTo>
                    <a:pt x="335162" y="146049"/>
                  </a:lnTo>
                  <a:lnTo>
                    <a:pt x="338543" y="154939"/>
                  </a:lnTo>
                  <a:lnTo>
                    <a:pt x="341258" y="165099"/>
                  </a:lnTo>
                  <a:lnTo>
                    <a:pt x="343306" y="173989"/>
                  </a:lnTo>
                  <a:lnTo>
                    <a:pt x="344068" y="179069"/>
                  </a:lnTo>
                  <a:lnTo>
                    <a:pt x="347624" y="182879"/>
                  </a:lnTo>
                  <a:lnTo>
                    <a:pt x="352196" y="184149"/>
                  </a:lnTo>
                  <a:lnTo>
                    <a:pt x="381152" y="190499"/>
                  </a:lnTo>
                  <a:lnTo>
                    <a:pt x="381279" y="208279"/>
                  </a:lnTo>
                  <a:lnTo>
                    <a:pt x="352196" y="214629"/>
                  </a:lnTo>
                  <a:lnTo>
                    <a:pt x="347624" y="215899"/>
                  </a:lnTo>
                  <a:lnTo>
                    <a:pt x="344195" y="219709"/>
                  </a:lnTo>
                  <a:lnTo>
                    <a:pt x="343306" y="224789"/>
                  </a:lnTo>
                  <a:lnTo>
                    <a:pt x="341260" y="233679"/>
                  </a:lnTo>
                  <a:lnTo>
                    <a:pt x="338559" y="243839"/>
                  </a:lnTo>
                  <a:lnTo>
                    <a:pt x="335216" y="252729"/>
                  </a:lnTo>
                  <a:lnTo>
                    <a:pt x="331241" y="261619"/>
                  </a:lnTo>
                  <a:lnTo>
                    <a:pt x="329082" y="265429"/>
                  </a:lnTo>
                  <a:lnTo>
                    <a:pt x="329717" y="270509"/>
                  </a:lnTo>
                  <a:lnTo>
                    <a:pt x="332765" y="274319"/>
                  </a:lnTo>
                  <a:lnTo>
                    <a:pt x="351942" y="297179"/>
                  </a:lnTo>
                  <a:lnTo>
                    <a:pt x="348767" y="302259"/>
                  </a:lnTo>
                  <a:lnTo>
                    <a:pt x="345465" y="306069"/>
                  </a:lnTo>
                  <a:lnTo>
                    <a:pt x="341909" y="311149"/>
                  </a:lnTo>
                  <a:lnTo>
                    <a:pt x="371839" y="311149"/>
                  </a:lnTo>
                  <a:lnTo>
                    <a:pt x="376961" y="302259"/>
                  </a:lnTo>
                  <a:lnTo>
                    <a:pt x="379501" y="298449"/>
                  </a:lnTo>
                  <a:lnTo>
                    <a:pt x="378993" y="292099"/>
                  </a:lnTo>
                  <a:lnTo>
                    <a:pt x="375818" y="288289"/>
                  </a:lnTo>
                  <a:lnTo>
                    <a:pt x="355879" y="265429"/>
                  </a:lnTo>
                  <a:lnTo>
                    <a:pt x="358687" y="257809"/>
                  </a:lnTo>
                  <a:lnTo>
                    <a:pt x="361197" y="251459"/>
                  </a:lnTo>
                  <a:lnTo>
                    <a:pt x="363398" y="243839"/>
                  </a:lnTo>
                  <a:lnTo>
                    <a:pt x="365277" y="236219"/>
                  </a:lnTo>
                  <a:lnTo>
                    <a:pt x="400202" y="227329"/>
                  </a:lnTo>
                  <a:lnTo>
                    <a:pt x="403885" y="223519"/>
                  </a:lnTo>
                  <a:lnTo>
                    <a:pt x="404266" y="218439"/>
                  </a:lnTo>
                  <a:lnTo>
                    <a:pt x="405028" y="210819"/>
                  </a:lnTo>
                  <a:lnTo>
                    <a:pt x="405155" y="208279"/>
                  </a:lnTo>
                  <a:lnTo>
                    <a:pt x="405180" y="190499"/>
                  </a:lnTo>
                  <a:lnTo>
                    <a:pt x="405028" y="186689"/>
                  </a:lnTo>
                  <a:lnTo>
                    <a:pt x="404266" y="180339"/>
                  </a:lnTo>
                  <a:lnTo>
                    <a:pt x="403885" y="175259"/>
                  </a:lnTo>
                  <a:lnTo>
                    <a:pt x="400202" y="171449"/>
                  </a:lnTo>
                  <a:lnTo>
                    <a:pt x="365277" y="162559"/>
                  </a:lnTo>
                  <a:lnTo>
                    <a:pt x="363398" y="154939"/>
                  </a:lnTo>
                  <a:lnTo>
                    <a:pt x="361197" y="147319"/>
                  </a:lnTo>
                  <a:lnTo>
                    <a:pt x="358687" y="140969"/>
                  </a:lnTo>
                  <a:lnTo>
                    <a:pt x="355879" y="133349"/>
                  </a:lnTo>
                  <a:lnTo>
                    <a:pt x="378993" y="105409"/>
                  </a:lnTo>
                  <a:lnTo>
                    <a:pt x="379501" y="100329"/>
                  </a:lnTo>
                  <a:lnTo>
                    <a:pt x="371768" y="87629"/>
                  </a:lnTo>
                  <a:close/>
                </a:path>
                <a:path w="405764" h="397510">
                  <a:moveTo>
                    <a:pt x="112901" y="87629"/>
                  </a:moveTo>
                  <a:lnTo>
                    <a:pt x="63271" y="87629"/>
                  </a:lnTo>
                  <a:lnTo>
                    <a:pt x="90830" y="99059"/>
                  </a:lnTo>
                  <a:lnTo>
                    <a:pt x="95148" y="100329"/>
                  </a:lnTo>
                  <a:lnTo>
                    <a:pt x="100101" y="99059"/>
                  </a:lnTo>
                  <a:lnTo>
                    <a:pt x="103530" y="96519"/>
                  </a:lnTo>
                  <a:lnTo>
                    <a:pt x="110955" y="88899"/>
                  </a:lnTo>
                  <a:lnTo>
                    <a:pt x="112901" y="87629"/>
                  </a:lnTo>
                  <a:close/>
                </a:path>
                <a:path w="405764" h="397510">
                  <a:moveTo>
                    <a:pt x="290125" y="26669"/>
                  </a:moveTo>
                  <a:lnTo>
                    <a:pt x="249707" y="26669"/>
                  </a:lnTo>
                  <a:lnTo>
                    <a:pt x="255168" y="27939"/>
                  </a:lnTo>
                  <a:lnTo>
                    <a:pt x="260502" y="30479"/>
                  </a:lnTo>
                  <a:lnTo>
                    <a:pt x="265709" y="31749"/>
                  </a:lnTo>
                  <a:lnTo>
                    <a:pt x="263296" y="66039"/>
                  </a:lnTo>
                  <a:lnTo>
                    <a:pt x="265709" y="71119"/>
                  </a:lnTo>
                  <a:lnTo>
                    <a:pt x="269900" y="72389"/>
                  </a:lnTo>
                  <a:lnTo>
                    <a:pt x="278326" y="77469"/>
                  </a:lnTo>
                  <a:lnTo>
                    <a:pt x="286442" y="83819"/>
                  </a:lnTo>
                  <a:lnTo>
                    <a:pt x="294224" y="88899"/>
                  </a:lnTo>
                  <a:lnTo>
                    <a:pt x="301650" y="96519"/>
                  </a:lnTo>
                  <a:lnTo>
                    <a:pt x="305079" y="99059"/>
                  </a:lnTo>
                  <a:lnTo>
                    <a:pt x="310032" y="100329"/>
                  </a:lnTo>
                  <a:lnTo>
                    <a:pt x="314350" y="99059"/>
                  </a:lnTo>
                  <a:lnTo>
                    <a:pt x="341909" y="87629"/>
                  </a:lnTo>
                  <a:lnTo>
                    <a:pt x="371768" y="87629"/>
                  </a:lnTo>
                  <a:lnTo>
                    <a:pt x="366309" y="80009"/>
                  </a:lnTo>
                  <a:lnTo>
                    <a:pt x="361462" y="73659"/>
                  </a:lnTo>
                  <a:lnTo>
                    <a:pt x="312445" y="73659"/>
                  </a:lnTo>
                  <a:lnTo>
                    <a:pt x="306561" y="68579"/>
                  </a:lnTo>
                  <a:lnTo>
                    <a:pt x="300523" y="63499"/>
                  </a:lnTo>
                  <a:lnTo>
                    <a:pt x="294318" y="59689"/>
                  </a:lnTo>
                  <a:lnTo>
                    <a:pt x="287934" y="55879"/>
                  </a:lnTo>
                  <a:lnTo>
                    <a:pt x="290125" y="26669"/>
                  </a:lnTo>
                  <a:close/>
                </a:path>
                <a:path w="405764" h="397510">
                  <a:moveTo>
                    <a:pt x="163347" y="0"/>
                  </a:moveTo>
                  <a:lnTo>
                    <a:pt x="158394" y="1269"/>
                  </a:lnTo>
                  <a:lnTo>
                    <a:pt x="139868" y="6349"/>
                  </a:lnTo>
                  <a:lnTo>
                    <a:pt x="130908" y="10159"/>
                  </a:lnTo>
                  <a:lnTo>
                    <a:pt x="122199" y="12699"/>
                  </a:lnTo>
                  <a:lnTo>
                    <a:pt x="117500" y="15239"/>
                  </a:lnTo>
                  <a:lnTo>
                    <a:pt x="114579" y="20319"/>
                  </a:lnTo>
                  <a:lnTo>
                    <a:pt x="117246" y="55879"/>
                  </a:lnTo>
                  <a:lnTo>
                    <a:pt x="110844" y="59689"/>
                  </a:lnTo>
                  <a:lnTo>
                    <a:pt x="104609" y="63499"/>
                  </a:lnTo>
                  <a:lnTo>
                    <a:pt x="98565" y="68579"/>
                  </a:lnTo>
                  <a:lnTo>
                    <a:pt x="92735" y="73659"/>
                  </a:lnTo>
                  <a:lnTo>
                    <a:pt x="133173" y="73659"/>
                  </a:lnTo>
                  <a:lnTo>
                    <a:pt x="135280" y="72389"/>
                  </a:lnTo>
                  <a:lnTo>
                    <a:pt x="139471" y="71119"/>
                  </a:lnTo>
                  <a:lnTo>
                    <a:pt x="141884" y="66039"/>
                  </a:lnTo>
                  <a:lnTo>
                    <a:pt x="139344" y="31749"/>
                  </a:lnTo>
                  <a:lnTo>
                    <a:pt x="144678" y="30479"/>
                  </a:lnTo>
                  <a:lnTo>
                    <a:pt x="150012" y="27939"/>
                  </a:lnTo>
                  <a:lnTo>
                    <a:pt x="155473" y="26669"/>
                  </a:lnTo>
                  <a:lnTo>
                    <a:pt x="183576" y="26669"/>
                  </a:lnTo>
                  <a:lnTo>
                    <a:pt x="171094" y="6349"/>
                  </a:lnTo>
                  <a:lnTo>
                    <a:pt x="168427" y="2539"/>
                  </a:lnTo>
                  <a:lnTo>
                    <a:pt x="163347" y="0"/>
                  </a:lnTo>
                  <a:close/>
                </a:path>
                <a:path w="405764" h="397510">
                  <a:moveTo>
                    <a:pt x="345592" y="59689"/>
                  </a:moveTo>
                  <a:lnTo>
                    <a:pt x="341020" y="62229"/>
                  </a:lnTo>
                  <a:lnTo>
                    <a:pt x="312445" y="73659"/>
                  </a:lnTo>
                  <a:lnTo>
                    <a:pt x="361462" y="73659"/>
                  </a:lnTo>
                  <a:lnTo>
                    <a:pt x="360493" y="72389"/>
                  </a:lnTo>
                  <a:lnTo>
                    <a:pt x="354355" y="64769"/>
                  </a:lnTo>
                  <a:lnTo>
                    <a:pt x="351053" y="60959"/>
                  </a:lnTo>
                  <a:lnTo>
                    <a:pt x="345592" y="59689"/>
                  </a:lnTo>
                  <a:close/>
                </a:path>
                <a:path w="405764" h="397510">
                  <a:moveTo>
                    <a:pt x="183576" y="26669"/>
                  </a:moveTo>
                  <a:lnTo>
                    <a:pt x="155473" y="26669"/>
                  </a:lnTo>
                  <a:lnTo>
                    <a:pt x="171221" y="52069"/>
                  </a:lnTo>
                  <a:lnTo>
                    <a:pt x="173761" y="55879"/>
                  </a:lnTo>
                  <a:lnTo>
                    <a:pt x="178206" y="58419"/>
                  </a:lnTo>
                  <a:lnTo>
                    <a:pt x="182905" y="57149"/>
                  </a:lnTo>
                  <a:lnTo>
                    <a:pt x="193251" y="55879"/>
                  </a:lnTo>
                  <a:lnTo>
                    <a:pt x="231419" y="55879"/>
                  </a:lnTo>
                  <a:lnTo>
                    <a:pt x="233959" y="52069"/>
                  </a:lnTo>
                  <a:lnTo>
                    <a:pt x="245770" y="33019"/>
                  </a:lnTo>
                  <a:lnTo>
                    <a:pt x="187477" y="33019"/>
                  </a:lnTo>
                  <a:lnTo>
                    <a:pt x="183576" y="26669"/>
                  </a:lnTo>
                  <a:close/>
                </a:path>
                <a:path w="405764" h="397510">
                  <a:moveTo>
                    <a:pt x="231419" y="55879"/>
                  </a:moveTo>
                  <a:lnTo>
                    <a:pt x="211801" y="55879"/>
                  </a:lnTo>
                  <a:lnTo>
                    <a:pt x="222148" y="57149"/>
                  </a:lnTo>
                  <a:lnTo>
                    <a:pt x="226847" y="58419"/>
                  </a:lnTo>
                  <a:lnTo>
                    <a:pt x="231419" y="55879"/>
                  </a:lnTo>
                  <a:close/>
                </a:path>
                <a:path w="405764" h="397510">
                  <a:moveTo>
                    <a:pt x="202590" y="31749"/>
                  </a:moveTo>
                  <a:lnTo>
                    <a:pt x="195236" y="33019"/>
                  </a:lnTo>
                  <a:lnTo>
                    <a:pt x="209944" y="33019"/>
                  </a:lnTo>
                  <a:lnTo>
                    <a:pt x="202590" y="31749"/>
                  </a:lnTo>
                  <a:close/>
                </a:path>
                <a:path w="405764" h="397510">
                  <a:moveTo>
                    <a:pt x="241833" y="0"/>
                  </a:moveTo>
                  <a:lnTo>
                    <a:pt x="236753" y="2539"/>
                  </a:lnTo>
                  <a:lnTo>
                    <a:pt x="234086" y="6349"/>
                  </a:lnTo>
                  <a:lnTo>
                    <a:pt x="217703" y="33019"/>
                  </a:lnTo>
                  <a:lnTo>
                    <a:pt x="245770" y="33019"/>
                  </a:lnTo>
                  <a:lnTo>
                    <a:pt x="249707" y="26669"/>
                  </a:lnTo>
                  <a:lnTo>
                    <a:pt x="290125" y="26669"/>
                  </a:lnTo>
                  <a:lnTo>
                    <a:pt x="290220" y="25399"/>
                  </a:lnTo>
                  <a:lnTo>
                    <a:pt x="290474" y="20319"/>
                  </a:lnTo>
                  <a:lnTo>
                    <a:pt x="287680" y="15239"/>
                  </a:lnTo>
                  <a:lnTo>
                    <a:pt x="282981" y="12699"/>
                  </a:lnTo>
                  <a:lnTo>
                    <a:pt x="274271" y="10159"/>
                  </a:lnTo>
                  <a:lnTo>
                    <a:pt x="265312" y="6349"/>
                  </a:lnTo>
                  <a:lnTo>
                    <a:pt x="246786" y="1269"/>
                  </a:lnTo>
                  <a:lnTo>
                    <a:pt x="241833" y="0"/>
                  </a:lnTo>
                  <a:close/>
                </a:path>
              </a:pathLst>
            </a:custGeom>
            <a:solidFill>
              <a:srgbClr val="FF8E01"/>
            </a:solidFill>
          </p:spPr>
          <p:txBody>
            <a:bodyPr wrap="square" lIns="0" tIns="0" rIns="0" bIns="0" rtlCol="0"/>
            <a:lstStyle/>
            <a:p>
              <a:endParaRPr/>
            </a:p>
          </p:txBody>
        </p:sp>
        <p:sp>
          <p:nvSpPr>
            <p:cNvPr id="230" name="object 230"/>
            <p:cNvSpPr/>
            <p:nvPr/>
          </p:nvSpPr>
          <p:spPr>
            <a:xfrm>
              <a:off x="5783580" y="3678935"/>
              <a:ext cx="525780" cy="609600"/>
            </a:xfrm>
            <a:custGeom>
              <a:avLst/>
              <a:gdLst/>
              <a:ahLst/>
              <a:cxnLst/>
              <a:rect l="l" t="t" r="r" b="b"/>
              <a:pathLst>
                <a:path w="525779" h="609600">
                  <a:moveTo>
                    <a:pt x="24384" y="531241"/>
                  </a:moveTo>
                  <a:lnTo>
                    <a:pt x="18923" y="525780"/>
                  </a:lnTo>
                  <a:lnTo>
                    <a:pt x="5461" y="525780"/>
                  </a:lnTo>
                  <a:lnTo>
                    <a:pt x="0" y="531241"/>
                  </a:lnTo>
                  <a:lnTo>
                    <a:pt x="0" y="544703"/>
                  </a:lnTo>
                  <a:lnTo>
                    <a:pt x="5461" y="550164"/>
                  </a:lnTo>
                  <a:lnTo>
                    <a:pt x="18923" y="550164"/>
                  </a:lnTo>
                  <a:lnTo>
                    <a:pt x="24384" y="544703"/>
                  </a:lnTo>
                  <a:lnTo>
                    <a:pt x="24384" y="531241"/>
                  </a:lnTo>
                  <a:close/>
                </a:path>
                <a:path w="525779" h="609600">
                  <a:moveTo>
                    <a:pt x="59436" y="590677"/>
                  </a:moveTo>
                  <a:lnTo>
                    <a:pt x="54356" y="585216"/>
                  </a:lnTo>
                  <a:lnTo>
                    <a:pt x="41656" y="585216"/>
                  </a:lnTo>
                  <a:lnTo>
                    <a:pt x="36576" y="590677"/>
                  </a:lnTo>
                  <a:lnTo>
                    <a:pt x="36576" y="604139"/>
                  </a:lnTo>
                  <a:lnTo>
                    <a:pt x="41656" y="609600"/>
                  </a:lnTo>
                  <a:lnTo>
                    <a:pt x="54356" y="609600"/>
                  </a:lnTo>
                  <a:lnTo>
                    <a:pt x="59436" y="604139"/>
                  </a:lnTo>
                  <a:lnTo>
                    <a:pt x="59436" y="590677"/>
                  </a:lnTo>
                  <a:close/>
                </a:path>
                <a:path w="525779" h="609600">
                  <a:moveTo>
                    <a:pt x="167640" y="531241"/>
                  </a:moveTo>
                  <a:lnTo>
                    <a:pt x="162306" y="525780"/>
                  </a:lnTo>
                  <a:lnTo>
                    <a:pt x="52578" y="525780"/>
                  </a:lnTo>
                  <a:lnTo>
                    <a:pt x="47244" y="531241"/>
                  </a:lnTo>
                  <a:lnTo>
                    <a:pt x="47244" y="544703"/>
                  </a:lnTo>
                  <a:lnTo>
                    <a:pt x="52578" y="550164"/>
                  </a:lnTo>
                  <a:lnTo>
                    <a:pt x="162306" y="550164"/>
                  </a:lnTo>
                  <a:lnTo>
                    <a:pt x="167640" y="544703"/>
                  </a:lnTo>
                  <a:lnTo>
                    <a:pt x="167640" y="531241"/>
                  </a:lnTo>
                  <a:close/>
                </a:path>
                <a:path w="525779" h="609600">
                  <a:moveTo>
                    <a:pt x="202692" y="590677"/>
                  </a:moveTo>
                  <a:lnTo>
                    <a:pt x="197358" y="585216"/>
                  </a:lnTo>
                  <a:lnTo>
                    <a:pt x="89154" y="585216"/>
                  </a:lnTo>
                  <a:lnTo>
                    <a:pt x="83820" y="590677"/>
                  </a:lnTo>
                  <a:lnTo>
                    <a:pt x="83820" y="604139"/>
                  </a:lnTo>
                  <a:lnTo>
                    <a:pt x="89154" y="609600"/>
                  </a:lnTo>
                  <a:lnTo>
                    <a:pt x="197358" y="609600"/>
                  </a:lnTo>
                  <a:lnTo>
                    <a:pt x="202692" y="604139"/>
                  </a:lnTo>
                  <a:lnTo>
                    <a:pt x="202692" y="590677"/>
                  </a:lnTo>
                  <a:close/>
                </a:path>
                <a:path w="525779" h="609600">
                  <a:moveTo>
                    <a:pt x="405384" y="54102"/>
                  </a:moveTo>
                  <a:lnTo>
                    <a:pt x="400304" y="48768"/>
                  </a:lnTo>
                  <a:lnTo>
                    <a:pt x="387604" y="48768"/>
                  </a:lnTo>
                  <a:lnTo>
                    <a:pt x="382524" y="54102"/>
                  </a:lnTo>
                  <a:lnTo>
                    <a:pt x="382524" y="162306"/>
                  </a:lnTo>
                  <a:lnTo>
                    <a:pt x="387604" y="167640"/>
                  </a:lnTo>
                  <a:lnTo>
                    <a:pt x="400304" y="167640"/>
                  </a:lnTo>
                  <a:lnTo>
                    <a:pt x="405384" y="162306"/>
                  </a:lnTo>
                  <a:lnTo>
                    <a:pt x="405384" y="54102"/>
                  </a:lnTo>
                  <a:close/>
                </a:path>
                <a:path w="525779" h="609600">
                  <a:moveTo>
                    <a:pt x="405384" y="5461"/>
                  </a:moveTo>
                  <a:lnTo>
                    <a:pt x="400304" y="0"/>
                  </a:lnTo>
                  <a:lnTo>
                    <a:pt x="387604" y="0"/>
                  </a:lnTo>
                  <a:lnTo>
                    <a:pt x="382524" y="5461"/>
                  </a:lnTo>
                  <a:lnTo>
                    <a:pt x="382524" y="18923"/>
                  </a:lnTo>
                  <a:lnTo>
                    <a:pt x="387604" y="24384"/>
                  </a:lnTo>
                  <a:lnTo>
                    <a:pt x="400304" y="24384"/>
                  </a:lnTo>
                  <a:lnTo>
                    <a:pt x="405384" y="18923"/>
                  </a:lnTo>
                  <a:lnTo>
                    <a:pt x="405384" y="5461"/>
                  </a:lnTo>
                  <a:close/>
                </a:path>
                <a:path w="525779" h="609600">
                  <a:moveTo>
                    <a:pt x="466344" y="76962"/>
                  </a:moveTo>
                  <a:lnTo>
                    <a:pt x="460883" y="71628"/>
                  </a:lnTo>
                  <a:lnTo>
                    <a:pt x="447421" y="71628"/>
                  </a:lnTo>
                  <a:lnTo>
                    <a:pt x="441960" y="76962"/>
                  </a:lnTo>
                  <a:lnTo>
                    <a:pt x="441960" y="186690"/>
                  </a:lnTo>
                  <a:lnTo>
                    <a:pt x="447421" y="192024"/>
                  </a:lnTo>
                  <a:lnTo>
                    <a:pt x="460883" y="192024"/>
                  </a:lnTo>
                  <a:lnTo>
                    <a:pt x="466344" y="186690"/>
                  </a:lnTo>
                  <a:lnTo>
                    <a:pt x="466344" y="76962"/>
                  </a:lnTo>
                  <a:close/>
                </a:path>
                <a:path w="525779" h="609600">
                  <a:moveTo>
                    <a:pt x="466344" y="29845"/>
                  </a:moveTo>
                  <a:lnTo>
                    <a:pt x="460883" y="24384"/>
                  </a:lnTo>
                  <a:lnTo>
                    <a:pt x="447421" y="24384"/>
                  </a:lnTo>
                  <a:lnTo>
                    <a:pt x="441960" y="29845"/>
                  </a:lnTo>
                  <a:lnTo>
                    <a:pt x="441960" y="43307"/>
                  </a:lnTo>
                  <a:lnTo>
                    <a:pt x="447421" y="48768"/>
                  </a:lnTo>
                  <a:lnTo>
                    <a:pt x="460883" y="48768"/>
                  </a:lnTo>
                  <a:lnTo>
                    <a:pt x="466344" y="43307"/>
                  </a:lnTo>
                  <a:lnTo>
                    <a:pt x="466344" y="29845"/>
                  </a:lnTo>
                  <a:close/>
                </a:path>
                <a:path w="525779" h="609600">
                  <a:moveTo>
                    <a:pt x="525780" y="101346"/>
                  </a:moveTo>
                  <a:lnTo>
                    <a:pt x="520319" y="96012"/>
                  </a:lnTo>
                  <a:lnTo>
                    <a:pt x="506857" y="96012"/>
                  </a:lnTo>
                  <a:lnTo>
                    <a:pt x="501396" y="101346"/>
                  </a:lnTo>
                  <a:lnTo>
                    <a:pt x="501396" y="209550"/>
                  </a:lnTo>
                  <a:lnTo>
                    <a:pt x="506857" y="214884"/>
                  </a:lnTo>
                  <a:lnTo>
                    <a:pt x="520319" y="214884"/>
                  </a:lnTo>
                  <a:lnTo>
                    <a:pt x="525780" y="209550"/>
                  </a:lnTo>
                  <a:lnTo>
                    <a:pt x="525780" y="101346"/>
                  </a:lnTo>
                  <a:close/>
                </a:path>
                <a:path w="525779" h="609600">
                  <a:moveTo>
                    <a:pt x="525780" y="53848"/>
                  </a:moveTo>
                  <a:lnTo>
                    <a:pt x="520319" y="48768"/>
                  </a:lnTo>
                  <a:lnTo>
                    <a:pt x="506857" y="48768"/>
                  </a:lnTo>
                  <a:lnTo>
                    <a:pt x="501396" y="53848"/>
                  </a:lnTo>
                  <a:lnTo>
                    <a:pt x="501396" y="66548"/>
                  </a:lnTo>
                  <a:lnTo>
                    <a:pt x="506857" y="71628"/>
                  </a:lnTo>
                  <a:lnTo>
                    <a:pt x="520319" y="71628"/>
                  </a:lnTo>
                  <a:lnTo>
                    <a:pt x="525780" y="66548"/>
                  </a:lnTo>
                  <a:lnTo>
                    <a:pt x="525780" y="53848"/>
                  </a:lnTo>
                  <a:close/>
                </a:path>
              </a:pathLst>
            </a:custGeom>
            <a:solidFill>
              <a:srgbClr val="FFFFFF"/>
            </a:solidFill>
          </p:spPr>
          <p:txBody>
            <a:bodyPr wrap="square" lIns="0" tIns="0" rIns="0" bIns="0" rtlCol="0"/>
            <a:lstStyle/>
            <a:p>
              <a:endParaRPr/>
            </a:p>
          </p:txBody>
        </p:sp>
        <p:sp>
          <p:nvSpPr>
            <p:cNvPr id="231" name="object 231"/>
            <p:cNvSpPr/>
            <p:nvPr/>
          </p:nvSpPr>
          <p:spPr>
            <a:xfrm>
              <a:off x="5580888" y="3547871"/>
              <a:ext cx="190500" cy="264160"/>
            </a:xfrm>
            <a:custGeom>
              <a:avLst/>
              <a:gdLst/>
              <a:ahLst/>
              <a:cxnLst/>
              <a:rect l="l" t="t" r="r" b="b"/>
              <a:pathLst>
                <a:path w="190500" h="264160">
                  <a:moveTo>
                    <a:pt x="132207" y="67691"/>
                  </a:moveTo>
                  <a:lnTo>
                    <a:pt x="122936" y="58293"/>
                  </a:lnTo>
                  <a:lnTo>
                    <a:pt x="115316" y="58293"/>
                  </a:lnTo>
                  <a:lnTo>
                    <a:pt x="95250" y="78486"/>
                  </a:lnTo>
                  <a:lnTo>
                    <a:pt x="75184" y="58293"/>
                  </a:lnTo>
                  <a:lnTo>
                    <a:pt x="67564" y="58293"/>
                  </a:lnTo>
                  <a:lnTo>
                    <a:pt x="58293" y="67691"/>
                  </a:lnTo>
                  <a:lnTo>
                    <a:pt x="58293" y="75184"/>
                  </a:lnTo>
                  <a:lnTo>
                    <a:pt x="83312" y="100457"/>
                  </a:lnTo>
                  <a:lnTo>
                    <a:pt x="83312" y="150114"/>
                  </a:lnTo>
                  <a:lnTo>
                    <a:pt x="88646" y="155448"/>
                  </a:lnTo>
                  <a:lnTo>
                    <a:pt x="101854" y="155448"/>
                  </a:lnTo>
                  <a:lnTo>
                    <a:pt x="107188" y="150114"/>
                  </a:lnTo>
                  <a:lnTo>
                    <a:pt x="107188" y="100457"/>
                  </a:lnTo>
                  <a:lnTo>
                    <a:pt x="132207" y="75184"/>
                  </a:lnTo>
                  <a:lnTo>
                    <a:pt x="132207" y="67691"/>
                  </a:lnTo>
                  <a:close/>
                </a:path>
                <a:path w="190500" h="264160">
                  <a:moveTo>
                    <a:pt x="143256" y="244729"/>
                  </a:moveTo>
                  <a:lnTo>
                    <a:pt x="137922" y="239268"/>
                  </a:lnTo>
                  <a:lnTo>
                    <a:pt x="52578" y="239268"/>
                  </a:lnTo>
                  <a:lnTo>
                    <a:pt x="47244" y="244729"/>
                  </a:lnTo>
                  <a:lnTo>
                    <a:pt x="47244" y="258191"/>
                  </a:lnTo>
                  <a:lnTo>
                    <a:pt x="52578" y="263652"/>
                  </a:lnTo>
                  <a:lnTo>
                    <a:pt x="137922" y="263652"/>
                  </a:lnTo>
                  <a:lnTo>
                    <a:pt x="143256" y="258191"/>
                  </a:lnTo>
                  <a:lnTo>
                    <a:pt x="143256" y="244729"/>
                  </a:lnTo>
                  <a:close/>
                </a:path>
                <a:path w="190500" h="264160">
                  <a:moveTo>
                    <a:pt x="190500" y="95504"/>
                  </a:moveTo>
                  <a:lnTo>
                    <a:pt x="183007" y="58356"/>
                  </a:lnTo>
                  <a:lnTo>
                    <a:pt x="166751" y="34188"/>
                  </a:lnTo>
                  <a:lnTo>
                    <a:pt x="166751" y="95504"/>
                  </a:lnTo>
                  <a:lnTo>
                    <a:pt x="163842" y="115519"/>
                  </a:lnTo>
                  <a:lnTo>
                    <a:pt x="155587" y="133692"/>
                  </a:lnTo>
                  <a:lnTo>
                    <a:pt x="142684" y="148932"/>
                  </a:lnTo>
                  <a:lnTo>
                    <a:pt x="125857" y="160147"/>
                  </a:lnTo>
                  <a:lnTo>
                    <a:pt x="121666" y="162179"/>
                  </a:lnTo>
                  <a:lnTo>
                    <a:pt x="118999" y="166370"/>
                  </a:lnTo>
                  <a:lnTo>
                    <a:pt x="118999" y="191008"/>
                  </a:lnTo>
                  <a:lnTo>
                    <a:pt x="71374" y="191008"/>
                  </a:lnTo>
                  <a:lnTo>
                    <a:pt x="71374" y="166370"/>
                  </a:lnTo>
                  <a:lnTo>
                    <a:pt x="68834" y="162179"/>
                  </a:lnTo>
                  <a:lnTo>
                    <a:pt x="34899" y="133692"/>
                  </a:lnTo>
                  <a:lnTo>
                    <a:pt x="23749" y="95504"/>
                  </a:lnTo>
                  <a:lnTo>
                    <a:pt x="29375" y="67652"/>
                  </a:lnTo>
                  <a:lnTo>
                    <a:pt x="44729" y="44881"/>
                  </a:lnTo>
                  <a:lnTo>
                    <a:pt x="67462" y="29514"/>
                  </a:lnTo>
                  <a:lnTo>
                    <a:pt x="95250" y="23876"/>
                  </a:lnTo>
                  <a:lnTo>
                    <a:pt x="123024" y="29514"/>
                  </a:lnTo>
                  <a:lnTo>
                    <a:pt x="145757" y="44881"/>
                  </a:lnTo>
                  <a:lnTo>
                    <a:pt x="161112" y="67652"/>
                  </a:lnTo>
                  <a:lnTo>
                    <a:pt x="166751" y="95504"/>
                  </a:lnTo>
                  <a:lnTo>
                    <a:pt x="166751" y="34188"/>
                  </a:lnTo>
                  <a:lnTo>
                    <a:pt x="162585" y="27990"/>
                  </a:lnTo>
                  <a:lnTo>
                    <a:pt x="156502" y="23876"/>
                  </a:lnTo>
                  <a:lnTo>
                    <a:pt x="132308" y="7518"/>
                  </a:lnTo>
                  <a:lnTo>
                    <a:pt x="95250" y="0"/>
                  </a:lnTo>
                  <a:lnTo>
                    <a:pt x="58178" y="7518"/>
                  </a:lnTo>
                  <a:lnTo>
                    <a:pt x="27901" y="27990"/>
                  </a:lnTo>
                  <a:lnTo>
                    <a:pt x="7480" y="58356"/>
                  </a:lnTo>
                  <a:lnTo>
                    <a:pt x="0" y="95504"/>
                  </a:lnTo>
                  <a:lnTo>
                    <a:pt x="3327" y="120396"/>
                  </a:lnTo>
                  <a:lnTo>
                    <a:pt x="12852" y="143217"/>
                  </a:lnTo>
                  <a:lnTo>
                    <a:pt x="27851" y="162826"/>
                  </a:lnTo>
                  <a:lnTo>
                    <a:pt x="47625" y="178054"/>
                  </a:lnTo>
                  <a:lnTo>
                    <a:pt x="47625" y="209550"/>
                  </a:lnTo>
                  <a:lnTo>
                    <a:pt x="52959" y="214884"/>
                  </a:lnTo>
                  <a:lnTo>
                    <a:pt x="137541" y="214884"/>
                  </a:lnTo>
                  <a:lnTo>
                    <a:pt x="142875" y="209550"/>
                  </a:lnTo>
                  <a:lnTo>
                    <a:pt x="142875" y="191008"/>
                  </a:lnTo>
                  <a:lnTo>
                    <a:pt x="142875" y="178054"/>
                  </a:lnTo>
                  <a:lnTo>
                    <a:pt x="162636" y="162826"/>
                  </a:lnTo>
                  <a:lnTo>
                    <a:pt x="177634" y="143217"/>
                  </a:lnTo>
                  <a:lnTo>
                    <a:pt x="187159" y="120396"/>
                  </a:lnTo>
                  <a:lnTo>
                    <a:pt x="190500" y="95504"/>
                  </a:lnTo>
                  <a:close/>
                </a:path>
              </a:pathLst>
            </a:custGeom>
            <a:solidFill>
              <a:srgbClr val="FF8E01"/>
            </a:solidFill>
          </p:spPr>
          <p:txBody>
            <a:bodyPr wrap="square" lIns="0" tIns="0" rIns="0" bIns="0" rtlCol="0"/>
            <a:lstStyle/>
            <a:p>
              <a:endParaRPr/>
            </a:p>
          </p:txBody>
        </p:sp>
        <p:sp>
          <p:nvSpPr>
            <p:cNvPr id="232" name="object 232"/>
            <p:cNvSpPr/>
            <p:nvPr/>
          </p:nvSpPr>
          <p:spPr>
            <a:xfrm>
              <a:off x="5902452" y="3883152"/>
              <a:ext cx="24765" cy="22860"/>
            </a:xfrm>
            <a:custGeom>
              <a:avLst/>
              <a:gdLst/>
              <a:ahLst/>
              <a:cxnLst/>
              <a:rect l="l" t="t" r="r" b="b"/>
              <a:pathLst>
                <a:path w="24764" h="22860">
                  <a:moveTo>
                    <a:pt x="18923" y="0"/>
                  </a:moveTo>
                  <a:lnTo>
                    <a:pt x="5461" y="0"/>
                  </a:lnTo>
                  <a:lnTo>
                    <a:pt x="0" y="5080"/>
                  </a:lnTo>
                  <a:lnTo>
                    <a:pt x="0" y="17780"/>
                  </a:lnTo>
                  <a:lnTo>
                    <a:pt x="5461" y="22860"/>
                  </a:lnTo>
                  <a:lnTo>
                    <a:pt x="18923" y="22860"/>
                  </a:lnTo>
                  <a:lnTo>
                    <a:pt x="24384" y="17780"/>
                  </a:lnTo>
                  <a:lnTo>
                    <a:pt x="24384" y="5080"/>
                  </a:lnTo>
                  <a:close/>
                </a:path>
              </a:pathLst>
            </a:custGeom>
            <a:solidFill>
              <a:srgbClr val="FFFFFF"/>
            </a:solidFill>
          </p:spPr>
          <p:txBody>
            <a:bodyPr wrap="square" lIns="0" tIns="0" rIns="0" bIns="0" rtlCol="0"/>
            <a:lstStyle/>
            <a:p>
              <a:endParaRPr/>
            </a:p>
          </p:txBody>
        </p:sp>
        <p:sp>
          <p:nvSpPr>
            <p:cNvPr id="233" name="object 233"/>
            <p:cNvSpPr/>
            <p:nvPr/>
          </p:nvSpPr>
          <p:spPr>
            <a:xfrm>
              <a:off x="6295644" y="4416551"/>
              <a:ext cx="294640" cy="181610"/>
            </a:xfrm>
            <a:custGeom>
              <a:avLst/>
              <a:gdLst/>
              <a:ahLst/>
              <a:cxnLst/>
              <a:rect l="l" t="t" r="r" b="b"/>
              <a:pathLst>
                <a:path w="294640" h="181610">
                  <a:moveTo>
                    <a:pt x="30480" y="11049"/>
                  </a:moveTo>
                  <a:lnTo>
                    <a:pt x="23622" y="4572"/>
                  </a:lnTo>
                  <a:lnTo>
                    <a:pt x="6858" y="4572"/>
                  </a:lnTo>
                  <a:lnTo>
                    <a:pt x="0" y="11049"/>
                  </a:lnTo>
                  <a:lnTo>
                    <a:pt x="0" y="27051"/>
                  </a:lnTo>
                  <a:lnTo>
                    <a:pt x="6858" y="33528"/>
                  </a:lnTo>
                  <a:lnTo>
                    <a:pt x="23622" y="33528"/>
                  </a:lnTo>
                  <a:lnTo>
                    <a:pt x="30480" y="27051"/>
                  </a:lnTo>
                  <a:lnTo>
                    <a:pt x="30480" y="11049"/>
                  </a:lnTo>
                  <a:close/>
                </a:path>
                <a:path w="294640" h="181610">
                  <a:moveTo>
                    <a:pt x="74676" y="84201"/>
                  </a:moveTo>
                  <a:lnTo>
                    <a:pt x="67818" y="77724"/>
                  </a:lnTo>
                  <a:lnTo>
                    <a:pt x="51054" y="77724"/>
                  </a:lnTo>
                  <a:lnTo>
                    <a:pt x="44196" y="84201"/>
                  </a:lnTo>
                  <a:lnTo>
                    <a:pt x="44196" y="100203"/>
                  </a:lnTo>
                  <a:lnTo>
                    <a:pt x="51054" y="106680"/>
                  </a:lnTo>
                  <a:lnTo>
                    <a:pt x="67818" y="106680"/>
                  </a:lnTo>
                  <a:lnTo>
                    <a:pt x="74676" y="100203"/>
                  </a:lnTo>
                  <a:lnTo>
                    <a:pt x="74676" y="84201"/>
                  </a:lnTo>
                  <a:close/>
                </a:path>
                <a:path w="294640" h="181610">
                  <a:moveTo>
                    <a:pt x="117348" y="157734"/>
                  </a:moveTo>
                  <a:lnTo>
                    <a:pt x="110871" y="150876"/>
                  </a:lnTo>
                  <a:lnTo>
                    <a:pt x="94869" y="150876"/>
                  </a:lnTo>
                  <a:lnTo>
                    <a:pt x="88392" y="157734"/>
                  </a:lnTo>
                  <a:lnTo>
                    <a:pt x="88392" y="174498"/>
                  </a:lnTo>
                  <a:lnTo>
                    <a:pt x="94869" y="181356"/>
                  </a:lnTo>
                  <a:lnTo>
                    <a:pt x="110871" y="181356"/>
                  </a:lnTo>
                  <a:lnTo>
                    <a:pt x="117348" y="174498"/>
                  </a:lnTo>
                  <a:lnTo>
                    <a:pt x="117348" y="157734"/>
                  </a:lnTo>
                  <a:close/>
                </a:path>
                <a:path w="294640" h="181610">
                  <a:moveTo>
                    <a:pt x="217932" y="6858"/>
                  </a:moveTo>
                  <a:lnTo>
                    <a:pt x="211328" y="0"/>
                  </a:lnTo>
                  <a:lnTo>
                    <a:pt x="78105" y="0"/>
                  </a:lnTo>
                  <a:lnTo>
                    <a:pt x="71628" y="6858"/>
                  </a:lnTo>
                  <a:lnTo>
                    <a:pt x="71628" y="23622"/>
                  </a:lnTo>
                  <a:lnTo>
                    <a:pt x="78105" y="30480"/>
                  </a:lnTo>
                  <a:lnTo>
                    <a:pt x="211328" y="30480"/>
                  </a:lnTo>
                  <a:lnTo>
                    <a:pt x="217932" y="23622"/>
                  </a:lnTo>
                  <a:lnTo>
                    <a:pt x="217932" y="6858"/>
                  </a:lnTo>
                  <a:close/>
                </a:path>
                <a:path w="294640" h="181610">
                  <a:moveTo>
                    <a:pt x="249936" y="84201"/>
                  </a:moveTo>
                  <a:lnTo>
                    <a:pt x="243459" y="77724"/>
                  </a:lnTo>
                  <a:lnTo>
                    <a:pt x="110109" y="77724"/>
                  </a:lnTo>
                  <a:lnTo>
                    <a:pt x="103632" y="84201"/>
                  </a:lnTo>
                  <a:lnTo>
                    <a:pt x="103632" y="100203"/>
                  </a:lnTo>
                  <a:lnTo>
                    <a:pt x="110109" y="106680"/>
                  </a:lnTo>
                  <a:lnTo>
                    <a:pt x="243459" y="106680"/>
                  </a:lnTo>
                  <a:lnTo>
                    <a:pt x="249936" y="100203"/>
                  </a:lnTo>
                  <a:lnTo>
                    <a:pt x="249936" y="84201"/>
                  </a:lnTo>
                  <a:close/>
                </a:path>
                <a:path w="294640" h="181610">
                  <a:moveTo>
                    <a:pt x="294132" y="157734"/>
                  </a:moveTo>
                  <a:lnTo>
                    <a:pt x="287528" y="150876"/>
                  </a:lnTo>
                  <a:lnTo>
                    <a:pt x="154305" y="150876"/>
                  </a:lnTo>
                  <a:lnTo>
                    <a:pt x="147828" y="157734"/>
                  </a:lnTo>
                  <a:lnTo>
                    <a:pt x="147828" y="174498"/>
                  </a:lnTo>
                  <a:lnTo>
                    <a:pt x="154305" y="181356"/>
                  </a:lnTo>
                  <a:lnTo>
                    <a:pt x="287528" y="181356"/>
                  </a:lnTo>
                  <a:lnTo>
                    <a:pt x="294132" y="174498"/>
                  </a:lnTo>
                  <a:lnTo>
                    <a:pt x="294132" y="157734"/>
                  </a:lnTo>
                  <a:close/>
                </a:path>
              </a:pathLst>
            </a:custGeom>
            <a:solidFill>
              <a:srgbClr val="4264DE">
                <a:alpha val="50195"/>
              </a:srgbClr>
            </a:solidFill>
          </p:spPr>
          <p:txBody>
            <a:bodyPr wrap="square" lIns="0" tIns="0" rIns="0" bIns="0" rtlCol="0"/>
            <a:lstStyle/>
            <a:p>
              <a:endParaRPr/>
            </a:p>
          </p:txBody>
        </p:sp>
      </p:grpSp>
      <p:sp>
        <p:nvSpPr>
          <p:cNvPr id="235" name="object 235"/>
          <p:cNvSpPr txBox="1">
            <a:spLocks noGrp="1"/>
          </p:cNvSpPr>
          <p:nvPr>
            <p:ph type="sldNum" sz="quarter" idx="7"/>
          </p:nvPr>
        </p:nvSpPr>
        <p:spPr>
          <a:prstGeom prst="rect">
            <a:avLst/>
          </a:prstGeom>
        </p:spPr>
        <p:txBody>
          <a:bodyPr vert="horz" wrap="square" lIns="0" tIns="3175" rIns="0" bIns="0" rtlCol="0">
            <a:spAutoFit/>
          </a:bodyPr>
          <a:lstStyle/>
          <a:p>
            <a:pPr marL="38100">
              <a:lnSpc>
                <a:spcPct val="100000"/>
              </a:lnSpc>
              <a:spcBef>
                <a:spcPts val="25"/>
              </a:spcBef>
            </a:pPr>
            <a:fld id="{81D60167-4931-47E6-BA6A-407CBD079E47}" type="slidenum">
              <a:rPr dirty="0"/>
              <a:pPr marL="38100">
                <a:lnSpc>
                  <a:spcPct val="100000"/>
                </a:lnSpc>
                <a:spcBef>
                  <a:spcPts val="25"/>
                </a:spcBef>
              </a:pPr>
              <a:t>12</a:t>
            </a:fld>
            <a:endParaRPr dirty="0"/>
          </a:p>
        </p:txBody>
      </p:sp>
      <p:sp>
        <p:nvSpPr>
          <p:cNvPr id="240" name="TextBox 239">
            <a:extLst>
              <a:ext uri="{FF2B5EF4-FFF2-40B4-BE49-F238E27FC236}">
                <a16:creationId xmlns:a16="http://schemas.microsoft.com/office/drawing/2014/main" id="{B901CCDD-1D82-7DF9-935B-AA8CFEF5AD2E}"/>
              </a:ext>
            </a:extLst>
          </p:cNvPr>
          <p:cNvSpPr txBox="1"/>
          <p:nvPr/>
        </p:nvSpPr>
        <p:spPr>
          <a:xfrm>
            <a:off x="304800" y="384174"/>
            <a:ext cx="4837430" cy="523220"/>
          </a:xfrm>
          <a:prstGeom prst="rect">
            <a:avLst/>
          </a:prstGeom>
          <a:noFill/>
        </p:spPr>
        <p:txBody>
          <a:bodyPr wrap="square" rtlCol="0">
            <a:spAutoFit/>
          </a:bodyPr>
          <a:lstStyle/>
          <a:p>
            <a:r>
              <a:rPr lang="en-IN" sz="2800" dirty="0">
                <a:solidFill>
                  <a:schemeClr val="bg1"/>
                </a:solidFill>
              </a:rPr>
              <a:t>Machine Learning Life Cycle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263753" y="204343"/>
            <a:ext cx="7566659" cy="513715"/>
          </a:xfrm>
          <a:prstGeom prst="rect">
            <a:avLst/>
          </a:prstGeom>
        </p:spPr>
        <p:txBody>
          <a:bodyPr vert="horz" wrap="square" lIns="0" tIns="12700" rIns="0" bIns="0" rtlCol="0">
            <a:spAutoFit/>
          </a:bodyPr>
          <a:lstStyle/>
          <a:p>
            <a:pPr marL="12700">
              <a:lnSpc>
                <a:spcPct val="100000"/>
              </a:lnSpc>
              <a:spcBef>
                <a:spcPts val="100"/>
              </a:spcBef>
            </a:pPr>
            <a:r>
              <a:rPr sz="3200" dirty="0"/>
              <a:t>What is </a:t>
            </a:r>
            <a:r>
              <a:rPr sz="3200" spc="-5" dirty="0"/>
              <a:t>Supervised </a:t>
            </a:r>
            <a:r>
              <a:rPr sz="3200" dirty="0"/>
              <a:t>Machine</a:t>
            </a:r>
            <a:r>
              <a:rPr sz="3200" spc="-25" dirty="0"/>
              <a:t> </a:t>
            </a:r>
            <a:r>
              <a:rPr sz="3200" spc="-5" dirty="0"/>
              <a:t>Learning?</a:t>
            </a:r>
            <a:endParaRPr sz="3200"/>
          </a:p>
        </p:txBody>
      </p:sp>
      <p:sp>
        <p:nvSpPr>
          <p:cNvPr id="4" name="object 4"/>
          <p:cNvSpPr/>
          <p:nvPr/>
        </p:nvSpPr>
        <p:spPr>
          <a:xfrm>
            <a:off x="11778995" y="6621777"/>
            <a:ext cx="253746" cy="232397"/>
          </a:xfrm>
          <a:prstGeom prst="rect">
            <a:avLst/>
          </a:prstGeom>
          <a:blipFill>
            <a:blip r:embed="rId2" cstate="print"/>
            <a:stretch>
              <a:fillRect/>
            </a:stretch>
          </a:blipFill>
        </p:spPr>
        <p:txBody>
          <a:bodyPr wrap="square" lIns="0" tIns="0" rIns="0" bIns="0" rtlCol="0"/>
          <a:lstStyle/>
          <a:p>
            <a:endParaRPr/>
          </a:p>
        </p:txBody>
      </p:sp>
      <p:grpSp>
        <p:nvGrpSpPr>
          <p:cNvPr id="5" name="object 5"/>
          <p:cNvGrpSpPr/>
          <p:nvPr/>
        </p:nvGrpSpPr>
        <p:grpSpPr>
          <a:xfrm>
            <a:off x="8169402" y="3781678"/>
            <a:ext cx="2258060" cy="2183130"/>
            <a:chOff x="8169402" y="3781678"/>
            <a:chExt cx="2258060" cy="2183130"/>
          </a:xfrm>
        </p:grpSpPr>
        <p:sp>
          <p:nvSpPr>
            <p:cNvPr id="6" name="object 6"/>
            <p:cNvSpPr/>
            <p:nvPr/>
          </p:nvSpPr>
          <p:spPr>
            <a:xfrm>
              <a:off x="8169402" y="4787645"/>
              <a:ext cx="1465580" cy="83820"/>
            </a:xfrm>
            <a:custGeom>
              <a:avLst/>
              <a:gdLst/>
              <a:ahLst/>
              <a:cxnLst/>
              <a:rect l="l" t="t" r="r" b="b"/>
              <a:pathLst>
                <a:path w="1465579" h="83820">
                  <a:moveTo>
                    <a:pt x="0" y="83819"/>
                  </a:moveTo>
                  <a:lnTo>
                    <a:pt x="1465326" y="83819"/>
                  </a:lnTo>
                </a:path>
                <a:path w="1465579" h="83820">
                  <a:moveTo>
                    <a:pt x="1260221" y="0"/>
                  </a:moveTo>
                  <a:lnTo>
                    <a:pt x="848868" y="0"/>
                  </a:lnTo>
                </a:path>
              </a:pathLst>
            </a:custGeom>
            <a:ln w="3175">
              <a:solidFill>
                <a:srgbClr val="FFFFFF"/>
              </a:solidFill>
            </a:ln>
          </p:spPr>
          <p:txBody>
            <a:bodyPr wrap="square" lIns="0" tIns="0" rIns="0" bIns="0" rtlCol="0"/>
            <a:lstStyle/>
            <a:p>
              <a:endParaRPr/>
            </a:p>
          </p:txBody>
        </p:sp>
        <p:sp>
          <p:nvSpPr>
            <p:cNvPr id="7" name="object 7"/>
            <p:cNvSpPr/>
            <p:nvPr/>
          </p:nvSpPr>
          <p:spPr>
            <a:xfrm>
              <a:off x="9429750" y="3839717"/>
              <a:ext cx="0" cy="949325"/>
            </a:xfrm>
            <a:custGeom>
              <a:avLst/>
              <a:gdLst/>
              <a:ahLst/>
              <a:cxnLst/>
              <a:rect l="l" t="t" r="r" b="b"/>
              <a:pathLst>
                <a:path h="949325">
                  <a:moveTo>
                    <a:pt x="0" y="948816"/>
                  </a:moveTo>
                  <a:lnTo>
                    <a:pt x="0" y="0"/>
                  </a:lnTo>
                </a:path>
              </a:pathLst>
            </a:custGeom>
            <a:ln w="3175">
              <a:solidFill>
                <a:srgbClr val="FFFFFF"/>
              </a:solidFill>
            </a:ln>
          </p:spPr>
          <p:txBody>
            <a:bodyPr wrap="square" lIns="0" tIns="0" rIns="0" bIns="0" rtlCol="0"/>
            <a:lstStyle/>
            <a:p>
              <a:endParaRPr/>
            </a:p>
          </p:txBody>
        </p:sp>
        <p:sp>
          <p:nvSpPr>
            <p:cNvPr id="8" name="object 8"/>
            <p:cNvSpPr/>
            <p:nvPr/>
          </p:nvSpPr>
          <p:spPr>
            <a:xfrm>
              <a:off x="9429750" y="3839717"/>
              <a:ext cx="274320" cy="0"/>
            </a:xfrm>
            <a:custGeom>
              <a:avLst/>
              <a:gdLst/>
              <a:ahLst/>
              <a:cxnLst/>
              <a:rect l="l" t="t" r="r" b="b"/>
              <a:pathLst>
                <a:path w="274320">
                  <a:moveTo>
                    <a:pt x="0" y="0"/>
                  </a:moveTo>
                  <a:lnTo>
                    <a:pt x="274320" y="0"/>
                  </a:lnTo>
                </a:path>
              </a:pathLst>
            </a:custGeom>
            <a:ln w="3175">
              <a:solidFill>
                <a:srgbClr val="FFFFFF"/>
              </a:solidFill>
            </a:ln>
          </p:spPr>
          <p:txBody>
            <a:bodyPr wrap="square" lIns="0" tIns="0" rIns="0" bIns="0" rtlCol="0"/>
            <a:lstStyle/>
            <a:p>
              <a:endParaRPr/>
            </a:p>
          </p:txBody>
        </p:sp>
        <p:sp>
          <p:nvSpPr>
            <p:cNvPr id="9" name="object 9"/>
            <p:cNvSpPr/>
            <p:nvPr/>
          </p:nvSpPr>
          <p:spPr>
            <a:xfrm>
              <a:off x="10077323" y="3781678"/>
              <a:ext cx="350138" cy="117475"/>
            </a:xfrm>
            <a:prstGeom prst="rect">
              <a:avLst/>
            </a:prstGeom>
            <a:blipFill>
              <a:blip r:embed="rId3" cstate="print"/>
              <a:stretch>
                <a:fillRect/>
              </a:stretch>
            </a:blipFill>
          </p:spPr>
          <p:txBody>
            <a:bodyPr wrap="square" lIns="0" tIns="0" rIns="0" bIns="0" rtlCol="0"/>
            <a:lstStyle/>
            <a:p>
              <a:endParaRPr/>
            </a:p>
          </p:txBody>
        </p:sp>
        <p:sp>
          <p:nvSpPr>
            <p:cNvPr id="10" name="object 10"/>
            <p:cNvSpPr/>
            <p:nvPr/>
          </p:nvSpPr>
          <p:spPr>
            <a:xfrm>
              <a:off x="9533382" y="3841241"/>
              <a:ext cx="548640" cy="0"/>
            </a:xfrm>
            <a:custGeom>
              <a:avLst/>
              <a:gdLst/>
              <a:ahLst/>
              <a:cxnLst/>
              <a:rect l="l" t="t" r="r" b="b"/>
              <a:pathLst>
                <a:path w="548640">
                  <a:moveTo>
                    <a:pt x="0" y="0"/>
                  </a:moveTo>
                  <a:lnTo>
                    <a:pt x="548640" y="0"/>
                  </a:lnTo>
                </a:path>
              </a:pathLst>
            </a:custGeom>
            <a:ln w="3175">
              <a:solidFill>
                <a:srgbClr val="FFFFFF"/>
              </a:solidFill>
            </a:ln>
          </p:spPr>
          <p:txBody>
            <a:bodyPr wrap="square" lIns="0" tIns="0" rIns="0" bIns="0" rtlCol="0"/>
            <a:lstStyle/>
            <a:p>
              <a:endParaRPr/>
            </a:p>
          </p:txBody>
        </p:sp>
        <p:sp>
          <p:nvSpPr>
            <p:cNvPr id="11" name="object 11"/>
            <p:cNvSpPr/>
            <p:nvPr/>
          </p:nvSpPr>
          <p:spPr>
            <a:xfrm>
              <a:off x="9533382" y="3841241"/>
              <a:ext cx="274320" cy="0"/>
            </a:xfrm>
            <a:custGeom>
              <a:avLst/>
              <a:gdLst/>
              <a:ahLst/>
              <a:cxnLst/>
              <a:rect l="l" t="t" r="r" b="b"/>
              <a:pathLst>
                <a:path w="274320">
                  <a:moveTo>
                    <a:pt x="0" y="0"/>
                  </a:moveTo>
                  <a:lnTo>
                    <a:pt x="274320" y="0"/>
                  </a:lnTo>
                </a:path>
              </a:pathLst>
            </a:custGeom>
            <a:ln w="31750">
              <a:solidFill>
                <a:srgbClr val="00D9CE"/>
              </a:solidFill>
            </a:ln>
          </p:spPr>
          <p:txBody>
            <a:bodyPr wrap="square" lIns="0" tIns="0" rIns="0" bIns="0" rtlCol="0"/>
            <a:lstStyle/>
            <a:p>
              <a:endParaRPr/>
            </a:p>
          </p:txBody>
        </p:sp>
        <p:sp>
          <p:nvSpPr>
            <p:cNvPr id="12" name="object 12"/>
            <p:cNvSpPr/>
            <p:nvPr/>
          </p:nvSpPr>
          <p:spPr>
            <a:xfrm>
              <a:off x="10077323" y="4814950"/>
              <a:ext cx="350138" cy="117475"/>
            </a:xfrm>
            <a:prstGeom prst="rect">
              <a:avLst/>
            </a:prstGeom>
            <a:blipFill>
              <a:blip r:embed="rId3" cstate="print"/>
              <a:stretch>
                <a:fillRect/>
              </a:stretch>
            </a:blipFill>
          </p:spPr>
          <p:txBody>
            <a:bodyPr wrap="square" lIns="0" tIns="0" rIns="0" bIns="0" rtlCol="0"/>
            <a:lstStyle/>
            <a:p>
              <a:endParaRPr/>
            </a:p>
          </p:txBody>
        </p:sp>
        <p:sp>
          <p:nvSpPr>
            <p:cNvPr id="13" name="object 13"/>
            <p:cNvSpPr/>
            <p:nvPr/>
          </p:nvSpPr>
          <p:spPr>
            <a:xfrm>
              <a:off x="9533382" y="4874513"/>
              <a:ext cx="548640" cy="0"/>
            </a:xfrm>
            <a:custGeom>
              <a:avLst/>
              <a:gdLst/>
              <a:ahLst/>
              <a:cxnLst/>
              <a:rect l="l" t="t" r="r" b="b"/>
              <a:pathLst>
                <a:path w="548640">
                  <a:moveTo>
                    <a:pt x="0" y="0"/>
                  </a:moveTo>
                  <a:lnTo>
                    <a:pt x="548640" y="0"/>
                  </a:lnTo>
                </a:path>
              </a:pathLst>
            </a:custGeom>
            <a:ln w="3175">
              <a:solidFill>
                <a:srgbClr val="FFFFFF"/>
              </a:solidFill>
            </a:ln>
          </p:spPr>
          <p:txBody>
            <a:bodyPr wrap="square" lIns="0" tIns="0" rIns="0" bIns="0" rtlCol="0"/>
            <a:lstStyle/>
            <a:p>
              <a:endParaRPr/>
            </a:p>
          </p:txBody>
        </p:sp>
        <p:sp>
          <p:nvSpPr>
            <p:cNvPr id="14" name="object 14"/>
            <p:cNvSpPr/>
            <p:nvPr/>
          </p:nvSpPr>
          <p:spPr>
            <a:xfrm>
              <a:off x="9533382" y="4874513"/>
              <a:ext cx="274320" cy="0"/>
            </a:xfrm>
            <a:custGeom>
              <a:avLst/>
              <a:gdLst/>
              <a:ahLst/>
              <a:cxnLst/>
              <a:rect l="l" t="t" r="r" b="b"/>
              <a:pathLst>
                <a:path w="274320">
                  <a:moveTo>
                    <a:pt x="0" y="0"/>
                  </a:moveTo>
                  <a:lnTo>
                    <a:pt x="274320" y="0"/>
                  </a:lnTo>
                </a:path>
              </a:pathLst>
            </a:custGeom>
            <a:ln w="31750">
              <a:solidFill>
                <a:srgbClr val="00D9CE"/>
              </a:solidFill>
            </a:ln>
          </p:spPr>
          <p:txBody>
            <a:bodyPr wrap="square" lIns="0" tIns="0" rIns="0" bIns="0" rtlCol="0"/>
            <a:lstStyle/>
            <a:p>
              <a:endParaRPr/>
            </a:p>
          </p:txBody>
        </p:sp>
        <p:sp>
          <p:nvSpPr>
            <p:cNvPr id="15" name="object 15"/>
            <p:cNvSpPr/>
            <p:nvPr/>
          </p:nvSpPr>
          <p:spPr>
            <a:xfrm>
              <a:off x="9018270" y="4956809"/>
              <a:ext cx="685800" cy="949960"/>
            </a:xfrm>
            <a:custGeom>
              <a:avLst/>
              <a:gdLst/>
              <a:ahLst/>
              <a:cxnLst/>
              <a:rect l="l" t="t" r="r" b="b"/>
              <a:pathLst>
                <a:path w="685800" h="949960">
                  <a:moveTo>
                    <a:pt x="0" y="0"/>
                  </a:moveTo>
                  <a:lnTo>
                    <a:pt x="411352" y="0"/>
                  </a:lnTo>
                </a:path>
                <a:path w="685800" h="949960">
                  <a:moveTo>
                    <a:pt x="685800" y="949451"/>
                  </a:moveTo>
                  <a:lnTo>
                    <a:pt x="411479" y="949451"/>
                  </a:lnTo>
                </a:path>
              </a:pathLst>
            </a:custGeom>
            <a:ln w="3175">
              <a:solidFill>
                <a:srgbClr val="FFFFFF"/>
              </a:solidFill>
            </a:ln>
          </p:spPr>
          <p:txBody>
            <a:bodyPr wrap="square" lIns="0" tIns="0" rIns="0" bIns="0" rtlCol="0"/>
            <a:lstStyle/>
            <a:p>
              <a:endParaRPr/>
            </a:p>
          </p:txBody>
        </p:sp>
        <p:sp>
          <p:nvSpPr>
            <p:cNvPr id="16" name="object 16"/>
            <p:cNvSpPr/>
            <p:nvPr/>
          </p:nvSpPr>
          <p:spPr>
            <a:xfrm>
              <a:off x="9429750" y="4956809"/>
              <a:ext cx="0" cy="950594"/>
            </a:xfrm>
            <a:custGeom>
              <a:avLst/>
              <a:gdLst/>
              <a:ahLst/>
              <a:cxnLst/>
              <a:rect l="l" t="t" r="r" b="b"/>
              <a:pathLst>
                <a:path h="950595">
                  <a:moveTo>
                    <a:pt x="0" y="950429"/>
                  </a:moveTo>
                  <a:lnTo>
                    <a:pt x="0" y="0"/>
                  </a:lnTo>
                </a:path>
              </a:pathLst>
            </a:custGeom>
            <a:ln w="3175">
              <a:solidFill>
                <a:srgbClr val="FFFFFF"/>
              </a:solidFill>
            </a:ln>
          </p:spPr>
          <p:txBody>
            <a:bodyPr wrap="square" lIns="0" tIns="0" rIns="0" bIns="0" rtlCol="0"/>
            <a:lstStyle/>
            <a:p>
              <a:endParaRPr/>
            </a:p>
          </p:txBody>
        </p:sp>
        <p:sp>
          <p:nvSpPr>
            <p:cNvPr id="17" name="object 17"/>
            <p:cNvSpPr/>
            <p:nvPr/>
          </p:nvSpPr>
          <p:spPr>
            <a:xfrm>
              <a:off x="10077323" y="5846724"/>
              <a:ext cx="350138" cy="117487"/>
            </a:xfrm>
            <a:prstGeom prst="rect">
              <a:avLst/>
            </a:prstGeom>
            <a:blipFill>
              <a:blip r:embed="rId4" cstate="print"/>
              <a:stretch>
                <a:fillRect/>
              </a:stretch>
            </a:blipFill>
          </p:spPr>
          <p:txBody>
            <a:bodyPr wrap="square" lIns="0" tIns="0" rIns="0" bIns="0" rtlCol="0"/>
            <a:lstStyle/>
            <a:p>
              <a:endParaRPr/>
            </a:p>
          </p:txBody>
        </p:sp>
        <p:sp>
          <p:nvSpPr>
            <p:cNvPr id="18" name="object 18"/>
            <p:cNvSpPr/>
            <p:nvPr/>
          </p:nvSpPr>
          <p:spPr>
            <a:xfrm>
              <a:off x="9682734" y="5906261"/>
              <a:ext cx="398780" cy="0"/>
            </a:xfrm>
            <a:custGeom>
              <a:avLst/>
              <a:gdLst/>
              <a:ahLst/>
              <a:cxnLst/>
              <a:rect l="l" t="t" r="r" b="b"/>
              <a:pathLst>
                <a:path w="398779">
                  <a:moveTo>
                    <a:pt x="0" y="0"/>
                  </a:moveTo>
                  <a:lnTo>
                    <a:pt x="398780" y="0"/>
                  </a:lnTo>
                </a:path>
              </a:pathLst>
            </a:custGeom>
            <a:ln w="3175">
              <a:solidFill>
                <a:srgbClr val="FFFFFF"/>
              </a:solidFill>
            </a:ln>
          </p:spPr>
          <p:txBody>
            <a:bodyPr wrap="square" lIns="0" tIns="0" rIns="0" bIns="0" rtlCol="0"/>
            <a:lstStyle/>
            <a:p>
              <a:endParaRPr/>
            </a:p>
          </p:txBody>
        </p:sp>
        <p:sp>
          <p:nvSpPr>
            <p:cNvPr id="19" name="object 19"/>
            <p:cNvSpPr/>
            <p:nvPr/>
          </p:nvSpPr>
          <p:spPr>
            <a:xfrm>
              <a:off x="9533382" y="5906261"/>
              <a:ext cx="274320" cy="0"/>
            </a:xfrm>
            <a:custGeom>
              <a:avLst/>
              <a:gdLst/>
              <a:ahLst/>
              <a:cxnLst/>
              <a:rect l="l" t="t" r="r" b="b"/>
              <a:pathLst>
                <a:path w="274320">
                  <a:moveTo>
                    <a:pt x="0" y="0"/>
                  </a:moveTo>
                  <a:lnTo>
                    <a:pt x="274320" y="0"/>
                  </a:lnTo>
                </a:path>
              </a:pathLst>
            </a:custGeom>
            <a:ln w="31750">
              <a:solidFill>
                <a:srgbClr val="00D9CE"/>
              </a:solidFill>
            </a:ln>
          </p:spPr>
          <p:txBody>
            <a:bodyPr wrap="square" lIns="0" tIns="0" rIns="0" bIns="0" rtlCol="0"/>
            <a:lstStyle/>
            <a:p>
              <a:endParaRPr/>
            </a:p>
          </p:txBody>
        </p:sp>
      </p:grpSp>
      <p:grpSp>
        <p:nvGrpSpPr>
          <p:cNvPr id="20" name="object 20"/>
          <p:cNvGrpSpPr/>
          <p:nvPr/>
        </p:nvGrpSpPr>
        <p:grpSpPr>
          <a:xfrm>
            <a:off x="865505" y="2916808"/>
            <a:ext cx="2421890" cy="579755"/>
            <a:chOff x="865505" y="2916808"/>
            <a:chExt cx="2421890" cy="579755"/>
          </a:xfrm>
        </p:grpSpPr>
        <p:sp>
          <p:nvSpPr>
            <p:cNvPr id="21" name="object 21"/>
            <p:cNvSpPr/>
            <p:nvPr/>
          </p:nvSpPr>
          <p:spPr>
            <a:xfrm>
              <a:off x="866394" y="2937509"/>
              <a:ext cx="2420620" cy="558165"/>
            </a:xfrm>
            <a:custGeom>
              <a:avLst/>
              <a:gdLst/>
              <a:ahLst/>
              <a:cxnLst/>
              <a:rect l="l" t="t" r="r" b="b"/>
              <a:pathLst>
                <a:path w="2420620" h="558164">
                  <a:moveTo>
                    <a:pt x="2395220" y="0"/>
                  </a:moveTo>
                  <a:lnTo>
                    <a:pt x="24866" y="0"/>
                  </a:lnTo>
                  <a:lnTo>
                    <a:pt x="15189" y="1960"/>
                  </a:lnTo>
                  <a:lnTo>
                    <a:pt x="7285" y="7302"/>
                  </a:lnTo>
                  <a:lnTo>
                    <a:pt x="1954" y="15216"/>
                  </a:lnTo>
                  <a:lnTo>
                    <a:pt x="0" y="24891"/>
                  </a:lnTo>
                  <a:lnTo>
                    <a:pt x="0" y="532891"/>
                  </a:lnTo>
                  <a:lnTo>
                    <a:pt x="1954" y="542567"/>
                  </a:lnTo>
                  <a:lnTo>
                    <a:pt x="7285" y="550481"/>
                  </a:lnTo>
                  <a:lnTo>
                    <a:pt x="15189" y="555823"/>
                  </a:lnTo>
                  <a:lnTo>
                    <a:pt x="24866" y="557784"/>
                  </a:lnTo>
                  <a:lnTo>
                    <a:pt x="2395220" y="557784"/>
                  </a:lnTo>
                  <a:lnTo>
                    <a:pt x="2404895" y="555823"/>
                  </a:lnTo>
                  <a:lnTo>
                    <a:pt x="2412809" y="550481"/>
                  </a:lnTo>
                  <a:lnTo>
                    <a:pt x="2418151" y="542567"/>
                  </a:lnTo>
                  <a:lnTo>
                    <a:pt x="2420111" y="532891"/>
                  </a:lnTo>
                  <a:lnTo>
                    <a:pt x="2420111" y="24891"/>
                  </a:lnTo>
                  <a:lnTo>
                    <a:pt x="2418151" y="15216"/>
                  </a:lnTo>
                  <a:lnTo>
                    <a:pt x="2412809" y="7302"/>
                  </a:lnTo>
                  <a:lnTo>
                    <a:pt x="2404895" y="1960"/>
                  </a:lnTo>
                  <a:lnTo>
                    <a:pt x="2395220" y="0"/>
                  </a:lnTo>
                  <a:close/>
                </a:path>
              </a:pathLst>
            </a:custGeom>
            <a:solidFill>
              <a:srgbClr val="00D9CE"/>
            </a:solidFill>
          </p:spPr>
          <p:txBody>
            <a:bodyPr wrap="square" lIns="0" tIns="0" rIns="0" bIns="0" rtlCol="0"/>
            <a:lstStyle/>
            <a:p>
              <a:endParaRPr/>
            </a:p>
          </p:txBody>
        </p:sp>
        <p:sp>
          <p:nvSpPr>
            <p:cNvPr id="22" name="object 22"/>
            <p:cNvSpPr/>
            <p:nvPr/>
          </p:nvSpPr>
          <p:spPr>
            <a:xfrm>
              <a:off x="866394" y="2937509"/>
              <a:ext cx="2420620" cy="558165"/>
            </a:xfrm>
            <a:custGeom>
              <a:avLst/>
              <a:gdLst/>
              <a:ahLst/>
              <a:cxnLst/>
              <a:rect l="l" t="t" r="r" b="b"/>
              <a:pathLst>
                <a:path w="2420620" h="558164">
                  <a:moveTo>
                    <a:pt x="0" y="24891"/>
                  </a:moveTo>
                  <a:lnTo>
                    <a:pt x="1954" y="15216"/>
                  </a:lnTo>
                  <a:lnTo>
                    <a:pt x="7285" y="7302"/>
                  </a:lnTo>
                  <a:lnTo>
                    <a:pt x="15189" y="1960"/>
                  </a:lnTo>
                  <a:lnTo>
                    <a:pt x="24866" y="0"/>
                  </a:lnTo>
                  <a:lnTo>
                    <a:pt x="2395220" y="0"/>
                  </a:lnTo>
                  <a:lnTo>
                    <a:pt x="2404895" y="1960"/>
                  </a:lnTo>
                  <a:lnTo>
                    <a:pt x="2412809" y="7302"/>
                  </a:lnTo>
                  <a:lnTo>
                    <a:pt x="2418151" y="15216"/>
                  </a:lnTo>
                  <a:lnTo>
                    <a:pt x="2420111" y="24891"/>
                  </a:lnTo>
                  <a:lnTo>
                    <a:pt x="2420111" y="532891"/>
                  </a:lnTo>
                  <a:lnTo>
                    <a:pt x="2418151" y="542567"/>
                  </a:lnTo>
                  <a:lnTo>
                    <a:pt x="2412809" y="550481"/>
                  </a:lnTo>
                  <a:lnTo>
                    <a:pt x="2404895" y="555823"/>
                  </a:lnTo>
                  <a:lnTo>
                    <a:pt x="2395220" y="557784"/>
                  </a:lnTo>
                  <a:lnTo>
                    <a:pt x="24866" y="557784"/>
                  </a:lnTo>
                  <a:lnTo>
                    <a:pt x="15189" y="555823"/>
                  </a:lnTo>
                  <a:lnTo>
                    <a:pt x="7285" y="550481"/>
                  </a:lnTo>
                  <a:lnTo>
                    <a:pt x="1954" y="542567"/>
                  </a:lnTo>
                  <a:lnTo>
                    <a:pt x="0" y="532891"/>
                  </a:lnTo>
                  <a:lnTo>
                    <a:pt x="0" y="24891"/>
                  </a:lnTo>
                  <a:close/>
                </a:path>
              </a:pathLst>
            </a:custGeom>
            <a:ln w="3175">
              <a:solidFill>
                <a:srgbClr val="00D9CE"/>
              </a:solidFill>
            </a:ln>
          </p:spPr>
          <p:txBody>
            <a:bodyPr wrap="square" lIns="0" tIns="0" rIns="0" bIns="0" rtlCol="0"/>
            <a:lstStyle/>
            <a:p>
              <a:endParaRPr/>
            </a:p>
          </p:txBody>
        </p:sp>
        <p:sp>
          <p:nvSpPr>
            <p:cNvPr id="23" name="object 23"/>
            <p:cNvSpPr/>
            <p:nvPr/>
          </p:nvSpPr>
          <p:spPr>
            <a:xfrm>
              <a:off x="866394" y="2917697"/>
              <a:ext cx="2420620" cy="558165"/>
            </a:xfrm>
            <a:custGeom>
              <a:avLst/>
              <a:gdLst/>
              <a:ahLst/>
              <a:cxnLst/>
              <a:rect l="l" t="t" r="r" b="b"/>
              <a:pathLst>
                <a:path w="2420620" h="558164">
                  <a:moveTo>
                    <a:pt x="2395220" y="0"/>
                  </a:moveTo>
                  <a:lnTo>
                    <a:pt x="24866" y="0"/>
                  </a:lnTo>
                  <a:lnTo>
                    <a:pt x="15189" y="1960"/>
                  </a:lnTo>
                  <a:lnTo>
                    <a:pt x="7285" y="7302"/>
                  </a:lnTo>
                  <a:lnTo>
                    <a:pt x="1954" y="15216"/>
                  </a:lnTo>
                  <a:lnTo>
                    <a:pt x="0" y="24891"/>
                  </a:lnTo>
                  <a:lnTo>
                    <a:pt x="0" y="532891"/>
                  </a:lnTo>
                  <a:lnTo>
                    <a:pt x="1954" y="542567"/>
                  </a:lnTo>
                  <a:lnTo>
                    <a:pt x="7285" y="550481"/>
                  </a:lnTo>
                  <a:lnTo>
                    <a:pt x="15189" y="555823"/>
                  </a:lnTo>
                  <a:lnTo>
                    <a:pt x="24866" y="557784"/>
                  </a:lnTo>
                  <a:lnTo>
                    <a:pt x="2395220" y="557784"/>
                  </a:lnTo>
                  <a:lnTo>
                    <a:pt x="2404895" y="555823"/>
                  </a:lnTo>
                  <a:lnTo>
                    <a:pt x="2412809" y="550481"/>
                  </a:lnTo>
                  <a:lnTo>
                    <a:pt x="2418151" y="542567"/>
                  </a:lnTo>
                  <a:lnTo>
                    <a:pt x="2420111" y="532891"/>
                  </a:lnTo>
                  <a:lnTo>
                    <a:pt x="2420111" y="24891"/>
                  </a:lnTo>
                  <a:lnTo>
                    <a:pt x="2418151" y="15216"/>
                  </a:lnTo>
                  <a:lnTo>
                    <a:pt x="2412809" y="7302"/>
                  </a:lnTo>
                  <a:lnTo>
                    <a:pt x="2404895" y="1960"/>
                  </a:lnTo>
                  <a:lnTo>
                    <a:pt x="2395220" y="0"/>
                  </a:lnTo>
                  <a:close/>
                </a:path>
              </a:pathLst>
            </a:custGeom>
            <a:solidFill>
              <a:srgbClr val="0F548B"/>
            </a:solidFill>
          </p:spPr>
          <p:txBody>
            <a:bodyPr wrap="square" lIns="0" tIns="0" rIns="0" bIns="0" rtlCol="0"/>
            <a:lstStyle/>
            <a:p>
              <a:endParaRPr/>
            </a:p>
          </p:txBody>
        </p:sp>
        <p:sp>
          <p:nvSpPr>
            <p:cNvPr id="24" name="object 24"/>
            <p:cNvSpPr/>
            <p:nvPr/>
          </p:nvSpPr>
          <p:spPr>
            <a:xfrm>
              <a:off x="866394" y="2917697"/>
              <a:ext cx="2420620" cy="558165"/>
            </a:xfrm>
            <a:custGeom>
              <a:avLst/>
              <a:gdLst/>
              <a:ahLst/>
              <a:cxnLst/>
              <a:rect l="l" t="t" r="r" b="b"/>
              <a:pathLst>
                <a:path w="2420620" h="558164">
                  <a:moveTo>
                    <a:pt x="0" y="24891"/>
                  </a:moveTo>
                  <a:lnTo>
                    <a:pt x="1954" y="15216"/>
                  </a:lnTo>
                  <a:lnTo>
                    <a:pt x="7285" y="7302"/>
                  </a:lnTo>
                  <a:lnTo>
                    <a:pt x="15189" y="1960"/>
                  </a:lnTo>
                  <a:lnTo>
                    <a:pt x="24866" y="0"/>
                  </a:lnTo>
                  <a:lnTo>
                    <a:pt x="2395220" y="0"/>
                  </a:lnTo>
                  <a:lnTo>
                    <a:pt x="2404895" y="1960"/>
                  </a:lnTo>
                  <a:lnTo>
                    <a:pt x="2412809" y="7302"/>
                  </a:lnTo>
                  <a:lnTo>
                    <a:pt x="2418151" y="15216"/>
                  </a:lnTo>
                  <a:lnTo>
                    <a:pt x="2420111" y="24891"/>
                  </a:lnTo>
                  <a:lnTo>
                    <a:pt x="2420111" y="532891"/>
                  </a:lnTo>
                  <a:lnTo>
                    <a:pt x="2418151" y="542567"/>
                  </a:lnTo>
                  <a:lnTo>
                    <a:pt x="2412809" y="550481"/>
                  </a:lnTo>
                  <a:lnTo>
                    <a:pt x="2404895" y="555823"/>
                  </a:lnTo>
                  <a:lnTo>
                    <a:pt x="2395220" y="557784"/>
                  </a:lnTo>
                  <a:lnTo>
                    <a:pt x="24866" y="557784"/>
                  </a:lnTo>
                  <a:lnTo>
                    <a:pt x="15189" y="555823"/>
                  </a:lnTo>
                  <a:lnTo>
                    <a:pt x="7285" y="550481"/>
                  </a:lnTo>
                  <a:lnTo>
                    <a:pt x="1954" y="542567"/>
                  </a:lnTo>
                  <a:lnTo>
                    <a:pt x="0" y="532891"/>
                  </a:lnTo>
                  <a:lnTo>
                    <a:pt x="0" y="24891"/>
                  </a:lnTo>
                  <a:close/>
                </a:path>
              </a:pathLst>
            </a:custGeom>
            <a:ln w="3175">
              <a:solidFill>
                <a:srgbClr val="00D9CE"/>
              </a:solidFill>
            </a:ln>
          </p:spPr>
          <p:txBody>
            <a:bodyPr wrap="square" lIns="0" tIns="0" rIns="0" bIns="0" rtlCol="0"/>
            <a:lstStyle/>
            <a:p>
              <a:endParaRPr/>
            </a:p>
          </p:txBody>
        </p:sp>
        <p:sp>
          <p:nvSpPr>
            <p:cNvPr id="25" name="object 25"/>
            <p:cNvSpPr/>
            <p:nvPr/>
          </p:nvSpPr>
          <p:spPr>
            <a:xfrm>
              <a:off x="1199388" y="3017519"/>
              <a:ext cx="1768602" cy="454913"/>
            </a:xfrm>
            <a:prstGeom prst="rect">
              <a:avLst/>
            </a:prstGeom>
            <a:blipFill>
              <a:blip r:embed="rId5" cstate="print"/>
              <a:stretch>
                <a:fillRect/>
              </a:stretch>
            </a:blipFill>
          </p:spPr>
          <p:txBody>
            <a:bodyPr wrap="square" lIns="0" tIns="0" rIns="0" bIns="0" rtlCol="0"/>
            <a:lstStyle/>
            <a:p>
              <a:endParaRPr/>
            </a:p>
          </p:txBody>
        </p:sp>
      </p:grpSp>
      <p:grpSp>
        <p:nvGrpSpPr>
          <p:cNvPr id="26" name="object 26"/>
          <p:cNvGrpSpPr/>
          <p:nvPr/>
        </p:nvGrpSpPr>
        <p:grpSpPr>
          <a:xfrm>
            <a:off x="935783" y="3747301"/>
            <a:ext cx="2279015" cy="2245995"/>
            <a:chOff x="935783" y="3747301"/>
            <a:chExt cx="2279015" cy="2245995"/>
          </a:xfrm>
        </p:grpSpPr>
        <p:sp>
          <p:nvSpPr>
            <p:cNvPr id="27" name="object 27"/>
            <p:cNvSpPr/>
            <p:nvPr/>
          </p:nvSpPr>
          <p:spPr>
            <a:xfrm>
              <a:off x="1121663" y="3933443"/>
              <a:ext cx="1906905" cy="1906905"/>
            </a:xfrm>
            <a:custGeom>
              <a:avLst/>
              <a:gdLst/>
              <a:ahLst/>
              <a:cxnLst/>
              <a:rect l="l" t="t" r="r" b="b"/>
              <a:pathLst>
                <a:path w="1906905" h="1906904">
                  <a:moveTo>
                    <a:pt x="953262" y="0"/>
                  </a:moveTo>
                  <a:lnTo>
                    <a:pt x="905689" y="1166"/>
                  </a:lnTo>
                  <a:lnTo>
                    <a:pt x="858720" y="4630"/>
                  </a:lnTo>
                  <a:lnTo>
                    <a:pt x="812408" y="10337"/>
                  </a:lnTo>
                  <a:lnTo>
                    <a:pt x="766809" y="18231"/>
                  </a:lnTo>
                  <a:lnTo>
                    <a:pt x="721978" y="28258"/>
                  </a:lnTo>
                  <a:lnTo>
                    <a:pt x="677968" y="40364"/>
                  </a:lnTo>
                  <a:lnTo>
                    <a:pt x="634834" y="54494"/>
                  </a:lnTo>
                  <a:lnTo>
                    <a:pt x="592632" y="70593"/>
                  </a:lnTo>
                  <a:lnTo>
                    <a:pt x="551415" y="88607"/>
                  </a:lnTo>
                  <a:lnTo>
                    <a:pt x="511239" y="108481"/>
                  </a:lnTo>
                  <a:lnTo>
                    <a:pt x="472157" y="130160"/>
                  </a:lnTo>
                  <a:lnTo>
                    <a:pt x="434226" y="153590"/>
                  </a:lnTo>
                  <a:lnTo>
                    <a:pt x="397498" y="178716"/>
                  </a:lnTo>
                  <a:lnTo>
                    <a:pt x="362030" y="205484"/>
                  </a:lnTo>
                  <a:lnTo>
                    <a:pt x="327875" y="233838"/>
                  </a:lnTo>
                  <a:lnTo>
                    <a:pt x="295088" y="263724"/>
                  </a:lnTo>
                  <a:lnTo>
                    <a:pt x="263724" y="295088"/>
                  </a:lnTo>
                  <a:lnTo>
                    <a:pt x="233838" y="327875"/>
                  </a:lnTo>
                  <a:lnTo>
                    <a:pt x="205484" y="362030"/>
                  </a:lnTo>
                  <a:lnTo>
                    <a:pt x="178716" y="397498"/>
                  </a:lnTo>
                  <a:lnTo>
                    <a:pt x="153590" y="434226"/>
                  </a:lnTo>
                  <a:lnTo>
                    <a:pt x="130160" y="472157"/>
                  </a:lnTo>
                  <a:lnTo>
                    <a:pt x="108481" y="511239"/>
                  </a:lnTo>
                  <a:lnTo>
                    <a:pt x="88607" y="551415"/>
                  </a:lnTo>
                  <a:lnTo>
                    <a:pt x="70593" y="592632"/>
                  </a:lnTo>
                  <a:lnTo>
                    <a:pt x="54494" y="634834"/>
                  </a:lnTo>
                  <a:lnTo>
                    <a:pt x="40364" y="677968"/>
                  </a:lnTo>
                  <a:lnTo>
                    <a:pt x="28258" y="721978"/>
                  </a:lnTo>
                  <a:lnTo>
                    <a:pt x="18231" y="766809"/>
                  </a:lnTo>
                  <a:lnTo>
                    <a:pt x="10337" y="812408"/>
                  </a:lnTo>
                  <a:lnTo>
                    <a:pt x="4630" y="858720"/>
                  </a:lnTo>
                  <a:lnTo>
                    <a:pt x="1166" y="905689"/>
                  </a:lnTo>
                  <a:lnTo>
                    <a:pt x="0" y="953261"/>
                  </a:lnTo>
                  <a:lnTo>
                    <a:pt x="1166" y="1000834"/>
                  </a:lnTo>
                  <a:lnTo>
                    <a:pt x="4630" y="1047803"/>
                  </a:lnTo>
                  <a:lnTo>
                    <a:pt x="10337" y="1094115"/>
                  </a:lnTo>
                  <a:lnTo>
                    <a:pt x="18231" y="1139714"/>
                  </a:lnTo>
                  <a:lnTo>
                    <a:pt x="28258" y="1184545"/>
                  </a:lnTo>
                  <a:lnTo>
                    <a:pt x="40364" y="1228555"/>
                  </a:lnTo>
                  <a:lnTo>
                    <a:pt x="54494" y="1271689"/>
                  </a:lnTo>
                  <a:lnTo>
                    <a:pt x="70593" y="1313891"/>
                  </a:lnTo>
                  <a:lnTo>
                    <a:pt x="88607" y="1355108"/>
                  </a:lnTo>
                  <a:lnTo>
                    <a:pt x="108481" y="1395284"/>
                  </a:lnTo>
                  <a:lnTo>
                    <a:pt x="130160" y="1434366"/>
                  </a:lnTo>
                  <a:lnTo>
                    <a:pt x="153590" y="1472297"/>
                  </a:lnTo>
                  <a:lnTo>
                    <a:pt x="178716" y="1509025"/>
                  </a:lnTo>
                  <a:lnTo>
                    <a:pt x="205484" y="1544493"/>
                  </a:lnTo>
                  <a:lnTo>
                    <a:pt x="233838" y="1578648"/>
                  </a:lnTo>
                  <a:lnTo>
                    <a:pt x="263724" y="1611435"/>
                  </a:lnTo>
                  <a:lnTo>
                    <a:pt x="295088" y="1642799"/>
                  </a:lnTo>
                  <a:lnTo>
                    <a:pt x="327875" y="1672685"/>
                  </a:lnTo>
                  <a:lnTo>
                    <a:pt x="362030" y="1701039"/>
                  </a:lnTo>
                  <a:lnTo>
                    <a:pt x="397498" y="1727807"/>
                  </a:lnTo>
                  <a:lnTo>
                    <a:pt x="434226" y="1752933"/>
                  </a:lnTo>
                  <a:lnTo>
                    <a:pt x="472157" y="1776363"/>
                  </a:lnTo>
                  <a:lnTo>
                    <a:pt x="511239" y="1798042"/>
                  </a:lnTo>
                  <a:lnTo>
                    <a:pt x="551415" y="1817916"/>
                  </a:lnTo>
                  <a:lnTo>
                    <a:pt x="592632" y="1835930"/>
                  </a:lnTo>
                  <a:lnTo>
                    <a:pt x="634834" y="1852029"/>
                  </a:lnTo>
                  <a:lnTo>
                    <a:pt x="677968" y="1866159"/>
                  </a:lnTo>
                  <a:lnTo>
                    <a:pt x="721978" y="1878265"/>
                  </a:lnTo>
                  <a:lnTo>
                    <a:pt x="766809" y="1888292"/>
                  </a:lnTo>
                  <a:lnTo>
                    <a:pt x="812408" y="1896186"/>
                  </a:lnTo>
                  <a:lnTo>
                    <a:pt x="858720" y="1901893"/>
                  </a:lnTo>
                  <a:lnTo>
                    <a:pt x="905689" y="1905357"/>
                  </a:lnTo>
                  <a:lnTo>
                    <a:pt x="953262" y="1906523"/>
                  </a:lnTo>
                  <a:lnTo>
                    <a:pt x="1000834" y="1905357"/>
                  </a:lnTo>
                  <a:lnTo>
                    <a:pt x="1047803" y="1901893"/>
                  </a:lnTo>
                  <a:lnTo>
                    <a:pt x="1094115" y="1896186"/>
                  </a:lnTo>
                  <a:lnTo>
                    <a:pt x="1139714" y="1888292"/>
                  </a:lnTo>
                  <a:lnTo>
                    <a:pt x="1184545" y="1878265"/>
                  </a:lnTo>
                  <a:lnTo>
                    <a:pt x="1228555" y="1866159"/>
                  </a:lnTo>
                  <a:lnTo>
                    <a:pt x="1271689" y="1852029"/>
                  </a:lnTo>
                  <a:lnTo>
                    <a:pt x="1313891" y="1835930"/>
                  </a:lnTo>
                  <a:lnTo>
                    <a:pt x="1355108" y="1817916"/>
                  </a:lnTo>
                  <a:lnTo>
                    <a:pt x="1395284" y="1798042"/>
                  </a:lnTo>
                  <a:lnTo>
                    <a:pt x="1434366" y="1776363"/>
                  </a:lnTo>
                  <a:lnTo>
                    <a:pt x="1472297" y="1752933"/>
                  </a:lnTo>
                  <a:lnTo>
                    <a:pt x="1509025" y="1727807"/>
                  </a:lnTo>
                  <a:lnTo>
                    <a:pt x="1544493" y="1701039"/>
                  </a:lnTo>
                  <a:lnTo>
                    <a:pt x="1578648" y="1672685"/>
                  </a:lnTo>
                  <a:lnTo>
                    <a:pt x="1611435" y="1642799"/>
                  </a:lnTo>
                  <a:lnTo>
                    <a:pt x="1642799" y="1611435"/>
                  </a:lnTo>
                  <a:lnTo>
                    <a:pt x="1672685" y="1578648"/>
                  </a:lnTo>
                  <a:lnTo>
                    <a:pt x="1701039" y="1544493"/>
                  </a:lnTo>
                  <a:lnTo>
                    <a:pt x="1727807" y="1509025"/>
                  </a:lnTo>
                  <a:lnTo>
                    <a:pt x="1752933" y="1472297"/>
                  </a:lnTo>
                  <a:lnTo>
                    <a:pt x="1776363" y="1434366"/>
                  </a:lnTo>
                  <a:lnTo>
                    <a:pt x="1798042" y="1395284"/>
                  </a:lnTo>
                  <a:lnTo>
                    <a:pt x="1817916" y="1355108"/>
                  </a:lnTo>
                  <a:lnTo>
                    <a:pt x="1835930" y="1313891"/>
                  </a:lnTo>
                  <a:lnTo>
                    <a:pt x="1852029" y="1271689"/>
                  </a:lnTo>
                  <a:lnTo>
                    <a:pt x="1866159" y="1228555"/>
                  </a:lnTo>
                  <a:lnTo>
                    <a:pt x="1878265" y="1184545"/>
                  </a:lnTo>
                  <a:lnTo>
                    <a:pt x="1888292" y="1139714"/>
                  </a:lnTo>
                  <a:lnTo>
                    <a:pt x="1896186" y="1094115"/>
                  </a:lnTo>
                  <a:lnTo>
                    <a:pt x="1901893" y="1047803"/>
                  </a:lnTo>
                  <a:lnTo>
                    <a:pt x="1905357" y="1000834"/>
                  </a:lnTo>
                  <a:lnTo>
                    <a:pt x="1906524" y="953261"/>
                  </a:lnTo>
                  <a:lnTo>
                    <a:pt x="1905357" y="905689"/>
                  </a:lnTo>
                  <a:lnTo>
                    <a:pt x="1901893" y="858720"/>
                  </a:lnTo>
                  <a:lnTo>
                    <a:pt x="1896186" y="812408"/>
                  </a:lnTo>
                  <a:lnTo>
                    <a:pt x="1888292" y="766809"/>
                  </a:lnTo>
                  <a:lnTo>
                    <a:pt x="1878265" y="721978"/>
                  </a:lnTo>
                  <a:lnTo>
                    <a:pt x="1866159" y="677968"/>
                  </a:lnTo>
                  <a:lnTo>
                    <a:pt x="1852029" y="634834"/>
                  </a:lnTo>
                  <a:lnTo>
                    <a:pt x="1835930" y="592632"/>
                  </a:lnTo>
                  <a:lnTo>
                    <a:pt x="1817916" y="551415"/>
                  </a:lnTo>
                  <a:lnTo>
                    <a:pt x="1798042" y="511239"/>
                  </a:lnTo>
                  <a:lnTo>
                    <a:pt x="1776363" y="472157"/>
                  </a:lnTo>
                  <a:lnTo>
                    <a:pt x="1752933" y="434226"/>
                  </a:lnTo>
                  <a:lnTo>
                    <a:pt x="1727807" y="397498"/>
                  </a:lnTo>
                  <a:lnTo>
                    <a:pt x="1701039" y="362030"/>
                  </a:lnTo>
                  <a:lnTo>
                    <a:pt x="1672685" y="327875"/>
                  </a:lnTo>
                  <a:lnTo>
                    <a:pt x="1642799" y="295088"/>
                  </a:lnTo>
                  <a:lnTo>
                    <a:pt x="1611435" y="263724"/>
                  </a:lnTo>
                  <a:lnTo>
                    <a:pt x="1578648" y="233838"/>
                  </a:lnTo>
                  <a:lnTo>
                    <a:pt x="1544493" y="205484"/>
                  </a:lnTo>
                  <a:lnTo>
                    <a:pt x="1509025" y="178716"/>
                  </a:lnTo>
                  <a:lnTo>
                    <a:pt x="1472297" y="153590"/>
                  </a:lnTo>
                  <a:lnTo>
                    <a:pt x="1434366" y="130160"/>
                  </a:lnTo>
                  <a:lnTo>
                    <a:pt x="1395284" y="108481"/>
                  </a:lnTo>
                  <a:lnTo>
                    <a:pt x="1355108" y="88607"/>
                  </a:lnTo>
                  <a:lnTo>
                    <a:pt x="1313891" y="70593"/>
                  </a:lnTo>
                  <a:lnTo>
                    <a:pt x="1271689" y="54494"/>
                  </a:lnTo>
                  <a:lnTo>
                    <a:pt x="1228555" y="40364"/>
                  </a:lnTo>
                  <a:lnTo>
                    <a:pt x="1184545" y="28258"/>
                  </a:lnTo>
                  <a:lnTo>
                    <a:pt x="1139714" y="18231"/>
                  </a:lnTo>
                  <a:lnTo>
                    <a:pt x="1094115" y="10337"/>
                  </a:lnTo>
                  <a:lnTo>
                    <a:pt x="1047803" y="4630"/>
                  </a:lnTo>
                  <a:lnTo>
                    <a:pt x="1000834" y="1166"/>
                  </a:lnTo>
                  <a:lnTo>
                    <a:pt x="953262" y="0"/>
                  </a:lnTo>
                  <a:close/>
                </a:path>
              </a:pathLst>
            </a:custGeom>
            <a:solidFill>
              <a:srgbClr val="0F1F58"/>
            </a:solidFill>
          </p:spPr>
          <p:txBody>
            <a:bodyPr wrap="square" lIns="0" tIns="0" rIns="0" bIns="0" rtlCol="0"/>
            <a:lstStyle/>
            <a:p>
              <a:endParaRPr/>
            </a:p>
          </p:txBody>
        </p:sp>
        <p:sp>
          <p:nvSpPr>
            <p:cNvPr id="28" name="object 28"/>
            <p:cNvSpPr/>
            <p:nvPr/>
          </p:nvSpPr>
          <p:spPr>
            <a:xfrm>
              <a:off x="1005011" y="4794249"/>
              <a:ext cx="1897380" cy="1163955"/>
            </a:xfrm>
            <a:custGeom>
              <a:avLst/>
              <a:gdLst/>
              <a:ahLst/>
              <a:cxnLst/>
              <a:rect l="l" t="t" r="r" b="b"/>
              <a:pathLst>
                <a:path w="1897380" h="1163954">
                  <a:moveTo>
                    <a:pt x="4130" y="0"/>
                  </a:moveTo>
                  <a:lnTo>
                    <a:pt x="1017" y="47598"/>
                  </a:lnTo>
                  <a:lnTo>
                    <a:pt x="0" y="94843"/>
                  </a:lnTo>
                  <a:lnTo>
                    <a:pt x="1039" y="141688"/>
                  </a:lnTo>
                  <a:lnTo>
                    <a:pt x="4095" y="188085"/>
                  </a:lnTo>
                  <a:lnTo>
                    <a:pt x="9128" y="233989"/>
                  </a:lnTo>
                  <a:lnTo>
                    <a:pt x="16099" y="279350"/>
                  </a:lnTo>
                  <a:lnTo>
                    <a:pt x="24969" y="324123"/>
                  </a:lnTo>
                  <a:lnTo>
                    <a:pt x="35697" y="368260"/>
                  </a:lnTo>
                  <a:lnTo>
                    <a:pt x="48244" y="411715"/>
                  </a:lnTo>
                  <a:lnTo>
                    <a:pt x="62570" y="454439"/>
                  </a:lnTo>
                  <a:lnTo>
                    <a:pt x="78637" y="496386"/>
                  </a:lnTo>
                  <a:lnTo>
                    <a:pt x="96404" y="537508"/>
                  </a:lnTo>
                  <a:lnTo>
                    <a:pt x="115832" y="577759"/>
                  </a:lnTo>
                  <a:lnTo>
                    <a:pt x="136880" y="617091"/>
                  </a:lnTo>
                  <a:lnTo>
                    <a:pt x="159511" y="655458"/>
                  </a:lnTo>
                  <a:lnTo>
                    <a:pt x="183684" y="692811"/>
                  </a:lnTo>
                  <a:lnTo>
                    <a:pt x="209359" y="729105"/>
                  </a:lnTo>
                  <a:lnTo>
                    <a:pt x="236497" y="764291"/>
                  </a:lnTo>
                  <a:lnTo>
                    <a:pt x="265058" y="798323"/>
                  </a:lnTo>
                  <a:lnTo>
                    <a:pt x="295004" y="831153"/>
                  </a:lnTo>
                  <a:lnTo>
                    <a:pt x="326293" y="862735"/>
                  </a:lnTo>
                  <a:lnTo>
                    <a:pt x="358888" y="893021"/>
                  </a:lnTo>
                  <a:lnTo>
                    <a:pt x="392747" y="921964"/>
                  </a:lnTo>
                  <a:lnTo>
                    <a:pt x="427832" y="949517"/>
                  </a:lnTo>
                  <a:lnTo>
                    <a:pt x="464103" y="975633"/>
                  </a:lnTo>
                  <a:lnTo>
                    <a:pt x="501520" y="1000265"/>
                  </a:lnTo>
                  <a:lnTo>
                    <a:pt x="540044" y="1023365"/>
                  </a:lnTo>
                  <a:lnTo>
                    <a:pt x="579636" y="1044886"/>
                  </a:lnTo>
                  <a:lnTo>
                    <a:pt x="620255" y="1064782"/>
                  </a:lnTo>
                  <a:lnTo>
                    <a:pt x="661862" y="1083004"/>
                  </a:lnTo>
                  <a:lnTo>
                    <a:pt x="704418" y="1099507"/>
                  </a:lnTo>
                  <a:lnTo>
                    <a:pt x="747883" y="1114243"/>
                  </a:lnTo>
                  <a:lnTo>
                    <a:pt x="792218" y="1127164"/>
                  </a:lnTo>
                  <a:lnTo>
                    <a:pt x="837382" y="1138224"/>
                  </a:lnTo>
                  <a:lnTo>
                    <a:pt x="883336" y="1147375"/>
                  </a:lnTo>
                  <a:lnTo>
                    <a:pt x="930042" y="1154571"/>
                  </a:lnTo>
                  <a:lnTo>
                    <a:pt x="977458" y="1159764"/>
                  </a:lnTo>
                  <a:lnTo>
                    <a:pt x="1027579" y="1162965"/>
                  </a:lnTo>
                  <a:lnTo>
                    <a:pt x="1077527" y="1163817"/>
                  </a:lnTo>
                  <a:lnTo>
                    <a:pt x="1127229" y="1162349"/>
                  </a:lnTo>
                  <a:lnTo>
                    <a:pt x="1176613" y="1158592"/>
                  </a:lnTo>
                  <a:lnTo>
                    <a:pt x="1225606" y="1152577"/>
                  </a:lnTo>
                  <a:lnTo>
                    <a:pt x="1274135" y="1144334"/>
                  </a:lnTo>
                  <a:lnTo>
                    <a:pt x="1322127" y="1133893"/>
                  </a:lnTo>
                  <a:lnTo>
                    <a:pt x="1369509" y="1121285"/>
                  </a:lnTo>
                  <a:lnTo>
                    <a:pt x="1416210" y="1106541"/>
                  </a:lnTo>
                  <a:lnTo>
                    <a:pt x="1462156" y="1089691"/>
                  </a:lnTo>
                  <a:lnTo>
                    <a:pt x="1507274" y="1070765"/>
                  </a:lnTo>
                  <a:lnTo>
                    <a:pt x="1551492" y="1049794"/>
                  </a:lnTo>
                  <a:lnTo>
                    <a:pt x="1594737" y="1026809"/>
                  </a:lnTo>
                  <a:lnTo>
                    <a:pt x="1636936" y="1001839"/>
                  </a:lnTo>
                  <a:lnTo>
                    <a:pt x="1678017" y="974917"/>
                  </a:lnTo>
                  <a:lnTo>
                    <a:pt x="1717906" y="946071"/>
                  </a:lnTo>
                  <a:lnTo>
                    <a:pt x="1756531" y="915333"/>
                  </a:lnTo>
                  <a:lnTo>
                    <a:pt x="1793820" y="882732"/>
                  </a:lnTo>
                  <a:lnTo>
                    <a:pt x="1829699" y="848301"/>
                  </a:lnTo>
                  <a:lnTo>
                    <a:pt x="1864096" y="812068"/>
                  </a:lnTo>
                  <a:lnTo>
                    <a:pt x="1896938" y="774065"/>
                  </a:lnTo>
                </a:path>
              </a:pathLst>
            </a:custGeom>
            <a:ln w="3175">
              <a:solidFill>
                <a:srgbClr val="FF8E01"/>
              </a:solidFill>
            </a:ln>
          </p:spPr>
          <p:txBody>
            <a:bodyPr wrap="square" lIns="0" tIns="0" rIns="0" bIns="0" rtlCol="0"/>
            <a:lstStyle/>
            <a:p>
              <a:endParaRPr/>
            </a:p>
          </p:txBody>
        </p:sp>
        <p:sp>
          <p:nvSpPr>
            <p:cNvPr id="29" name="object 29"/>
            <p:cNvSpPr/>
            <p:nvPr/>
          </p:nvSpPr>
          <p:spPr>
            <a:xfrm>
              <a:off x="1152651" y="4528057"/>
              <a:ext cx="1931670" cy="1367790"/>
            </a:xfrm>
            <a:custGeom>
              <a:avLst/>
              <a:gdLst/>
              <a:ahLst/>
              <a:cxnLst/>
              <a:rect l="l" t="t" r="r" b="b"/>
              <a:pathLst>
                <a:path w="1931670" h="1367789">
                  <a:moveTo>
                    <a:pt x="0" y="764794"/>
                  </a:moveTo>
                  <a:lnTo>
                    <a:pt x="20706" y="809046"/>
                  </a:lnTo>
                  <a:lnTo>
                    <a:pt x="43268" y="851828"/>
                  </a:lnTo>
                  <a:lnTo>
                    <a:pt x="67616" y="893113"/>
                  </a:lnTo>
                  <a:lnTo>
                    <a:pt x="93679" y="932875"/>
                  </a:lnTo>
                  <a:lnTo>
                    <a:pt x="121389" y="971084"/>
                  </a:lnTo>
                  <a:lnTo>
                    <a:pt x="150676" y="1007716"/>
                  </a:lnTo>
                  <a:lnTo>
                    <a:pt x="181471" y="1042742"/>
                  </a:lnTo>
                  <a:lnTo>
                    <a:pt x="213702" y="1076135"/>
                  </a:lnTo>
                  <a:lnTo>
                    <a:pt x="247303" y="1107869"/>
                  </a:lnTo>
                  <a:lnTo>
                    <a:pt x="282201" y="1137915"/>
                  </a:lnTo>
                  <a:lnTo>
                    <a:pt x="318329" y="1166248"/>
                  </a:lnTo>
                  <a:lnTo>
                    <a:pt x="355616" y="1192839"/>
                  </a:lnTo>
                  <a:lnTo>
                    <a:pt x="393992" y="1217662"/>
                  </a:lnTo>
                  <a:lnTo>
                    <a:pt x="433389" y="1240690"/>
                  </a:lnTo>
                  <a:lnTo>
                    <a:pt x="473737" y="1261896"/>
                  </a:lnTo>
                  <a:lnTo>
                    <a:pt x="514966" y="1281251"/>
                  </a:lnTo>
                  <a:lnTo>
                    <a:pt x="557006" y="1298730"/>
                  </a:lnTo>
                  <a:lnTo>
                    <a:pt x="599788" y="1314305"/>
                  </a:lnTo>
                  <a:lnTo>
                    <a:pt x="643242" y="1327949"/>
                  </a:lnTo>
                  <a:lnTo>
                    <a:pt x="687299" y="1339635"/>
                  </a:lnTo>
                  <a:lnTo>
                    <a:pt x="731889" y="1349336"/>
                  </a:lnTo>
                  <a:lnTo>
                    <a:pt x="776943" y="1357024"/>
                  </a:lnTo>
                  <a:lnTo>
                    <a:pt x="822391" y="1362673"/>
                  </a:lnTo>
                  <a:lnTo>
                    <a:pt x="868163" y="1366255"/>
                  </a:lnTo>
                  <a:lnTo>
                    <a:pt x="914190" y="1367743"/>
                  </a:lnTo>
                  <a:lnTo>
                    <a:pt x="960402" y="1367111"/>
                  </a:lnTo>
                  <a:lnTo>
                    <a:pt x="1006730" y="1364330"/>
                  </a:lnTo>
                  <a:lnTo>
                    <a:pt x="1053104" y="1359375"/>
                  </a:lnTo>
                  <a:lnTo>
                    <a:pt x="1099455" y="1352217"/>
                  </a:lnTo>
                  <a:lnTo>
                    <a:pt x="1145712" y="1342830"/>
                  </a:lnTo>
                  <a:lnTo>
                    <a:pt x="1191807" y="1331186"/>
                  </a:lnTo>
                  <a:lnTo>
                    <a:pt x="1237669" y="1317259"/>
                  </a:lnTo>
                  <a:lnTo>
                    <a:pt x="1283230" y="1301021"/>
                  </a:lnTo>
                  <a:lnTo>
                    <a:pt x="1328420" y="1282446"/>
                  </a:lnTo>
                  <a:lnTo>
                    <a:pt x="1372448" y="1261851"/>
                  </a:lnTo>
                  <a:lnTo>
                    <a:pt x="1415036" y="1239408"/>
                  </a:lnTo>
                  <a:lnTo>
                    <a:pt x="1456156" y="1215183"/>
                  </a:lnTo>
                  <a:lnTo>
                    <a:pt x="1495778" y="1189247"/>
                  </a:lnTo>
                  <a:lnTo>
                    <a:pt x="1533875" y="1161667"/>
                  </a:lnTo>
                  <a:lnTo>
                    <a:pt x="1570417" y="1132511"/>
                  </a:lnTo>
                  <a:lnTo>
                    <a:pt x="1605376" y="1101848"/>
                  </a:lnTo>
                  <a:lnTo>
                    <a:pt x="1638723" y="1069747"/>
                  </a:lnTo>
                  <a:lnTo>
                    <a:pt x="1670430" y="1036276"/>
                  </a:lnTo>
                  <a:lnTo>
                    <a:pt x="1700468" y="1001504"/>
                  </a:lnTo>
                  <a:lnTo>
                    <a:pt x="1728808" y="965499"/>
                  </a:lnTo>
                  <a:lnTo>
                    <a:pt x="1755422" y="928329"/>
                  </a:lnTo>
                  <a:lnTo>
                    <a:pt x="1780282" y="890063"/>
                  </a:lnTo>
                  <a:lnTo>
                    <a:pt x="1803357" y="850769"/>
                  </a:lnTo>
                  <a:lnTo>
                    <a:pt x="1824621" y="810516"/>
                  </a:lnTo>
                  <a:lnTo>
                    <a:pt x="1844044" y="769373"/>
                  </a:lnTo>
                  <a:lnTo>
                    <a:pt x="1861598" y="727407"/>
                  </a:lnTo>
                  <a:lnTo>
                    <a:pt x="1877254" y="684687"/>
                  </a:lnTo>
                  <a:lnTo>
                    <a:pt x="1890983" y="641283"/>
                  </a:lnTo>
                  <a:lnTo>
                    <a:pt x="1902757" y="597261"/>
                  </a:lnTo>
                  <a:lnTo>
                    <a:pt x="1912547" y="552691"/>
                  </a:lnTo>
                  <a:lnTo>
                    <a:pt x="1920324" y="507641"/>
                  </a:lnTo>
                  <a:lnTo>
                    <a:pt x="1926061" y="462180"/>
                  </a:lnTo>
                  <a:lnTo>
                    <a:pt x="1929727" y="416375"/>
                  </a:lnTo>
                  <a:lnTo>
                    <a:pt x="1931296" y="370297"/>
                  </a:lnTo>
                  <a:lnTo>
                    <a:pt x="1930737" y="324012"/>
                  </a:lnTo>
                  <a:lnTo>
                    <a:pt x="1928023" y="277589"/>
                  </a:lnTo>
                  <a:lnTo>
                    <a:pt x="1923125" y="231098"/>
                  </a:lnTo>
                  <a:lnTo>
                    <a:pt x="1916013" y="184606"/>
                  </a:lnTo>
                  <a:lnTo>
                    <a:pt x="1906661" y="138181"/>
                  </a:lnTo>
                  <a:lnTo>
                    <a:pt x="1895038" y="91893"/>
                  </a:lnTo>
                  <a:lnTo>
                    <a:pt x="1881116" y="45810"/>
                  </a:lnTo>
                  <a:lnTo>
                    <a:pt x="1864867" y="0"/>
                  </a:lnTo>
                </a:path>
              </a:pathLst>
            </a:custGeom>
            <a:ln w="3175">
              <a:solidFill>
                <a:srgbClr val="FFFFFF"/>
              </a:solidFill>
            </a:ln>
          </p:spPr>
          <p:txBody>
            <a:bodyPr wrap="square" lIns="0" tIns="0" rIns="0" bIns="0" rtlCol="0"/>
            <a:lstStyle/>
            <a:p>
              <a:endParaRPr/>
            </a:p>
          </p:txBody>
        </p:sp>
        <p:sp>
          <p:nvSpPr>
            <p:cNvPr id="30" name="object 30"/>
            <p:cNvSpPr/>
            <p:nvPr/>
          </p:nvSpPr>
          <p:spPr>
            <a:xfrm>
              <a:off x="938958" y="3750476"/>
              <a:ext cx="2272665" cy="2239645"/>
            </a:xfrm>
            <a:custGeom>
              <a:avLst/>
              <a:gdLst/>
              <a:ahLst/>
              <a:cxnLst/>
              <a:rect l="l" t="t" r="r" b="b"/>
              <a:pathLst>
                <a:path w="2272665" h="2239645">
                  <a:moveTo>
                    <a:pt x="2159968" y="643977"/>
                  </a:moveTo>
                  <a:lnTo>
                    <a:pt x="2137708" y="600126"/>
                  </a:lnTo>
                  <a:lnTo>
                    <a:pt x="2113760" y="557575"/>
                  </a:lnTo>
                  <a:lnTo>
                    <a:pt x="2088180" y="516353"/>
                  </a:lnTo>
                  <a:lnTo>
                    <a:pt x="2061025" y="476487"/>
                  </a:lnTo>
                  <a:lnTo>
                    <a:pt x="2032349" y="438007"/>
                  </a:lnTo>
                  <a:lnTo>
                    <a:pt x="2002209" y="400941"/>
                  </a:lnTo>
                  <a:lnTo>
                    <a:pt x="1970660" y="365319"/>
                  </a:lnTo>
                  <a:lnTo>
                    <a:pt x="1937759" y="331168"/>
                  </a:lnTo>
                  <a:lnTo>
                    <a:pt x="1903561" y="298517"/>
                  </a:lnTo>
                  <a:lnTo>
                    <a:pt x="1868122" y="267395"/>
                  </a:lnTo>
                  <a:lnTo>
                    <a:pt x="1831498" y="237830"/>
                  </a:lnTo>
                  <a:lnTo>
                    <a:pt x="1793745" y="209852"/>
                  </a:lnTo>
                  <a:lnTo>
                    <a:pt x="1754918" y="183488"/>
                  </a:lnTo>
                  <a:lnTo>
                    <a:pt x="1715075" y="158768"/>
                  </a:lnTo>
                  <a:lnTo>
                    <a:pt x="1674269" y="135721"/>
                  </a:lnTo>
                  <a:lnTo>
                    <a:pt x="1632558" y="114373"/>
                  </a:lnTo>
                  <a:lnTo>
                    <a:pt x="1589997" y="94756"/>
                  </a:lnTo>
                  <a:lnTo>
                    <a:pt x="1546643" y="76896"/>
                  </a:lnTo>
                  <a:lnTo>
                    <a:pt x="1502550" y="60823"/>
                  </a:lnTo>
                  <a:lnTo>
                    <a:pt x="1457774" y="46566"/>
                  </a:lnTo>
                  <a:lnTo>
                    <a:pt x="1412373" y="34152"/>
                  </a:lnTo>
                  <a:lnTo>
                    <a:pt x="1366401" y="23611"/>
                  </a:lnTo>
                  <a:lnTo>
                    <a:pt x="1319914" y="14972"/>
                  </a:lnTo>
                  <a:lnTo>
                    <a:pt x="1272968" y="8262"/>
                  </a:lnTo>
                  <a:lnTo>
                    <a:pt x="1225620" y="3511"/>
                  </a:lnTo>
                  <a:lnTo>
                    <a:pt x="1177924" y="747"/>
                  </a:lnTo>
                  <a:lnTo>
                    <a:pt x="1129938" y="0"/>
                  </a:lnTo>
                  <a:lnTo>
                    <a:pt x="1081715" y="1296"/>
                  </a:lnTo>
                  <a:lnTo>
                    <a:pt x="1033314" y="4666"/>
                  </a:lnTo>
                  <a:lnTo>
                    <a:pt x="984789" y="10138"/>
                  </a:lnTo>
                  <a:lnTo>
                    <a:pt x="936196" y="17740"/>
                  </a:lnTo>
                </a:path>
                <a:path w="2272665" h="2239645">
                  <a:moveTo>
                    <a:pt x="1407112" y="2239529"/>
                  </a:moveTo>
                  <a:lnTo>
                    <a:pt x="1454218" y="2226884"/>
                  </a:lnTo>
                  <a:lnTo>
                    <a:pt x="1500405" y="2212356"/>
                  </a:lnTo>
                  <a:lnTo>
                    <a:pt x="1545635" y="2195992"/>
                  </a:lnTo>
                  <a:lnTo>
                    <a:pt x="1589871" y="2177841"/>
                  </a:lnTo>
                  <a:lnTo>
                    <a:pt x="1633074" y="2157951"/>
                  </a:lnTo>
                  <a:lnTo>
                    <a:pt x="1675208" y="2136369"/>
                  </a:lnTo>
                  <a:lnTo>
                    <a:pt x="1716234" y="2113143"/>
                  </a:lnTo>
                  <a:lnTo>
                    <a:pt x="1756116" y="2088321"/>
                  </a:lnTo>
                  <a:lnTo>
                    <a:pt x="1794815" y="2061951"/>
                  </a:lnTo>
                  <a:lnTo>
                    <a:pt x="1832294" y="2034081"/>
                  </a:lnTo>
                  <a:lnTo>
                    <a:pt x="1868515" y="2004759"/>
                  </a:lnTo>
                  <a:lnTo>
                    <a:pt x="1903442" y="1974033"/>
                  </a:lnTo>
                  <a:lnTo>
                    <a:pt x="1937035" y="1941950"/>
                  </a:lnTo>
                  <a:lnTo>
                    <a:pt x="1969258" y="1908559"/>
                  </a:lnTo>
                  <a:lnTo>
                    <a:pt x="2000074" y="1873908"/>
                  </a:lnTo>
                  <a:lnTo>
                    <a:pt x="2029443" y="1838044"/>
                  </a:lnTo>
                  <a:lnTo>
                    <a:pt x="2057330" y="1801015"/>
                  </a:lnTo>
                  <a:lnTo>
                    <a:pt x="2083696" y="1762869"/>
                  </a:lnTo>
                  <a:lnTo>
                    <a:pt x="2108504" y="1723654"/>
                  </a:lnTo>
                  <a:lnTo>
                    <a:pt x="2131716" y="1683419"/>
                  </a:lnTo>
                  <a:lnTo>
                    <a:pt x="2153295" y="1642210"/>
                  </a:lnTo>
                  <a:lnTo>
                    <a:pt x="2173202" y="1600076"/>
                  </a:lnTo>
                  <a:lnTo>
                    <a:pt x="2191402" y="1557064"/>
                  </a:lnTo>
                  <a:lnTo>
                    <a:pt x="2207855" y="1513224"/>
                  </a:lnTo>
                  <a:lnTo>
                    <a:pt x="2222524" y="1468601"/>
                  </a:lnTo>
                  <a:lnTo>
                    <a:pt x="2235372" y="1423246"/>
                  </a:lnTo>
                  <a:lnTo>
                    <a:pt x="2246361" y="1377204"/>
                  </a:lnTo>
                  <a:lnTo>
                    <a:pt x="2255454" y="1330525"/>
                  </a:lnTo>
                  <a:lnTo>
                    <a:pt x="2262613" y="1283256"/>
                  </a:lnTo>
                  <a:lnTo>
                    <a:pt x="2267800" y="1235444"/>
                  </a:lnTo>
                  <a:lnTo>
                    <a:pt x="2270978" y="1187139"/>
                  </a:lnTo>
                  <a:lnTo>
                    <a:pt x="2272109" y="1138388"/>
                  </a:lnTo>
                </a:path>
                <a:path w="2272665" h="2239645">
                  <a:moveTo>
                    <a:pt x="690197" y="91146"/>
                  </a:moveTo>
                  <a:lnTo>
                    <a:pt x="644950" y="111633"/>
                  </a:lnTo>
                  <a:lnTo>
                    <a:pt x="600811" y="133987"/>
                  </a:lnTo>
                  <a:lnTo>
                    <a:pt x="557826" y="158160"/>
                  </a:lnTo>
                  <a:lnTo>
                    <a:pt x="516045" y="184102"/>
                  </a:lnTo>
                  <a:lnTo>
                    <a:pt x="475517" y="211763"/>
                  </a:lnTo>
                  <a:lnTo>
                    <a:pt x="436289" y="241095"/>
                  </a:lnTo>
                  <a:lnTo>
                    <a:pt x="398410" y="272048"/>
                  </a:lnTo>
                  <a:lnTo>
                    <a:pt x="361930" y="304573"/>
                  </a:lnTo>
                  <a:lnTo>
                    <a:pt x="326896" y="338621"/>
                  </a:lnTo>
                  <a:lnTo>
                    <a:pt x="293357" y="374142"/>
                  </a:lnTo>
                  <a:lnTo>
                    <a:pt x="261361" y="411088"/>
                  </a:lnTo>
                  <a:lnTo>
                    <a:pt x="230957" y="449408"/>
                  </a:lnTo>
                  <a:lnTo>
                    <a:pt x="202194" y="489054"/>
                  </a:lnTo>
                  <a:lnTo>
                    <a:pt x="175120" y="529977"/>
                  </a:lnTo>
                  <a:lnTo>
                    <a:pt x="149784" y="572126"/>
                  </a:lnTo>
                  <a:lnTo>
                    <a:pt x="126234" y="615453"/>
                  </a:lnTo>
                  <a:lnTo>
                    <a:pt x="104518" y="659909"/>
                  </a:lnTo>
                  <a:lnTo>
                    <a:pt x="84686" y="705445"/>
                  </a:lnTo>
                </a:path>
                <a:path w="2272665" h="2239645">
                  <a:moveTo>
                    <a:pt x="44376" y="821142"/>
                  </a:moveTo>
                  <a:lnTo>
                    <a:pt x="31707" y="868912"/>
                  </a:lnTo>
                  <a:lnTo>
                    <a:pt x="21176" y="916901"/>
                  </a:lnTo>
                  <a:lnTo>
                    <a:pt x="12768" y="965045"/>
                  </a:lnTo>
                  <a:lnTo>
                    <a:pt x="6463" y="1013282"/>
                  </a:lnTo>
                  <a:lnTo>
                    <a:pt x="2245" y="1061549"/>
                  </a:lnTo>
                  <a:lnTo>
                    <a:pt x="97" y="1109783"/>
                  </a:lnTo>
                  <a:lnTo>
                    <a:pt x="0" y="1157920"/>
                  </a:lnTo>
                  <a:lnTo>
                    <a:pt x="1936" y="1205897"/>
                  </a:lnTo>
                  <a:lnTo>
                    <a:pt x="5889" y="1253652"/>
                  </a:lnTo>
                  <a:lnTo>
                    <a:pt x="11841" y="1301121"/>
                  </a:lnTo>
                  <a:lnTo>
                    <a:pt x="19774" y="1348242"/>
                  </a:lnTo>
                  <a:lnTo>
                    <a:pt x="29671" y="1394950"/>
                  </a:lnTo>
                  <a:lnTo>
                    <a:pt x="41514" y="1441184"/>
                  </a:lnTo>
                  <a:lnTo>
                    <a:pt x="55285" y="1486881"/>
                  </a:lnTo>
                  <a:lnTo>
                    <a:pt x="70968" y="1531976"/>
                  </a:lnTo>
                  <a:lnTo>
                    <a:pt x="88543" y="1576408"/>
                  </a:lnTo>
                  <a:lnTo>
                    <a:pt x="107995" y="1620112"/>
                  </a:lnTo>
                  <a:lnTo>
                    <a:pt x="129304" y="1663027"/>
                  </a:lnTo>
                  <a:lnTo>
                    <a:pt x="152455" y="1705089"/>
                  </a:lnTo>
                  <a:lnTo>
                    <a:pt x="177428" y="1746234"/>
                  </a:lnTo>
                  <a:lnTo>
                    <a:pt x="204207" y="1786401"/>
                  </a:lnTo>
                  <a:lnTo>
                    <a:pt x="232774" y="1825525"/>
                  </a:lnTo>
                  <a:lnTo>
                    <a:pt x="263111" y="1863544"/>
                  </a:lnTo>
                  <a:lnTo>
                    <a:pt x="295201" y="1900395"/>
                  </a:lnTo>
                  <a:lnTo>
                    <a:pt x="329026" y="1936014"/>
                  </a:lnTo>
                  <a:lnTo>
                    <a:pt x="364569" y="1970339"/>
                  </a:lnTo>
                </a:path>
              </a:pathLst>
            </a:custGeom>
            <a:ln w="6350">
              <a:solidFill>
                <a:srgbClr val="FFFFFF"/>
              </a:solidFill>
              <a:prstDash val="sysDash"/>
            </a:ln>
          </p:spPr>
          <p:txBody>
            <a:bodyPr wrap="square" lIns="0" tIns="0" rIns="0" bIns="0" rtlCol="0"/>
            <a:lstStyle/>
            <a:p>
              <a:endParaRPr/>
            </a:p>
          </p:txBody>
        </p:sp>
        <p:sp>
          <p:nvSpPr>
            <p:cNvPr id="31" name="object 31"/>
            <p:cNvSpPr/>
            <p:nvPr/>
          </p:nvSpPr>
          <p:spPr>
            <a:xfrm>
              <a:off x="1151737" y="3879505"/>
              <a:ext cx="1555115" cy="605155"/>
            </a:xfrm>
            <a:custGeom>
              <a:avLst/>
              <a:gdLst/>
              <a:ahLst/>
              <a:cxnLst/>
              <a:rect l="l" t="t" r="r" b="b"/>
              <a:pathLst>
                <a:path w="1555114" h="605154">
                  <a:moveTo>
                    <a:pt x="1554505" y="221324"/>
                  </a:moveTo>
                  <a:lnTo>
                    <a:pt x="1515663" y="191681"/>
                  </a:lnTo>
                  <a:lnTo>
                    <a:pt x="1475857" y="164201"/>
                  </a:lnTo>
                  <a:lnTo>
                    <a:pt x="1435161" y="138875"/>
                  </a:lnTo>
                  <a:lnTo>
                    <a:pt x="1393650" y="115695"/>
                  </a:lnTo>
                  <a:lnTo>
                    <a:pt x="1351397" y="94653"/>
                  </a:lnTo>
                  <a:lnTo>
                    <a:pt x="1308478" y="75740"/>
                  </a:lnTo>
                  <a:lnTo>
                    <a:pt x="1264966" y="58949"/>
                  </a:lnTo>
                  <a:lnTo>
                    <a:pt x="1220935" y="44271"/>
                  </a:lnTo>
                  <a:lnTo>
                    <a:pt x="1176460" y="31697"/>
                  </a:lnTo>
                  <a:lnTo>
                    <a:pt x="1131614" y="21221"/>
                  </a:lnTo>
                  <a:lnTo>
                    <a:pt x="1086473" y="12832"/>
                  </a:lnTo>
                  <a:lnTo>
                    <a:pt x="1041111" y="6524"/>
                  </a:lnTo>
                  <a:lnTo>
                    <a:pt x="995601" y="2288"/>
                  </a:lnTo>
                  <a:lnTo>
                    <a:pt x="950017" y="116"/>
                  </a:lnTo>
                  <a:lnTo>
                    <a:pt x="904435" y="0"/>
                  </a:lnTo>
                  <a:lnTo>
                    <a:pt x="858928" y="1930"/>
                  </a:lnTo>
                  <a:lnTo>
                    <a:pt x="813571" y="5900"/>
                  </a:lnTo>
                  <a:lnTo>
                    <a:pt x="768438" y="11901"/>
                  </a:lnTo>
                  <a:lnTo>
                    <a:pt x="723602" y="19924"/>
                  </a:lnTo>
                  <a:lnTo>
                    <a:pt x="679139" y="29962"/>
                  </a:lnTo>
                  <a:lnTo>
                    <a:pt x="635122" y="42006"/>
                  </a:lnTo>
                  <a:lnTo>
                    <a:pt x="591626" y="56048"/>
                  </a:lnTo>
                  <a:lnTo>
                    <a:pt x="548725" y="72080"/>
                  </a:lnTo>
                  <a:lnTo>
                    <a:pt x="506493" y="90093"/>
                  </a:lnTo>
                  <a:lnTo>
                    <a:pt x="465005" y="110080"/>
                  </a:lnTo>
                  <a:lnTo>
                    <a:pt x="424334" y="132032"/>
                  </a:lnTo>
                  <a:lnTo>
                    <a:pt x="384555" y="155941"/>
                  </a:lnTo>
                  <a:lnTo>
                    <a:pt x="345742" y="181799"/>
                  </a:lnTo>
                  <a:lnTo>
                    <a:pt x="307970" y="209597"/>
                  </a:lnTo>
                  <a:lnTo>
                    <a:pt x="271312" y="239327"/>
                  </a:lnTo>
                  <a:lnTo>
                    <a:pt x="235843" y="270982"/>
                  </a:lnTo>
                  <a:lnTo>
                    <a:pt x="201638" y="304552"/>
                  </a:lnTo>
                  <a:lnTo>
                    <a:pt x="168769" y="340030"/>
                  </a:lnTo>
                  <a:lnTo>
                    <a:pt x="137312" y="377407"/>
                  </a:lnTo>
                  <a:lnTo>
                    <a:pt x="105104" y="419849"/>
                  </a:lnTo>
                  <a:lnTo>
                    <a:pt x="75211" y="463901"/>
                  </a:lnTo>
                  <a:lnTo>
                    <a:pt x="47690" y="509464"/>
                  </a:lnTo>
                  <a:lnTo>
                    <a:pt x="22600" y="556442"/>
                  </a:lnTo>
                  <a:lnTo>
                    <a:pt x="0" y="604737"/>
                  </a:lnTo>
                </a:path>
              </a:pathLst>
            </a:custGeom>
            <a:ln w="3175">
              <a:solidFill>
                <a:srgbClr val="00D9CE"/>
              </a:solidFill>
            </a:ln>
          </p:spPr>
          <p:txBody>
            <a:bodyPr wrap="square" lIns="0" tIns="0" rIns="0" bIns="0" rtlCol="0"/>
            <a:lstStyle/>
            <a:p>
              <a:endParaRPr/>
            </a:p>
          </p:txBody>
        </p:sp>
        <p:sp>
          <p:nvSpPr>
            <p:cNvPr id="32" name="object 32"/>
            <p:cNvSpPr/>
            <p:nvPr/>
          </p:nvSpPr>
          <p:spPr>
            <a:xfrm>
              <a:off x="2893313" y="5535929"/>
              <a:ext cx="30480" cy="32384"/>
            </a:xfrm>
            <a:custGeom>
              <a:avLst/>
              <a:gdLst/>
              <a:ahLst/>
              <a:cxnLst/>
              <a:rect l="l" t="t" r="r" b="b"/>
              <a:pathLst>
                <a:path w="30480" h="32385">
                  <a:moveTo>
                    <a:pt x="30480" y="16002"/>
                  </a:moveTo>
                  <a:lnTo>
                    <a:pt x="30480" y="7112"/>
                  </a:lnTo>
                  <a:lnTo>
                    <a:pt x="23622" y="0"/>
                  </a:lnTo>
                  <a:lnTo>
                    <a:pt x="15240" y="0"/>
                  </a:lnTo>
                  <a:lnTo>
                    <a:pt x="6858" y="0"/>
                  </a:lnTo>
                  <a:lnTo>
                    <a:pt x="0" y="7112"/>
                  </a:lnTo>
                  <a:lnTo>
                    <a:pt x="0" y="16002"/>
                  </a:lnTo>
                  <a:lnTo>
                    <a:pt x="0" y="24892"/>
                  </a:lnTo>
                  <a:lnTo>
                    <a:pt x="6858" y="32004"/>
                  </a:lnTo>
                  <a:lnTo>
                    <a:pt x="15240" y="32004"/>
                  </a:lnTo>
                  <a:lnTo>
                    <a:pt x="23622" y="32004"/>
                  </a:lnTo>
                  <a:lnTo>
                    <a:pt x="30480" y="24892"/>
                  </a:lnTo>
                  <a:lnTo>
                    <a:pt x="30480" y="16002"/>
                  </a:lnTo>
                  <a:close/>
                </a:path>
              </a:pathLst>
            </a:custGeom>
            <a:ln w="3175">
              <a:solidFill>
                <a:srgbClr val="FF8E01"/>
              </a:solidFill>
            </a:ln>
          </p:spPr>
          <p:txBody>
            <a:bodyPr wrap="square" lIns="0" tIns="0" rIns="0" bIns="0" rtlCol="0"/>
            <a:lstStyle/>
            <a:p>
              <a:endParaRPr/>
            </a:p>
          </p:txBody>
        </p:sp>
        <p:sp>
          <p:nvSpPr>
            <p:cNvPr id="33" name="object 33"/>
            <p:cNvSpPr/>
            <p:nvPr/>
          </p:nvSpPr>
          <p:spPr>
            <a:xfrm>
              <a:off x="998981" y="4767833"/>
              <a:ext cx="26034" cy="24765"/>
            </a:xfrm>
            <a:custGeom>
              <a:avLst/>
              <a:gdLst/>
              <a:ahLst/>
              <a:cxnLst/>
              <a:rect l="l" t="t" r="r" b="b"/>
              <a:pathLst>
                <a:path w="26034" h="24764">
                  <a:moveTo>
                    <a:pt x="25908" y="12192"/>
                  </a:moveTo>
                  <a:lnTo>
                    <a:pt x="25908" y="5461"/>
                  </a:lnTo>
                  <a:lnTo>
                    <a:pt x="20104" y="0"/>
                  </a:lnTo>
                  <a:lnTo>
                    <a:pt x="12954" y="0"/>
                  </a:lnTo>
                  <a:lnTo>
                    <a:pt x="5803" y="0"/>
                  </a:lnTo>
                  <a:lnTo>
                    <a:pt x="0" y="5461"/>
                  </a:lnTo>
                  <a:lnTo>
                    <a:pt x="0" y="12192"/>
                  </a:lnTo>
                  <a:lnTo>
                    <a:pt x="0" y="18923"/>
                  </a:lnTo>
                  <a:lnTo>
                    <a:pt x="5803" y="24384"/>
                  </a:lnTo>
                  <a:lnTo>
                    <a:pt x="12954" y="24384"/>
                  </a:lnTo>
                  <a:lnTo>
                    <a:pt x="20104" y="24384"/>
                  </a:lnTo>
                  <a:lnTo>
                    <a:pt x="25908" y="18923"/>
                  </a:lnTo>
                  <a:lnTo>
                    <a:pt x="25908" y="12192"/>
                  </a:lnTo>
                  <a:close/>
                </a:path>
              </a:pathLst>
            </a:custGeom>
            <a:ln w="3175">
              <a:solidFill>
                <a:srgbClr val="F17707"/>
              </a:solidFill>
            </a:ln>
          </p:spPr>
          <p:txBody>
            <a:bodyPr wrap="square" lIns="0" tIns="0" rIns="0" bIns="0" rtlCol="0"/>
            <a:lstStyle/>
            <a:p>
              <a:endParaRPr/>
            </a:p>
          </p:txBody>
        </p:sp>
        <p:sp>
          <p:nvSpPr>
            <p:cNvPr id="34" name="object 34"/>
            <p:cNvSpPr/>
            <p:nvPr/>
          </p:nvSpPr>
          <p:spPr>
            <a:xfrm>
              <a:off x="2704338" y="4097273"/>
              <a:ext cx="26034" cy="26034"/>
            </a:xfrm>
            <a:custGeom>
              <a:avLst/>
              <a:gdLst/>
              <a:ahLst/>
              <a:cxnLst/>
              <a:rect l="l" t="t" r="r" b="b"/>
              <a:pathLst>
                <a:path w="26035" h="26035">
                  <a:moveTo>
                    <a:pt x="25907" y="12953"/>
                  </a:moveTo>
                  <a:lnTo>
                    <a:pt x="25907" y="5842"/>
                  </a:lnTo>
                  <a:lnTo>
                    <a:pt x="20066" y="0"/>
                  </a:lnTo>
                  <a:lnTo>
                    <a:pt x="12954" y="0"/>
                  </a:lnTo>
                  <a:lnTo>
                    <a:pt x="5842" y="0"/>
                  </a:lnTo>
                  <a:lnTo>
                    <a:pt x="0" y="5842"/>
                  </a:lnTo>
                  <a:lnTo>
                    <a:pt x="0" y="12953"/>
                  </a:lnTo>
                  <a:lnTo>
                    <a:pt x="0" y="20065"/>
                  </a:lnTo>
                  <a:lnTo>
                    <a:pt x="5842" y="25907"/>
                  </a:lnTo>
                  <a:lnTo>
                    <a:pt x="12954" y="25907"/>
                  </a:lnTo>
                  <a:lnTo>
                    <a:pt x="20066" y="25907"/>
                  </a:lnTo>
                  <a:lnTo>
                    <a:pt x="25907" y="20065"/>
                  </a:lnTo>
                  <a:lnTo>
                    <a:pt x="25907" y="12953"/>
                  </a:lnTo>
                  <a:close/>
                </a:path>
              </a:pathLst>
            </a:custGeom>
            <a:ln w="3175">
              <a:solidFill>
                <a:srgbClr val="00D9CE"/>
              </a:solidFill>
            </a:ln>
          </p:spPr>
          <p:txBody>
            <a:bodyPr wrap="square" lIns="0" tIns="0" rIns="0" bIns="0" rtlCol="0"/>
            <a:lstStyle/>
            <a:p>
              <a:endParaRPr/>
            </a:p>
          </p:txBody>
        </p:sp>
        <p:sp>
          <p:nvSpPr>
            <p:cNvPr id="35" name="object 35"/>
            <p:cNvSpPr/>
            <p:nvPr/>
          </p:nvSpPr>
          <p:spPr>
            <a:xfrm>
              <a:off x="1850897" y="3760469"/>
              <a:ext cx="26034" cy="26034"/>
            </a:xfrm>
            <a:custGeom>
              <a:avLst/>
              <a:gdLst/>
              <a:ahLst/>
              <a:cxnLst/>
              <a:rect l="l" t="t" r="r" b="b"/>
              <a:pathLst>
                <a:path w="26035" h="26035">
                  <a:moveTo>
                    <a:pt x="25907" y="12953"/>
                  </a:moveTo>
                  <a:lnTo>
                    <a:pt x="25907" y="5841"/>
                  </a:lnTo>
                  <a:lnTo>
                    <a:pt x="20065" y="0"/>
                  </a:lnTo>
                  <a:lnTo>
                    <a:pt x="12953" y="0"/>
                  </a:lnTo>
                  <a:lnTo>
                    <a:pt x="5841" y="0"/>
                  </a:lnTo>
                  <a:lnTo>
                    <a:pt x="0" y="5841"/>
                  </a:lnTo>
                  <a:lnTo>
                    <a:pt x="0" y="12953"/>
                  </a:lnTo>
                  <a:lnTo>
                    <a:pt x="0" y="20065"/>
                  </a:lnTo>
                  <a:lnTo>
                    <a:pt x="5841" y="25907"/>
                  </a:lnTo>
                  <a:lnTo>
                    <a:pt x="12953" y="25907"/>
                  </a:lnTo>
                  <a:lnTo>
                    <a:pt x="20065" y="25907"/>
                  </a:lnTo>
                  <a:lnTo>
                    <a:pt x="25907" y="20065"/>
                  </a:lnTo>
                  <a:lnTo>
                    <a:pt x="25907" y="12953"/>
                  </a:lnTo>
                  <a:close/>
                </a:path>
              </a:pathLst>
            </a:custGeom>
            <a:ln w="3175">
              <a:solidFill>
                <a:srgbClr val="004593"/>
              </a:solidFill>
            </a:ln>
          </p:spPr>
          <p:txBody>
            <a:bodyPr wrap="square" lIns="0" tIns="0" rIns="0" bIns="0" rtlCol="0"/>
            <a:lstStyle/>
            <a:p>
              <a:endParaRPr/>
            </a:p>
          </p:txBody>
        </p:sp>
        <p:sp>
          <p:nvSpPr>
            <p:cNvPr id="36" name="object 36"/>
            <p:cNvSpPr/>
            <p:nvPr/>
          </p:nvSpPr>
          <p:spPr>
            <a:xfrm>
              <a:off x="1199387" y="4011167"/>
              <a:ext cx="1751330" cy="1751330"/>
            </a:xfrm>
            <a:custGeom>
              <a:avLst/>
              <a:gdLst/>
              <a:ahLst/>
              <a:cxnLst/>
              <a:rect l="l" t="t" r="r" b="b"/>
              <a:pathLst>
                <a:path w="1751330" h="1751329">
                  <a:moveTo>
                    <a:pt x="875538" y="0"/>
                  </a:moveTo>
                  <a:lnTo>
                    <a:pt x="827505" y="1295"/>
                  </a:lnTo>
                  <a:lnTo>
                    <a:pt x="780148" y="5138"/>
                  </a:lnTo>
                  <a:lnTo>
                    <a:pt x="733535" y="11460"/>
                  </a:lnTo>
                  <a:lnTo>
                    <a:pt x="687731" y="20196"/>
                  </a:lnTo>
                  <a:lnTo>
                    <a:pt x="642805" y="31279"/>
                  </a:lnTo>
                  <a:lnTo>
                    <a:pt x="598822" y="44641"/>
                  </a:lnTo>
                  <a:lnTo>
                    <a:pt x="555849" y="60215"/>
                  </a:lnTo>
                  <a:lnTo>
                    <a:pt x="513954" y="77936"/>
                  </a:lnTo>
                  <a:lnTo>
                    <a:pt x="473203" y="97736"/>
                  </a:lnTo>
                  <a:lnTo>
                    <a:pt x="433662" y="119549"/>
                  </a:lnTo>
                  <a:lnTo>
                    <a:pt x="395399" y="143307"/>
                  </a:lnTo>
                  <a:lnTo>
                    <a:pt x="358481" y="168944"/>
                  </a:lnTo>
                  <a:lnTo>
                    <a:pt x="322974" y="196393"/>
                  </a:lnTo>
                  <a:lnTo>
                    <a:pt x="288944" y="225587"/>
                  </a:lnTo>
                  <a:lnTo>
                    <a:pt x="256460" y="256460"/>
                  </a:lnTo>
                  <a:lnTo>
                    <a:pt x="225587" y="288944"/>
                  </a:lnTo>
                  <a:lnTo>
                    <a:pt x="196393" y="322974"/>
                  </a:lnTo>
                  <a:lnTo>
                    <a:pt x="168944" y="358481"/>
                  </a:lnTo>
                  <a:lnTo>
                    <a:pt x="143307" y="395399"/>
                  </a:lnTo>
                  <a:lnTo>
                    <a:pt x="119549" y="433662"/>
                  </a:lnTo>
                  <a:lnTo>
                    <a:pt x="97736" y="473203"/>
                  </a:lnTo>
                  <a:lnTo>
                    <a:pt x="77936" y="513954"/>
                  </a:lnTo>
                  <a:lnTo>
                    <a:pt x="60215" y="555849"/>
                  </a:lnTo>
                  <a:lnTo>
                    <a:pt x="44641" y="598822"/>
                  </a:lnTo>
                  <a:lnTo>
                    <a:pt x="31279" y="642805"/>
                  </a:lnTo>
                  <a:lnTo>
                    <a:pt x="20196" y="687731"/>
                  </a:lnTo>
                  <a:lnTo>
                    <a:pt x="11460" y="733535"/>
                  </a:lnTo>
                  <a:lnTo>
                    <a:pt x="5138" y="780148"/>
                  </a:lnTo>
                  <a:lnTo>
                    <a:pt x="1295" y="827505"/>
                  </a:lnTo>
                  <a:lnTo>
                    <a:pt x="0" y="875537"/>
                  </a:lnTo>
                  <a:lnTo>
                    <a:pt x="1295" y="923570"/>
                  </a:lnTo>
                  <a:lnTo>
                    <a:pt x="5138" y="970927"/>
                  </a:lnTo>
                  <a:lnTo>
                    <a:pt x="11460" y="1017540"/>
                  </a:lnTo>
                  <a:lnTo>
                    <a:pt x="20196" y="1063344"/>
                  </a:lnTo>
                  <a:lnTo>
                    <a:pt x="31279" y="1108270"/>
                  </a:lnTo>
                  <a:lnTo>
                    <a:pt x="44641" y="1152253"/>
                  </a:lnTo>
                  <a:lnTo>
                    <a:pt x="60215" y="1195226"/>
                  </a:lnTo>
                  <a:lnTo>
                    <a:pt x="77936" y="1237121"/>
                  </a:lnTo>
                  <a:lnTo>
                    <a:pt x="97736" y="1277872"/>
                  </a:lnTo>
                  <a:lnTo>
                    <a:pt x="119549" y="1317413"/>
                  </a:lnTo>
                  <a:lnTo>
                    <a:pt x="143307" y="1355676"/>
                  </a:lnTo>
                  <a:lnTo>
                    <a:pt x="168944" y="1392594"/>
                  </a:lnTo>
                  <a:lnTo>
                    <a:pt x="196393" y="1428101"/>
                  </a:lnTo>
                  <a:lnTo>
                    <a:pt x="225587" y="1462131"/>
                  </a:lnTo>
                  <a:lnTo>
                    <a:pt x="256460" y="1494615"/>
                  </a:lnTo>
                  <a:lnTo>
                    <a:pt x="288944" y="1525488"/>
                  </a:lnTo>
                  <a:lnTo>
                    <a:pt x="322974" y="1554682"/>
                  </a:lnTo>
                  <a:lnTo>
                    <a:pt x="358481" y="1582131"/>
                  </a:lnTo>
                  <a:lnTo>
                    <a:pt x="395399" y="1607768"/>
                  </a:lnTo>
                  <a:lnTo>
                    <a:pt x="433662" y="1631526"/>
                  </a:lnTo>
                  <a:lnTo>
                    <a:pt x="473203" y="1653339"/>
                  </a:lnTo>
                  <a:lnTo>
                    <a:pt x="513954" y="1673139"/>
                  </a:lnTo>
                  <a:lnTo>
                    <a:pt x="555849" y="1690860"/>
                  </a:lnTo>
                  <a:lnTo>
                    <a:pt x="598822" y="1706434"/>
                  </a:lnTo>
                  <a:lnTo>
                    <a:pt x="642805" y="1719796"/>
                  </a:lnTo>
                  <a:lnTo>
                    <a:pt x="687731" y="1730879"/>
                  </a:lnTo>
                  <a:lnTo>
                    <a:pt x="733535" y="1739615"/>
                  </a:lnTo>
                  <a:lnTo>
                    <a:pt x="780148" y="1745937"/>
                  </a:lnTo>
                  <a:lnTo>
                    <a:pt x="827505" y="1749780"/>
                  </a:lnTo>
                  <a:lnTo>
                    <a:pt x="875538" y="1751075"/>
                  </a:lnTo>
                  <a:lnTo>
                    <a:pt x="923570" y="1749780"/>
                  </a:lnTo>
                  <a:lnTo>
                    <a:pt x="970927" y="1745937"/>
                  </a:lnTo>
                  <a:lnTo>
                    <a:pt x="1017540" y="1739615"/>
                  </a:lnTo>
                  <a:lnTo>
                    <a:pt x="1063344" y="1730879"/>
                  </a:lnTo>
                  <a:lnTo>
                    <a:pt x="1108270" y="1719796"/>
                  </a:lnTo>
                  <a:lnTo>
                    <a:pt x="1152253" y="1706434"/>
                  </a:lnTo>
                  <a:lnTo>
                    <a:pt x="1195226" y="1690860"/>
                  </a:lnTo>
                  <a:lnTo>
                    <a:pt x="1237121" y="1673139"/>
                  </a:lnTo>
                  <a:lnTo>
                    <a:pt x="1277872" y="1653339"/>
                  </a:lnTo>
                  <a:lnTo>
                    <a:pt x="1317413" y="1631526"/>
                  </a:lnTo>
                  <a:lnTo>
                    <a:pt x="1355676" y="1607768"/>
                  </a:lnTo>
                  <a:lnTo>
                    <a:pt x="1392594" y="1582131"/>
                  </a:lnTo>
                  <a:lnTo>
                    <a:pt x="1428101" y="1554682"/>
                  </a:lnTo>
                  <a:lnTo>
                    <a:pt x="1462131" y="1525488"/>
                  </a:lnTo>
                  <a:lnTo>
                    <a:pt x="1494615" y="1494615"/>
                  </a:lnTo>
                  <a:lnTo>
                    <a:pt x="1525488" y="1462131"/>
                  </a:lnTo>
                  <a:lnTo>
                    <a:pt x="1554682" y="1428101"/>
                  </a:lnTo>
                  <a:lnTo>
                    <a:pt x="1582131" y="1392594"/>
                  </a:lnTo>
                  <a:lnTo>
                    <a:pt x="1607768" y="1355676"/>
                  </a:lnTo>
                  <a:lnTo>
                    <a:pt x="1631526" y="1317413"/>
                  </a:lnTo>
                  <a:lnTo>
                    <a:pt x="1653339" y="1277872"/>
                  </a:lnTo>
                  <a:lnTo>
                    <a:pt x="1673139" y="1237121"/>
                  </a:lnTo>
                  <a:lnTo>
                    <a:pt x="1690860" y="1195226"/>
                  </a:lnTo>
                  <a:lnTo>
                    <a:pt x="1706434" y="1152253"/>
                  </a:lnTo>
                  <a:lnTo>
                    <a:pt x="1719796" y="1108270"/>
                  </a:lnTo>
                  <a:lnTo>
                    <a:pt x="1730879" y="1063344"/>
                  </a:lnTo>
                  <a:lnTo>
                    <a:pt x="1739615" y="1017540"/>
                  </a:lnTo>
                  <a:lnTo>
                    <a:pt x="1745937" y="970927"/>
                  </a:lnTo>
                  <a:lnTo>
                    <a:pt x="1749780" y="923570"/>
                  </a:lnTo>
                  <a:lnTo>
                    <a:pt x="1751076" y="875537"/>
                  </a:lnTo>
                  <a:lnTo>
                    <a:pt x="1749780" y="827505"/>
                  </a:lnTo>
                  <a:lnTo>
                    <a:pt x="1745937" y="780148"/>
                  </a:lnTo>
                  <a:lnTo>
                    <a:pt x="1739615" y="733535"/>
                  </a:lnTo>
                  <a:lnTo>
                    <a:pt x="1730879" y="687731"/>
                  </a:lnTo>
                  <a:lnTo>
                    <a:pt x="1719796" y="642805"/>
                  </a:lnTo>
                  <a:lnTo>
                    <a:pt x="1706434" y="598822"/>
                  </a:lnTo>
                  <a:lnTo>
                    <a:pt x="1690860" y="555849"/>
                  </a:lnTo>
                  <a:lnTo>
                    <a:pt x="1673139" y="513954"/>
                  </a:lnTo>
                  <a:lnTo>
                    <a:pt x="1653339" y="473203"/>
                  </a:lnTo>
                  <a:lnTo>
                    <a:pt x="1631526" y="433662"/>
                  </a:lnTo>
                  <a:lnTo>
                    <a:pt x="1607768" y="395399"/>
                  </a:lnTo>
                  <a:lnTo>
                    <a:pt x="1582131" y="358481"/>
                  </a:lnTo>
                  <a:lnTo>
                    <a:pt x="1554682" y="322974"/>
                  </a:lnTo>
                  <a:lnTo>
                    <a:pt x="1525488" y="288944"/>
                  </a:lnTo>
                  <a:lnTo>
                    <a:pt x="1494615" y="256460"/>
                  </a:lnTo>
                  <a:lnTo>
                    <a:pt x="1462131" y="225587"/>
                  </a:lnTo>
                  <a:lnTo>
                    <a:pt x="1428101" y="196393"/>
                  </a:lnTo>
                  <a:lnTo>
                    <a:pt x="1392594" y="168944"/>
                  </a:lnTo>
                  <a:lnTo>
                    <a:pt x="1355676" y="143307"/>
                  </a:lnTo>
                  <a:lnTo>
                    <a:pt x="1317413" y="119549"/>
                  </a:lnTo>
                  <a:lnTo>
                    <a:pt x="1277872" y="97736"/>
                  </a:lnTo>
                  <a:lnTo>
                    <a:pt x="1237121" y="77936"/>
                  </a:lnTo>
                  <a:lnTo>
                    <a:pt x="1195226" y="60215"/>
                  </a:lnTo>
                  <a:lnTo>
                    <a:pt x="1152253" y="44641"/>
                  </a:lnTo>
                  <a:lnTo>
                    <a:pt x="1108270" y="31279"/>
                  </a:lnTo>
                  <a:lnTo>
                    <a:pt x="1063344" y="20196"/>
                  </a:lnTo>
                  <a:lnTo>
                    <a:pt x="1017540" y="11460"/>
                  </a:lnTo>
                  <a:lnTo>
                    <a:pt x="970927" y="5138"/>
                  </a:lnTo>
                  <a:lnTo>
                    <a:pt x="923570" y="1295"/>
                  </a:lnTo>
                  <a:lnTo>
                    <a:pt x="875538" y="0"/>
                  </a:lnTo>
                  <a:close/>
                </a:path>
              </a:pathLst>
            </a:custGeom>
            <a:solidFill>
              <a:srgbClr val="152B77"/>
            </a:solidFill>
          </p:spPr>
          <p:txBody>
            <a:bodyPr wrap="square" lIns="0" tIns="0" rIns="0" bIns="0" rtlCol="0"/>
            <a:lstStyle/>
            <a:p>
              <a:endParaRPr/>
            </a:p>
          </p:txBody>
        </p:sp>
        <p:sp>
          <p:nvSpPr>
            <p:cNvPr id="37" name="object 37"/>
            <p:cNvSpPr/>
            <p:nvPr/>
          </p:nvSpPr>
          <p:spPr>
            <a:xfrm>
              <a:off x="2481072" y="4762499"/>
              <a:ext cx="70485" cy="70485"/>
            </a:xfrm>
            <a:custGeom>
              <a:avLst/>
              <a:gdLst/>
              <a:ahLst/>
              <a:cxnLst/>
              <a:rect l="l" t="t" r="r" b="b"/>
              <a:pathLst>
                <a:path w="70485" h="70485">
                  <a:moveTo>
                    <a:pt x="70104" y="0"/>
                  </a:moveTo>
                  <a:lnTo>
                    <a:pt x="0" y="0"/>
                  </a:lnTo>
                  <a:lnTo>
                    <a:pt x="0" y="70104"/>
                  </a:lnTo>
                  <a:lnTo>
                    <a:pt x="70104" y="70104"/>
                  </a:lnTo>
                  <a:lnTo>
                    <a:pt x="70104" y="0"/>
                  </a:lnTo>
                  <a:close/>
                </a:path>
              </a:pathLst>
            </a:custGeom>
            <a:solidFill>
              <a:srgbClr val="FF8E01"/>
            </a:solidFill>
          </p:spPr>
          <p:txBody>
            <a:bodyPr wrap="square" lIns="0" tIns="0" rIns="0" bIns="0" rtlCol="0"/>
            <a:lstStyle/>
            <a:p>
              <a:endParaRPr/>
            </a:p>
          </p:txBody>
        </p:sp>
        <p:sp>
          <p:nvSpPr>
            <p:cNvPr id="38" name="object 38"/>
            <p:cNvSpPr/>
            <p:nvPr/>
          </p:nvSpPr>
          <p:spPr>
            <a:xfrm>
              <a:off x="1429511" y="4233671"/>
              <a:ext cx="1290827" cy="1304544"/>
            </a:xfrm>
            <a:prstGeom prst="rect">
              <a:avLst/>
            </a:prstGeom>
            <a:blipFill>
              <a:blip r:embed="rId6" cstate="print"/>
              <a:stretch>
                <a:fillRect/>
              </a:stretch>
            </a:blipFill>
          </p:spPr>
          <p:txBody>
            <a:bodyPr wrap="square" lIns="0" tIns="0" rIns="0" bIns="0" rtlCol="0"/>
            <a:lstStyle/>
            <a:p>
              <a:endParaRPr/>
            </a:p>
          </p:txBody>
        </p:sp>
      </p:grpSp>
      <p:grpSp>
        <p:nvGrpSpPr>
          <p:cNvPr id="39" name="object 39"/>
          <p:cNvGrpSpPr/>
          <p:nvPr/>
        </p:nvGrpSpPr>
        <p:grpSpPr>
          <a:xfrm>
            <a:off x="10657205" y="4521580"/>
            <a:ext cx="704850" cy="704850"/>
            <a:chOff x="10657205" y="4521580"/>
            <a:chExt cx="704850" cy="704850"/>
          </a:xfrm>
        </p:grpSpPr>
        <p:sp>
          <p:nvSpPr>
            <p:cNvPr id="40" name="object 40"/>
            <p:cNvSpPr/>
            <p:nvPr/>
          </p:nvSpPr>
          <p:spPr>
            <a:xfrm>
              <a:off x="10660380" y="4524755"/>
              <a:ext cx="698500" cy="698500"/>
            </a:xfrm>
            <a:custGeom>
              <a:avLst/>
              <a:gdLst/>
              <a:ahLst/>
              <a:cxnLst/>
              <a:rect l="l" t="t" r="r" b="b"/>
              <a:pathLst>
                <a:path w="698500" h="698500">
                  <a:moveTo>
                    <a:pt x="348996" y="0"/>
                  </a:moveTo>
                  <a:lnTo>
                    <a:pt x="301630" y="3185"/>
                  </a:lnTo>
                  <a:lnTo>
                    <a:pt x="256204" y="12463"/>
                  </a:lnTo>
                  <a:lnTo>
                    <a:pt x="213133" y="27420"/>
                  </a:lnTo>
                  <a:lnTo>
                    <a:pt x="172832" y="47639"/>
                  </a:lnTo>
                  <a:lnTo>
                    <a:pt x="135717" y="72705"/>
                  </a:lnTo>
                  <a:lnTo>
                    <a:pt x="102203" y="102203"/>
                  </a:lnTo>
                  <a:lnTo>
                    <a:pt x="72705" y="135717"/>
                  </a:lnTo>
                  <a:lnTo>
                    <a:pt x="47639" y="172832"/>
                  </a:lnTo>
                  <a:lnTo>
                    <a:pt x="27420" y="213133"/>
                  </a:lnTo>
                  <a:lnTo>
                    <a:pt x="12463" y="256204"/>
                  </a:lnTo>
                  <a:lnTo>
                    <a:pt x="3185" y="301630"/>
                  </a:lnTo>
                  <a:lnTo>
                    <a:pt x="0" y="348996"/>
                  </a:lnTo>
                  <a:lnTo>
                    <a:pt x="3185" y="396361"/>
                  </a:lnTo>
                  <a:lnTo>
                    <a:pt x="12463" y="441787"/>
                  </a:lnTo>
                  <a:lnTo>
                    <a:pt x="27420" y="484858"/>
                  </a:lnTo>
                  <a:lnTo>
                    <a:pt x="47639" y="525159"/>
                  </a:lnTo>
                  <a:lnTo>
                    <a:pt x="72705" y="562274"/>
                  </a:lnTo>
                  <a:lnTo>
                    <a:pt x="102203" y="595788"/>
                  </a:lnTo>
                  <a:lnTo>
                    <a:pt x="135717" y="625286"/>
                  </a:lnTo>
                  <a:lnTo>
                    <a:pt x="172832" y="650352"/>
                  </a:lnTo>
                  <a:lnTo>
                    <a:pt x="213133" y="670571"/>
                  </a:lnTo>
                  <a:lnTo>
                    <a:pt x="256204" y="685528"/>
                  </a:lnTo>
                  <a:lnTo>
                    <a:pt x="301630" y="694806"/>
                  </a:lnTo>
                  <a:lnTo>
                    <a:pt x="348996" y="697992"/>
                  </a:lnTo>
                  <a:lnTo>
                    <a:pt x="396361" y="694806"/>
                  </a:lnTo>
                  <a:lnTo>
                    <a:pt x="441787" y="685528"/>
                  </a:lnTo>
                  <a:lnTo>
                    <a:pt x="484858" y="670571"/>
                  </a:lnTo>
                  <a:lnTo>
                    <a:pt x="525159" y="650352"/>
                  </a:lnTo>
                  <a:lnTo>
                    <a:pt x="562274" y="625286"/>
                  </a:lnTo>
                  <a:lnTo>
                    <a:pt x="595788" y="595788"/>
                  </a:lnTo>
                  <a:lnTo>
                    <a:pt x="625286" y="562274"/>
                  </a:lnTo>
                  <a:lnTo>
                    <a:pt x="650352" y="525159"/>
                  </a:lnTo>
                  <a:lnTo>
                    <a:pt x="670571" y="484858"/>
                  </a:lnTo>
                  <a:lnTo>
                    <a:pt x="685528" y="441787"/>
                  </a:lnTo>
                  <a:lnTo>
                    <a:pt x="694806" y="396361"/>
                  </a:lnTo>
                  <a:lnTo>
                    <a:pt x="697992" y="348996"/>
                  </a:lnTo>
                  <a:lnTo>
                    <a:pt x="694806" y="301630"/>
                  </a:lnTo>
                  <a:lnTo>
                    <a:pt x="685528" y="256204"/>
                  </a:lnTo>
                  <a:lnTo>
                    <a:pt x="670571" y="213133"/>
                  </a:lnTo>
                  <a:lnTo>
                    <a:pt x="650352" y="172832"/>
                  </a:lnTo>
                  <a:lnTo>
                    <a:pt x="625286" y="135717"/>
                  </a:lnTo>
                  <a:lnTo>
                    <a:pt x="595788" y="102203"/>
                  </a:lnTo>
                  <a:lnTo>
                    <a:pt x="562274" y="72705"/>
                  </a:lnTo>
                  <a:lnTo>
                    <a:pt x="525159" y="47639"/>
                  </a:lnTo>
                  <a:lnTo>
                    <a:pt x="484858" y="27420"/>
                  </a:lnTo>
                  <a:lnTo>
                    <a:pt x="441787" y="12463"/>
                  </a:lnTo>
                  <a:lnTo>
                    <a:pt x="396361" y="3185"/>
                  </a:lnTo>
                  <a:lnTo>
                    <a:pt x="348996" y="0"/>
                  </a:lnTo>
                  <a:close/>
                </a:path>
              </a:pathLst>
            </a:custGeom>
            <a:solidFill>
              <a:srgbClr val="152B77"/>
            </a:solidFill>
          </p:spPr>
          <p:txBody>
            <a:bodyPr wrap="square" lIns="0" tIns="0" rIns="0" bIns="0" rtlCol="0"/>
            <a:lstStyle/>
            <a:p>
              <a:endParaRPr/>
            </a:p>
          </p:txBody>
        </p:sp>
        <p:sp>
          <p:nvSpPr>
            <p:cNvPr id="41" name="object 41"/>
            <p:cNvSpPr/>
            <p:nvPr/>
          </p:nvSpPr>
          <p:spPr>
            <a:xfrm>
              <a:off x="10660380" y="4524755"/>
              <a:ext cx="698500" cy="698500"/>
            </a:xfrm>
            <a:custGeom>
              <a:avLst/>
              <a:gdLst/>
              <a:ahLst/>
              <a:cxnLst/>
              <a:rect l="l" t="t" r="r" b="b"/>
              <a:pathLst>
                <a:path w="698500" h="698500">
                  <a:moveTo>
                    <a:pt x="0" y="348996"/>
                  </a:moveTo>
                  <a:lnTo>
                    <a:pt x="3185" y="301630"/>
                  </a:lnTo>
                  <a:lnTo>
                    <a:pt x="12463" y="256204"/>
                  </a:lnTo>
                  <a:lnTo>
                    <a:pt x="27420" y="213133"/>
                  </a:lnTo>
                  <a:lnTo>
                    <a:pt x="47639" y="172832"/>
                  </a:lnTo>
                  <a:lnTo>
                    <a:pt x="72705" y="135717"/>
                  </a:lnTo>
                  <a:lnTo>
                    <a:pt x="102203" y="102203"/>
                  </a:lnTo>
                  <a:lnTo>
                    <a:pt x="135717" y="72705"/>
                  </a:lnTo>
                  <a:lnTo>
                    <a:pt x="172832" y="47639"/>
                  </a:lnTo>
                  <a:lnTo>
                    <a:pt x="213133" y="27420"/>
                  </a:lnTo>
                  <a:lnTo>
                    <a:pt x="256204" y="12463"/>
                  </a:lnTo>
                  <a:lnTo>
                    <a:pt x="301630" y="3185"/>
                  </a:lnTo>
                  <a:lnTo>
                    <a:pt x="348996" y="0"/>
                  </a:lnTo>
                  <a:lnTo>
                    <a:pt x="396361" y="3185"/>
                  </a:lnTo>
                  <a:lnTo>
                    <a:pt x="441787" y="12463"/>
                  </a:lnTo>
                  <a:lnTo>
                    <a:pt x="484858" y="27420"/>
                  </a:lnTo>
                  <a:lnTo>
                    <a:pt x="525159" y="47639"/>
                  </a:lnTo>
                  <a:lnTo>
                    <a:pt x="562274" y="72705"/>
                  </a:lnTo>
                  <a:lnTo>
                    <a:pt x="595788" y="102203"/>
                  </a:lnTo>
                  <a:lnTo>
                    <a:pt x="625286" y="135717"/>
                  </a:lnTo>
                  <a:lnTo>
                    <a:pt x="650352" y="172832"/>
                  </a:lnTo>
                  <a:lnTo>
                    <a:pt x="670571" y="213133"/>
                  </a:lnTo>
                  <a:lnTo>
                    <a:pt x="685528" y="256204"/>
                  </a:lnTo>
                  <a:lnTo>
                    <a:pt x="694806" y="301630"/>
                  </a:lnTo>
                  <a:lnTo>
                    <a:pt x="697992" y="348996"/>
                  </a:lnTo>
                  <a:lnTo>
                    <a:pt x="694806" y="396361"/>
                  </a:lnTo>
                  <a:lnTo>
                    <a:pt x="685528" y="441787"/>
                  </a:lnTo>
                  <a:lnTo>
                    <a:pt x="670571" y="484858"/>
                  </a:lnTo>
                  <a:lnTo>
                    <a:pt x="650352" y="525159"/>
                  </a:lnTo>
                  <a:lnTo>
                    <a:pt x="625286" y="562274"/>
                  </a:lnTo>
                  <a:lnTo>
                    <a:pt x="595788" y="595788"/>
                  </a:lnTo>
                  <a:lnTo>
                    <a:pt x="562274" y="625286"/>
                  </a:lnTo>
                  <a:lnTo>
                    <a:pt x="525159" y="650352"/>
                  </a:lnTo>
                  <a:lnTo>
                    <a:pt x="484858" y="670571"/>
                  </a:lnTo>
                  <a:lnTo>
                    <a:pt x="441787" y="685528"/>
                  </a:lnTo>
                  <a:lnTo>
                    <a:pt x="396361" y="694806"/>
                  </a:lnTo>
                  <a:lnTo>
                    <a:pt x="348996" y="697992"/>
                  </a:lnTo>
                  <a:lnTo>
                    <a:pt x="301630" y="694806"/>
                  </a:lnTo>
                  <a:lnTo>
                    <a:pt x="256204" y="685528"/>
                  </a:lnTo>
                  <a:lnTo>
                    <a:pt x="213133" y="670571"/>
                  </a:lnTo>
                  <a:lnTo>
                    <a:pt x="172832" y="650352"/>
                  </a:lnTo>
                  <a:lnTo>
                    <a:pt x="135717" y="625286"/>
                  </a:lnTo>
                  <a:lnTo>
                    <a:pt x="102203" y="595788"/>
                  </a:lnTo>
                  <a:lnTo>
                    <a:pt x="72705" y="562274"/>
                  </a:lnTo>
                  <a:lnTo>
                    <a:pt x="47639" y="525159"/>
                  </a:lnTo>
                  <a:lnTo>
                    <a:pt x="27420" y="484858"/>
                  </a:lnTo>
                  <a:lnTo>
                    <a:pt x="12463" y="441787"/>
                  </a:lnTo>
                  <a:lnTo>
                    <a:pt x="3185" y="396361"/>
                  </a:lnTo>
                  <a:lnTo>
                    <a:pt x="0" y="348996"/>
                  </a:lnTo>
                  <a:close/>
                </a:path>
              </a:pathLst>
            </a:custGeom>
            <a:ln w="6350">
              <a:solidFill>
                <a:srgbClr val="FF8E01"/>
              </a:solidFill>
              <a:prstDash val="sysDash"/>
            </a:ln>
          </p:spPr>
          <p:txBody>
            <a:bodyPr wrap="square" lIns="0" tIns="0" rIns="0" bIns="0" rtlCol="0"/>
            <a:lstStyle/>
            <a:p>
              <a:endParaRPr/>
            </a:p>
          </p:txBody>
        </p:sp>
        <p:sp>
          <p:nvSpPr>
            <p:cNvPr id="42" name="object 42"/>
            <p:cNvSpPr/>
            <p:nvPr/>
          </p:nvSpPr>
          <p:spPr>
            <a:xfrm>
              <a:off x="10695432" y="4559807"/>
              <a:ext cx="628015" cy="628015"/>
            </a:xfrm>
            <a:custGeom>
              <a:avLst/>
              <a:gdLst/>
              <a:ahLst/>
              <a:cxnLst/>
              <a:rect l="l" t="t" r="r" b="b"/>
              <a:pathLst>
                <a:path w="628015" h="628014">
                  <a:moveTo>
                    <a:pt x="313944" y="0"/>
                  </a:moveTo>
                  <a:lnTo>
                    <a:pt x="267558" y="3404"/>
                  </a:lnTo>
                  <a:lnTo>
                    <a:pt x="223284" y="13294"/>
                  </a:lnTo>
                  <a:lnTo>
                    <a:pt x="181606" y="29183"/>
                  </a:lnTo>
                  <a:lnTo>
                    <a:pt x="143012" y="50586"/>
                  </a:lnTo>
                  <a:lnTo>
                    <a:pt x="107986" y="77015"/>
                  </a:lnTo>
                  <a:lnTo>
                    <a:pt x="77015" y="107986"/>
                  </a:lnTo>
                  <a:lnTo>
                    <a:pt x="50586" y="143012"/>
                  </a:lnTo>
                  <a:lnTo>
                    <a:pt x="29183" y="181606"/>
                  </a:lnTo>
                  <a:lnTo>
                    <a:pt x="13294" y="223284"/>
                  </a:lnTo>
                  <a:lnTo>
                    <a:pt x="3404" y="267558"/>
                  </a:lnTo>
                  <a:lnTo>
                    <a:pt x="0" y="313944"/>
                  </a:lnTo>
                  <a:lnTo>
                    <a:pt x="3404" y="360329"/>
                  </a:lnTo>
                  <a:lnTo>
                    <a:pt x="13294" y="404603"/>
                  </a:lnTo>
                  <a:lnTo>
                    <a:pt x="29183" y="446281"/>
                  </a:lnTo>
                  <a:lnTo>
                    <a:pt x="50586" y="484875"/>
                  </a:lnTo>
                  <a:lnTo>
                    <a:pt x="77015" y="519901"/>
                  </a:lnTo>
                  <a:lnTo>
                    <a:pt x="107986" y="550872"/>
                  </a:lnTo>
                  <a:lnTo>
                    <a:pt x="143012" y="577301"/>
                  </a:lnTo>
                  <a:lnTo>
                    <a:pt x="181606" y="598704"/>
                  </a:lnTo>
                  <a:lnTo>
                    <a:pt x="223284" y="614593"/>
                  </a:lnTo>
                  <a:lnTo>
                    <a:pt x="267558" y="624483"/>
                  </a:lnTo>
                  <a:lnTo>
                    <a:pt x="313944" y="627888"/>
                  </a:lnTo>
                  <a:lnTo>
                    <a:pt x="360329" y="624483"/>
                  </a:lnTo>
                  <a:lnTo>
                    <a:pt x="404603" y="614593"/>
                  </a:lnTo>
                  <a:lnTo>
                    <a:pt x="446281" y="598704"/>
                  </a:lnTo>
                  <a:lnTo>
                    <a:pt x="484875" y="577301"/>
                  </a:lnTo>
                  <a:lnTo>
                    <a:pt x="519901" y="550872"/>
                  </a:lnTo>
                  <a:lnTo>
                    <a:pt x="550872" y="519901"/>
                  </a:lnTo>
                  <a:lnTo>
                    <a:pt x="577301" y="484875"/>
                  </a:lnTo>
                  <a:lnTo>
                    <a:pt x="598704" y="446281"/>
                  </a:lnTo>
                  <a:lnTo>
                    <a:pt x="614593" y="404603"/>
                  </a:lnTo>
                  <a:lnTo>
                    <a:pt x="624483" y="360329"/>
                  </a:lnTo>
                  <a:lnTo>
                    <a:pt x="627888" y="313944"/>
                  </a:lnTo>
                  <a:lnTo>
                    <a:pt x="624483" y="267558"/>
                  </a:lnTo>
                  <a:lnTo>
                    <a:pt x="614593" y="223284"/>
                  </a:lnTo>
                  <a:lnTo>
                    <a:pt x="598704" y="181606"/>
                  </a:lnTo>
                  <a:lnTo>
                    <a:pt x="577301" y="143012"/>
                  </a:lnTo>
                  <a:lnTo>
                    <a:pt x="550872" y="107986"/>
                  </a:lnTo>
                  <a:lnTo>
                    <a:pt x="519901" y="77015"/>
                  </a:lnTo>
                  <a:lnTo>
                    <a:pt x="484875" y="50586"/>
                  </a:lnTo>
                  <a:lnTo>
                    <a:pt x="446281" y="29183"/>
                  </a:lnTo>
                  <a:lnTo>
                    <a:pt x="404603" y="13294"/>
                  </a:lnTo>
                  <a:lnTo>
                    <a:pt x="360329" y="3404"/>
                  </a:lnTo>
                  <a:lnTo>
                    <a:pt x="313944" y="0"/>
                  </a:lnTo>
                  <a:close/>
                </a:path>
              </a:pathLst>
            </a:custGeom>
            <a:solidFill>
              <a:srgbClr val="0A163B"/>
            </a:solidFill>
          </p:spPr>
          <p:txBody>
            <a:bodyPr wrap="square" lIns="0" tIns="0" rIns="0" bIns="0" rtlCol="0"/>
            <a:lstStyle/>
            <a:p>
              <a:endParaRPr/>
            </a:p>
          </p:txBody>
        </p:sp>
        <p:sp>
          <p:nvSpPr>
            <p:cNvPr id="43" name="object 43"/>
            <p:cNvSpPr/>
            <p:nvPr/>
          </p:nvSpPr>
          <p:spPr>
            <a:xfrm>
              <a:off x="10818876" y="4637531"/>
              <a:ext cx="381000" cy="472440"/>
            </a:xfrm>
            <a:prstGeom prst="rect">
              <a:avLst/>
            </a:prstGeom>
            <a:blipFill>
              <a:blip r:embed="rId7" cstate="print"/>
              <a:stretch>
                <a:fillRect/>
              </a:stretch>
            </a:blipFill>
          </p:spPr>
          <p:txBody>
            <a:bodyPr wrap="square" lIns="0" tIns="0" rIns="0" bIns="0" rtlCol="0"/>
            <a:lstStyle/>
            <a:p>
              <a:endParaRPr/>
            </a:p>
          </p:txBody>
        </p:sp>
      </p:grpSp>
      <p:grpSp>
        <p:nvGrpSpPr>
          <p:cNvPr id="44" name="object 44"/>
          <p:cNvGrpSpPr/>
          <p:nvPr/>
        </p:nvGrpSpPr>
        <p:grpSpPr>
          <a:xfrm>
            <a:off x="10657205" y="5553328"/>
            <a:ext cx="704850" cy="704850"/>
            <a:chOff x="10657205" y="5553328"/>
            <a:chExt cx="704850" cy="704850"/>
          </a:xfrm>
        </p:grpSpPr>
        <p:sp>
          <p:nvSpPr>
            <p:cNvPr id="45" name="object 45"/>
            <p:cNvSpPr/>
            <p:nvPr/>
          </p:nvSpPr>
          <p:spPr>
            <a:xfrm>
              <a:off x="10660380" y="5556503"/>
              <a:ext cx="698500" cy="698500"/>
            </a:xfrm>
            <a:custGeom>
              <a:avLst/>
              <a:gdLst/>
              <a:ahLst/>
              <a:cxnLst/>
              <a:rect l="l" t="t" r="r" b="b"/>
              <a:pathLst>
                <a:path w="698500" h="698500">
                  <a:moveTo>
                    <a:pt x="348996" y="0"/>
                  </a:moveTo>
                  <a:lnTo>
                    <a:pt x="301630" y="3185"/>
                  </a:lnTo>
                  <a:lnTo>
                    <a:pt x="256204" y="12466"/>
                  </a:lnTo>
                  <a:lnTo>
                    <a:pt x="213133" y="27425"/>
                  </a:lnTo>
                  <a:lnTo>
                    <a:pt x="172832" y="47647"/>
                  </a:lnTo>
                  <a:lnTo>
                    <a:pt x="135717" y="72716"/>
                  </a:lnTo>
                  <a:lnTo>
                    <a:pt x="102203" y="102217"/>
                  </a:lnTo>
                  <a:lnTo>
                    <a:pt x="72705" y="135733"/>
                  </a:lnTo>
                  <a:lnTo>
                    <a:pt x="47639" y="172849"/>
                  </a:lnTo>
                  <a:lnTo>
                    <a:pt x="27420" y="213149"/>
                  </a:lnTo>
                  <a:lnTo>
                    <a:pt x="12463" y="256218"/>
                  </a:lnTo>
                  <a:lnTo>
                    <a:pt x="3185" y="301638"/>
                  </a:lnTo>
                  <a:lnTo>
                    <a:pt x="0" y="348996"/>
                  </a:lnTo>
                  <a:lnTo>
                    <a:pt x="3185" y="396353"/>
                  </a:lnTo>
                  <a:lnTo>
                    <a:pt x="12463" y="441773"/>
                  </a:lnTo>
                  <a:lnTo>
                    <a:pt x="27420" y="484842"/>
                  </a:lnTo>
                  <a:lnTo>
                    <a:pt x="47639" y="525142"/>
                  </a:lnTo>
                  <a:lnTo>
                    <a:pt x="72705" y="562258"/>
                  </a:lnTo>
                  <a:lnTo>
                    <a:pt x="102203" y="595774"/>
                  </a:lnTo>
                  <a:lnTo>
                    <a:pt x="135717" y="625275"/>
                  </a:lnTo>
                  <a:lnTo>
                    <a:pt x="172832" y="650344"/>
                  </a:lnTo>
                  <a:lnTo>
                    <a:pt x="213133" y="670566"/>
                  </a:lnTo>
                  <a:lnTo>
                    <a:pt x="256204" y="685525"/>
                  </a:lnTo>
                  <a:lnTo>
                    <a:pt x="301630" y="694806"/>
                  </a:lnTo>
                  <a:lnTo>
                    <a:pt x="348996" y="697992"/>
                  </a:lnTo>
                  <a:lnTo>
                    <a:pt x="396361" y="694806"/>
                  </a:lnTo>
                  <a:lnTo>
                    <a:pt x="441787" y="685525"/>
                  </a:lnTo>
                  <a:lnTo>
                    <a:pt x="484858" y="670566"/>
                  </a:lnTo>
                  <a:lnTo>
                    <a:pt x="525159" y="650344"/>
                  </a:lnTo>
                  <a:lnTo>
                    <a:pt x="562274" y="625275"/>
                  </a:lnTo>
                  <a:lnTo>
                    <a:pt x="595788" y="595774"/>
                  </a:lnTo>
                  <a:lnTo>
                    <a:pt x="625286" y="562258"/>
                  </a:lnTo>
                  <a:lnTo>
                    <a:pt x="650352" y="525142"/>
                  </a:lnTo>
                  <a:lnTo>
                    <a:pt x="670571" y="484842"/>
                  </a:lnTo>
                  <a:lnTo>
                    <a:pt x="685528" y="441773"/>
                  </a:lnTo>
                  <a:lnTo>
                    <a:pt x="694806" y="396353"/>
                  </a:lnTo>
                  <a:lnTo>
                    <a:pt x="697992" y="348996"/>
                  </a:lnTo>
                  <a:lnTo>
                    <a:pt x="694806" y="301638"/>
                  </a:lnTo>
                  <a:lnTo>
                    <a:pt x="685528" y="256218"/>
                  </a:lnTo>
                  <a:lnTo>
                    <a:pt x="670571" y="213149"/>
                  </a:lnTo>
                  <a:lnTo>
                    <a:pt x="650352" y="172849"/>
                  </a:lnTo>
                  <a:lnTo>
                    <a:pt x="625286" y="135733"/>
                  </a:lnTo>
                  <a:lnTo>
                    <a:pt x="595788" y="102217"/>
                  </a:lnTo>
                  <a:lnTo>
                    <a:pt x="562274" y="72716"/>
                  </a:lnTo>
                  <a:lnTo>
                    <a:pt x="525159" y="47647"/>
                  </a:lnTo>
                  <a:lnTo>
                    <a:pt x="484858" y="27425"/>
                  </a:lnTo>
                  <a:lnTo>
                    <a:pt x="441787" y="12466"/>
                  </a:lnTo>
                  <a:lnTo>
                    <a:pt x="396361" y="3185"/>
                  </a:lnTo>
                  <a:lnTo>
                    <a:pt x="348996" y="0"/>
                  </a:lnTo>
                  <a:close/>
                </a:path>
              </a:pathLst>
            </a:custGeom>
            <a:solidFill>
              <a:srgbClr val="152B77"/>
            </a:solidFill>
          </p:spPr>
          <p:txBody>
            <a:bodyPr wrap="square" lIns="0" tIns="0" rIns="0" bIns="0" rtlCol="0"/>
            <a:lstStyle/>
            <a:p>
              <a:endParaRPr/>
            </a:p>
          </p:txBody>
        </p:sp>
        <p:sp>
          <p:nvSpPr>
            <p:cNvPr id="46" name="object 46"/>
            <p:cNvSpPr/>
            <p:nvPr/>
          </p:nvSpPr>
          <p:spPr>
            <a:xfrm>
              <a:off x="10660380" y="5556503"/>
              <a:ext cx="698500" cy="698500"/>
            </a:xfrm>
            <a:custGeom>
              <a:avLst/>
              <a:gdLst/>
              <a:ahLst/>
              <a:cxnLst/>
              <a:rect l="l" t="t" r="r" b="b"/>
              <a:pathLst>
                <a:path w="698500" h="698500">
                  <a:moveTo>
                    <a:pt x="0" y="348996"/>
                  </a:moveTo>
                  <a:lnTo>
                    <a:pt x="3185" y="301638"/>
                  </a:lnTo>
                  <a:lnTo>
                    <a:pt x="12463" y="256218"/>
                  </a:lnTo>
                  <a:lnTo>
                    <a:pt x="27420" y="213149"/>
                  </a:lnTo>
                  <a:lnTo>
                    <a:pt x="47639" y="172849"/>
                  </a:lnTo>
                  <a:lnTo>
                    <a:pt x="72705" y="135733"/>
                  </a:lnTo>
                  <a:lnTo>
                    <a:pt x="102203" y="102217"/>
                  </a:lnTo>
                  <a:lnTo>
                    <a:pt x="135717" y="72716"/>
                  </a:lnTo>
                  <a:lnTo>
                    <a:pt x="172832" y="47647"/>
                  </a:lnTo>
                  <a:lnTo>
                    <a:pt x="213133" y="27425"/>
                  </a:lnTo>
                  <a:lnTo>
                    <a:pt x="256204" y="12466"/>
                  </a:lnTo>
                  <a:lnTo>
                    <a:pt x="301630" y="3185"/>
                  </a:lnTo>
                  <a:lnTo>
                    <a:pt x="348996" y="0"/>
                  </a:lnTo>
                  <a:lnTo>
                    <a:pt x="396361" y="3185"/>
                  </a:lnTo>
                  <a:lnTo>
                    <a:pt x="441787" y="12466"/>
                  </a:lnTo>
                  <a:lnTo>
                    <a:pt x="484858" y="27425"/>
                  </a:lnTo>
                  <a:lnTo>
                    <a:pt x="525159" y="47647"/>
                  </a:lnTo>
                  <a:lnTo>
                    <a:pt x="562274" y="72716"/>
                  </a:lnTo>
                  <a:lnTo>
                    <a:pt x="595788" y="102217"/>
                  </a:lnTo>
                  <a:lnTo>
                    <a:pt x="625286" y="135733"/>
                  </a:lnTo>
                  <a:lnTo>
                    <a:pt x="650352" y="172849"/>
                  </a:lnTo>
                  <a:lnTo>
                    <a:pt x="670571" y="213149"/>
                  </a:lnTo>
                  <a:lnTo>
                    <a:pt x="685528" y="256218"/>
                  </a:lnTo>
                  <a:lnTo>
                    <a:pt x="694806" y="301638"/>
                  </a:lnTo>
                  <a:lnTo>
                    <a:pt x="697992" y="348996"/>
                  </a:lnTo>
                  <a:lnTo>
                    <a:pt x="694806" y="396353"/>
                  </a:lnTo>
                  <a:lnTo>
                    <a:pt x="685528" y="441773"/>
                  </a:lnTo>
                  <a:lnTo>
                    <a:pt x="670571" y="484842"/>
                  </a:lnTo>
                  <a:lnTo>
                    <a:pt x="650352" y="525142"/>
                  </a:lnTo>
                  <a:lnTo>
                    <a:pt x="625286" y="562258"/>
                  </a:lnTo>
                  <a:lnTo>
                    <a:pt x="595788" y="595774"/>
                  </a:lnTo>
                  <a:lnTo>
                    <a:pt x="562274" y="625275"/>
                  </a:lnTo>
                  <a:lnTo>
                    <a:pt x="525159" y="650344"/>
                  </a:lnTo>
                  <a:lnTo>
                    <a:pt x="484858" y="670566"/>
                  </a:lnTo>
                  <a:lnTo>
                    <a:pt x="441787" y="685525"/>
                  </a:lnTo>
                  <a:lnTo>
                    <a:pt x="396361" y="694806"/>
                  </a:lnTo>
                  <a:lnTo>
                    <a:pt x="348996" y="697992"/>
                  </a:lnTo>
                  <a:lnTo>
                    <a:pt x="301630" y="694806"/>
                  </a:lnTo>
                  <a:lnTo>
                    <a:pt x="256204" y="685525"/>
                  </a:lnTo>
                  <a:lnTo>
                    <a:pt x="213133" y="670566"/>
                  </a:lnTo>
                  <a:lnTo>
                    <a:pt x="172832" y="650344"/>
                  </a:lnTo>
                  <a:lnTo>
                    <a:pt x="135717" y="625275"/>
                  </a:lnTo>
                  <a:lnTo>
                    <a:pt x="102203" y="595774"/>
                  </a:lnTo>
                  <a:lnTo>
                    <a:pt x="72705" y="562258"/>
                  </a:lnTo>
                  <a:lnTo>
                    <a:pt x="47639" y="525142"/>
                  </a:lnTo>
                  <a:lnTo>
                    <a:pt x="27420" y="484842"/>
                  </a:lnTo>
                  <a:lnTo>
                    <a:pt x="12463" y="441773"/>
                  </a:lnTo>
                  <a:lnTo>
                    <a:pt x="3185" y="396353"/>
                  </a:lnTo>
                  <a:lnTo>
                    <a:pt x="0" y="348996"/>
                  </a:lnTo>
                  <a:close/>
                </a:path>
              </a:pathLst>
            </a:custGeom>
            <a:ln w="6350">
              <a:solidFill>
                <a:srgbClr val="4264DE"/>
              </a:solidFill>
              <a:prstDash val="sysDash"/>
            </a:ln>
          </p:spPr>
          <p:txBody>
            <a:bodyPr wrap="square" lIns="0" tIns="0" rIns="0" bIns="0" rtlCol="0"/>
            <a:lstStyle/>
            <a:p>
              <a:endParaRPr/>
            </a:p>
          </p:txBody>
        </p:sp>
        <p:sp>
          <p:nvSpPr>
            <p:cNvPr id="47" name="object 47"/>
            <p:cNvSpPr/>
            <p:nvPr/>
          </p:nvSpPr>
          <p:spPr>
            <a:xfrm>
              <a:off x="10695432" y="5591555"/>
              <a:ext cx="628015" cy="626745"/>
            </a:xfrm>
            <a:custGeom>
              <a:avLst/>
              <a:gdLst/>
              <a:ahLst/>
              <a:cxnLst/>
              <a:rect l="l" t="t" r="r" b="b"/>
              <a:pathLst>
                <a:path w="628015" h="626745">
                  <a:moveTo>
                    <a:pt x="313944" y="0"/>
                  </a:moveTo>
                  <a:lnTo>
                    <a:pt x="267558" y="3395"/>
                  </a:lnTo>
                  <a:lnTo>
                    <a:pt x="223284" y="13260"/>
                  </a:lnTo>
                  <a:lnTo>
                    <a:pt x="181606" y="29108"/>
                  </a:lnTo>
                  <a:lnTo>
                    <a:pt x="143012" y="50456"/>
                  </a:lnTo>
                  <a:lnTo>
                    <a:pt x="107986" y="76819"/>
                  </a:lnTo>
                  <a:lnTo>
                    <a:pt x="77015" y="107713"/>
                  </a:lnTo>
                  <a:lnTo>
                    <a:pt x="50586" y="142653"/>
                  </a:lnTo>
                  <a:lnTo>
                    <a:pt x="29183" y="181154"/>
                  </a:lnTo>
                  <a:lnTo>
                    <a:pt x="13294" y="222732"/>
                  </a:lnTo>
                  <a:lnTo>
                    <a:pt x="3404" y="266903"/>
                  </a:lnTo>
                  <a:lnTo>
                    <a:pt x="0" y="313182"/>
                  </a:lnTo>
                  <a:lnTo>
                    <a:pt x="3404" y="359460"/>
                  </a:lnTo>
                  <a:lnTo>
                    <a:pt x="13294" y="403631"/>
                  </a:lnTo>
                  <a:lnTo>
                    <a:pt x="29183" y="445209"/>
                  </a:lnTo>
                  <a:lnTo>
                    <a:pt x="50586" y="483710"/>
                  </a:lnTo>
                  <a:lnTo>
                    <a:pt x="77015" y="518650"/>
                  </a:lnTo>
                  <a:lnTo>
                    <a:pt x="107986" y="549544"/>
                  </a:lnTo>
                  <a:lnTo>
                    <a:pt x="143012" y="575907"/>
                  </a:lnTo>
                  <a:lnTo>
                    <a:pt x="181606" y="597255"/>
                  </a:lnTo>
                  <a:lnTo>
                    <a:pt x="223284" y="613103"/>
                  </a:lnTo>
                  <a:lnTo>
                    <a:pt x="267558" y="622968"/>
                  </a:lnTo>
                  <a:lnTo>
                    <a:pt x="313944" y="626364"/>
                  </a:lnTo>
                  <a:lnTo>
                    <a:pt x="360329" y="622968"/>
                  </a:lnTo>
                  <a:lnTo>
                    <a:pt x="404603" y="613103"/>
                  </a:lnTo>
                  <a:lnTo>
                    <a:pt x="446281" y="597255"/>
                  </a:lnTo>
                  <a:lnTo>
                    <a:pt x="484875" y="575907"/>
                  </a:lnTo>
                  <a:lnTo>
                    <a:pt x="519901" y="549544"/>
                  </a:lnTo>
                  <a:lnTo>
                    <a:pt x="550872" y="518650"/>
                  </a:lnTo>
                  <a:lnTo>
                    <a:pt x="577301" y="483710"/>
                  </a:lnTo>
                  <a:lnTo>
                    <a:pt x="598704" y="445209"/>
                  </a:lnTo>
                  <a:lnTo>
                    <a:pt x="614593" y="403631"/>
                  </a:lnTo>
                  <a:lnTo>
                    <a:pt x="624483" y="359460"/>
                  </a:lnTo>
                  <a:lnTo>
                    <a:pt x="627888" y="313182"/>
                  </a:lnTo>
                  <a:lnTo>
                    <a:pt x="624483" y="266903"/>
                  </a:lnTo>
                  <a:lnTo>
                    <a:pt x="614593" y="222732"/>
                  </a:lnTo>
                  <a:lnTo>
                    <a:pt x="598704" y="181154"/>
                  </a:lnTo>
                  <a:lnTo>
                    <a:pt x="577301" y="142653"/>
                  </a:lnTo>
                  <a:lnTo>
                    <a:pt x="550872" y="107713"/>
                  </a:lnTo>
                  <a:lnTo>
                    <a:pt x="519901" y="76819"/>
                  </a:lnTo>
                  <a:lnTo>
                    <a:pt x="484875" y="50456"/>
                  </a:lnTo>
                  <a:lnTo>
                    <a:pt x="446281" y="29108"/>
                  </a:lnTo>
                  <a:lnTo>
                    <a:pt x="404603" y="13260"/>
                  </a:lnTo>
                  <a:lnTo>
                    <a:pt x="360329" y="3395"/>
                  </a:lnTo>
                  <a:lnTo>
                    <a:pt x="313944" y="0"/>
                  </a:lnTo>
                  <a:close/>
                </a:path>
              </a:pathLst>
            </a:custGeom>
            <a:solidFill>
              <a:srgbClr val="0A163B"/>
            </a:solidFill>
          </p:spPr>
          <p:txBody>
            <a:bodyPr wrap="square" lIns="0" tIns="0" rIns="0" bIns="0" rtlCol="0"/>
            <a:lstStyle/>
            <a:p>
              <a:endParaRPr/>
            </a:p>
          </p:txBody>
        </p:sp>
        <p:sp>
          <p:nvSpPr>
            <p:cNvPr id="48" name="object 48"/>
            <p:cNvSpPr/>
            <p:nvPr/>
          </p:nvSpPr>
          <p:spPr>
            <a:xfrm>
              <a:off x="10829544" y="5693676"/>
              <a:ext cx="356870" cy="422275"/>
            </a:xfrm>
            <a:custGeom>
              <a:avLst/>
              <a:gdLst/>
              <a:ahLst/>
              <a:cxnLst/>
              <a:rect l="l" t="t" r="r" b="b"/>
              <a:pathLst>
                <a:path w="356870" h="422275">
                  <a:moveTo>
                    <a:pt x="64008" y="214884"/>
                  </a:moveTo>
                  <a:lnTo>
                    <a:pt x="0" y="214884"/>
                  </a:lnTo>
                  <a:lnTo>
                    <a:pt x="0" y="280403"/>
                  </a:lnTo>
                  <a:lnTo>
                    <a:pt x="64008" y="280403"/>
                  </a:lnTo>
                  <a:lnTo>
                    <a:pt x="64008" y="214884"/>
                  </a:lnTo>
                  <a:close/>
                </a:path>
                <a:path w="356870" h="422275">
                  <a:moveTo>
                    <a:pt x="64008" y="143256"/>
                  </a:moveTo>
                  <a:lnTo>
                    <a:pt x="0" y="143256"/>
                  </a:lnTo>
                  <a:lnTo>
                    <a:pt x="0" y="208775"/>
                  </a:lnTo>
                  <a:lnTo>
                    <a:pt x="64008" y="208775"/>
                  </a:lnTo>
                  <a:lnTo>
                    <a:pt x="64008" y="143256"/>
                  </a:lnTo>
                  <a:close/>
                </a:path>
                <a:path w="356870" h="422275">
                  <a:moveTo>
                    <a:pt x="137160" y="286499"/>
                  </a:moveTo>
                  <a:lnTo>
                    <a:pt x="73152" y="286499"/>
                  </a:lnTo>
                  <a:lnTo>
                    <a:pt x="73152" y="350507"/>
                  </a:lnTo>
                  <a:lnTo>
                    <a:pt x="137160" y="350507"/>
                  </a:lnTo>
                  <a:lnTo>
                    <a:pt x="137160" y="286499"/>
                  </a:lnTo>
                  <a:close/>
                </a:path>
                <a:path w="356870" h="422275">
                  <a:moveTo>
                    <a:pt x="137160" y="214884"/>
                  </a:moveTo>
                  <a:lnTo>
                    <a:pt x="73152" y="214884"/>
                  </a:lnTo>
                  <a:lnTo>
                    <a:pt x="73152" y="280403"/>
                  </a:lnTo>
                  <a:lnTo>
                    <a:pt x="137160" y="280403"/>
                  </a:lnTo>
                  <a:lnTo>
                    <a:pt x="137160" y="214884"/>
                  </a:lnTo>
                  <a:close/>
                </a:path>
                <a:path w="356870" h="422275">
                  <a:moveTo>
                    <a:pt x="137160" y="143256"/>
                  </a:moveTo>
                  <a:lnTo>
                    <a:pt x="73152" y="143256"/>
                  </a:lnTo>
                  <a:lnTo>
                    <a:pt x="73152" y="208775"/>
                  </a:lnTo>
                  <a:lnTo>
                    <a:pt x="137160" y="208775"/>
                  </a:lnTo>
                  <a:lnTo>
                    <a:pt x="137160" y="143256"/>
                  </a:lnTo>
                  <a:close/>
                </a:path>
                <a:path w="356870" h="422275">
                  <a:moveTo>
                    <a:pt x="137160" y="71628"/>
                  </a:moveTo>
                  <a:lnTo>
                    <a:pt x="73152" y="71628"/>
                  </a:lnTo>
                  <a:lnTo>
                    <a:pt x="73152" y="137147"/>
                  </a:lnTo>
                  <a:lnTo>
                    <a:pt x="137160" y="137147"/>
                  </a:lnTo>
                  <a:lnTo>
                    <a:pt x="137160" y="71628"/>
                  </a:lnTo>
                  <a:close/>
                </a:path>
                <a:path w="356870" h="422275">
                  <a:moveTo>
                    <a:pt x="167640" y="358127"/>
                  </a:moveTo>
                  <a:lnTo>
                    <a:pt x="103632" y="358127"/>
                  </a:lnTo>
                  <a:lnTo>
                    <a:pt x="103632" y="422135"/>
                  </a:lnTo>
                  <a:lnTo>
                    <a:pt x="167640" y="422135"/>
                  </a:lnTo>
                  <a:lnTo>
                    <a:pt x="167640" y="358127"/>
                  </a:lnTo>
                  <a:close/>
                </a:path>
                <a:path w="356870" h="422275">
                  <a:moveTo>
                    <a:pt x="167640" y="0"/>
                  </a:moveTo>
                  <a:lnTo>
                    <a:pt x="103632" y="0"/>
                  </a:lnTo>
                  <a:lnTo>
                    <a:pt x="103632" y="65519"/>
                  </a:lnTo>
                  <a:lnTo>
                    <a:pt x="167640" y="65519"/>
                  </a:lnTo>
                  <a:lnTo>
                    <a:pt x="167640" y="0"/>
                  </a:lnTo>
                  <a:close/>
                </a:path>
                <a:path w="356870" h="422275">
                  <a:moveTo>
                    <a:pt x="210312" y="286499"/>
                  </a:moveTo>
                  <a:lnTo>
                    <a:pt x="146304" y="286499"/>
                  </a:lnTo>
                  <a:lnTo>
                    <a:pt x="146304" y="350507"/>
                  </a:lnTo>
                  <a:lnTo>
                    <a:pt x="210312" y="350507"/>
                  </a:lnTo>
                  <a:lnTo>
                    <a:pt x="210312" y="286499"/>
                  </a:lnTo>
                  <a:close/>
                </a:path>
                <a:path w="356870" h="422275">
                  <a:moveTo>
                    <a:pt x="210312" y="214884"/>
                  </a:moveTo>
                  <a:lnTo>
                    <a:pt x="146304" y="214884"/>
                  </a:lnTo>
                  <a:lnTo>
                    <a:pt x="146304" y="280403"/>
                  </a:lnTo>
                  <a:lnTo>
                    <a:pt x="210312" y="280403"/>
                  </a:lnTo>
                  <a:lnTo>
                    <a:pt x="210312" y="214884"/>
                  </a:lnTo>
                  <a:close/>
                </a:path>
                <a:path w="356870" h="422275">
                  <a:moveTo>
                    <a:pt x="210312" y="143256"/>
                  </a:moveTo>
                  <a:lnTo>
                    <a:pt x="146304" y="143256"/>
                  </a:lnTo>
                  <a:lnTo>
                    <a:pt x="146304" y="208775"/>
                  </a:lnTo>
                  <a:lnTo>
                    <a:pt x="210312" y="208775"/>
                  </a:lnTo>
                  <a:lnTo>
                    <a:pt x="210312" y="143256"/>
                  </a:lnTo>
                  <a:close/>
                </a:path>
                <a:path w="356870" h="422275">
                  <a:moveTo>
                    <a:pt x="210312" y="71628"/>
                  </a:moveTo>
                  <a:lnTo>
                    <a:pt x="146304" y="71628"/>
                  </a:lnTo>
                  <a:lnTo>
                    <a:pt x="146304" y="137147"/>
                  </a:lnTo>
                  <a:lnTo>
                    <a:pt x="210312" y="137147"/>
                  </a:lnTo>
                  <a:lnTo>
                    <a:pt x="210312" y="71628"/>
                  </a:lnTo>
                  <a:close/>
                </a:path>
                <a:path w="356870" h="422275">
                  <a:moveTo>
                    <a:pt x="249936" y="358127"/>
                  </a:moveTo>
                  <a:lnTo>
                    <a:pt x="184404" y="358127"/>
                  </a:lnTo>
                  <a:lnTo>
                    <a:pt x="184404" y="422135"/>
                  </a:lnTo>
                  <a:lnTo>
                    <a:pt x="249936" y="422135"/>
                  </a:lnTo>
                  <a:lnTo>
                    <a:pt x="249936" y="358127"/>
                  </a:lnTo>
                  <a:close/>
                </a:path>
                <a:path w="356870" h="422275">
                  <a:moveTo>
                    <a:pt x="249936" y="0"/>
                  </a:moveTo>
                  <a:lnTo>
                    <a:pt x="184404" y="0"/>
                  </a:lnTo>
                  <a:lnTo>
                    <a:pt x="184404" y="65519"/>
                  </a:lnTo>
                  <a:lnTo>
                    <a:pt x="249936" y="65519"/>
                  </a:lnTo>
                  <a:lnTo>
                    <a:pt x="249936" y="0"/>
                  </a:lnTo>
                  <a:close/>
                </a:path>
                <a:path w="356870" h="422275">
                  <a:moveTo>
                    <a:pt x="283464" y="286499"/>
                  </a:moveTo>
                  <a:lnTo>
                    <a:pt x="219456" y="286499"/>
                  </a:lnTo>
                  <a:lnTo>
                    <a:pt x="219456" y="350507"/>
                  </a:lnTo>
                  <a:lnTo>
                    <a:pt x="283464" y="350507"/>
                  </a:lnTo>
                  <a:lnTo>
                    <a:pt x="283464" y="286499"/>
                  </a:lnTo>
                  <a:close/>
                </a:path>
                <a:path w="356870" h="422275">
                  <a:moveTo>
                    <a:pt x="283464" y="214884"/>
                  </a:moveTo>
                  <a:lnTo>
                    <a:pt x="219456" y="214884"/>
                  </a:lnTo>
                  <a:lnTo>
                    <a:pt x="219456" y="280403"/>
                  </a:lnTo>
                  <a:lnTo>
                    <a:pt x="283464" y="280403"/>
                  </a:lnTo>
                  <a:lnTo>
                    <a:pt x="283464" y="214884"/>
                  </a:lnTo>
                  <a:close/>
                </a:path>
                <a:path w="356870" h="422275">
                  <a:moveTo>
                    <a:pt x="283464" y="143256"/>
                  </a:moveTo>
                  <a:lnTo>
                    <a:pt x="219456" y="143256"/>
                  </a:lnTo>
                  <a:lnTo>
                    <a:pt x="219456" y="208775"/>
                  </a:lnTo>
                  <a:lnTo>
                    <a:pt x="283464" y="208775"/>
                  </a:lnTo>
                  <a:lnTo>
                    <a:pt x="283464" y="143256"/>
                  </a:lnTo>
                  <a:close/>
                </a:path>
                <a:path w="356870" h="422275">
                  <a:moveTo>
                    <a:pt x="283464" y="71628"/>
                  </a:moveTo>
                  <a:lnTo>
                    <a:pt x="219456" y="71628"/>
                  </a:lnTo>
                  <a:lnTo>
                    <a:pt x="219456" y="137147"/>
                  </a:lnTo>
                  <a:lnTo>
                    <a:pt x="283464" y="137147"/>
                  </a:lnTo>
                  <a:lnTo>
                    <a:pt x="283464" y="71628"/>
                  </a:lnTo>
                  <a:close/>
                </a:path>
                <a:path w="356870" h="422275">
                  <a:moveTo>
                    <a:pt x="356616" y="214884"/>
                  </a:moveTo>
                  <a:lnTo>
                    <a:pt x="292608" y="214884"/>
                  </a:lnTo>
                  <a:lnTo>
                    <a:pt x="292608" y="280403"/>
                  </a:lnTo>
                  <a:lnTo>
                    <a:pt x="356616" y="280403"/>
                  </a:lnTo>
                  <a:lnTo>
                    <a:pt x="356616" y="214884"/>
                  </a:lnTo>
                  <a:close/>
                </a:path>
                <a:path w="356870" h="422275">
                  <a:moveTo>
                    <a:pt x="356616" y="143256"/>
                  </a:moveTo>
                  <a:lnTo>
                    <a:pt x="292608" y="143256"/>
                  </a:lnTo>
                  <a:lnTo>
                    <a:pt x="292608" y="208775"/>
                  </a:lnTo>
                  <a:lnTo>
                    <a:pt x="356616" y="208775"/>
                  </a:lnTo>
                  <a:lnTo>
                    <a:pt x="356616" y="143256"/>
                  </a:lnTo>
                  <a:close/>
                </a:path>
              </a:pathLst>
            </a:custGeom>
            <a:solidFill>
              <a:srgbClr val="4264DE"/>
            </a:solidFill>
          </p:spPr>
          <p:txBody>
            <a:bodyPr wrap="square" lIns="0" tIns="0" rIns="0" bIns="0" rtlCol="0"/>
            <a:lstStyle/>
            <a:p>
              <a:endParaRPr/>
            </a:p>
          </p:txBody>
        </p:sp>
      </p:grpSp>
      <p:grpSp>
        <p:nvGrpSpPr>
          <p:cNvPr id="49" name="object 49"/>
          <p:cNvGrpSpPr/>
          <p:nvPr/>
        </p:nvGrpSpPr>
        <p:grpSpPr>
          <a:xfrm>
            <a:off x="10657205" y="3488309"/>
            <a:ext cx="704850" cy="704850"/>
            <a:chOff x="10657205" y="3488309"/>
            <a:chExt cx="704850" cy="704850"/>
          </a:xfrm>
        </p:grpSpPr>
        <p:sp>
          <p:nvSpPr>
            <p:cNvPr id="50" name="object 50"/>
            <p:cNvSpPr/>
            <p:nvPr/>
          </p:nvSpPr>
          <p:spPr>
            <a:xfrm>
              <a:off x="10660380" y="3491484"/>
              <a:ext cx="698500" cy="698500"/>
            </a:xfrm>
            <a:custGeom>
              <a:avLst/>
              <a:gdLst/>
              <a:ahLst/>
              <a:cxnLst/>
              <a:rect l="l" t="t" r="r" b="b"/>
              <a:pathLst>
                <a:path w="698500" h="698500">
                  <a:moveTo>
                    <a:pt x="348996" y="0"/>
                  </a:moveTo>
                  <a:lnTo>
                    <a:pt x="301630" y="3185"/>
                  </a:lnTo>
                  <a:lnTo>
                    <a:pt x="256204" y="12463"/>
                  </a:lnTo>
                  <a:lnTo>
                    <a:pt x="213133" y="27420"/>
                  </a:lnTo>
                  <a:lnTo>
                    <a:pt x="172832" y="47639"/>
                  </a:lnTo>
                  <a:lnTo>
                    <a:pt x="135717" y="72705"/>
                  </a:lnTo>
                  <a:lnTo>
                    <a:pt x="102203" y="102203"/>
                  </a:lnTo>
                  <a:lnTo>
                    <a:pt x="72705" y="135717"/>
                  </a:lnTo>
                  <a:lnTo>
                    <a:pt x="47639" y="172832"/>
                  </a:lnTo>
                  <a:lnTo>
                    <a:pt x="27420" y="213133"/>
                  </a:lnTo>
                  <a:lnTo>
                    <a:pt x="12463" y="256204"/>
                  </a:lnTo>
                  <a:lnTo>
                    <a:pt x="3185" y="301630"/>
                  </a:lnTo>
                  <a:lnTo>
                    <a:pt x="0" y="348995"/>
                  </a:lnTo>
                  <a:lnTo>
                    <a:pt x="3185" y="396361"/>
                  </a:lnTo>
                  <a:lnTo>
                    <a:pt x="12463" y="441787"/>
                  </a:lnTo>
                  <a:lnTo>
                    <a:pt x="27420" y="484858"/>
                  </a:lnTo>
                  <a:lnTo>
                    <a:pt x="47639" y="525159"/>
                  </a:lnTo>
                  <a:lnTo>
                    <a:pt x="72705" y="562274"/>
                  </a:lnTo>
                  <a:lnTo>
                    <a:pt x="102203" y="595788"/>
                  </a:lnTo>
                  <a:lnTo>
                    <a:pt x="135717" y="625286"/>
                  </a:lnTo>
                  <a:lnTo>
                    <a:pt x="172832" y="650352"/>
                  </a:lnTo>
                  <a:lnTo>
                    <a:pt x="213133" y="670571"/>
                  </a:lnTo>
                  <a:lnTo>
                    <a:pt x="256204" y="685528"/>
                  </a:lnTo>
                  <a:lnTo>
                    <a:pt x="301630" y="694806"/>
                  </a:lnTo>
                  <a:lnTo>
                    <a:pt x="348996" y="697991"/>
                  </a:lnTo>
                  <a:lnTo>
                    <a:pt x="396361" y="694806"/>
                  </a:lnTo>
                  <a:lnTo>
                    <a:pt x="441787" y="685528"/>
                  </a:lnTo>
                  <a:lnTo>
                    <a:pt x="484858" y="670571"/>
                  </a:lnTo>
                  <a:lnTo>
                    <a:pt x="525159" y="650352"/>
                  </a:lnTo>
                  <a:lnTo>
                    <a:pt x="562274" y="625286"/>
                  </a:lnTo>
                  <a:lnTo>
                    <a:pt x="595788" y="595788"/>
                  </a:lnTo>
                  <a:lnTo>
                    <a:pt x="625286" y="562274"/>
                  </a:lnTo>
                  <a:lnTo>
                    <a:pt x="650352" y="525159"/>
                  </a:lnTo>
                  <a:lnTo>
                    <a:pt x="670571" y="484858"/>
                  </a:lnTo>
                  <a:lnTo>
                    <a:pt x="685528" y="441787"/>
                  </a:lnTo>
                  <a:lnTo>
                    <a:pt x="694806" y="396361"/>
                  </a:lnTo>
                  <a:lnTo>
                    <a:pt x="697992" y="348995"/>
                  </a:lnTo>
                  <a:lnTo>
                    <a:pt x="694806" y="301630"/>
                  </a:lnTo>
                  <a:lnTo>
                    <a:pt x="685528" y="256204"/>
                  </a:lnTo>
                  <a:lnTo>
                    <a:pt x="670571" y="213133"/>
                  </a:lnTo>
                  <a:lnTo>
                    <a:pt x="650352" y="172832"/>
                  </a:lnTo>
                  <a:lnTo>
                    <a:pt x="625286" y="135717"/>
                  </a:lnTo>
                  <a:lnTo>
                    <a:pt x="595788" y="102203"/>
                  </a:lnTo>
                  <a:lnTo>
                    <a:pt x="562274" y="72705"/>
                  </a:lnTo>
                  <a:lnTo>
                    <a:pt x="525159" y="47639"/>
                  </a:lnTo>
                  <a:lnTo>
                    <a:pt x="484858" y="27420"/>
                  </a:lnTo>
                  <a:lnTo>
                    <a:pt x="441787" y="12463"/>
                  </a:lnTo>
                  <a:lnTo>
                    <a:pt x="396361" y="3185"/>
                  </a:lnTo>
                  <a:lnTo>
                    <a:pt x="348996" y="0"/>
                  </a:lnTo>
                  <a:close/>
                </a:path>
              </a:pathLst>
            </a:custGeom>
            <a:solidFill>
              <a:srgbClr val="152B77"/>
            </a:solidFill>
          </p:spPr>
          <p:txBody>
            <a:bodyPr wrap="square" lIns="0" tIns="0" rIns="0" bIns="0" rtlCol="0"/>
            <a:lstStyle/>
            <a:p>
              <a:endParaRPr/>
            </a:p>
          </p:txBody>
        </p:sp>
        <p:sp>
          <p:nvSpPr>
            <p:cNvPr id="51" name="object 51"/>
            <p:cNvSpPr/>
            <p:nvPr/>
          </p:nvSpPr>
          <p:spPr>
            <a:xfrm>
              <a:off x="10660380" y="3491484"/>
              <a:ext cx="698500" cy="698500"/>
            </a:xfrm>
            <a:custGeom>
              <a:avLst/>
              <a:gdLst/>
              <a:ahLst/>
              <a:cxnLst/>
              <a:rect l="l" t="t" r="r" b="b"/>
              <a:pathLst>
                <a:path w="698500" h="698500">
                  <a:moveTo>
                    <a:pt x="0" y="348995"/>
                  </a:moveTo>
                  <a:lnTo>
                    <a:pt x="3185" y="301630"/>
                  </a:lnTo>
                  <a:lnTo>
                    <a:pt x="12463" y="256204"/>
                  </a:lnTo>
                  <a:lnTo>
                    <a:pt x="27420" y="213133"/>
                  </a:lnTo>
                  <a:lnTo>
                    <a:pt x="47639" y="172832"/>
                  </a:lnTo>
                  <a:lnTo>
                    <a:pt x="72705" y="135717"/>
                  </a:lnTo>
                  <a:lnTo>
                    <a:pt x="102203" y="102203"/>
                  </a:lnTo>
                  <a:lnTo>
                    <a:pt x="135717" y="72705"/>
                  </a:lnTo>
                  <a:lnTo>
                    <a:pt x="172832" y="47639"/>
                  </a:lnTo>
                  <a:lnTo>
                    <a:pt x="213133" y="27420"/>
                  </a:lnTo>
                  <a:lnTo>
                    <a:pt x="256204" y="12463"/>
                  </a:lnTo>
                  <a:lnTo>
                    <a:pt x="301630" y="3185"/>
                  </a:lnTo>
                  <a:lnTo>
                    <a:pt x="348996" y="0"/>
                  </a:lnTo>
                  <a:lnTo>
                    <a:pt x="396361" y="3185"/>
                  </a:lnTo>
                  <a:lnTo>
                    <a:pt x="441787" y="12463"/>
                  </a:lnTo>
                  <a:lnTo>
                    <a:pt x="484858" y="27420"/>
                  </a:lnTo>
                  <a:lnTo>
                    <a:pt x="525159" y="47639"/>
                  </a:lnTo>
                  <a:lnTo>
                    <a:pt x="562274" y="72705"/>
                  </a:lnTo>
                  <a:lnTo>
                    <a:pt x="595788" y="102203"/>
                  </a:lnTo>
                  <a:lnTo>
                    <a:pt x="625286" y="135717"/>
                  </a:lnTo>
                  <a:lnTo>
                    <a:pt x="650352" y="172832"/>
                  </a:lnTo>
                  <a:lnTo>
                    <a:pt x="670571" y="213133"/>
                  </a:lnTo>
                  <a:lnTo>
                    <a:pt x="685528" y="256204"/>
                  </a:lnTo>
                  <a:lnTo>
                    <a:pt x="694806" y="301630"/>
                  </a:lnTo>
                  <a:lnTo>
                    <a:pt x="697992" y="348995"/>
                  </a:lnTo>
                  <a:lnTo>
                    <a:pt x="694806" y="396361"/>
                  </a:lnTo>
                  <a:lnTo>
                    <a:pt x="685528" y="441787"/>
                  </a:lnTo>
                  <a:lnTo>
                    <a:pt x="670571" y="484858"/>
                  </a:lnTo>
                  <a:lnTo>
                    <a:pt x="650352" y="525159"/>
                  </a:lnTo>
                  <a:lnTo>
                    <a:pt x="625286" y="562274"/>
                  </a:lnTo>
                  <a:lnTo>
                    <a:pt x="595788" y="595788"/>
                  </a:lnTo>
                  <a:lnTo>
                    <a:pt x="562274" y="625286"/>
                  </a:lnTo>
                  <a:lnTo>
                    <a:pt x="525159" y="650352"/>
                  </a:lnTo>
                  <a:lnTo>
                    <a:pt x="484858" y="670571"/>
                  </a:lnTo>
                  <a:lnTo>
                    <a:pt x="441787" y="685528"/>
                  </a:lnTo>
                  <a:lnTo>
                    <a:pt x="396361" y="694806"/>
                  </a:lnTo>
                  <a:lnTo>
                    <a:pt x="348996" y="697991"/>
                  </a:lnTo>
                  <a:lnTo>
                    <a:pt x="301630" y="694806"/>
                  </a:lnTo>
                  <a:lnTo>
                    <a:pt x="256204" y="685528"/>
                  </a:lnTo>
                  <a:lnTo>
                    <a:pt x="213133" y="670571"/>
                  </a:lnTo>
                  <a:lnTo>
                    <a:pt x="172832" y="650352"/>
                  </a:lnTo>
                  <a:lnTo>
                    <a:pt x="135717" y="625286"/>
                  </a:lnTo>
                  <a:lnTo>
                    <a:pt x="102203" y="595788"/>
                  </a:lnTo>
                  <a:lnTo>
                    <a:pt x="72705" y="562274"/>
                  </a:lnTo>
                  <a:lnTo>
                    <a:pt x="47639" y="525159"/>
                  </a:lnTo>
                  <a:lnTo>
                    <a:pt x="27420" y="484858"/>
                  </a:lnTo>
                  <a:lnTo>
                    <a:pt x="12463" y="441787"/>
                  </a:lnTo>
                  <a:lnTo>
                    <a:pt x="3185" y="396361"/>
                  </a:lnTo>
                  <a:lnTo>
                    <a:pt x="0" y="348995"/>
                  </a:lnTo>
                  <a:close/>
                </a:path>
              </a:pathLst>
            </a:custGeom>
            <a:ln w="6350">
              <a:solidFill>
                <a:srgbClr val="00D9CE"/>
              </a:solidFill>
              <a:prstDash val="sysDash"/>
            </a:ln>
          </p:spPr>
          <p:txBody>
            <a:bodyPr wrap="square" lIns="0" tIns="0" rIns="0" bIns="0" rtlCol="0"/>
            <a:lstStyle/>
            <a:p>
              <a:endParaRPr/>
            </a:p>
          </p:txBody>
        </p:sp>
        <p:sp>
          <p:nvSpPr>
            <p:cNvPr id="52" name="object 52"/>
            <p:cNvSpPr/>
            <p:nvPr/>
          </p:nvSpPr>
          <p:spPr>
            <a:xfrm>
              <a:off x="10695432" y="3528060"/>
              <a:ext cx="628015" cy="626745"/>
            </a:xfrm>
            <a:custGeom>
              <a:avLst/>
              <a:gdLst/>
              <a:ahLst/>
              <a:cxnLst/>
              <a:rect l="l" t="t" r="r" b="b"/>
              <a:pathLst>
                <a:path w="628015" h="626745">
                  <a:moveTo>
                    <a:pt x="313944" y="0"/>
                  </a:moveTo>
                  <a:lnTo>
                    <a:pt x="267558" y="3395"/>
                  </a:lnTo>
                  <a:lnTo>
                    <a:pt x="223284" y="13259"/>
                  </a:lnTo>
                  <a:lnTo>
                    <a:pt x="181606" y="29106"/>
                  </a:lnTo>
                  <a:lnTo>
                    <a:pt x="143012" y="50453"/>
                  </a:lnTo>
                  <a:lnTo>
                    <a:pt x="107986" y="76815"/>
                  </a:lnTo>
                  <a:lnTo>
                    <a:pt x="77015" y="107708"/>
                  </a:lnTo>
                  <a:lnTo>
                    <a:pt x="50586" y="142647"/>
                  </a:lnTo>
                  <a:lnTo>
                    <a:pt x="29183" y="181148"/>
                  </a:lnTo>
                  <a:lnTo>
                    <a:pt x="13294" y="222727"/>
                  </a:lnTo>
                  <a:lnTo>
                    <a:pt x="3404" y="266900"/>
                  </a:lnTo>
                  <a:lnTo>
                    <a:pt x="0" y="313181"/>
                  </a:lnTo>
                  <a:lnTo>
                    <a:pt x="3404" y="359463"/>
                  </a:lnTo>
                  <a:lnTo>
                    <a:pt x="13294" y="403636"/>
                  </a:lnTo>
                  <a:lnTo>
                    <a:pt x="29183" y="445215"/>
                  </a:lnTo>
                  <a:lnTo>
                    <a:pt x="50586" y="483716"/>
                  </a:lnTo>
                  <a:lnTo>
                    <a:pt x="77015" y="518655"/>
                  </a:lnTo>
                  <a:lnTo>
                    <a:pt x="107986" y="549548"/>
                  </a:lnTo>
                  <a:lnTo>
                    <a:pt x="143012" y="575910"/>
                  </a:lnTo>
                  <a:lnTo>
                    <a:pt x="181606" y="597257"/>
                  </a:lnTo>
                  <a:lnTo>
                    <a:pt x="223284" y="613104"/>
                  </a:lnTo>
                  <a:lnTo>
                    <a:pt x="267558" y="622968"/>
                  </a:lnTo>
                  <a:lnTo>
                    <a:pt x="313944" y="626363"/>
                  </a:lnTo>
                  <a:lnTo>
                    <a:pt x="360329" y="622968"/>
                  </a:lnTo>
                  <a:lnTo>
                    <a:pt x="404603" y="613104"/>
                  </a:lnTo>
                  <a:lnTo>
                    <a:pt x="446281" y="597257"/>
                  </a:lnTo>
                  <a:lnTo>
                    <a:pt x="484875" y="575910"/>
                  </a:lnTo>
                  <a:lnTo>
                    <a:pt x="519901" y="549548"/>
                  </a:lnTo>
                  <a:lnTo>
                    <a:pt x="550872" y="518655"/>
                  </a:lnTo>
                  <a:lnTo>
                    <a:pt x="577301" y="483716"/>
                  </a:lnTo>
                  <a:lnTo>
                    <a:pt x="598704" y="445215"/>
                  </a:lnTo>
                  <a:lnTo>
                    <a:pt x="614593" y="403636"/>
                  </a:lnTo>
                  <a:lnTo>
                    <a:pt x="624483" y="359463"/>
                  </a:lnTo>
                  <a:lnTo>
                    <a:pt x="627888" y="313181"/>
                  </a:lnTo>
                  <a:lnTo>
                    <a:pt x="624483" y="266900"/>
                  </a:lnTo>
                  <a:lnTo>
                    <a:pt x="614593" y="222727"/>
                  </a:lnTo>
                  <a:lnTo>
                    <a:pt x="598704" y="181148"/>
                  </a:lnTo>
                  <a:lnTo>
                    <a:pt x="577301" y="142647"/>
                  </a:lnTo>
                  <a:lnTo>
                    <a:pt x="550872" y="107708"/>
                  </a:lnTo>
                  <a:lnTo>
                    <a:pt x="519901" y="76815"/>
                  </a:lnTo>
                  <a:lnTo>
                    <a:pt x="484875" y="50453"/>
                  </a:lnTo>
                  <a:lnTo>
                    <a:pt x="446281" y="29106"/>
                  </a:lnTo>
                  <a:lnTo>
                    <a:pt x="404603" y="13259"/>
                  </a:lnTo>
                  <a:lnTo>
                    <a:pt x="360329" y="3395"/>
                  </a:lnTo>
                  <a:lnTo>
                    <a:pt x="313944" y="0"/>
                  </a:lnTo>
                  <a:close/>
                </a:path>
              </a:pathLst>
            </a:custGeom>
            <a:solidFill>
              <a:srgbClr val="0A163B"/>
            </a:solidFill>
          </p:spPr>
          <p:txBody>
            <a:bodyPr wrap="square" lIns="0" tIns="0" rIns="0" bIns="0" rtlCol="0"/>
            <a:lstStyle/>
            <a:p>
              <a:endParaRPr/>
            </a:p>
          </p:txBody>
        </p:sp>
        <p:sp>
          <p:nvSpPr>
            <p:cNvPr id="53" name="object 53"/>
            <p:cNvSpPr/>
            <p:nvPr/>
          </p:nvSpPr>
          <p:spPr>
            <a:xfrm>
              <a:off x="10800588" y="3663696"/>
              <a:ext cx="417575" cy="353568"/>
            </a:xfrm>
            <a:prstGeom prst="rect">
              <a:avLst/>
            </a:prstGeom>
            <a:blipFill>
              <a:blip r:embed="rId8" cstate="print"/>
              <a:stretch>
                <a:fillRect/>
              </a:stretch>
            </a:blipFill>
          </p:spPr>
          <p:txBody>
            <a:bodyPr wrap="square" lIns="0" tIns="0" rIns="0" bIns="0" rtlCol="0"/>
            <a:lstStyle/>
            <a:p>
              <a:endParaRPr/>
            </a:p>
          </p:txBody>
        </p:sp>
      </p:grpSp>
      <p:sp>
        <p:nvSpPr>
          <p:cNvPr id="54" name="object 54"/>
          <p:cNvSpPr txBox="1"/>
          <p:nvPr/>
        </p:nvSpPr>
        <p:spPr>
          <a:xfrm>
            <a:off x="1314703" y="3068573"/>
            <a:ext cx="1520825" cy="269240"/>
          </a:xfrm>
          <a:prstGeom prst="rect">
            <a:avLst/>
          </a:prstGeom>
        </p:spPr>
        <p:txBody>
          <a:bodyPr vert="horz" wrap="square" lIns="0" tIns="12065" rIns="0" bIns="0" rtlCol="0">
            <a:spAutoFit/>
          </a:bodyPr>
          <a:lstStyle/>
          <a:p>
            <a:pPr marL="12700">
              <a:lnSpc>
                <a:spcPct val="100000"/>
              </a:lnSpc>
              <a:spcBef>
                <a:spcPts val="95"/>
              </a:spcBef>
            </a:pPr>
            <a:r>
              <a:rPr sz="1600" b="1" spc="-5" dirty="0">
                <a:solidFill>
                  <a:srgbClr val="FFFFFF"/>
                </a:solidFill>
                <a:latin typeface="Gothic Uralic"/>
                <a:cs typeface="Gothic Uralic"/>
              </a:rPr>
              <a:t>Input </a:t>
            </a:r>
            <a:r>
              <a:rPr sz="1600" b="1" spc="-10" dirty="0">
                <a:solidFill>
                  <a:srgbClr val="FFFFFF"/>
                </a:solidFill>
                <a:latin typeface="Gothic Uralic"/>
                <a:cs typeface="Gothic Uralic"/>
              </a:rPr>
              <a:t>Raw</a:t>
            </a:r>
            <a:r>
              <a:rPr sz="1600" b="1" spc="-30" dirty="0">
                <a:solidFill>
                  <a:srgbClr val="FFFFFF"/>
                </a:solidFill>
                <a:latin typeface="Gothic Uralic"/>
                <a:cs typeface="Gothic Uralic"/>
              </a:rPr>
              <a:t> </a:t>
            </a:r>
            <a:r>
              <a:rPr sz="1600" b="1" spc="-10" dirty="0">
                <a:solidFill>
                  <a:srgbClr val="FFFFFF"/>
                </a:solidFill>
                <a:latin typeface="Gothic Uralic"/>
                <a:cs typeface="Gothic Uralic"/>
              </a:rPr>
              <a:t>Data</a:t>
            </a:r>
            <a:endParaRPr sz="1600">
              <a:latin typeface="Gothic Uralic"/>
              <a:cs typeface="Gothic Uralic"/>
            </a:endParaRPr>
          </a:p>
        </p:txBody>
      </p:sp>
      <p:grpSp>
        <p:nvGrpSpPr>
          <p:cNvPr id="55" name="object 55"/>
          <p:cNvGrpSpPr/>
          <p:nvPr/>
        </p:nvGrpSpPr>
        <p:grpSpPr>
          <a:xfrm>
            <a:off x="3379470" y="4814951"/>
            <a:ext cx="894080" cy="117475"/>
            <a:chOff x="3379470" y="4814951"/>
            <a:chExt cx="894080" cy="117475"/>
          </a:xfrm>
        </p:grpSpPr>
        <p:sp>
          <p:nvSpPr>
            <p:cNvPr id="56" name="object 56"/>
            <p:cNvSpPr/>
            <p:nvPr/>
          </p:nvSpPr>
          <p:spPr>
            <a:xfrm>
              <a:off x="3923411" y="4814951"/>
              <a:ext cx="350138" cy="117475"/>
            </a:xfrm>
            <a:prstGeom prst="rect">
              <a:avLst/>
            </a:prstGeom>
            <a:blipFill>
              <a:blip r:embed="rId3" cstate="print"/>
              <a:stretch>
                <a:fillRect/>
              </a:stretch>
            </a:blipFill>
          </p:spPr>
          <p:txBody>
            <a:bodyPr wrap="square" lIns="0" tIns="0" rIns="0" bIns="0" rtlCol="0"/>
            <a:lstStyle/>
            <a:p>
              <a:endParaRPr/>
            </a:p>
          </p:txBody>
        </p:sp>
        <p:sp>
          <p:nvSpPr>
            <p:cNvPr id="57" name="object 57"/>
            <p:cNvSpPr/>
            <p:nvPr/>
          </p:nvSpPr>
          <p:spPr>
            <a:xfrm>
              <a:off x="3379470" y="4874514"/>
              <a:ext cx="548640" cy="0"/>
            </a:xfrm>
            <a:custGeom>
              <a:avLst/>
              <a:gdLst/>
              <a:ahLst/>
              <a:cxnLst/>
              <a:rect l="l" t="t" r="r" b="b"/>
              <a:pathLst>
                <a:path w="548639">
                  <a:moveTo>
                    <a:pt x="0" y="0"/>
                  </a:moveTo>
                  <a:lnTo>
                    <a:pt x="548639" y="0"/>
                  </a:lnTo>
                </a:path>
              </a:pathLst>
            </a:custGeom>
            <a:ln w="3175">
              <a:solidFill>
                <a:srgbClr val="FFFFFF"/>
              </a:solidFill>
            </a:ln>
          </p:spPr>
          <p:txBody>
            <a:bodyPr wrap="square" lIns="0" tIns="0" rIns="0" bIns="0" rtlCol="0"/>
            <a:lstStyle/>
            <a:p>
              <a:endParaRPr/>
            </a:p>
          </p:txBody>
        </p:sp>
        <p:sp>
          <p:nvSpPr>
            <p:cNvPr id="58" name="object 58"/>
            <p:cNvSpPr/>
            <p:nvPr/>
          </p:nvSpPr>
          <p:spPr>
            <a:xfrm>
              <a:off x="3379470" y="4874514"/>
              <a:ext cx="274320" cy="0"/>
            </a:xfrm>
            <a:custGeom>
              <a:avLst/>
              <a:gdLst/>
              <a:ahLst/>
              <a:cxnLst/>
              <a:rect l="l" t="t" r="r" b="b"/>
              <a:pathLst>
                <a:path w="274320">
                  <a:moveTo>
                    <a:pt x="0" y="0"/>
                  </a:moveTo>
                  <a:lnTo>
                    <a:pt x="274319" y="0"/>
                  </a:lnTo>
                </a:path>
              </a:pathLst>
            </a:custGeom>
            <a:ln w="31750">
              <a:solidFill>
                <a:srgbClr val="00D9CE"/>
              </a:solidFill>
            </a:ln>
          </p:spPr>
          <p:txBody>
            <a:bodyPr wrap="square" lIns="0" tIns="0" rIns="0" bIns="0" rtlCol="0"/>
            <a:lstStyle/>
            <a:p>
              <a:endParaRPr/>
            </a:p>
          </p:txBody>
        </p:sp>
      </p:grpSp>
      <p:grpSp>
        <p:nvGrpSpPr>
          <p:cNvPr id="59" name="object 59"/>
          <p:cNvGrpSpPr/>
          <p:nvPr/>
        </p:nvGrpSpPr>
        <p:grpSpPr>
          <a:xfrm>
            <a:off x="5854446" y="4814951"/>
            <a:ext cx="894080" cy="117475"/>
            <a:chOff x="5854446" y="4814951"/>
            <a:chExt cx="894080" cy="117475"/>
          </a:xfrm>
        </p:grpSpPr>
        <p:sp>
          <p:nvSpPr>
            <p:cNvPr id="60" name="object 60"/>
            <p:cNvSpPr/>
            <p:nvPr/>
          </p:nvSpPr>
          <p:spPr>
            <a:xfrm>
              <a:off x="6399911" y="4814951"/>
              <a:ext cx="348614" cy="117475"/>
            </a:xfrm>
            <a:prstGeom prst="rect">
              <a:avLst/>
            </a:prstGeom>
            <a:blipFill>
              <a:blip r:embed="rId9" cstate="print"/>
              <a:stretch>
                <a:fillRect/>
              </a:stretch>
            </a:blipFill>
          </p:spPr>
          <p:txBody>
            <a:bodyPr wrap="square" lIns="0" tIns="0" rIns="0" bIns="0" rtlCol="0"/>
            <a:lstStyle/>
            <a:p>
              <a:endParaRPr/>
            </a:p>
          </p:txBody>
        </p:sp>
        <p:sp>
          <p:nvSpPr>
            <p:cNvPr id="61" name="object 61"/>
            <p:cNvSpPr/>
            <p:nvPr/>
          </p:nvSpPr>
          <p:spPr>
            <a:xfrm>
              <a:off x="5854446" y="4874514"/>
              <a:ext cx="548640" cy="0"/>
            </a:xfrm>
            <a:custGeom>
              <a:avLst/>
              <a:gdLst/>
              <a:ahLst/>
              <a:cxnLst/>
              <a:rect l="l" t="t" r="r" b="b"/>
              <a:pathLst>
                <a:path w="548639">
                  <a:moveTo>
                    <a:pt x="0" y="0"/>
                  </a:moveTo>
                  <a:lnTo>
                    <a:pt x="548639" y="0"/>
                  </a:lnTo>
                </a:path>
              </a:pathLst>
            </a:custGeom>
            <a:ln w="3175">
              <a:solidFill>
                <a:srgbClr val="FFFFFF"/>
              </a:solidFill>
            </a:ln>
          </p:spPr>
          <p:txBody>
            <a:bodyPr wrap="square" lIns="0" tIns="0" rIns="0" bIns="0" rtlCol="0"/>
            <a:lstStyle/>
            <a:p>
              <a:endParaRPr/>
            </a:p>
          </p:txBody>
        </p:sp>
        <p:sp>
          <p:nvSpPr>
            <p:cNvPr id="62" name="object 62"/>
            <p:cNvSpPr/>
            <p:nvPr/>
          </p:nvSpPr>
          <p:spPr>
            <a:xfrm>
              <a:off x="5854446" y="4874514"/>
              <a:ext cx="274320" cy="0"/>
            </a:xfrm>
            <a:custGeom>
              <a:avLst/>
              <a:gdLst/>
              <a:ahLst/>
              <a:cxnLst/>
              <a:rect l="l" t="t" r="r" b="b"/>
              <a:pathLst>
                <a:path w="274320">
                  <a:moveTo>
                    <a:pt x="0" y="0"/>
                  </a:moveTo>
                  <a:lnTo>
                    <a:pt x="274319" y="0"/>
                  </a:lnTo>
                </a:path>
              </a:pathLst>
            </a:custGeom>
            <a:ln w="31750">
              <a:solidFill>
                <a:srgbClr val="00D9CE"/>
              </a:solidFill>
            </a:ln>
          </p:spPr>
          <p:txBody>
            <a:bodyPr wrap="square" lIns="0" tIns="0" rIns="0" bIns="0" rtlCol="0"/>
            <a:lstStyle/>
            <a:p>
              <a:endParaRPr/>
            </a:p>
          </p:txBody>
        </p:sp>
      </p:grpSp>
      <p:grpSp>
        <p:nvGrpSpPr>
          <p:cNvPr id="63" name="object 63"/>
          <p:cNvGrpSpPr/>
          <p:nvPr/>
        </p:nvGrpSpPr>
        <p:grpSpPr>
          <a:xfrm>
            <a:off x="7209917" y="4448428"/>
            <a:ext cx="852169" cy="1518285"/>
            <a:chOff x="7209917" y="4448428"/>
            <a:chExt cx="852169" cy="1518285"/>
          </a:xfrm>
        </p:grpSpPr>
        <p:sp>
          <p:nvSpPr>
            <p:cNvPr id="64" name="object 64"/>
            <p:cNvSpPr/>
            <p:nvPr/>
          </p:nvSpPr>
          <p:spPr>
            <a:xfrm>
              <a:off x="7637526" y="5353049"/>
              <a:ext cx="0" cy="612775"/>
            </a:xfrm>
            <a:custGeom>
              <a:avLst/>
              <a:gdLst/>
              <a:ahLst/>
              <a:cxnLst/>
              <a:rect l="l" t="t" r="r" b="b"/>
              <a:pathLst>
                <a:path h="612775">
                  <a:moveTo>
                    <a:pt x="0" y="0"/>
                  </a:moveTo>
                  <a:lnTo>
                    <a:pt x="0" y="612521"/>
                  </a:lnTo>
                </a:path>
              </a:pathLst>
            </a:custGeom>
            <a:ln w="3175">
              <a:solidFill>
                <a:srgbClr val="FFFFFF"/>
              </a:solidFill>
            </a:ln>
          </p:spPr>
          <p:txBody>
            <a:bodyPr wrap="square" lIns="0" tIns="0" rIns="0" bIns="0" rtlCol="0"/>
            <a:lstStyle/>
            <a:p>
              <a:endParaRPr/>
            </a:p>
          </p:txBody>
        </p:sp>
        <p:sp>
          <p:nvSpPr>
            <p:cNvPr id="65" name="object 65"/>
            <p:cNvSpPr/>
            <p:nvPr/>
          </p:nvSpPr>
          <p:spPr>
            <a:xfrm>
              <a:off x="7213092" y="4451603"/>
              <a:ext cx="845819" cy="844550"/>
            </a:xfrm>
            <a:custGeom>
              <a:avLst/>
              <a:gdLst/>
              <a:ahLst/>
              <a:cxnLst/>
              <a:rect l="l" t="t" r="r" b="b"/>
              <a:pathLst>
                <a:path w="845820" h="844550">
                  <a:moveTo>
                    <a:pt x="422909" y="0"/>
                  </a:moveTo>
                  <a:lnTo>
                    <a:pt x="373592" y="2839"/>
                  </a:lnTo>
                  <a:lnTo>
                    <a:pt x="325944" y="11147"/>
                  </a:lnTo>
                  <a:lnTo>
                    <a:pt x="280285" y="24607"/>
                  </a:lnTo>
                  <a:lnTo>
                    <a:pt x="236930" y="42903"/>
                  </a:lnTo>
                  <a:lnTo>
                    <a:pt x="196199" y="65716"/>
                  </a:lnTo>
                  <a:lnTo>
                    <a:pt x="158407" y="92732"/>
                  </a:lnTo>
                  <a:lnTo>
                    <a:pt x="123872" y="123634"/>
                  </a:lnTo>
                  <a:lnTo>
                    <a:pt x="92912" y="158105"/>
                  </a:lnTo>
                  <a:lnTo>
                    <a:pt x="65845" y="195827"/>
                  </a:lnTo>
                  <a:lnTo>
                    <a:pt x="42987" y="236486"/>
                  </a:lnTo>
                  <a:lnTo>
                    <a:pt x="24656" y="279764"/>
                  </a:lnTo>
                  <a:lnTo>
                    <a:pt x="11170" y="325345"/>
                  </a:lnTo>
                  <a:lnTo>
                    <a:pt x="2845" y="372911"/>
                  </a:lnTo>
                  <a:lnTo>
                    <a:pt x="0" y="422148"/>
                  </a:lnTo>
                  <a:lnTo>
                    <a:pt x="2845" y="471384"/>
                  </a:lnTo>
                  <a:lnTo>
                    <a:pt x="11170" y="518950"/>
                  </a:lnTo>
                  <a:lnTo>
                    <a:pt x="24656" y="564531"/>
                  </a:lnTo>
                  <a:lnTo>
                    <a:pt x="42987" y="607809"/>
                  </a:lnTo>
                  <a:lnTo>
                    <a:pt x="65845" y="648468"/>
                  </a:lnTo>
                  <a:lnTo>
                    <a:pt x="92912" y="686190"/>
                  </a:lnTo>
                  <a:lnTo>
                    <a:pt x="123872" y="720661"/>
                  </a:lnTo>
                  <a:lnTo>
                    <a:pt x="158407" y="751563"/>
                  </a:lnTo>
                  <a:lnTo>
                    <a:pt x="196199" y="778579"/>
                  </a:lnTo>
                  <a:lnTo>
                    <a:pt x="236930" y="801392"/>
                  </a:lnTo>
                  <a:lnTo>
                    <a:pt x="280285" y="819688"/>
                  </a:lnTo>
                  <a:lnTo>
                    <a:pt x="325944" y="833148"/>
                  </a:lnTo>
                  <a:lnTo>
                    <a:pt x="373592" y="841456"/>
                  </a:lnTo>
                  <a:lnTo>
                    <a:pt x="422909" y="844296"/>
                  </a:lnTo>
                  <a:lnTo>
                    <a:pt x="472227" y="841456"/>
                  </a:lnTo>
                  <a:lnTo>
                    <a:pt x="519875" y="833148"/>
                  </a:lnTo>
                  <a:lnTo>
                    <a:pt x="565534" y="819688"/>
                  </a:lnTo>
                  <a:lnTo>
                    <a:pt x="608889" y="801392"/>
                  </a:lnTo>
                  <a:lnTo>
                    <a:pt x="649620" y="778579"/>
                  </a:lnTo>
                  <a:lnTo>
                    <a:pt x="687412" y="751563"/>
                  </a:lnTo>
                  <a:lnTo>
                    <a:pt x="721947" y="720661"/>
                  </a:lnTo>
                  <a:lnTo>
                    <a:pt x="752907" y="686190"/>
                  </a:lnTo>
                  <a:lnTo>
                    <a:pt x="779974" y="648468"/>
                  </a:lnTo>
                  <a:lnTo>
                    <a:pt x="802832" y="607809"/>
                  </a:lnTo>
                  <a:lnTo>
                    <a:pt x="821163" y="564531"/>
                  </a:lnTo>
                  <a:lnTo>
                    <a:pt x="834649" y="518950"/>
                  </a:lnTo>
                  <a:lnTo>
                    <a:pt x="842974" y="471384"/>
                  </a:lnTo>
                  <a:lnTo>
                    <a:pt x="845819" y="422148"/>
                  </a:lnTo>
                  <a:lnTo>
                    <a:pt x="842974" y="372911"/>
                  </a:lnTo>
                  <a:lnTo>
                    <a:pt x="834649" y="325345"/>
                  </a:lnTo>
                  <a:lnTo>
                    <a:pt x="821163" y="279764"/>
                  </a:lnTo>
                  <a:lnTo>
                    <a:pt x="802832" y="236486"/>
                  </a:lnTo>
                  <a:lnTo>
                    <a:pt x="779974" y="195827"/>
                  </a:lnTo>
                  <a:lnTo>
                    <a:pt x="752907" y="158105"/>
                  </a:lnTo>
                  <a:lnTo>
                    <a:pt x="721947" y="123634"/>
                  </a:lnTo>
                  <a:lnTo>
                    <a:pt x="687412" y="92732"/>
                  </a:lnTo>
                  <a:lnTo>
                    <a:pt x="649620" y="65716"/>
                  </a:lnTo>
                  <a:lnTo>
                    <a:pt x="608889" y="42903"/>
                  </a:lnTo>
                  <a:lnTo>
                    <a:pt x="565534" y="24607"/>
                  </a:lnTo>
                  <a:lnTo>
                    <a:pt x="519875" y="11147"/>
                  </a:lnTo>
                  <a:lnTo>
                    <a:pt x="472227" y="2839"/>
                  </a:lnTo>
                  <a:lnTo>
                    <a:pt x="422909" y="0"/>
                  </a:lnTo>
                  <a:close/>
                </a:path>
              </a:pathLst>
            </a:custGeom>
            <a:solidFill>
              <a:srgbClr val="152B77"/>
            </a:solidFill>
          </p:spPr>
          <p:txBody>
            <a:bodyPr wrap="square" lIns="0" tIns="0" rIns="0" bIns="0" rtlCol="0"/>
            <a:lstStyle/>
            <a:p>
              <a:endParaRPr/>
            </a:p>
          </p:txBody>
        </p:sp>
        <p:sp>
          <p:nvSpPr>
            <p:cNvPr id="66" name="object 66"/>
            <p:cNvSpPr/>
            <p:nvPr/>
          </p:nvSpPr>
          <p:spPr>
            <a:xfrm>
              <a:off x="7213092" y="4451603"/>
              <a:ext cx="845819" cy="844550"/>
            </a:xfrm>
            <a:custGeom>
              <a:avLst/>
              <a:gdLst/>
              <a:ahLst/>
              <a:cxnLst/>
              <a:rect l="l" t="t" r="r" b="b"/>
              <a:pathLst>
                <a:path w="845820" h="844550">
                  <a:moveTo>
                    <a:pt x="0" y="422148"/>
                  </a:moveTo>
                  <a:lnTo>
                    <a:pt x="2845" y="372911"/>
                  </a:lnTo>
                  <a:lnTo>
                    <a:pt x="11170" y="325345"/>
                  </a:lnTo>
                  <a:lnTo>
                    <a:pt x="24656" y="279764"/>
                  </a:lnTo>
                  <a:lnTo>
                    <a:pt x="42987" y="236486"/>
                  </a:lnTo>
                  <a:lnTo>
                    <a:pt x="65845" y="195827"/>
                  </a:lnTo>
                  <a:lnTo>
                    <a:pt x="92912" y="158105"/>
                  </a:lnTo>
                  <a:lnTo>
                    <a:pt x="123872" y="123634"/>
                  </a:lnTo>
                  <a:lnTo>
                    <a:pt x="158407" y="92732"/>
                  </a:lnTo>
                  <a:lnTo>
                    <a:pt x="196199" y="65716"/>
                  </a:lnTo>
                  <a:lnTo>
                    <a:pt x="236930" y="42903"/>
                  </a:lnTo>
                  <a:lnTo>
                    <a:pt x="280285" y="24607"/>
                  </a:lnTo>
                  <a:lnTo>
                    <a:pt x="325944" y="11147"/>
                  </a:lnTo>
                  <a:lnTo>
                    <a:pt x="373592" y="2839"/>
                  </a:lnTo>
                  <a:lnTo>
                    <a:pt x="422909" y="0"/>
                  </a:lnTo>
                  <a:lnTo>
                    <a:pt x="472227" y="2839"/>
                  </a:lnTo>
                  <a:lnTo>
                    <a:pt x="519875" y="11147"/>
                  </a:lnTo>
                  <a:lnTo>
                    <a:pt x="565534" y="24607"/>
                  </a:lnTo>
                  <a:lnTo>
                    <a:pt x="608889" y="42903"/>
                  </a:lnTo>
                  <a:lnTo>
                    <a:pt x="649620" y="65716"/>
                  </a:lnTo>
                  <a:lnTo>
                    <a:pt x="687412" y="92732"/>
                  </a:lnTo>
                  <a:lnTo>
                    <a:pt x="721947" y="123634"/>
                  </a:lnTo>
                  <a:lnTo>
                    <a:pt x="752907" y="158105"/>
                  </a:lnTo>
                  <a:lnTo>
                    <a:pt x="779974" y="195827"/>
                  </a:lnTo>
                  <a:lnTo>
                    <a:pt x="802832" y="236486"/>
                  </a:lnTo>
                  <a:lnTo>
                    <a:pt x="821163" y="279764"/>
                  </a:lnTo>
                  <a:lnTo>
                    <a:pt x="834649" y="325345"/>
                  </a:lnTo>
                  <a:lnTo>
                    <a:pt x="842974" y="372911"/>
                  </a:lnTo>
                  <a:lnTo>
                    <a:pt x="845819" y="422148"/>
                  </a:lnTo>
                  <a:lnTo>
                    <a:pt x="842974" y="471384"/>
                  </a:lnTo>
                  <a:lnTo>
                    <a:pt x="834649" y="518950"/>
                  </a:lnTo>
                  <a:lnTo>
                    <a:pt x="821163" y="564531"/>
                  </a:lnTo>
                  <a:lnTo>
                    <a:pt x="802832" y="607809"/>
                  </a:lnTo>
                  <a:lnTo>
                    <a:pt x="779974" y="648468"/>
                  </a:lnTo>
                  <a:lnTo>
                    <a:pt x="752907" y="686190"/>
                  </a:lnTo>
                  <a:lnTo>
                    <a:pt x="721947" y="720661"/>
                  </a:lnTo>
                  <a:lnTo>
                    <a:pt x="687412" y="751563"/>
                  </a:lnTo>
                  <a:lnTo>
                    <a:pt x="649620" y="778579"/>
                  </a:lnTo>
                  <a:lnTo>
                    <a:pt x="608889" y="801392"/>
                  </a:lnTo>
                  <a:lnTo>
                    <a:pt x="565534" y="819688"/>
                  </a:lnTo>
                  <a:lnTo>
                    <a:pt x="519875" y="833148"/>
                  </a:lnTo>
                  <a:lnTo>
                    <a:pt x="472227" y="841456"/>
                  </a:lnTo>
                  <a:lnTo>
                    <a:pt x="422909" y="844296"/>
                  </a:lnTo>
                  <a:lnTo>
                    <a:pt x="373592" y="841456"/>
                  </a:lnTo>
                  <a:lnTo>
                    <a:pt x="325944" y="833148"/>
                  </a:lnTo>
                  <a:lnTo>
                    <a:pt x="280285" y="819688"/>
                  </a:lnTo>
                  <a:lnTo>
                    <a:pt x="236930" y="801392"/>
                  </a:lnTo>
                  <a:lnTo>
                    <a:pt x="196199" y="778579"/>
                  </a:lnTo>
                  <a:lnTo>
                    <a:pt x="158407" y="751563"/>
                  </a:lnTo>
                  <a:lnTo>
                    <a:pt x="123872" y="720661"/>
                  </a:lnTo>
                  <a:lnTo>
                    <a:pt x="92912" y="686190"/>
                  </a:lnTo>
                  <a:lnTo>
                    <a:pt x="65845" y="648468"/>
                  </a:lnTo>
                  <a:lnTo>
                    <a:pt x="42987" y="607809"/>
                  </a:lnTo>
                  <a:lnTo>
                    <a:pt x="24656" y="564531"/>
                  </a:lnTo>
                  <a:lnTo>
                    <a:pt x="11170" y="518950"/>
                  </a:lnTo>
                  <a:lnTo>
                    <a:pt x="2845" y="471384"/>
                  </a:lnTo>
                  <a:lnTo>
                    <a:pt x="0" y="422148"/>
                  </a:lnTo>
                  <a:close/>
                </a:path>
              </a:pathLst>
            </a:custGeom>
            <a:ln w="6350">
              <a:solidFill>
                <a:srgbClr val="00D9CE"/>
              </a:solidFill>
              <a:prstDash val="sysDash"/>
            </a:ln>
          </p:spPr>
          <p:txBody>
            <a:bodyPr wrap="square" lIns="0" tIns="0" rIns="0" bIns="0" rtlCol="0"/>
            <a:lstStyle/>
            <a:p>
              <a:endParaRPr/>
            </a:p>
          </p:txBody>
        </p:sp>
        <p:sp>
          <p:nvSpPr>
            <p:cNvPr id="67" name="object 67"/>
            <p:cNvSpPr/>
            <p:nvPr/>
          </p:nvSpPr>
          <p:spPr>
            <a:xfrm>
              <a:off x="7257288" y="4494275"/>
              <a:ext cx="759460" cy="759460"/>
            </a:xfrm>
            <a:custGeom>
              <a:avLst/>
              <a:gdLst/>
              <a:ahLst/>
              <a:cxnLst/>
              <a:rect l="l" t="t" r="r" b="b"/>
              <a:pathLst>
                <a:path w="759459" h="759460">
                  <a:moveTo>
                    <a:pt x="379475" y="0"/>
                  </a:moveTo>
                  <a:lnTo>
                    <a:pt x="331881" y="2957"/>
                  </a:lnTo>
                  <a:lnTo>
                    <a:pt x="286048" y="11591"/>
                  </a:lnTo>
                  <a:lnTo>
                    <a:pt x="242334" y="25546"/>
                  </a:lnTo>
                  <a:lnTo>
                    <a:pt x="201095" y="44467"/>
                  </a:lnTo>
                  <a:lnTo>
                    <a:pt x="162685" y="67997"/>
                  </a:lnTo>
                  <a:lnTo>
                    <a:pt x="127462" y="95781"/>
                  </a:lnTo>
                  <a:lnTo>
                    <a:pt x="95781" y="127462"/>
                  </a:lnTo>
                  <a:lnTo>
                    <a:pt x="67997" y="162685"/>
                  </a:lnTo>
                  <a:lnTo>
                    <a:pt x="44467" y="201095"/>
                  </a:lnTo>
                  <a:lnTo>
                    <a:pt x="25546" y="242334"/>
                  </a:lnTo>
                  <a:lnTo>
                    <a:pt x="11591" y="286048"/>
                  </a:lnTo>
                  <a:lnTo>
                    <a:pt x="2957" y="331881"/>
                  </a:lnTo>
                  <a:lnTo>
                    <a:pt x="0" y="379475"/>
                  </a:lnTo>
                  <a:lnTo>
                    <a:pt x="2957" y="427070"/>
                  </a:lnTo>
                  <a:lnTo>
                    <a:pt x="11591" y="472903"/>
                  </a:lnTo>
                  <a:lnTo>
                    <a:pt x="25546" y="516617"/>
                  </a:lnTo>
                  <a:lnTo>
                    <a:pt x="44467" y="557856"/>
                  </a:lnTo>
                  <a:lnTo>
                    <a:pt x="67997" y="596266"/>
                  </a:lnTo>
                  <a:lnTo>
                    <a:pt x="95781" y="631489"/>
                  </a:lnTo>
                  <a:lnTo>
                    <a:pt x="127462" y="663170"/>
                  </a:lnTo>
                  <a:lnTo>
                    <a:pt x="162685" y="690954"/>
                  </a:lnTo>
                  <a:lnTo>
                    <a:pt x="201095" y="714484"/>
                  </a:lnTo>
                  <a:lnTo>
                    <a:pt x="242334" y="733405"/>
                  </a:lnTo>
                  <a:lnTo>
                    <a:pt x="286048" y="747360"/>
                  </a:lnTo>
                  <a:lnTo>
                    <a:pt x="331881" y="755994"/>
                  </a:lnTo>
                  <a:lnTo>
                    <a:pt x="379475" y="758952"/>
                  </a:lnTo>
                  <a:lnTo>
                    <a:pt x="427070" y="755994"/>
                  </a:lnTo>
                  <a:lnTo>
                    <a:pt x="472903" y="747360"/>
                  </a:lnTo>
                  <a:lnTo>
                    <a:pt x="516617" y="733405"/>
                  </a:lnTo>
                  <a:lnTo>
                    <a:pt x="557856" y="714484"/>
                  </a:lnTo>
                  <a:lnTo>
                    <a:pt x="596266" y="690954"/>
                  </a:lnTo>
                  <a:lnTo>
                    <a:pt x="631489" y="663170"/>
                  </a:lnTo>
                  <a:lnTo>
                    <a:pt x="663170" y="631489"/>
                  </a:lnTo>
                  <a:lnTo>
                    <a:pt x="690954" y="596266"/>
                  </a:lnTo>
                  <a:lnTo>
                    <a:pt x="714484" y="557856"/>
                  </a:lnTo>
                  <a:lnTo>
                    <a:pt x="733405" y="516617"/>
                  </a:lnTo>
                  <a:lnTo>
                    <a:pt x="747360" y="472903"/>
                  </a:lnTo>
                  <a:lnTo>
                    <a:pt x="755994" y="427070"/>
                  </a:lnTo>
                  <a:lnTo>
                    <a:pt x="758951" y="379475"/>
                  </a:lnTo>
                  <a:lnTo>
                    <a:pt x="755994" y="331881"/>
                  </a:lnTo>
                  <a:lnTo>
                    <a:pt x="747360" y="286048"/>
                  </a:lnTo>
                  <a:lnTo>
                    <a:pt x="733405" y="242334"/>
                  </a:lnTo>
                  <a:lnTo>
                    <a:pt x="714484" y="201095"/>
                  </a:lnTo>
                  <a:lnTo>
                    <a:pt x="690954" y="162685"/>
                  </a:lnTo>
                  <a:lnTo>
                    <a:pt x="663170" y="127462"/>
                  </a:lnTo>
                  <a:lnTo>
                    <a:pt x="631489" y="95781"/>
                  </a:lnTo>
                  <a:lnTo>
                    <a:pt x="596266" y="67997"/>
                  </a:lnTo>
                  <a:lnTo>
                    <a:pt x="557856" y="44467"/>
                  </a:lnTo>
                  <a:lnTo>
                    <a:pt x="516617" y="25546"/>
                  </a:lnTo>
                  <a:lnTo>
                    <a:pt x="472903" y="11591"/>
                  </a:lnTo>
                  <a:lnTo>
                    <a:pt x="427070" y="2957"/>
                  </a:lnTo>
                  <a:lnTo>
                    <a:pt x="379475" y="0"/>
                  </a:lnTo>
                  <a:close/>
                </a:path>
              </a:pathLst>
            </a:custGeom>
            <a:solidFill>
              <a:srgbClr val="00D9CE"/>
            </a:solidFill>
          </p:spPr>
          <p:txBody>
            <a:bodyPr wrap="square" lIns="0" tIns="0" rIns="0" bIns="0" rtlCol="0"/>
            <a:lstStyle/>
            <a:p>
              <a:endParaRPr/>
            </a:p>
          </p:txBody>
        </p:sp>
        <p:sp>
          <p:nvSpPr>
            <p:cNvPr id="68" name="object 68"/>
            <p:cNvSpPr/>
            <p:nvPr/>
          </p:nvSpPr>
          <p:spPr>
            <a:xfrm>
              <a:off x="7581646" y="5262117"/>
              <a:ext cx="110235" cy="110235"/>
            </a:xfrm>
            <a:prstGeom prst="rect">
              <a:avLst/>
            </a:prstGeom>
            <a:blipFill>
              <a:blip r:embed="rId10" cstate="print"/>
              <a:stretch>
                <a:fillRect/>
              </a:stretch>
            </a:blipFill>
          </p:spPr>
          <p:txBody>
            <a:bodyPr wrap="square" lIns="0" tIns="0" rIns="0" bIns="0" rtlCol="0"/>
            <a:lstStyle/>
            <a:p>
              <a:endParaRPr/>
            </a:p>
          </p:txBody>
        </p:sp>
      </p:grpSp>
      <p:sp>
        <p:nvSpPr>
          <p:cNvPr id="69" name="object 69"/>
          <p:cNvSpPr txBox="1"/>
          <p:nvPr/>
        </p:nvSpPr>
        <p:spPr>
          <a:xfrm>
            <a:off x="7123556" y="5986068"/>
            <a:ext cx="1029969" cy="299720"/>
          </a:xfrm>
          <a:prstGeom prst="rect">
            <a:avLst/>
          </a:prstGeom>
        </p:spPr>
        <p:txBody>
          <a:bodyPr vert="horz" wrap="square" lIns="0" tIns="12700" rIns="0" bIns="0" rtlCol="0">
            <a:spAutoFit/>
          </a:bodyPr>
          <a:lstStyle/>
          <a:p>
            <a:pPr marL="12700">
              <a:lnSpc>
                <a:spcPct val="100000"/>
              </a:lnSpc>
              <a:spcBef>
                <a:spcPts val="100"/>
              </a:spcBef>
            </a:pPr>
            <a:r>
              <a:rPr sz="1800" b="1" spc="-5" dirty="0">
                <a:solidFill>
                  <a:srgbClr val="00D9CE"/>
                </a:solidFill>
                <a:latin typeface="Carlito"/>
                <a:cs typeface="Carlito"/>
              </a:rPr>
              <a:t>P</a:t>
            </a:r>
            <a:r>
              <a:rPr sz="1800" b="1" spc="-30" dirty="0">
                <a:solidFill>
                  <a:srgbClr val="00D9CE"/>
                </a:solidFill>
                <a:latin typeface="Carlito"/>
                <a:cs typeface="Carlito"/>
              </a:rPr>
              <a:t>r</a:t>
            </a:r>
            <a:r>
              <a:rPr sz="1800" b="1" dirty="0">
                <a:solidFill>
                  <a:srgbClr val="00D9CE"/>
                </a:solidFill>
                <a:latin typeface="Carlito"/>
                <a:cs typeface="Carlito"/>
              </a:rPr>
              <a:t>o</a:t>
            </a:r>
            <a:r>
              <a:rPr sz="1800" b="1" spc="5" dirty="0">
                <a:solidFill>
                  <a:srgbClr val="00D9CE"/>
                </a:solidFill>
                <a:latin typeface="Carlito"/>
                <a:cs typeface="Carlito"/>
              </a:rPr>
              <a:t>c</a:t>
            </a:r>
            <a:r>
              <a:rPr sz="1800" b="1" dirty="0">
                <a:solidFill>
                  <a:srgbClr val="00D9CE"/>
                </a:solidFill>
                <a:latin typeface="Carlito"/>
                <a:cs typeface="Carlito"/>
              </a:rPr>
              <a:t>ess</a:t>
            </a:r>
            <a:r>
              <a:rPr sz="1800" b="1" spc="-10" dirty="0">
                <a:solidFill>
                  <a:srgbClr val="00D9CE"/>
                </a:solidFill>
                <a:latin typeface="Carlito"/>
                <a:cs typeface="Carlito"/>
              </a:rPr>
              <a:t>i</a:t>
            </a:r>
            <a:r>
              <a:rPr sz="1800" b="1" dirty="0">
                <a:solidFill>
                  <a:srgbClr val="00D9CE"/>
                </a:solidFill>
                <a:latin typeface="Carlito"/>
                <a:cs typeface="Carlito"/>
              </a:rPr>
              <a:t>ng</a:t>
            </a:r>
            <a:endParaRPr sz="1800">
              <a:latin typeface="Carlito"/>
              <a:cs typeface="Carlito"/>
            </a:endParaRPr>
          </a:p>
        </p:txBody>
      </p:sp>
      <p:grpSp>
        <p:nvGrpSpPr>
          <p:cNvPr id="70" name="object 70"/>
          <p:cNvGrpSpPr/>
          <p:nvPr/>
        </p:nvGrpSpPr>
        <p:grpSpPr>
          <a:xfrm>
            <a:off x="10067417" y="2744597"/>
            <a:ext cx="1504950" cy="579755"/>
            <a:chOff x="10067417" y="2744597"/>
            <a:chExt cx="1504950" cy="579755"/>
          </a:xfrm>
        </p:grpSpPr>
        <p:sp>
          <p:nvSpPr>
            <p:cNvPr id="71" name="object 71"/>
            <p:cNvSpPr/>
            <p:nvPr/>
          </p:nvSpPr>
          <p:spPr>
            <a:xfrm>
              <a:off x="10068306" y="2765298"/>
              <a:ext cx="1503045" cy="558165"/>
            </a:xfrm>
            <a:custGeom>
              <a:avLst/>
              <a:gdLst/>
              <a:ahLst/>
              <a:cxnLst/>
              <a:rect l="l" t="t" r="r" b="b"/>
              <a:pathLst>
                <a:path w="1503045" h="558164">
                  <a:moveTo>
                    <a:pt x="1477772" y="0"/>
                  </a:moveTo>
                  <a:lnTo>
                    <a:pt x="24892" y="0"/>
                  </a:lnTo>
                  <a:lnTo>
                    <a:pt x="15216" y="1960"/>
                  </a:lnTo>
                  <a:lnTo>
                    <a:pt x="7302" y="7302"/>
                  </a:lnTo>
                  <a:lnTo>
                    <a:pt x="1960" y="15216"/>
                  </a:lnTo>
                  <a:lnTo>
                    <a:pt x="0" y="24891"/>
                  </a:lnTo>
                  <a:lnTo>
                    <a:pt x="0" y="532891"/>
                  </a:lnTo>
                  <a:lnTo>
                    <a:pt x="1960" y="542567"/>
                  </a:lnTo>
                  <a:lnTo>
                    <a:pt x="7302" y="550481"/>
                  </a:lnTo>
                  <a:lnTo>
                    <a:pt x="15216" y="555823"/>
                  </a:lnTo>
                  <a:lnTo>
                    <a:pt x="24892" y="557784"/>
                  </a:lnTo>
                  <a:lnTo>
                    <a:pt x="1477772" y="557784"/>
                  </a:lnTo>
                  <a:lnTo>
                    <a:pt x="1487447" y="555823"/>
                  </a:lnTo>
                  <a:lnTo>
                    <a:pt x="1495361" y="550481"/>
                  </a:lnTo>
                  <a:lnTo>
                    <a:pt x="1500703" y="542567"/>
                  </a:lnTo>
                  <a:lnTo>
                    <a:pt x="1502664" y="532891"/>
                  </a:lnTo>
                  <a:lnTo>
                    <a:pt x="1502664" y="24891"/>
                  </a:lnTo>
                  <a:lnTo>
                    <a:pt x="1500703" y="15216"/>
                  </a:lnTo>
                  <a:lnTo>
                    <a:pt x="1495361" y="7302"/>
                  </a:lnTo>
                  <a:lnTo>
                    <a:pt x="1487447" y="1960"/>
                  </a:lnTo>
                  <a:lnTo>
                    <a:pt x="1477772" y="0"/>
                  </a:lnTo>
                  <a:close/>
                </a:path>
              </a:pathLst>
            </a:custGeom>
            <a:solidFill>
              <a:srgbClr val="00D9CE"/>
            </a:solidFill>
          </p:spPr>
          <p:txBody>
            <a:bodyPr wrap="square" lIns="0" tIns="0" rIns="0" bIns="0" rtlCol="0"/>
            <a:lstStyle/>
            <a:p>
              <a:endParaRPr/>
            </a:p>
          </p:txBody>
        </p:sp>
        <p:sp>
          <p:nvSpPr>
            <p:cNvPr id="72" name="object 72"/>
            <p:cNvSpPr/>
            <p:nvPr/>
          </p:nvSpPr>
          <p:spPr>
            <a:xfrm>
              <a:off x="10068306" y="2765298"/>
              <a:ext cx="1503045" cy="558165"/>
            </a:xfrm>
            <a:custGeom>
              <a:avLst/>
              <a:gdLst/>
              <a:ahLst/>
              <a:cxnLst/>
              <a:rect l="l" t="t" r="r" b="b"/>
              <a:pathLst>
                <a:path w="1503045" h="558164">
                  <a:moveTo>
                    <a:pt x="0" y="24891"/>
                  </a:moveTo>
                  <a:lnTo>
                    <a:pt x="1960" y="15216"/>
                  </a:lnTo>
                  <a:lnTo>
                    <a:pt x="7302" y="7302"/>
                  </a:lnTo>
                  <a:lnTo>
                    <a:pt x="15216" y="1960"/>
                  </a:lnTo>
                  <a:lnTo>
                    <a:pt x="24892" y="0"/>
                  </a:lnTo>
                  <a:lnTo>
                    <a:pt x="1477772" y="0"/>
                  </a:lnTo>
                  <a:lnTo>
                    <a:pt x="1487447" y="1960"/>
                  </a:lnTo>
                  <a:lnTo>
                    <a:pt x="1495361" y="7302"/>
                  </a:lnTo>
                  <a:lnTo>
                    <a:pt x="1500703" y="15216"/>
                  </a:lnTo>
                  <a:lnTo>
                    <a:pt x="1502664" y="24891"/>
                  </a:lnTo>
                  <a:lnTo>
                    <a:pt x="1502664" y="532891"/>
                  </a:lnTo>
                  <a:lnTo>
                    <a:pt x="1500703" y="542567"/>
                  </a:lnTo>
                  <a:lnTo>
                    <a:pt x="1495361" y="550481"/>
                  </a:lnTo>
                  <a:lnTo>
                    <a:pt x="1487447" y="555823"/>
                  </a:lnTo>
                  <a:lnTo>
                    <a:pt x="1477772" y="557784"/>
                  </a:lnTo>
                  <a:lnTo>
                    <a:pt x="24892" y="557784"/>
                  </a:lnTo>
                  <a:lnTo>
                    <a:pt x="15216" y="555823"/>
                  </a:lnTo>
                  <a:lnTo>
                    <a:pt x="7302" y="550481"/>
                  </a:lnTo>
                  <a:lnTo>
                    <a:pt x="1960" y="542567"/>
                  </a:lnTo>
                  <a:lnTo>
                    <a:pt x="0" y="532891"/>
                  </a:lnTo>
                  <a:lnTo>
                    <a:pt x="0" y="24891"/>
                  </a:lnTo>
                  <a:close/>
                </a:path>
              </a:pathLst>
            </a:custGeom>
            <a:ln w="3175">
              <a:solidFill>
                <a:srgbClr val="00D9CE"/>
              </a:solidFill>
            </a:ln>
          </p:spPr>
          <p:txBody>
            <a:bodyPr wrap="square" lIns="0" tIns="0" rIns="0" bIns="0" rtlCol="0"/>
            <a:lstStyle/>
            <a:p>
              <a:endParaRPr/>
            </a:p>
          </p:txBody>
        </p:sp>
        <p:sp>
          <p:nvSpPr>
            <p:cNvPr id="73" name="object 73"/>
            <p:cNvSpPr/>
            <p:nvPr/>
          </p:nvSpPr>
          <p:spPr>
            <a:xfrm>
              <a:off x="10068306" y="2745486"/>
              <a:ext cx="1503045" cy="559435"/>
            </a:xfrm>
            <a:custGeom>
              <a:avLst/>
              <a:gdLst/>
              <a:ahLst/>
              <a:cxnLst/>
              <a:rect l="l" t="t" r="r" b="b"/>
              <a:pathLst>
                <a:path w="1503045" h="559435">
                  <a:moveTo>
                    <a:pt x="1477772" y="0"/>
                  </a:moveTo>
                  <a:lnTo>
                    <a:pt x="24892" y="0"/>
                  </a:lnTo>
                  <a:lnTo>
                    <a:pt x="15216" y="1960"/>
                  </a:lnTo>
                  <a:lnTo>
                    <a:pt x="7302" y="7302"/>
                  </a:lnTo>
                  <a:lnTo>
                    <a:pt x="1960" y="15216"/>
                  </a:lnTo>
                  <a:lnTo>
                    <a:pt x="0" y="24891"/>
                  </a:lnTo>
                  <a:lnTo>
                    <a:pt x="0" y="534415"/>
                  </a:lnTo>
                  <a:lnTo>
                    <a:pt x="1960" y="544091"/>
                  </a:lnTo>
                  <a:lnTo>
                    <a:pt x="7302" y="552005"/>
                  </a:lnTo>
                  <a:lnTo>
                    <a:pt x="15216" y="557347"/>
                  </a:lnTo>
                  <a:lnTo>
                    <a:pt x="24892" y="559308"/>
                  </a:lnTo>
                  <a:lnTo>
                    <a:pt x="1477772" y="559308"/>
                  </a:lnTo>
                  <a:lnTo>
                    <a:pt x="1487447" y="557347"/>
                  </a:lnTo>
                  <a:lnTo>
                    <a:pt x="1495361" y="552005"/>
                  </a:lnTo>
                  <a:lnTo>
                    <a:pt x="1500703" y="544091"/>
                  </a:lnTo>
                  <a:lnTo>
                    <a:pt x="1502664" y="534415"/>
                  </a:lnTo>
                  <a:lnTo>
                    <a:pt x="1502664" y="24891"/>
                  </a:lnTo>
                  <a:lnTo>
                    <a:pt x="1500703" y="15216"/>
                  </a:lnTo>
                  <a:lnTo>
                    <a:pt x="1495361" y="7302"/>
                  </a:lnTo>
                  <a:lnTo>
                    <a:pt x="1487447" y="1960"/>
                  </a:lnTo>
                  <a:lnTo>
                    <a:pt x="1477772" y="0"/>
                  </a:lnTo>
                  <a:close/>
                </a:path>
              </a:pathLst>
            </a:custGeom>
            <a:solidFill>
              <a:srgbClr val="0F548B"/>
            </a:solidFill>
          </p:spPr>
          <p:txBody>
            <a:bodyPr wrap="square" lIns="0" tIns="0" rIns="0" bIns="0" rtlCol="0"/>
            <a:lstStyle/>
            <a:p>
              <a:endParaRPr/>
            </a:p>
          </p:txBody>
        </p:sp>
        <p:sp>
          <p:nvSpPr>
            <p:cNvPr id="74" name="object 74"/>
            <p:cNvSpPr/>
            <p:nvPr/>
          </p:nvSpPr>
          <p:spPr>
            <a:xfrm>
              <a:off x="10068306" y="2745486"/>
              <a:ext cx="1503045" cy="559435"/>
            </a:xfrm>
            <a:custGeom>
              <a:avLst/>
              <a:gdLst/>
              <a:ahLst/>
              <a:cxnLst/>
              <a:rect l="l" t="t" r="r" b="b"/>
              <a:pathLst>
                <a:path w="1503045" h="559435">
                  <a:moveTo>
                    <a:pt x="0" y="24891"/>
                  </a:moveTo>
                  <a:lnTo>
                    <a:pt x="1960" y="15216"/>
                  </a:lnTo>
                  <a:lnTo>
                    <a:pt x="7302" y="7302"/>
                  </a:lnTo>
                  <a:lnTo>
                    <a:pt x="15216" y="1960"/>
                  </a:lnTo>
                  <a:lnTo>
                    <a:pt x="24892" y="0"/>
                  </a:lnTo>
                  <a:lnTo>
                    <a:pt x="1477772" y="0"/>
                  </a:lnTo>
                  <a:lnTo>
                    <a:pt x="1487447" y="1960"/>
                  </a:lnTo>
                  <a:lnTo>
                    <a:pt x="1495361" y="7302"/>
                  </a:lnTo>
                  <a:lnTo>
                    <a:pt x="1500703" y="15216"/>
                  </a:lnTo>
                  <a:lnTo>
                    <a:pt x="1502664" y="24891"/>
                  </a:lnTo>
                  <a:lnTo>
                    <a:pt x="1502664" y="534415"/>
                  </a:lnTo>
                  <a:lnTo>
                    <a:pt x="1500703" y="544091"/>
                  </a:lnTo>
                  <a:lnTo>
                    <a:pt x="1495361" y="552005"/>
                  </a:lnTo>
                  <a:lnTo>
                    <a:pt x="1487447" y="557347"/>
                  </a:lnTo>
                  <a:lnTo>
                    <a:pt x="1477772" y="559308"/>
                  </a:lnTo>
                  <a:lnTo>
                    <a:pt x="24892" y="559308"/>
                  </a:lnTo>
                  <a:lnTo>
                    <a:pt x="15216" y="557347"/>
                  </a:lnTo>
                  <a:lnTo>
                    <a:pt x="7302" y="552005"/>
                  </a:lnTo>
                  <a:lnTo>
                    <a:pt x="1960" y="544091"/>
                  </a:lnTo>
                  <a:lnTo>
                    <a:pt x="0" y="534415"/>
                  </a:lnTo>
                  <a:lnTo>
                    <a:pt x="0" y="24891"/>
                  </a:lnTo>
                  <a:close/>
                </a:path>
              </a:pathLst>
            </a:custGeom>
            <a:ln w="3175">
              <a:solidFill>
                <a:srgbClr val="00D9CE"/>
              </a:solidFill>
            </a:ln>
          </p:spPr>
          <p:txBody>
            <a:bodyPr wrap="square" lIns="0" tIns="0" rIns="0" bIns="0" rtlCol="0"/>
            <a:lstStyle/>
            <a:p>
              <a:endParaRPr/>
            </a:p>
          </p:txBody>
        </p:sp>
        <p:sp>
          <p:nvSpPr>
            <p:cNvPr id="75" name="object 75"/>
            <p:cNvSpPr/>
            <p:nvPr/>
          </p:nvSpPr>
          <p:spPr>
            <a:xfrm>
              <a:off x="10355580" y="2845308"/>
              <a:ext cx="942594" cy="454913"/>
            </a:xfrm>
            <a:prstGeom prst="rect">
              <a:avLst/>
            </a:prstGeom>
            <a:blipFill>
              <a:blip r:embed="rId11" cstate="print"/>
              <a:stretch>
                <a:fillRect/>
              </a:stretch>
            </a:blipFill>
          </p:spPr>
          <p:txBody>
            <a:bodyPr wrap="square" lIns="0" tIns="0" rIns="0" bIns="0" rtlCol="0"/>
            <a:lstStyle/>
            <a:p>
              <a:endParaRPr/>
            </a:p>
          </p:txBody>
        </p:sp>
      </p:grpSp>
      <p:sp>
        <p:nvSpPr>
          <p:cNvPr id="76" name="object 76"/>
          <p:cNvSpPr txBox="1"/>
          <p:nvPr/>
        </p:nvSpPr>
        <p:spPr>
          <a:xfrm>
            <a:off x="10471784" y="2896565"/>
            <a:ext cx="696595" cy="269240"/>
          </a:xfrm>
          <a:prstGeom prst="rect">
            <a:avLst/>
          </a:prstGeom>
        </p:spPr>
        <p:txBody>
          <a:bodyPr vert="horz" wrap="square" lIns="0" tIns="12065" rIns="0" bIns="0" rtlCol="0">
            <a:spAutoFit/>
          </a:bodyPr>
          <a:lstStyle/>
          <a:p>
            <a:pPr marL="12700">
              <a:lnSpc>
                <a:spcPct val="100000"/>
              </a:lnSpc>
              <a:spcBef>
                <a:spcPts val="95"/>
              </a:spcBef>
            </a:pPr>
            <a:r>
              <a:rPr sz="1600" b="1" spc="-5" dirty="0">
                <a:solidFill>
                  <a:srgbClr val="FFFFFF"/>
                </a:solidFill>
                <a:latin typeface="Gothic Uralic"/>
                <a:cs typeface="Gothic Uralic"/>
              </a:rPr>
              <a:t>Output</a:t>
            </a:r>
            <a:endParaRPr sz="1600">
              <a:latin typeface="Gothic Uralic"/>
              <a:cs typeface="Gothic Uralic"/>
            </a:endParaRPr>
          </a:p>
        </p:txBody>
      </p:sp>
      <p:grpSp>
        <p:nvGrpSpPr>
          <p:cNvPr id="77" name="object 77"/>
          <p:cNvGrpSpPr/>
          <p:nvPr/>
        </p:nvGrpSpPr>
        <p:grpSpPr>
          <a:xfrm>
            <a:off x="4637404" y="4448428"/>
            <a:ext cx="852169" cy="1518285"/>
            <a:chOff x="4637404" y="4448428"/>
            <a:chExt cx="852169" cy="1518285"/>
          </a:xfrm>
        </p:grpSpPr>
        <p:sp>
          <p:nvSpPr>
            <p:cNvPr id="78" name="object 78"/>
            <p:cNvSpPr/>
            <p:nvPr/>
          </p:nvSpPr>
          <p:spPr>
            <a:xfrm>
              <a:off x="5065013" y="5353049"/>
              <a:ext cx="0" cy="612775"/>
            </a:xfrm>
            <a:custGeom>
              <a:avLst/>
              <a:gdLst/>
              <a:ahLst/>
              <a:cxnLst/>
              <a:rect l="l" t="t" r="r" b="b"/>
              <a:pathLst>
                <a:path h="612775">
                  <a:moveTo>
                    <a:pt x="0" y="0"/>
                  </a:moveTo>
                  <a:lnTo>
                    <a:pt x="0" y="612521"/>
                  </a:lnTo>
                </a:path>
              </a:pathLst>
            </a:custGeom>
            <a:ln w="3175">
              <a:solidFill>
                <a:srgbClr val="FFFFFF"/>
              </a:solidFill>
            </a:ln>
          </p:spPr>
          <p:txBody>
            <a:bodyPr wrap="square" lIns="0" tIns="0" rIns="0" bIns="0" rtlCol="0"/>
            <a:lstStyle/>
            <a:p>
              <a:endParaRPr/>
            </a:p>
          </p:txBody>
        </p:sp>
        <p:sp>
          <p:nvSpPr>
            <p:cNvPr id="79" name="object 79"/>
            <p:cNvSpPr/>
            <p:nvPr/>
          </p:nvSpPr>
          <p:spPr>
            <a:xfrm>
              <a:off x="4640579" y="4451603"/>
              <a:ext cx="845819" cy="844550"/>
            </a:xfrm>
            <a:custGeom>
              <a:avLst/>
              <a:gdLst/>
              <a:ahLst/>
              <a:cxnLst/>
              <a:rect l="l" t="t" r="r" b="b"/>
              <a:pathLst>
                <a:path w="845820" h="844550">
                  <a:moveTo>
                    <a:pt x="422910" y="0"/>
                  </a:moveTo>
                  <a:lnTo>
                    <a:pt x="373592" y="2839"/>
                  </a:lnTo>
                  <a:lnTo>
                    <a:pt x="325944" y="11147"/>
                  </a:lnTo>
                  <a:lnTo>
                    <a:pt x="280285" y="24607"/>
                  </a:lnTo>
                  <a:lnTo>
                    <a:pt x="236930" y="42903"/>
                  </a:lnTo>
                  <a:lnTo>
                    <a:pt x="196199" y="65716"/>
                  </a:lnTo>
                  <a:lnTo>
                    <a:pt x="158407" y="92732"/>
                  </a:lnTo>
                  <a:lnTo>
                    <a:pt x="123872" y="123634"/>
                  </a:lnTo>
                  <a:lnTo>
                    <a:pt x="92912" y="158105"/>
                  </a:lnTo>
                  <a:lnTo>
                    <a:pt x="65845" y="195827"/>
                  </a:lnTo>
                  <a:lnTo>
                    <a:pt x="42987" y="236486"/>
                  </a:lnTo>
                  <a:lnTo>
                    <a:pt x="24656" y="279764"/>
                  </a:lnTo>
                  <a:lnTo>
                    <a:pt x="11170" y="325345"/>
                  </a:lnTo>
                  <a:lnTo>
                    <a:pt x="2845" y="372911"/>
                  </a:lnTo>
                  <a:lnTo>
                    <a:pt x="0" y="422148"/>
                  </a:lnTo>
                  <a:lnTo>
                    <a:pt x="2845" y="471384"/>
                  </a:lnTo>
                  <a:lnTo>
                    <a:pt x="11170" y="518950"/>
                  </a:lnTo>
                  <a:lnTo>
                    <a:pt x="24656" y="564531"/>
                  </a:lnTo>
                  <a:lnTo>
                    <a:pt x="42987" y="607809"/>
                  </a:lnTo>
                  <a:lnTo>
                    <a:pt x="65845" y="648468"/>
                  </a:lnTo>
                  <a:lnTo>
                    <a:pt x="92912" y="686190"/>
                  </a:lnTo>
                  <a:lnTo>
                    <a:pt x="123872" y="720661"/>
                  </a:lnTo>
                  <a:lnTo>
                    <a:pt x="158407" y="751563"/>
                  </a:lnTo>
                  <a:lnTo>
                    <a:pt x="196199" y="778579"/>
                  </a:lnTo>
                  <a:lnTo>
                    <a:pt x="236930" y="801392"/>
                  </a:lnTo>
                  <a:lnTo>
                    <a:pt x="280285" y="819688"/>
                  </a:lnTo>
                  <a:lnTo>
                    <a:pt x="325944" y="833148"/>
                  </a:lnTo>
                  <a:lnTo>
                    <a:pt x="373592" y="841456"/>
                  </a:lnTo>
                  <a:lnTo>
                    <a:pt x="422910" y="844296"/>
                  </a:lnTo>
                  <a:lnTo>
                    <a:pt x="472227" y="841456"/>
                  </a:lnTo>
                  <a:lnTo>
                    <a:pt x="519875" y="833148"/>
                  </a:lnTo>
                  <a:lnTo>
                    <a:pt x="565534" y="819688"/>
                  </a:lnTo>
                  <a:lnTo>
                    <a:pt x="608889" y="801392"/>
                  </a:lnTo>
                  <a:lnTo>
                    <a:pt x="649620" y="778579"/>
                  </a:lnTo>
                  <a:lnTo>
                    <a:pt x="687412" y="751563"/>
                  </a:lnTo>
                  <a:lnTo>
                    <a:pt x="721947" y="720661"/>
                  </a:lnTo>
                  <a:lnTo>
                    <a:pt x="752907" y="686190"/>
                  </a:lnTo>
                  <a:lnTo>
                    <a:pt x="779974" y="648468"/>
                  </a:lnTo>
                  <a:lnTo>
                    <a:pt x="802832" y="607809"/>
                  </a:lnTo>
                  <a:lnTo>
                    <a:pt x="821163" y="564531"/>
                  </a:lnTo>
                  <a:lnTo>
                    <a:pt x="834649" y="518950"/>
                  </a:lnTo>
                  <a:lnTo>
                    <a:pt x="842974" y="471384"/>
                  </a:lnTo>
                  <a:lnTo>
                    <a:pt x="845820" y="422148"/>
                  </a:lnTo>
                  <a:lnTo>
                    <a:pt x="842974" y="372911"/>
                  </a:lnTo>
                  <a:lnTo>
                    <a:pt x="834649" y="325345"/>
                  </a:lnTo>
                  <a:lnTo>
                    <a:pt x="821163" y="279764"/>
                  </a:lnTo>
                  <a:lnTo>
                    <a:pt x="802832" y="236486"/>
                  </a:lnTo>
                  <a:lnTo>
                    <a:pt x="779974" y="195827"/>
                  </a:lnTo>
                  <a:lnTo>
                    <a:pt x="752907" y="158105"/>
                  </a:lnTo>
                  <a:lnTo>
                    <a:pt x="721947" y="123634"/>
                  </a:lnTo>
                  <a:lnTo>
                    <a:pt x="687412" y="92732"/>
                  </a:lnTo>
                  <a:lnTo>
                    <a:pt x="649620" y="65716"/>
                  </a:lnTo>
                  <a:lnTo>
                    <a:pt x="608889" y="42903"/>
                  </a:lnTo>
                  <a:lnTo>
                    <a:pt x="565534" y="24607"/>
                  </a:lnTo>
                  <a:lnTo>
                    <a:pt x="519875" y="11147"/>
                  </a:lnTo>
                  <a:lnTo>
                    <a:pt x="472227" y="2839"/>
                  </a:lnTo>
                  <a:lnTo>
                    <a:pt x="422910" y="0"/>
                  </a:lnTo>
                  <a:close/>
                </a:path>
              </a:pathLst>
            </a:custGeom>
            <a:solidFill>
              <a:srgbClr val="152B77"/>
            </a:solidFill>
          </p:spPr>
          <p:txBody>
            <a:bodyPr wrap="square" lIns="0" tIns="0" rIns="0" bIns="0" rtlCol="0"/>
            <a:lstStyle/>
            <a:p>
              <a:endParaRPr/>
            </a:p>
          </p:txBody>
        </p:sp>
        <p:sp>
          <p:nvSpPr>
            <p:cNvPr id="80" name="object 80"/>
            <p:cNvSpPr/>
            <p:nvPr/>
          </p:nvSpPr>
          <p:spPr>
            <a:xfrm>
              <a:off x="4640579" y="4451603"/>
              <a:ext cx="845819" cy="844550"/>
            </a:xfrm>
            <a:custGeom>
              <a:avLst/>
              <a:gdLst/>
              <a:ahLst/>
              <a:cxnLst/>
              <a:rect l="l" t="t" r="r" b="b"/>
              <a:pathLst>
                <a:path w="845820" h="844550">
                  <a:moveTo>
                    <a:pt x="0" y="422148"/>
                  </a:moveTo>
                  <a:lnTo>
                    <a:pt x="2845" y="372911"/>
                  </a:lnTo>
                  <a:lnTo>
                    <a:pt x="11170" y="325345"/>
                  </a:lnTo>
                  <a:lnTo>
                    <a:pt x="24656" y="279764"/>
                  </a:lnTo>
                  <a:lnTo>
                    <a:pt x="42987" y="236486"/>
                  </a:lnTo>
                  <a:lnTo>
                    <a:pt x="65845" y="195827"/>
                  </a:lnTo>
                  <a:lnTo>
                    <a:pt x="92912" y="158105"/>
                  </a:lnTo>
                  <a:lnTo>
                    <a:pt x="123872" y="123634"/>
                  </a:lnTo>
                  <a:lnTo>
                    <a:pt x="158407" y="92732"/>
                  </a:lnTo>
                  <a:lnTo>
                    <a:pt x="196199" y="65716"/>
                  </a:lnTo>
                  <a:lnTo>
                    <a:pt x="236930" y="42903"/>
                  </a:lnTo>
                  <a:lnTo>
                    <a:pt x="280285" y="24607"/>
                  </a:lnTo>
                  <a:lnTo>
                    <a:pt x="325944" y="11147"/>
                  </a:lnTo>
                  <a:lnTo>
                    <a:pt x="373592" y="2839"/>
                  </a:lnTo>
                  <a:lnTo>
                    <a:pt x="422910" y="0"/>
                  </a:lnTo>
                  <a:lnTo>
                    <a:pt x="472227" y="2839"/>
                  </a:lnTo>
                  <a:lnTo>
                    <a:pt x="519875" y="11147"/>
                  </a:lnTo>
                  <a:lnTo>
                    <a:pt x="565534" y="24607"/>
                  </a:lnTo>
                  <a:lnTo>
                    <a:pt x="608889" y="42903"/>
                  </a:lnTo>
                  <a:lnTo>
                    <a:pt x="649620" y="65716"/>
                  </a:lnTo>
                  <a:lnTo>
                    <a:pt x="687412" y="92732"/>
                  </a:lnTo>
                  <a:lnTo>
                    <a:pt x="721947" y="123634"/>
                  </a:lnTo>
                  <a:lnTo>
                    <a:pt x="752907" y="158105"/>
                  </a:lnTo>
                  <a:lnTo>
                    <a:pt x="779974" y="195827"/>
                  </a:lnTo>
                  <a:lnTo>
                    <a:pt x="802832" y="236486"/>
                  </a:lnTo>
                  <a:lnTo>
                    <a:pt x="821163" y="279764"/>
                  </a:lnTo>
                  <a:lnTo>
                    <a:pt x="834649" y="325345"/>
                  </a:lnTo>
                  <a:lnTo>
                    <a:pt x="842974" y="372911"/>
                  </a:lnTo>
                  <a:lnTo>
                    <a:pt x="845820" y="422148"/>
                  </a:lnTo>
                  <a:lnTo>
                    <a:pt x="842974" y="471384"/>
                  </a:lnTo>
                  <a:lnTo>
                    <a:pt x="834649" y="518950"/>
                  </a:lnTo>
                  <a:lnTo>
                    <a:pt x="821163" y="564531"/>
                  </a:lnTo>
                  <a:lnTo>
                    <a:pt x="802832" y="607809"/>
                  </a:lnTo>
                  <a:lnTo>
                    <a:pt x="779974" y="648468"/>
                  </a:lnTo>
                  <a:lnTo>
                    <a:pt x="752907" y="686190"/>
                  </a:lnTo>
                  <a:lnTo>
                    <a:pt x="721947" y="720661"/>
                  </a:lnTo>
                  <a:lnTo>
                    <a:pt x="687412" y="751563"/>
                  </a:lnTo>
                  <a:lnTo>
                    <a:pt x="649620" y="778579"/>
                  </a:lnTo>
                  <a:lnTo>
                    <a:pt x="608889" y="801392"/>
                  </a:lnTo>
                  <a:lnTo>
                    <a:pt x="565534" y="819688"/>
                  </a:lnTo>
                  <a:lnTo>
                    <a:pt x="519875" y="833148"/>
                  </a:lnTo>
                  <a:lnTo>
                    <a:pt x="472227" y="841456"/>
                  </a:lnTo>
                  <a:lnTo>
                    <a:pt x="422910" y="844296"/>
                  </a:lnTo>
                  <a:lnTo>
                    <a:pt x="373592" y="841456"/>
                  </a:lnTo>
                  <a:lnTo>
                    <a:pt x="325944" y="833148"/>
                  </a:lnTo>
                  <a:lnTo>
                    <a:pt x="280285" y="819688"/>
                  </a:lnTo>
                  <a:lnTo>
                    <a:pt x="236930" y="801392"/>
                  </a:lnTo>
                  <a:lnTo>
                    <a:pt x="196199" y="778579"/>
                  </a:lnTo>
                  <a:lnTo>
                    <a:pt x="158407" y="751563"/>
                  </a:lnTo>
                  <a:lnTo>
                    <a:pt x="123872" y="720661"/>
                  </a:lnTo>
                  <a:lnTo>
                    <a:pt x="92912" y="686190"/>
                  </a:lnTo>
                  <a:lnTo>
                    <a:pt x="65845" y="648468"/>
                  </a:lnTo>
                  <a:lnTo>
                    <a:pt x="42987" y="607809"/>
                  </a:lnTo>
                  <a:lnTo>
                    <a:pt x="24656" y="564531"/>
                  </a:lnTo>
                  <a:lnTo>
                    <a:pt x="11170" y="518950"/>
                  </a:lnTo>
                  <a:lnTo>
                    <a:pt x="2845" y="471384"/>
                  </a:lnTo>
                  <a:lnTo>
                    <a:pt x="0" y="422148"/>
                  </a:lnTo>
                  <a:close/>
                </a:path>
              </a:pathLst>
            </a:custGeom>
            <a:ln w="6349">
              <a:solidFill>
                <a:srgbClr val="00D9CE"/>
              </a:solidFill>
              <a:prstDash val="sysDash"/>
            </a:ln>
          </p:spPr>
          <p:txBody>
            <a:bodyPr wrap="square" lIns="0" tIns="0" rIns="0" bIns="0" rtlCol="0"/>
            <a:lstStyle/>
            <a:p>
              <a:endParaRPr/>
            </a:p>
          </p:txBody>
        </p:sp>
        <p:sp>
          <p:nvSpPr>
            <p:cNvPr id="81" name="object 81"/>
            <p:cNvSpPr/>
            <p:nvPr/>
          </p:nvSpPr>
          <p:spPr>
            <a:xfrm>
              <a:off x="4684775" y="4494275"/>
              <a:ext cx="757555" cy="759460"/>
            </a:xfrm>
            <a:custGeom>
              <a:avLst/>
              <a:gdLst/>
              <a:ahLst/>
              <a:cxnLst/>
              <a:rect l="l" t="t" r="r" b="b"/>
              <a:pathLst>
                <a:path w="757554" h="759460">
                  <a:moveTo>
                    <a:pt x="378713" y="0"/>
                  </a:moveTo>
                  <a:lnTo>
                    <a:pt x="331206" y="2957"/>
                  </a:lnTo>
                  <a:lnTo>
                    <a:pt x="285461" y="11591"/>
                  </a:lnTo>
                  <a:lnTo>
                    <a:pt x="241831" y="25546"/>
                  </a:lnTo>
                  <a:lnTo>
                    <a:pt x="200673" y="44467"/>
                  </a:lnTo>
                  <a:lnTo>
                    <a:pt x="162341" y="67997"/>
                  </a:lnTo>
                  <a:lnTo>
                    <a:pt x="127190" y="95781"/>
                  </a:lnTo>
                  <a:lnTo>
                    <a:pt x="95574" y="127462"/>
                  </a:lnTo>
                  <a:lnTo>
                    <a:pt x="67849" y="162685"/>
                  </a:lnTo>
                  <a:lnTo>
                    <a:pt x="44370" y="201095"/>
                  </a:lnTo>
                  <a:lnTo>
                    <a:pt x="25490" y="242334"/>
                  </a:lnTo>
                  <a:lnTo>
                    <a:pt x="11565" y="286048"/>
                  </a:lnTo>
                  <a:lnTo>
                    <a:pt x="2950" y="331881"/>
                  </a:lnTo>
                  <a:lnTo>
                    <a:pt x="0" y="379475"/>
                  </a:lnTo>
                  <a:lnTo>
                    <a:pt x="2950" y="427070"/>
                  </a:lnTo>
                  <a:lnTo>
                    <a:pt x="11565" y="472903"/>
                  </a:lnTo>
                  <a:lnTo>
                    <a:pt x="25490" y="516617"/>
                  </a:lnTo>
                  <a:lnTo>
                    <a:pt x="44370" y="557856"/>
                  </a:lnTo>
                  <a:lnTo>
                    <a:pt x="67849" y="596266"/>
                  </a:lnTo>
                  <a:lnTo>
                    <a:pt x="95574" y="631489"/>
                  </a:lnTo>
                  <a:lnTo>
                    <a:pt x="127190" y="663170"/>
                  </a:lnTo>
                  <a:lnTo>
                    <a:pt x="162341" y="690954"/>
                  </a:lnTo>
                  <a:lnTo>
                    <a:pt x="200673" y="714484"/>
                  </a:lnTo>
                  <a:lnTo>
                    <a:pt x="241831" y="733405"/>
                  </a:lnTo>
                  <a:lnTo>
                    <a:pt x="285461" y="747360"/>
                  </a:lnTo>
                  <a:lnTo>
                    <a:pt x="331206" y="755994"/>
                  </a:lnTo>
                  <a:lnTo>
                    <a:pt x="378713" y="758952"/>
                  </a:lnTo>
                  <a:lnTo>
                    <a:pt x="426221" y="755994"/>
                  </a:lnTo>
                  <a:lnTo>
                    <a:pt x="471966" y="747360"/>
                  </a:lnTo>
                  <a:lnTo>
                    <a:pt x="515596" y="733405"/>
                  </a:lnTo>
                  <a:lnTo>
                    <a:pt x="556754" y="714484"/>
                  </a:lnTo>
                  <a:lnTo>
                    <a:pt x="595086" y="690954"/>
                  </a:lnTo>
                  <a:lnTo>
                    <a:pt x="630237" y="663170"/>
                  </a:lnTo>
                  <a:lnTo>
                    <a:pt x="661853" y="631489"/>
                  </a:lnTo>
                  <a:lnTo>
                    <a:pt x="689578" y="596266"/>
                  </a:lnTo>
                  <a:lnTo>
                    <a:pt x="713057" y="557856"/>
                  </a:lnTo>
                  <a:lnTo>
                    <a:pt x="731937" y="516617"/>
                  </a:lnTo>
                  <a:lnTo>
                    <a:pt x="745862" y="472903"/>
                  </a:lnTo>
                  <a:lnTo>
                    <a:pt x="754477" y="427070"/>
                  </a:lnTo>
                  <a:lnTo>
                    <a:pt x="757427" y="379475"/>
                  </a:lnTo>
                  <a:lnTo>
                    <a:pt x="754477" y="331881"/>
                  </a:lnTo>
                  <a:lnTo>
                    <a:pt x="745862" y="286048"/>
                  </a:lnTo>
                  <a:lnTo>
                    <a:pt x="731937" y="242334"/>
                  </a:lnTo>
                  <a:lnTo>
                    <a:pt x="713057" y="201095"/>
                  </a:lnTo>
                  <a:lnTo>
                    <a:pt x="689578" y="162685"/>
                  </a:lnTo>
                  <a:lnTo>
                    <a:pt x="661853" y="127462"/>
                  </a:lnTo>
                  <a:lnTo>
                    <a:pt x="630237" y="95781"/>
                  </a:lnTo>
                  <a:lnTo>
                    <a:pt x="595086" y="67997"/>
                  </a:lnTo>
                  <a:lnTo>
                    <a:pt x="556754" y="44467"/>
                  </a:lnTo>
                  <a:lnTo>
                    <a:pt x="515596" y="25546"/>
                  </a:lnTo>
                  <a:lnTo>
                    <a:pt x="471966" y="11591"/>
                  </a:lnTo>
                  <a:lnTo>
                    <a:pt x="426221" y="2957"/>
                  </a:lnTo>
                  <a:lnTo>
                    <a:pt x="378713" y="0"/>
                  </a:lnTo>
                  <a:close/>
                </a:path>
              </a:pathLst>
            </a:custGeom>
            <a:solidFill>
              <a:srgbClr val="00D9CE"/>
            </a:solidFill>
          </p:spPr>
          <p:txBody>
            <a:bodyPr wrap="square" lIns="0" tIns="0" rIns="0" bIns="0" rtlCol="0"/>
            <a:lstStyle/>
            <a:p>
              <a:endParaRPr/>
            </a:p>
          </p:txBody>
        </p:sp>
        <p:sp>
          <p:nvSpPr>
            <p:cNvPr id="82" name="object 82"/>
            <p:cNvSpPr/>
            <p:nvPr/>
          </p:nvSpPr>
          <p:spPr>
            <a:xfrm>
              <a:off x="5009133" y="5262117"/>
              <a:ext cx="110236" cy="110235"/>
            </a:xfrm>
            <a:prstGeom prst="rect">
              <a:avLst/>
            </a:prstGeom>
            <a:blipFill>
              <a:blip r:embed="rId10" cstate="print"/>
              <a:stretch>
                <a:fillRect/>
              </a:stretch>
            </a:blipFill>
          </p:spPr>
          <p:txBody>
            <a:bodyPr wrap="square" lIns="0" tIns="0" rIns="0" bIns="0" rtlCol="0"/>
            <a:lstStyle/>
            <a:p>
              <a:endParaRPr/>
            </a:p>
          </p:txBody>
        </p:sp>
      </p:grpSp>
      <p:sp>
        <p:nvSpPr>
          <p:cNvPr id="83" name="object 83"/>
          <p:cNvSpPr txBox="1"/>
          <p:nvPr/>
        </p:nvSpPr>
        <p:spPr>
          <a:xfrm>
            <a:off x="4576317" y="5986068"/>
            <a:ext cx="976630" cy="299720"/>
          </a:xfrm>
          <a:prstGeom prst="rect">
            <a:avLst/>
          </a:prstGeom>
        </p:spPr>
        <p:txBody>
          <a:bodyPr vert="horz" wrap="square" lIns="0" tIns="12700" rIns="0" bIns="0" rtlCol="0">
            <a:spAutoFit/>
          </a:bodyPr>
          <a:lstStyle/>
          <a:p>
            <a:pPr marL="12700">
              <a:lnSpc>
                <a:spcPct val="100000"/>
              </a:lnSpc>
              <a:spcBef>
                <a:spcPts val="100"/>
              </a:spcBef>
            </a:pPr>
            <a:r>
              <a:rPr sz="1800" b="1" spc="-5" dirty="0">
                <a:solidFill>
                  <a:srgbClr val="00D9CE"/>
                </a:solidFill>
                <a:latin typeface="Carlito"/>
                <a:cs typeface="Carlito"/>
              </a:rPr>
              <a:t>Algorithm</a:t>
            </a:r>
            <a:endParaRPr sz="1800">
              <a:latin typeface="Carlito"/>
              <a:cs typeface="Carlito"/>
            </a:endParaRPr>
          </a:p>
        </p:txBody>
      </p:sp>
      <p:grpSp>
        <p:nvGrpSpPr>
          <p:cNvPr id="84" name="object 84"/>
          <p:cNvGrpSpPr/>
          <p:nvPr/>
        </p:nvGrpSpPr>
        <p:grpSpPr>
          <a:xfrm>
            <a:off x="3719893" y="2490025"/>
            <a:ext cx="2126615" cy="1701800"/>
            <a:chOff x="3719893" y="2490025"/>
            <a:chExt cx="2126615" cy="1701800"/>
          </a:xfrm>
        </p:grpSpPr>
        <p:sp>
          <p:nvSpPr>
            <p:cNvPr id="85" name="object 85"/>
            <p:cNvSpPr/>
            <p:nvPr/>
          </p:nvSpPr>
          <p:spPr>
            <a:xfrm>
              <a:off x="4283201" y="3728466"/>
              <a:ext cx="1561465" cy="0"/>
            </a:xfrm>
            <a:custGeom>
              <a:avLst/>
              <a:gdLst/>
              <a:ahLst/>
              <a:cxnLst/>
              <a:rect l="l" t="t" r="r" b="b"/>
              <a:pathLst>
                <a:path w="1561464">
                  <a:moveTo>
                    <a:pt x="0" y="0"/>
                  </a:moveTo>
                  <a:lnTo>
                    <a:pt x="1561338" y="0"/>
                  </a:lnTo>
                </a:path>
              </a:pathLst>
            </a:custGeom>
            <a:ln w="3175">
              <a:solidFill>
                <a:srgbClr val="FFFFFF"/>
              </a:solidFill>
            </a:ln>
          </p:spPr>
          <p:txBody>
            <a:bodyPr wrap="square" lIns="0" tIns="0" rIns="0" bIns="0" rtlCol="0"/>
            <a:lstStyle/>
            <a:p>
              <a:endParaRPr/>
            </a:p>
          </p:txBody>
        </p:sp>
        <p:sp>
          <p:nvSpPr>
            <p:cNvPr id="86" name="object 86"/>
            <p:cNvSpPr/>
            <p:nvPr/>
          </p:nvSpPr>
          <p:spPr>
            <a:xfrm>
              <a:off x="4283201" y="2490978"/>
              <a:ext cx="0" cy="1237615"/>
            </a:xfrm>
            <a:custGeom>
              <a:avLst/>
              <a:gdLst/>
              <a:ahLst/>
              <a:cxnLst/>
              <a:rect l="l" t="t" r="r" b="b"/>
              <a:pathLst>
                <a:path h="1237614">
                  <a:moveTo>
                    <a:pt x="0" y="1237488"/>
                  </a:moveTo>
                  <a:lnTo>
                    <a:pt x="0" y="0"/>
                  </a:lnTo>
                </a:path>
              </a:pathLst>
            </a:custGeom>
            <a:ln w="3175">
              <a:solidFill>
                <a:srgbClr val="FFFFFF"/>
              </a:solidFill>
            </a:ln>
          </p:spPr>
          <p:txBody>
            <a:bodyPr wrap="square" lIns="0" tIns="0" rIns="0" bIns="0" rtlCol="0"/>
            <a:lstStyle/>
            <a:p>
              <a:endParaRPr/>
            </a:p>
          </p:txBody>
        </p:sp>
        <p:sp>
          <p:nvSpPr>
            <p:cNvPr id="87" name="object 87"/>
            <p:cNvSpPr/>
            <p:nvPr/>
          </p:nvSpPr>
          <p:spPr>
            <a:xfrm>
              <a:off x="5845301" y="2490978"/>
              <a:ext cx="0" cy="1237615"/>
            </a:xfrm>
            <a:custGeom>
              <a:avLst/>
              <a:gdLst/>
              <a:ahLst/>
              <a:cxnLst/>
              <a:rect l="l" t="t" r="r" b="b"/>
              <a:pathLst>
                <a:path h="1237614">
                  <a:moveTo>
                    <a:pt x="0" y="1237488"/>
                  </a:moveTo>
                  <a:lnTo>
                    <a:pt x="0" y="0"/>
                  </a:lnTo>
                </a:path>
              </a:pathLst>
            </a:custGeom>
            <a:ln w="3175">
              <a:solidFill>
                <a:srgbClr val="FFFFFF"/>
              </a:solidFill>
            </a:ln>
          </p:spPr>
          <p:txBody>
            <a:bodyPr wrap="square" lIns="0" tIns="0" rIns="0" bIns="0" rtlCol="0"/>
            <a:lstStyle/>
            <a:p>
              <a:endParaRPr/>
            </a:p>
          </p:txBody>
        </p:sp>
        <p:sp>
          <p:nvSpPr>
            <p:cNvPr id="88" name="object 88"/>
            <p:cNvSpPr/>
            <p:nvPr/>
          </p:nvSpPr>
          <p:spPr>
            <a:xfrm>
              <a:off x="4283201" y="2490978"/>
              <a:ext cx="1561465" cy="0"/>
            </a:xfrm>
            <a:custGeom>
              <a:avLst/>
              <a:gdLst/>
              <a:ahLst/>
              <a:cxnLst/>
              <a:rect l="l" t="t" r="r" b="b"/>
              <a:pathLst>
                <a:path w="1561464">
                  <a:moveTo>
                    <a:pt x="0" y="0"/>
                  </a:moveTo>
                  <a:lnTo>
                    <a:pt x="1561338" y="0"/>
                  </a:lnTo>
                </a:path>
              </a:pathLst>
            </a:custGeom>
            <a:ln w="3175">
              <a:solidFill>
                <a:srgbClr val="FFFFFF"/>
              </a:solidFill>
            </a:ln>
          </p:spPr>
          <p:txBody>
            <a:bodyPr wrap="square" lIns="0" tIns="0" rIns="0" bIns="0" rtlCol="0"/>
            <a:lstStyle/>
            <a:p>
              <a:endParaRPr/>
            </a:p>
          </p:txBody>
        </p:sp>
        <p:sp>
          <p:nvSpPr>
            <p:cNvPr id="89" name="object 89"/>
            <p:cNvSpPr/>
            <p:nvPr/>
          </p:nvSpPr>
          <p:spPr>
            <a:xfrm>
              <a:off x="5003927" y="3982847"/>
              <a:ext cx="119125" cy="208406"/>
            </a:xfrm>
            <a:prstGeom prst="rect">
              <a:avLst/>
            </a:prstGeom>
            <a:blipFill>
              <a:blip r:embed="rId12" cstate="print"/>
              <a:stretch>
                <a:fillRect/>
              </a:stretch>
            </a:blipFill>
          </p:spPr>
          <p:txBody>
            <a:bodyPr wrap="square" lIns="0" tIns="0" rIns="0" bIns="0" rtlCol="0"/>
            <a:lstStyle/>
            <a:p>
              <a:endParaRPr/>
            </a:p>
          </p:txBody>
        </p:sp>
        <p:sp>
          <p:nvSpPr>
            <p:cNvPr id="90" name="object 90"/>
            <p:cNvSpPr/>
            <p:nvPr/>
          </p:nvSpPr>
          <p:spPr>
            <a:xfrm>
              <a:off x="5065013" y="3729990"/>
              <a:ext cx="0" cy="274320"/>
            </a:xfrm>
            <a:custGeom>
              <a:avLst/>
              <a:gdLst/>
              <a:ahLst/>
              <a:cxnLst/>
              <a:rect l="l" t="t" r="r" b="b"/>
              <a:pathLst>
                <a:path h="274320">
                  <a:moveTo>
                    <a:pt x="0" y="0"/>
                  </a:moveTo>
                  <a:lnTo>
                    <a:pt x="0" y="274320"/>
                  </a:lnTo>
                </a:path>
              </a:pathLst>
            </a:custGeom>
            <a:ln w="3175">
              <a:solidFill>
                <a:srgbClr val="FFFFFF"/>
              </a:solidFill>
            </a:ln>
          </p:spPr>
          <p:txBody>
            <a:bodyPr wrap="square" lIns="0" tIns="0" rIns="0" bIns="0" rtlCol="0"/>
            <a:lstStyle/>
            <a:p>
              <a:endParaRPr/>
            </a:p>
          </p:txBody>
        </p:sp>
        <p:sp>
          <p:nvSpPr>
            <p:cNvPr id="91" name="object 91"/>
            <p:cNvSpPr/>
            <p:nvPr/>
          </p:nvSpPr>
          <p:spPr>
            <a:xfrm>
              <a:off x="3720845" y="2952750"/>
              <a:ext cx="1125220" cy="508000"/>
            </a:xfrm>
            <a:custGeom>
              <a:avLst/>
              <a:gdLst/>
              <a:ahLst/>
              <a:cxnLst/>
              <a:rect l="l" t="t" r="r" b="b"/>
              <a:pathLst>
                <a:path w="1125220" h="508000">
                  <a:moveTo>
                    <a:pt x="1102105" y="0"/>
                  </a:moveTo>
                  <a:lnTo>
                    <a:pt x="22605" y="0"/>
                  </a:lnTo>
                  <a:lnTo>
                    <a:pt x="13823" y="1781"/>
                  </a:lnTo>
                  <a:lnTo>
                    <a:pt x="6635" y="6635"/>
                  </a:lnTo>
                  <a:lnTo>
                    <a:pt x="1781" y="13823"/>
                  </a:lnTo>
                  <a:lnTo>
                    <a:pt x="0" y="22605"/>
                  </a:lnTo>
                  <a:lnTo>
                    <a:pt x="0" y="484886"/>
                  </a:lnTo>
                  <a:lnTo>
                    <a:pt x="1781" y="493668"/>
                  </a:lnTo>
                  <a:lnTo>
                    <a:pt x="6635" y="500856"/>
                  </a:lnTo>
                  <a:lnTo>
                    <a:pt x="13823" y="505710"/>
                  </a:lnTo>
                  <a:lnTo>
                    <a:pt x="22605" y="507491"/>
                  </a:lnTo>
                  <a:lnTo>
                    <a:pt x="1102105" y="507491"/>
                  </a:lnTo>
                  <a:lnTo>
                    <a:pt x="1110888" y="505710"/>
                  </a:lnTo>
                  <a:lnTo>
                    <a:pt x="1118076" y="500856"/>
                  </a:lnTo>
                  <a:lnTo>
                    <a:pt x="1122930" y="493668"/>
                  </a:lnTo>
                  <a:lnTo>
                    <a:pt x="1124712" y="484886"/>
                  </a:lnTo>
                  <a:lnTo>
                    <a:pt x="1124712" y="22605"/>
                  </a:lnTo>
                  <a:lnTo>
                    <a:pt x="1122930" y="13823"/>
                  </a:lnTo>
                  <a:lnTo>
                    <a:pt x="1118076" y="6635"/>
                  </a:lnTo>
                  <a:lnTo>
                    <a:pt x="1110888" y="1781"/>
                  </a:lnTo>
                  <a:lnTo>
                    <a:pt x="1102105" y="0"/>
                  </a:lnTo>
                  <a:close/>
                </a:path>
              </a:pathLst>
            </a:custGeom>
            <a:solidFill>
              <a:srgbClr val="0F548B"/>
            </a:solidFill>
          </p:spPr>
          <p:txBody>
            <a:bodyPr wrap="square" lIns="0" tIns="0" rIns="0" bIns="0" rtlCol="0"/>
            <a:lstStyle/>
            <a:p>
              <a:endParaRPr/>
            </a:p>
          </p:txBody>
        </p:sp>
        <p:sp>
          <p:nvSpPr>
            <p:cNvPr id="92" name="object 92"/>
            <p:cNvSpPr/>
            <p:nvPr/>
          </p:nvSpPr>
          <p:spPr>
            <a:xfrm>
              <a:off x="3720845" y="2952750"/>
              <a:ext cx="1125220" cy="508000"/>
            </a:xfrm>
            <a:custGeom>
              <a:avLst/>
              <a:gdLst/>
              <a:ahLst/>
              <a:cxnLst/>
              <a:rect l="l" t="t" r="r" b="b"/>
              <a:pathLst>
                <a:path w="1125220" h="508000">
                  <a:moveTo>
                    <a:pt x="0" y="22605"/>
                  </a:moveTo>
                  <a:lnTo>
                    <a:pt x="1781" y="13823"/>
                  </a:lnTo>
                  <a:lnTo>
                    <a:pt x="6635" y="6635"/>
                  </a:lnTo>
                  <a:lnTo>
                    <a:pt x="13823" y="1781"/>
                  </a:lnTo>
                  <a:lnTo>
                    <a:pt x="22605" y="0"/>
                  </a:lnTo>
                  <a:lnTo>
                    <a:pt x="1102105" y="0"/>
                  </a:lnTo>
                  <a:lnTo>
                    <a:pt x="1110888" y="1781"/>
                  </a:lnTo>
                  <a:lnTo>
                    <a:pt x="1118076" y="6635"/>
                  </a:lnTo>
                  <a:lnTo>
                    <a:pt x="1122930" y="13823"/>
                  </a:lnTo>
                  <a:lnTo>
                    <a:pt x="1124712" y="22605"/>
                  </a:lnTo>
                  <a:lnTo>
                    <a:pt x="1124712" y="484886"/>
                  </a:lnTo>
                  <a:lnTo>
                    <a:pt x="1122930" y="493668"/>
                  </a:lnTo>
                  <a:lnTo>
                    <a:pt x="1118076" y="500856"/>
                  </a:lnTo>
                  <a:lnTo>
                    <a:pt x="1110888" y="505710"/>
                  </a:lnTo>
                  <a:lnTo>
                    <a:pt x="1102105" y="507491"/>
                  </a:lnTo>
                  <a:lnTo>
                    <a:pt x="22605" y="507491"/>
                  </a:lnTo>
                  <a:lnTo>
                    <a:pt x="13823" y="505710"/>
                  </a:lnTo>
                  <a:lnTo>
                    <a:pt x="6635" y="500856"/>
                  </a:lnTo>
                  <a:lnTo>
                    <a:pt x="1781" y="493668"/>
                  </a:lnTo>
                  <a:lnTo>
                    <a:pt x="0" y="484886"/>
                  </a:lnTo>
                  <a:lnTo>
                    <a:pt x="0" y="22605"/>
                  </a:lnTo>
                  <a:close/>
                </a:path>
              </a:pathLst>
            </a:custGeom>
            <a:ln w="3175">
              <a:solidFill>
                <a:srgbClr val="00D9CE"/>
              </a:solidFill>
            </a:ln>
          </p:spPr>
          <p:txBody>
            <a:bodyPr wrap="square" lIns="0" tIns="0" rIns="0" bIns="0" rtlCol="0"/>
            <a:lstStyle/>
            <a:p>
              <a:endParaRPr/>
            </a:p>
          </p:txBody>
        </p:sp>
        <p:sp>
          <p:nvSpPr>
            <p:cNvPr id="93" name="object 93"/>
            <p:cNvSpPr/>
            <p:nvPr/>
          </p:nvSpPr>
          <p:spPr>
            <a:xfrm>
              <a:off x="3887723" y="2968752"/>
              <a:ext cx="845058" cy="345186"/>
            </a:xfrm>
            <a:prstGeom prst="rect">
              <a:avLst/>
            </a:prstGeom>
            <a:blipFill>
              <a:blip r:embed="rId13" cstate="print"/>
              <a:stretch>
                <a:fillRect/>
              </a:stretch>
            </a:blipFill>
          </p:spPr>
          <p:txBody>
            <a:bodyPr wrap="square" lIns="0" tIns="0" rIns="0" bIns="0" rtlCol="0"/>
            <a:lstStyle/>
            <a:p>
              <a:endParaRPr/>
            </a:p>
          </p:txBody>
        </p:sp>
        <p:sp>
          <p:nvSpPr>
            <p:cNvPr id="94" name="object 94"/>
            <p:cNvSpPr/>
            <p:nvPr/>
          </p:nvSpPr>
          <p:spPr>
            <a:xfrm>
              <a:off x="3889247" y="3151632"/>
              <a:ext cx="800862" cy="345186"/>
            </a:xfrm>
            <a:prstGeom prst="rect">
              <a:avLst/>
            </a:prstGeom>
            <a:blipFill>
              <a:blip r:embed="rId14" cstate="print"/>
              <a:stretch>
                <a:fillRect/>
              </a:stretch>
            </a:blipFill>
          </p:spPr>
          <p:txBody>
            <a:bodyPr wrap="square" lIns="0" tIns="0" rIns="0" bIns="0" rtlCol="0"/>
            <a:lstStyle/>
            <a:p>
              <a:endParaRPr/>
            </a:p>
          </p:txBody>
        </p:sp>
      </p:grpSp>
      <p:sp>
        <p:nvSpPr>
          <p:cNvPr id="95" name="object 95"/>
          <p:cNvSpPr txBox="1"/>
          <p:nvPr/>
        </p:nvSpPr>
        <p:spPr>
          <a:xfrm>
            <a:off x="3972305" y="3006090"/>
            <a:ext cx="619760" cy="391160"/>
          </a:xfrm>
          <a:prstGeom prst="rect">
            <a:avLst/>
          </a:prstGeom>
        </p:spPr>
        <p:txBody>
          <a:bodyPr vert="horz" wrap="square" lIns="0" tIns="12700" rIns="0" bIns="0" rtlCol="0">
            <a:spAutoFit/>
          </a:bodyPr>
          <a:lstStyle/>
          <a:p>
            <a:pPr marL="13970" marR="5080" indent="-1905">
              <a:lnSpc>
                <a:spcPct val="100000"/>
              </a:lnSpc>
              <a:spcBef>
                <a:spcPts val="100"/>
              </a:spcBef>
            </a:pPr>
            <a:r>
              <a:rPr sz="1200" b="1" spc="-65" dirty="0">
                <a:solidFill>
                  <a:srgbClr val="FFFFFF"/>
                </a:solidFill>
                <a:latin typeface="Arial"/>
                <a:cs typeface="Arial"/>
              </a:rPr>
              <a:t>T</a:t>
            </a:r>
            <a:r>
              <a:rPr sz="1200" b="1" spc="-5" dirty="0">
                <a:solidFill>
                  <a:srgbClr val="FFFFFF"/>
                </a:solidFill>
                <a:latin typeface="Arial"/>
                <a:cs typeface="Arial"/>
              </a:rPr>
              <a:t>ra</a:t>
            </a:r>
            <a:r>
              <a:rPr sz="1200" b="1" dirty="0">
                <a:solidFill>
                  <a:srgbClr val="FFFFFF"/>
                </a:solidFill>
                <a:latin typeface="Arial"/>
                <a:cs typeface="Arial"/>
              </a:rPr>
              <a:t>ining  </a:t>
            </a:r>
            <a:r>
              <a:rPr sz="1200" b="1" spc="-5" dirty="0">
                <a:solidFill>
                  <a:srgbClr val="FFFFFF"/>
                </a:solidFill>
                <a:latin typeface="Arial"/>
                <a:cs typeface="Arial"/>
              </a:rPr>
              <a:t>Data</a:t>
            </a:r>
            <a:r>
              <a:rPr sz="1200" b="1" spc="-75" dirty="0">
                <a:solidFill>
                  <a:srgbClr val="FFFFFF"/>
                </a:solidFill>
                <a:latin typeface="Arial"/>
                <a:cs typeface="Arial"/>
              </a:rPr>
              <a:t> </a:t>
            </a:r>
            <a:r>
              <a:rPr sz="1200" b="1" spc="-5" dirty="0">
                <a:solidFill>
                  <a:srgbClr val="FFFFFF"/>
                </a:solidFill>
                <a:latin typeface="Arial"/>
                <a:cs typeface="Arial"/>
              </a:rPr>
              <a:t>set</a:t>
            </a:r>
            <a:endParaRPr sz="1200">
              <a:latin typeface="Arial"/>
              <a:cs typeface="Arial"/>
            </a:endParaRPr>
          </a:p>
        </p:txBody>
      </p:sp>
      <p:grpSp>
        <p:nvGrpSpPr>
          <p:cNvPr id="96" name="object 96"/>
          <p:cNvGrpSpPr/>
          <p:nvPr/>
        </p:nvGrpSpPr>
        <p:grpSpPr>
          <a:xfrm>
            <a:off x="5281993" y="2951797"/>
            <a:ext cx="1127125" cy="545465"/>
            <a:chOff x="5281993" y="2951797"/>
            <a:chExt cx="1127125" cy="545465"/>
          </a:xfrm>
        </p:grpSpPr>
        <p:sp>
          <p:nvSpPr>
            <p:cNvPr id="97" name="object 97"/>
            <p:cNvSpPr/>
            <p:nvPr/>
          </p:nvSpPr>
          <p:spPr>
            <a:xfrm>
              <a:off x="5282945" y="2952750"/>
              <a:ext cx="1125220" cy="508000"/>
            </a:xfrm>
            <a:custGeom>
              <a:avLst/>
              <a:gdLst/>
              <a:ahLst/>
              <a:cxnLst/>
              <a:rect l="l" t="t" r="r" b="b"/>
              <a:pathLst>
                <a:path w="1125220" h="508000">
                  <a:moveTo>
                    <a:pt x="1102105" y="0"/>
                  </a:moveTo>
                  <a:lnTo>
                    <a:pt x="22605" y="0"/>
                  </a:lnTo>
                  <a:lnTo>
                    <a:pt x="13823" y="1781"/>
                  </a:lnTo>
                  <a:lnTo>
                    <a:pt x="6635" y="6635"/>
                  </a:lnTo>
                  <a:lnTo>
                    <a:pt x="1781" y="13823"/>
                  </a:lnTo>
                  <a:lnTo>
                    <a:pt x="0" y="22605"/>
                  </a:lnTo>
                  <a:lnTo>
                    <a:pt x="0" y="484886"/>
                  </a:lnTo>
                  <a:lnTo>
                    <a:pt x="1781" y="493668"/>
                  </a:lnTo>
                  <a:lnTo>
                    <a:pt x="6635" y="500856"/>
                  </a:lnTo>
                  <a:lnTo>
                    <a:pt x="13823" y="505710"/>
                  </a:lnTo>
                  <a:lnTo>
                    <a:pt x="22605" y="507491"/>
                  </a:lnTo>
                  <a:lnTo>
                    <a:pt x="1102105" y="507491"/>
                  </a:lnTo>
                  <a:lnTo>
                    <a:pt x="1110888" y="505710"/>
                  </a:lnTo>
                  <a:lnTo>
                    <a:pt x="1118076" y="500856"/>
                  </a:lnTo>
                  <a:lnTo>
                    <a:pt x="1122930" y="493668"/>
                  </a:lnTo>
                  <a:lnTo>
                    <a:pt x="1124712" y="484886"/>
                  </a:lnTo>
                  <a:lnTo>
                    <a:pt x="1124712" y="22605"/>
                  </a:lnTo>
                  <a:lnTo>
                    <a:pt x="1122930" y="13823"/>
                  </a:lnTo>
                  <a:lnTo>
                    <a:pt x="1118076" y="6635"/>
                  </a:lnTo>
                  <a:lnTo>
                    <a:pt x="1110888" y="1781"/>
                  </a:lnTo>
                  <a:lnTo>
                    <a:pt x="1102105" y="0"/>
                  </a:lnTo>
                  <a:close/>
                </a:path>
              </a:pathLst>
            </a:custGeom>
            <a:solidFill>
              <a:srgbClr val="0F548B"/>
            </a:solidFill>
          </p:spPr>
          <p:txBody>
            <a:bodyPr wrap="square" lIns="0" tIns="0" rIns="0" bIns="0" rtlCol="0"/>
            <a:lstStyle/>
            <a:p>
              <a:endParaRPr/>
            </a:p>
          </p:txBody>
        </p:sp>
        <p:sp>
          <p:nvSpPr>
            <p:cNvPr id="98" name="object 98"/>
            <p:cNvSpPr/>
            <p:nvPr/>
          </p:nvSpPr>
          <p:spPr>
            <a:xfrm>
              <a:off x="5282945" y="2952750"/>
              <a:ext cx="1125220" cy="508000"/>
            </a:xfrm>
            <a:custGeom>
              <a:avLst/>
              <a:gdLst/>
              <a:ahLst/>
              <a:cxnLst/>
              <a:rect l="l" t="t" r="r" b="b"/>
              <a:pathLst>
                <a:path w="1125220" h="508000">
                  <a:moveTo>
                    <a:pt x="0" y="22605"/>
                  </a:moveTo>
                  <a:lnTo>
                    <a:pt x="1781" y="13823"/>
                  </a:lnTo>
                  <a:lnTo>
                    <a:pt x="6635" y="6635"/>
                  </a:lnTo>
                  <a:lnTo>
                    <a:pt x="13823" y="1781"/>
                  </a:lnTo>
                  <a:lnTo>
                    <a:pt x="22605" y="0"/>
                  </a:lnTo>
                  <a:lnTo>
                    <a:pt x="1102105" y="0"/>
                  </a:lnTo>
                  <a:lnTo>
                    <a:pt x="1110888" y="1781"/>
                  </a:lnTo>
                  <a:lnTo>
                    <a:pt x="1118076" y="6635"/>
                  </a:lnTo>
                  <a:lnTo>
                    <a:pt x="1122930" y="13823"/>
                  </a:lnTo>
                  <a:lnTo>
                    <a:pt x="1124712" y="22605"/>
                  </a:lnTo>
                  <a:lnTo>
                    <a:pt x="1124712" y="484886"/>
                  </a:lnTo>
                  <a:lnTo>
                    <a:pt x="1122930" y="493668"/>
                  </a:lnTo>
                  <a:lnTo>
                    <a:pt x="1118076" y="500856"/>
                  </a:lnTo>
                  <a:lnTo>
                    <a:pt x="1110888" y="505710"/>
                  </a:lnTo>
                  <a:lnTo>
                    <a:pt x="1102105" y="507491"/>
                  </a:lnTo>
                  <a:lnTo>
                    <a:pt x="22605" y="507491"/>
                  </a:lnTo>
                  <a:lnTo>
                    <a:pt x="13823" y="505710"/>
                  </a:lnTo>
                  <a:lnTo>
                    <a:pt x="6635" y="500856"/>
                  </a:lnTo>
                  <a:lnTo>
                    <a:pt x="1781" y="493668"/>
                  </a:lnTo>
                  <a:lnTo>
                    <a:pt x="0" y="484886"/>
                  </a:lnTo>
                  <a:lnTo>
                    <a:pt x="0" y="22605"/>
                  </a:lnTo>
                  <a:close/>
                </a:path>
              </a:pathLst>
            </a:custGeom>
            <a:ln w="3175">
              <a:solidFill>
                <a:srgbClr val="00D9CE"/>
              </a:solidFill>
            </a:ln>
          </p:spPr>
          <p:txBody>
            <a:bodyPr wrap="square" lIns="0" tIns="0" rIns="0" bIns="0" rtlCol="0"/>
            <a:lstStyle/>
            <a:p>
              <a:endParaRPr/>
            </a:p>
          </p:txBody>
        </p:sp>
        <p:sp>
          <p:nvSpPr>
            <p:cNvPr id="99" name="object 99"/>
            <p:cNvSpPr/>
            <p:nvPr/>
          </p:nvSpPr>
          <p:spPr>
            <a:xfrm>
              <a:off x="5466587" y="2968752"/>
              <a:ext cx="808482" cy="345186"/>
            </a:xfrm>
            <a:prstGeom prst="rect">
              <a:avLst/>
            </a:prstGeom>
            <a:blipFill>
              <a:blip r:embed="rId15" cstate="print"/>
              <a:stretch>
                <a:fillRect/>
              </a:stretch>
            </a:blipFill>
          </p:spPr>
          <p:txBody>
            <a:bodyPr wrap="square" lIns="0" tIns="0" rIns="0" bIns="0" rtlCol="0"/>
            <a:lstStyle/>
            <a:p>
              <a:endParaRPr/>
            </a:p>
          </p:txBody>
        </p:sp>
        <p:sp>
          <p:nvSpPr>
            <p:cNvPr id="100" name="object 100"/>
            <p:cNvSpPr/>
            <p:nvPr/>
          </p:nvSpPr>
          <p:spPr>
            <a:xfrm>
              <a:off x="5497067" y="3151632"/>
              <a:ext cx="706374" cy="345186"/>
            </a:xfrm>
            <a:prstGeom prst="rect">
              <a:avLst/>
            </a:prstGeom>
            <a:blipFill>
              <a:blip r:embed="rId16" cstate="print"/>
              <a:stretch>
                <a:fillRect/>
              </a:stretch>
            </a:blipFill>
          </p:spPr>
          <p:txBody>
            <a:bodyPr wrap="square" lIns="0" tIns="0" rIns="0" bIns="0" rtlCol="0"/>
            <a:lstStyle/>
            <a:p>
              <a:endParaRPr/>
            </a:p>
          </p:txBody>
        </p:sp>
      </p:grpSp>
      <p:sp>
        <p:nvSpPr>
          <p:cNvPr id="101" name="object 101"/>
          <p:cNvSpPr txBox="1"/>
          <p:nvPr/>
        </p:nvSpPr>
        <p:spPr>
          <a:xfrm>
            <a:off x="5287152" y="3006090"/>
            <a:ext cx="851535" cy="391160"/>
          </a:xfrm>
          <a:prstGeom prst="rect">
            <a:avLst/>
          </a:prstGeom>
        </p:spPr>
        <p:txBody>
          <a:bodyPr vert="horz" wrap="square" lIns="0" tIns="12700" rIns="0" bIns="0" rtlCol="0">
            <a:spAutoFit/>
          </a:bodyPr>
          <a:lstStyle/>
          <a:p>
            <a:pPr marL="307975" marR="5080" indent="-30480">
              <a:lnSpc>
                <a:spcPct val="100000"/>
              </a:lnSpc>
              <a:spcBef>
                <a:spcPts val="100"/>
              </a:spcBef>
            </a:pPr>
            <a:r>
              <a:rPr sz="1200" b="1" spc="-5" dirty="0">
                <a:solidFill>
                  <a:srgbClr val="FFFFFF"/>
                </a:solidFill>
                <a:latin typeface="Arial"/>
                <a:cs typeface="Arial"/>
              </a:rPr>
              <a:t>De</a:t>
            </a:r>
            <a:r>
              <a:rPr sz="1200" b="1" dirty="0">
                <a:solidFill>
                  <a:srgbClr val="FFFFFF"/>
                </a:solidFill>
                <a:latin typeface="Arial"/>
                <a:cs typeface="Arial"/>
              </a:rPr>
              <a:t>sired  </a:t>
            </a:r>
            <a:r>
              <a:rPr sz="1200" b="1" spc="-5" dirty="0">
                <a:solidFill>
                  <a:srgbClr val="FFFFFF"/>
                </a:solidFill>
                <a:latin typeface="Arial"/>
                <a:cs typeface="Arial"/>
              </a:rPr>
              <a:t>Output</a:t>
            </a:r>
            <a:endParaRPr sz="1200">
              <a:latin typeface="Arial"/>
              <a:cs typeface="Arial"/>
            </a:endParaRPr>
          </a:p>
        </p:txBody>
      </p:sp>
      <p:grpSp>
        <p:nvGrpSpPr>
          <p:cNvPr id="102" name="object 102"/>
          <p:cNvGrpSpPr/>
          <p:nvPr/>
        </p:nvGrpSpPr>
        <p:grpSpPr>
          <a:xfrm>
            <a:off x="7405116" y="4647946"/>
            <a:ext cx="463550" cy="452120"/>
            <a:chOff x="7405116" y="4647946"/>
            <a:chExt cx="463550" cy="452120"/>
          </a:xfrm>
        </p:grpSpPr>
        <p:sp>
          <p:nvSpPr>
            <p:cNvPr id="103" name="object 103"/>
            <p:cNvSpPr/>
            <p:nvPr/>
          </p:nvSpPr>
          <p:spPr>
            <a:xfrm>
              <a:off x="7405116" y="4647946"/>
              <a:ext cx="463550" cy="452120"/>
            </a:xfrm>
            <a:custGeom>
              <a:avLst/>
              <a:gdLst/>
              <a:ahLst/>
              <a:cxnLst/>
              <a:rect l="l" t="t" r="r" b="b"/>
              <a:pathLst>
                <a:path w="463550" h="452120">
                  <a:moveTo>
                    <a:pt x="257556" y="99949"/>
                  </a:moveTo>
                  <a:lnTo>
                    <a:pt x="252222" y="94615"/>
                  </a:lnTo>
                  <a:lnTo>
                    <a:pt x="245745" y="94107"/>
                  </a:lnTo>
                  <a:lnTo>
                    <a:pt x="234569" y="93091"/>
                  </a:lnTo>
                  <a:lnTo>
                    <a:pt x="227088" y="91541"/>
                  </a:lnTo>
                  <a:lnTo>
                    <a:pt x="220306" y="88430"/>
                  </a:lnTo>
                  <a:lnTo>
                    <a:pt x="214528" y="83845"/>
                  </a:lnTo>
                  <a:lnTo>
                    <a:pt x="210058" y="77851"/>
                  </a:lnTo>
                  <a:lnTo>
                    <a:pt x="209550" y="77470"/>
                  </a:lnTo>
                  <a:lnTo>
                    <a:pt x="209042" y="76454"/>
                  </a:lnTo>
                  <a:lnTo>
                    <a:pt x="209042" y="75946"/>
                  </a:lnTo>
                  <a:lnTo>
                    <a:pt x="206019" y="69049"/>
                  </a:lnTo>
                  <a:lnTo>
                    <a:pt x="205879" y="68072"/>
                  </a:lnTo>
                  <a:lnTo>
                    <a:pt x="204927" y="61722"/>
                  </a:lnTo>
                  <a:lnTo>
                    <a:pt x="205663" y="54305"/>
                  </a:lnTo>
                  <a:lnTo>
                    <a:pt x="208153" y="47117"/>
                  </a:lnTo>
                  <a:lnTo>
                    <a:pt x="212979" y="36830"/>
                  </a:lnTo>
                  <a:lnTo>
                    <a:pt x="215900" y="30861"/>
                  </a:lnTo>
                  <a:lnTo>
                    <a:pt x="215595" y="29972"/>
                  </a:lnTo>
                  <a:lnTo>
                    <a:pt x="213487" y="23622"/>
                  </a:lnTo>
                  <a:lnTo>
                    <a:pt x="183642" y="6286"/>
                  </a:lnTo>
                  <a:lnTo>
                    <a:pt x="183642" y="123444"/>
                  </a:lnTo>
                  <a:lnTo>
                    <a:pt x="179247" y="144907"/>
                  </a:lnTo>
                  <a:lnTo>
                    <a:pt x="167335" y="162521"/>
                  </a:lnTo>
                  <a:lnTo>
                    <a:pt x="149720" y="174434"/>
                  </a:lnTo>
                  <a:lnTo>
                    <a:pt x="128270" y="178816"/>
                  </a:lnTo>
                  <a:lnTo>
                    <a:pt x="106807" y="174434"/>
                  </a:lnTo>
                  <a:lnTo>
                    <a:pt x="89192" y="162521"/>
                  </a:lnTo>
                  <a:lnTo>
                    <a:pt x="77279" y="144907"/>
                  </a:lnTo>
                  <a:lnTo>
                    <a:pt x="72898" y="123444"/>
                  </a:lnTo>
                  <a:lnTo>
                    <a:pt x="77203" y="101777"/>
                  </a:lnTo>
                  <a:lnTo>
                    <a:pt x="89001" y="84188"/>
                  </a:lnTo>
                  <a:lnTo>
                    <a:pt x="106591" y="72390"/>
                  </a:lnTo>
                  <a:lnTo>
                    <a:pt x="128270" y="68072"/>
                  </a:lnTo>
                  <a:lnTo>
                    <a:pt x="149720" y="72466"/>
                  </a:lnTo>
                  <a:lnTo>
                    <a:pt x="167335" y="84378"/>
                  </a:lnTo>
                  <a:lnTo>
                    <a:pt x="179247" y="101993"/>
                  </a:lnTo>
                  <a:lnTo>
                    <a:pt x="183642" y="123444"/>
                  </a:lnTo>
                  <a:lnTo>
                    <a:pt x="183642" y="6286"/>
                  </a:lnTo>
                  <a:lnTo>
                    <a:pt x="172847" y="0"/>
                  </a:lnTo>
                  <a:lnTo>
                    <a:pt x="165481" y="2032"/>
                  </a:lnTo>
                  <a:lnTo>
                    <a:pt x="161544" y="7366"/>
                  </a:lnTo>
                  <a:lnTo>
                    <a:pt x="155194" y="16764"/>
                  </a:lnTo>
                  <a:lnTo>
                    <a:pt x="150037" y="22529"/>
                  </a:lnTo>
                  <a:lnTo>
                    <a:pt x="143649" y="26657"/>
                  </a:lnTo>
                  <a:lnTo>
                    <a:pt x="136423" y="29146"/>
                  </a:lnTo>
                  <a:lnTo>
                    <a:pt x="128778" y="29972"/>
                  </a:lnTo>
                  <a:lnTo>
                    <a:pt x="120916" y="29070"/>
                  </a:lnTo>
                  <a:lnTo>
                    <a:pt x="113703" y="26466"/>
                  </a:lnTo>
                  <a:lnTo>
                    <a:pt x="107429" y="22313"/>
                  </a:lnTo>
                  <a:lnTo>
                    <a:pt x="102362" y="16764"/>
                  </a:lnTo>
                  <a:lnTo>
                    <a:pt x="96012" y="7366"/>
                  </a:lnTo>
                  <a:lnTo>
                    <a:pt x="92075" y="2032"/>
                  </a:lnTo>
                  <a:lnTo>
                    <a:pt x="84709" y="0"/>
                  </a:lnTo>
                  <a:lnTo>
                    <a:pt x="44069" y="23622"/>
                  </a:lnTo>
                  <a:lnTo>
                    <a:pt x="41656" y="30861"/>
                  </a:lnTo>
                  <a:lnTo>
                    <a:pt x="44577" y="36830"/>
                  </a:lnTo>
                  <a:lnTo>
                    <a:pt x="49403" y="47117"/>
                  </a:lnTo>
                  <a:lnTo>
                    <a:pt x="51816" y="54305"/>
                  </a:lnTo>
                  <a:lnTo>
                    <a:pt x="52425" y="61722"/>
                  </a:lnTo>
                  <a:lnTo>
                    <a:pt x="51308" y="69049"/>
                  </a:lnTo>
                  <a:lnTo>
                    <a:pt x="48514" y="75946"/>
                  </a:lnTo>
                  <a:lnTo>
                    <a:pt x="48006" y="76454"/>
                  </a:lnTo>
                  <a:lnTo>
                    <a:pt x="47498" y="77470"/>
                  </a:lnTo>
                  <a:lnTo>
                    <a:pt x="47498" y="77851"/>
                  </a:lnTo>
                  <a:lnTo>
                    <a:pt x="43014" y="83921"/>
                  </a:lnTo>
                  <a:lnTo>
                    <a:pt x="4953" y="94615"/>
                  </a:lnTo>
                  <a:lnTo>
                    <a:pt x="0" y="100457"/>
                  </a:lnTo>
                  <a:lnTo>
                    <a:pt x="0" y="146939"/>
                  </a:lnTo>
                  <a:lnTo>
                    <a:pt x="5334" y="152400"/>
                  </a:lnTo>
                  <a:lnTo>
                    <a:pt x="11811" y="152781"/>
                  </a:lnTo>
                  <a:lnTo>
                    <a:pt x="22987" y="153797"/>
                  </a:lnTo>
                  <a:lnTo>
                    <a:pt x="29883" y="155371"/>
                  </a:lnTo>
                  <a:lnTo>
                    <a:pt x="36398" y="158534"/>
                  </a:lnTo>
                  <a:lnTo>
                    <a:pt x="42075" y="163271"/>
                  </a:lnTo>
                  <a:lnTo>
                    <a:pt x="46482" y="169545"/>
                  </a:lnTo>
                  <a:lnTo>
                    <a:pt x="46990" y="169926"/>
                  </a:lnTo>
                  <a:lnTo>
                    <a:pt x="47498" y="170942"/>
                  </a:lnTo>
                  <a:lnTo>
                    <a:pt x="47498" y="171450"/>
                  </a:lnTo>
                  <a:lnTo>
                    <a:pt x="50507" y="178358"/>
                  </a:lnTo>
                  <a:lnTo>
                    <a:pt x="51625" y="185674"/>
                  </a:lnTo>
                  <a:lnTo>
                    <a:pt x="50914" y="193103"/>
                  </a:lnTo>
                  <a:lnTo>
                    <a:pt x="48514" y="200279"/>
                  </a:lnTo>
                  <a:lnTo>
                    <a:pt x="43561" y="210566"/>
                  </a:lnTo>
                  <a:lnTo>
                    <a:pt x="40640" y="216535"/>
                  </a:lnTo>
                  <a:lnTo>
                    <a:pt x="43053" y="223774"/>
                  </a:lnTo>
                  <a:lnTo>
                    <a:pt x="83693" y="247396"/>
                  </a:lnTo>
                  <a:lnTo>
                    <a:pt x="91059" y="245364"/>
                  </a:lnTo>
                  <a:lnTo>
                    <a:pt x="94996" y="240030"/>
                  </a:lnTo>
                  <a:lnTo>
                    <a:pt x="101346" y="230632"/>
                  </a:lnTo>
                  <a:lnTo>
                    <a:pt x="106489" y="224878"/>
                  </a:lnTo>
                  <a:lnTo>
                    <a:pt x="112877" y="220751"/>
                  </a:lnTo>
                  <a:lnTo>
                    <a:pt x="120103" y="218262"/>
                  </a:lnTo>
                  <a:lnTo>
                    <a:pt x="127762" y="217424"/>
                  </a:lnTo>
                  <a:lnTo>
                    <a:pt x="135610" y="218338"/>
                  </a:lnTo>
                  <a:lnTo>
                    <a:pt x="142824" y="220941"/>
                  </a:lnTo>
                  <a:lnTo>
                    <a:pt x="149098" y="225094"/>
                  </a:lnTo>
                  <a:lnTo>
                    <a:pt x="154178" y="230632"/>
                  </a:lnTo>
                  <a:lnTo>
                    <a:pt x="160655" y="240030"/>
                  </a:lnTo>
                  <a:lnTo>
                    <a:pt x="164465" y="245364"/>
                  </a:lnTo>
                  <a:lnTo>
                    <a:pt x="171831" y="247396"/>
                  </a:lnTo>
                  <a:lnTo>
                    <a:pt x="212471" y="223774"/>
                  </a:lnTo>
                  <a:lnTo>
                    <a:pt x="214693" y="217424"/>
                  </a:lnTo>
                  <a:lnTo>
                    <a:pt x="215011" y="216535"/>
                  </a:lnTo>
                  <a:lnTo>
                    <a:pt x="211963" y="210566"/>
                  </a:lnTo>
                  <a:lnTo>
                    <a:pt x="207137" y="200279"/>
                  </a:lnTo>
                  <a:lnTo>
                    <a:pt x="204711" y="193103"/>
                  </a:lnTo>
                  <a:lnTo>
                    <a:pt x="204114" y="185674"/>
                  </a:lnTo>
                  <a:lnTo>
                    <a:pt x="205193" y="178816"/>
                  </a:lnTo>
                  <a:lnTo>
                    <a:pt x="205270" y="178358"/>
                  </a:lnTo>
                  <a:lnTo>
                    <a:pt x="208153" y="171450"/>
                  </a:lnTo>
                  <a:lnTo>
                    <a:pt x="208534" y="170942"/>
                  </a:lnTo>
                  <a:lnTo>
                    <a:pt x="209042" y="169926"/>
                  </a:lnTo>
                  <a:lnTo>
                    <a:pt x="209042" y="169545"/>
                  </a:lnTo>
                  <a:lnTo>
                    <a:pt x="213512" y="163487"/>
                  </a:lnTo>
                  <a:lnTo>
                    <a:pt x="252603" y="152400"/>
                  </a:lnTo>
                  <a:lnTo>
                    <a:pt x="257556" y="146431"/>
                  </a:lnTo>
                  <a:lnTo>
                    <a:pt x="257556" y="99949"/>
                  </a:lnTo>
                  <a:close/>
                </a:path>
                <a:path w="463550" h="452120">
                  <a:moveTo>
                    <a:pt x="463042" y="305308"/>
                  </a:moveTo>
                  <a:lnTo>
                    <a:pt x="457581" y="299847"/>
                  </a:lnTo>
                  <a:lnTo>
                    <a:pt x="451231" y="299466"/>
                  </a:lnTo>
                  <a:lnTo>
                    <a:pt x="440055" y="298450"/>
                  </a:lnTo>
                  <a:lnTo>
                    <a:pt x="432574" y="296900"/>
                  </a:lnTo>
                  <a:lnTo>
                    <a:pt x="425792" y="293801"/>
                  </a:lnTo>
                  <a:lnTo>
                    <a:pt x="420014" y="289255"/>
                  </a:lnTo>
                  <a:lnTo>
                    <a:pt x="415544" y="283337"/>
                  </a:lnTo>
                  <a:lnTo>
                    <a:pt x="415036" y="282829"/>
                  </a:lnTo>
                  <a:lnTo>
                    <a:pt x="414528" y="281813"/>
                  </a:lnTo>
                  <a:lnTo>
                    <a:pt x="414528" y="281432"/>
                  </a:lnTo>
                  <a:lnTo>
                    <a:pt x="411505" y="274485"/>
                  </a:lnTo>
                  <a:lnTo>
                    <a:pt x="411365" y="273558"/>
                  </a:lnTo>
                  <a:lnTo>
                    <a:pt x="410413" y="267169"/>
                  </a:lnTo>
                  <a:lnTo>
                    <a:pt x="411149" y="259778"/>
                  </a:lnTo>
                  <a:lnTo>
                    <a:pt x="413639" y="252603"/>
                  </a:lnTo>
                  <a:lnTo>
                    <a:pt x="418465" y="242316"/>
                  </a:lnTo>
                  <a:lnTo>
                    <a:pt x="421386" y="236474"/>
                  </a:lnTo>
                  <a:lnTo>
                    <a:pt x="421081" y="235585"/>
                  </a:lnTo>
                  <a:lnTo>
                    <a:pt x="418973" y="229235"/>
                  </a:lnTo>
                  <a:lnTo>
                    <a:pt x="413131" y="225806"/>
                  </a:lnTo>
                  <a:lnTo>
                    <a:pt x="388620" y="211734"/>
                  </a:lnTo>
                  <a:lnTo>
                    <a:pt x="388620" y="328676"/>
                  </a:lnTo>
                  <a:lnTo>
                    <a:pt x="384327" y="350266"/>
                  </a:lnTo>
                  <a:lnTo>
                    <a:pt x="372567" y="367766"/>
                  </a:lnTo>
                  <a:lnTo>
                    <a:pt x="355015" y="379514"/>
                  </a:lnTo>
                  <a:lnTo>
                    <a:pt x="333375" y="383794"/>
                  </a:lnTo>
                  <a:lnTo>
                    <a:pt x="311937" y="379437"/>
                  </a:lnTo>
                  <a:lnTo>
                    <a:pt x="294360" y="367576"/>
                  </a:lnTo>
                  <a:lnTo>
                    <a:pt x="282486" y="350050"/>
                  </a:lnTo>
                  <a:lnTo>
                    <a:pt x="278130" y="328676"/>
                  </a:lnTo>
                  <a:lnTo>
                    <a:pt x="282486" y="307314"/>
                  </a:lnTo>
                  <a:lnTo>
                    <a:pt x="294360" y="289788"/>
                  </a:lnTo>
                  <a:lnTo>
                    <a:pt x="311937" y="277926"/>
                  </a:lnTo>
                  <a:lnTo>
                    <a:pt x="333375" y="273558"/>
                  </a:lnTo>
                  <a:lnTo>
                    <a:pt x="354799" y="277926"/>
                  </a:lnTo>
                  <a:lnTo>
                    <a:pt x="372376" y="289788"/>
                  </a:lnTo>
                  <a:lnTo>
                    <a:pt x="384251" y="307314"/>
                  </a:lnTo>
                  <a:lnTo>
                    <a:pt x="388620" y="328676"/>
                  </a:lnTo>
                  <a:lnTo>
                    <a:pt x="388620" y="211734"/>
                  </a:lnTo>
                  <a:lnTo>
                    <a:pt x="384175" y="209169"/>
                  </a:lnTo>
                  <a:lnTo>
                    <a:pt x="378333" y="205740"/>
                  </a:lnTo>
                  <a:lnTo>
                    <a:pt x="370967" y="207772"/>
                  </a:lnTo>
                  <a:lnTo>
                    <a:pt x="367157" y="213106"/>
                  </a:lnTo>
                  <a:lnTo>
                    <a:pt x="360807" y="222377"/>
                  </a:lnTo>
                  <a:lnTo>
                    <a:pt x="355587" y="228142"/>
                  </a:lnTo>
                  <a:lnTo>
                    <a:pt x="349161" y="232270"/>
                  </a:lnTo>
                  <a:lnTo>
                    <a:pt x="341960" y="234759"/>
                  </a:lnTo>
                  <a:lnTo>
                    <a:pt x="334391" y="235585"/>
                  </a:lnTo>
                  <a:lnTo>
                    <a:pt x="326529" y="234683"/>
                  </a:lnTo>
                  <a:lnTo>
                    <a:pt x="319316" y="232079"/>
                  </a:lnTo>
                  <a:lnTo>
                    <a:pt x="313042" y="227926"/>
                  </a:lnTo>
                  <a:lnTo>
                    <a:pt x="307975" y="222377"/>
                  </a:lnTo>
                  <a:lnTo>
                    <a:pt x="301625" y="213106"/>
                  </a:lnTo>
                  <a:lnTo>
                    <a:pt x="297688" y="207772"/>
                  </a:lnTo>
                  <a:lnTo>
                    <a:pt x="290322" y="205740"/>
                  </a:lnTo>
                  <a:lnTo>
                    <a:pt x="284480" y="209169"/>
                  </a:lnTo>
                  <a:lnTo>
                    <a:pt x="255524" y="225806"/>
                  </a:lnTo>
                  <a:lnTo>
                    <a:pt x="249682" y="229235"/>
                  </a:lnTo>
                  <a:lnTo>
                    <a:pt x="247269" y="236474"/>
                  </a:lnTo>
                  <a:lnTo>
                    <a:pt x="250190" y="242316"/>
                  </a:lnTo>
                  <a:lnTo>
                    <a:pt x="255143" y="252603"/>
                  </a:lnTo>
                  <a:lnTo>
                    <a:pt x="257479" y="259778"/>
                  </a:lnTo>
                  <a:lnTo>
                    <a:pt x="258064" y="267169"/>
                  </a:lnTo>
                  <a:lnTo>
                    <a:pt x="256921" y="274485"/>
                  </a:lnTo>
                  <a:lnTo>
                    <a:pt x="254127" y="281432"/>
                  </a:lnTo>
                  <a:lnTo>
                    <a:pt x="253619" y="281813"/>
                  </a:lnTo>
                  <a:lnTo>
                    <a:pt x="253111" y="282829"/>
                  </a:lnTo>
                  <a:lnTo>
                    <a:pt x="253111" y="283337"/>
                  </a:lnTo>
                  <a:lnTo>
                    <a:pt x="248691" y="289331"/>
                  </a:lnTo>
                  <a:lnTo>
                    <a:pt x="209169" y="299847"/>
                  </a:lnTo>
                  <a:lnTo>
                    <a:pt x="204216" y="305816"/>
                  </a:lnTo>
                  <a:lnTo>
                    <a:pt x="204216" y="352044"/>
                  </a:lnTo>
                  <a:lnTo>
                    <a:pt x="209550" y="357505"/>
                  </a:lnTo>
                  <a:lnTo>
                    <a:pt x="215900" y="357886"/>
                  </a:lnTo>
                  <a:lnTo>
                    <a:pt x="227203" y="358902"/>
                  </a:lnTo>
                  <a:lnTo>
                    <a:pt x="252603" y="375539"/>
                  </a:lnTo>
                  <a:lnTo>
                    <a:pt x="252603" y="375920"/>
                  </a:lnTo>
                  <a:lnTo>
                    <a:pt x="255689" y="382879"/>
                  </a:lnTo>
                  <a:lnTo>
                    <a:pt x="256819" y="390194"/>
                  </a:lnTo>
                  <a:lnTo>
                    <a:pt x="256095" y="397586"/>
                  </a:lnTo>
                  <a:lnTo>
                    <a:pt x="253619" y="404749"/>
                  </a:lnTo>
                  <a:lnTo>
                    <a:pt x="248793" y="415036"/>
                  </a:lnTo>
                  <a:lnTo>
                    <a:pt x="245745" y="420878"/>
                  </a:lnTo>
                  <a:lnTo>
                    <a:pt x="248285" y="428117"/>
                  </a:lnTo>
                  <a:lnTo>
                    <a:pt x="288798" y="451612"/>
                  </a:lnTo>
                  <a:lnTo>
                    <a:pt x="296164" y="449580"/>
                  </a:lnTo>
                  <a:lnTo>
                    <a:pt x="300101" y="444246"/>
                  </a:lnTo>
                  <a:lnTo>
                    <a:pt x="306451" y="434975"/>
                  </a:lnTo>
                  <a:lnTo>
                    <a:pt x="311594" y="429221"/>
                  </a:lnTo>
                  <a:lnTo>
                    <a:pt x="317982" y="425094"/>
                  </a:lnTo>
                  <a:lnTo>
                    <a:pt x="325208" y="422605"/>
                  </a:lnTo>
                  <a:lnTo>
                    <a:pt x="332867" y="421767"/>
                  </a:lnTo>
                  <a:lnTo>
                    <a:pt x="340715" y="422681"/>
                  </a:lnTo>
                  <a:lnTo>
                    <a:pt x="347929" y="425284"/>
                  </a:lnTo>
                  <a:lnTo>
                    <a:pt x="354203" y="429437"/>
                  </a:lnTo>
                  <a:lnTo>
                    <a:pt x="359283" y="434975"/>
                  </a:lnTo>
                  <a:lnTo>
                    <a:pt x="365633" y="444246"/>
                  </a:lnTo>
                  <a:lnTo>
                    <a:pt x="369570" y="449580"/>
                  </a:lnTo>
                  <a:lnTo>
                    <a:pt x="376936" y="451612"/>
                  </a:lnTo>
                  <a:lnTo>
                    <a:pt x="417449" y="428117"/>
                  </a:lnTo>
                  <a:lnTo>
                    <a:pt x="419671" y="421767"/>
                  </a:lnTo>
                  <a:lnTo>
                    <a:pt x="419989" y="420878"/>
                  </a:lnTo>
                  <a:lnTo>
                    <a:pt x="417068" y="415036"/>
                  </a:lnTo>
                  <a:lnTo>
                    <a:pt x="412115" y="404749"/>
                  </a:lnTo>
                  <a:lnTo>
                    <a:pt x="409689" y="397586"/>
                  </a:lnTo>
                  <a:lnTo>
                    <a:pt x="409092" y="390194"/>
                  </a:lnTo>
                  <a:lnTo>
                    <a:pt x="410108" y="383794"/>
                  </a:lnTo>
                  <a:lnTo>
                    <a:pt x="410248" y="382879"/>
                  </a:lnTo>
                  <a:lnTo>
                    <a:pt x="413131" y="375920"/>
                  </a:lnTo>
                  <a:lnTo>
                    <a:pt x="413639" y="375539"/>
                  </a:lnTo>
                  <a:lnTo>
                    <a:pt x="414020" y="374523"/>
                  </a:lnTo>
                  <a:lnTo>
                    <a:pt x="414020" y="374015"/>
                  </a:lnTo>
                  <a:lnTo>
                    <a:pt x="418490" y="368033"/>
                  </a:lnTo>
                  <a:lnTo>
                    <a:pt x="456692" y="357505"/>
                  </a:lnTo>
                  <a:lnTo>
                    <a:pt x="461518" y="351536"/>
                  </a:lnTo>
                  <a:lnTo>
                    <a:pt x="461518" y="312039"/>
                  </a:lnTo>
                  <a:lnTo>
                    <a:pt x="463042" y="305308"/>
                  </a:lnTo>
                  <a:close/>
                </a:path>
              </a:pathLst>
            </a:custGeom>
            <a:solidFill>
              <a:srgbClr val="FFFFFF"/>
            </a:solidFill>
          </p:spPr>
          <p:txBody>
            <a:bodyPr wrap="square" lIns="0" tIns="0" rIns="0" bIns="0" rtlCol="0"/>
            <a:lstStyle/>
            <a:p>
              <a:endParaRPr/>
            </a:p>
          </p:txBody>
        </p:sp>
        <p:sp>
          <p:nvSpPr>
            <p:cNvPr id="104" name="object 104"/>
            <p:cNvSpPr/>
            <p:nvPr/>
          </p:nvSpPr>
          <p:spPr>
            <a:xfrm>
              <a:off x="7682484" y="4672584"/>
              <a:ext cx="166147" cy="146272"/>
            </a:xfrm>
            <a:prstGeom prst="rect">
              <a:avLst/>
            </a:prstGeom>
            <a:blipFill>
              <a:blip r:embed="rId17" cstate="print"/>
              <a:stretch>
                <a:fillRect/>
              </a:stretch>
            </a:blipFill>
          </p:spPr>
          <p:txBody>
            <a:bodyPr wrap="square" lIns="0" tIns="0" rIns="0" bIns="0" rtlCol="0"/>
            <a:lstStyle/>
            <a:p>
              <a:endParaRPr/>
            </a:p>
          </p:txBody>
        </p:sp>
        <p:sp>
          <p:nvSpPr>
            <p:cNvPr id="105" name="object 105"/>
            <p:cNvSpPr/>
            <p:nvPr/>
          </p:nvSpPr>
          <p:spPr>
            <a:xfrm>
              <a:off x="7424928" y="4928616"/>
              <a:ext cx="164592" cy="146303"/>
            </a:xfrm>
            <a:prstGeom prst="rect">
              <a:avLst/>
            </a:prstGeom>
            <a:blipFill>
              <a:blip r:embed="rId18" cstate="print"/>
              <a:stretch>
                <a:fillRect/>
              </a:stretch>
            </a:blipFill>
          </p:spPr>
          <p:txBody>
            <a:bodyPr wrap="square" lIns="0" tIns="0" rIns="0" bIns="0" rtlCol="0"/>
            <a:lstStyle/>
            <a:p>
              <a:endParaRPr/>
            </a:p>
          </p:txBody>
        </p:sp>
      </p:grpSp>
      <p:sp>
        <p:nvSpPr>
          <p:cNvPr id="106" name="object 106"/>
          <p:cNvSpPr/>
          <p:nvPr/>
        </p:nvSpPr>
        <p:spPr>
          <a:xfrm>
            <a:off x="4824984" y="4636008"/>
            <a:ext cx="477520" cy="475615"/>
          </a:xfrm>
          <a:custGeom>
            <a:avLst/>
            <a:gdLst/>
            <a:ahLst/>
            <a:cxnLst/>
            <a:rect l="l" t="t" r="r" b="b"/>
            <a:pathLst>
              <a:path w="477520" h="475614">
                <a:moveTo>
                  <a:pt x="393064" y="263525"/>
                </a:moveTo>
                <a:lnTo>
                  <a:pt x="83946" y="263525"/>
                </a:lnTo>
                <a:lnTo>
                  <a:pt x="69826" y="266376"/>
                </a:lnTo>
                <a:lnTo>
                  <a:pt x="58324" y="274145"/>
                </a:lnTo>
                <a:lnTo>
                  <a:pt x="50585" y="285652"/>
                </a:lnTo>
                <a:lnTo>
                  <a:pt x="47751" y="299720"/>
                </a:lnTo>
                <a:lnTo>
                  <a:pt x="47751" y="362204"/>
                </a:lnTo>
                <a:lnTo>
                  <a:pt x="28825" y="368940"/>
                </a:lnTo>
                <a:lnTo>
                  <a:pt x="13684" y="381428"/>
                </a:lnTo>
                <a:lnTo>
                  <a:pt x="3639" y="398369"/>
                </a:lnTo>
                <a:lnTo>
                  <a:pt x="0" y="418465"/>
                </a:lnTo>
                <a:lnTo>
                  <a:pt x="4502" y="440662"/>
                </a:lnTo>
                <a:lnTo>
                  <a:pt x="16779" y="458787"/>
                </a:lnTo>
                <a:lnTo>
                  <a:pt x="34986" y="471007"/>
                </a:lnTo>
                <a:lnTo>
                  <a:pt x="57276" y="475488"/>
                </a:lnTo>
                <a:lnTo>
                  <a:pt x="79494" y="471007"/>
                </a:lnTo>
                <a:lnTo>
                  <a:pt x="97662" y="458787"/>
                </a:lnTo>
                <a:lnTo>
                  <a:pt x="109926" y="440662"/>
                </a:lnTo>
                <a:lnTo>
                  <a:pt x="114426" y="418465"/>
                </a:lnTo>
                <a:lnTo>
                  <a:pt x="110771" y="398369"/>
                </a:lnTo>
                <a:lnTo>
                  <a:pt x="100711" y="381428"/>
                </a:lnTo>
                <a:lnTo>
                  <a:pt x="85601" y="368940"/>
                </a:lnTo>
                <a:lnTo>
                  <a:pt x="66801" y="362204"/>
                </a:lnTo>
                <a:lnTo>
                  <a:pt x="66801" y="290322"/>
                </a:lnTo>
                <a:lnTo>
                  <a:pt x="74549" y="282575"/>
                </a:lnTo>
                <a:lnTo>
                  <a:pt x="424330" y="282575"/>
                </a:lnTo>
                <a:lnTo>
                  <a:pt x="422615" y="280035"/>
                </a:lnTo>
                <a:lnTo>
                  <a:pt x="199770" y="280035"/>
                </a:lnTo>
                <a:lnTo>
                  <a:pt x="199262" y="279527"/>
                </a:lnTo>
                <a:lnTo>
                  <a:pt x="199262" y="266573"/>
                </a:lnTo>
                <a:lnTo>
                  <a:pt x="199770" y="265938"/>
                </a:lnTo>
                <a:lnTo>
                  <a:pt x="404968" y="265938"/>
                </a:lnTo>
                <a:lnTo>
                  <a:pt x="393064" y="263525"/>
                </a:lnTo>
                <a:close/>
              </a:path>
              <a:path w="477520" h="475614">
                <a:moveTo>
                  <a:pt x="354838" y="282575"/>
                </a:moveTo>
                <a:lnTo>
                  <a:pt x="122046" y="282575"/>
                </a:lnTo>
                <a:lnTo>
                  <a:pt x="228980" y="329819"/>
                </a:lnTo>
                <a:lnTo>
                  <a:pt x="228980" y="362204"/>
                </a:lnTo>
                <a:lnTo>
                  <a:pt x="210107" y="368940"/>
                </a:lnTo>
                <a:lnTo>
                  <a:pt x="194960" y="381428"/>
                </a:lnTo>
                <a:lnTo>
                  <a:pt x="184886" y="398369"/>
                </a:lnTo>
                <a:lnTo>
                  <a:pt x="181228" y="418465"/>
                </a:lnTo>
                <a:lnTo>
                  <a:pt x="185731" y="440662"/>
                </a:lnTo>
                <a:lnTo>
                  <a:pt x="198008" y="458787"/>
                </a:lnTo>
                <a:lnTo>
                  <a:pt x="216215" y="471007"/>
                </a:lnTo>
                <a:lnTo>
                  <a:pt x="238505" y="475488"/>
                </a:lnTo>
                <a:lnTo>
                  <a:pt x="260742" y="471007"/>
                </a:lnTo>
                <a:lnTo>
                  <a:pt x="278955" y="458787"/>
                </a:lnTo>
                <a:lnTo>
                  <a:pt x="291262" y="440662"/>
                </a:lnTo>
                <a:lnTo>
                  <a:pt x="295782" y="418465"/>
                </a:lnTo>
                <a:lnTo>
                  <a:pt x="292125" y="398369"/>
                </a:lnTo>
                <a:lnTo>
                  <a:pt x="282051" y="381428"/>
                </a:lnTo>
                <a:lnTo>
                  <a:pt x="266904" y="368940"/>
                </a:lnTo>
                <a:lnTo>
                  <a:pt x="248030" y="362204"/>
                </a:lnTo>
                <a:lnTo>
                  <a:pt x="248030" y="329819"/>
                </a:lnTo>
                <a:lnTo>
                  <a:pt x="354838" y="282575"/>
                </a:lnTo>
                <a:close/>
              </a:path>
              <a:path w="477520" h="475614">
                <a:moveTo>
                  <a:pt x="424330" y="282575"/>
                </a:moveTo>
                <a:lnTo>
                  <a:pt x="402463" y="282575"/>
                </a:lnTo>
                <a:lnTo>
                  <a:pt x="410210" y="290322"/>
                </a:lnTo>
                <a:lnTo>
                  <a:pt x="410210" y="362204"/>
                </a:lnTo>
                <a:lnTo>
                  <a:pt x="391356" y="368940"/>
                </a:lnTo>
                <a:lnTo>
                  <a:pt x="376253" y="381428"/>
                </a:lnTo>
                <a:lnTo>
                  <a:pt x="366222" y="398369"/>
                </a:lnTo>
                <a:lnTo>
                  <a:pt x="362585" y="418465"/>
                </a:lnTo>
                <a:lnTo>
                  <a:pt x="367085" y="440662"/>
                </a:lnTo>
                <a:lnTo>
                  <a:pt x="379349" y="458787"/>
                </a:lnTo>
                <a:lnTo>
                  <a:pt x="397517" y="471007"/>
                </a:lnTo>
                <a:lnTo>
                  <a:pt x="419735" y="475488"/>
                </a:lnTo>
                <a:lnTo>
                  <a:pt x="441971" y="471007"/>
                </a:lnTo>
                <a:lnTo>
                  <a:pt x="460184" y="458787"/>
                </a:lnTo>
                <a:lnTo>
                  <a:pt x="472491" y="440662"/>
                </a:lnTo>
                <a:lnTo>
                  <a:pt x="477012" y="418465"/>
                </a:lnTo>
                <a:lnTo>
                  <a:pt x="473354" y="398369"/>
                </a:lnTo>
                <a:lnTo>
                  <a:pt x="463280" y="381428"/>
                </a:lnTo>
                <a:lnTo>
                  <a:pt x="448133" y="368940"/>
                </a:lnTo>
                <a:lnTo>
                  <a:pt x="429260" y="362204"/>
                </a:lnTo>
                <a:lnTo>
                  <a:pt x="429260" y="299720"/>
                </a:lnTo>
                <a:lnTo>
                  <a:pt x="426408" y="285652"/>
                </a:lnTo>
                <a:lnTo>
                  <a:pt x="424330" y="282575"/>
                </a:lnTo>
                <a:close/>
              </a:path>
              <a:path w="477520" h="475614">
                <a:moveTo>
                  <a:pt x="231901" y="265938"/>
                </a:moveTo>
                <a:lnTo>
                  <a:pt x="212851" y="265938"/>
                </a:lnTo>
                <a:lnTo>
                  <a:pt x="213360" y="266573"/>
                </a:lnTo>
                <a:lnTo>
                  <a:pt x="213360" y="279527"/>
                </a:lnTo>
                <a:lnTo>
                  <a:pt x="212851" y="280035"/>
                </a:lnTo>
                <a:lnTo>
                  <a:pt x="231901" y="280035"/>
                </a:lnTo>
                <a:lnTo>
                  <a:pt x="231393" y="279527"/>
                </a:lnTo>
                <a:lnTo>
                  <a:pt x="231393" y="266573"/>
                </a:lnTo>
                <a:lnTo>
                  <a:pt x="231901" y="265938"/>
                </a:lnTo>
                <a:close/>
              </a:path>
              <a:path w="477520" h="475614">
                <a:moveTo>
                  <a:pt x="264160" y="265938"/>
                </a:moveTo>
                <a:lnTo>
                  <a:pt x="245110" y="265938"/>
                </a:lnTo>
                <a:lnTo>
                  <a:pt x="245617" y="266573"/>
                </a:lnTo>
                <a:lnTo>
                  <a:pt x="245617" y="279527"/>
                </a:lnTo>
                <a:lnTo>
                  <a:pt x="245110" y="280035"/>
                </a:lnTo>
                <a:lnTo>
                  <a:pt x="264160" y="280035"/>
                </a:lnTo>
                <a:lnTo>
                  <a:pt x="263651" y="279527"/>
                </a:lnTo>
                <a:lnTo>
                  <a:pt x="263651" y="266573"/>
                </a:lnTo>
                <a:lnTo>
                  <a:pt x="264160" y="265938"/>
                </a:lnTo>
                <a:close/>
              </a:path>
              <a:path w="477520" h="475614">
                <a:moveTo>
                  <a:pt x="404968" y="265938"/>
                </a:moveTo>
                <a:lnTo>
                  <a:pt x="277240" y="265938"/>
                </a:lnTo>
                <a:lnTo>
                  <a:pt x="277749" y="266573"/>
                </a:lnTo>
                <a:lnTo>
                  <a:pt x="277749" y="279527"/>
                </a:lnTo>
                <a:lnTo>
                  <a:pt x="277240" y="280035"/>
                </a:lnTo>
                <a:lnTo>
                  <a:pt x="422615" y="280035"/>
                </a:lnTo>
                <a:lnTo>
                  <a:pt x="418639" y="274145"/>
                </a:lnTo>
                <a:lnTo>
                  <a:pt x="407132" y="266376"/>
                </a:lnTo>
                <a:lnTo>
                  <a:pt x="404968" y="265938"/>
                </a:lnTo>
                <a:close/>
              </a:path>
              <a:path w="477520" h="475614">
                <a:moveTo>
                  <a:pt x="248030" y="190881"/>
                </a:moveTo>
                <a:lnTo>
                  <a:pt x="228980" y="190881"/>
                </a:lnTo>
                <a:lnTo>
                  <a:pt x="228980" y="216154"/>
                </a:lnTo>
                <a:lnTo>
                  <a:pt x="122174" y="263525"/>
                </a:lnTo>
                <a:lnTo>
                  <a:pt x="354838" y="263525"/>
                </a:lnTo>
                <a:lnTo>
                  <a:pt x="248030" y="216154"/>
                </a:lnTo>
                <a:lnTo>
                  <a:pt x="248030" y="190881"/>
                </a:lnTo>
                <a:close/>
              </a:path>
              <a:path w="477520" h="475614">
                <a:moveTo>
                  <a:pt x="203835" y="0"/>
                </a:moveTo>
                <a:lnTo>
                  <a:pt x="136525" y="0"/>
                </a:lnTo>
                <a:lnTo>
                  <a:pt x="128002" y="1736"/>
                </a:lnTo>
                <a:lnTo>
                  <a:pt x="121015" y="6461"/>
                </a:lnTo>
                <a:lnTo>
                  <a:pt x="116290" y="13448"/>
                </a:lnTo>
                <a:lnTo>
                  <a:pt x="114553" y="21971"/>
                </a:lnTo>
                <a:lnTo>
                  <a:pt x="114553" y="169037"/>
                </a:lnTo>
                <a:lnTo>
                  <a:pt x="116290" y="177540"/>
                </a:lnTo>
                <a:lnTo>
                  <a:pt x="121015" y="184483"/>
                </a:lnTo>
                <a:lnTo>
                  <a:pt x="128002" y="189164"/>
                </a:lnTo>
                <a:lnTo>
                  <a:pt x="136525" y="190881"/>
                </a:lnTo>
                <a:lnTo>
                  <a:pt x="340360" y="190881"/>
                </a:lnTo>
                <a:lnTo>
                  <a:pt x="348936" y="189164"/>
                </a:lnTo>
                <a:lnTo>
                  <a:pt x="355917" y="184483"/>
                </a:lnTo>
                <a:lnTo>
                  <a:pt x="360612" y="177540"/>
                </a:lnTo>
                <a:lnTo>
                  <a:pt x="362330" y="169037"/>
                </a:lnTo>
                <a:lnTo>
                  <a:pt x="362330" y="124460"/>
                </a:lnTo>
                <a:lnTo>
                  <a:pt x="172338" y="124460"/>
                </a:lnTo>
                <a:lnTo>
                  <a:pt x="171576" y="123698"/>
                </a:lnTo>
                <a:lnTo>
                  <a:pt x="171576" y="101473"/>
                </a:lnTo>
                <a:lnTo>
                  <a:pt x="172338" y="100584"/>
                </a:lnTo>
                <a:lnTo>
                  <a:pt x="362330" y="100584"/>
                </a:lnTo>
                <a:lnTo>
                  <a:pt x="362330" y="56007"/>
                </a:lnTo>
                <a:lnTo>
                  <a:pt x="360612" y="47484"/>
                </a:lnTo>
                <a:lnTo>
                  <a:pt x="355917" y="40497"/>
                </a:lnTo>
                <a:lnTo>
                  <a:pt x="348936" y="35772"/>
                </a:lnTo>
                <a:lnTo>
                  <a:pt x="340360" y="34036"/>
                </a:lnTo>
                <a:lnTo>
                  <a:pt x="239521" y="34036"/>
                </a:lnTo>
                <a:lnTo>
                  <a:pt x="238760" y="33909"/>
                </a:lnTo>
                <a:lnTo>
                  <a:pt x="238251" y="33147"/>
                </a:lnTo>
                <a:lnTo>
                  <a:pt x="213740" y="7112"/>
                </a:lnTo>
                <a:lnTo>
                  <a:pt x="209550" y="2540"/>
                </a:lnTo>
                <a:lnTo>
                  <a:pt x="203835" y="0"/>
                </a:lnTo>
                <a:close/>
              </a:path>
              <a:path w="477520" h="475614">
                <a:moveTo>
                  <a:pt x="227329" y="100584"/>
                </a:moveTo>
                <a:lnTo>
                  <a:pt x="194817" y="100584"/>
                </a:lnTo>
                <a:lnTo>
                  <a:pt x="195579" y="101473"/>
                </a:lnTo>
                <a:lnTo>
                  <a:pt x="195579" y="123698"/>
                </a:lnTo>
                <a:lnTo>
                  <a:pt x="194817" y="124460"/>
                </a:lnTo>
                <a:lnTo>
                  <a:pt x="227329" y="124460"/>
                </a:lnTo>
                <a:lnTo>
                  <a:pt x="226440" y="123698"/>
                </a:lnTo>
                <a:lnTo>
                  <a:pt x="226440" y="101473"/>
                </a:lnTo>
                <a:lnTo>
                  <a:pt x="227329" y="100584"/>
                </a:lnTo>
                <a:close/>
              </a:path>
              <a:path w="477520" h="475614">
                <a:moveTo>
                  <a:pt x="282193" y="100584"/>
                </a:moveTo>
                <a:lnTo>
                  <a:pt x="249681" y="100584"/>
                </a:lnTo>
                <a:lnTo>
                  <a:pt x="250570" y="101473"/>
                </a:lnTo>
                <a:lnTo>
                  <a:pt x="250570" y="123698"/>
                </a:lnTo>
                <a:lnTo>
                  <a:pt x="249681" y="124460"/>
                </a:lnTo>
                <a:lnTo>
                  <a:pt x="282193" y="124460"/>
                </a:lnTo>
                <a:lnTo>
                  <a:pt x="281304" y="123698"/>
                </a:lnTo>
                <a:lnTo>
                  <a:pt x="281304" y="101473"/>
                </a:lnTo>
                <a:lnTo>
                  <a:pt x="282193" y="100584"/>
                </a:lnTo>
                <a:close/>
              </a:path>
              <a:path w="477520" h="475614">
                <a:moveTo>
                  <a:pt x="362330" y="100584"/>
                </a:moveTo>
                <a:lnTo>
                  <a:pt x="304673" y="100584"/>
                </a:lnTo>
                <a:lnTo>
                  <a:pt x="305435" y="101473"/>
                </a:lnTo>
                <a:lnTo>
                  <a:pt x="305435" y="123698"/>
                </a:lnTo>
                <a:lnTo>
                  <a:pt x="304673" y="124460"/>
                </a:lnTo>
                <a:lnTo>
                  <a:pt x="362330" y="124460"/>
                </a:lnTo>
                <a:lnTo>
                  <a:pt x="362330" y="100584"/>
                </a:lnTo>
                <a:close/>
              </a:path>
            </a:pathLst>
          </a:custGeom>
          <a:solidFill>
            <a:srgbClr val="FFFFFF"/>
          </a:solidFill>
        </p:spPr>
        <p:txBody>
          <a:bodyPr wrap="square" lIns="0" tIns="0" rIns="0" bIns="0" rtlCol="0"/>
          <a:lstStyle/>
          <a:p>
            <a:endParaRPr/>
          </a:p>
        </p:txBody>
      </p:sp>
      <p:grpSp>
        <p:nvGrpSpPr>
          <p:cNvPr id="107" name="object 107"/>
          <p:cNvGrpSpPr/>
          <p:nvPr/>
        </p:nvGrpSpPr>
        <p:grpSpPr>
          <a:xfrm>
            <a:off x="2286" y="1333372"/>
            <a:ext cx="4204335" cy="311150"/>
            <a:chOff x="2286" y="1333372"/>
            <a:chExt cx="4204335" cy="311150"/>
          </a:xfrm>
        </p:grpSpPr>
        <p:sp>
          <p:nvSpPr>
            <p:cNvPr id="108" name="object 108"/>
            <p:cNvSpPr/>
            <p:nvPr/>
          </p:nvSpPr>
          <p:spPr>
            <a:xfrm>
              <a:off x="2286" y="1488185"/>
              <a:ext cx="3849370" cy="0"/>
            </a:xfrm>
            <a:custGeom>
              <a:avLst/>
              <a:gdLst/>
              <a:ahLst/>
              <a:cxnLst/>
              <a:rect l="l" t="t" r="r" b="b"/>
              <a:pathLst>
                <a:path w="3849370">
                  <a:moveTo>
                    <a:pt x="0" y="0"/>
                  </a:moveTo>
                  <a:lnTo>
                    <a:pt x="3848862" y="0"/>
                  </a:lnTo>
                </a:path>
              </a:pathLst>
            </a:custGeom>
            <a:ln w="3175">
              <a:solidFill>
                <a:srgbClr val="BEBEBE"/>
              </a:solidFill>
            </a:ln>
          </p:spPr>
          <p:txBody>
            <a:bodyPr wrap="square" lIns="0" tIns="0" rIns="0" bIns="0" rtlCol="0"/>
            <a:lstStyle/>
            <a:p>
              <a:endParaRPr/>
            </a:p>
          </p:txBody>
        </p:sp>
        <p:sp>
          <p:nvSpPr>
            <p:cNvPr id="109" name="object 109"/>
            <p:cNvSpPr/>
            <p:nvPr/>
          </p:nvSpPr>
          <p:spPr>
            <a:xfrm>
              <a:off x="3666744" y="1463039"/>
              <a:ext cx="415925" cy="0"/>
            </a:xfrm>
            <a:custGeom>
              <a:avLst/>
              <a:gdLst/>
              <a:ahLst/>
              <a:cxnLst/>
              <a:rect l="l" t="t" r="r" b="b"/>
              <a:pathLst>
                <a:path w="415925">
                  <a:moveTo>
                    <a:pt x="415797" y="0"/>
                  </a:moveTo>
                  <a:lnTo>
                    <a:pt x="0" y="0"/>
                  </a:lnTo>
                </a:path>
              </a:pathLst>
            </a:custGeom>
            <a:ln w="6350">
              <a:solidFill>
                <a:srgbClr val="BEBEBE"/>
              </a:solidFill>
            </a:ln>
          </p:spPr>
          <p:txBody>
            <a:bodyPr wrap="square" lIns="0" tIns="0" rIns="0" bIns="0" rtlCol="0"/>
            <a:lstStyle/>
            <a:p>
              <a:endParaRPr/>
            </a:p>
          </p:txBody>
        </p:sp>
        <p:sp>
          <p:nvSpPr>
            <p:cNvPr id="110" name="object 110"/>
            <p:cNvSpPr/>
            <p:nvPr/>
          </p:nvSpPr>
          <p:spPr>
            <a:xfrm>
              <a:off x="4081145" y="1333372"/>
              <a:ext cx="125221" cy="129412"/>
            </a:xfrm>
            <a:prstGeom prst="rect">
              <a:avLst/>
            </a:prstGeom>
            <a:blipFill>
              <a:blip r:embed="rId19" cstate="print"/>
              <a:stretch>
                <a:fillRect/>
              </a:stretch>
            </a:blipFill>
          </p:spPr>
          <p:txBody>
            <a:bodyPr wrap="square" lIns="0" tIns="0" rIns="0" bIns="0" rtlCol="0"/>
            <a:lstStyle/>
            <a:p>
              <a:endParaRPr/>
            </a:p>
          </p:txBody>
        </p:sp>
        <p:sp>
          <p:nvSpPr>
            <p:cNvPr id="111" name="object 111"/>
            <p:cNvSpPr/>
            <p:nvPr/>
          </p:nvSpPr>
          <p:spPr>
            <a:xfrm>
              <a:off x="3666744" y="1513331"/>
              <a:ext cx="415925" cy="0"/>
            </a:xfrm>
            <a:custGeom>
              <a:avLst/>
              <a:gdLst/>
              <a:ahLst/>
              <a:cxnLst/>
              <a:rect l="l" t="t" r="r" b="b"/>
              <a:pathLst>
                <a:path w="415925">
                  <a:moveTo>
                    <a:pt x="415797" y="0"/>
                  </a:moveTo>
                  <a:lnTo>
                    <a:pt x="0" y="0"/>
                  </a:lnTo>
                </a:path>
              </a:pathLst>
            </a:custGeom>
            <a:ln w="6350">
              <a:solidFill>
                <a:srgbClr val="BEBEBE"/>
              </a:solidFill>
            </a:ln>
          </p:spPr>
          <p:txBody>
            <a:bodyPr wrap="square" lIns="0" tIns="0" rIns="0" bIns="0" rtlCol="0"/>
            <a:lstStyle/>
            <a:p>
              <a:endParaRPr/>
            </a:p>
          </p:txBody>
        </p:sp>
        <p:sp>
          <p:nvSpPr>
            <p:cNvPr id="112" name="object 112"/>
            <p:cNvSpPr/>
            <p:nvPr/>
          </p:nvSpPr>
          <p:spPr>
            <a:xfrm>
              <a:off x="4081145" y="1513204"/>
              <a:ext cx="125221" cy="131318"/>
            </a:xfrm>
            <a:prstGeom prst="rect">
              <a:avLst/>
            </a:prstGeom>
            <a:blipFill>
              <a:blip r:embed="rId20" cstate="print"/>
              <a:stretch>
                <a:fillRect/>
              </a:stretch>
            </a:blipFill>
          </p:spPr>
          <p:txBody>
            <a:bodyPr wrap="square" lIns="0" tIns="0" rIns="0" bIns="0" rtlCol="0"/>
            <a:lstStyle/>
            <a:p>
              <a:endParaRPr/>
            </a:p>
          </p:txBody>
        </p:sp>
      </p:grpSp>
      <p:sp>
        <p:nvSpPr>
          <p:cNvPr id="116" name="object 116"/>
          <p:cNvSpPr txBox="1"/>
          <p:nvPr/>
        </p:nvSpPr>
        <p:spPr>
          <a:xfrm>
            <a:off x="4975352" y="1333880"/>
            <a:ext cx="2245995" cy="299720"/>
          </a:xfrm>
          <a:prstGeom prst="rect">
            <a:avLst/>
          </a:prstGeom>
        </p:spPr>
        <p:txBody>
          <a:bodyPr vert="horz" wrap="square" lIns="0" tIns="12700" rIns="0" bIns="0" rtlCol="0">
            <a:spAutoFit/>
          </a:bodyPr>
          <a:lstStyle/>
          <a:p>
            <a:pPr marL="12700">
              <a:lnSpc>
                <a:spcPct val="100000"/>
              </a:lnSpc>
              <a:spcBef>
                <a:spcPts val="100"/>
              </a:spcBef>
            </a:pPr>
            <a:r>
              <a:rPr sz="1800" b="1" spc="-5" dirty="0">
                <a:solidFill>
                  <a:srgbClr val="FFFFFF"/>
                </a:solidFill>
                <a:latin typeface="Gothic Uralic"/>
                <a:cs typeface="Gothic Uralic"/>
              </a:rPr>
              <a:t>Supervised</a:t>
            </a:r>
            <a:r>
              <a:rPr sz="1800" b="1" spc="-90" dirty="0">
                <a:solidFill>
                  <a:srgbClr val="FFFFFF"/>
                </a:solidFill>
                <a:latin typeface="Gothic Uralic"/>
                <a:cs typeface="Gothic Uralic"/>
              </a:rPr>
              <a:t> </a:t>
            </a:r>
            <a:r>
              <a:rPr sz="1800" b="1" dirty="0">
                <a:solidFill>
                  <a:srgbClr val="FFFFFF"/>
                </a:solidFill>
                <a:latin typeface="Gothic Uralic"/>
                <a:cs typeface="Gothic Uralic"/>
              </a:rPr>
              <a:t>Learning</a:t>
            </a:r>
            <a:endParaRPr sz="1800">
              <a:latin typeface="Gothic Uralic"/>
              <a:cs typeface="Gothic Uralic"/>
            </a:endParaRPr>
          </a:p>
        </p:txBody>
      </p:sp>
      <p:grpSp>
        <p:nvGrpSpPr>
          <p:cNvPr id="117" name="object 117"/>
          <p:cNvGrpSpPr/>
          <p:nvPr/>
        </p:nvGrpSpPr>
        <p:grpSpPr>
          <a:xfrm>
            <a:off x="7990205" y="1333372"/>
            <a:ext cx="4201795" cy="311150"/>
            <a:chOff x="7990205" y="1333372"/>
            <a:chExt cx="4201795" cy="311150"/>
          </a:xfrm>
        </p:grpSpPr>
        <p:sp>
          <p:nvSpPr>
            <p:cNvPr id="118" name="object 118"/>
            <p:cNvSpPr/>
            <p:nvPr/>
          </p:nvSpPr>
          <p:spPr>
            <a:xfrm>
              <a:off x="8346186" y="1488185"/>
              <a:ext cx="3846195" cy="0"/>
            </a:xfrm>
            <a:custGeom>
              <a:avLst/>
              <a:gdLst/>
              <a:ahLst/>
              <a:cxnLst/>
              <a:rect l="l" t="t" r="r" b="b"/>
              <a:pathLst>
                <a:path w="3846195">
                  <a:moveTo>
                    <a:pt x="3845814" y="0"/>
                  </a:moveTo>
                  <a:lnTo>
                    <a:pt x="0" y="0"/>
                  </a:lnTo>
                </a:path>
              </a:pathLst>
            </a:custGeom>
            <a:ln w="3175">
              <a:solidFill>
                <a:srgbClr val="BEBEBE"/>
              </a:solidFill>
            </a:ln>
          </p:spPr>
          <p:txBody>
            <a:bodyPr wrap="square" lIns="0" tIns="0" rIns="0" bIns="0" rtlCol="0"/>
            <a:lstStyle/>
            <a:p>
              <a:endParaRPr/>
            </a:p>
          </p:txBody>
        </p:sp>
        <p:sp>
          <p:nvSpPr>
            <p:cNvPr id="119" name="object 119"/>
            <p:cNvSpPr/>
            <p:nvPr/>
          </p:nvSpPr>
          <p:spPr>
            <a:xfrm>
              <a:off x="8112252" y="1463039"/>
              <a:ext cx="415925" cy="0"/>
            </a:xfrm>
            <a:custGeom>
              <a:avLst/>
              <a:gdLst/>
              <a:ahLst/>
              <a:cxnLst/>
              <a:rect l="l" t="t" r="r" b="b"/>
              <a:pathLst>
                <a:path w="415925">
                  <a:moveTo>
                    <a:pt x="0" y="0"/>
                  </a:moveTo>
                  <a:lnTo>
                    <a:pt x="415798" y="0"/>
                  </a:lnTo>
                </a:path>
              </a:pathLst>
            </a:custGeom>
            <a:ln w="6350">
              <a:solidFill>
                <a:srgbClr val="BEBEBE"/>
              </a:solidFill>
            </a:ln>
          </p:spPr>
          <p:txBody>
            <a:bodyPr wrap="square" lIns="0" tIns="0" rIns="0" bIns="0" rtlCol="0"/>
            <a:lstStyle/>
            <a:p>
              <a:endParaRPr/>
            </a:p>
          </p:txBody>
        </p:sp>
        <p:sp>
          <p:nvSpPr>
            <p:cNvPr id="120" name="object 120"/>
            <p:cNvSpPr/>
            <p:nvPr/>
          </p:nvSpPr>
          <p:spPr>
            <a:xfrm>
              <a:off x="7990205" y="1333372"/>
              <a:ext cx="123698" cy="129412"/>
            </a:xfrm>
            <a:prstGeom prst="rect">
              <a:avLst/>
            </a:prstGeom>
            <a:blipFill>
              <a:blip r:embed="rId21" cstate="print"/>
              <a:stretch>
                <a:fillRect/>
              </a:stretch>
            </a:blipFill>
          </p:spPr>
          <p:txBody>
            <a:bodyPr wrap="square" lIns="0" tIns="0" rIns="0" bIns="0" rtlCol="0"/>
            <a:lstStyle/>
            <a:p>
              <a:endParaRPr/>
            </a:p>
          </p:txBody>
        </p:sp>
        <p:sp>
          <p:nvSpPr>
            <p:cNvPr id="121" name="object 121"/>
            <p:cNvSpPr/>
            <p:nvPr/>
          </p:nvSpPr>
          <p:spPr>
            <a:xfrm>
              <a:off x="8112252" y="1513331"/>
              <a:ext cx="415925" cy="0"/>
            </a:xfrm>
            <a:custGeom>
              <a:avLst/>
              <a:gdLst/>
              <a:ahLst/>
              <a:cxnLst/>
              <a:rect l="l" t="t" r="r" b="b"/>
              <a:pathLst>
                <a:path w="415925">
                  <a:moveTo>
                    <a:pt x="0" y="0"/>
                  </a:moveTo>
                  <a:lnTo>
                    <a:pt x="415798" y="0"/>
                  </a:lnTo>
                </a:path>
              </a:pathLst>
            </a:custGeom>
            <a:ln w="6350">
              <a:solidFill>
                <a:srgbClr val="BEBEBE"/>
              </a:solidFill>
            </a:ln>
          </p:spPr>
          <p:txBody>
            <a:bodyPr wrap="square" lIns="0" tIns="0" rIns="0" bIns="0" rtlCol="0"/>
            <a:lstStyle/>
            <a:p>
              <a:endParaRPr/>
            </a:p>
          </p:txBody>
        </p:sp>
        <p:sp>
          <p:nvSpPr>
            <p:cNvPr id="122" name="object 122"/>
            <p:cNvSpPr/>
            <p:nvPr/>
          </p:nvSpPr>
          <p:spPr>
            <a:xfrm>
              <a:off x="7990205" y="1513204"/>
              <a:ext cx="123698" cy="131318"/>
            </a:xfrm>
            <a:prstGeom prst="rect">
              <a:avLst/>
            </a:prstGeom>
            <a:blipFill>
              <a:blip r:embed="rId22" cstate="print"/>
              <a:stretch>
                <a:fillRect/>
              </a:stretch>
            </a:blipFill>
          </p:spPr>
          <p:txBody>
            <a:bodyPr wrap="square" lIns="0" tIns="0" rIns="0" bIns="0" rtlCol="0"/>
            <a:lstStyle/>
            <a:p>
              <a:endParaRPr/>
            </a:p>
          </p:txBody>
        </p:sp>
      </p:grpSp>
      <p:grpSp>
        <p:nvGrpSpPr>
          <p:cNvPr id="123" name="object 123"/>
          <p:cNvGrpSpPr/>
          <p:nvPr/>
        </p:nvGrpSpPr>
        <p:grpSpPr>
          <a:xfrm>
            <a:off x="4550473" y="2235517"/>
            <a:ext cx="1028065" cy="549910"/>
            <a:chOff x="4550473" y="2235517"/>
            <a:chExt cx="1028065" cy="549910"/>
          </a:xfrm>
        </p:grpSpPr>
        <p:sp>
          <p:nvSpPr>
            <p:cNvPr id="124" name="object 124"/>
            <p:cNvSpPr/>
            <p:nvPr/>
          </p:nvSpPr>
          <p:spPr>
            <a:xfrm>
              <a:off x="4551425" y="2254757"/>
              <a:ext cx="1026160" cy="508000"/>
            </a:xfrm>
            <a:custGeom>
              <a:avLst/>
              <a:gdLst/>
              <a:ahLst/>
              <a:cxnLst/>
              <a:rect l="l" t="t" r="r" b="b"/>
              <a:pathLst>
                <a:path w="1026160" h="508000">
                  <a:moveTo>
                    <a:pt x="1003046" y="0"/>
                  </a:moveTo>
                  <a:lnTo>
                    <a:pt x="22606" y="0"/>
                  </a:lnTo>
                  <a:lnTo>
                    <a:pt x="13823" y="1781"/>
                  </a:lnTo>
                  <a:lnTo>
                    <a:pt x="6635" y="6635"/>
                  </a:lnTo>
                  <a:lnTo>
                    <a:pt x="1781" y="13823"/>
                  </a:lnTo>
                  <a:lnTo>
                    <a:pt x="0" y="22605"/>
                  </a:lnTo>
                  <a:lnTo>
                    <a:pt x="0" y="484886"/>
                  </a:lnTo>
                  <a:lnTo>
                    <a:pt x="1781" y="493668"/>
                  </a:lnTo>
                  <a:lnTo>
                    <a:pt x="6635" y="500856"/>
                  </a:lnTo>
                  <a:lnTo>
                    <a:pt x="13823" y="505710"/>
                  </a:lnTo>
                  <a:lnTo>
                    <a:pt x="22606" y="507491"/>
                  </a:lnTo>
                  <a:lnTo>
                    <a:pt x="1003046" y="507491"/>
                  </a:lnTo>
                  <a:lnTo>
                    <a:pt x="1011828" y="505710"/>
                  </a:lnTo>
                  <a:lnTo>
                    <a:pt x="1019016" y="500856"/>
                  </a:lnTo>
                  <a:lnTo>
                    <a:pt x="1023870" y="493668"/>
                  </a:lnTo>
                  <a:lnTo>
                    <a:pt x="1025651" y="484886"/>
                  </a:lnTo>
                  <a:lnTo>
                    <a:pt x="1025651" y="22605"/>
                  </a:lnTo>
                  <a:lnTo>
                    <a:pt x="1023870" y="13823"/>
                  </a:lnTo>
                  <a:lnTo>
                    <a:pt x="1019016" y="6635"/>
                  </a:lnTo>
                  <a:lnTo>
                    <a:pt x="1011828" y="1781"/>
                  </a:lnTo>
                  <a:lnTo>
                    <a:pt x="1003046" y="0"/>
                  </a:lnTo>
                  <a:close/>
                </a:path>
              </a:pathLst>
            </a:custGeom>
            <a:solidFill>
              <a:srgbClr val="00D9CE"/>
            </a:solidFill>
          </p:spPr>
          <p:txBody>
            <a:bodyPr wrap="square" lIns="0" tIns="0" rIns="0" bIns="0" rtlCol="0"/>
            <a:lstStyle/>
            <a:p>
              <a:endParaRPr/>
            </a:p>
          </p:txBody>
        </p:sp>
        <p:sp>
          <p:nvSpPr>
            <p:cNvPr id="125" name="object 125"/>
            <p:cNvSpPr/>
            <p:nvPr/>
          </p:nvSpPr>
          <p:spPr>
            <a:xfrm>
              <a:off x="4551425" y="2254757"/>
              <a:ext cx="1026160" cy="508000"/>
            </a:xfrm>
            <a:custGeom>
              <a:avLst/>
              <a:gdLst/>
              <a:ahLst/>
              <a:cxnLst/>
              <a:rect l="l" t="t" r="r" b="b"/>
              <a:pathLst>
                <a:path w="1026160" h="508000">
                  <a:moveTo>
                    <a:pt x="0" y="22605"/>
                  </a:moveTo>
                  <a:lnTo>
                    <a:pt x="1781" y="13823"/>
                  </a:lnTo>
                  <a:lnTo>
                    <a:pt x="6635" y="6635"/>
                  </a:lnTo>
                  <a:lnTo>
                    <a:pt x="13823" y="1781"/>
                  </a:lnTo>
                  <a:lnTo>
                    <a:pt x="22606" y="0"/>
                  </a:lnTo>
                  <a:lnTo>
                    <a:pt x="1003046" y="0"/>
                  </a:lnTo>
                  <a:lnTo>
                    <a:pt x="1011828" y="1781"/>
                  </a:lnTo>
                  <a:lnTo>
                    <a:pt x="1019016" y="6635"/>
                  </a:lnTo>
                  <a:lnTo>
                    <a:pt x="1023870" y="13823"/>
                  </a:lnTo>
                  <a:lnTo>
                    <a:pt x="1025651" y="22605"/>
                  </a:lnTo>
                  <a:lnTo>
                    <a:pt x="1025651" y="484886"/>
                  </a:lnTo>
                  <a:lnTo>
                    <a:pt x="1023870" y="493668"/>
                  </a:lnTo>
                  <a:lnTo>
                    <a:pt x="1019016" y="500856"/>
                  </a:lnTo>
                  <a:lnTo>
                    <a:pt x="1011828" y="505710"/>
                  </a:lnTo>
                  <a:lnTo>
                    <a:pt x="1003046" y="507491"/>
                  </a:lnTo>
                  <a:lnTo>
                    <a:pt x="22606" y="507491"/>
                  </a:lnTo>
                  <a:lnTo>
                    <a:pt x="13823" y="505710"/>
                  </a:lnTo>
                  <a:lnTo>
                    <a:pt x="6635" y="500856"/>
                  </a:lnTo>
                  <a:lnTo>
                    <a:pt x="1781" y="493668"/>
                  </a:lnTo>
                  <a:lnTo>
                    <a:pt x="0" y="484886"/>
                  </a:lnTo>
                  <a:lnTo>
                    <a:pt x="0" y="22605"/>
                  </a:lnTo>
                  <a:close/>
                </a:path>
              </a:pathLst>
            </a:custGeom>
            <a:ln w="3175">
              <a:solidFill>
                <a:srgbClr val="00D9CE"/>
              </a:solidFill>
            </a:ln>
          </p:spPr>
          <p:txBody>
            <a:bodyPr wrap="square" lIns="0" tIns="0" rIns="0" bIns="0" rtlCol="0"/>
            <a:lstStyle/>
            <a:p>
              <a:endParaRPr/>
            </a:p>
          </p:txBody>
        </p:sp>
        <p:sp>
          <p:nvSpPr>
            <p:cNvPr id="126" name="object 126"/>
            <p:cNvSpPr/>
            <p:nvPr/>
          </p:nvSpPr>
          <p:spPr>
            <a:xfrm>
              <a:off x="4551425" y="2236469"/>
              <a:ext cx="1026160" cy="508000"/>
            </a:xfrm>
            <a:custGeom>
              <a:avLst/>
              <a:gdLst/>
              <a:ahLst/>
              <a:cxnLst/>
              <a:rect l="l" t="t" r="r" b="b"/>
              <a:pathLst>
                <a:path w="1026160" h="508000">
                  <a:moveTo>
                    <a:pt x="1003046" y="0"/>
                  </a:moveTo>
                  <a:lnTo>
                    <a:pt x="22606" y="0"/>
                  </a:lnTo>
                  <a:lnTo>
                    <a:pt x="13823" y="1781"/>
                  </a:lnTo>
                  <a:lnTo>
                    <a:pt x="6635" y="6635"/>
                  </a:lnTo>
                  <a:lnTo>
                    <a:pt x="1781" y="13823"/>
                  </a:lnTo>
                  <a:lnTo>
                    <a:pt x="0" y="22605"/>
                  </a:lnTo>
                  <a:lnTo>
                    <a:pt x="0" y="484885"/>
                  </a:lnTo>
                  <a:lnTo>
                    <a:pt x="1781" y="493668"/>
                  </a:lnTo>
                  <a:lnTo>
                    <a:pt x="6635" y="500856"/>
                  </a:lnTo>
                  <a:lnTo>
                    <a:pt x="13823" y="505710"/>
                  </a:lnTo>
                  <a:lnTo>
                    <a:pt x="22606" y="507491"/>
                  </a:lnTo>
                  <a:lnTo>
                    <a:pt x="1003046" y="507491"/>
                  </a:lnTo>
                  <a:lnTo>
                    <a:pt x="1011828" y="505710"/>
                  </a:lnTo>
                  <a:lnTo>
                    <a:pt x="1019016" y="500856"/>
                  </a:lnTo>
                  <a:lnTo>
                    <a:pt x="1023870" y="493668"/>
                  </a:lnTo>
                  <a:lnTo>
                    <a:pt x="1025651" y="484885"/>
                  </a:lnTo>
                  <a:lnTo>
                    <a:pt x="1025651" y="22605"/>
                  </a:lnTo>
                  <a:lnTo>
                    <a:pt x="1023870" y="13823"/>
                  </a:lnTo>
                  <a:lnTo>
                    <a:pt x="1019016" y="6635"/>
                  </a:lnTo>
                  <a:lnTo>
                    <a:pt x="1011828" y="1781"/>
                  </a:lnTo>
                  <a:lnTo>
                    <a:pt x="1003046" y="0"/>
                  </a:lnTo>
                  <a:close/>
                </a:path>
              </a:pathLst>
            </a:custGeom>
            <a:solidFill>
              <a:srgbClr val="0F548B"/>
            </a:solidFill>
          </p:spPr>
          <p:txBody>
            <a:bodyPr wrap="square" lIns="0" tIns="0" rIns="0" bIns="0" rtlCol="0"/>
            <a:lstStyle/>
            <a:p>
              <a:endParaRPr/>
            </a:p>
          </p:txBody>
        </p:sp>
        <p:sp>
          <p:nvSpPr>
            <p:cNvPr id="127" name="object 127"/>
            <p:cNvSpPr/>
            <p:nvPr/>
          </p:nvSpPr>
          <p:spPr>
            <a:xfrm>
              <a:off x="4551425" y="2236469"/>
              <a:ext cx="1026160" cy="508000"/>
            </a:xfrm>
            <a:custGeom>
              <a:avLst/>
              <a:gdLst/>
              <a:ahLst/>
              <a:cxnLst/>
              <a:rect l="l" t="t" r="r" b="b"/>
              <a:pathLst>
                <a:path w="1026160" h="508000">
                  <a:moveTo>
                    <a:pt x="0" y="22605"/>
                  </a:moveTo>
                  <a:lnTo>
                    <a:pt x="1781" y="13823"/>
                  </a:lnTo>
                  <a:lnTo>
                    <a:pt x="6635" y="6635"/>
                  </a:lnTo>
                  <a:lnTo>
                    <a:pt x="13823" y="1781"/>
                  </a:lnTo>
                  <a:lnTo>
                    <a:pt x="22606" y="0"/>
                  </a:lnTo>
                  <a:lnTo>
                    <a:pt x="1003046" y="0"/>
                  </a:lnTo>
                  <a:lnTo>
                    <a:pt x="1011828" y="1781"/>
                  </a:lnTo>
                  <a:lnTo>
                    <a:pt x="1019016" y="6635"/>
                  </a:lnTo>
                  <a:lnTo>
                    <a:pt x="1023870" y="13823"/>
                  </a:lnTo>
                  <a:lnTo>
                    <a:pt x="1025651" y="22605"/>
                  </a:lnTo>
                  <a:lnTo>
                    <a:pt x="1025651" y="484885"/>
                  </a:lnTo>
                  <a:lnTo>
                    <a:pt x="1023870" y="493668"/>
                  </a:lnTo>
                  <a:lnTo>
                    <a:pt x="1019016" y="500856"/>
                  </a:lnTo>
                  <a:lnTo>
                    <a:pt x="1011828" y="505710"/>
                  </a:lnTo>
                  <a:lnTo>
                    <a:pt x="1003046" y="507491"/>
                  </a:lnTo>
                  <a:lnTo>
                    <a:pt x="22606" y="507491"/>
                  </a:lnTo>
                  <a:lnTo>
                    <a:pt x="13823" y="505710"/>
                  </a:lnTo>
                  <a:lnTo>
                    <a:pt x="6635" y="500856"/>
                  </a:lnTo>
                  <a:lnTo>
                    <a:pt x="1781" y="493668"/>
                  </a:lnTo>
                  <a:lnTo>
                    <a:pt x="0" y="484885"/>
                  </a:lnTo>
                  <a:lnTo>
                    <a:pt x="0" y="22605"/>
                  </a:lnTo>
                  <a:close/>
                </a:path>
              </a:pathLst>
            </a:custGeom>
            <a:ln w="3175">
              <a:solidFill>
                <a:srgbClr val="00D9CE"/>
              </a:solidFill>
            </a:ln>
          </p:spPr>
          <p:txBody>
            <a:bodyPr wrap="square" lIns="0" tIns="0" rIns="0" bIns="0" rtlCol="0"/>
            <a:lstStyle/>
            <a:p>
              <a:endParaRPr/>
            </a:p>
          </p:txBody>
        </p:sp>
        <p:sp>
          <p:nvSpPr>
            <p:cNvPr id="128" name="object 128"/>
            <p:cNvSpPr/>
            <p:nvPr/>
          </p:nvSpPr>
          <p:spPr>
            <a:xfrm>
              <a:off x="4568951" y="2439923"/>
              <a:ext cx="1003553" cy="345186"/>
            </a:xfrm>
            <a:prstGeom prst="rect">
              <a:avLst/>
            </a:prstGeom>
            <a:blipFill>
              <a:blip r:embed="rId23" cstate="print"/>
              <a:stretch>
                <a:fillRect/>
              </a:stretch>
            </a:blipFill>
          </p:spPr>
          <p:txBody>
            <a:bodyPr wrap="square" lIns="0" tIns="0" rIns="0" bIns="0" rtlCol="0"/>
            <a:lstStyle/>
            <a:p>
              <a:endParaRPr/>
            </a:p>
          </p:txBody>
        </p:sp>
      </p:grpSp>
      <p:sp>
        <p:nvSpPr>
          <p:cNvPr id="129" name="object 129"/>
          <p:cNvSpPr txBox="1"/>
          <p:nvPr/>
        </p:nvSpPr>
        <p:spPr>
          <a:xfrm>
            <a:off x="4555632" y="2491867"/>
            <a:ext cx="1017269" cy="248920"/>
          </a:xfrm>
          <a:prstGeom prst="rect">
            <a:avLst/>
          </a:prstGeom>
          <a:solidFill>
            <a:srgbClr val="152B77"/>
          </a:solidFill>
        </p:spPr>
        <p:txBody>
          <a:bodyPr vert="horz" wrap="square" lIns="0" tIns="0" rIns="0" bIns="0" rtlCol="0">
            <a:spAutoFit/>
          </a:bodyPr>
          <a:lstStyle/>
          <a:p>
            <a:pPr marL="110489">
              <a:lnSpc>
                <a:spcPts val="1415"/>
              </a:lnSpc>
            </a:pPr>
            <a:r>
              <a:rPr sz="1200" b="1" spc="-5" dirty="0">
                <a:solidFill>
                  <a:srgbClr val="FFFFFF"/>
                </a:solidFill>
                <a:latin typeface="Arial"/>
                <a:cs typeface="Arial"/>
              </a:rPr>
              <a:t>Supervisor</a:t>
            </a:r>
            <a:endParaRPr sz="1200">
              <a:latin typeface="Arial"/>
              <a:cs typeface="Arial"/>
            </a:endParaRPr>
          </a:p>
        </p:txBody>
      </p:sp>
      <p:grpSp>
        <p:nvGrpSpPr>
          <p:cNvPr id="130" name="object 130"/>
          <p:cNvGrpSpPr/>
          <p:nvPr/>
        </p:nvGrpSpPr>
        <p:grpSpPr>
          <a:xfrm>
            <a:off x="4850765" y="1999360"/>
            <a:ext cx="428625" cy="428625"/>
            <a:chOff x="4850765" y="1999360"/>
            <a:chExt cx="428625" cy="428625"/>
          </a:xfrm>
        </p:grpSpPr>
        <p:sp>
          <p:nvSpPr>
            <p:cNvPr id="131" name="object 131"/>
            <p:cNvSpPr/>
            <p:nvPr/>
          </p:nvSpPr>
          <p:spPr>
            <a:xfrm>
              <a:off x="4851654" y="2000249"/>
              <a:ext cx="426720" cy="426720"/>
            </a:xfrm>
            <a:custGeom>
              <a:avLst/>
              <a:gdLst/>
              <a:ahLst/>
              <a:cxnLst/>
              <a:rect l="l" t="t" r="r" b="b"/>
              <a:pathLst>
                <a:path w="426720" h="426719">
                  <a:moveTo>
                    <a:pt x="213360" y="0"/>
                  </a:moveTo>
                  <a:lnTo>
                    <a:pt x="164432" y="5633"/>
                  </a:lnTo>
                  <a:lnTo>
                    <a:pt x="119520" y="21682"/>
                  </a:lnTo>
                  <a:lnTo>
                    <a:pt x="79905" y="46866"/>
                  </a:lnTo>
                  <a:lnTo>
                    <a:pt x="46866" y="79905"/>
                  </a:lnTo>
                  <a:lnTo>
                    <a:pt x="21682" y="119520"/>
                  </a:lnTo>
                  <a:lnTo>
                    <a:pt x="5633" y="164432"/>
                  </a:lnTo>
                  <a:lnTo>
                    <a:pt x="0" y="213360"/>
                  </a:lnTo>
                  <a:lnTo>
                    <a:pt x="5633" y="262287"/>
                  </a:lnTo>
                  <a:lnTo>
                    <a:pt x="21682" y="307199"/>
                  </a:lnTo>
                  <a:lnTo>
                    <a:pt x="46866" y="346814"/>
                  </a:lnTo>
                  <a:lnTo>
                    <a:pt x="79905" y="379853"/>
                  </a:lnTo>
                  <a:lnTo>
                    <a:pt x="119520" y="405037"/>
                  </a:lnTo>
                  <a:lnTo>
                    <a:pt x="164432" y="421086"/>
                  </a:lnTo>
                  <a:lnTo>
                    <a:pt x="213360" y="426720"/>
                  </a:lnTo>
                  <a:lnTo>
                    <a:pt x="262287" y="421086"/>
                  </a:lnTo>
                  <a:lnTo>
                    <a:pt x="307199" y="405037"/>
                  </a:lnTo>
                  <a:lnTo>
                    <a:pt x="346814" y="379853"/>
                  </a:lnTo>
                  <a:lnTo>
                    <a:pt x="379853" y="346814"/>
                  </a:lnTo>
                  <a:lnTo>
                    <a:pt x="405037" y="307199"/>
                  </a:lnTo>
                  <a:lnTo>
                    <a:pt x="421086" y="262287"/>
                  </a:lnTo>
                  <a:lnTo>
                    <a:pt x="426720" y="213360"/>
                  </a:lnTo>
                  <a:lnTo>
                    <a:pt x="421086" y="164432"/>
                  </a:lnTo>
                  <a:lnTo>
                    <a:pt x="405037" y="119520"/>
                  </a:lnTo>
                  <a:lnTo>
                    <a:pt x="379853" y="79905"/>
                  </a:lnTo>
                  <a:lnTo>
                    <a:pt x="346814" y="46866"/>
                  </a:lnTo>
                  <a:lnTo>
                    <a:pt x="307199" y="21682"/>
                  </a:lnTo>
                  <a:lnTo>
                    <a:pt x="262287" y="5633"/>
                  </a:lnTo>
                  <a:lnTo>
                    <a:pt x="213360" y="0"/>
                  </a:lnTo>
                  <a:close/>
                </a:path>
              </a:pathLst>
            </a:custGeom>
            <a:solidFill>
              <a:srgbClr val="152B77"/>
            </a:solidFill>
          </p:spPr>
          <p:txBody>
            <a:bodyPr wrap="square" lIns="0" tIns="0" rIns="0" bIns="0" rtlCol="0"/>
            <a:lstStyle/>
            <a:p>
              <a:endParaRPr/>
            </a:p>
          </p:txBody>
        </p:sp>
        <p:sp>
          <p:nvSpPr>
            <p:cNvPr id="132" name="object 132"/>
            <p:cNvSpPr/>
            <p:nvPr/>
          </p:nvSpPr>
          <p:spPr>
            <a:xfrm>
              <a:off x="4851654" y="2000249"/>
              <a:ext cx="426720" cy="426720"/>
            </a:xfrm>
            <a:custGeom>
              <a:avLst/>
              <a:gdLst/>
              <a:ahLst/>
              <a:cxnLst/>
              <a:rect l="l" t="t" r="r" b="b"/>
              <a:pathLst>
                <a:path w="426720" h="426719">
                  <a:moveTo>
                    <a:pt x="0" y="213360"/>
                  </a:moveTo>
                  <a:lnTo>
                    <a:pt x="5633" y="164432"/>
                  </a:lnTo>
                  <a:lnTo>
                    <a:pt x="21682" y="119520"/>
                  </a:lnTo>
                  <a:lnTo>
                    <a:pt x="46866" y="79905"/>
                  </a:lnTo>
                  <a:lnTo>
                    <a:pt x="79905" y="46866"/>
                  </a:lnTo>
                  <a:lnTo>
                    <a:pt x="119520" y="21682"/>
                  </a:lnTo>
                  <a:lnTo>
                    <a:pt x="164432" y="5633"/>
                  </a:lnTo>
                  <a:lnTo>
                    <a:pt x="213360" y="0"/>
                  </a:lnTo>
                  <a:lnTo>
                    <a:pt x="262287" y="5633"/>
                  </a:lnTo>
                  <a:lnTo>
                    <a:pt x="307199" y="21682"/>
                  </a:lnTo>
                  <a:lnTo>
                    <a:pt x="346814" y="46866"/>
                  </a:lnTo>
                  <a:lnTo>
                    <a:pt x="379853" y="79905"/>
                  </a:lnTo>
                  <a:lnTo>
                    <a:pt x="405037" y="119520"/>
                  </a:lnTo>
                  <a:lnTo>
                    <a:pt x="421086" y="164432"/>
                  </a:lnTo>
                  <a:lnTo>
                    <a:pt x="426720" y="213360"/>
                  </a:lnTo>
                  <a:lnTo>
                    <a:pt x="421086" y="262287"/>
                  </a:lnTo>
                  <a:lnTo>
                    <a:pt x="405037" y="307199"/>
                  </a:lnTo>
                  <a:lnTo>
                    <a:pt x="379853" y="346814"/>
                  </a:lnTo>
                  <a:lnTo>
                    <a:pt x="346814" y="379853"/>
                  </a:lnTo>
                  <a:lnTo>
                    <a:pt x="307199" y="405037"/>
                  </a:lnTo>
                  <a:lnTo>
                    <a:pt x="262287" y="421086"/>
                  </a:lnTo>
                  <a:lnTo>
                    <a:pt x="213360" y="426720"/>
                  </a:lnTo>
                  <a:lnTo>
                    <a:pt x="164432" y="421086"/>
                  </a:lnTo>
                  <a:lnTo>
                    <a:pt x="119520" y="405037"/>
                  </a:lnTo>
                  <a:lnTo>
                    <a:pt x="79905" y="379853"/>
                  </a:lnTo>
                  <a:lnTo>
                    <a:pt x="46866" y="346814"/>
                  </a:lnTo>
                  <a:lnTo>
                    <a:pt x="21682" y="307199"/>
                  </a:lnTo>
                  <a:lnTo>
                    <a:pt x="5633" y="262287"/>
                  </a:lnTo>
                  <a:lnTo>
                    <a:pt x="0" y="213360"/>
                  </a:lnTo>
                  <a:close/>
                </a:path>
              </a:pathLst>
            </a:custGeom>
            <a:ln w="3175">
              <a:solidFill>
                <a:srgbClr val="00D9CE"/>
              </a:solidFill>
            </a:ln>
          </p:spPr>
          <p:txBody>
            <a:bodyPr wrap="square" lIns="0" tIns="0" rIns="0" bIns="0" rtlCol="0"/>
            <a:lstStyle/>
            <a:p>
              <a:endParaRPr/>
            </a:p>
          </p:txBody>
        </p:sp>
        <p:sp>
          <p:nvSpPr>
            <p:cNvPr id="133" name="object 133"/>
            <p:cNvSpPr/>
            <p:nvPr/>
          </p:nvSpPr>
          <p:spPr>
            <a:xfrm>
              <a:off x="4963668" y="2058923"/>
              <a:ext cx="199644" cy="292608"/>
            </a:xfrm>
            <a:prstGeom prst="rect">
              <a:avLst/>
            </a:prstGeom>
            <a:blipFill>
              <a:blip r:embed="rId24" cstate="print"/>
              <a:stretch>
                <a:fillRect/>
              </a:stretch>
            </a:blipFill>
          </p:spPr>
          <p:txBody>
            <a:bodyPr wrap="square" lIns="0" tIns="0" rIns="0" bIns="0" rtlCol="0"/>
            <a:lstStyle/>
            <a:p>
              <a:endParaRPr/>
            </a:p>
          </p:txBody>
        </p:sp>
      </p:grpSp>
      <p:sp>
        <p:nvSpPr>
          <p:cNvPr id="135" name="object 135"/>
          <p:cNvSpPr txBox="1">
            <a:spLocks noGrp="1"/>
          </p:cNvSpPr>
          <p:nvPr>
            <p:ph type="sldNum" sz="quarter" idx="7"/>
          </p:nvPr>
        </p:nvSpPr>
        <p:spPr>
          <a:prstGeom prst="rect">
            <a:avLst/>
          </a:prstGeom>
        </p:spPr>
        <p:txBody>
          <a:bodyPr vert="horz" wrap="square" lIns="0" tIns="3175" rIns="0" bIns="0" rtlCol="0">
            <a:spAutoFit/>
          </a:bodyPr>
          <a:lstStyle/>
          <a:p>
            <a:pPr marL="38100">
              <a:lnSpc>
                <a:spcPct val="100000"/>
              </a:lnSpc>
              <a:spcBef>
                <a:spcPts val="25"/>
              </a:spcBef>
            </a:pPr>
            <a:fld id="{81D60167-4931-47E6-BA6A-407CBD079E47}" type="slidenum">
              <a:rPr dirty="0"/>
              <a:pPr marL="38100">
                <a:lnSpc>
                  <a:spcPct val="100000"/>
                </a:lnSpc>
                <a:spcBef>
                  <a:spcPts val="25"/>
                </a:spcBef>
              </a:pPr>
              <a:t>13</a:t>
            </a:fld>
            <a:endParaRP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5574791" y="711708"/>
            <a:ext cx="104139" cy="105410"/>
          </a:xfrm>
          <a:custGeom>
            <a:avLst/>
            <a:gdLst/>
            <a:ahLst/>
            <a:cxnLst/>
            <a:rect l="l" t="t" r="r" b="b"/>
            <a:pathLst>
              <a:path w="104139" h="105409">
                <a:moveTo>
                  <a:pt x="103632" y="0"/>
                </a:moveTo>
                <a:lnTo>
                  <a:pt x="0" y="0"/>
                </a:lnTo>
                <a:lnTo>
                  <a:pt x="0" y="105155"/>
                </a:lnTo>
                <a:lnTo>
                  <a:pt x="103632" y="105155"/>
                </a:lnTo>
                <a:lnTo>
                  <a:pt x="103632" y="0"/>
                </a:lnTo>
                <a:close/>
              </a:path>
            </a:pathLst>
          </a:custGeom>
          <a:solidFill>
            <a:srgbClr val="FFFFFF">
              <a:alpha val="1960"/>
            </a:srgbClr>
          </a:solidFill>
        </p:spPr>
        <p:txBody>
          <a:bodyPr wrap="square" lIns="0" tIns="0" rIns="0" bIns="0" rtlCol="0"/>
          <a:lstStyle/>
          <a:p>
            <a:endParaRPr/>
          </a:p>
        </p:txBody>
      </p:sp>
      <p:sp>
        <p:nvSpPr>
          <p:cNvPr id="3" name="object 3"/>
          <p:cNvSpPr/>
          <p:nvPr/>
        </p:nvSpPr>
        <p:spPr>
          <a:xfrm>
            <a:off x="7292340" y="688848"/>
            <a:ext cx="82550" cy="76200"/>
          </a:xfrm>
          <a:custGeom>
            <a:avLst/>
            <a:gdLst/>
            <a:ahLst/>
            <a:cxnLst/>
            <a:rect l="l" t="t" r="r" b="b"/>
            <a:pathLst>
              <a:path w="82550" h="76200">
                <a:moveTo>
                  <a:pt x="82296" y="0"/>
                </a:moveTo>
                <a:lnTo>
                  <a:pt x="0" y="0"/>
                </a:lnTo>
                <a:lnTo>
                  <a:pt x="0" y="76200"/>
                </a:lnTo>
                <a:lnTo>
                  <a:pt x="82296" y="76200"/>
                </a:lnTo>
                <a:lnTo>
                  <a:pt x="82296" y="0"/>
                </a:lnTo>
                <a:close/>
              </a:path>
            </a:pathLst>
          </a:custGeom>
          <a:solidFill>
            <a:srgbClr val="FFFFFF">
              <a:alpha val="1960"/>
            </a:srgbClr>
          </a:solidFill>
        </p:spPr>
        <p:txBody>
          <a:bodyPr wrap="square" lIns="0" tIns="0" rIns="0" bIns="0" rtlCol="0"/>
          <a:lstStyle/>
          <a:p>
            <a:endParaRPr/>
          </a:p>
        </p:txBody>
      </p:sp>
      <p:sp>
        <p:nvSpPr>
          <p:cNvPr id="4" name="object 4"/>
          <p:cNvSpPr/>
          <p:nvPr/>
        </p:nvSpPr>
        <p:spPr>
          <a:xfrm>
            <a:off x="8397240" y="263651"/>
            <a:ext cx="205740" cy="205740"/>
          </a:xfrm>
          <a:custGeom>
            <a:avLst/>
            <a:gdLst/>
            <a:ahLst/>
            <a:cxnLst/>
            <a:rect l="l" t="t" r="r" b="b"/>
            <a:pathLst>
              <a:path w="205740" h="205740">
                <a:moveTo>
                  <a:pt x="205740" y="0"/>
                </a:moveTo>
                <a:lnTo>
                  <a:pt x="0" y="0"/>
                </a:lnTo>
                <a:lnTo>
                  <a:pt x="0" y="205740"/>
                </a:lnTo>
                <a:lnTo>
                  <a:pt x="205740" y="205740"/>
                </a:lnTo>
                <a:lnTo>
                  <a:pt x="205740" y="0"/>
                </a:lnTo>
                <a:close/>
              </a:path>
            </a:pathLst>
          </a:custGeom>
          <a:solidFill>
            <a:srgbClr val="FFFFFF">
              <a:alpha val="1960"/>
            </a:srgbClr>
          </a:solidFill>
        </p:spPr>
        <p:txBody>
          <a:bodyPr wrap="square" lIns="0" tIns="0" rIns="0" bIns="0" rtlCol="0"/>
          <a:lstStyle/>
          <a:p>
            <a:endParaRPr/>
          </a:p>
        </p:txBody>
      </p:sp>
      <p:sp>
        <p:nvSpPr>
          <p:cNvPr id="5" name="object 5"/>
          <p:cNvSpPr/>
          <p:nvPr/>
        </p:nvSpPr>
        <p:spPr>
          <a:xfrm>
            <a:off x="8388095" y="1510283"/>
            <a:ext cx="58419" cy="56515"/>
          </a:xfrm>
          <a:custGeom>
            <a:avLst/>
            <a:gdLst/>
            <a:ahLst/>
            <a:cxnLst/>
            <a:rect l="l" t="t" r="r" b="b"/>
            <a:pathLst>
              <a:path w="58420" h="56515">
                <a:moveTo>
                  <a:pt x="57911" y="0"/>
                </a:moveTo>
                <a:lnTo>
                  <a:pt x="0" y="0"/>
                </a:lnTo>
                <a:lnTo>
                  <a:pt x="0" y="56387"/>
                </a:lnTo>
                <a:lnTo>
                  <a:pt x="57911" y="56387"/>
                </a:lnTo>
                <a:lnTo>
                  <a:pt x="57911" y="0"/>
                </a:lnTo>
                <a:close/>
              </a:path>
            </a:pathLst>
          </a:custGeom>
          <a:solidFill>
            <a:srgbClr val="FFFFFF">
              <a:alpha val="1960"/>
            </a:srgbClr>
          </a:solidFill>
        </p:spPr>
        <p:txBody>
          <a:bodyPr wrap="square" lIns="0" tIns="0" rIns="0" bIns="0" rtlCol="0"/>
          <a:lstStyle/>
          <a:p>
            <a:endParaRPr/>
          </a:p>
        </p:txBody>
      </p:sp>
      <p:sp>
        <p:nvSpPr>
          <p:cNvPr id="6" name="object 6"/>
          <p:cNvSpPr/>
          <p:nvPr/>
        </p:nvSpPr>
        <p:spPr>
          <a:xfrm>
            <a:off x="9404604" y="765048"/>
            <a:ext cx="184785" cy="184785"/>
          </a:xfrm>
          <a:custGeom>
            <a:avLst/>
            <a:gdLst/>
            <a:ahLst/>
            <a:cxnLst/>
            <a:rect l="l" t="t" r="r" b="b"/>
            <a:pathLst>
              <a:path w="184784" h="184784">
                <a:moveTo>
                  <a:pt x="184403" y="0"/>
                </a:moveTo>
                <a:lnTo>
                  <a:pt x="0" y="0"/>
                </a:lnTo>
                <a:lnTo>
                  <a:pt x="0" y="184403"/>
                </a:lnTo>
                <a:lnTo>
                  <a:pt x="184403" y="184403"/>
                </a:lnTo>
                <a:lnTo>
                  <a:pt x="184403" y="0"/>
                </a:lnTo>
                <a:close/>
              </a:path>
            </a:pathLst>
          </a:custGeom>
          <a:solidFill>
            <a:srgbClr val="FFFFFF">
              <a:alpha val="1960"/>
            </a:srgbClr>
          </a:solidFill>
        </p:spPr>
        <p:txBody>
          <a:bodyPr wrap="square" lIns="0" tIns="0" rIns="0" bIns="0" rtlCol="0"/>
          <a:lstStyle/>
          <a:p>
            <a:endParaRPr/>
          </a:p>
        </p:txBody>
      </p:sp>
      <p:sp>
        <p:nvSpPr>
          <p:cNvPr id="7" name="object 7"/>
          <p:cNvSpPr/>
          <p:nvPr/>
        </p:nvSpPr>
        <p:spPr>
          <a:xfrm>
            <a:off x="10148316" y="344424"/>
            <a:ext cx="108585" cy="113030"/>
          </a:xfrm>
          <a:custGeom>
            <a:avLst/>
            <a:gdLst/>
            <a:ahLst/>
            <a:cxnLst/>
            <a:rect l="l" t="t" r="r" b="b"/>
            <a:pathLst>
              <a:path w="108584" h="113029">
                <a:moveTo>
                  <a:pt x="108203" y="0"/>
                </a:moveTo>
                <a:lnTo>
                  <a:pt x="0" y="0"/>
                </a:lnTo>
                <a:lnTo>
                  <a:pt x="0" y="112775"/>
                </a:lnTo>
                <a:lnTo>
                  <a:pt x="108203" y="112775"/>
                </a:lnTo>
                <a:lnTo>
                  <a:pt x="108203" y="0"/>
                </a:lnTo>
                <a:close/>
              </a:path>
            </a:pathLst>
          </a:custGeom>
          <a:solidFill>
            <a:srgbClr val="FFFFFF">
              <a:alpha val="1960"/>
            </a:srgbClr>
          </a:solidFill>
        </p:spPr>
        <p:txBody>
          <a:bodyPr wrap="square" lIns="0" tIns="0" rIns="0" bIns="0" rtlCol="0"/>
          <a:lstStyle/>
          <a:p>
            <a:endParaRPr/>
          </a:p>
        </p:txBody>
      </p:sp>
      <p:sp>
        <p:nvSpPr>
          <p:cNvPr id="8" name="object 8"/>
          <p:cNvSpPr/>
          <p:nvPr/>
        </p:nvSpPr>
        <p:spPr>
          <a:xfrm>
            <a:off x="8564880" y="758951"/>
            <a:ext cx="81280" cy="81280"/>
          </a:xfrm>
          <a:custGeom>
            <a:avLst/>
            <a:gdLst/>
            <a:ahLst/>
            <a:cxnLst/>
            <a:rect l="l" t="t" r="r" b="b"/>
            <a:pathLst>
              <a:path w="81279" h="81280">
                <a:moveTo>
                  <a:pt x="80772" y="0"/>
                </a:moveTo>
                <a:lnTo>
                  <a:pt x="0" y="0"/>
                </a:lnTo>
                <a:lnTo>
                  <a:pt x="0" y="80772"/>
                </a:lnTo>
                <a:lnTo>
                  <a:pt x="80772" y="80772"/>
                </a:lnTo>
                <a:lnTo>
                  <a:pt x="80772" y="0"/>
                </a:lnTo>
                <a:close/>
              </a:path>
            </a:pathLst>
          </a:custGeom>
          <a:solidFill>
            <a:srgbClr val="FFFFFF">
              <a:alpha val="1960"/>
            </a:srgbClr>
          </a:solidFill>
        </p:spPr>
        <p:txBody>
          <a:bodyPr wrap="square" lIns="0" tIns="0" rIns="0" bIns="0" rtlCol="0"/>
          <a:lstStyle/>
          <a:p>
            <a:endParaRPr/>
          </a:p>
        </p:txBody>
      </p:sp>
      <p:sp>
        <p:nvSpPr>
          <p:cNvPr id="9" name="object 9"/>
          <p:cNvSpPr/>
          <p:nvPr/>
        </p:nvSpPr>
        <p:spPr>
          <a:xfrm>
            <a:off x="9651492" y="1973579"/>
            <a:ext cx="169545" cy="169545"/>
          </a:xfrm>
          <a:custGeom>
            <a:avLst/>
            <a:gdLst/>
            <a:ahLst/>
            <a:cxnLst/>
            <a:rect l="l" t="t" r="r" b="b"/>
            <a:pathLst>
              <a:path w="169545" h="169544">
                <a:moveTo>
                  <a:pt x="169164" y="0"/>
                </a:moveTo>
                <a:lnTo>
                  <a:pt x="0" y="0"/>
                </a:lnTo>
                <a:lnTo>
                  <a:pt x="0" y="169163"/>
                </a:lnTo>
                <a:lnTo>
                  <a:pt x="169164" y="169163"/>
                </a:lnTo>
                <a:lnTo>
                  <a:pt x="169164" y="0"/>
                </a:lnTo>
                <a:close/>
              </a:path>
            </a:pathLst>
          </a:custGeom>
          <a:solidFill>
            <a:srgbClr val="FFFFFF">
              <a:alpha val="1960"/>
            </a:srgbClr>
          </a:solidFill>
        </p:spPr>
        <p:txBody>
          <a:bodyPr wrap="square" lIns="0" tIns="0" rIns="0" bIns="0" rtlCol="0"/>
          <a:lstStyle/>
          <a:p>
            <a:endParaRPr/>
          </a:p>
        </p:txBody>
      </p:sp>
      <p:sp>
        <p:nvSpPr>
          <p:cNvPr id="10" name="object 10"/>
          <p:cNvSpPr/>
          <p:nvPr/>
        </p:nvSpPr>
        <p:spPr>
          <a:xfrm>
            <a:off x="7693152" y="4942332"/>
            <a:ext cx="73660" cy="70485"/>
          </a:xfrm>
          <a:custGeom>
            <a:avLst/>
            <a:gdLst/>
            <a:ahLst/>
            <a:cxnLst/>
            <a:rect l="l" t="t" r="r" b="b"/>
            <a:pathLst>
              <a:path w="73659" h="70485">
                <a:moveTo>
                  <a:pt x="73151" y="0"/>
                </a:moveTo>
                <a:lnTo>
                  <a:pt x="0" y="0"/>
                </a:lnTo>
                <a:lnTo>
                  <a:pt x="0" y="70104"/>
                </a:lnTo>
                <a:lnTo>
                  <a:pt x="73151" y="70104"/>
                </a:lnTo>
                <a:lnTo>
                  <a:pt x="73151" y="0"/>
                </a:lnTo>
                <a:close/>
              </a:path>
            </a:pathLst>
          </a:custGeom>
          <a:solidFill>
            <a:srgbClr val="FFFFFF">
              <a:alpha val="1960"/>
            </a:srgbClr>
          </a:solidFill>
        </p:spPr>
        <p:txBody>
          <a:bodyPr wrap="square" lIns="0" tIns="0" rIns="0" bIns="0" rtlCol="0"/>
          <a:lstStyle/>
          <a:p>
            <a:endParaRPr/>
          </a:p>
        </p:txBody>
      </p:sp>
      <p:sp>
        <p:nvSpPr>
          <p:cNvPr id="11" name="object 11"/>
          <p:cNvSpPr/>
          <p:nvPr/>
        </p:nvSpPr>
        <p:spPr>
          <a:xfrm>
            <a:off x="8602980" y="4262628"/>
            <a:ext cx="90170" cy="86995"/>
          </a:xfrm>
          <a:custGeom>
            <a:avLst/>
            <a:gdLst/>
            <a:ahLst/>
            <a:cxnLst/>
            <a:rect l="l" t="t" r="r" b="b"/>
            <a:pathLst>
              <a:path w="90170" h="86995">
                <a:moveTo>
                  <a:pt x="89916" y="0"/>
                </a:moveTo>
                <a:lnTo>
                  <a:pt x="0" y="0"/>
                </a:lnTo>
                <a:lnTo>
                  <a:pt x="0" y="86868"/>
                </a:lnTo>
                <a:lnTo>
                  <a:pt x="89916" y="86868"/>
                </a:lnTo>
                <a:lnTo>
                  <a:pt x="89916" y="0"/>
                </a:lnTo>
                <a:close/>
              </a:path>
            </a:pathLst>
          </a:custGeom>
          <a:solidFill>
            <a:srgbClr val="FFFFFF">
              <a:alpha val="1960"/>
            </a:srgbClr>
          </a:solidFill>
        </p:spPr>
        <p:txBody>
          <a:bodyPr wrap="square" lIns="0" tIns="0" rIns="0" bIns="0" rtlCol="0"/>
          <a:lstStyle/>
          <a:p>
            <a:endParaRPr/>
          </a:p>
        </p:txBody>
      </p:sp>
      <p:sp>
        <p:nvSpPr>
          <p:cNvPr id="12" name="object 12"/>
          <p:cNvSpPr/>
          <p:nvPr/>
        </p:nvSpPr>
        <p:spPr>
          <a:xfrm>
            <a:off x="6054852" y="5756147"/>
            <a:ext cx="64135" cy="64135"/>
          </a:xfrm>
          <a:custGeom>
            <a:avLst/>
            <a:gdLst/>
            <a:ahLst/>
            <a:cxnLst/>
            <a:rect l="l" t="t" r="r" b="b"/>
            <a:pathLst>
              <a:path w="64135" h="64135">
                <a:moveTo>
                  <a:pt x="64008" y="0"/>
                </a:moveTo>
                <a:lnTo>
                  <a:pt x="0" y="0"/>
                </a:lnTo>
                <a:lnTo>
                  <a:pt x="0" y="64007"/>
                </a:lnTo>
                <a:lnTo>
                  <a:pt x="64008" y="64007"/>
                </a:lnTo>
                <a:lnTo>
                  <a:pt x="64008" y="0"/>
                </a:lnTo>
                <a:close/>
              </a:path>
            </a:pathLst>
          </a:custGeom>
          <a:solidFill>
            <a:srgbClr val="FFFFFF">
              <a:alpha val="1960"/>
            </a:srgbClr>
          </a:solidFill>
        </p:spPr>
        <p:txBody>
          <a:bodyPr wrap="square" lIns="0" tIns="0" rIns="0" bIns="0" rtlCol="0"/>
          <a:lstStyle/>
          <a:p>
            <a:endParaRPr/>
          </a:p>
        </p:txBody>
      </p:sp>
      <p:sp>
        <p:nvSpPr>
          <p:cNvPr id="13" name="object 13"/>
          <p:cNvSpPr/>
          <p:nvPr/>
        </p:nvSpPr>
        <p:spPr>
          <a:xfrm>
            <a:off x="5343144" y="4558284"/>
            <a:ext cx="55244" cy="55244"/>
          </a:xfrm>
          <a:custGeom>
            <a:avLst/>
            <a:gdLst/>
            <a:ahLst/>
            <a:cxnLst/>
            <a:rect l="l" t="t" r="r" b="b"/>
            <a:pathLst>
              <a:path w="55245" h="55245">
                <a:moveTo>
                  <a:pt x="54863" y="0"/>
                </a:moveTo>
                <a:lnTo>
                  <a:pt x="0" y="0"/>
                </a:lnTo>
                <a:lnTo>
                  <a:pt x="0" y="54863"/>
                </a:lnTo>
                <a:lnTo>
                  <a:pt x="54863" y="54863"/>
                </a:lnTo>
                <a:lnTo>
                  <a:pt x="54863" y="0"/>
                </a:lnTo>
                <a:close/>
              </a:path>
            </a:pathLst>
          </a:custGeom>
          <a:solidFill>
            <a:srgbClr val="FFFFFF">
              <a:alpha val="1960"/>
            </a:srgbClr>
          </a:solidFill>
        </p:spPr>
        <p:txBody>
          <a:bodyPr wrap="square" lIns="0" tIns="0" rIns="0" bIns="0" rtlCol="0"/>
          <a:lstStyle/>
          <a:p>
            <a:endParaRPr/>
          </a:p>
        </p:txBody>
      </p:sp>
      <p:sp>
        <p:nvSpPr>
          <p:cNvPr id="14" name="object 14"/>
          <p:cNvSpPr/>
          <p:nvPr/>
        </p:nvSpPr>
        <p:spPr>
          <a:xfrm>
            <a:off x="6829043" y="3223260"/>
            <a:ext cx="81280" cy="79375"/>
          </a:xfrm>
          <a:custGeom>
            <a:avLst/>
            <a:gdLst/>
            <a:ahLst/>
            <a:cxnLst/>
            <a:rect l="l" t="t" r="r" b="b"/>
            <a:pathLst>
              <a:path w="81279" h="79375">
                <a:moveTo>
                  <a:pt x="80772" y="0"/>
                </a:moveTo>
                <a:lnTo>
                  <a:pt x="0" y="0"/>
                </a:lnTo>
                <a:lnTo>
                  <a:pt x="0" y="79248"/>
                </a:lnTo>
                <a:lnTo>
                  <a:pt x="80772" y="79248"/>
                </a:lnTo>
                <a:lnTo>
                  <a:pt x="80772" y="0"/>
                </a:lnTo>
                <a:close/>
              </a:path>
            </a:pathLst>
          </a:custGeom>
          <a:solidFill>
            <a:srgbClr val="FFFFFF">
              <a:alpha val="1960"/>
            </a:srgbClr>
          </a:solidFill>
        </p:spPr>
        <p:txBody>
          <a:bodyPr wrap="square" lIns="0" tIns="0" rIns="0" bIns="0" rtlCol="0"/>
          <a:lstStyle/>
          <a:p>
            <a:endParaRPr/>
          </a:p>
        </p:txBody>
      </p:sp>
      <p:sp>
        <p:nvSpPr>
          <p:cNvPr id="15" name="object 15"/>
          <p:cNvSpPr/>
          <p:nvPr/>
        </p:nvSpPr>
        <p:spPr>
          <a:xfrm>
            <a:off x="4745735" y="2694432"/>
            <a:ext cx="53340" cy="55244"/>
          </a:xfrm>
          <a:custGeom>
            <a:avLst/>
            <a:gdLst/>
            <a:ahLst/>
            <a:cxnLst/>
            <a:rect l="l" t="t" r="r" b="b"/>
            <a:pathLst>
              <a:path w="53339" h="55244">
                <a:moveTo>
                  <a:pt x="53339" y="0"/>
                </a:moveTo>
                <a:lnTo>
                  <a:pt x="0" y="0"/>
                </a:lnTo>
                <a:lnTo>
                  <a:pt x="0" y="54863"/>
                </a:lnTo>
                <a:lnTo>
                  <a:pt x="53339" y="54863"/>
                </a:lnTo>
                <a:lnTo>
                  <a:pt x="53339" y="0"/>
                </a:lnTo>
                <a:close/>
              </a:path>
            </a:pathLst>
          </a:custGeom>
          <a:solidFill>
            <a:srgbClr val="FFFFFF">
              <a:alpha val="1960"/>
            </a:srgbClr>
          </a:solidFill>
        </p:spPr>
        <p:txBody>
          <a:bodyPr wrap="square" lIns="0" tIns="0" rIns="0" bIns="0" rtlCol="0"/>
          <a:lstStyle/>
          <a:p>
            <a:endParaRPr/>
          </a:p>
        </p:txBody>
      </p:sp>
      <p:sp>
        <p:nvSpPr>
          <p:cNvPr id="16" name="object 16"/>
          <p:cNvSpPr/>
          <p:nvPr/>
        </p:nvSpPr>
        <p:spPr>
          <a:xfrm>
            <a:off x="7071360" y="1470659"/>
            <a:ext cx="152400" cy="152400"/>
          </a:xfrm>
          <a:custGeom>
            <a:avLst/>
            <a:gdLst/>
            <a:ahLst/>
            <a:cxnLst/>
            <a:rect l="l" t="t" r="r" b="b"/>
            <a:pathLst>
              <a:path w="152400" h="152400">
                <a:moveTo>
                  <a:pt x="152400" y="0"/>
                </a:moveTo>
                <a:lnTo>
                  <a:pt x="0" y="0"/>
                </a:lnTo>
                <a:lnTo>
                  <a:pt x="0" y="152400"/>
                </a:lnTo>
                <a:lnTo>
                  <a:pt x="152400" y="152400"/>
                </a:lnTo>
                <a:lnTo>
                  <a:pt x="152400" y="0"/>
                </a:lnTo>
                <a:close/>
              </a:path>
            </a:pathLst>
          </a:custGeom>
          <a:solidFill>
            <a:srgbClr val="FFFFFF">
              <a:alpha val="1960"/>
            </a:srgbClr>
          </a:solidFill>
        </p:spPr>
        <p:txBody>
          <a:bodyPr wrap="square" lIns="0" tIns="0" rIns="0" bIns="0" rtlCol="0"/>
          <a:lstStyle/>
          <a:p>
            <a:endParaRPr/>
          </a:p>
        </p:txBody>
      </p:sp>
      <p:sp>
        <p:nvSpPr>
          <p:cNvPr id="17" name="object 17"/>
          <p:cNvSpPr/>
          <p:nvPr/>
        </p:nvSpPr>
        <p:spPr>
          <a:xfrm>
            <a:off x="6544056" y="344424"/>
            <a:ext cx="134620" cy="135890"/>
          </a:xfrm>
          <a:custGeom>
            <a:avLst/>
            <a:gdLst/>
            <a:ahLst/>
            <a:cxnLst/>
            <a:rect l="l" t="t" r="r" b="b"/>
            <a:pathLst>
              <a:path w="134620" h="135890">
                <a:moveTo>
                  <a:pt x="134111" y="0"/>
                </a:moveTo>
                <a:lnTo>
                  <a:pt x="0" y="0"/>
                </a:lnTo>
                <a:lnTo>
                  <a:pt x="0" y="135636"/>
                </a:lnTo>
                <a:lnTo>
                  <a:pt x="134111" y="135636"/>
                </a:lnTo>
                <a:lnTo>
                  <a:pt x="134111" y="0"/>
                </a:lnTo>
                <a:close/>
              </a:path>
            </a:pathLst>
          </a:custGeom>
          <a:solidFill>
            <a:srgbClr val="FFFFFF">
              <a:alpha val="1960"/>
            </a:srgbClr>
          </a:solidFill>
        </p:spPr>
        <p:txBody>
          <a:bodyPr wrap="square" lIns="0" tIns="0" rIns="0" bIns="0" rtlCol="0"/>
          <a:lstStyle/>
          <a:p>
            <a:endParaRPr/>
          </a:p>
        </p:txBody>
      </p:sp>
      <p:sp>
        <p:nvSpPr>
          <p:cNvPr id="18" name="object 18"/>
          <p:cNvSpPr/>
          <p:nvPr/>
        </p:nvSpPr>
        <p:spPr>
          <a:xfrm>
            <a:off x="10212324" y="1196339"/>
            <a:ext cx="135890" cy="139065"/>
          </a:xfrm>
          <a:custGeom>
            <a:avLst/>
            <a:gdLst/>
            <a:ahLst/>
            <a:cxnLst/>
            <a:rect l="l" t="t" r="r" b="b"/>
            <a:pathLst>
              <a:path w="135890" h="139065">
                <a:moveTo>
                  <a:pt x="135636" y="0"/>
                </a:moveTo>
                <a:lnTo>
                  <a:pt x="0" y="0"/>
                </a:lnTo>
                <a:lnTo>
                  <a:pt x="0" y="138684"/>
                </a:lnTo>
                <a:lnTo>
                  <a:pt x="135636" y="138684"/>
                </a:lnTo>
                <a:lnTo>
                  <a:pt x="135636" y="0"/>
                </a:lnTo>
                <a:close/>
              </a:path>
            </a:pathLst>
          </a:custGeom>
          <a:solidFill>
            <a:srgbClr val="FFFFFF">
              <a:alpha val="1960"/>
            </a:srgbClr>
          </a:solidFill>
        </p:spPr>
        <p:txBody>
          <a:bodyPr wrap="square" lIns="0" tIns="0" rIns="0" bIns="0" rtlCol="0"/>
          <a:lstStyle/>
          <a:p>
            <a:endParaRPr/>
          </a:p>
        </p:txBody>
      </p:sp>
      <p:sp>
        <p:nvSpPr>
          <p:cNvPr id="19" name="object 19"/>
          <p:cNvSpPr/>
          <p:nvPr/>
        </p:nvSpPr>
        <p:spPr>
          <a:xfrm>
            <a:off x="4232147" y="1341119"/>
            <a:ext cx="119380" cy="119380"/>
          </a:xfrm>
          <a:custGeom>
            <a:avLst/>
            <a:gdLst/>
            <a:ahLst/>
            <a:cxnLst/>
            <a:rect l="l" t="t" r="r" b="b"/>
            <a:pathLst>
              <a:path w="119379" h="119380">
                <a:moveTo>
                  <a:pt x="118872" y="0"/>
                </a:moveTo>
                <a:lnTo>
                  <a:pt x="0" y="0"/>
                </a:lnTo>
                <a:lnTo>
                  <a:pt x="0" y="118872"/>
                </a:lnTo>
                <a:lnTo>
                  <a:pt x="118872" y="118872"/>
                </a:lnTo>
                <a:lnTo>
                  <a:pt x="118872" y="0"/>
                </a:lnTo>
                <a:close/>
              </a:path>
            </a:pathLst>
          </a:custGeom>
          <a:solidFill>
            <a:srgbClr val="FFFFFF">
              <a:alpha val="1960"/>
            </a:srgbClr>
          </a:solidFill>
        </p:spPr>
        <p:txBody>
          <a:bodyPr wrap="square" lIns="0" tIns="0" rIns="0" bIns="0" rtlCol="0"/>
          <a:lstStyle/>
          <a:p>
            <a:endParaRPr/>
          </a:p>
        </p:txBody>
      </p:sp>
      <p:sp>
        <p:nvSpPr>
          <p:cNvPr id="20" name="object 20"/>
          <p:cNvSpPr/>
          <p:nvPr/>
        </p:nvSpPr>
        <p:spPr>
          <a:xfrm>
            <a:off x="3057144" y="3939540"/>
            <a:ext cx="24765" cy="26034"/>
          </a:xfrm>
          <a:custGeom>
            <a:avLst/>
            <a:gdLst/>
            <a:ahLst/>
            <a:cxnLst/>
            <a:rect l="l" t="t" r="r" b="b"/>
            <a:pathLst>
              <a:path w="24764" h="26035">
                <a:moveTo>
                  <a:pt x="24383" y="0"/>
                </a:moveTo>
                <a:lnTo>
                  <a:pt x="0" y="0"/>
                </a:lnTo>
                <a:lnTo>
                  <a:pt x="0" y="25907"/>
                </a:lnTo>
                <a:lnTo>
                  <a:pt x="24383" y="25907"/>
                </a:lnTo>
                <a:lnTo>
                  <a:pt x="24383" y="0"/>
                </a:lnTo>
                <a:close/>
              </a:path>
            </a:pathLst>
          </a:custGeom>
          <a:solidFill>
            <a:srgbClr val="FFFFFF">
              <a:alpha val="1960"/>
            </a:srgbClr>
          </a:solidFill>
        </p:spPr>
        <p:txBody>
          <a:bodyPr wrap="square" lIns="0" tIns="0" rIns="0" bIns="0" rtlCol="0"/>
          <a:lstStyle/>
          <a:p>
            <a:endParaRPr/>
          </a:p>
        </p:txBody>
      </p:sp>
      <p:sp>
        <p:nvSpPr>
          <p:cNvPr id="21" name="object 21"/>
          <p:cNvSpPr/>
          <p:nvPr/>
        </p:nvSpPr>
        <p:spPr>
          <a:xfrm>
            <a:off x="3339084" y="5277611"/>
            <a:ext cx="85725" cy="85725"/>
          </a:xfrm>
          <a:custGeom>
            <a:avLst/>
            <a:gdLst/>
            <a:ahLst/>
            <a:cxnLst/>
            <a:rect l="l" t="t" r="r" b="b"/>
            <a:pathLst>
              <a:path w="85725" h="85725">
                <a:moveTo>
                  <a:pt x="85344" y="0"/>
                </a:moveTo>
                <a:lnTo>
                  <a:pt x="0" y="0"/>
                </a:lnTo>
                <a:lnTo>
                  <a:pt x="0" y="85343"/>
                </a:lnTo>
                <a:lnTo>
                  <a:pt x="85344" y="85343"/>
                </a:lnTo>
                <a:lnTo>
                  <a:pt x="85344" y="0"/>
                </a:lnTo>
                <a:close/>
              </a:path>
            </a:pathLst>
          </a:custGeom>
          <a:solidFill>
            <a:srgbClr val="FFFFFF">
              <a:alpha val="1960"/>
            </a:srgbClr>
          </a:solidFill>
        </p:spPr>
        <p:txBody>
          <a:bodyPr wrap="square" lIns="0" tIns="0" rIns="0" bIns="0" rtlCol="0"/>
          <a:lstStyle/>
          <a:p>
            <a:endParaRPr/>
          </a:p>
        </p:txBody>
      </p:sp>
      <p:sp>
        <p:nvSpPr>
          <p:cNvPr id="22" name="object 22"/>
          <p:cNvSpPr/>
          <p:nvPr/>
        </p:nvSpPr>
        <p:spPr>
          <a:xfrm>
            <a:off x="1722120" y="5437632"/>
            <a:ext cx="81280" cy="81280"/>
          </a:xfrm>
          <a:custGeom>
            <a:avLst/>
            <a:gdLst/>
            <a:ahLst/>
            <a:cxnLst/>
            <a:rect l="l" t="t" r="r" b="b"/>
            <a:pathLst>
              <a:path w="81280" h="81279">
                <a:moveTo>
                  <a:pt x="80772" y="0"/>
                </a:moveTo>
                <a:lnTo>
                  <a:pt x="0" y="0"/>
                </a:lnTo>
                <a:lnTo>
                  <a:pt x="0" y="80772"/>
                </a:lnTo>
                <a:lnTo>
                  <a:pt x="80772" y="80772"/>
                </a:lnTo>
                <a:lnTo>
                  <a:pt x="80772" y="0"/>
                </a:lnTo>
                <a:close/>
              </a:path>
            </a:pathLst>
          </a:custGeom>
          <a:solidFill>
            <a:srgbClr val="FFFFFF">
              <a:alpha val="1960"/>
            </a:srgbClr>
          </a:solidFill>
        </p:spPr>
        <p:txBody>
          <a:bodyPr wrap="square" lIns="0" tIns="0" rIns="0" bIns="0" rtlCol="0"/>
          <a:lstStyle/>
          <a:p>
            <a:endParaRPr/>
          </a:p>
        </p:txBody>
      </p:sp>
      <p:sp>
        <p:nvSpPr>
          <p:cNvPr id="23" name="object 23"/>
          <p:cNvSpPr/>
          <p:nvPr/>
        </p:nvSpPr>
        <p:spPr>
          <a:xfrm>
            <a:off x="1834895" y="2828544"/>
            <a:ext cx="129539" cy="129539"/>
          </a:xfrm>
          <a:custGeom>
            <a:avLst/>
            <a:gdLst/>
            <a:ahLst/>
            <a:cxnLst/>
            <a:rect l="l" t="t" r="r" b="b"/>
            <a:pathLst>
              <a:path w="129539" h="129539">
                <a:moveTo>
                  <a:pt x="129539" y="0"/>
                </a:moveTo>
                <a:lnTo>
                  <a:pt x="0" y="0"/>
                </a:lnTo>
                <a:lnTo>
                  <a:pt x="0" y="129539"/>
                </a:lnTo>
                <a:lnTo>
                  <a:pt x="129539" y="129539"/>
                </a:lnTo>
                <a:lnTo>
                  <a:pt x="129539" y="0"/>
                </a:lnTo>
                <a:close/>
              </a:path>
            </a:pathLst>
          </a:custGeom>
          <a:solidFill>
            <a:srgbClr val="FFFFFF">
              <a:alpha val="1960"/>
            </a:srgbClr>
          </a:solidFill>
        </p:spPr>
        <p:txBody>
          <a:bodyPr wrap="square" lIns="0" tIns="0" rIns="0" bIns="0" rtlCol="0"/>
          <a:lstStyle/>
          <a:p>
            <a:endParaRPr/>
          </a:p>
        </p:txBody>
      </p:sp>
      <p:sp>
        <p:nvSpPr>
          <p:cNvPr id="24" name="object 24"/>
          <p:cNvSpPr/>
          <p:nvPr/>
        </p:nvSpPr>
        <p:spPr>
          <a:xfrm>
            <a:off x="2330196" y="486155"/>
            <a:ext cx="135890" cy="137160"/>
          </a:xfrm>
          <a:custGeom>
            <a:avLst/>
            <a:gdLst/>
            <a:ahLst/>
            <a:cxnLst/>
            <a:rect l="l" t="t" r="r" b="b"/>
            <a:pathLst>
              <a:path w="135889" h="137159">
                <a:moveTo>
                  <a:pt x="135636" y="0"/>
                </a:moveTo>
                <a:lnTo>
                  <a:pt x="0" y="0"/>
                </a:lnTo>
                <a:lnTo>
                  <a:pt x="0" y="137160"/>
                </a:lnTo>
                <a:lnTo>
                  <a:pt x="135636" y="137160"/>
                </a:lnTo>
                <a:lnTo>
                  <a:pt x="135636" y="0"/>
                </a:lnTo>
                <a:close/>
              </a:path>
            </a:pathLst>
          </a:custGeom>
          <a:solidFill>
            <a:srgbClr val="FFFFFF">
              <a:alpha val="1960"/>
            </a:srgbClr>
          </a:solidFill>
        </p:spPr>
        <p:txBody>
          <a:bodyPr wrap="square" lIns="0" tIns="0" rIns="0" bIns="0" rtlCol="0"/>
          <a:lstStyle/>
          <a:p>
            <a:endParaRPr/>
          </a:p>
        </p:txBody>
      </p:sp>
      <p:sp>
        <p:nvSpPr>
          <p:cNvPr id="25" name="object 25"/>
          <p:cNvSpPr/>
          <p:nvPr/>
        </p:nvSpPr>
        <p:spPr>
          <a:xfrm>
            <a:off x="3906011" y="495300"/>
            <a:ext cx="128270" cy="128270"/>
          </a:xfrm>
          <a:custGeom>
            <a:avLst/>
            <a:gdLst/>
            <a:ahLst/>
            <a:cxnLst/>
            <a:rect l="l" t="t" r="r" b="b"/>
            <a:pathLst>
              <a:path w="128270" h="128270">
                <a:moveTo>
                  <a:pt x="128015" y="0"/>
                </a:moveTo>
                <a:lnTo>
                  <a:pt x="0" y="0"/>
                </a:lnTo>
                <a:lnTo>
                  <a:pt x="0" y="128015"/>
                </a:lnTo>
                <a:lnTo>
                  <a:pt x="128015" y="128015"/>
                </a:lnTo>
                <a:lnTo>
                  <a:pt x="128015" y="0"/>
                </a:lnTo>
                <a:close/>
              </a:path>
            </a:pathLst>
          </a:custGeom>
          <a:solidFill>
            <a:srgbClr val="FFFFFF">
              <a:alpha val="1960"/>
            </a:srgbClr>
          </a:solidFill>
        </p:spPr>
        <p:txBody>
          <a:bodyPr wrap="square" lIns="0" tIns="0" rIns="0" bIns="0" rtlCol="0"/>
          <a:lstStyle/>
          <a:p>
            <a:endParaRPr/>
          </a:p>
        </p:txBody>
      </p:sp>
      <p:sp>
        <p:nvSpPr>
          <p:cNvPr id="26" name="object 26"/>
          <p:cNvSpPr/>
          <p:nvPr/>
        </p:nvSpPr>
        <p:spPr>
          <a:xfrm>
            <a:off x="2810255" y="128015"/>
            <a:ext cx="158750" cy="158750"/>
          </a:xfrm>
          <a:custGeom>
            <a:avLst/>
            <a:gdLst/>
            <a:ahLst/>
            <a:cxnLst/>
            <a:rect l="l" t="t" r="r" b="b"/>
            <a:pathLst>
              <a:path w="158750" h="158750">
                <a:moveTo>
                  <a:pt x="158495" y="0"/>
                </a:moveTo>
                <a:lnTo>
                  <a:pt x="0" y="0"/>
                </a:lnTo>
                <a:lnTo>
                  <a:pt x="0" y="158496"/>
                </a:lnTo>
                <a:lnTo>
                  <a:pt x="158495" y="158496"/>
                </a:lnTo>
                <a:lnTo>
                  <a:pt x="158495" y="0"/>
                </a:lnTo>
                <a:close/>
              </a:path>
            </a:pathLst>
          </a:custGeom>
          <a:solidFill>
            <a:srgbClr val="FFFFFF">
              <a:alpha val="1960"/>
            </a:srgbClr>
          </a:solidFill>
        </p:spPr>
        <p:txBody>
          <a:bodyPr wrap="square" lIns="0" tIns="0" rIns="0" bIns="0" rtlCol="0"/>
          <a:lstStyle/>
          <a:p>
            <a:endParaRPr/>
          </a:p>
        </p:txBody>
      </p:sp>
      <p:sp>
        <p:nvSpPr>
          <p:cNvPr id="27" name="object 27"/>
          <p:cNvSpPr/>
          <p:nvPr/>
        </p:nvSpPr>
        <p:spPr>
          <a:xfrm>
            <a:off x="2793492" y="1319783"/>
            <a:ext cx="248920" cy="247015"/>
          </a:xfrm>
          <a:custGeom>
            <a:avLst/>
            <a:gdLst/>
            <a:ahLst/>
            <a:cxnLst/>
            <a:rect l="l" t="t" r="r" b="b"/>
            <a:pathLst>
              <a:path w="248919" h="247015">
                <a:moveTo>
                  <a:pt x="248412" y="0"/>
                </a:moveTo>
                <a:lnTo>
                  <a:pt x="0" y="0"/>
                </a:lnTo>
                <a:lnTo>
                  <a:pt x="0" y="246887"/>
                </a:lnTo>
                <a:lnTo>
                  <a:pt x="248412" y="246887"/>
                </a:lnTo>
                <a:lnTo>
                  <a:pt x="248412" y="0"/>
                </a:lnTo>
                <a:close/>
              </a:path>
            </a:pathLst>
          </a:custGeom>
          <a:solidFill>
            <a:srgbClr val="FFFFFF">
              <a:alpha val="1960"/>
            </a:srgbClr>
          </a:solidFill>
        </p:spPr>
        <p:txBody>
          <a:bodyPr wrap="square" lIns="0" tIns="0" rIns="0" bIns="0" rtlCol="0"/>
          <a:lstStyle/>
          <a:p>
            <a:endParaRPr/>
          </a:p>
        </p:txBody>
      </p:sp>
      <p:sp>
        <p:nvSpPr>
          <p:cNvPr id="28" name="object 28"/>
          <p:cNvSpPr/>
          <p:nvPr/>
        </p:nvSpPr>
        <p:spPr>
          <a:xfrm>
            <a:off x="6015228" y="1988820"/>
            <a:ext cx="81280" cy="81280"/>
          </a:xfrm>
          <a:custGeom>
            <a:avLst/>
            <a:gdLst/>
            <a:ahLst/>
            <a:cxnLst/>
            <a:rect l="l" t="t" r="r" b="b"/>
            <a:pathLst>
              <a:path w="81279" h="81280">
                <a:moveTo>
                  <a:pt x="80772" y="0"/>
                </a:moveTo>
                <a:lnTo>
                  <a:pt x="0" y="0"/>
                </a:lnTo>
                <a:lnTo>
                  <a:pt x="0" y="80772"/>
                </a:lnTo>
                <a:lnTo>
                  <a:pt x="80772" y="80772"/>
                </a:lnTo>
                <a:lnTo>
                  <a:pt x="80772" y="0"/>
                </a:lnTo>
                <a:close/>
              </a:path>
            </a:pathLst>
          </a:custGeom>
          <a:solidFill>
            <a:srgbClr val="FFFFFF">
              <a:alpha val="1960"/>
            </a:srgbClr>
          </a:solidFill>
        </p:spPr>
        <p:txBody>
          <a:bodyPr wrap="square" lIns="0" tIns="0" rIns="0" bIns="0" rtlCol="0"/>
          <a:lstStyle/>
          <a:p>
            <a:endParaRPr/>
          </a:p>
        </p:txBody>
      </p:sp>
      <p:sp>
        <p:nvSpPr>
          <p:cNvPr id="29" name="object 29"/>
          <p:cNvSpPr/>
          <p:nvPr/>
        </p:nvSpPr>
        <p:spPr>
          <a:xfrm>
            <a:off x="1306067" y="1325880"/>
            <a:ext cx="131445" cy="128270"/>
          </a:xfrm>
          <a:custGeom>
            <a:avLst/>
            <a:gdLst/>
            <a:ahLst/>
            <a:cxnLst/>
            <a:rect l="l" t="t" r="r" b="b"/>
            <a:pathLst>
              <a:path w="131444" h="128269">
                <a:moveTo>
                  <a:pt x="131063" y="0"/>
                </a:moveTo>
                <a:lnTo>
                  <a:pt x="0" y="0"/>
                </a:lnTo>
                <a:lnTo>
                  <a:pt x="0" y="128015"/>
                </a:lnTo>
                <a:lnTo>
                  <a:pt x="131063" y="128015"/>
                </a:lnTo>
                <a:lnTo>
                  <a:pt x="131063" y="0"/>
                </a:lnTo>
                <a:close/>
              </a:path>
            </a:pathLst>
          </a:custGeom>
          <a:solidFill>
            <a:srgbClr val="FFFFFF">
              <a:alpha val="1960"/>
            </a:srgbClr>
          </a:solidFill>
        </p:spPr>
        <p:txBody>
          <a:bodyPr wrap="square" lIns="0" tIns="0" rIns="0" bIns="0" rtlCol="0"/>
          <a:lstStyle/>
          <a:p>
            <a:endParaRPr/>
          </a:p>
        </p:txBody>
      </p:sp>
      <p:sp>
        <p:nvSpPr>
          <p:cNvPr id="30" name="object 30"/>
          <p:cNvSpPr/>
          <p:nvPr/>
        </p:nvSpPr>
        <p:spPr>
          <a:xfrm>
            <a:off x="10770107" y="2086355"/>
            <a:ext cx="143510" cy="144780"/>
          </a:xfrm>
          <a:custGeom>
            <a:avLst/>
            <a:gdLst/>
            <a:ahLst/>
            <a:cxnLst/>
            <a:rect l="l" t="t" r="r" b="b"/>
            <a:pathLst>
              <a:path w="143509" h="144780">
                <a:moveTo>
                  <a:pt x="143255" y="0"/>
                </a:moveTo>
                <a:lnTo>
                  <a:pt x="0" y="0"/>
                </a:lnTo>
                <a:lnTo>
                  <a:pt x="0" y="144779"/>
                </a:lnTo>
                <a:lnTo>
                  <a:pt x="143255" y="144779"/>
                </a:lnTo>
                <a:lnTo>
                  <a:pt x="143255" y="0"/>
                </a:lnTo>
                <a:close/>
              </a:path>
            </a:pathLst>
          </a:custGeom>
          <a:solidFill>
            <a:srgbClr val="FFFFFF">
              <a:alpha val="1960"/>
            </a:srgbClr>
          </a:solidFill>
        </p:spPr>
        <p:txBody>
          <a:bodyPr wrap="square" lIns="0" tIns="0" rIns="0" bIns="0" rtlCol="0"/>
          <a:lstStyle/>
          <a:p>
            <a:endParaRPr/>
          </a:p>
        </p:txBody>
      </p:sp>
      <p:sp>
        <p:nvSpPr>
          <p:cNvPr id="31" name="object 31"/>
          <p:cNvSpPr/>
          <p:nvPr/>
        </p:nvSpPr>
        <p:spPr>
          <a:xfrm>
            <a:off x="6018276" y="1115059"/>
            <a:ext cx="253365" cy="251460"/>
          </a:xfrm>
          <a:custGeom>
            <a:avLst/>
            <a:gdLst/>
            <a:ahLst/>
            <a:cxnLst/>
            <a:rect l="l" t="t" r="r" b="b"/>
            <a:pathLst>
              <a:path w="253364" h="251459">
                <a:moveTo>
                  <a:pt x="252984" y="0"/>
                </a:moveTo>
                <a:lnTo>
                  <a:pt x="246634" y="0"/>
                </a:lnTo>
                <a:lnTo>
                  <a:pt x="246634" y="238760"/>
                </a:lnTo>
                <a:lnTo>
                  <a:pt x="246634" y="245110"/>
                </a:lnTo>
                <a:lnTo>
                  <a:pt x="245364" y="245110"/>
                </a:lnTo>
                <a:lnTo>
                  <a:pt x="245364" y="238760"/>
                </a:lnTo>
                <a:lnTo>
                  <a:pt x="246634" y="238760"/>
                </a:lnTo>
                <a:lnTo>
                  <a:pt x="246634" y="0"/>
                </a:lnTo>
                <a:lnTo>
                  <a:pt x="0" y="0"/>
                </a:lnTo>
                <a:lnTo>
                  <a:pt x="0" y="12700"/>
                </a:lnTo>
                <a:lnTo>
                  <a:pt x="0" y="238760"/>
                </a:lnTo>
                <a:lnTo>
                  <a:pt x="0" y="245110"/>
                </a:lnTo>
                <a:lnTo>
                  <a:pt x="0" y="251460"/>
                </a:lnTo>
                <a:lnTo>
                  <a:pt x="252984" y="251460"/>
                </a:lnTo>
                <a:lnTo>
                  <a:pt x="252984" y="245110"/>
                </a:lnTo>
                <a:lnTo>
                  <a:pt x="252984" y="238760"/>
                </a:lnTo>
                <a:lnTo>
                  <a:pt x="252984" y="12700"/>
                </a:lnTo>
                <a:lnTo>
                  <a:pt x="252984" y="0"/>
                </a:lnTo>
                <a:close/>
              </a:path>
            </a:pathLst>
          </a:custGeom>
          <a:solidFill>
            <a:srgbClr val="FFFFFF">
              <a:alpha val="1960"/>
            </a:srgbClr>
          </a:solidFill>
        </p:spPr>
        <p:txBody>
          <a:bodyPr wrap="square" lIns="0" tIns="0" rIns="0" bIns="0" rtlCol="0"/>
          <a:lstStyle/>
          <a:p>
            <a:endParaRPr/>
          </a:p>
        </p:txBody>
      </p:sp>
      <p:sp>
        <p:nvSpPr>
          <p:cNvPr id="32" name="object 32"/>
          <p:cNvSpPr/>
          <p:nvPr/>
        </p:nvSpPr>
        <p:spPr>
          <a:xfrm>
            <a:off x="5244084" y="35559"/>
            <a:ext cx="238125" cy="237490"/>
          </a:xfrm>
          <a:custGeom>
            <a:avLst/>
            <a:gdLst/>
            <a:ahLst/>
            <a:cxnLst/>
            <a:rect l="l" t="t" r="r" b="b"/>
            <a:pathLst>
              <a:path w="238125" h="237490">
                <a:moveTo>
                  <a:pt x="237744" y="0"/>
                </a:moveTo>
                <a:lnTo>
                  <a:pt x="0" y="0"/>
                </a:lnTo>
                <a:lnTo>
                  <a:pt x="0" y="12700"/>
                </a:lnTo>
                <a:lnTo>
                  <a:pt x="0" y="224790"/>
                </a:lnTo>
                <a:lnTo>
                  <a:pt x="0" y="231140"/>
                </a:lnTo>
                <a:lnTo>
                  <a:pt x="0" y="237490"/>
                </a:lnTo>
                <a:lnTo>
                  <a:pt x="237744" y="237490"/>
                </a:lnTo>
                <a:lnTo>
                  <a:pt x="237744" y="231140"/>
                </a:lnTo>
                <a:lnTo>
                  <a:pt x="237744" y="224790"/>
                </a:lnTo>
                <a:lnTo>
                  <a:pt x="237744" y="12700"/>
                </a:lnTo>
                <a:lnTo>
                  <a:pt x="237744" y="0"/>
                </a:lnTo>
                <a:close/>
              </a:path>
            </a:pathLst>
          </a:custGeom>
          <a:solidFill>
            <a:srgbClr val="FFFFFF">
              <a:alpha val="1960"/>
            </a:srgbClr>
          </a:solidFill>
        </p:spPr>
        <p:txBody>
          <a:bodyPr wrap="square" lIns="0" tIns="0" rIns="0" bIns="0" rtlCol="0"/>
          <a:lstStyle/>
          <a:p>
            <a:endParaRPr/>
          </a:p>
        </p:txBody>
      </p:sp>
      <p:sp>
        <p:nvSpPr>
          <p:cNvPr id="33" name="object 33"/>
          <p:cNvSpPr/>
          <p:nvPr/>
        </p:nvSpPr>
        <p:spPr>
          <a:xfrm>
            <a:off x="7226808" y="251459"/>
            <a:ext cx="79375" cy="79375"/>
          </a:xfrm>
          <a:custGeom>
            <a:avLst/>
            <a:gdLst/>
            <a:ahLst/>
            <a:cxnLst/>
            <a:rect l="l" t="t" r="r" b="b"/>
            <a:pathLst>
              <a:path w="79375" h="79375">
                <a:moveTo>
                  <a:pt x="79248" y="0"/>
                </a:moveTo>
                <a:lnTo>
                  <a:pt x="0" y="0"/>
                </a:lnTo>
                <a:lnTo>
                  <a:pt x="0" y="79248"/>
                </a:lnTo>
                <a:lnTo>
                  <a:pt x="79248" y="79248"/>
                </a:lnTo>
                <a:lnTo>
                  <a:pt x="79248" y="72898"/>
                </a:lnTo>
                <a:lnTo>
                  <a:pt x="79248" y="12700"/>
                </a:lnTo>
                <a:lnTo>
                  <a:pt x="79248" y="0"/>
                </a:lnTo>
                <a:close/>
              </a:path>
            </a:pathLst>
          </a:custGeom>
          <a:solidFill>
            <a:srgbClr val="FFFFFF">
              <a:alpha val="1960"/>
            </a:srgbClr>
          </a:solidFill>
        </p:spPr>
        <p:txBody>
          <a:bodyPr wrap="square" lIns="0" tIns="0" rIns="0" bIns="0" rtlCol="0"/>
          <a:lstStyle/>
          <a:p>
            <a:endParaRPr/>
          </a:p>
        </p:txBody>
      </p:sp>
      <p:sp>
        <p:nvSpPr>
          <p:cNvPr id="34" name="object 34"/>
          <p:cNvSpPr/>
          <p:nvPr/>
        </p:nvSpPr>
        <p:spPr>
          <a:xfrm>
            <a:off x="7571232" y="1460499"/>
            <a:ext cx="151130" cy="148590"/>
          </a:xfrm>
          <a:custGeom>
            <a:avLst/>
            <a:gdLst/>
            <a:ahLst/>
            <a:cxnLst/>
            <a:rect l="l" t="t" r="r" b="b"/>
            <a:pathLst>
              <a:path w="151129" h="148590">
                <a:moveTo>
                  <a:pt x="150876" y="0"/>
                </a:moveTo>
                <a:lnTo>
                  <a:pt x="0" y="0"/>
                </a:lnTo>
                <a:lnTo>
                  <a:pt x="0" y="12700"/>
                </a:lnTo>
                <a:lnTo>
                  <a:pt x="6096" y="12700"/>
                </a:lnTo>
                <a:lnTo>
                  <a:pt x="6096" y="134620"/>
                </a:lnTo>
                <a:lnTo>
                  <a:pt x="0" y="134620"/>
                </a:lnTo>
                <a:lnTo>
                  <a:pt x="0" y="142240"/>
                </a:lnTo>
                <a:lnTo>
                  <a:pt x="0" y="148590"/>
                </a:lnTo>
                <a:lnTo>
                  <a:pt x="150876" y="148590"/>
                </a:lnTo>
                <a:lnTo>
                  <a:pt x="150876" y="142240"/>
                </a:lnTo>
                <a:lnTo>
                  <a:pt x="150876" y="134620"/>
                </a:lnTo>
                <a:lnTo>
                  <a:pt x="150876" y="12700"/>
                </a:lnTo>
                <a:lnTo>
                  <a:pt x="150876" y="0"/>
                </a:lnTo>
                <a:close/>
              </a:path>
            </a:pathLst>
          </a:custGeom>
          <a:solidFill>
            <a:srgbClr val="FFFFFF">
              <a:alpha val="1960"/>
            </a:srgbClr>
          </a:solidFill>
        </p:spPr>
        <p:txBody>
          <a:bodyPr wrap="square" lIns="0" tIns="0" rIns="0" bIns="0" rtlCol="0"/>
          <a:lstStyle/>
          <a:p>
            <a:endParaRPr/>
          </a:p>
        </p:txBody>
      </p:sp>
      <p:sp>
        <p:nvSpPr>
          <p:cNvPr id="35" name="object 35"/>
          <p:cNvSpPr/>
          <p:nvPr/>
        </p:nvSpPr>
        <p:spPr>
          <a:xfrm>
            <a:off x="4946904" y="1603247"/>
            <a:ext cx="68580" cy="67310"/>
          </a:xfrm>
          <a:custGeom>
            <a:avLst/>
            <a:gdLst/>
            <a:ahLst/>
            <a:cxnLst/>
            <a:rect l="l" t="t" r="r" b="b"/>
            <a:pathLst>
              <a:path w="68579" h="67310">
                <a:moveTo>
                  <a:pt x="68580" y="0"/>
                </a:moveTo>
                <a:lnTo>
                  <a:pt x="62230" y="0"/>
                </a:lnTo>
                <a:lnTo>
                  <a:pt x="62230" y="54229"/>
                </a:lnTo>
                <a:lnTo>
                  <a:pt x="62230" y="60706"/>
                </a:lnTo>
                <a:lnTo>
                  <a:pt x="60960" y="60706"/>
                </a:lnTo>
                <a:lnTo>
                  <a:pt x="60960" y="54229"/>
                </a:lnTo>
                <a:lnTo>
                  <a:pt x="62230" y="54229"/>
                </a:lnTo>
                <a:lnTo>
                  <a:pt x="62230" y="0"/>
                </a:lnTo>
                <a:lnTo>
                  <a:pt x="0" y="0"/>
                </a:lnTo>
                <a:lnTo>
                  <a:pt x="0" y="67056"/>
                </a:lnTo>
                <a:lnTo>
                  <a:pt x="68580" y="67056"/>
                </a:lnTo>
                <a:lnTo>
                  <a:pt x="68580" y="60706"/>
                </a:lnTo>
                <a:lnTo>
                  <a:pt x="68580" y="12827"/>
                </a:lnTo>
                <a:lnTo>
                  <a:pt x="68580" y="0"/>
                </a:lnTo>
                <a:close/>
              </a:path>
            </a:pathLst>
          </a:custGeom>
          <a:solidFill>
            <a:srgbClr val="FFFFFF">
              <a:alpha val="1960"/>
            </a:srgbClr>
          </a:solidFill>
        </p:spPr>
        <p:txBody>
          <a:bodyPr wrap="square" lIns="0" tIns="0" rIns="0" bIns="0" rtlCol="0"/>
          <a:lstStyle/>
          <a:p>
            <a:endParaRPr/>
          </a:p>
        </p:txBody>
      </p:sp>
      <p:sp>
        <p:nvSpPr>
          <p:cNvPr id="36" name="object 36"/>
          <p:cNvSpPr/>
          <p:nvPr/>
        </p:nvSpPr>
        <p:spPr>
          <a:xfrm>
            <a:off x="5059680" y="736599"/>
            <a:ext cx="106680" cy="109220"/>
          </a:xfrm>
          <a:custGeom>
            <a:avLst/>
            <a:gdLst/>
            <a:ahLst/>
            <a:cxnLst/>
            <a:rect l="l" t="t" r="r" b="b"/>
            <a:pathLst>
              <a:path w="106679" h="109219">
                <a:moveTo>
                  <a:pt x="106680" y="0"/>
                </a:moveTo>
                <a:lnTo>
                  <a:pt x="100330" y="0"/>
                </a:lnTo>
                <a:lnTo>
                  <a:pt x="100330" y="96520"/>
                </a:lnTo>
                <a:lnTo>
                  <a:pt x="100330" y="102870"/>
                </a:lnTo>
                <a:lnTo>
                  <a:pt x="99060" y="102870"/>
                </a:lnTo>
                <a:lnTo>
                  <a:pt x="99060" y="96520"/>
                </a:lnTo>
                <a:lnTo>
                  <a:pt x="100330" y="96520"/>
                </a:lnTo>
                <a:lnTo>
                  <a:pt x="100330" y="0"/>
                </a:lnTo>
                <a:lnTo>
                  <a:pt x="0" y="0"/>
                </a:lnTo>
                <a:lnTo>
                  <a:pt x="0" y="12700"/>
                </a:lnTo>
                <a:lnTo>
                  <a:pt x="0" y="96520"/>
                </a:lnTo>
                <a:lnTo>
                  <a:pt x="0" y="102870"/>
                </a:lnTo>
                <a:lnTo>
                  <a:pt x="0" y="109220"/>
                </a:lnTo>
                <a:lnTo>
                  <a:pt x="106680" y="109220"/>
                </a:lnTo>
                <a:lnTo>
                  <a:pt x="106680" y="102870"/>
                </a:lnTo>
                <a:lnTo>
                  <a:pt x="106680" y="96520"/>
                </a:lnTo>
                <a:lnTo>
                  <a:pt x="106680" y="12700"/>
                </a:lnTo>
                <a:lnTo>
                  <a:pt x="106680" y="0"/>
                </a:lnTo>
                <a:close/>
              </a:path>
            </a:pathLst>
          </a:custGeom>
          <a:solidFill>
            <a:srgbClr val="FFFFFF">
              <a:alpha val="1960"/>
            </a:srgbClr>
          </a:solidFill>
        </p:spPr>
        <p:txBody>
          <a:bodyPr wrap="square" lIns="0" tIns="0" rIns="0" bIns="0" rtlCol="0"/>
          <a:lstStyle/>
          <a:p>
            <a:endParaRPr/>
          </a:p>
        </p:txBody>
      </p:sp>
      <p:sp>
        <p:nvSpPr>
          <p:cNvPr id="37" name="object 37"/>
          <p:cNvSpPr/>
          <p:nvPr/>
        </p:nvSpPr>
        <p:spPr>
          <a:xfrm>
            <a:off x="3401568" y="1056639"/>
            <a:ext cx="135890" cy="133350"/>
          </a:xfrm>
          <a:custGeom>
            <a:avLst/>
            <a:gdLst/>
            <a:ahLst/>
            <a:cxnLst/>
            <a:rect l="l" t="t" r="r" b="b"/>
            <a:pathLst>
              <a:path w="135889" h="133350">
                <a:moveTo>
                  <a:pt x="135636" y="0"/>
                </a:moveTo>
                <a:lnTo>
                  <a:pt x="0" y="0"/>
                </a:lnTo>
                <a:lnTo>
                  <a:pt x="0" y="12700"/>
                </a:lnTo>
                <a:lnTo>
                  <a:pt x="0" y="120650"/>
                </a:lnTo>
                <a:lnTo>
                  <a:pt x="0" y="127000"/>
                </a:lnTo>
                <a:lnTo>
                  <a:pt x="0" y="133350"/>
                </a:lnTo>
                <a:lnTo>
                  <a:pt x="135636" y="133350"/>
                </a:lnTo>
                <a:lnTo>
                  <a:pt x="135636" y="127000"/>
                </a:lnTo>
                <a:lnTo>
                  <a:pt x="135636" y="120650"/>
                </a:lnTo>
                <a:lnTo>
                  <a:pt x="135636" y="12700"/>
                </a:lnTo>
                <a:lnTo>
                  <a:pt x="135636" y="0"/>
                </a:lnTo>
                <a:close/>
              </a:path>
            </a:pathLst>
          </a:custGeom>
          <a:solidFill>
            <a:srgbClr val="FFFFFF">
              <a:alpha val="1960"/>
            </a:srgbClr>
          </a:solidFill>
        </p:spPr>
        <p:txBody>
          <a:bodyPr wrap="square" lIns="0" tIns="0" rIns="0" bIns="0" rtlCol="0"/>
          <a:lstStyle/>
          <a:p>
            <a:endParaRPr/>
          </a:p>
        </p:txBody>
      </p:sp>
      <p:sp>
        <p:nvSpPr>
          <p:cNvPr id="38" name="object 38"/>
          <p:cNvSpPr/>
          <p:nvPr/>
        </p:nvSpPr>
        <p:spPr>
          <a:xfrm>
            <a:off x="3339084" y="99059"/>
            <a:ext cx="302260" cy="306070"/>
          </a:xfrm>
          <a:custGeom>
            <a:avLst/>
            <a:gdLst/>
            <a:ahLst/>
            <a:cxnLst/>
            <a:rect l="l" t="t" r="r" b="b"/>
            <a:pathLst>
              <a:path w="302260" h="306070">
                <a:moveTo>
                  <a:pt x="301752" y="0"/>
                </a:moveTo>
                <a:lnTo>
                  <a:pt x="295402" y="0"/>
                </a:lnTo>
                <a:lnTo>
                  <a:pt x="295402" y="293370"/>
                </a:lnTo>
                <a:lnTo>
                  <a:pt x="295402" y="299720"/>
                </a:lnTo>
                <a:lnTo>
                  <a:pt x="289052" y="299720"/>
                </a:lnTo>
                <a:lnTo>
                  <a:pt x="289052" y="298704"/>
                </a:lnTo>
                <a:lnTo>
                  <a:pt x="294132" y="298704"/>
                </a:lnTo>
                <a:lnTo>
                  <a:pt x="294132" y="293370"/>
                </a:lnTo>
                <a:lnTo>
                  <a:pt x="295402" y="293370"/>
                </a:lnTo>
                <a:lnTo>
                  <a:pt x="295402" y="0"/>
                </a:lnTo>
                <a:lnTo>
                  <a:pt x="0" y="0"/>
                </a:lnTo>
                <a:lnTo>
                  <a:pt x="0" y="13970"/>
                </a:lnTo>
                <a:lnTo>
                  <a:pt x="0" y="293370"/>
                </a:lnTo>
                <a:lnTo>
                  <a:pt x="0" y="299720"/>
                </a:lnTo>
                <a:lnTo>
                  <a:pt x="0" y="306070"/>
                </a:lnTo>
                <a:lnTo>
                  <a:pt x="301752" y="306070"/>
                </a:lnTo>
                <a:lnTo>
                  <a:pt x="301752" y="299720"/>
                </a:lnTo>
                <a:lnTo>
                  <a:pt x="301752" y="293370"/>
                </a:lnTo>
                <a:lnTo>
                  <a:pt x="301752" y="13970"/>
                </a:lnTo>
                <a:lnTo>
                  <a:pt x="301752" y="0"/>
                </a:lnTo>
                <a:close/>
              </a:path>
            </a:pathLst>
          </a:custGeom>
          <a:solidFill>
            <a:srgbClr val="FFFFFF">
              <a:alpha val="1960"/>
            </a:srgbClr>
          </a:solidFill>
        </p:spPr>
        <p:txBody>
          <a:bodyPr wrap="square" lIns="0" tIns="0" rIns="0" bIns="0" rtlCol="0"/>
          <a:lstStyle/>
          <a:p>
            <a:endParaRPr/>
          </a:p>
        </p:txBody>
      </p:sp>
      <p:sp>
        <p:nvSpPr>
          <p:cNvPr id="39" name="object 39"/>
          <p:cNvSpPr/>
          <p:nvPr/>
        </p:nvSpPr>
        <p:spPr>
          <a:xfrm>
            <a:off x="2141220" y="225551"/>
            <a:ext cx="79375" cy="76200"/>
          </a:xfrm>
          <a:custGeom>
            <a:avLst/>
            <a:gdLst/>
            <a:ahLst/>
            <a:cxnLst/>
            <a:rect l="l" t="t" r="r" b="b"/>
            <a:pathLst>
              <a:path w="79375" h="76200">
                <a:moveTo>
                  <a:pt x="79248" y="0"/>
                </a:moveTo>
                <a:lnTo>
                  <a:pt x="0" y="0"/>
                </a:lnTo>
                <a:lnTo>
                  <a:pt x="0" y="76200"/>
                </a:lnTo>
                <a:lnTo>
                  <a:pt x="79248" y="76200"/>
                </a:lnTo>
                <a:lnTo>
                  <a:pt x="79248" y="69850"/>
                </a:lnTo>
                <a:lnTo>
                  <a:pt x="79248" y="12700"/>
                </a:lnTo>
                <a:lnTo>
                  <a:pt x="79248" y="0"/>
                </a:lnTo>
                <a:close/>
              </a:path>
            </a:pathLst>
          </a:custGeom>
          <a:solidFill>
            <a:srgbClr val="FFFFFF">
              <a:alpha val="1960"/>
            </a:srgbClr>
          </a:solidFill>
        </p:spPr>
        <p:txBody>
          <a:bodyPr wrap="square" lIns="0" tIns="0" rIns="0" bIns="0" rtlCol="0"/>
          <a:lstStyle/>
          <a:p>
            <a:endParaRPr/>
          </a:p>
        </p:txBody>
      </p:sp>
      <p:sp>
        <p:nvSpPr>
          <p:cNvPr id="40" name="object 40"/>
          <p:cNvSpPr/>
          <p:nvPr/>
        </p:nvSpPr>
        <p:spPr>
          <a:xfrm>
            <a:off x="1929384" y="1115059"/>
            <a:ext cx="160020" cy="158750"/>
          </a:xfrm>
          <a:custGeom>
            <a:avLst/>
            <a:gdLst/>
            <a:ahLst/>
            <a:cxnLst/>
            <a:rect l="l" t="t" r="r" b="b"/>
            <a:pathLst>
              <a:path w="160019" h="158750">
                <a:moveTo>
                  <a:pt x="160020" y="0"/>
                </a:moveTo>
                <a:lnTo>
                  <a:pt x="0" y="0"/>
                </a:lnTo>
                <a:lnTo>
                  <a:pt x="0" y="12700"/>
                </a:lnTo>
                <a:lnTo>
                  <a:pt x="0" y="146050"/>
                </a:lnTo>
                <a:lnTo>
                  <a:pt x="0" y="152400"/>
                </a:lnTo>
                <a:lnTo>
                  <a:pt x="0" y="158750"/>
                </a:lnTo>
                <a:lnTo>
                  <a:pt x="160020" y="158750"/>
                </a:lnTo>
                <a:lnTo>
                  <a:pt x="160020" y="152400"/>
                </a:lnTo>
                <a:lnTo>
                  <a:pt x="160020" y="146050"/>
                </a:lnTo>
                <a:lnTo>
                  <a:pt x="160020" y="12700"/>
                </a:lnTo>
                <a:lnTo>
                  <a:pt x="160020" y="0"/>
                </a:lnTo>
                <a:close/>
              </a:path>
            </a:pathLst>
          </a:custGeom>
          <a:solidFill>
            <a:srgbClr val="FFFFFF">
              <a:alpha val="1960"/>
            </a:srgbClr>
          </a:solidFill>
        </p:spPr>
        <p:txBody>
          <a:bodyPr wrap="square" lIns="0" tIns="0" rIns="0" bIns="0" rtlCol="0"/>
          <a:lstStyle/>
          <a:p>
            <a:endParaRPr/>
          </a:p>
        </p:txBody>
      </p:sp>
      <p:sp>
        <p:nvSpPr>
          <p:cNvPr id="41" name="object 41"/>
          <p:cNvSpPr/>
          <p:nvPr/>
        </p:nvSpPr>
        <p:spPr>
          <a:xfrm>
            <a:off x="1278636" y="520699"/>
            <a:ext cx="140335" cy="140970"/>
          </a:xfrm>
          <a:custGeom>
            <a:avLst/>
            <a:gdLst/>
            <a:ahLst/>
            <a:cxnLst/>
            <a:rect l="l" t="t" r="r" b="b"/>
            <a:pathLst>
              <a:path w="140334" h="140970">
                <a:moveTo>
                  <a:pt x="140208" y="0"/>
                </a:moveTo>
                <a:lnTo>
                  <a:pt x="0" y="0"/>
                </a:lnTo>
                <a:lnTo>
                  <a:pt x="0" y="12700"/>
                </a:lnTo>
                <a:lnTo>
                  <a:pt x="0" y="128270"/>
                </a:lnTo>
                <a:lnTo>
                  <a:pt x="0" y="134620"/>
                </a:lnTo>
                <a:lnTo>
                  <a:pt x="0" y="140970"/>
                </a:lnTo>
                <a:lnTo>
                  <a:pt x="140208" y="140970"/>
                </a:lnTo>
                <a:lnTo>
                  <a:pt x="140208" y="134620"/>
                </a:lnTo>
                <a:lnTo>
                  <a:pt x="140208" y="128270"/>
                </a:lnTo>
                <a:lnTo>
                  <a:pt x="140208" y="12700"/>
                </a:lnTo>
                <a:lnTo>
                  <a:pt x="140208" y="0"/>
                </a:lnTo>
                <a:close/>
              </a:path>
            </a:pathLst>
          </a:custGeom>
          <a:solidFill>
            <a:srgbClr val="FFFFFF">
              <a:alpha val="1960"/>
            </a:srgbClr>
          </a:solidFill>
        </p:spPr>
        <p:txBody>
          <a:bodyPr wrap="square" lIns="0" tIns="0" rIns="0" bIns="0" rtlCol="0"/>
          <a:lstStyle/>
          <a:p>
            <a:endParaRPr/>
          </a:p>
        </p:txBody>
      </p:sp>
      <p:sp>
        <p:nvSpPr>
          <p:cNvPr id="42" name="object 42"/>
          <p:cNvSpPr/>
          <p:nvPr/>
        </p:nvSpPr>
        <p:spPr>
          <a:xfrm>
            <a:off x="3724655" y="2193035"/>
            <a:ext cx="78105" cy="79375"/>
          </a:xfrm>
          <a:custGeom>
            <a:avLst/>
            <a:gdLst/>
            <a:ahLst/>
            <a:cxnLst/>
            <a:rect l="l" t="t" r="r" b="b"/>
            <a:pathLst>
              <a:path w="78104" h="79375">
                <a:moveTo>
                  <a:pt x="77724" y="0"/>
                </a:moveTo>
                <a:lnTo>
                  <a:pt x="71374" y="0"/>
                </a:lnTo>
                <a:lnTo>
                  <a:pt x="71374" y="71628"/>
                </a:lnTo>
                <a:lnTo>
                  <a:pt x="71374" y="72898"/>
                </a:lnTo>
                <a:lnTo>
                  <a:pt x="65024" y="72898"/>
                </a:lnTo>
                <a:lnTo>
                  <a:pt x="65024" y="71628"/>
                </a:lnTo>
                <a:lnTo>
                  <a:pt x="71374" y="71628"/>
                </a:lnTo>
                <a:lnTo>
                  <a:pt x="71374" y="0"/>
                </a:lnTo>
                <a:lnTo>
                  <a:pt x="0" y="0"/>
                </a:lnTo>
                <a:lnTo>
                  <a:pt x="0" y="79248"/>
                </a:lnTo>
                <a:lnTo>
                  <a:pt x="77724" y="79248"/>
                </a:lnTo>
                <a:lnTo>
                  <a:pt x="77724" y="72898"/>
                </a:lnTo>
                <a:lnTo>
                  <a:pt x="77724" y="12700"/>
                </a:lnTo>
                <a:lnTo>
                  <a:pt x="77724" y="0"/>
                </a:lnTo>
                <a:close/>
              </a:path>
            </a:pathLst>
          </a:custGeom>
          <a:solidFill>
            <a:srgbClr val="FFFFFF">
              <a:alpha val="1960"/>
            </a:srgbClr>
          </a:solidFill>
        </p:spPr>
        <p:txBody>
          <a:bodyPr wrap="square" lIns="0" tIns="0" rIns="0" bIns="0" rtlCol="0"/>
          <a:lstStyle/>
          <a:p>
            <a:endParaRPr/>
          </a:p>
        </p:txBody>
      </p:sp>
      <p:sp>
        <p:nvSpPr>
          <p:cNvPr id="43" name="object 43"/>
          <p:cNvSpPr/>
          <p:nvPr/>
        </p:nvSpPr>
        <p:spPr>
          <a:xfrm>
            <a:off x="2045208" y="2344419"/>
            <a:ext cx="96520" cy="99060"/>
          </a:xfrm>
          <a:custGeom>
            <a:avLst/>
            <a:gdLst/>
            <a:ahLst/>
            <a:cxnLst/>
            <a:rect l="l" t="t" r="r" b="b"/>
            <a:pathLst>
              <a:path w="96519" h="99060">
                <a:moveTo>
                  <a:pt x="96012" y="0"/>
                </a:moveTo>
                <a:lnTo>
                  <a:pt x="88138" y="0"/>
                </a:lnTo>
                <a:lnTo>
                  <a:pt x="88138" y="92456"/>
                </a:lnTo>
                <a:lnTo>
                  <a:pt x="88138" y="92710"/>
                </a:lnTo>
                <a:lnTo>
                  <a:pt x="81788" y="92710"/>
                </a:lnTo>
                <a:lnTo>
                  <a:pt x="81788" y="92456"/>
                </a:lnTo>
                <a:lnTo>
                  <a:pt x="88138" y="92456"/>
                </a:lnTo>
                <a:lnTo>
                  <a:pt x="88138" y="0"/>
                </a:lnTo>
                <a:lnTo>
                  <a:pt x="0" y="0"/>
                </a:lnTo>
                <a:lnTo>
                  <a:pt x="0" y="12700"/>
                </a:lnTo>
                <a:lnTo>
                  <a:pt x="0" y="86360"/>
                </a:lnTo>
                <a:lnTo>
                  <a:pt x="0" y="92710"/>
                </a:lnTo>
                <a:lnTo>
                  <a:pt x="0" y="99060"/>
                </a:lnTo>
                <a:lnTo>
                  <a:pt x="96012" y="99060"/>
                </a:lnTo>
                <a:lnTo>
                  <a:pt x="96012" y="92710"/>
                </a:lnTo>
                <a:lnTo>
                  <a:pt x="96012" y="86360"/>
                </a:lnTo>
                <a:lnTo>
                  <a:pt x="96012" y="12700"/>
                </a:lnTo>
                <a:lnTo>
                  <a:pt x="96012" y="0"/>
                </a:lnTo>
                <a:close/>
              </a:path>
            </a:pathLst>
          </a:custGeom>
          <a:solidFill>
            <a:srgbClr val="FFFFFF">
              <a:alpha val="1960"/>
            </a:srgbClr>
          </a:solidFill>
        </p:spPr>
        <p:txBody>
          <a:bodyPr wrap="square" lIns="0" tIns="0" rIns="0" bIns="0" rtlCol="0"/>
          <a:lstStyle/>
          <a:p>
            <a:endParaRPr/>
          </a:p>
        </p:txBody>
      </p:sp>
      <p:sp>
        <p:nvSpPr>
          <p:cNvPr id="44" name="object 44"/>
          <p:cNvSpPr/>
          <p:nvPr/>
        </p:nvSpPr>
        <p:spPr>
          <a:xfrm>
            <a:off x="4040124" y="3438144"/>
            <a:ext cx="53340" cy="58419"/>
          </a:xfrm>
          <a:custGeom>
            <a:avLst/>
            <a:gdLst/>
            <a:ahLst/>
            <a:cxnLst/>
            <a:rect l="l" t="t" r="r" b="b"/>
            <a:pathLst>
              <a:path w="53339" h="58420">
                <a:moveTo>
                  <a:pt x="53340" y="0"/>
                </a:moveTo>
                <a:lnTo>
                  <a:pt x="0" y="0"/>
                </a:lnTo>
                <a:lnTo>
                  <a:pt x="0" y="57912"/>
                </a:lnTo>
                <a:lnTo>
                  <a:pt x="53340" y="57912"/>
                </a:lnTo>
                <a:lnTo>
                  <a:pt x="53340" y="51435"/>
                </a:lnTo>
                <a:lnTo>
                  <a:pt x="53340" y="12827"/>
                </a:lnTo>
                <a:lnTo>
                  <a:pt x="53340" y="0"/>
                </a:lnTo>
                <a:close/>
              </a:path>
            </a:pathLst>
          </a:custGeom>
          <a:solidFill>
            <a:srgbClr val="FFFFFF">
              <a:alpha val="1960"/>
            </a:srgbClr>
          </a:solidFill>
        </p:spPr>
        <p:txBody>
          <a:bodyPr wrap="square" lIns="0" tIns="0" rIns="0" bIns="0" rtlCol="0"/>
          <a:lstStyle/>
          <a:p>
            <a:endParaRPr/>
          </a:p>
        </p:txBody>
      </p:sp>
      <p:sp>
        <p:nvSpPr>
          <p:cNvPr id="45" name="object 45"/>
          <p:cNvSpPr/>
          <p:nvPr/>
        </p:nvSpPr>
        <p:spPr>
          <a:xfrm>
            <a:off x="2488692" y="4700270"/>
            <a:ext cx="96520" cy="95250"/>
          </a:xfrm>
          <a:custGeom>
            <a:avLst/>
            <a:gdLst/>
            <a:ahLst/>
            <a:cxnLst/>
            <a:rect l="l" t="t" r="r" b="b"/>
            <a:pathLst>
              <a:path w="96519" h="95250">
                <a:moveTo>
                  <a:pt x="96012" y="0"/>
                </a:moveTo>
                <a:lnTo>
                  <a:pt x="0" y="0"/>
                </a:lnTo>
                <a:lnTo>
                  <a:pt x="0" y="12700"/>
                </a:lnTo>
                <a:lnTo>
                  <a:pt x="0" y="82550"/>
                </a:lnTo>
                <a:lnTo>
                  <a:pt x="0" y="88900"/>
                </a:lnTo>
                <a:lnTo>
                  <a:pt x="0" y="95250"/>
                </a:lnTo>
                <a:lnTo>
                  <a:pt x="96012" y="95250"/>
                </a:lnTo>
                <a:lnTo>
                  <a:pt x="96012" y="88900"/>
                </a:lnTo>
                <a:lnTo>
                  <a:pt x="96012" y="82550"/>
                </a:lnTo>
                <a:lnTo>
                  <a:pt x="96012" y="12700"/>
                </a:lnTo>
                <a:lnTo>
                  <a:pt x="96012" y="0"/>
                </a:lnTo>
                <a:close/>
              </a:path>
            </a:pathLst>
          </a:custGeom>
          <a:solidFill>
            <a:srgbClr val="FFFFFF">
              <a:alpha val="1960"/>
            </a:srgbClr>
          </a:solidFill>
        </p:spPr>
        <p:txBody>
          <a:bodyPr wrap="square" lIns="0" tIns="0" rIns="0" bIns="0" rtlCol="0"/>
          <a:lstStyle/>
          <a:p>
            <a:endParaRPr/>
          </a:p>
        </p:txBody>
      </p:sp>
      <p:sp>
        <p:nvSpPr>
          <p:cNvPr id="46" name="object 46"/>
          <p:cNvSpPr/>
          <p:nvPr/>
        </p:nvSpPr>
        <p:spPr>
          <a:xfrm>
            <a:off x="6772656" y="5437632"/>
            <a:ext cx="56515" cy="55244"/>
          </a:xfrm>
          <a:custGeom>
            <a:avLst/>
            <a:gdLst/>
            <a:ahLst/>
            <a:cxnLst/>
            <a:rect l="l" t="t" r="r" b="b"/>
            <a:pathLst>
              <a:path w="56515" h="55245">
                <a:moveTo>
                  <a:pt x="56388" y="0"/>
                </a:moveTo>
                <a:lnTo>
                  <a:pt x="0" y="0"/>
                </a:lnTo>
                <a:lnTo>
                  <a:pt x="0" y="54864"/>
                </a:lnTo>
                <a:lnTo>
                  <a:pt x="56388" y="54864"/>
                </a:lnTo>
                <a:lnTo>
                  <a:pt x="56388" y="46990"/>
                </a:lnTo>
                <a:lnTo>
                  <a:pt x="56388" y="12573"/>
                </a:lnTo>
                <a:lnTo>
                  <a:pt x="56388" y="0"/>
                </a:lnTo>
                <a:close/>
              </a:path>
            </a:pathLst>
          </a:custGeom>
          <a:solidFill>
            <a:srgbClr val="FFFFFF">
              <a:alpha val="1960"/>
            </a:srgbClr>
          </a:solidFill>
        </p:spPr>
        <p:txBody>
          <a:bodyPr wrap="square" lIns="0" tIns="0" rIns="0" bIns="0" rtlCol="0"/>
          <a:lstStyle/>
          <a:p>
            <a:endParaRPr/>
          </a:p>
        </p:txBody>
      </p:sp>
      <p:sp>
        <p:nvSpPr>
          <p:cNvPr id="47" name="object 47"/>
          <p:cNvSpPr/>
          <p:nvPr/>
        </p:nvSpPr>
        <p:spPr>
          <a:xfrm>
            <a:off x="4645152" y="5900927"/>
            <a:ext cx="35560" cy="35560"/>
          </a:xfrm>
          <a:custGeom>
            <a:avLst/>
            <a:gdLst/>
            <a:ahLst/>
            <a:cxnLst/>
            <a:rect l="l" t="t" r="r" b="b"/>
            <a:pathLst>
              <a:path w="35560" h="35560">
                <a:moveTo>
                  <a:pt x="35052" y="0"/>
                </a:moveTo>
                <a:lnTo>
                  <a:pt x="0" y="0"/>
                </a:lnTo>
                <a:lnTo>
                  <a:pt x="0" y="35052"/>
                </a:lnTo>
                <a:lnTo>
                  <a:pt x="35052" y="35052"/>
                </a:lnTo>
                <a:lnTo>
                  <a:pt x="35052" y="28676"/>
                </a:lnTo>
                <a:lnTo>
                  <a:pt x="35052" y="12750"/>
                </a:lnTo>
                <a:lnTo>
                  <a:pt x="35052" y="0"/>
                </a:lnTo>
                <a:close/>
              </a:path>
            </a:pathLst>
          </a:custGeom>
          <a:solidFill>
            <a:srgbClr val="FFFFFF">
              <a:alpha val="1960"/>
            </a:srgbClr>
          </a:solidFill>
        </p:spPr>
        <p:txBody>
          <a:bodyPr wrap="square" lIns="0" tIns="0" rIns="0" bIns="0" rtlCol="0"/>
          <a:lstStyle/>
          <a:p>
            <a:endParaRPr/>
          </a:p>
        </p:txBody>
      </p:sp>
      <p:sp>
        <p:nvSpPr>
          <p:cNvPr id="48" name="object 48"/>
          <p:cNvSpPr/>
          <p:nvPr/>
        </p:nvSpPr>
        <p:spPr>
          <a:xfrm>
            <a:off x="6763511" y="3977639"/>
            <a:ext cx="27940" cy="27940"/>
          </a:xfrm>
          <a:custGeom>
            <a:avLst/>
            <a:gdLst/>
            <a:ahLst/>
            <a:cxnLst/>
            <a:rect l="l" t="t" r="r" b="b"/>
            <a:pathLst>
              <a:path w="27940" h="27939">
                <a:moveTo>
                  <a:pt x="27432" y="0"/>
                </a:moveTo>
                <a:lnTo>
                  <a:pt x="0" y="0"/>
                </a:lnTo>
                <a:lnTo>
                  <a:pt x="0" y="27432"/>
                </a:lnTo>
                <a:lnTo>
                  <a:pt x="27432" y="27432"/>
                </a:lnTo>
                <a:lnTo>
                  <a:pt x="27432" y="19304"/>
                </a:lnTo>
                <a:lnTo>
                  <a:pt x="27432" y="12954"/>
                </a:lnTo>
                <a:lnTo>
                  <a:pt x="27432" y="0"/>
                </a:lnTo>
                <a:close/>
              </a:path>
            </a:pathLst>
          </a:custGeom>
          <a:solidFill>
            <a:srgbClr val="FFFFFF">
              <a:alpha val="1960"/>
            </a:srgbClr>
          </a:solidFill>
        </p:spPr>
        <p:txBody>
          <a:bodyPr wrap="square" lIns="0" tIns="0" rIns="0" bIns="0" rtlCol="0"/>
          <a:lstStyle/>
          <a:p>
            <a:endParaRPr/>
          </a:p>
        </p:txBody>
      </p:sp>
      <p:sp>
        <p:nvSpPr>
          <p:cNvPr id="49" name="object 49"/>
          <p:cNvSpPr/>
          <p:nvPr/>
        </p:nvSpPr>
        <p:spPr>
          <a:xfrm>
            <a:off x="9948672" y="3618229"/>
            <a:ext cx="113030" cy="115570"/>
          </a:xfrm>
          <a:custGeom>
            <a:avLst/>
            <a:gdLst/>
            <a:ahLst/>
            <a:cxnLst/>
            <a:rect l="l" t="t" r="r" b="b"/>
            <a:pathLst>
              <a:path w="113029" h="115570">
                <a:moveTo>
                  <a:pt x="112776" y="0"/>
                </a:moveTo>
                <a:lnTo>
                  <a:pt x="0" y="0"/>
                </a:lnTo>
                <a:lnTo>
                  <a:pt x="0" y="12700"/>
                </a:lnTo>
                <a:lnTo>
                  <a:pt x="0" y="102870"/>
                </a:lnTo>
                <a:lnTo>
                  <a:pt x="0" y="109220"/>
                </a:lnTo>
                <a:lnTo>
                  <a:pt x="0" y="115570"/>
                </a:lnTo>
                <a:lnTo>
                  <a:pt x="112776" y="115570"/>
                </a:lnTo>
                <a:lnTo>
                  <a:pt x="112776" y="109220"/>
                </a:lnTo>
                <a:lnTo>
                  <a:pt x="112776" y="102870"/>
                </a:lnTo>
                <a:lnTo>
                  <a:pt x="112776" y="12700"/>
                </a:lnTo>
                <a:lnTo>
                  <a:pt x="112776" y="0"/>
                </a:lnTo>
                <a:close/>
              </a:path>
            </a:pathLst>
          </a:custGeom>
          <a:solidFill>
            <a:srgbClr val="FFFFFF">
              <a:alpha val="1960"/>
            </a:srgbClr>
          </a:solidFill>
        </p:spPr>
        <p:txBody>
          <a:bodyPr wrap="square" lIns="0" tIns="0" rIns="0" bIns="0" rtlCol="0"/>
          <a:lstStyle/>
          <a:p>
            <a:endParaRPr/>
          </a:p>
        </p:txBody>
      </p:sp>
      <p:sp>
        <p:nvSpPr>
          <p:cNvPr id="50" name="object 50"/>
          <p:cNvSpPr/>
          <p:nvPr/>
        </p:nvSpPr>
        <p:spPr>
          <a:xfrm>
            <a:off x="9745980" y="5151120"/>
            <a:ext cx="205740" cy="129539"/>
          </a:xfrm>
          <a:custGeom>
            <a:avLst/>
            <a:gdLst/>
            <a:ahLst/>
            <a:cxnLst/>
            <a:rect l="l" t="t" r="r" b="b"/>
            <a:pathLst>
              <a:path w="205740" h="129539">
                <a:moveTo>
                  <a:pt x="205740" y="0"/>
                </a:moveTo>
                <a:lnTo>
                  <a:pt x="0" y="0"/>
                </a:lnTo>
                <a:lnTo>
                  <a:pt x="0" y="12700"/>
                </a:lnTo>
                <a:lnTo>
                  <a:pt x="0" y="129540"/>
                </a:lnTo>
                <a:lnTo>
                  <a:pt x="205740" y="129540"/>
                </a:lnTo>
                <a:lnTo>
                  <a:pt x="205740" y="12700"/>
                </a:lnTo>
                <a:lnTo>
                  <a:pt x="205740" y="0"/>
                </a:lnTo>
                <a:close/>
              </a:path>
            </a:pathLst>
          </a:custGeom>
          <a:solidFill>
            <a:srgbClr val="FFFFFF">
              <a:alpha val="1960"/>
            </a:srgbClr>
          </a:solidFill>
        </p:spPr>
        <p:txBody>
          <a:bodyPr wrap="square" lIns="0" tIns="0" rIns="0" bIns="0" rtlCol="0"/>
          <a:lstStyle/>
          <a:p>
            <a:endParaRPr/>
          </a:p>
        </p:txBody>
      </p:sp>
      <p:sp>
        <p:nvSpPr>
          <p:cNvPr id="51" name="object 51"/>
          <p:cNvSpPr/>
          <p:nvPr/>
        </p:nvSpPr>
        <p:spPr>
          <a:xfrm>
            <a:off x="10732008" y="4587239"/>
            <a:ext cx="79375" cy="81280"/>
          </a:xfrm>
          <a:custGeom>
            <a:avLst/>
            <a:gdLst/>
            <a:ahLst/>
            <a:cxnLst/>
            <a:rect l="l" t="t" r="r" b="b"/>
            <a:pathLst>
              <a:path w="79375" h="81279">
                <a:moveTo>
                  <a:pt x="79248" y="0"/>
                </a:moveTo>
                <a:lnTo>
                  <a:pt x="72898" y="0"/>
                </a:lnTo>
                <a:lnTo>
                  <a:pt x="72898" y="73152"/>
                </a:lnTo>
                <a:lnTo>
                  <a:pt x="72898" y="74295"/>
                </a:lnTo>
                <a:lnTo>
                  <a:pt x="66548" y="74295"/>
                </a:lnTo>
                <a:lnTo>
                  <a:pt x="66548" y="73152"/>
                </a:lnTo>
                <a:lnTo>
                  <a:pt x="72898" y="73152"/>
                </a:lnTo>
                <a:lnTo>
                  <a:pt x="72898" y="0"/>
                </a:lnTo>
                <a:lnTo>
                  <a:pt x="0" y="0"/>
                </a:lnTo>
                <a:lnTo>
                  <a:pt x="0" y="80772"/>
                </a:lnTo>
                <a:lnTo>
                  <a:pt x="79248" y="80772"/>
                </a:lnTo>
                <a:lnTo>
                  <a:pt x="79248" y="74295"/>
                </a:lnTo>
                <a:lnTo>
                  <a:pt x="79248" y="12954"/>
                </a:lnTo>
                <a:lnTo>
                  <a:pt x="79248" y="0"/>
                </a:lnTo>
                <a:close/>
              </a:path>
            </a:pathLst>
          </a:custGeom>
          <a:solidFill>
            <a:srgbClr val="FFFFFF">
              <a:alpha val="1960"/>
            </a:srgbClr>
          </a:solidFill>
        </p:spPr>
        <p:txBody>
          <a:bodyPr wrap="square" lIns="0" tIns="0" rIns="0" bIns="0" rtlCol="0"/>
          <a:lstStyle/>
          <a:p>
            <a:endParaRPr/>
          </a:p>
        </p:txBody>
      </p:sp>
      <p:sp>
        <p:nvSpPr>
          <p:cNvPr id="52" name="object 52"/>
          <p:cNvSpPr/>
          <p:nvPr/>
        </p:nvSpPr>
        <p:spPr>
          <a:xfrm>
            <a:off x="8500872" y="2851149"/>
            <a:ext cx="147955" cy="149860"/>
          </a:xfrm>
          <a:custGeom>
            <a:avLst/>
            <a:gdLst/>
            <a:ahLst/>
            <a:cxnLst/>
            <a:rect l="l" t="t" r="r" b="b"/>
            <a:pathLst>
              <a:path w="147954" h="149860">
                <a:moveTo>
                  <a:pt x="147828" y="0"/>
                </a:moveTo>
                <a:lnTo>
                  <a:pt x="0" y="0"/>
                </a:lnTo>
                <a:lnTo>
                  <a:pt x="0" y="15240"/>
                </a:lnTo>
                <a:lnTo>
                  <a:pt x="0" y="137160"/>
                </a:lnTo>
                <a:lnTo>
                  <a:pt x="0" y="143510"/>
                </a:lnTo>
                <a:lnTo>
                  <a:pt x="0" y="149860"/>
                </a:lnTo>
                <a:lnTo>
                  <a:pt x="147828" y="149860"/>
                </a:lnTo>
                <a:lnTo>
                  <a:pt x="147828" y="143510"/>
                </a:lnTo>
                <a:lnTo>
                  <a:pt x="147828" y="137160"/>
                </a:lnTo>
                <a:lnTo>
                  <a:pt x="147828" y="15240"/>
                </a:lnTo>
                <a:lnTo>
                  <a:pt x="147828" y="0"/>
                </a:lnTo>
                <a:close/>
              </a:path>
            </a:pathLst>
          </a:custGeom>
          <a:solidFill>
            <a:srgbClr val="FFFFFF">
              <a:alpha val="1960"/>
            </a:srgbClr>
          </a:solidFill>
        </p:spPr>
        <p:txBody>
          <a:bodyPr wrap="square" lIns="0" tIns="0" rIns="0" bIns="0" rtlCol="0"/>
          <a:lstStyle/>
          <a:p>
            <a:endParaRPr/>
          </a:p>
        </p:txBody>
      </p:sp>
      <p:sp>
        <p:nvSpPr>
          <p:cNvPr id="53" name="object 53"/>
          <p:cNvSpPr/>
          <p:nvPr/>
        </p:nvSpPr>
        <p:spPr>
          <a:xfrm>
            <a:off x="9310116" y="121919"/>
            <a:ext cx="222885" cy="222250"/>
          </a:xfrm>
          <a:custGeom>
            <a:avLst/>
            <a:gdLst/>
            <a:ahLst/>
            <a:cxnLst/>
            <a:rect l="l" t="t" r="r" b="b"/>
            <a:pathLst>
              <a:path w="222884" h="222250">
                <a:moveTo>
                  <a:pt x="222504" y="0"/>
                </a:moveTo>
                <a:lnTo>
                  <a:pt x="0" y="0"/>
                </a:lnTo>
                <a:lnTo>
                  <a:pt x="0" y="12700"/>
                </a:lnTo>
                <a:lnTo>
                  <a:pt x="0" y="208280"/>
                </a:lnTo>
                <a:lnTo>
                  <a:pt x="0" y="214630"/>
                </a:lnTo>
                <a:lnTo>
                  <a:pt x="0" y="222250"/>
                </a:lnTo>
                <a:lnTo>
                  <a:pt x="222504" y="222250"/>
                </a:lnTo>
                <a:lnTo>
                  <a:pt x="222504" y="214630"/>
                </a:lnTo>
                <a:lnTo>
                  <a:pt x="222504" y="208280"/>
                </a:lnTo>
                <a:lnTo>
                  <a:pt x="222504" y="12700"/>
                </a:lnTo>
                <a:lnTo>
                  <a:pt x="222504" y="0"/>
                </a:lnTo>
                <a:close/>
              </a:path>
            </a:pathLst>
          </a:custGeom>
          <a:solidFill>
            <a:srgbClr val="FFFFFF">
              <a:alpha val="1960"/>
            </a:srgbClr>
          </a:solidFill>
        </p:spPr>
        <p:txBody>
          <a:bodyPr wrap="square" lIns="0" tIns="0" rIns="0" bIns="0" rtlCol="0"/>
          <a:lstStyle/>
          <a:p>
            <a:endParaRPr/>
          </a:p>
        </p:txBody>
      </p:sp>
      <p:sp>
        <p:nvSpPr>
          <p:cNvPr id="54" name="object 54"/>
          <p:cNvSpPr/>
          <p:nvPr/>
        </p:nvSpPr>
        <p:spPr>
          <a:xfrm>
            <a:off x="10616184" y="657859"/>
            <a:ext cx="104139" cy="106680"/>
          </a:xfrm>
          <a:custGeom>
            <a:avLst/>
            <a:gdLst/>
            <a:ahLst/>
            <a:cxnLst/>
            <a:rect l="l" t="t" r="r" b="b"/>
            <a:pathLst>
              <a:path w="104140" h="106679">
                <a:moveTo>
                  <a:pt x="103632" y="0"/>
                </a:moveTo>
                <a:lnTo>
                  <a:pt x="0" y="0"/>
                </a:lnTo>
                <a:lnTo>
                  <a:pt x="0" y="12700"/>
                </a:lnTo>
                <a:lnTo>
                  <a:pt x="0" y="93980"/>
                </a:lnTo>
                <a:lnTo>
                  <a:pt x="0" y="100330"/>
                </a:lnTo>
                <a:lnTo>
                  <a:pt x="0" y="106680"/>
                </a:lnTo>
                <a:lnTo>
                  <a:pt x="103632" y="106680"/>
                </a:lnTo>
                <a:lnTo>
                  <a:pt x="103632" y="100330"/>
                </a:lnTo>
                <a:lnTo>
                  <a:pt x="103632" y="93980"/>
                </a:lnTo>
                <a:lnTo>
                  <a:pt x="103632" y="12700"/>
                </a:lnTo>
                <a:lnTo>
                  <a:pt x="103632" y="0"/>
                </a:lnTo>
                <a:close/>
              </a:path>
            </a:pathLst>
          </a:custGeom>
          <a:solidFill>
            <a:srgbClr val="FFFFFF">
              <a:alpha val="1960"/>
            </a:srgbClr>
          </a:solidFill>
        </p:spPr>
        <p:txBody>
          <a:bodyPr wrap="square" lIns="0" tIns="0" rIns="0" bIns="0" rtlCol="0"/>
          <a:lstStyle/>
          <a:p>
            <a:endParaRPr/>
          </a:p>
        </p:txBody>
      </p:sp>
      <p:sp>
        <p:nvSpPr>
          <p:cNvPr id="55" name="object 55"/>
          <p:cNvSpPr/>
          <p:nvPr/>
        </p:nvSpPr>
        <p:spPr>
          <a:xfrm>
            <a:off x="10579608" y="8889"/>
            <a:ext cx="218440" cy="219710"/>
          </a:xfrm>
          <a:custGeom>
            <a:avLst/>
            <a:gdLst/>
            <a:ahLst/>
            <a:cxnLst/>
            <a:rect l="l" t="t" r="r" b="b"/>
            <a:pathLst>
              <a:path w="218440" h="219710">
                <a:moveTo>
                  <a:pt x="217932" y="0"/>
                </a:moveTo>
                <a:lnTo>
                  <a:pt x="0" y="0"/>
                </a:lnTo>
                <a:lnTo>
                  <a:pt x="0" y="12700"/>
                </a:lnTo>
                <a:lnTo>
                  <a:pt x="0" y="205740"/>
                </a:lnTo>
                <a:lnTo>
                  <a:pt x="0" y="212090"/>
                </a:lnTo>
                <a:lnTo>
                  <a:pt x="0" y="219710"/>
                </a:lnTo>
                <a:lnTo>
                  <a:pt x="217932" y="219710"/>
                </a:lnTo>
                <a:lnTo>
                  <a:pt x="217932" y="212090"/>
                </a:lnTo>
                <a:lnTo>
                  <a:pt x="217932" y="205740"/>
                </a:lnTo>
                <a:lnTo>
                  <a:pt x="217932" y="12700"/>
                </a:lnTo>
                <a:lnTo>
                  <a:pt x="217932" y="0"/>
                </a:lnTo>
                <a:close/>
              </a:path>
            </a:pathLst>
          </a:custGeom>
          <a:solidFill>
            <a:srgbClr val="FFFFFF">
              <a:alpha val="1960"/>
            </a:srgbClr>
          </a:solidFill>
        </p:spPr>
        <p:txBody>
          <a:bodyPr wrap="square" lIns="0" tIns="0" rIns="0" bIns="0" rtlCol="0"/>
          <a:lstStyle/>
          <a:p>
            <a:endParaRPr/>
          </a:p>
        </p:txBody>
      </p:sp>
      <p:sp>
        <p:nvSpPr>
          <p:cNvPr id="56" name="object 56"/>
          <p:cNvSpPr/>
          <p:nvPr/>
        </p:nvSpPr>
        <p:spPr>
          <a:xfrm>
            <a:off x="9105900" y="1445259"/>
            <a:ext cx="119380" cy="121920"/>
          </a:xfrm>
          <a:custGeom>
            <a:avLst/>
            <a:gdLst/>
            <a:ahLst/>
            <a:cxnLst/>
            <a:rect l="l" t="t" r="r" b="b"/>
            <a:pathLst>
              <a:path w="119379" h="121919">
                <a:moveTo>
                  <a:pt x="118872" y="0"/>
                </a:moveTo>
                <a:lnTo>
                  <a:pt x="112522" y="0"/>
                </a:lnTo>
                <a:lnTo>
                  <a:pt x="112522" y="115316"/>
                </a:lnTo>
                <a:lnTo>
                  <a:pt x="112522" y="115570"/>
                </a:lnTo>
                <a:lnTo>
                  <a:pt x="106172" y="115570"/>
                </a:lnTo>
                <a:lnTo>
                  <a:pt x="106172" y="115316"/>
                </a:lnTo>
                <a:lnTo>
                  <a:pt x="112522" y="115316"/>
                </a:lnTo>
                <a:lnTo>
                  <a:pt x="112522" y="0"/>
                </a:lnTo>
                <a:lnTo>
                  <a:pt x="0" y="0"/>
                </a:lnTo>
                <a:lnTo>
                  <a:pt x="0" y="12700"/>
                </a:lnTo>
                <a:lnTo>
                  <a:pt x="0" y="109220"/>
                </a:lnTo>
                <a:lnTo>
                  <a:pt x="0" y="115570"/>
                </a:lnTo>
                <a:lnTo>
                  <a:pt x="0" y="121920"/>
                </a:lnTo>
                <a:lnTo>
                  <a:pt x="118872" y="121920"/>
                </a:lnTo>
                <a:lnTo>
                  <a:pt x="118872" y="115570"/>
                </a:lnTo>
                <a:lnTo>
                  <a:pt x="118872" y="109220"/>
                </a:lnTo>
                <a:lnTo>
                  <a:pt x="118872" y="12700"/>
                </a:lnTo>
                <a:lnTo>
                  <a:pt x="118872" y="0"/>
                </a:lnTo>
                <a:close/>
              </a:path>
            </a:pathLst>
          </a:custGeom>
          <a:solidFill>
            <a:srgbClr val="FFFFFF">
              <a:alpha val="1960"/>
            </a:srgbClr>
          </a:solidFill>
        </p:spPr>
        <p:txBody>
          <a:bodyPr wrap="square" lIns="0" tIns="0" rIns="0" bIns="0" rtlCol="0"/>
          <a:lstStyle/>
          <a:p>
            <a:endParaRPr/>
          </a:p>
        </p:txBody>
      </p:sp>
      <p:sp>
        <p:nvSpPr>
          <p:cNvPr id="57" name="object 57"/>
          <p:cNvSpPr/>
          <p:nvPr/>
        </p:nvSpPr>
        <p:spPr>
          <a:xfrm>
            <a:off x="10738104" y="1391919"/>
            <a:ext cx="169545" cy="168910"/>
          </a:xfrm>
          <a:custGeom>
            <a:avLst/>
            <a:gdLst/>
            <a:ahLst/>
            <a:cxnLst/>
            <a:rect l="l" t="t" r="r" b="b"/>
            <a:pathLst>
              <a:path w="169545" h="168909">
                <a:moveTo>
                  <a:pt x="169164" y="0"/>
                </a:moveTo>
                <a:lnTo>
                  <a:pt x="0" y="0"/>
                </a:lnTo>
                <a:lnTo>
                  <a:pt x="0" y="12700"/>
                </a:lnTo>
                <a:lnTo>
                  <a:pt x="0" y="156210"/>
                </a:lnTo>
                <a:lnTo>
                  <a:pt x="0" y="162560"/>
                </a:lnTo>
                <a:lnTo>
                  <a:pt x="0" y="168910"/>
                </a:lnTo>
                <a:lnTo>
                  <a:pt x="169164" y="168910"/>
                </a:lnTo>
                <a:lnTo>
                  <a:pt x="169164" y="162560"/>
                </a:lnTo>
                <a:lnTo>
                  <a:pt x="169164" y="156210"/>
                </a:lnTo>
                <a:lnTo>
                  <a:pt x="169164" y="12700"/>
                </a:lnTo>
                <a:lnTo>
                  <a:pt x="169164" y="0"/>
                </a:lnTo>
                <a:close/>
              </a:path>
            </a:pathLst>
          </a:custGeom>
          <a:solidFill>
            <a:srgbClr val="FFFFFF">
              <a:alpha val="1960"/>
            </a:srgbClr>
          </a:solidFill>
        </p:spPr>
        <p:txBody>
          <a:bodyPr wrap="square" lIns="0" tIns="0" rIns="0" bIns="0" rtlCol="0"/>
          <a:lstStyle/>
          <a:p>
            <a:endParaRPr/>
          </a:p>
        </p:txBody>
      </p:sp>
      <p:sp>
        <p:nvSpPr>
          <p:cNvPr id="58" name="object 58"/>
          <p:cNvSpPr/>
          <p:nvPr/>
        </p:nvSpPr>
        <p:spPr>
          <a:xfrm>
            <a:off x="7882128" y="736599"/>
            <a:ext cx="113030" cy="115570"/>
          </a:xfrm>
          <a:custGeom>
            <a:avLst/>
            <a:gdLst/>
            <a:ahLst/>
            <a:cxnLst/>
            <a:rect l="l" t="t" r="r" b="b"/>
            <a:pathLst>
              <a:path w="113029" h="115569">
                <a:moveTo>
                  <a:pt x="112776" y="0"/>
                </a:moveTo>
                <a:lnTo>
                  <a:pt x="0" y="0"/>
                </a:lnTo>
                <a:lnTo>
                  <a:pt x="0" y="12700"/>
                </a:lnTo>
                <a:lnTo>
                  <a:pt x="0" y="102870"/>
                </a:lnTo>
                <a:lnTo>
                  <a:pt x="0" y="109220"/>
                </a:lnTo>
                <a:lnTo>
                  <a:pt x="0" y="115570"/>
                </a:lnTo>
                <a:lnTo>
                  <a:pt x="112776" y="115570"/>
                </a:lnTo>
                <a:lnTo>
                  <a:pt x="112776" y="109220"/>
                </a:lnTo>
                <a:lnTo>
                  <a:pt x="112776" y="102870"/>
                </a:lnTo>
                <a:lnTo>
                  <a:pt x="112776" y="12700"/>
                </a:lnTo>
                <a:lnTo>
                  <a:pt x="112776" y="0"/>
                </a:lnTo>
                <a:close/>
              </a:path>
            </a:pathLst>
          </a:custGeom>
          <a:solidFill>
            <a:srgbClr val="FFFFFF">
              <a:alpha val="1960"/>
            </a:srgbClr>
          </a:solidFill>
        </p:spPr>
        <p:txBody>
          <a:bodyPr wrap="square" lIns="0" tIns="0" rIns="0" bIns="0" rtlCol="0"/>
          <a:lstStyle/>
          <a:p>
            <a:endParaRPr/>
          </a:p>
        </p:txBody>
      </p:sp>
      <p:sp>
        <p:nvSpPr>
          <p:cNvPr id="59" name="object 59"/>
          <p:cNvSpPr/>
          <p:nvPr/>
        </p:nvSpPr>
        <p:spPr>
          <a:xfrm>
            <a:off x="7789164" y="0"/>
            <a:ext cx="200025" cy="198120"/>
          </a:xfrm>
          <a:custGeom>
            <a:avLst/>
            <a:gdLst/>
            <a:ahLst/>
            <a:cxnLst/>
            <a:rect l="l" t="t" r="r" b="b"/>
            <a:pathLst>
              <a:path w="200025" h="198120">
                <a:moveTo>
                  <a:pt x="199644" y="0"/>
                </a:moveTo>
                <a:lnTo>
                  <a:pt x="0" y="0"/>
                </a:lnTo>
                <a:lnTo>
                  <a:pt x="0" y="12700"/>
                </a:lnTo>
                <a:lnTo>
                  <a:pt x="0" y="185420"/>
                </a:lnTo>
                <a:lnTo>
                  <a:pt x="0" y="191770"/>
                </a:lnTo>
                <a:lnTo>
                  <a:pt x="0" y="198120"/>
                </a:lnTo>
                <a:lnTo>
                  <a:pt x="199644" y="198120"/>
                </a:lnTo>
                <a:lnTo>
                  <a:pt x="199644" y="191770"/>
                </a:lnTo>
                <a:lnTo>
                  <a:pt x="199644" y="185420"/>
                </a:lnTo>
                <a:lnTo>
                  <a:pt x="199644" y="12700"/>
                </a:lnTo>
                <a:lnTo>
                  <a:pt x="199644" y="0"/>
                </a:lnTo>
                <a:close/>
              </a:path>
            </a:pathLst>
          </a:custGeom>
          <a:solidFill>
            <a:srgbClr val="FFFFFF">
              <a:alpha val="1960"/>
            </a:srgbClr>
          </a:solidFill>
        </p:spPr>
        <p:txBody>
          <a:bodyPr wrap="square" lIns="0" tIns="0" rIns="0" bIns="0" rtlCol="0"/>
          <a:lstStyle/>
          <a:p>
            <a:endParaRPr/>
          </a:p>
        </p:txBody>
      </p:sp>
      <p:sp>
        <p:nvSpPr>
          <p:cNvPr id="60" name="object 60"/>
          <p:cNvSpPr/>
          <p:nvPr/>
        </p:nvSpPr>
        <p:spPr>
          <a:xfrm>
            <a:off x="5462016" y="1432559"/>
            <a:ext cx="151130" cy="146050"/>
          </a:xfrm>
          <a:custGeom>
            <a:avLst/>
            <a:gdLst/>
            <a:ahLst/>
            <a:cxnLst/>
            <a:rect l="l" t="t" r="r" b="b"/>
            <a:pathLst>
              <a:path w="151129" h="146050">
                <a:moveTo>
                  <a:pt x="150876" y="0"/>
                </a:moveTo>
                <a:lnTo>
                  <a:pt x="0" y="0"/>
                </a:lnTo>
                <a:lnTo>
                  <a:pt x="0" y="12700"/>
                </a:lnTo>
                <a:lnTo>
                  <a:pt x="0" y="133350"/>
                </a:lnTo>
                <a:lnTo>
                  <a:pt x="0" y="139700"/>
                </a:lnTo>
                <a:lnTo>
                  <a:pt x="0" y="146050"/>
                </a:lnTo>
                <a:lnTo>
                  <a:pt x="150876" y="146050"/>
                </a:lnTo>
                <a:lnTo>
                  <a:pt x="150876" y="139700"/>
                </a:lnTo>
                <a:lnTo>
                  <a:pt x="150876" y="133350"/>
                </a:lnTo>
                <a:lnTo>
                  <a:pt x="150876" y="12700"/>
                </a:lnTo>
                <a:lnTo>
                  <a:pt x="150876" y="0"/>
                </a:lnTo>
                <a:close/>
              </a:path>
            </a:pathLst>
          </a:custGeom>
          <a:solidFill>
            <a:srgbClr val="FFFFFF">
              <a:alpha val="1960"/>
            </a:srgbClr>
          </a:solidFill>
        </p:spPr>
        <p:txBody>
          <a:bodyPr wrap="square" lIns="0" tIns="0" rIns="0" bIns="0" rtlCol="0"/>
          <a:lstStyle/>
          <a:p>
            <a:endParaRPr/>
          </a:p>
        </p:txBody>
      </p:sp>
      <p:sp>
        <p:nvSpPr>
          <p:cNvPr id="61" name="object 61"/>
          <p:cNvSpPr/>
          <p:nvPr/>
        </p:nvSpPr>
        <p:spPr>
          <a:xfrm>
            <a:off x="4442460" y="851915"/>
            <a:ext cx="83820" cy="85725"/>
          </a:xfrm>
          <a:custGeom>
            <a:avLst/>
            <a:gdLst/>
            <a:ahLst/>
            <a:cxnLst/>
            <a:rect l="l" t="t" r="r" b="b"/>
            <a:pathLst>
              <a:path w="83820" h="85725">
                <a:moveTo>
                  <a:pt x="83820" y="0"/>
                </a:moveTo>
                <a:lnTo>
                  <a:pt x="77470" y="0"/>
                </a:lnTo>
                <a:lnTo>
                  <a:pt x="77470" y="77724"/>
                </a:lnTo>
                <a:lnTo>
                  <a:pt x="77470" y="78867"/>
                </a:lnTo>
                <a:lnTo>
                  <a:pt x="71120" y="78867"/>
                </a:lnTo>
                <a:lnTo>
                  <a:pt x="71120" y="77724"/>
                </a:lnTo>
                <a:lnTo>
                  <a:pt x="77470" y="77724"/>
                </a:lnTo>
                <a:lnTo>
                  <a:pt x="77470" y="0"/>
                </a:lnTo>
                <a:lnTo>
                  <a:pt x="0" y="0"/>
                </a:lnTo>
                <a:lnTo>
                  <a:pt x="0" y="85344"/>
                </a:lnTo>
                <a:lnTo>
                  <a:pt x="83820" y="85344"/>
                </a:lnTo>
                <a:lnTo>
                  <a:pt x="83820" y="78867"/>
                </a:lnTo>
                <a:lnTo>
                  <a:pt x="83820" y="12827"/>
                </a:lnTo>
                <a:lnTo>
                  <a:pt x="83820" y="0"/>
                </a:lnTo>
                <a:close/>
              </a:path>
            </a:pathLst>
          </a:custGeom>
          <a:solidFill>
            <a:srgbClr val="FFFFFF">
              <a:alpha val="1960"/>
            </a:srgbClr>
          </a:solidFill>
        </p:spPr>
        <p:txBody>
          <a:bodyPr wrap="square" lIns="0" tIns="0" rIns="0" bIns="0" rtlCol="0"/>
          <a:lstStyle/>
          <a:p>
            <a:endParaRPr/>
          </a:p>
        </p:txBody>
      </p:sp>
      <p:sp>
        <p:nvSpPr>
          <p:cNvPr id="62" name="object 62"/>
          <p:cNvSpPr/>
          <p:nvPr/>
        </p:nvSpPr>
        <p:spPr>
          <a:xfrm>
            <a:off x="3710940" y="1696211"/>
            <a:ext cx="48895" cy="48895"/>
          </a:xfrm>
          <a:custGeom>
            <a:avLst/>
            <a:gdLst/>
            <a:ahLst/>
            <a:cxnLst/>
            <a:rect l="l" t="t" r="r" b="b"/>
            <a:pathLst>
              <a:path w="48895" h="48894">
                <a:moveTo>
                  <a:pt x="48768" y="0"/>
                </a:moveTo>
                <a:lnTo>
                  <a:pt x="0" y="0"/>
                </a:lnTo>
                <a:lnTo>
                  <a:pt x="0" y="48768"/>
                </a:lnTo>
                <a:lnTo>
                  <a:pt x="48768" y="48768"/>
                </a:lnTo>
                <a:lnTo>
                  <a:pt x="48768" y="42418"/>
                </a:lnTo>
                <a:lnTo>
                  <a:pt x="48768" y="12573"/>
                </a:lnTo>
                <a:lnTo>
                  <a:pt x="48768" y="0"/>
                </a:lnTo>
                <a:close/>
              </a:path>
            </a:pathLst>
          </a:custGeom>
          <a:solidFill>
            <a:srgbClr val="FFFFFF">
              <a:alpha val="1960"/>
            </a:srgbClr>
          </a:solidFill>
        </p:spPr>
        <p:txBody>
          <a:bodyPr wrap="square" lIns="0" tIns="0" rIns="0" bIns="0" rtlCol="0"/>
          <a:lstStyle/>
          <a:p>
            <a:endParaRPr/>
          </a:p>
        </p:txBody>
      </p:sp>
      <p:sp>
        <p:nvSpPr>
          <p:cNvPr id="63" name="object 63"/>
          <p:cNvSpPr/>
          <p:nvPr/>
        </p:nvSpPr>
        <p:spPr>
          <a:xfrm>
            <a:off x="2974848" y="2285999"/>
            <a:ext cx="113030" cy="111760"/>
          </a:xfrm>
          <a:custGeom>
            <a:avLst/>
            <a:gdLst/>
            <a:ahLst/>
            <a:cxnLst/>
            <a:rect l="l" t="t" r="r" b="b"/>
            <a:pathLst>
              <a:path w="113030" h="111760">
                <a:moveTo>
                  <a:pt x="112776" y="0"/>
                </a:moveTo>
                <a:lnTo>
                  <a:pt x="106426" y="0"/>
                </a:lnTo>
                <a:lnTo>
                  <a:pt x="106426" y="105156"/>
                </a:lnTo>
                <a:lnTo>
                  <a:pt x="106426" y="105410"/>
                </a:lnTo>
                <a:lnTo>
                  <a:pt x="98425" y="105410"/>
                </a:lnTo>
                <a:lnTo>
                  <a:pt x="98425" y="105156"/>
                </a:lnTo>
                <a:lnTo>
                  <a:pt x="106426" y="105156"/>
                </a:lnTo>
                <a:lnTo>
                  <a:pt x="106426" y="0"/>
                </a:lnTo>
                <a:lnTo>
                  <a:pt x="0" y="0"/>
                </a:lnTo>
                <a:lnTo>
                  <a:pt x="0" y="12700"/>
                </a:lnTo>
                <a:lnTo>
                  <a:pt x="0" y="99060"/>
                </a:lnTo>
                <a:lnTo>
                  <a:pt x="0" y="105410"/>
                </a:lnTo>
                <a:lnTo>
                  <a:pt x="0" y="111760"/>
                </a:lnTo>
                <a:lnTo>
                  <a:pt x="112776" y="111760"/>
                </a:lnTo>
                <a:lnTo>
                  <a:pt x="112776" y="105410"/>
                </a:lnTo>
                <a:lnTo>
                  <a:pt x="112776" y="99060"/>
                </a:lnTo>
                <a:lnTo>
                  <a:pt x="112776" y="12700"/>
                </a:lnTo>
                <a:lnTo>
                  <a:pt x="112776" y="0"/>
                </a:lnTo>
                <a:close/>
              </a:path>
            </a:pathLst>
          </a:custGeom>
          <a:solidFill>
            <a:srgbClr val="FFFFFF">
              <a:alpha val="1960"/>
            </a:srgbClr>
          </a:solidFill>
        </p:spPr>
        <p:txBody>
          <a:bodyPr wrap="square" lIns="0" tIns="0" rIns="0" bIns="0" rtlCol="0"/>
          <a:lstStyle/>
          <a:p>
            <a:endParaRPr/>
          </a:p>
        </p:txBody>
      </p:sp>
      <p:sp>
        <p:nvSpPr>
          <p:cNvPr id="64" name="object 64"/>
          <p:cNvSpPr/>
          <p:nvPr/>
        </p:nvSpPr>
        <p:spPr>
          <a:xfrm>
            <a:off x="1757172" y="1976627"/>
            <a:ext cx="83820" cy="83820"/>
          </a:xfrm>
          <a:custGeom>
            <a:avLst/>
            <a:gdLst/>
            <a:ahLst/>
            <a:cxnLst/>
            <a:rect l="l" t="t" r="r" b="b"/>
            <a:pathLst>
              <a:path w="83819" h="83819">
                <a:moveTo>
                  <a:pt x="83820" y="0"/>
                </a:moveTo>
                <a:lnTo>
                  <a:pt x="0" y="0"/>
                </a:lnTo>
                <a:lnTo>
                  <a:pt x="0" y="83820"/>
                </a:lnTo>
                <a:lnTo>
                  <a:pt x="83820" y="83820"/>
                </a:lnTo>
                <a:lnTo>
                  <a:pt x="83820" y="75946"/>
                </a:lnTo>
                <a:lnTo>
                  <a:pt x="83820" y="12700"/>
                </a:lnTo>
                <a:lnTo>
                  <a:pt x="83820" y="0"/>
                </a:lnTo>
                <a:close/>
              </a:path>
            </a:pathLst>
          </a:custGeom>
          <a:solidFill>
            <a:srgbClr val="FFFFFF">
              <a:alpha val="1960"/>
            </a:srgbClr>
          </a:solidFill>
        </p:spPr>
        <p:txBody>
          <a:bodyPr wrap="square" lIns="0" tIns="0" rIns="0" bIns="0" rtlCol="0"/>
          <a:lstStyle/>
          <a:p>
            <a:endParaRPr/>
          </a:p>
        </p:txBody>
      </p:sp>
      <p:sp>
        <p:nvSpPr>
          <p:cNvPr id="65" name="object 65"/>
          <p:cNvSpPr/>
          <p:nvPr/>
        </p:nvSpPr>
        <p:spPr>
          <a:xfrm>
            <a:off x="1522476" y="73659"/>
            <a:ext cx="205740" cy="205740"/>
          </a:xfrm>
          <a:custGeom>
            <a:avLst/>
            <a:gdLst/>
            <a:ahLst/>
            <a:cxnLst/>
            <a:rect l="l" t="t" r="r" b="b"/>
            <a:pathLst>
              <a:path w="205739" h="205740">
                <a:moveTo>
                  <a:pt x="205740" y="0"/>
                </a:moveTo>
                <a:lnTo>
                  <a:pt x="199390" y="0"/>
                </a:lnTo>
                <a:lnTo>
                  <a:pt x="199390" y="199136"/>
                </a:lnTo>
                <a:lnTo>
                  <a:pt x="199390" y="199390"/>
                </a:lnTo>
                <a:lnTo>
                  <a:pt x="193040" y="199390"/>
                </a:lnTo>
                <a:lnTo>
                  <a:pt x="193040" y="199136"/>
                </a:lnTo>
                <a:lnTo>
                  <a:pt x="199390" y="199136"/>
                </a:lnTo>
                <a:lnTo>
                  <a:pt x="199390" y="0"/>
                </a:lnTo>
                <a:lnTo>
                  <a:pt x="0" y="0"/>
                </a:lnTo>
                <a:lnTo>
                  <a:pt x="0" y="12700"/>
                </a:lnTo>
                <a:lnTo>
                  <a:pt x="0" y="193040"/>
                </a:lnTo>
                <a:lnTo>
                  <a:pt x="0" y="199390"/>
                </a:lnTo>
                <a:lnTo>
                  <a:pt x="0" y="205740"/>
                </a:lnTo>
                <a:lnTo>
                  <a:pt x="205740" y="205740"/>
                </a:lnTo>
                <a:lnTo>
                  <a:pt x="205740" y="199390"/>
                </a:lnTo>
                <a:lnTo>
                  <a:pt x="205740" y="193040"/>
                </a:lnTo>
                <a:lnTo>
                  <a:pt x="205740" y="12700"/>
                </a:lnTo>
                <a:lnTo>
                  <a:pt x="205740" y="0"/>
                </a:lnTo>
                <a:close/>
              </a:path>
            </a:pathLst>
          </a:custGeom>
          <a:solidFill>
            <a:srgbClr val="FFFFFF">
              <a:alpha val="1960"/>
            </a:srgbClr>
          </a:solidFill>
        </p:spPr>
        <p:txBody>
          <a:bodyPr wrap="square" lIns="0" tIns="0" rIns="0" bIns="0" rtlCol="0"/>
          <a:lstStyle/>
          <a:p>
            <a:endParaRPr/>
          </a:p>
        </p:txBody>
      </p:sp>
      <p:sp>
        <p:nvSpPr>
          <p:cNvPr id="66" name="object 66"/>
          <p:cNvSpPr/>
          <p:nvPr/>
        </p:nvSpPr>
        <p:spPr>
          <a:xfrm>
            <a:off x="5701284" y="2977895"/>
            <a:ext cx="47625" cy="47625"/>
          </a:xfrm>
          <a:custGeom>
            <a:avLst/>
            <a:gdLst/>
            <a:ahLst/>
            <a:cxnLst/>
            <a:rect l="l" t="t" r="r" b="b"/>
            <a:pathLst>
              <a:path w="47625" h="47625">
                <a:moveTo>
                  <a:pt x="47244" y="0"/>
                </a:moveTo>
                <a:lnTo>
                  <a:pt x="0" y="0"/>
                </a:lnTo>
                <a:lnTo>
                  <a:pt x="0" y="47244"/>
                </a:lnTo>
                <a:lnTo>
                  <a:pt x="47244" y="47244"/>
                </a:lnTo>
                <a:lnTo>
                  <a:pt x="47244" y="40894"/>
                </a:lnTo>
                <a:lnTo>
                  <a:pt x="47244" y="12573"/>
                </a:lnTo>
                <a:lnTo>
                  <a:pt x="47244" y="0"/>
                </a:lnTo>
                <a:close/>
              </a:path>
            </a:pathLst>
          </a:custGeom>
          <a:solidFill>
            <a:srgbClr val="FFFFFF">
              <a:alpha val="1960"/>
            </a:srgbClr>
          </a:solidFill>
        </p:spPr>
        <p:txBody>
          <a:bodyPr wrap="square" lIns="0" tIns="0" rIns="0" bIns="0" rtlCol="0"/>
          <a:lstStyle/>
          <a:p>
            <a:endParaRPr/>
          </a:p>
        </p:txBody>
      </p:sp>
      <p:sp>
        <p:nvSpPr>
          <p:cNvPr id="67" name="object 67"/>
          <p:cNvSpPr/>
          <p:nvPr/>
        </p:nvSpPr>
        <p:spPr>
          <a:xfrm>
            <a:off x="1594104" y="3796283"/>
            <a:ext cx="26034" cy="24765"/>
          </a:xfrm>
          <a:custGeom>
            <a:avLst/>
            <a:gdLst/>
            <a:ahLst/>
            <a:cxnLst/>
            <a:rect l="l" t="t" r="r" b="b"/>
            <a:pathLst>
              <a:path w="26034" h="24764">
                <a:moveTo>
                  <a:pt x="25908" y="0"/>
                </a:moveTo>
                <a:lnTo>
                  <a:pt x="19431" y="0"/>
                </a:lnTo>
                <a:lnTo>
                  <a:pt x="19431" y="12192"/>
                </a:lnTo>
                <a:lnTo>
                  <a:pt x="19431" y="18288"/>
                </a:lnTo>
                <a:lnTo>
                  <a:pt x="18288" y="18288"/>
                </a:lnTo>
                <a:lnTo>
                  <a:pt x="18288" y="12192"/>
                </a:lnTo>
                <a:lnTo>
                  <a:pt x="19431" y="12192"/>
                </a:lnTo>
                <a:lnTo>
                  <a:pt x="19431" y="0"/>
                </a:lnTo>
                <a:lnTo>
                  <a:pt x="0" y="0"/>
                </a:lnTo>
                <a:lnTo>
                  <a:pt x="0" y="24384"/>
                </a:lnTo>
                <a:lnTo>
                  <a:pt x="25908" y="24384"/>
                </a:lnTo>
                <a:lnTo>
                  <a:pt x="25908" y="18288"/>
                </a:lnTo>
                <a:lnTo>
                  <a:pt x="25908" y="12192"/>
                </a:lnTo>
                <a:lnTo>
                  <a:pt x="25908" y="0"/>
                </a:lnTo>
                <a:close/>
              </a:path>
            </a:pathLst>
          </a:custGeom>
          <a:solidFill>
            <a:srgbClr val="FFFFFF">
              <a:alpha val="1960"/>
            </a:srgbClr>
          </a:solidFill>
        </p:spPr>
        <p:txBody>
          <a:bodyPr wrap="square" lIns="0" tIns="0" rIns="0" bIns="0" rtlCol="0"/>
          <a:lstStyle/>
          <a:p>
            <a:endParaRPr/>
          </a:p>
        </p:txBody>
      </p:sp>
      <p:sp>
        <p:nvSpPr>
          <p:cNvPr id="68" name="object 68"/>
          <p:cNvSpPr/>
          <p:nvPr/>
        </p:nvSpPr>
        <p:spPr>
          <a:xfrm>
            <a:off x="10232136" y="2401823"/>
            <a:ext cx="190500" cy="189230"/>
          </a:xfrm>
          <a:custGeom>
            <a:avLst/>
            <a:gdLst/>
            <a:ahLst/>
            <a:cxnLst/>
            <a:rect l="l" t="t" r="r" b="b"/>
            <a:pathLst>
              <a:path w="190500" h="189230">
                <a:moveTo>
                  <a:pt x="190500" y="0"/>
                </a:moveTo>
                <a:lnTo>
                  <a:pt x="0" y="0"/>
                </a:lnTo>
                <a:lnTo>
                  <a:pt x="0" y="188976"/>
                </a:lnTo>
                <a:lnTo>
                  <a:pt x="190500" y="188976"/>
                </a:lnTo>
                <a:lnTo>
                  <a:pt x="190500" y="0"/>
                </a:lnTo>
                <a:close/>
              </a:path>
            </a:pathLst>
          </a:custGeom>
          <a:solidFill>
            <a:srgbClr val="FFFFFF">
              <a:alpha val="1960"/>
            </a:srgbClr>
          </a:solidFill>
        </p:spPr>
        <p:txBody>
          <a:bodyPr wrap="square" lIns="0" tIns="0" rIns="0" bIns="0" rtlCol="0"/>
          <a:lstStyle/>
          <a:p>
            <a:endParaRPr/>
          </a:p>
        </p:txBody>
      </p:sp>
      <p:sp>
        <p:nvSpPr>
          <p:cNvPr id="69" name="object 69"/>
          <p:cNvSpPr/>
          <p:nvPr/>
        </p:nvSpPr>
        <p:spPr>
          <a:xfrm>
            <a:off x="10264140" y="1911095"/>
            <a:ext cx="127000" cy="121920"/>
          </a:xfrm>
          <a:custGeom>
            <a:avLst/>
            <a:gdLst/>
            <a:ahLst/>
            <a:cxnLst/>
            <a:rect l="l" t="t" r="r" b="b"/>
            <a:pathLst>
              <a:path w="127000" h="121919">
                <a:moveTo>
                  <a:pt x="126492" y="0"/>
                </a:moveTo>
                <a:lnTo>
                  <a:pt x="0" y="0"/>
                </a:lnTo>
                <a:lnTo>
                  <a:pt x="0" y="121920"/>
                </a:lnTo>
                <a:lnTo>
                  <a:pt x="126492" y="121920"/>
                </a:lnTo>
                <a:lnTo>
                  <a:pt x="126492" y="0"/>
                </a:lnTo>
                <a:close/>
              </a:path>
            </a:pathLst>
          </a:custGeom>
          <a:solidFill>
            <a:srgbClr val="FFFFFF">
              <a:alpha val="1960"/>
            </a:srgbClr>
          </a:solidFill>
        </p:spPr>
        <p:txBody>
          <a:bodyPr wrap="square" lIns="0" tIns="0" rIns="0" bIns="0" rtlCol="0"/>
          <a:lstStyle/>
          <a:p>
            <a:endParaRPr/>
          </a:p>
        </p:txBody>
      </p:sp>
      <p:sp>
        <p:nvSpPr>
          <p:cNvPr id="70" name="object 70"/>
          <p:cNvSpPr/>
          <p:nvPr/>
        </p:nvSpPr>
        <p:spPr>
          <a:xfrm>
            <a:off x="10280904" y="1705368"/>
            <a:ext cx="91440" cy="93345"/>
          </a:xfrm>
          <a:custGeom>
            <a:avLst/>
            <a:gdLst/>
            <a:ahLst/>
            <a:cxnLst/>
            <a:rect l="l" t="t" r="r" b="b"/>
            <a:pathLst>
              <a:path w="91440" h="93344">
                <a:moveTo>
                  <a:pt x="91440" y="0"/>
                </a:moveTo>
                <a:lnTo>
                  <a:pt x="0" y="0"/>
                </a:lnTo>
                <a:lnTo>
                  <a:pt x="0" y="92951"/>
                </a:lnTo>
                <a:lnTo>
                  <a:pt x="91440" y="92951"/>
                </a:lnTo>
                <a:lnTo>
                  <a:pt x="91440" y="0"/>
                </a:lnTo>
                <a:close/>
              </a:path>
            </a:pathLst>
          </a:custGeom>
          <a:solidFill>
            <a:srgbClr val="FFFFFF">
              <a:alpha val="1960"/>
            </a:srgbClr>
          </a:solidFill>
        </p:spPr>
        <p:txBody>
          <a:bodyPr wrap="square" lIns="0" tIns="0" rIns="0" bIns="0" rtlCol="0"/>
          <a:lstStyle/>
          <a:p>
            <a:endParaRPr/>
          </a:p>
        </p:txBody>
      </p:sp>
      <p:sp>
        <p:nvSpPr>
          <p:cNvPr id="71" name="object 71"/>
          <p:cNvSpPr/>
          <p:nvPr/>
        </p:nvSpPr>
        <p:spPr>
          <a:xfrm>
            <a:off x="10299192" y="1563623"/>
            <a:ext cx="58419" cy="59690"/>
          </a:xfrm>
          <a:custGeom>
            <a:avLst/>
            <a:gdLst/>
            <a:ahLst/>
            <a:cxnLst/>
            <a:rect l="l" t="t" r="r" b="b"/>
            <a:pathLst>
              <a:path w="58420" h="59690">
                <a:moveTo>
                  <a:pt x="57912" y="0"/>
                </a:moveTo>
                <a:lnTo>
                  <a:pt x="0" y="0"/>
                </a:lnTo>
                <a:lnTo>
                  <a:pt x="0" y="59436"/>
                </a:lnTo>
                <a:lnTo>
                  <a:pt x="57912" y="59436"/>
                </a:lnTo>
                <a:lnTo>
                  <a:pt x="57912" y="0"/>
                </a:lnTo>
                <a:close/>
              </a:path>
            </a:pathLst>
          </a:custGeom>
          <a:solidFill>
            <a:srgbClr val="FFFFFF">
              <a:alpha val="1960"/>
            </a:srgbClr>
          </a:solidFill>
        </p:spPr>
        <p:txBody>
          <a:bodyPr wrap="square" lIns="0" tIns="0" rIns="0" bIns="0" rtlCol="0"/>
          <a:lstStyle/>
          <a:p>
            <a:endParaRPr/>
          </a:p>
        </p:txBody>
      </p:sp>
      <p:sp>
        <p:nvSpPr>
          <p:cNvPr id="72" name="object 72"/>
          <p:cNvSpPr/>
          <p:nvPr/>
        </p:nvSpPr>
        <p:spPr>
          <a:xfrm>
            <a:off x="8702040" y="1831848"/>
            <a:ext cx="195580" cy="189230"/>
          </a:xfrm>
          <a:custGeom>
            <a:avLst/>
            <a:gdLst/>
            <a:ahLst/>
            <a:cxnLst/>
            <a:rect l="l" t="t" r="r" b="b"/>
            <a:pathLst>
              <a:path w="195579" h="189230">
                <a:moveTo>
                  <a:pt x="195072" y="0"/>
                </a:moveTo>
                <a:lnTo>
                  <a:pt x="0" y="0"/>
                </a:lnTo>
                <a:lnTo>
                  <a:pt x="0" y="188975"/>
                </a:lnTo>
                <a:lnTo>
                  <a:pt x="195072" y="188975"/>
                </a:lnTo>
                <a:lnTo>
                  <a:pt x="195072" y="0"/>
                </a:lnTo>
                <a:close/>
              </a:path>
            </a:pathLst>
          </a:custGeom>
          <a:solidFill>
            <a:srgbClr val="FFFFFF">
              <a:alpha val="1960"/>
            </a:srgbClr>
          </a:solidFill>
        </p:spPr>
        <p:txBody>
          <a:bodyPr wrap="square" lIns="0" tIns="0" rIns="0" bIns="0" rtlCol="0"/>
          <a:lstStyle/>
          <a:p>
            <a:endParaRPr/>
          </a:p>
        </p:txBody>
      </p:sp>
      <p:sp>
        <p:nvSpPr>
          <p:cNvPr id="73" name="object 73"/>
          <p:cNvSpPr/>
          <p:nvPr/>
        </p:nvSpPr>
        <p:spPr>
          <a:xfrm>
            <a:off x="8721852" y="1583435"/>
            <a:ext cx="155575" cy="155575"/>
          </a:xfrm>
          <a:custGeom>
            <a:avLst/>
            <a:gdLst/>
            <a:ahLst/>
            <a:cxnLst/>
            <a:rect l="l" t="t" r="r" b="b"/>
            <a:pathLst>
              <a:path w="155575" h="155575">
                <a:moveTo>
                  <a:pt x="155448" y="0"/>
                </a:moveTo>
                <a:lnTo>
                  <a:pt x="0" y="0"/>
                </a:lnTo>
                <a:lnTo>
                  <a:pt x="0" y="155448"/>
                </a:lnTo>
                <a:lnTo>
                  <a:pt x="155448" y="155448"/>
                </a:lnTo>
                <a:lnTo>
                  <a:pt x="155448" y="0"/>
                </a:lnTo>
                <a:close/>
              </a:path>
            </a:pathLst>
          </a:custGeom>
          <a:solidFill>
            <a:srgbClr val="FFFFFF">
              <a:alpha val="1960"/>
            </a:srgbClr>
          </a:solidFill>
        </p:spPr>
        <p:txBody>
          <a:bodyPr wrap="square" lIns="0" tIns="0" rIns="0" bIns="0" rtlCol="0"/>
          <a:lstStyle/>
          <a:p>
            <a:endParaRPr/>
          </a:p>
        </p:txBody>
      </p:sp>
      <p:sp>
        <p:nvSpPr>
          <p:cNvPr id="74" name="object 74"/>
          <p:cNvSpPr/>
          <p:nvPr/>
        </p:nvSpPr>
        <p:spPr>
          <a:xfrm>
            <a:off x="8738616" y="1341119"/>
            <a:ext cx="123825" cy="127000"/>
          </a:xfrm>
          <a:custGeom>
            <a:avLst/>
            <a:gdLst/>
            <a:ahLst/>
            <a:cxnLst/>
            <a:rect l="l" t="t" r="r" b="b"/>
            <a:pathLst>
              <a:path w="123825" h="127000">
                <a:moveTo>
                  <a:pt x="123444" y="0"/>
                </a:moveTo>
                <a:lnTo>
                  <a:pt x="0" y="0"/>
                </a:lnTo>
                <a:lnTo>
                  <a:pt x="0" y="126492"/>
                </a:lnTo>
                <a:lnTo>
                  <a:pt x="123444" y="126492"/>
                </a:lnTo>
                <a:lnTo>
                  <a:pt x="123444" y="0"/>
                </a:lnTo>
                <a:close/>
              </a:path>
            </a:pathLst>
          </a:custGeom>
          <a:solidFill>
            <a:srgbClr val="FFFFFF">
              <a:alpha val="1960"/>
            </a:srgbClr>
          </a:solidFill>
        </p:spPr>
        <p:txBody>
          <a:bodyPr wrap="square" lIns="0" tIns="0" rIns="0" bIns="0" rtlCol="0"/>
          <a:lstStyle/>
          <a:p>
            <a:endParaRPr/>
          </a:p>
        </p:txBody>
      </p:sp>
      <p:sp>
        <p:nvSpPr>
          <p:cNvPr id="75" name="object 75"/>
          <p:cNvSpPr/>
          <p:nvPr/>
        </p:nvSpPr>
        <p:spPr>
          <a:xfrm>
            <a:off x="8755380" y="1138440"/>
            <a:ext cx="88900" cy="90170"/>
          </a:xfrm>
          <a:custGeom>
            <a:avLst/>
            <a:gdLst/>
            <a:ahLst/>
            <a:cxnLst/>
            <a:rect l="l" t="t" r="r" b="b"/>
            <a:pathLst>
              <a:path w="88900" h="90169">
                <a:moveTo>
                  <a:pt x="88392" y="0"/>
                </a:moveTo>
                <a:lnTo>
                  <a:pt x="0" y="0"/>
                </a:lnTo>
                <a:lnTo>
                  <a:pt x="0" y="89903"/>
                </a:lnTo>
                <a:lnTo>
                  <a:pt x="88392" y="89903"/>
                </a:lnTo>
                <a:lnTo>
                  <a:pt x="88392" y="0"/>
                </a:lnTo>
                <a:close/>
              </a:path>
            </a:pathLst>
          </a:custGeom>
          <a:solidFill>
            <a:srgbClr val="FFFFFF">
              <a:alpha val="1960"/>
            </a:srgbClr>
          </a:solidFill>
        </p:spPr>
        <p:txBody>
          <a:bodyPr wrap="square" lIns="0" tIns="0" rIns="0" bIns="0" rtlCol="0"/>
          <a:lstStyle/>
          <a:p>
            <a:endParaRPr/>
          </a:p>
        </p:txBody>
      </p:sp>
      <p:sp>
        <p:nvSpPr>
          <p:cNvPr id="76" name="object 76"/>
          <p:cNvSpPr/>
          <p:nvPr/>
        </p:nvSpPr>
        <p:spPr>
          <a:xfrm>
            <a:off x="8770620" y="996695"/>
            <a:ext cx="58419" cy="59690"/>
          </a:xfrm>
          <a:custGeom>
            <a:avLst/>
            <a:gdLst/>
            <a:ahLst/>
            <a:cxnLst/>
            <a:rect l="l" t="t" r="r" b="b"/>
            <a:pathLst>
              <a:path w="58420" h="59690">
                <a:moveTo>
                  <a:pt x="57912" y="0"/>
                </a:moveTo>
                <a:lnTo>
                  <a:pt x="0" y="0"/>
                </a:lnTo>
                <a:lnTo>
                  <a:pt x="0" y="59436"/>
                </a:lnTo>
                <a:lnTo>
                  <a:pt x="57912" y="59436"/>
                </a:lnTo>
                <a:lnTo>
                  <a:pt x="57912" y="0"/>
                </a:lnTo>
                <a:close/>
              </a:path>
            </a:pathLst>
          </a:custGeom>
          <a:solidFill>
            <a:srgbClr val="FFFFFF">
              <a:alpha val="1960"/>
            </a:srgbClr>
          </a:solidFill>
        </p:spPr>
        <p:txBody>
          <a:bodyPr wrap="square" lIns="0" tIns="0" rIns="0" bIns="0" rtlCol="0"/>
          <a:lstStyle/>
          <a:p>
            <a:endParaRPr/>
          </a:p>
        </p:txBody>
      </p:sp>
      <p:sp>
        <p:nvSpPr>
          <p:cNvPr id="77" name="object 77"/>
          <p:cNvSpPr/>
          <p:nvPr/>
        </p:nvSpPr>
        <p:spPr>
          <a:xfrm>
            <a:off x="6559295" y="2173223"/>
            <a:ext cx="190500" cy="189230"/>
          </a:xfrm>
          <a:custGeom>
            <a:avLst/>
            <a:gdLst/>
            <a:ahLst/>
            <a:cxnLst/>
            <a:rect l="l" t="t" r="r" b="b"/>
            <a:pathLst>
              <a:path w="190500" h="189230">
                <a:moveTo>
                  <a:pt x="190500" y="0"/>
                </a:moveTo>
                <a:lnTo>
                  <a:pt x="0" y="0"/>
                </a:lnTo>
                <a:lnTo>
                  <a:pt x="0" y="188975"/>
                </a:lnTo>
                <a:lnTo>
                  <a:pt x="190500" y="188975"/>
                </a:lnTo>
                <a:lnTo>
                  <a:pt x="190500" y="0"/>
                </a:lnTo>
                <a:close/>
              </a:path>
            </a:pathLst>
          </a:custGeom>
          <a:solidFill>
            <a:srgbClr val="FFFFFF">
              <a:alpha val="1960"/>
            </a:srgbClr>
          </a:solidFill>
        </p:spPr>
        <p:txBody>
          <a:bodyPr wrap="square" lIns="0" tIns="0" rIns="0" bIns="0" rtlCol="0"/>
          <a:lstStyle/>
          <a:p>
            <a:endParaRPr/>
          </a:p>
        </p:txBody>
      </p:sp>
      <p:sp>
        <p:nvSpPr>
          <p:cNvPr id="78" name="object 78"/>
          <p:cNvSpPr/>
          <p:nvPr/>
        </p:nvSpPr>
        <p:spPr>
          <a:xfrm>
            <a:off x="6576047" y="1920239"/>
            <a:ext cx="158750" cy="160020"/>
          </a:xfrm>
          <a:custGeom>
            <a:avLst/>
            <a:gdLst/>
            <a:ahLst/>
            <a:cxnLst/>
            <a:rect l="l" t="t" r="r" b="b"/>
            <a:pathLst>
              <a:path w="158750" h="160019">
                <a:moveTo>
                  <a:pt x="158508" y="0"/>
                </a:moveTo>
                <a:lnTo>
                  <a:pt x="0" y="0"/>
                </a:lnTo>
                <a:lnTo>
                  <a:pt x="0" y="160020"/>
                </a:lnTo>
                <a:lnTo>
                  <a:pt x="158508" y="160020"/>
                </a:lnTo>
                <a:lnTo>
                  <a:pt x="158508" y="0"/>
                </a:lnTo>
                <a:close/>
              </a:path>
            </a:pathLst>
          </a:custGeom>
          <a:solidFill>
            <a:srgbClr val="FFFFFF">
              <a:alpha val="1960"/>
            </a:srgbClr>
          </a:solidFill>
        </p:spPr>
        <p:txBody>
          <a:bodyPr wrap="square" lIns="0" tIns="0" rIns="0" bIns="0" rtlCol="0"/>
          <a:lstStyle/>
          <a:p>
            <a:endParaRPr/>
          </a:p>
        </p:txBody>
      </p:sp>
      <p:sp>
        <p:nvSpPr>
          <p:cNvPr id="79" name="object 79"/>
          <p:cNvSpPr/>
          <p:nvPr/>
        </p:nvSpPr>
        <p:spPr>
          <a:xfrm>
            <a:off x="6591300" y="1679447"/>
            <a:ext cx="125095" cy="125095"/>
          </a:xfrm>
          <a:custGeom>
            <a:avLst/>
            <a:gdLst/>
            <a:ahLst/>
            <a:cxnLst/>
            <a:rect l="l" t="t" r="r" b="b"/>
            <a:pathLst>
              <a:path w="125095" h="125094">
                <a:moveTo>
                  <a:pt x="124968" y="0"/>
                </a:moveTo>
                <a:lnTo>
                  <a:pt x="0" y="0"/>
                </a:lnTo>
                <a:lnTo>
                  <a:pt x="0" y="124968"/>
                </a:lnTo>
                <a:lnTo>
                  <a:pt x="124968" y="124968"/>
                </a:lnTo>
                <a:lnTo>
                  <a:pt x="124968" y="0"/>
                </a:lnTo>
                <a:close/>
              </a:path>
            </a:pathLst>
          </a:custGeom>
          <a:solidFill>
            <a:srgbClr val="FFFFFF">
              <a:alpha val="1960"/>
            </a:srgbClr>
          </a:solidFill>
        </p:spPr>
        <p:txBody>
          <a:bodyPr wrap="square" lIns="0" tIns="0" rIns="0" bIns="0" rtlCol="0"/>
          <a:lstStyle/>
          <a:p>
            <a:endParaRPr/>
          </a:p>
        </p:txBody>
      </p:sp>
      <p:sp>
        <p:nvSpPr>
          <p:cNvPr id="80" name="object 80"/>
          <p:cNvSpPr/>
          <p:nvPr/>
        </p:nvSpPr>
        <p:spPr>
          <a:xfrm>
            <a:off x="6606540" y="1476768"/>
            <a:ext cx="94615" cy="93345"/>
          </a:xfrm>
          <a:custGeom>
            <a:avLst/>
            <a:gdLst/>
            <a:ahLst/>
            <a:cxnLst/>
            <a:rect l="l" t="t" r="r" b="b"/>
            <a:pathLst>
              <a:path w="94615" h="93344">
                <a:moveTo>
                  <a:pt x="94488" y="0"/>
                </a:moveTo>
                <a:lnTo>
                  <a:pt x="0" y="0"/>
                </a:lnTo>
                <a:lnTo>
                  <a:pt x="0" y="92951"/>
                </a:lnTo>
                <a:lnTo>
                  <a:pt x="94488" y="92951"/>
                </a:lnTo>
                <a:lnTo>
                  <a:pt x="94488" y="0"/>
                </a:lnTo>
                <a:close/>
              </a:path>
            </a:pathLst>
          </a:custGeom>
          <a:solidFill>
            <a:srgbClr val="FFFFFF">
              <a:alpha val="1960"/>
            </a:srgbClr>
          </a:solidFill>
        </p:spPr>
        <p:txBody>
          <a:bodyPr wrap="square" lIns="0" tIns="0" rIns="0" bIns="0" rtlCol="0"/>
          <a:lstStyle/>
          <a:p>
            <a:endParaRPr/>
          </a:p>
        </p:txBody>
      </p:sp>
      <p:sp>
        <p:nvSpPr>
          <p:cNvPr id="81" name="object 81"/>
          <p:cNvSpPr/>
          <p:nvPr/>
        </p:nvSpPr>
        <p:spPr>
          <a:xfrm>
            <a:off x="6624828" y="1335023"/>
            <a:ext cx="56515" cy="59690"/>
          </a:xfrm>
          <a:custGeom>
            <a:avLst/>
            <a:gdLst/>
            <a:ahLst/>
            <a:cxnLst/>
            <a:rect l="l" t="t" r="r" b="b"/>
            <a:pathLst>
              <a:path w="56515" h="59690">
                <a:moveTo>
                  <a:pt x="56388" y="0"/>
                </a:moveTo>
                <a:lnTo>
                  <a:pt x="0" y="0"/>
                </a:lnTo>
                <a:lnTo>
                  <a:pt x="0" y="59436"/>
                </a:lnTo>
                <a:lnTo>
                  <a:pt x="56388" y="59436"/>
                </a:lnTo>
                <a:lnTo>
                  <a:pt x="56388" y="0"/>
                </a:lnTo>
                <a:close/>
              </a:path>
            </a:pathLst>
          </a:custGeom>
          <a:solidFill>
            <a:srgbClr val="FFFFFF">
              <a:alpha val="1960"/>
            </a:srgbClr>
          </a:solidFill>
        </p:spPr>
        <p:txBody>
          <a:bodyPr wrap="square" lIns="0" tIns="0" rIns="0" bIns="0" rtlCol="0"/>
          <a:lstStyle/>
          <a:p>
            <a:endParaRPr/>
          </a:p>
        </p:txBody>
      </p:sp>
      <p:sp>
        <p:nvSpPr>
          <p:cNvPr id="82" name="object 82"/>
          <p:cNvSpPr/>
          <p:nvPr/>
        </p:nvSpPr>
        <p:spPr>
          <a:xfrm>
            <a:off x="4721352" y="556259"/>
            <a:ext cx="190500" cy="190500"/>
          </a:xfrm>
          <a:custGeom>
            <a:avLst/>
            <a:gdLst/>
            <a:ahLst/>
            <a:cxnLst/>
            <a:rect l="l" t="t" r="r" b="b"/>
            <a:pathLst>
              <a:path w="190500" h="190500">
                <a:moveTo>
                  <a:pt x="190500" y="0"/>
                </a:moveTo>
                <a:lnTo>
                  <a:pt x="0" y="0"/>
                </a:lnTo>
                <a:lnTo>
                  <a:pt x="0" y="190500"/>
                </a:lnTo>
                <a:lnTo>
                  <a:pt x="190500" y="190500"/>
                </a:lnTo>
                <a:lnTo>
                  <a:pt x="190500" y="0"/>
                </a:lnTo>
                <a:close/>
              </a:path>
            </a:pathLst>
          </a:custGeom>
          <a:solidFill>
            <a:srgbClr val="FFFFFF">
              <a:alpha val="1960"/>
            </a:srgbClr>
          </a:solidFill>
        </p:spPr>
        <p:txBody>
          <a:bodyPr wrap="square" lIns="0" tIns="0" rIns="0" bIns="0" rtlCol="0"/>
          <a:lstStyle/>
          <a:p>
            <a:endParaRPr/>
          </a:p>
        </p:txBody>
      </p:sp>
      <p:sp>
        <p:nvSpPr>
          <p:cNvPr id="83" name="object 83"/>
          <p:cNvSpPr/>
          <p:nvPr/>
        </p:nvSpPr>
        <p:spPr>
          <a:xfrm>
            <a:off x="4754880" y="135635"/>
            <a:ext cx="121920" cy="53340"/>
          </a:xfrm>
          <a:custGeom>
            <a:avLst/>
            <a:gdLst/>
            <a:ahLst/>
            <a:cxnLst/>
            <a:rect l="l" t="t" r="r" b="b"/>
            <a:pathLst>
              <a:path w="121920" h="53339">
                <a:moveTo>
                  <a:pt x="121920" y="0"/>
                </a:moveTo>
                <a:lnTo>
                  <a:pt x="0" y="0"/>
                </a:lnTo>
                <a:lnTo>
                  <a:pt x="0" y="53340"/>
                </a:lnTo>
                <a:lnTo>
                  <a:pt x="121920" y="53340"/>
                </a:lnTo>
                <a:lnTo>
                  <a:pt x="121920" y="0"/>
                </a:lnTo>
                <a:close/>
              </a:path>
            </a:pathLst>
          </a:custGeom>
          <a:solidFill>
            <a:srgbClr val="FFFFFF">
              <a:alpha val="1960"/>
            </a:srgbClr>
          </a:solidFill>
        </p:spPr>
        <p:txBody>
          <a:bodyPr wrap="square" lIns="0" tIns="0" rIns="0" bIns="0" rtlCol="0"/>
          <a:lstStyle/>
          <a:p>
            <a:endParaRPr/>
          </a:p>
        </p:txBody>
      </p:sp>
      <p:sp>
        <p:nvSpPr>
          <p:cNvPr id="84" name="object 84"/>
          <p:cNvSpPr/>
          <p:nvPr/>
        </p:nvSpPr>
        <p:spPr>
          <a:xfrm>
            <a:off x="4072128" y="2796539"/>
            <a:ext cx="190500" cy="190500"/>
          </a:xfrm>
          <a:custGeom>
            <a:avLst/>
            <a:gdLst/>
            <a:ahLst/>
            <a:cxnLst/>
            <a:rect l="l" t="t" r="r" b="b"/>
            <a:pathLst>
              <a:path w="190500" h="190500">
                <a:moveTo>
                  <a:pt x="190500" y="0"/>
                </a:moveTo>
                <a:lnTo>
                  <a:pt x="0" y="0"/>
                </a:lnTo>
                <a:lnTo>
                  <a:pt x="0" y="190500"/>
                </a:lnTo>
                <a:lnTo>
                  <a:pt x="190500" y="190500"/>
                </a:lnTo>
                <a:lnTo>
                  <a:pt x="190500" y="0"/>
                </a:lnTo>
                <a:close/>
              </a:path>
            </a:pathLst>
          </a:custGeom>
          <a:solidFill>
            <a:srgbClr val="FFFFFF">
              <a:alpha val="1960"/>
            </a:srgbClr>
          </a:solidFill>
        </p:spPr>
        <p:txBody>
          <a:bodyPr wrap="square" lIns="0" tIns="0" rIns="0" bIns="0" rtlCol="0"/>
          <a:lstStyle/>
          <a:p>
            <a:endParaRPr/>
          </a:p>
        </p:txBody>
      </p:sp>
      <p:sp>
        <p:nvSpPr>
          <p:cNvPr id="85" name="object 85"/>
          <p:cNvSpPr/>
          <p:nvPr/>
        </p:nvSpPr>
        <p:spPr>
          <a:xfrm>
            <a:off x="4087368" y="2546603"/>
            <a:ext cx="157480" cy="157480"/>
          </a:xfrm>
          <a:custGeom>
            <a:avLst/>
            <a:gdLst/>
            <a:ahLst/>
            <a:cxnLst/>
            <a:rect l="l" t="t" r="r" b="b"/>
            <a:pathLst>
              <a:path w="157479" h="157480">
                <a:moveTo>
                  <a:pt x="156972" y="0"/>
                </a:moveTo>
                <a:lnTo>
                  <a:pt x="0" y="0"/>
                </a:lnTo>
                <a:lnTo>
                  <a:pt x="0" y="156972"/>
                </a:lnTo>
                <a:lnTo>
                  <a:pt x="156972" y="156972"/>
                </a:lnTo>
                <a:lnTo>
                  <a:pt x="156972" y="0"/>
                </a:lnTo>
                <a:close/>
              </a:path>
            </a:pathLst>
          </a:custGeom>
          <a:solidFill>
            <a:srgbClr val="FFFFFF">
              <a:alpha val="1960"/>
            </a:srgbClr>
          </a:solidFill>
        </p:spPr>
        <p:txBody>
          <a:bodyPr wrap="square" lIns="0" tIns="0" rIns="0" bIns="0" rtlCol="0"/>
          <a:lstStyle/>
          <a:p>
            <a:endParaRPr/>
          </a:p>
        </p:txBody>
      </p:sp>
      <p:sp>
        <p:nvSpPr>
          <p:cNvPr id="86" name="object 86"/>
          <p:cNvSpPr/>
          <p:nvPr/>
        </p:nvSpPr>
        <p:spPr>
          <a:xfrm>
            <a:off x="4104132" y="2308859"/>
            <a:ext cx="125095" cy="121920"/>
          </a:xfrm>
          <a:custGeom>
            <a:avLst/>
            <a:gdLst/>
            <a:ahLst/>
            <a:cxnLst/>
            <a:rect l="l" t="t" r="r" b="b"/>
            <a:pathLst>
              <a:path w="125095" h="121919">
                <a:moveTo>
                  <a:pt x="124968" y="0"/>
                </a:moveTo>
                <a:lnTo>
                  <a:pt x="0" y="0"/>
                </a:lnTo>
                <a:lnTo>
                  <a:pt x="0" y="121920"/>
                </a:lnTo>
                <a:lnTo>
                  <a:pt x="124968" y="121920"/>
                </a:lnTo>
                <a:lnTo>
                  <a:pt x="124968" y="0"/>
                </a:lnTo>
                <a:close/>
              </a:path>
            </a:pathLst>
          </a:custGeom>
          <a:solidFill>
            <a:srgbClr val="FFFFFF">
              <a:alpha val="1960"/>
            </a:srgbClr>
          </a:solidFill>
        </p:spPr>
        <p:txBody>
          <a:bodyPr wrap="square" lIns="0" tIns="0" rIns="0" bIns="0" rtlCol="0"/>
          <a:lstStyle/>
          <a:p>
            <a:endParaRPr/>
          </a:p>
        </p:txBody>
      </p:sp>
      <p:sp>
        <p:nvSpPr>
          <p:cNvPr id="87" name="object 87"/>
          <p:cNvSpPr/>
          <p:nvPr/>
        </p:nvSpPr>
        <p:spPr>
          <a:xfrm>
            <a:off x="4119372" y="2101595"/>
            <a:ext cx="91440" cy="94615"/>
          </a:xfrm>
          <a:custGeom>
            <a:avLst/>
            <a:gdLst/>
            <a:ahLst/>
            <a:cxnLst/>
            <a:rect l="l" t="t" r="r" b="b"/>
            <a:pathLst>
              <a:path w="91439" h="94614">
                <a:moveTo>
                  <a:pt x="91440" y="0"/>
                </a:moveTo>
                <a:lnTo>
                  <a:pt x="0" y="0"/>
                </a:lnTo>
                <a:lnTo>
                  <a:pt x="0" y="94488"/>
                </a:lnTo>
                <a:lnTo>
                  <a:pt x="91440" y="94488"/>
                </a:lnTo>
                <a:lnTo>
                  <a:pt x="91440" y="0"/>
                </a:lnTo>
                <a:close/>
              </a:path>
            </a:pathLst>
          </a:custGeom>
          <a:solidFill>
            <a:srgbClr val="FFFFFF">
              <a:alpha val="1960"/>
            </a:srgbClr>
          </a:solidFill>
        </p:spPr>
        <p:txBody>
          <a:bodyPr wrap="square" lIns="0" tIns="0" rIns="0" bIns="0" rtlCol="0"/>
          <a:lstStyle/>
          <a:p>
            <a:endParaRPr/>
          </a:p>
        </p:txBody>
      </p:sp>
      <p:sp>
        <p:nvSpPr>
          <p:cNvPr id="88" name="object 88"/>
          <p:cNvSpPr/>
          <p:nvPr/>
        </p:nvSpPr>
        <p:spPr>
          <a:xfrm>
            <a:off x="4136136" y="1959863"/>
            <a:ext cx="58419" cy="58419"/>
          </a:xfrm>
          <a:custGeom>
            <a:avLst/>
            <a:gdLst/>
            <a:ahLst/>
            <a:cxnLst/>
            <a:rect l="l" t="t" r="r" b="b"/>
            <a:pathLst>
              <a:path w="58420" h="58419">
                <a:moveTo>
                  <a:pt x="57912" y="0"/>
                </a:moveTo>
                <a:lnTo>
                  <a:pt x="0" y="0"/>
                </a:lnTo>
                <a:lnTo>
                  <a:pt x="0" y="57912"/>
                </a:lnTo>
                <a:lnTo>
                  <a:pt x="57912" y="57912"/>
                </a:lnTo>
                <a:lnTo>
                  <a:pt x="57912" y="0"/>
                </a:lnTo>
                <a:close/>
              </a:path>
            </a:pathLst>
          </a:custGeom>
          <a:solidFill>
            <a:srgbClr val="FFFFFF">
              <a:alpha val="1960"/>
            </a:srgbClr>
          </a:solidFill>
        </p:spPr>
        <p:txBody>
          <a:bodyPr wrap="square" lIns="0" tIns="0" rIns="0" bIns="0" rtlCol="0"/>
          <a:lstStyle/>
          <a:p>
            <a:endParaRPr/>
          </a:p>
        </p:txBody>
      </p:sp>
      <p:sp>
        <p:nvSpPr>
          <p:cNvPr id="89" name="object 89"/>
          <p:cNvSpPr/>
          <p:nvPr/>
        </p:nvSpPr>
        <p:spPr>
          <a:xfrm>
            <a:off x="1464563" y="3276600"/>
            <a:ext cx="189230" cy="190500"/>
          </a:xfrm>
          <a:custGeom>
            <a:avLst/>
            <a:gdLst/>
            <a:ahLst/>
            <a:cxnLst/>
            <a:rect l="l" t="t" r="r" b="b"/>
            <a:pathLst>
              <a:path w="189230" h="190500">
                <a:moveTo>
                  <a:pt x="188975" y="0"/>
                </a:moveTo>
                <a:lnTo>
                  <a:pt x="0" y="0"/>
                </a:lnTo>
                <a:lnTo>
                  <a:pt x="0" y="190500"/>
                </a:lnTo>
                <a:lnTo>
                  <a:pt x="188975" y="190500"/>
                </a:lnTo>
                <a:lnTo>
                  <a:pt x="188975" y="0"/>
                </a:lnTo>
                <a:close/>
              </a:path>
            </a:pathLst>
          </a:custGeom>
          <a:solidFill>
            <a:srgbClr val="FFFFFF">
              <a:alpha val="1960"/>
            </a:srgbClr>
          </a:solidFill>
        </p:spPr>
        <p:txBody>
          <a:bodyPr wrap="square" lIns="0" tIns="0" rIns="0" bIns="0" rtlCol="0"/>
          <a:lstStyle/>
          <a:p>
            <a:endParaRPr/>
          </a:p>
        </p:txBody>
      </p:sp>
      <p:sp>
        <p:nvSpPr>
          <p:cNvPr id="90" name="object 90"/>
          <p:cNvSpPr/>
          <p:nvPr/>
        </p:nvSpPr>
        <p:spPr>
          <a:xfrm>
            <a:off x="1481328" y="3025139"/>
            <a:ext cx="157480" cy="158750"/>
          </a:xfrm>
          <a:custGeom>
            <a:avLst/>
            <a:gdLst/>
            <a:ahLst/>
            <a:cxnLst/>
            <a:rect l="l" t="t" r="r" b="b"/>
            <a:pathLst>
              <a:path w="157480" h="158750">
                <a:moveTo>
                  <a:pt x="156972" y="0"/>
                </a:moveTo>
                <a:lnTo>
                  <a:pt x="0" y="0"/>
                </a:lnTo>
                <a:lnTo>
                  <a:pt x="0" y="158496"/>
                </a:lnTo>
                <a:lnTo>
                  <a:pt x="156972" y="158496"/>
                </a:lnTo>
                <a:lnTo>
                  <a:pt x="156972" y="0"/>
                </a:lnTo>
                <a:close/>
              </a:path>
            </a:pathLst>
          </a:custGeom>
          <a:solidFill>
            <a:srgbClr val="FFFFFF">
              <a:alpha val="1960"/>
            </a:srgbClr>
          </a:solidFill>
        </p:spPr>
        <p:txBody>
          <a:bodyPr wrap="square" lIns="0" tIns="0" rIns="0" bIns="0" rtlCol="0"/>
          <a:lstStyle/>
          <a:p>
            <a:endParaRPr/>
          </a:p>
        </p:txBody>
      </p:sp>
      <p:sp>
        <p:nvSpPr>
          <p:cNvPr id="91" name="object 91"/>
          <p:cNvSpPr/>
          <p:nvPr/>
        </p:nvSpPr>
        <p:spPr>
          <a:xfrm>
            <a:off x="1499616" y="2787395"/>
            <a:ext cx="123825" cy="121920"/>
          </a:xfrm>
          <a:custGeom>
            <a:avLst/>
            <a:gdLst/>
            <a:ahLst/>
            <a:cxnLst/>
            <a:rect l="l" t="t" r="r" b="b"/>
            <a:pathLst>
              <a:path w="123825" h="121919">
                <a:moveTo>
                  <a:pt x="123444" y="0"/>
                </a:moveTo>
                <a:lnTo>
                  <a:pt x="0" y="0"/>
                </a:lnTo>
                <a:lnTo>
                  <a:pt x="0" y="121920"/>
                </a:lnTo>
                <a:lnTo>
                  <a:pt x="123444" y="121920"/>
                </a:lnTo>
                <a:lnTo>
                  <a:pt x="123444" y="0"/>
                </a:lnTo>
                <a:close/>
              </a:path>
            </a:pathLst>
          </a:custGeom>
          <a:solidFill>
            <a:srgbClr val="FFFFFF">
              <a:alpha val="1960"/>
            </a:srgbClr>
          </a:solidFill>
        </p:spPr>
        <p:txBody>
          <a:bodyPr wrap="square" lIns="0" tIns="0" rIns="0" bIns="0" rtlCol="0"/>
          <a:lstStyle/>
          <a:p>
            <a:endParaRPr/>
          </a:p>
        </p:txBody>
      </p:sp>
      <p:sp>
        <p:nvSpPr>
          <p:cNvPr id="92" name="object 92"/>
          <p:cNvSpPr/>
          <p:nvPr/>
        </p:nvSpPr>
        <p:spPr>
          <a:xfrm>
            <a:off x="1516380" y="2581668"/>
            <a:ext cx="90170" cy="93345"/>
          </a:xfrm>
          <a:custGeom>
            <a:avLst/>
            <a:gdLst/>
            <a:ahLst/>
            <a:cxnLst/>
            <a:rect l="l" t="t" r="r" b="b"/>
            <a:pathLst>
              <a:path w="90169" h="93344">
                <a:moveTo>
                  <a:pt x="89916" y="0"/>
                </a:moveTo>
                <a:lnTo>
                  <a:pt x="0" y="0"/>
                </a:lnTo>
                <a:lnTo>
                  <a:pt x="0" y="92951"/>
                </a:lnTo>
                <a:lnTo>
                  <a:pt x="89916" y="92951"/>
                </a:lnTo>
                <a:lnTo>
                  <a:pt x="89916" y="0"/>
                </a:lnTo>
                <a:close/>
              </a:path>
            </a:pathLst>
          </a:custGeom>
          <a:solidFill>
            <a:srgbClr val="FFFFFF">
              <a:alpha val="1960"/>
            </a:srgbClr>
          </a:solidFill>
        </p:spPr>
        <p:txBody>
          <a:bodyPr wrap="square" lIns="0" tIns="0" rIns="0" bIns="0" rtlCol="0"/>
          <a:lstStyle/>
          <a:p>
            <a:endParaRPr/>
          </a:p>
        </p:txBody>
      </p:sp>
      <p:sp>
        <p:nvSpPr>
          <p:cNvPr id="93" name="object 93"/>
          <p:cNvSpPr/>
          <p:nvPr/>
        </p:nvSpPr>
        <p:spPr>
          <a:xfrm>
            <a:off x="1531620" y="2439923"/>
            <a:ext cx="59690" cy="58419"/>
          </a:xfrm>
          <a:custGeom>
            <a:avLst/>
            <a:gdLst/>
            <a:ahLst/>
            <a:cxnLst/>
            <a:rect l="l" t="t" r="r" b="b"/>
            <a:pathLst>
              <a:path w="59690" h="58419">
                <a:moveTo>
                  <a:pt x="59436" y="0"/>
                </a:moveTo>
                <a:lnTo>
                  <a:pt x="0" y="0"/>
                </a:lnTo>
                <a:lnTo>
                  <a:pt x="0" y="57912"/>
                </a:lnTo>
                <a:lnTo>
                  <a:pt x="59436" y="57912"/>
                </a:lnTo>
                <a:lnTo>
                  <a:pt x="59436" y="0"/>
                </a:lnTo>
                <a:close/>
              </a:path>
            </a:pathLst>
          </a:custGeom>
          <a:solidFill>
            <a:srgbClr val="FFFFFF">
              <a:alpha val="1960"/>
            </a:srgbClr>
          </a:solidFill>
        </p:spPr>
        <p:txBody>
          <a:bodyPr wrap="square" lIns="0" tIns="0" rIns="0" bIns="0" rtlCol="0"/>
          <a:lstStyle/>
          <a:p>
            <a:endParaRPr/>
          </a:p>
        </p:txBody>
      </p:sp>
      <p:sp>
        <p:nvSpPr>
          <p:cNvPr id="94" name="object 94"/>
          <p:cNvSpPr/>
          <p:nvPr/>
        </p:nvSpPr>
        <p:spPr>
          <a:xfrm>
            <a:off x="2417064" y="1937003"/>
            <a:ext cx="190500" cy="190500"/>
          </a:xfrm>
          <a:custGeom>
            <a:avLst/>
            <a:gdLst/>
            <a:ahLst/>
            <a:cxnLst/>
            <a:rect l="l" t="t" r="r" b="b"/>
            <a:pathLst>
              <a:path w="190500" h="190500">
                <a:moveTo>
                  <a:pt x="190500" y="0"/>
                </a:moveTo>
                <a:lnTo>
                  <a:pt x="0" y="0"/>
                </a:lnTo>
                <a:lnTo>
                  <a:pt x="0" y="190500"/>
                </a:lnTo>
                <a:lnTo>
                  <a:pt x="190500" y="190500"/>
                </a:lnTo>
                <a:lnTo>
                  <a:pt x="190500" y="0"/>
                </a:lnTo>
                <a:close/>
              </a:path>
            </a:pathLst>
          </a:custGeom>
          <a:solidFill>
            <a:srgbClr val="FFFFFF">
              <a:alpha val="1960"/>
            </a:srgbClr>
          </a:solidFill>
        </p:spPr>
        <p:txBody>
          <a:bodyPr wrap="square" lIns="0" tIns="0" rIns="0" bIns="0" rtlCol="0"/>
          <a:lstStyle/>
          <a:p>
            <a:endParaRPr/>
          </a:p>
        </p:txBody>
      </p:sp>
      <p:sp>
        <p:nvSpPr>
          <p:cNvPr id="95" name="object 95"/>
          <p:cNvSpPr/>
          <p:nvPr/>
        </p:nvSpPr>
        <p:spPr>
          <a:xfrm>
            <a:off x="2433827" y="1685544"/>
            <a:ext cx="157480" cy="71755"/>
          </a:xfrm>
          <a:custGeom>
            <a:avLst/>
            <a:gdLst/>
            <a:ahLst/>
            <a:cxnLst/>
            <a:rect l="l" t="t" r="r" b="b"/>
            <a:pathLst>
              <a:path w="157480" h="71755">
                <a:moveTo>
                  <a:pt x="156972" y="0"/>
                </a:moveTo>
                <a:lnTo>
                  <a:pt x="0" y="0"/>
                </a:lnTo>
                <a:lnTo>
                  <a:pt x="0" y="68325"/>
                </a:lnTo>
                <a:lnTo>
                  <a:pt x="18724" y="64065"/>
                </a:lnTo>
                <a:lnTo>
                  <a:pt x="36830" y="61007"/>
                </a:lnTo>
                <a:lnTo>
                  <a:pt x="54935" y="59164"/>
                </a:lnTo>
                <a:lnTo>
                  <a:pt x="73660" y="58546"/>
                </a:lnTo>
                <a:lnTo>
                  <a:pt x="95232" y="59215"/>
                </a:lnTo>
                <a:lnTo>
                  <a:pt x="116506" y="61420"/>
                </a:lnTo>
                <a:lnTo>
                  <a:pt x="137185" y="65458"/>
                </a:lnTo>
                <a:lnTo>
                  <a:pt x="156972" y="71627"/>
                </a:lnTo>
                <a:lnTo>
                  <a:pt x="156972" y="0"/>
                </a:lnTo>
                <a:close/>
              </a:path>
            </a:pathLst>
          </a:custGeom>
          <a:solidFill>
            <a:srgbClr val="FFFFFF">
              <a:alpha val="1960"/>
            </a:srgbClr>
          </a:solidFill>
        </p:spPr>
        <p:txBody>
          <a:bodyPr wrap="square" lIns="0" tIns="0" rIns="0" bIns="0" rtlCol="0"/>
          <a:lstStyle/>
          <a:p>
            <a:endParaRPr/>
          </a:p>
        </p:txBody>
      </p:sp>
      <p:sp>
        <p:nvSpPr>
          <p:cNvPr id="96" name="object 96"/>
          <p:cNvSpPr/>
          <p:nvPr/>
        </p:nvSpPr>
        <p:spPr>
          <a:xfrm>
            <a:off x="2449068" y="1447799"/>
            <a:ext cx="127000" cy="121920"/>
          </a:xfrm>
          <a:custGeom>
            <a:avLst/>
            <a:gdLst/>
            <a:ahLst/>
            <a:cxnLst/>
            <a:rect l="l" t="t" r="r" b="b"/>
            <a:pathLst>
              <a:path w="127000" h="121919">
                <a:moveTo>
                  <a:pt x="126492" y="0"/>
                </a:moveTo>
                <a:lnTo>
                  <a:pt x="0" y="0"/>
                </a:lnTo>
                <a:lnTo>
                  <a:pt x="0" y="121920"/>
                </a:lnTo>
                <a:lnTo>
                  <a:pt x="126492" y="121920"/>
                </a:lnTo>
                <a:lnTo>
                  <a:pt x="126492" y="0"/>
                </a:lnTo>
                <a:close/>
              </a:path>
            </a:pathLst>
          </a:custGeom>
          <a:solidFill>
            <a:srgbClr val="FFFFFF">
              <a:alpha val="1960"/>
            </a:srgbClr>
          </a:solidFill>
        </p:spPr>
        <p:txBody>
          <a:bodyPr wrap="square" lIns="0" tIns="0" rIns="0" bIns="0" rtlCol="0"/>
          <a:lstStyle/>
          <a:p>
            <a:endParaRPr/>
          </a:p>
        </p:txBody>
      </p:sp>
      <p:sp>
        <p:nvSpPr>
          <p:cNvPr id="97" name="object 97"/>
          <p:cNvSpPr/>
          <p:nvPr/>
        </p:nvSpPr>
        <p:spPr>
          <a:xfrm>
            <a:off x="2465832" y="1242059"/>
            <a:ext cx="93345" cy="93345"/>
          </a:xfrm>
          <a:custGeom>
            <a:avLst/>
            <a:gdLst/>
            <a:ahLst/>
            <a:cxnLst/>
            <a:rect l="l" t="t" r="r" b="b"/>
            <a:pathLst>
              <a:path w="93344" h="93344">
                <a:moveTo>
                  <a:pt x="92964" y="0"/>
                </a:moveTo>
                <a:lnTo>
                  <a:pt x="0" y="0"/>
                </a:lnTo>
                <a:lnTo>
                  <a:pt x="0" y="92964"/>
                </a:lnTo>
                <a:lnTo>
                  <a:pt x="92964" y="92964"/>
                </a:lnTo>
                <a:lnTo>
                  <a:pt x="92964" y="0"/>
                </a:lnTo>
                <a:close/>
              </a:path>
            </a:pathLst>
          </a:custGeom>
          <a:solidFill>
            <a:srgbClr val="FFFFFF">
              <a:alpha val="1960"/>
            </a:srgbClr>
          </a:solidFill>
        </p:spPr>
        <p:txBody>
          <a:bodyPr wrap="square" lIns="0" tIns="0" rIns="0" bIns="0" rtlCol="0"/>
          <a:lstStyle/>
          <a:p>
            <a:endParaRPr/>
          </a:p>
        </p:txBody>
      </p:sp>
      <p:sp>
        <p:nvSpPr>
          <p:cNvPr id="98" name="object 98"/>
          <p:cNvSpPr/>
          <p:nvPr/>
        </p:nvSpPr>
        <p:spPr>
          <a:xfrm>
            <a:off x="2484120" y="1100327"/>
            <a:ext cx="59690" cy="58419"/>
          </a:xfrm>
          <a:custGeom>
            <a:avLst/>
            <a:gdLst/>
            <a:ahLst/>
            <a:cxnLst/>
            <a:rect l="l" t="t" r="r" b="b"/>
            <a:pathLst>
              <a:path w="59689" h="58419">
                <a:moveTo>
                  <a:pt x="59436" y="0"/>
                </a:moveTo>
                <a:lnTo>
                  <a:pt x="0" y="0"/>
                </a:lnTo>
                <a:lnTo>
                  <a:pt x="0" y="57912"/>
                </a:lnTo>
                <a:lnTo>
                  <a:pt x="59436" y="57912"/>
                </a:lnTo>
                <a:lnTo>
                  <a:pt x="59436" y="0"/>
                </a:lnTo>
                <a:close/>
              </a:path>
            </a:pathLst>
          </a:custGeom>
          <a:solidFill>
            <a:srgbClr val="FFFFFF">
              <a:alpha val="1960"/>
            </a:srgbClr>
          </a:solidFill>
        </p:spPr>
        <p:txBody>
          <a:bodyPr wrap="square" lIns="0" tIns="0" rIns="0" bIns="0" rtlCol="0"/>
          <a:lstStyle/>
          <a:p>
            <a:endParaRPr/>
          </a:p>
        </p:txBody>
      </p:sp>
      <p:sp>
        <p:nvSpPr>
          <p:cNvPr id="99" name="object 99"/>
          <p:cNvSpPr/>
          <p:nvPr/>
        </p:nvSpPr>
        <p:spPr>
          <a:xfrm>
            <a:off x="6141720" y="480059"/>
            <a:ext cx="108585" cy="113030"/>
          </a:xfrm>
          <a:custGeom>
            <a:avLst/>
            <a:gdLst/>
            <a:ahLst/>
            <a:cxnLst/>
            <a:rect l="l" t="t" r="r" b="b"/>
            <a:pathLst>
              <a:path w="108585" h="113029">
                <a:moveTo>
                  <a:pt x="108204" y="0"/>
                </a:moveTo>
                <a:lnTo>
                  <a:pt x="0" y="0"/>
                </a:lnTo>
                <a:lnTo>
                  <a:pt x="0" y="112776"/>
                </a:lnTo>
                <a:lnTo>
                  <a:pt x="108204" y="112776"/>
                </a:lnTo>
                <a:lnTo>
                  <a:pt x="108204" y="0"/>
                </a:lnTo>
                <a:close/>
              </a:path>
            </a:pathLst>
          </a:custGeom>
          <a:solidFill>
            <a:srgbClr val="FFFFFF">
              <a:alpha val="1960"/>
            </a:srgbClr>
          </a:solidFill>
        </p:spPr>
        <p:txBody>
          <a:bodyPr wrap="square" lIns="0" tIns="0" rIns="0" bIns="0" rtlCol="0"/>
          <a:lstStyle/>
          <a:p>
            <a:endParaRPr/>
          </a:p>
        </p:txBody>
      </p:sp>
      <p:sp>
        <p:nvSpPr>
          <p:cNvPr id="100" name="object 100"/>
          <p:cNvSpPr/>
          <p:nvPr/>
        </p:nvSpPr>
        <p:spPr>
          <a:xfrm>
            <a:off x="6941820" y="955547"/>
            <a:ext cx="78105" cy="78105"/>
          </a:xfrm>
          <a:custGeom>
            <a:avLst/>
            <a:gdLst/>
            <a:ahLst/>
            <a:cxnLst/>
            <a:rect l="l" t="t" r="r" b="b"/>
            <a:pathLst>
              <a:path w="78104" h="78105">
                <a:moveTo>
                  <a:pt x="77724" y="0"/>
                </a:moveTo>
                <a:lnTo>
                  <a:pt x="0" y="0"/>
                </a:lnTo>
                <a:lnTo>
                  <a:pt x="0" y="77724"/>
                </a:lnTo>
                <a:lnTo>
                  <a:pt x="77724" y="77724"/>
                </a:lnTo>
                <a:lnTo>
                  <a:pt x="77724" y="0"/>
                </a:lnTo>
                <a:close/>
              </a:path>
            </a:pathLst>
          </a:custGeom>
          <a:solidFill>
            <a:srgbClr val="FFFFFF">
              <a:alpha val="1960"/>
            </a:srgbClr>
          </a:solidFill>
        </p:spPr>
        <p:txBody>
          <a:bodyPr wrap="square" lIns="0" tIns="0" rIns="0" bIns="0" rtlCol="0"/>
          <a:lstStyle/>
          <a:p>
            <a:endParaRPr/>
          </a:p>
        </p:txBody>
      </p:sp>
      <p:sp>
        <p:nvSpPr>
          <p:cNvPr id="101" name="object 101"/>
          <p:cNvSpPr/>
          <p:nvPr/>
        </p:nvSpPr>
        <p:spPr>
          <a:xfrm>
            <a:off x="6935724" y="402335"/>
            <a:ext cx="59690" cy="60960"/>
          </a:xfrm>
          <a:custGeom>
            <a:avLst/>
            <a:gdLst/>
            <a:ahLst/>
            <a:cxnLst/>
            <a:rect l="l" t="t" r="r" b="b"/>
            <a:pathLst>
              <a:path w="59690" h="60959">
                <a:moveTo>
                  <a:pt x="59436" y="0"/>
                </a:moveTo>
                <a:lnTo>
                  <a:pt x="0" y="0"/>
                </a:lnTo>
                <a:lnTo>
                  <a:pt x="0" y="60960"/>
                </a:lnTo>
                <a:lnTo>
                  <a:pt x="59436" y="60960"/>
                </a:lnTo>
                <a:lnTo>
                  <a:pt x="59436" y="0"/>
                </a:lnTo>
                <a:close/>
              </a:path>
            </a:pathLst>
          </a:custGeom>
          <a:solidFill>
            <a:srgbClr val="FFFFFF">
              <a:alpha val="1960"/>
            </a:srgbClr>
          </a:solidFill>
        </p:spPr>
        <p:txBody>
          <a:bodyPr wrap="square" lIns="0" tIns="0" rIns="0" bIns="0" rtlCol="0"/>
          <a:lstStyle/>
          <a:p>
            <a:endParaRPr/>
          </a:p>
        </p:txBody>
      </p:sp>
      <p:sp>
        <p:nvSpPr>
          <p:cNvPr id="102" name="object 102"/>
          <p:cNvSpPr/>
          <p:nvPr/>
        </p:nvSpPr>
        <p:spPr>
          <a:xfrm>
            <a:off x="7872984" y="1109471"/>
            <a:ext cx="96520" cy="97790"/>
          </a:xfrm>
          <a:custGeom>
            <a:avLst/>
            <a:gdLst/>
            <a:ahLst/>
            <a:cxnLst/>
            <a:rect l="l" t="t" r="r" b="b"/>
            <a:pathLst>
              <a:path w="96520" h="97790">
                <a:moveTo>
                  <a:pt x="95999" y="0"/>
                </a:moveTo>
                <a:lnTo>
                  <a:pt x="0" y="0"/>
                </a:lnTo>
                <a:lnTo>
                  <a:pt x="0" y="97536"/>
                </a:lnTo>
                <a:lnTo>
                  <a:pt x="95999" y="97536"/>
                </a:lnTo>
                <a:lnTo>
                  <a:pt x="95999" y="0"/>
                </a:lnTo>
                <a:close/>
              </a:path>
            </a:pathLst>
          </a:custGeom>
          <a:solidFill>
            <a:srgbClr val="FFFFFF">
              <a:alpha val="1960"/>
            </a:srgbClr>
          </a:solidFill>
        </p:spPr>
        <p:txBody>
          <a:bodyPr wrap="square" lIns="0" tIns="0" rIns="0" bIns="0" rtlCol="0"/>
          <a:lstStyle/>
          <a:p>
            <a:endParaRPr/>
          </a:p>
        </p:txBody>
      </p:sp>
      <p:sp>
        <p:nvSpPr>
          <p:cNvPr id="103" name="object 103"/>
          <p:cNvSpPr/>
          <p:nvPr/>
        </p:nvSpPr>
        <p:spPr>
          <a:xfrm>
            <a:off x="9075420" y="426719"/>
            <a:ext cx="27940" cy="27940"/>
          </a:xfrm>
          <a:custGeom>
            <a:avLst/>
            <a:gdLst/>
            <a:ahLst/>
            <a:cxnLst/>
            <a:rect l="l" t="t" r="r" b="b"/>
            <a:pathLst>
              <a:path w="27940" h="27940">
                <a:moveTo>
                  <a:pt x="27432" y="0"/>
                </a:moveTo>
                <a:lnTo>
                  <a:pt x="0" y="0"/>
                </a:lnTo>
                <a:lnTo>
                  <a:pt x="0" y="27432"/>
                </a:lnTo>
                <a:lnTo>
                  <a:pt x="27432" y="27432"/>
                </a:lnTo>
                <a:lnTo>
                  <a:pt x="27432" y="0"/>
                </a:lnTo>
                <a:close/>
              </a:path>
            </a:pathLst>
          </a:custGeom>
          <a:solidFill>
            <a:srgbClr val="FFFFFF">
              <a:alpha val="1960"/>
            </a:srgbClr>
          </a:solidFill>
        </p:spPr>
        <p:txBody>
          <a:bodyPr wrap="square" lIns="0" tIns="0" rIns="0" bIns="0" rtlCol="0"/>
          <a:lstStyle/>
          <a:p>
            <a:endParaRPr/>
          </a:p>
        </p:txBody>
      </p:sp>
      <p:sp>
        <p:nvSpPr>
          <p:cNvPr id="104" name="object 104"/>
          <p:cNvSpPr/>
          <p:nvPr/>
        </p:nvSpPr>
        <p:spPr>
          <a:xfrm>
            <a:off x="9595104" y="1403603"/>
            <a:ext cx="109855" cy="113030"/>
          </a:xfrm>
          <a:custGeom>
            <a:avLst/>
            <a:gdLst/>
            <a:ahLst/>
            <a:cxnLst/>
            <a:rect l="l" t="t" r="r" b="b"/>
            <a:pathLst>
              <a:path w="109854" h="113030">
                <a:moveTo>
                  <a:pt x="109728" y="0"/>
                </a:moveTo>
                <a:lnTo>
                  <a:pt x="0" y="0"/>
                </a:lnTo>
                <a:lnTo>
                  <a:pt x="0" y="112776"/>
                </a:lnTo>
                <a:lnTo>
                  <a:pt x="109728" y="112776"/>
                </a:lnTo>
                <a:lnTo>
                  <a:pt x="109728" y="0"/>
                </a:lnTo>
                <a:close/>
              </a:path>
            </a:pathLst>
          </a:custGeom>
          <a:solidFill>
            <a:srgbClr val="FFFFFF">
              <a:alpha val="1960"/>
            </a:srgbClr>
          </a:solidFill>
        </p:spPr>
        <p:txBody>
          <a:bodyPr wrap="square" lIns="0" tIns="0" rIns="0" bIns="0" rtlCol="0"/>
          <a:lstStyle/>
          <a:p>
            <a:endParaRPr/>
          </a:p>
        </p:txBody>
      </p:sp>
      <p:sp>
        <p:nvSpPr>
          <p:cNvPr id="105" name="object 105"/>
          <p:cNvSpPr/>
          <p:nvPr/>
        </p:nvSpPr>
        <p:spPr>
          <a:xfrm>
            <a:off x="7972044" y="1876043"/>
            <a:ext cx="88900" cy="88900"/>
          </a:xfrm>
          <a:custGeom>
            <a:avLst/>
            <a:gdLst/>
            <a:ahLst/>
            <a:cxnLst/>
            <a:rect l="l" t="t" r="r" b="b"/>
            <a:pathLst>
              <a:path w="88900" h="88900">
                <a:moveTo>
                  <a:pt x="88392" y="0"/>
                </a:moveTo>
                <a:lnTo>
                  <a:pt x="0" y="0"/>
                </a:lnTo>
                <a:lnTo>
                  <a:pt x="0" y="88392"/>
                </a:lnTo>
                <a:lnTo>
                  <a:pt x="88392" y="88392"/>
                </a:lnTo>
                <a:lnTo>
                  <a:pt x="88392" y="0"/>
                </a:lnTo>
                <a:close/>
              </a:path>
            </a:pathLst>
          </a:custGeom>
          <a:solidFill>
            <a:srgbClr val="FFFFFF">
              <a:alpha val="1960"/>
            </a:srgbClr>
          </a:solidFill>
        </p:spPr>
        <p:txBody>
          <a:bodyPr wrap="square" lIns="0" tIns="0" rIns="0" bIns="0" rtlCol="0"/>
          <a:lstStyle/>
          <a:p>
            <a:endParaRPr/>
          </a:p>
        </p:txBody>
      </p:sp>
      <p:sp>
        <p:nvSpPr>
          <p:cNvPr id="106" name="object 106"/>
          <p:cNvSpPr/>
          <p:nvPr/>
        </p:nvSpPr>
        <p:spPr>
          <a:xfrm>
            <a:off x="9479280" y="2490215"/>
            <a:ext cx="56515" cy="62865"/>
          </a:xfrm>
          <a:custGeom>
            <a:avLst/>
            <a:gdLst/>
            <a:ahLst/>
            <a:cxnLst/>
            <a:rect l="l" t="t" r="r" b="b"/>
            <a:pathLst>
              <a:path w="56515" h="62864">
                <a:moveTo>
                  <a:pt x="56388" y="0"/>
                </a:moveTo>
                <a:lnTo>
                  <a:pt x="0" y="0"/>
                </a:lnTo>
                <a:lnTo>
                  <a:pt x="0" y="62484"/>
                </a:lnTo>
                <a:lnTo>
                  <a:pt x="56388" y="62484"/>
                </a:lnTo>
                <a:lnTo>
                  <a:pt x="56388" y="0"/>
                </a:lnTo>
                <a:close/>
              </a:path>
            </a:pathLst>
          </a:custGeom>
          <a:solidFill>
            <a:srgbClr val="FFFFFF">
              <a:alpha val="1960"/>
            </a:srgbClr>
          </a:solidFill>
        </p:spPr>
        <p:txBody>
          <a:bodyPr wrap="square" lIns="0" tIns="0" rIns="0" bIns="0" rtlCol="0"/>
          <a:lstStyle/>
          <a:p>
            <a:endParaRPr/>
          </a:p>
        </p:txBody>
      </p:sp>
      <p:sp>
        <p:nvSpPr>
          <p:cNvPr id="107" name="object 107"/>
          <p:cNvSpPr/>
          <p:nvPr/>
        </p:nvSpPr>
        <p:spPr>
          <a:xfrm>
            <a:off x="10058400" y="777252"/>
            <a:ext cx="29209" cy="30480"/>
          </a:xfrm>
          <a:custGeom>
            <a:avLst/>
            <a:gdLst/>
            <a:ahLst/>
            <a:cxnLst/>
            <a:rect l="l" t="t" r="r" b="b"/>
            <a:pathLst>
              <a:path w="29209" h="30479">
                <a:moveTo>
                  <a:pt x="28956" y="0"/>
                </a:moveTo>
                <a:lnTo>
                  <a:pt x="0" y="0"/>
                </a:lnTo>
                <a:lnTo>
                  <a:pt x="0" y="30467"/>
                </a:lnTo>
                <a:lnTo>
                  <a:pt x="28956" y="30467"/>
                </a:lnTo>
                <a:lnTo>
                  <a:pt x="28956" y="0"/>
                </a:lnTo>
                <a:close/>
              </a:path>
            </a:pathLst>
          </a:custGeom>
          <a:solidFill>
            <a:srgbClr val="FFFFFF">
              <a:alpha val="1960"/>
            </a:srgbClr>
          </a:solidFill>
        </p:spPr>
        <p:txBody>
          <a:bodyPr wrap="square" lIns="0" tIns="0" rIns="0" bIns="0" rtlCol="0"/>
          <a:lstStyle/>
          <a:p>
            <a:endParaRPr/>
          </a:p>
        </p:txBody>
      </p:sp>
      <p:sp>
        <p:nvSpPr>
          <p:cNvPr id="108" name="object 108"/>
          <p:cNvSpPr/>
          <p:nvPr/>
        </p:nvSpPr>
        <p:spPr>
          <a:xfrm>
            <a:off x="10379964" y="160019"/>
            <a:ext cx="58419" cy="58419"/>
          </a:xfrm>
          <a:custGeom>
            <a:avLst/>
            <a:gdLst/>
            <a:ahLst/>
            <a:cxnLst/>
            <a:rect l="l" t="t" r="r" b="b"/>
            <a:pathLst>
              <a:path w="58420" h="58420">
                <a:moveTo>
                  <a:pt x="57912" y="0"/>
                </a:moveTo>
                <a:lnTo>
                  <a:pt x="0" y="0"/>
                </a:lnTo>
                <a:lnTo>
                  <a:pt x="0" y="57912"/>
                </a:lnTo>
                <a:lnTo>
                  <a:pt x="57912" y="57912"/>
                </a:lnTo>
                <a:lnTo>
                  <a:pt x="57912" y="0"/>
                </a:lnTo>
                <a:close/>
              </a:path>
            </a:pathLst>
          </a:custGeom>
          <a:solidFill>
            <a:srgbClr val="FFFFFF">
              <a:alpha val="1960"/>
            </a:srgbClr>
          </a:solidFill>
        </p:spPr>
        <p:txBody>
          <a:bodyPr wrap="square" lIns="0" tIns="0" rIns="0" bIns="0" rtlCol="0"/>
          <a:lstStyle/>
          <a:p>
            <a:endParaRPr/>
          </a:p>
        </p:txBody>
      </p:sp>
      <p:sp>
        <p:nvSpPr>
          <p:cNvPr id="109" name="object 109"/>
          <p:cNvSpPr/>
          <p:nvPr/>
        </p:nvSpPr>
        <p:spPr>
          <a:xfrm>
            <a:off x="10776204" y="1083576"/>
            <a:ext cx="47625" cy="48895"/>
          </a:xfrm>
          <a:custGeom>
            <a:avLst/>
            <a:gdLst/>
            <a:ahLst/>
            <a:cxnLst/>
            <a:rect l="l" t="t" r="r" b="b"/>
            <a:pathLst>
              <a:path w="47625" h="48894">
                <a:moveTo>
                  <a:pt x="47244" y="0"/>
                </a:moveTo>
                <a:lnTo>
                  <a:pt x="0" y="0"/>
                </a:lnTo>
                <a:lnTo>
                  <a:pt x="0" y="48755"/>
                </a:lnTo>
                <a:lnTo>
                  <a:pt x="47244" y="48755"/>
                </a:lnTo>
                <a:lnTo>
                  <a:pt x="47244" y="0"/>
                </a:lnTo>
                <a:close/>
              </a:path>
            </a:pathLst>
          </a:custGeom>
          <a:solidFill>
            <a:srgbClr val="FFFFFF">
              <a:alpha val="1960"/>
            </a:srgbClr>
          </a:solidFill>
        </p:spPr>
        <p:txBody>
          <a:bodyPr wrap="square" lIns="0" tIns="0" rIns="0" bIns="0" rtlCol="0"/>
          <a:lstStyle/>
          <a:p>
            <a:endParaRPr/>
          </a:p>
        </p:txBody>
      </p:sp>
      <p:sp>
        <p:nvSpPr>
          <p:cNvPr id="110" name="object 110"/>
          <p:cNvSpPr/>
          <p:nvPr/>
        </p:nvSpPr>
        <p:spPr>
          <a:xfrm>
            <a:off x="10684764" y="1763280"/>
            <a:ext cx="71755" cy="71755"/>
          </a:xfrm>
          <a:custGeom>
            <a:avLst/>
            <a:gdLst/>
            <a:ahLst/>
            <a:cxnLst/>
            <a:rect l="l" t="t" r="r" b="b"/>
            <a:pathLst>
              <a:path w="71754" h="71755">
                <a:moveTo>
                  <a:pt x="71628" y="0"/>
                </a:moveTo>
                <a:lnTo>
                  <a:pt x="0" y="0"/>
                </a:lnTo>
                <a:lnTo>
                  <a:pt x="0" y="71615"/>
                </a:lnTo>
                <a:lnTo>
                  <a:pt x="71628" y="71615"/>
                </a:lnTo>
                <a:lnTo>
                  <a:pt x="71628" y="0"/>
                </a:lnTo>
                <a:close/>
              </a:path>
            </a:pathLst>
          </a:custGeom>
          <a:solidFill>
            <a:srgbClr val="FFFFFF">
              <a:alpha val="1960"/>
            </a:srgbClr>
          </a:solidFill>
        </p:spPr>
        <p:txBody>
          <a:bodyPr wrap="square" lIns="0" tIns="0" rIns="0" bIns="0" rtlCol="0"/>
          <a:lstStyle/>
          <a:p>
            <a:endParaRPr/>
          </a:p>
        </p:txBody>
      </p:sp>
      <p:sp>
        <p:nvSpPr>
          <p:cNvPr id="111" name="object 111"/>
          <p:cNvSpPr/>
          <p:nvPr/>
        </p:nvSpPr>
        <p:spPr>
          <a:xfrm>
            <a:off x="10512552" y="3067811"/>
            <a:ext cx="53340" cy="55244"/>
          </a:xfrm>
          <a:custGeom>
            <a:avLst/>
            <a:gdLst/>
            <a:ahLst/>
            <a:cxnLst/>
            <a:rect l="l" t="t" r="r" b="b"/>
            <a:pathLst>
              <a:path w="53340" h="55244">
                <a:moveTo>
                  <a:pt x="53340" y="0"/>
                </a:moveTo>
                <a:lnTo>
                  <a:pt x="0" y="0"/>
                </a:lnTo>
                <a:lnTo>
                  <a:pt x="0" y="54864"/>
                </a:lnTo>
                <a:lnTo>
                  <a:pt x="53340" y="54864"/>
                </a:lnTo>
                <a:lnTo>
                  <a:pt x="53340" y="0"/>
                </a:lnTo>
                <a:close/>
              </a:path>
            </a:pathLst>
          </a:custGeom>
          <a:solidFill>
            <a:srgbClr val="FFFFFF">
              <a:alpha val="1960"/>
            </a:srgbClr>
          </a:solidFill>
        </p:spPr>
        <p:txBody>
          <a:bodyPr wrap="square" lIns="0" tIns="0" rIns="0" bIns="0" rtlCol="0"/>
          <a:lstStyle/>
          <a:p>
            <a:endParaRPr/>
          </a:p>
        </p:txBody>
      </p:sp>
      <p:sp>
        <p:nvSpPr>
          <p:cNvPr id="112" name="object 112"/>
          <p:cNvSpPr/>
          <p:nvPr/>
        </p:nvSpPr>
        <p:spPr>
          <a:xfrm>
            <a:off x="9945624" y="3369563"/>
            <a:ext cx="41275" cy="43180"/>
          </a:xfrm>
          <a:custGeom>
            <a:avLst/>
            <a:gdLst/>
            <a:ahLst/>
            <a:cxnLst/>
            <a:rect l="l" t="t" r="r" b="b"/>
            <a:pathLst>
              <a:path w="41275" h="43179">
                <a:moveTo>
                  <a:pt x="41148" y="0"/>
                </a:moveTo>
                <a:lnTo>
                  <a:pt x="0" y="0"/>
                </a:lnTo>
                <a:lnTo>
                  <a:pt x="0" y="42672"/>
                </a:lnTo>
                <a:lnTo>
                  <a:pt x="41148" y="42672"/>
                </a:lnTo>
                <a:lnTo>
                  <a:pt x="41148" y="0"/>
                </a:lnTo>
                <a:close/>
              </a:path>
            </a:pathLst>
          </a:custGeom>
          <a:solidFill>
            <a:srgbClr val="FFFFFF">
              <a:alpha val="1960"/>
            </a:srgbClr>
          </a:solidFill>
        </p:spPr>
        <p:txBody>
          <a:bodyPr wrap="square" lIns="0" tIns="0" rIns="0" bIns="0" rtlCol="0"/>
          <a:lstStyle/>
          <a:p>
            <a:endParaRPr/>
          </a:p>
        </p:txBody>
      </p:sp>
      <p:sp>
        <p:nvSpPr>
          <p:cNvPr id="113" name="object 113"/>
          <p:cNvSpPr/>
          <p:nvPr/>
        </p:nvSpPr>
        <p:spPr>
          <a:xfrm>
            <a:off x="10530840" y="4250435"/>
            <a:ext cx="76200" cy="71755"/>
          </a:xfrm>
          <a:custGeom>
            <a:avLst/>
            <a:gdLst/>
            <a:ahLst/>
            <a:cxnLst/>
            <a:rect l="l" t="t" r="r" b="b"/>
            <a:pathLst>
              <a:path w="76200" h="71754">
                <a:moveTo>
                  <a:pt x="76200" y="0"/>
                </a:moveTo>
                <a:lnTo>
                  <a:pt x="0" y="0"/>
                </a:lnTo>
                <a:lnTo>
                  <a:pt x="0" y="71628"/>
                </a:lnTo>
                <a:lnTo>
                  <a:pt x="76200" y="71628"/>
                </a:lnTo>
                <a:lnTo>
                  <a:pt x="76200" y="0"/>
                </a:lnTo>
                <a:close/>
              </a:path>
            </a:pathLst>
          </a:custGeom>
          <a:solidFill>
            <a:srgbClr val="FFFFFF">
              <a:alpha val="1960"/>
            </a:srgbClr>
          </a:solidFill>
        </p:spPr>
        <p:txBody>
          <a:bodyPr wrap="square" lIns="0" tIns="0" rIns="0" bIns="0" rtlCol="0"/>
          <a:lstStyle/>
          <a:p>
            <a:endParaRPr/>
          </a:p>
        </p:txBody>
      </p:sp>
      <p:sp>
        <p:nvSpPr>
          <p:cNvPr id="114" name="object 114"/>
          <p:cNvSpPr/>
          <p:nvPr/>
        </p:nvSpPr>
        <p:spPr>
          <a:xfrm>
            <a:off x="8970264" y="3820667"/>
            <a:ext cx="45720" cy="44450"/>
          </a:xfrm>
          <a:custGeom>
            <a:avLst/>
            <a:gdLst/>
            <a:ahLst/>
            <a:cxnLst/>
            <a:rect l="l" t="t" r="r" b="b"/>
            <a:pathLst>
              <a:path w="45720" h="44450">
                <a:moveTo>
                  <a:pt x="45720" y="0"/>
                </a:moveTo>
                <a:lnTo>
                  <a:pt x="0" y="0"/>
                </a:lnTo>
                <a:lnTo>
                  <a:pt x="0" y="44196"/>
                </a:lnTo>
                <a:lnTo>
                  <a:pt x="45720" y="44196"/>
                </a:lnTo>
                <a:lnTo>
                  <a:pt x="45720" y="0"/>
                </a:lnTo>
                <a:close/>
              </a:path>
            </a:pathLst>
          </a:custGeom>
          <a:solidFill>
            <a:srgbClr val="FFFFFF">
              <a:alpha val="1960"/>
            </a:srgbClr>
          </a:solidFill>
        </p:spPr>
        <p:txBody>
          <a:bodyPr wrap="square" lIns="0" tIns="0" rIns="0" bIns="0" rtlCol="0"/>
          <a:lstStyle/>
          <a:p>
            <a:endParaRPr/>
          </a:p>
        </p:txBody>
      </p:sp>
      <p:sp>
        <p:nvSpPr>
          <p:cNvPr id="115" name="object 115"/>
          <p:cNvSpPr/>
          <p:nvPr/>
        </p:nvSpPr>
        <p:spPr>
          <a:xfrm>
            <a:off x="7705344" y="3898391"/>
            <a:ext cx="79375" cy="79375"/>
          </a:xfrm>
          <a:custGeom>
            <a:avLst/>
            <a:gdLst/>
            <a:ahLst/>
            <a:cxnLst/>
            <a:rect l="l" t="t" r="r" b="b"/>
            <a:pathLst>
              <a:path w="79375" h="79375">
                <a:moveTo>
                  <a:pt x="79248" y="0"/>
                </a:moveTo>
                <a:lnTo>
                  <a:pt x="0" y="0"/>
                </a:lnTo>
                <a:lnTo>
                  <a:pt x="0" y="79248"/>
                </a:lnTo>
                <a:lnTo>
                  <a:pt x="79248" y="79248"/>
                </a:lnTo>
                <a:lnTo>
                  <a:pt x="79248" y="0"/>
                </a:lnTo>
                <a:close/>
              </a:path>
            </a:pathLst>
          </a:custGeom>
          <a:solidFill>
            <a:srgbClr val="FFFFFF">
              <a:alpha val="1960"/>
            </a:srgbClr>
          </a:solidFill>
        </p:spPr>
        <p:txBody>
          <a:bodyPr wrap="square" lIns="0" tIns="0" rIns="0" bIns="0" rtlCol="0"/>
          <a:lstStyle/>
          <a:p>
            <a:endParaRPr/>
          </a:p>
        </p:txBody>
      </p:sp>
      <p:sp>
        <p:nvSpPr>
          <p:cNvPr id="116" name="object 116"/>
          <p:cNvSpPr/>
          <p:nvPr/>
        </p:nvSpPr>
        <p:spPr>
          <a:xfrm>
            <a:off x="7499604" y="2468879"/>
            <a:ext cx="81280" cy="81280"/>
          </a:xfrm>
          <a:custGeom>
            <a:avLst/>
            <a:gdLst/>
            <a:ahLst/>
            <a:cxnLst/>
            <a:rect l="l" t="t" r="r" b="b"/>
            <a:pathLst>
              <a:path w="81279" h="81280">
                <a:moveTo>
                  <a:pt x="80772" y="0"/>
                </a:moveTo>
                <a:lnTo>
                  <a:pt x="0" y="0"/>
                </a:lnTo>
                <a:lnTo>
                  <a:pt x="0" y="80772"/>
                </a:lnTo>
                <a:lnTo>
                  <a:pt x="80772" y="80772"/>
                </a:lnTo>
                <a:lnTo>
                  <a:pt x="80772" y="0"/>
                </a:lnTo>
                <a:close/>
              </a:path>
            </a:pathLst>
          </a:custGeom>
          <a:solidFill>
            <a:srgbClr val="FFFFFF">
              <a:alpha val="1960"/>
            </a:srgbClr>
          </a:solidFill>
        </p:spPr>
        <p:txBody>
          <a:bodyPr wrap="square" lIns="0" tIns="0" rIns="0" bIns="0" rtlCol="0"/>
          <a:lstStyle/>
          <a:p>
            <a:endParaRPr/>
          </a:p>
        </p:txBody>
      </p:sp>
      <p:sp>
        <p:nvSpPr>
          <p:cNvPr id="117" name="object 117"/>
          <p:cNvSpPr/>
          <p:nvPr/>
        </p:nvSpPr>
        <p:spPr>
          <a:xfrm>
            <a:off x="6283452" y="3564635"/>
            <a:ext cx="50800" cy="47625"/>
          </a:xfrm>
          <a:custGeom>
            <a:avLst/>
            <a:gdLst/>
            <a:ahLst/>
            <a:cxnLst/>
            <a:rect l="l" t="t" r="r" b="b"/>
            <a:pathLst>
              <a:path w="50800" h="47625">
                <a:moveTo>
                  <a:pt x="50279" y="0"/>
                </a:moveTo>
                <a:lnTo>
                  <a:pt x="0" y="0"/>
                </a:lnTo>
                <a:lnTo>
                  <a:pt x="0" y="47244"/>
                </a:lnTo>
                <a:lnTo>
                  <a:pt x="50279" y="47244"/>
                </a:lnTo>
                <a:lnTo>
                  <a:pt x="50279" y="0"/>
                </a:lnTo>
                <a:close/>
              </a:path>
            </a:pathLst>
          </a:custGeom>
          <a:solidFill>
            <a:srgbClr val="FFFFFF">
              <a:alpha val="1960"/>
            </a:srgbClr>
          </a:solidFill>
        </p:spPr>
        <p:txBody>
          <a:bodyPr wrap="square" lIns="0" tIns="0" rIns="0" bIns="0" rtlCol="0"/>
          <a:lstStyle/>
          <a:p>
            <a:endParaRPr/>
          </a:p>
        </p:txBody>
      </p:sp>
      <p:sp>
        <p:nvSpPr>
          <p:cNvPr id="118" name="object 118"/>
          <p:cNvSpPr/>
          <p:nvPr/>
        </p:nvSpPr>
        <p:spPr>
          <a:xfrm>
            <a:off x="5321808" y="2346959"/>
            <a:ext cx="59690" cy="64135"/>
          </a:xfrm>
          <a:custGeom>
            <a:avLst/>
            <a:gdLst/>
            <a:ahLst/>
            <a:cxnLst/>
            <a:rect l="l" t="t" r="r" b="b"/>
            <a:pathLst>
              <a:path w="59689" h="64135">
                <a:moveTo>
                  <a:pt x="59436" y="0"/>
                </a:moveTo>
                <a:lnTo>
                  <a:pt x="0" y="0"/>
                </a:lnTo>
                <a:lnTo>
                  <a:pt x="0" y="64008"/>
                </a:lnTo>
                <a:lnTo>
                  <a:pt x="59436" y="64008"/>
                </a:lnTo>
                <a:lnTo>
                  <a:pt x="59436" y="0"/>
                </a:lnTo>
                <a:close/>
              </a:path>
            </a:pathLst>
          </a:custGeom>
          <a:solidFill>
            <a:srgbClr val="FFFFFF">
              <a:alpha val="1960"/>
            </a:srgbClr>
          </a:solidFill>
        </p:spPr>
        <p:txBody>
          <a:bodyPr wrap="square" lIns="0" tIns="0" rIns="0" bIns="0" rtlCol="0"/>
          <a:lstStyle/>
          <a:p>
            <a:endParaRPr/>
          </a:p>
        </p:txBody>
      </p:sp>
      <p:sp>
        <p:nvSpPr>
          <p:cNvPr id="119" name="object 119"/>
          <p:cNvSpPr/>
          <p:nvPr/>
        </p:nvSpPr>
        <p:spPr>
          <a:xfrm>
            <a:off x="5282184" y="3864863"/>
            <a:ext cx="113030" cy="113030"/>
          </a:xfrm>
          <a:custGeom>
            <a:avLst/>
            <a:gdLst/>
            <a:ahLst/>
            <a:cxnLst/>
            <a:rect l="l" t="t" r="r" b="b"/>
            <a:pathLst>
              <a:path w="113029" h="113029">
                <a:moveTo>
                  <a:pt x="112776" y="0"/>
                </a:moveTo>
                <a:lnTo>
                  <a:pt x="0" y="0"/>
                </a:lnTo>
                <a:lnTo>
                  <a:pt x="0" y="112776"/>
                </a:lnTo>
                <a:lnTo>
                  <a:pt x="112776" y="112776"/>
                </a:lnTo>
                <a:lnTo>
                  <a:pt x="112776" y="0"/>
                </a:lnTo>
                <a:close/>
              </a:path>
            </a:pathLst>
          </a:custGeom>
          <a:solidFill>
            <a:srgbClr val="FFFFFF">
              <a:alpha val="1960"/>
            </a:srgbClr>
          </a:solidFill>
        </p:spPr>
        <p:txBody>
          <a:bodyPr wrap="square" lIns="0" tIns="0" rIns="0" bIns="0" rtlCol="0"/>
          <a:lstStyle/>
          <a:p>
            <a:endParaRPr/>
          </a:p>
        </p:txBody>
      </p:sp>
      <p:sp>
        <p:nvSpPr>
          <p:cNvPr id="120" name="object 120"/>
          <p:cNvSpPr/>
          <p:nvPr/>
        </p:nvSpPr>
        <p:spPr>
          <a:xfrm>
            <a:off x="4407408" y="4696967"/>
            <a:ext cx="143510" cy="144780"/>
          </a:xfrm>
          <a:custGeom>
            <a:avLst/>
            <a:gdLst/>
            <a:ahLst/>
            <a:cxnLst/>
            <a:rect l="l" t="t" r="r" b="b"/>
            <a:pathLst>
              <a:path w="143510" h="144779">
                <a:moveTo>
                  <a:pt x="143256" y="0"/>
                </a:moveTo>
                <a:lnTo>
                  <a:pt x="0" y="0"/>
                </a:lnTo>
                <a:lnTo>
                  <a:pt x="0" y="144780"/>
                </a:lnTo>
                <a:lnTo>
                  <a:pt x="143256" y="144780"/>
                </a:lnTo>
                <a:lnTo>
                  <a:pt x="143256" y="0"/>
                </a:lnTo>
                <a:close/>
              </a:path>
            </a:pathLst>
          </a:custGeom>
          <a:solidFill>
            <a:srgbClr val="FFFFFF">
              <a:alpha val="1960"/>
            </a:srgbClr>
          </a:solidFill>
        </p:spPr>
        <p:txBody>
          <a:bodyPr wrap="square" lIns="0" tIns="0" rIns="0" bIns="0" rtlCol="0"/>
          <a:lstStyle/>
          <a:p>
            <a:endParaRPr/>
          </a:p>
        </p:txBody>
      </p:sp>
      <p:sp>
        <p:nvSpPr>
          <p:cNvPr id="121" name="object 121"/>
          <p:cNvSpPr/>
          <p:nvPr/>
        </p:nvSpPr>
        <p:spPr>
          <a:xfrm>
            <a:off x="3212592" y="2912363"/>
            <a:ext cx="41275" cy="45720"/>
          </a:xfrm>
          <a:custGeom>
            <a:avLst/>
            <a:gdLst/>
            <a:ahLst/>
            <a:cxnLst/>
            <a:rect l="l" t="t" r="r" b="b"/>
            <a:pathLst>
              <a:path w="41275" h="45719">
                <a:moveTo>
                  <a:pt x="41148" y="0"/>
                </a:moveTo>
                <a:lnTo>
                  <a:pt x="0" y="0"/>
                </a:lnTo>
                <a:lnTo>
                  <a:pt x="0" y="45720"/>
                </a:lnTo>
                <a:lnTo>
                  <a:pt x="41148" y="45720"/>
                </a:lnTo>
                <a:lnTo>
                  <a:pt x="41148" y="0"/>
                </a:lnTo>
                <a:close/>
              </a:path>
            </a:pathLst>
          </a:custGeom>
          <a:solidFill>
            <a:srgbClr val="FFFFFF">
              <a:alpha val="1960"/>
            </a:srgbClr>
          </a:solidFill>
        </p:spPr>
        <p:txBody>
          <a:bodyPr wrap="square" lIns="0" tIns="0" rIns="0" bIns="0" rtlCol="0"/>
          <a:lstStyle/>
          <a:p>
            <a:endParaRPr/>
          </a:p>
        </p:txBody>
      </p:sp>
      <p:sp>
        <p:nvSpPr>
          <p:cNvPr id="122" name="object 122"/>
          <p:cNvSpPr/>
          <p:nvPr/>
        </p:nvSpPr>
        <p:spPr>
          <a:xfrm>
            <a:off x="2365248" y="4040123"/>
            <a:ext cx="33655" cy="32384"/>
          </a:xfrm>
          <a:custGeom>
            <a:avLst/>
            <a:gdLst/>
            <a:ahLst/>
            <a:cxnLst/>
            <a:rect l="l" t="t" r="r" b="b"/>
            <a:pathLst>
              <a:path w="33655" h="32385">
                <a:moveTo>
                  <a:pt x="33528" y="0"/>
                </a:moveTo>
                <a:lnTo>
                  <a:pt x="0" y="0"/>
                </a:lnTo>
                <a:lnTo>
                  <a:pt x="0" y="32004"/>
                </a:lnTo>
                <a:lnTo>
                  <a:pt x="33528" y="32004"/>
                </a:lnTo>
                <a:lnTo>
                  <a:pt x="33528" y="0"/>
                </a:lnTo>
                <a:close/>
              </a:path>
            </a:pathLst>
          </a:custGeom>
          <a:solidFill>
            <a:srgbClr val="FFFFFF">
              <a:alpha val="1960"/>
            </a:srgbClr>
          </a:solidFill>
        </p:spPr>
        <p:txBody>
          <a:bodyPr wrap="square" lIns="0" tIns="0" rIns="0" bIns="0" rtlCol="0"/>
          <a:lstStyle/>
          <a:p>
            <a:endParaRPr/>
          </a:p>
        </p:txBody>
      </p:sp>
      <p:sp>
        <p:nvSpPr>
          <p:cNvPr id="123" name="object 123"/>
          <p:cNvSpPr/>
          <p:nvPr/>
        </p:nvSpPr>
        <p:spPr>
          <a:xfrm>
            <a:off x="1653527" y="4783835"/>
            <a:ext cx="109855" cy="108585"/>
          </a:xfrm>
          <a:custGeom>
            <a:avLst/>
            <a:gdLst/>
            <a:ahLst/>
            <a:cxnLst/>
            <a:rect l="l" t="t" r="r" b="b"/>
            <a:pathLst>
              <a:path w="109855" h="108585">
                <a:moveTo>
                  <a:pt x="109728" y="0"/>
                </a:moveTo>
                <a:lnTo>
                  <a:pt x="0" y="0"/>
                </a:lnTo>
                <a:lnTo>
                  <a:pt x="0" y="108204"/>
                </a:lnTo>
                <a:lnTo>
                  <a:pt x="109728" y="108204"/>
                </a:lnTo>
                <a:lnTo>
                  <a:pt x="109728" y="0"/>
                </a:lnTo>
                <a:close/>
              </a:path>
            </a:pathLst>
          </a:custGeom>
          <a:solidFill>
            <a:srgbClr val="FFFFFF">
              <a:alpha val="1960"/>
            </a:srgbClr>
          </a:solidFill>
        </p:spPr>
        <p:txBody>
          <a:bodyPr wrap="square" lIns="0" tIns="0" rIns="0" bIns="0" rtlCol="0"/>
          <a:lstStyle/>
          <a:p>
            <a:endParaRPr/>
          </a:p>
        </p:txBody>
      </p:sp>
      <p:sp>
        <p:nvSpPr>
          <p:cNvPr id="124" name="object 124"/>
          <p:cNvSpPr/>
          <p:nvPr/>
        </p:nvSpPr>
        <p:spPr>
          <a:xfrm>
            <a:off x="2694432" y="774204"/>
            <a:ext cx="71755" cy="68580"/>
          </a:xfrm>
          <a:custGeom>
            <a:avLst/>
            <a:gdLst/>
            <a:ahLst/>
            <a:cxnLst/>
            <a:rect l="l" t="t" r="r" b="b"/>
            <a:pathLst>
              <a:path w="71755" h="68580">
                <a:moveTo>
                  <a:pt x="71615" y="0"/>
                </a:moveTo>
                <a:lnTo>
                  <a:pt x="0" y="0"/>
                </a:lnTo>
                <a:lnTo>
                  <a:pt x="0" y="68567"/>
                </a:lnTo>
                <a:lnTo>
                  <a:pt x="71615" y="68567"/>
                </a:lnTo>
                <a:lnTo>
                  <a:pt x="71615" y="0"/>
                </a:lnTo>
                <a:close/>
              </a:path>
            </a:pathLst>
          </a:custGeom>
          <a:solidFill>
            <a:srgbClr val="FFFFFF">
              <a:alpha val="1960"/>
            </a:srgbClr>
          </a:solidFill>
        </p:spPr>
        <p:txBody>
          <a:bodyPr wrap="square" lIns="0" tIns="0" rIns="0" bIns="0" rtlCol="0"/>
          <a:lstStyle/>
          <a:p>
            <a:endParaRPr/>
          </a:p>
        </p:txBody>
      </p:sp>
      <p:sp>
        <p:nvSpPr>
          <p:cNvPr id="125" name="object 125"/>
          <p:cNvSpPr/>
          <p:nvPr/>
        </p:nvSpPr>
        <p:spPr>
          <a:xfrm>
            <a:off x="1741932" y="617219"/>
            <a:ext cx="71755" cy="71755"/>
          </a:xfrm>
          <a:custGeom>
            <a:avLst/>
            <a:gdLst/>
            <a:ahLst/>
            <a:cxnLst/>
            <a:rect l="l" t="t" r="r" b="b"/>
            <a:pathLst>
              <a:path w="71755" h="71754">
                <a:moveTo>
                  <a:pt x="71615" y="0"/>
                </a:moveTo>
                <a:lnTo>
                  <a:pt x="0" y="0"/>
                </a:lnTo>
                <a:lnTo>
                  <a:pt x="0" y="71628"/>
                </a:lnTo>
                <a:lnTo>
                  <a:pt x="71615" y="71628"/>
                </a:lnTo>
                <a:lnTo>
                  <a:pt x="71615" y="0"/>
                </a:lnTo>
                <a:close/>
              </a:path>
            </a:pathLst>
          </a:custGeom>
          <a:solidFill>
            <a:srgbClr val="FFFFFF">
              <a:alpha val="1960"/>
            </a:srgbClr>
          </a:solidFill>
        </p:spPr>
        <p:txBody>
          <a:bodyPr wrap="square" lIns="0" tIns="0" rIns="0" bIns="0" rtlCol="0"/>
          <a:lstStyle/>
          <a:p>
            <a:endParaRPr/>
          </a:p>
        </p:txBody>
      </p:sp>
      <p:sp>
        <p:nvSpPr>
          <p:cNvPr id="126" name="object 126"/>
          <p:cNvSpPr/>
          <p:nvPr/>
        </p:nvSpPr>
        <p:spPr>
          <a:xfrm>
            <a:off x="1380744" y="1857755"/>
            <a:ext cx="44450" cy="41275"/>
          </a:xfrm>
          <a:custGeom>
            <a:avLst/>
            <a:gdLst/>
            <a:ahLst/>
            <a:cxnLst/>
            <a:rect l="l" t="t" r="r" b="b"/>
            <a:pathLst>
              <a:path w="44450" h="41275">
                <a:moveTo>
                  <a:pt x="44196" y="0"/>
                </a:moveTo>
                <a:lnTo>
                  <a:pt x="0" y="0"/>
                </a:lnTo>
                <a:lnTo>
                  <a:pt x="0" y="41148"/>
                </a:lnTo>
                <a:lnTo>
                  <a:pt x="44196" y="41148"/>
                </a:lnTo>
                <a:lnTo>
                  <a:pt x="44196" y="0"/>
                </a:lnTo>
                <a:close/>
              </a:path>
            </a:pathLst>
          </a:custGeom>
          <a:solidFill>
            <a:srgbClr val="FFFFFF">
              <a:alpha val="1960"/>
            </a:srgbClr>
          </a:solidFill>
        </p:spPr>
        <p:txBody>
          <a:bodyPr wrap="square" lIns="0" tIns="0" rIns="0" bIns="0" rtlCol="0"/>
          <a:lstStyle/>
          <a:p>
            <a:endParaRPr/>
          </a:p>
        </p:txBody>
      </p:sp>
      <p:sp>
        <p:nvSpPr>
          <p:cNvPr id="127" name="object 127"/>
          <p:cNvSpPr/>
          <p:nvPr/>
        </p:nvSpPr>
        <p:spPr>
          <a:xfrm>
            <a:off x="2346960" y="3250691"/>
            <a:ext cx="102235" cy="104139"/>
          </a:xfrm>
          <a:custGeom>
            <a:avLst/>
            <a:gdLst/>
            <a:ahLst/>
            <a:cxnLst/>
            <a:rect l="l" t="t" r="r" b="b"/>
            <a:pathLst>
              <a:path w="102235" h="104139">
                <a:moveTo>
                  <a:pt x="102108" y="0"/>
                </a:moveTo>
                <a:lnTo>
                  <a:pt x="0" y="0"/>
                </a:lnTo>
                <a:lnTo>
                  <a:pt x="0" y="103632"/>
                </a:lnTo>
                <a:lnTo>
                  <a:pt x="102108" y="103632"/>
                </a:lnTo>
                <a:lnTo>
                  <a:pt x="102108" y="0"/>
                </a:lnTo>
                <a:close/>
              </a:path>
            </a:pathLst>
          </a:custGeom>
          <a:solidFill>
            <a:srgbClr val="FFFFFF">
              <a:alpha val="1960"/>
            </a:srgbClr>
          </a:solidFill>
        </p:spPr>
        <p:txBody>
          <a:bodyPr wrap="square" lIns="0" tIns="0" rIns="0" bIns="0" rtlCol="0"/>
          <a:lstStyle/>
          <a:p>
            <a:endParaRPr/>
          </a:p>
        </p:txBody>
      </p:sp>
      <p:sp>
        <p:nvSpPr>
          <p:cNvPr id="128" name="object 128"/>
          <p:cNvSpPr/>
          <p:nvPr/>
        </p:nvSpPr>
        <p:spPr>
          <a:xfrm>
            <a:off x="3968496" y="4165091"/>
            <a:ext cx="53340" cy="52069"/>
          </a:xfrm>
          <a:custGeom>
            <a:avLst/>
            <a:gdLst/>
            <a:ahLst/>
            <a:cxnLst/>
            <a:rect l="l" t="t" r="r" b="b"/>
            <a:pathLst>
              <a:path w="53339" h="52070">
                <a:moveTo>
                  <a:pt x="53340" y="0"/>
                </a:moveTo>
                <a:lnTo>
                  <a:pt x="0" y="0"/>
                </a:lnTo>
                <a:lnTo>
                  <a:pt x="0" y="51816"/>
                </a:lnTo>
                <a:lnTo>
                  <a:pt x="53340" y="51816"/>
                </a:lnTo>
                <a:lnTo>
                  <a:pt x="53340" y="0"/>
                </a:lnTo>
                <a:close/>
              </a:path>
            </a:pathLst>
          </a:custGeom>
          <a:solidFill>
            <a:srgbClr val="FFFFFF">
              <a:alpha val="1960"/>
            </a:srgbClr>
          </a:solidFill>
        </p:spPr>
        <p:txBody>
          <a:bodyPr wrap="square" lIns="0" tIns="0" rIns="0" bIns="0" rtlCol="0"/>
          <a:lstStyle/>
          <a:p>
            <a:endParaRPr/>
          </a:p>
        </p:txBody>
      </p:sp>
      <p:sp>
        <p:nvSpPr>
          <p:cNvPr id="129" name="object 129"/>
          <p:cNvSpPr/>
          <p:nvPr/>
        </p:nvSpPr>
        <p:spPr>
          <a:xfrm>
            <a:off x="6393180" y="4657344"/>
            <a:ext cx="85725" cy="83820"/>
          </a:xfrm>
          <a:custGeom>
            <a:avLst/>
            <a:gdLst/>
            <a:ahLst/>
            <a:cxnLst/>
            <a:rect l="l" t="t" r="r" b="b"/>
            <a:pathLst>
              <a:path w="85725" h="83820">
                <a:moveTo>
                  <a:pt x="85344" y="0"/>
                </a:moveTo>
                <a:lnTo>
                  <a:pt x="0" y="0"/>
                </a:lnTo>
                <a:lnTo>
                  <a:pt x="0" y="83820"/>
                </a:lnTo>
                <a:lnTo>
                  <a:pt x="85344" y="83820"/>
                </a:lnTo>
                <a:lnTo>
                  <a:pt x="85344" y="0"/>
                </a:lnTo>
                <a:close/>
              </a:path>
            </a:pathLst>
          </a:custGeom>
          <a:solidFill>
            <a:srgbClr val="FFFFFF">
              <a:alpha val="1960"/>
            </a:srgbClr>
          </a:solidFill>
        </p:spPr>
        <p:txBody>
          <a:bodyPr wrap="square" lIns="0" tIns="0" rIns="0" bIns="0" rtlCol="0"/>
          <a:lstStyle/>
          <a:p>
            <a:endParaRPr/>
          </a:p>
        </p:txBody>
      </p:sp>
      <p:sp>
        <p:nvSpPr>
          <p:cNvPr id="130" name="object 130"/>
          <p:cNvSpPr/>
          <p:nvPr/>
        </p:nvSpPr>
        <p:spPr>
          <a:xfrm>
            <a:off x="8695944" y="5779008"/>
            <a:ext cx="88900" cy="86995"/>
          </a:xfrm>
          <a:custGeom>
            <a:avLst/>
            <a:gdLst/>
            <a:ahLst/>
            <a:cxnLst/>
            <a:rect l="l" t="t" r="r" b="b"/>
            <a:pathLst>
              <a:path w="88900" h="86995">
                <a:moveTo>
                  <a:pt x="88392" y="0"/>
                </a:moveTo>
                <a:lnTo>
                  <a:pt x="0" y="0"/>
                </a:lnTo>
                <a:lnTo>
                  <a:pt x="0" y="86868"/>
                </a:lnTo>
                <a:lnTo>
                  <a:pt x="88392" y="86868"/>
                </a:lnTo>
                <a:lnTo>
                  <a:pt x="88392" y="0"/>
                </a:lnTo>
                <a:close/>
              </a:path>
            </a:pathLst>
          </a:custGeom>
          <a:solidFill>
            <a:srgbClr val="FFFFFF">
              <a:alpha val="1960"/>
            </a:srgbClr>
          </a:solidFill>
        </p:spPr>
        <p:txBody>
          <a:bodyPr wrap="square" lIns="0" tIns="0" rIns="0" bIns="0" rtlCol="0"/>
          <a:lstStyle/>
          <a:p>
            <a:endParaRPr/>
          </a:p>
        </p:txBody>
      </p:sp>
      <p:sp>
        <p:nvSpPr>
          <p:cNvPr id="131" name="object 131"/>
          <p:cNvSpPr/>
          <p:nvPr/>
        </p:nvSpPr>
        <p:spPr>
          <a:xfrm>
            <a:off x="8397240" y="263651"/>
            <a:ext cx="205740" cy="205740"/>
          </a:xfrm>
          <a:custGeom>
            <a:avLst/>
            <a:gdLst/>
            <a:ahLst/>
            <a:cxnLst/>
            <a:rect l="l" t="t" r="r" b="b"/>
            <a:pathLst>
              <a:path w="205740" h="205740">
                <a:moveTo>
                  <a:pt x="205740" y="0"/>
                </a:moveTo>
                <a:lnTo>
                  <a:pt x="0" y="0"/>
                </a:lnTo>
                <a:lnTo>
                  <a:pt x="0" y="205740"/>
                </a:lnTo>
                <a:lnTo>
                  <a:pt x="205740" y="205740"/>
                </a:lnTo>
                <a:lnTo>
                  <a:pt x="205740" y="0"/>
                </a:lnTo>
                <a:close/>
              </a:path>
            </a:pathLst>
          </a:custGeom>
          <a:solidFill>
            <a:srgbClr val="FFFFFF">
              <a:alpha val="1960"/>
            </a:srgbClr>
          </a:solidFill>
        </p:spPr>
        <p:txBody>
          <a:bodyPr wrap="square" lIns="0" tIns="0" rIns="0" bIns="0" rtlCol="0"/>
          <a:lstStyle/>
          <a:p>
            <a:endParaRPr/>
          </a:p>
        </p:txBody>
      </p:sp>
      <p:sp>
        <p:nvSpPr>
          <p:cNvPr id="132" name="object 132"/>
          <p:cNvSpPr/>
          <p:nvPr/>
        </p:nvSpPr>
        <p:spPr>
          <a:xfrm>
            <a:off x="8564880" y="758951"/>
            <a:ext cx="81280" cy="29209"/>
          </a:xfrm>
          <a:custGeom>
            <a:avLst/>
            <a:gdLst/>
            <a:ahLst/>
            <a:cxnLst/>
            <a:rect l="l" t="t" r="r" b="b"/>
            <a:pathLst>
              <a:path w="81279" h="29209">
                <a:moveTo>
                  <a:pt x="80772" y="0"/>
                </a:moveTo>
                <a:lnTo>
                  <a:pt x="0" y="0"/>
                </a:lnTo>
                <a:lnTo>
                  <a:pt x="0" y="28956"/>
                </a:lnTo>
                <a:lnTo>
                  <a:pt x="21246" y="24068"/>
                </a:lnTo>
                <a:lnTo>
                  <a:pt x="41576" y="18907"/>
                </a:lnTo>
                <a:lnTo>
                  <a:pt x="61311" y="13150"/>
                </a:lnTo>
                <a:lnTo>
                  <a:pt x="80772" y="6476"/>
                </a:lnTo>
                <a:lnTo>
                  <a:pt x="80772" y="0"/>
                </a:lnTo>
                <a:close/>
              </a:path>
            </a:pathLst>
          </a:custGeom>
          <a:solidFill>
            <a:srgbClr val="FFFFFF">
              <a:alpha val="1960"/>
            </a:srgbClr>
          </a:solidFill>
        </p:spPr>
        <p:txBody>
          <a:bodyPr wrap="square" lIns="0" tIns="0" rIns="0" bIns="0" rtlCol="0"/>
          <a:lstStyle/>
          <a:p>
            <a:endParaRPr/>
          </a:p>
        </p:txBody>
      </p:sp>
      <p:sp>
        <p:nvSpPr>
          <p:cNvPr id="133" name="object 133"/>
          <p:cNvSpPr/>
          <p:nvPr/>
        </p:nvSpPr>
        <p:spPr>
          <a:xfrm>
            <a:off x="10232136" y="2401823"/>
            <a:ext cx="190500" cy="189230"/>
          </a:xfrm>
          <a:custGeom>
            <a:avLst/>
            <a:gdLst/>
            <a:ahLst/>
            <a:cxnLst/>
            <a:rect l="l" t="t" r="r" b="b"/>
            <a:pathLst>
              <a:path w="190500" h="189230">
                <a:moveTo>
                  <a:pt x="190500" y="0"/>
                </a:moveTo>
                <a:lnTo>
                  <a:pt x="0" y="0"/>
                </a:lnTo>
                <a:lnTo>
                  <a:pt x="0" y="188976"/>
                </a:lnTo>
                <a:lnTo>
                  <a:pt x="190500" y="188976"/>
                </a:lnTo>
                <a:lnTo>
                  <a:pt x="190500" y="0"/>
                </a:lnTo>
                <a:close/>
              </a:path>
            </a:pathLst>
          </a:custGeom>
          <a:solidFill>
            <a:srgbClr val="FFFFFF">
              <a:alpha val="1960"/>
            </a:srgbClr>
          </a:solidFill>
        </p:spPr>
        <p:txBody>
          <a:bodyPr wrap="square" lIns="0" tIns="0" rIns="0" bIns="0" rtlCol="0"/>
          <a:lstStyle/>
          <a:p>
            <a:endParaRPr/>
          </a:p>
        </p:txBody>
      </p:sp>
      <p:sp>
        <p:nvSpPr>
          <p:cNvPr id="134" name="object 134"/>
          <p:cNvSpPr/>
          <p:nvPr/>
        </p:nvSpPr>
        <p:spPr>
          <a:xfrm>
            <a:off x="10247376" y="2148839"/>
            <a:ext cx="158750" cy="160020"/>
          </a:xfrm>
          <a:custGeom>
            <a:avLst/>
            <a:gdLst/>
            <a:ahLst/>
            <a:cxnLst/>
            <a:rect l="l" t="t" r="r" b="b"/>
            <a:pathLst>
              <a:path w="158750" h="160019">
                <a:moveTo>
                  <a:pt x="158496" y="0"/>
                </a:moveTo>
                <a:lnTo>
                  <a:pt x="0" y="0"/>
                </a:lnTo>
                <a:lnTo>
                  <a:pt x="0" y="160020"/>
                </a:lnTo>
                <a:lnTo>
                  <a:pt x="158496" y="160020"/>
                </a:lnTo>
                <a:lnTo>
                  <a:pt x="158496" y="0"/>
                </a:lnTo>
                <a:close/>
              </a:path>
            </a:pathLst>
          </a:custGeom>
          <a:solidFill>
            <a:srgbClr val="FFFFFF">
              <a:alpha val="1960"/>
            </a:srgbClr>
          </a:solidFill>
        </p:spPr>
        <p:txBody>
          <a:bodyPr wrap="square" lIns="0" tIns="0" rIns="0" bIns="0" rtlCol="0"/>
          <a:lstStyle/>
          <a:p>
            <a:endParaRPr/>
          </a:p>
        </p:txBody>
      </p:sp>
      <p:sp>
        <p:nvSpPr>
          <p:cNvPr id="135" name="object 135"/>
          <p:cNvSpPr/>
          <p:nvPr/>
        </p:nvSpPr>
        <p:spPr>
          <a:xfrm>
            <a:off x="10212324" y="1196339"/>
            <a:ext cx="135890" cy="139065"/>
          </a:xfrm>
          <a:custGeom>
            <a:avLst/>
            <a:gdLst/>
            <a:ahLst/>
            <a:cxnLst/>
            <a:rect l="l" t="t" r="r" b="b"/>
            <a:pathLst>
              <a:path w="135890" h="139065">
                <a:moveTo>
                  <a:pt x="135636" y="0"/>
                </a:moveTo>
                <a:lnTo>
                  <a:pt x="0" y="0"/>
                </a:lnTo>
                <a:lnTo>
                  <a:pt x="0" y="138684"/>
                </a:lnTo>
                <a:lnTo>
                  <a:pt x="135636" y="138684"/>
                </a:lnTo>
                <a:lnTo>
                  <a:pt x="135636" y="0"/>
                </a:lnTo>
                <a:close/>
              </a:path>
            </a:pathLst>
          </a:custGeom>
          <a:solidFill>
            <a:srgbClr val="FFFFFF">
              <a:alpha val="1960"/>
            </a:srgbClr>
          </a:solidFill>
        </p:spPr>
        <p:txBody>
          <a:bodyPr wrap="square" lIns="0" tIns="0" rIns="0" bIns="0" rtlCol="0"/>
          <a:lstStyle/>
          <a:p>
            <a:endParaRPr/>
          </a:p>
        </p:txBody>
      </p:sp>
      <p:sp>
        <p:nvSpPr>
          <p:cNvPr id="136" name="object 136"/>
          <p:cNvSpPr/>
          <p:nvPr/>
        </p:nvSpPr>
        <p:spPr>
          <a:xfrm>
            <a:off x="2417064" y="1937003"/>
            <a:ext cx="190500" cy="190500"/>
          </a:xfrm>
          <a:custGeom>
            <a:avLst/>
            <a:gdLst/>
            <a:ahLst/>
            <a:cxnLst/>
            <a:rect l="l" t="t" r="r" b="b"/>
            <a:pathLst>
              <a:path w="190500" h="190500">
                <a:moveTo>
                  <a:pt x="190500" y="0"/>
                </a:moveTo>
                <a:lnTo>
                  <a:pt x="0" y="0"/>
                </a:lnTo>
                <a:lnTo>
                  <a:pt x="0" y="190500"/>
                </a:lnTo>
                <a:lnTo>
                  <a:pt x="190500" y="190500"/>
                </a:lnTo>
                <a:lnTo>
                  <a:pt x="190500" y="0"/>
                </a:lnTo>
                <a:close/>
              </a:path>
            </a:pathLst>
          </a:custGeom>
          <a:solidFill>
            <a:srgbClr val="FFFFFF">
              <a:alpha val="1960"/>
            </a:srgbClr>
          </a:solidFill>
        </p:spPr>
        <p:txBody>
          <a:bodyPr wrap="square" lIns="0" tIns="0" rIns="0" bIns="0" rtlCol="0"/>
          <a:lstStyle/>
          <a:p>
            <a:endParaRPr/>
          </a:p>
        </p:txBody>
      </p:sp>
      <p:sp>
        <p:nvSpPr>
          <p:cNvPr id="137" name="object 137"/>
          <p:cNvSpPr/>
          <p:nvPr/>
        </p:nvSpPr>
        <p:spPr>
          <a:xfrm>
            <a:off x="2433827" y="1744979"/>
            <a:ext cx="157480" cy="99060"/>
          </a:xfrm>
          <a:custGeom>
            <a:avLst/>
            <a:gdLst/>
            <a:ahLst/>
            <a:cxnLst/>
            <a:rect l="l" t="t" r="r" b="b"/>
            <a:pathLst>
              <a:path w="157480" h="99060">
                <a:moveTo>
                  <a:pt x="73660" y="0"/>
                </a:moveTo>
                <a:lnTo>
                  <a:pt x="54935" y="595"/>
                </a:lnTo>
                <a:lnTo>
                  <a:pt x="36830" y="2381"/>
                </a:lnTo>
                <a:lnTo>
                  <a:pt x="18724" y="5357"/>
                </a:lnTo>
                <a:lnTo>
                  <a:pt x="0" y="9525"/>
                </a:lnTo>
                <a:lnTo>
                  <a:pt x="0" y="99060"/>
                </a:lnTo>
                <a:lnTo>
                  <a:pt x="156972" y="99060"/>
                </a:lnTo>
                <a:lnTo>
                  <a:pt x="156972" y="12827"/>
                </a:lnTo>
                <a:lnTo>
                  <a:pt x="137185" y="6750"/>
                </a:lnTo>
                <a:lnTo>
                  <a:pt x="116506" y="2793"/>
                </a:lnTo>
                <a:lnTo>
                  <a:pt x="95232" y="646"/>
                </a:lnTo>
                <a:lnTo>
                  <a:pt x="73660" y="0"/>
                </a:lnTo>
                <a:close/>
              </a:path>
            </a:pathLst>
          </a:custGeom>
          <a:solidFill>
            <a:srgbClr val="FFFFFF">
              <a:alpha val="1960"/>
            </a:srgbClr>
          </a:solidFill>
        </p:spPr>
        <p:txBody>
          <a:bodyPr wrap="square" lIns="0" tIns="0" rIns="0" bIns="0" rtlCol="0"/>
          <a:lstStyle/>
          <a:p>
            <a:endParaRPr/>
          </a:p>
        </p:txBody>
      </p:sp>
      <p:sp>
        <p:nvSpPr>
          <p:cNvPr id="138" name="object 138"/>
          <p:cNvSpPr/>
          <p:nvPr/>
        </p:nvSpPr>
        <p:spPr>
          <a:xfrm>
            <a:off x="7071360" y="1470659"/>
            <a:ext cx="152400" cy="152400"/>
          </a:xfrm>
          <a:custGeom>
            <a:avLst/>
            <a:gdLst/>
            <a:ahLst/>
            <a:cxnLst/>
            <a:rect l="l" t="t" r="r" b="b"/>
            <a:pathLst>
              <a:path w="152400" h="152400">
                <a:moveTo>
                  <a:pt x="152400" y="0"/>
                </a:moveTo>
                <a:lnTo>
                  <a:pt x="0" y="0"/>
                </a:lnTo>
                <a:lnTo>
                  <a:pt x="0" y="152400"/>
                </a:lnTo>
                <a:lnTo>
                  <a:pt x="152400" y="152400"/>
                </a:lnTo>
                <a:lnTo>
                  <a:pt x="152400" y="0"/>
                </a:lnTo>
                <a:close/>
              </a:path>
            </a:pathLst>
          </a:custGeom>
          <a:solidFill>
            <a:srgbClr val="FFFFFF">
              <a:alpha val="1960"/>
            </a:srgbClr>
          </a:solidFill>
        </p:spPr>
        <p:txBody>
          <a:bodyPr wrap="square" lIns="0" tIns="0" rIns="0" bIns="0" rtlCol="0"/>
          <a:lstStyle/>
          <a:p>
            <a:endParaRPr/>
          </a:p>
        </p:txBody>
      </p:sp>
      <p:sp>
        <p:nvSpPr>
          <p:cNvPr id="139" name="object 139"/>
          <p:cNvSpPr/>
          <p:nvPr/>
        </p:nvSpPr>
        <p:spPr>
          <a:xfrm>
            <a:off x="7571232" y="1460499"/>
            <a:ext cx="21590" cy="148590"/>
          </a:xfrm>
          <a:custGeom>
            <a:avLst/>
            <a:gdLst/>
            <a:ahLst/>
            <a:cxnLst/>
            <a:rect l="l" t="t" r="r" b="b"/>
            <a:pathLst>
              <a:path w="21590" h="148590">
                <a:moveTo>
                  <a:pt x="21336" y="80645"/>
                </a:moveTo>
                <a:lnTo>
                  <a:pt x="20802" y="63792"/>
                </a:lnTo>
                <a:lnTo>
                  <a:pt x="19431" y="46926"/>
                </a:lnTo>
                <a:lnTo>
                  <a:pt x="17475" y="30073"/>
                </a:lnTo>
                <a:lnTo>
                  <a:pt x="15240" y="13208"/>
                </a:lnTo>
                <a:lnTo>
                  <a:pt x="15240" y="12700"/>
                </a:lnTo>
                <a:lnTo>
                  <a:pt x="15240" y="2540"/>
                </a:lnTo>
                <a:lnTo>
                  <a:pt x="15240" y="0"/>
                </a:lnTo>
                <a:lnTo>
                  <a:pt x="0" y="0"/>
                </a:lnTo>
                <a:lnTo>
                  <a:pt x="0" y="2540"/>
                </a:lnTo>
                <a:lnTo>
                  <a:pt x="0" y="12700"/>
                </a:lnTo>
                <a:lnTo>
                  <a:pt x="0" y="148590"/>
                </a:lnTo>
                <a:lnTo>
                  <a:pt x="15240" y="148590"/>
                </a:lnTo>
                <a:lnTo>
                  <a:pt x="15240" y="135128"/>
                </a:lnTo>
                <a:lnTo>
                  <a:pt x="17475" y="122567"/>
                </a:lnTo>
                <a:lnTo>
                  <a:pt x="19431" y="109080"/>
                </a:lnTo>
                <a:lnTo>
                  <a:pt x="20802" y="95008"/>
                </a:lnTo>
                <a:lnTo>
                  <a:pt x="21336" y="80645"/>
                </a:lnTo>
                <a:close/>
              </a:path>
            </a:pathLst>
          </a:custGeom>
          <a:solidFill>
            <a:srgbClr val="FFFFFF">
              <a:alpha val="1960"/>
            </a:srgbClr>
          </a:solidFill>
        </p:spPr>
        <p:txBody>
          <a:bodyPr wrap="square" lIns="0" tIns="0" rIns="0" bIns="0" rtlCol="0"/>
          <a:lstStyle/>
          <a:p>
            <a:endParaRPr/>
          </a:p>
        </p:txBody>
      </p:sp>
      <p:sp>
        <p:nvSpPr>
          <p:cNvPr id="140" name="object 140"/>
          <p:cNvSpPr/>
          <p:nvPr/>
        </p:nvSpPr>
        <p:spPr>
          <a:xfrm>
            <a:off x="5059680" y="736599"/>
            <a:ext cx="106680" cy="109220"/>
          </a:xfrm>
          <a:custGeom>
            <a:avLst/>
            <a:gdLst/>
            <a:ahLst/>
            <a:cxnLst/>
            <a:rect l="l" t="t" r="r" b="b"/>
            <a:pathLst>
              <a:path w="106679" h="109219">
                <a:moveTo>
                  <a:pt x="106680" y="96520"/>
                </a:moveTo>
                <a:lnTo>
                  <a:pt x="100330" y="96520"/>
                </a:lnTo>
                <a:lnTo>
                  <a:pt x="92964" y="96520"/>
                </a:lnTo>
                <a:lnTo>
                  <a:pt x="92964" y="13208"/>
                </a:lnTo>
                <a:lnTo>
                  <a:pt x="12192" y="13208"/>
                </a:lnTo>
                <a:lnTo>
                  <a:pt x="12192" y="96520"/>
                </a:lnTo>
                <a:lnTo>
                  <a:pt x="0" y="96520"/>
                </a:lnTo>
                <a:lnTo>
                  <a:pt x="0" y="102870"/>
                </a:lnTo>
                <a:lnTo>
                  <a:pt x="0" y="109220"/>
                </a:lnTo>
                <a:lnTo>
                  <a:pt x="106680" y="109220"/>
                </a:lnTo>
                <a:lnTo>
                  <a:pt x="106680" y="102870"/>
                </a:lnTo>
                <a:lnTo>
                  <a:pt x="106680" y="96520"/>
                </a:lnTo>
                <a:close/>
              </a:path>
              <a:path w="106679" h="109219">
                <a:moveTo>
                  <a:pt x="106680" y="0"/>
                </a:moveTo>
                <a:lnTo>
                  <a:pt x="0" y="0"/>
                </a:lnTo>
                <a:lnTo>
                  <a:pt x="0" y="12700"/>
                </a:lnTo>
                <a:lnTo>
                  <a:pt x="106680" y="12700"/>
                </a:lnTo>
                <a:lnTo>
                  <a:pt x="106680" y="0"/>
                </a:lnTo>
                <a:close/>
              </a:path>
            </a:pathLst>
          </a:custGeom>
          <a:solidFill>
            <a:srgbClr val="FFFFFF">
              <a:alpha val="1960"/>
            </a:srgbClr>
          </a:solidFill>
        </p:spPr>
        <p:txBody>
          <a:bodyPr wrap="square" lIns="0" tIns="0" rIns="0" bIns="0" rtlCol="0"/>
          <a:lstStyle/>
          <a:p>
            <a:endParaRPr/>
          </a:p>
        </p:txBody>
      </p:sp>
      <p:sp>
        <p:nvSpPr>
          <p:cNvPr id="141" name="object 141"/>
          <p:cNvSpPr/>
          <p:nvPr/>
        </p:nvSpPr>
        <p:spPr>
          <a:xfrm>
            <a:off x="4442460" y="851915"/>
            <a:ext cx="83820" cy="85725"/>
          </a:xfrm>
          <a:custGeom>
            <a:avLst/>
            <a:gdLst/>
            <a:ahLst/>
            <a:cxnLst/>
            <a:rect l="l" t="t" r="r" b="b"/>
            <a:pathLst>
              <a:path w="83820" h="85725">
                <a:moveTo>
                  <a:pt x="83820" y="0"/>
                </a:moveTo>
                <a:lnTo>
                  <a:pt x="70866" y="0"/>
                </a:lnTo>
                <a:lnTo>
                  <a:pt x="70866" y="13081"/>
                </a:lnTo>
                <a:lnTo>
                  <a:pt x="70866" y="72263"/>
                </a:lnTo>
                <a:lnTo>
                  <a:pt x="12954" y="72263"/>
                </a:lnTo>
                <a:lnTo>
                  <a:pt x="12954" y="71628"/>
                </a:lnTo>
                <a:lnTo>
                  <a:pt x="70104" y="71628"/>
                </a:lnTo>
                <a:lnTo>
                  <a:pt x="70104" y="13716"/>
                </a:lnTo>
                <a:lnTo>
                  <a:pt x="12954" y="13716"/>
                </a:lnTo>
                <a:lnTo>
                  <a:pt x="12954" y="13081"/>
                </a:lnTo>
                <a:lnTo>
                  <a:pt x="70866" y="13081"/>
                </a:lnTo>
                <a:lnTo>
                  <a:pt x="70866" y="0"/>
                </a:lnTo>
                <a:lnTo>
                  <a:pt x="0" y="0"/>
                </a:lnTo>
                <a:lnTo>
                  <a:pt x="0" y="68961"/>
                </a:lnTo>
                <a:lnTo>
                  <a:pt x="3175" y="75438"/>
                </a:lnTo>
                <a:lnTo>
                  <a:pt x="6477" y="82042"/>
                </a:lnTo>
                <a:lnTo>
                  <a:pt x="9652" y="85344"/>
                </a:lnTo>
                <a:lnTo>
                  <a:pt x="83820" y="85344"/>
                </a:lnTo>
                <a:lnTo>
                  <a:pt x="83820" y="78740"/>
                </a:lnTo>
                <a:lnTo>
                  <a:pt x="83820" y="13081"/>
                </a:lnTo>
                <a:lnTo>
                  <a:pt x="83820" y="0"/>
                </a:lnTo>
                <a:close/>
              </a:path>
            </a:pathLst>
          </a:custGeom>
          <a:solidFill>
            <a:srgbClr val="FFFFFF">
              <a:alpha val="1960"/>
            </a:srgbClr>
          </a:solidFill>
        </p:spPr>
        <p:txBody>
          <a:bodyPr wrap="square" lIns="0" tIns="0" rIns="0" bIns="0" rtlCol="0"/>
          <a:lstStyle/>
          <a:p>
            <a:endParaRPr/>
          </a:p>
        </p:txBody>
      </p:sp>
      <p:sp>
        <p:nvSpPr>
          <p:cNvPr id="142" name="object 142"/>
          <p:cNvSpPr/>
          <p:nvPr/>
        </p:nvSpPr>
        <p:spPr>
          <a:xfrm>
            <a:off x="4721352" y="556259"/>
            <a:ext cx="190500" cy="190500"/>
          </a:xfrm>
          <a:custGeom>
            <a:avLst/>
            <a:gdLst/>
            <a:ahLst/>
            <a:cxnLst/>
            <a:rect l="l" t="t" r="r" b="b"/>
            <a:pathLst>
              <a:path w="190500" h="190500">
                <a:moveTo>
                  <a:pt x="190500" y="0"/>
                </a:moveTo>
                <a:lnTo>
                  <a:pt x="0" y="0"/>
                </a:lnTo>
                <a:lnTo>
                  <a:pt x="0" y="190500"/>
                </a:lnTo>
                <a:lnTo>
                  <a:pt x="190500" y="190500"/>
                </a:lnTo>
                <a:lnTo>
                  <a:pt x="190500" y="0"/>
                </a:lnTo>
                <a:close/>
              </a:path>
            </a:pathLst>
          </a:custGeom>
          <a:solidFill>
            <a:srgbClr val="FFFFFF">
              <a:alpha val="1960"/>
            </a:srgbClr>
          </a:solidFill>
        </p:spPr>
        <p:txBody>
          <a:bodyPr wrap="square" lIns="0" tIns="0" rIns="0" bIns="0" rtlCol="0"/>
          <a:lstStyle/>
          <a:p>
            <a:endParaRPr/>
          </a:p>
        </p:txBody>
      </p:sp>
      <p:sp>
        <p:nvSpPr>
          <p:cNvPr id="143" name="object 143"/>
          <p:cNvSpPr/>
          <p:nvPr/>
        </p:nvSpPr>
        <p:spPr>
          <a:xfrm>
            <a:off x="4738116" y="304799"/>
            <a:ext cx="158750" cy="158750"/>
          </a:xfrm>
          <a:custGeom>
            <a:avLst/>
            <a:gdLst/>
            <a:ahLst/>
            <a:cxnLst/>
            <a:rect l="l" t="t" r="r" b="b"/>
            <a:pathLst>
              <a:path w="158750" h="158750">
                <a:moveTo>
                  <a:pt x="158496" y="0"/>
                </a:moveTo>
                <a:lnTo>
                  <a:pt x="0" y="0"/>
                </a:lnTo>
                <a:lnTo>
                  <a:pt x="0" y="158496"/>
                </a:lnTo>
                <a:lnTo>
                  <a:pt x="158496" y="158496"/>
                </a:lnTo>
                <a:lnTo>
                  <a:pt x="158496" y="0"/>
                </a:lnTo>
                <a:close/>
              </a:path>
            </a:pathLst>
          </a:custGeom>
          <a:solidFill>
            <a:srgbClr val="FFFFFF">
              <a:alpha val="1960"/>
            </a:srgbClr>
          </a:solidFill>
        </p:spPr>
        <p:txBody>
          <a:bodyPr wrap="square" lIns="0" tIns="0" rIns="0" bIns="0" rtlCol="0"/>
          <a:lstStyle/>
          <a:p>
            <a:endParaRPr/>
          </a:p>
        </p:txBody>
      </p:sp>
      <p:sp>
        <p:nvSpPr>
          <p:cNvPr id="144" name="object 144"/>
          <p:cNvSpPr/>
          <p:nvPr/>
        </p:nvSpPr>
        <p:spPr>
          <a:xfrm>
            <a:off x="2330196" y="486155"/>
            <a:ext cx="135890" cy="137160"/>
          </a:xfrm>
          <a:custGeom>
            <a:avLst/>
            <a:gdLst/>
            <a:ahLst/>
            <a:cxnLst/>
            <a:rect l="l" t="t" r="r" b="b"/>
            <a:pathLst>
              <a:path w="135889" h="137159">
                <a:moveTo>
                  <a:pt x="135636" y="0"/>
                </a:moveTo>
                <a:lnTo>
                  <a:pt x="0" y="0"/>
                </a:lnTo>
                <a:lnTo>
                  <a:pt x="0" y="137160"/>
                </a:lnTo>
                <a:lnTo>
                  <a:pt x="135636" y="137160"/>
                </a:lnTo>
                <a:lnTo>
                  <a:pt x="135636" y="0"/>
                </a:lnTo>
                <a:close/>
              </a:path>
            </a:pathLst>
          </a:custGeom>
          <a:solidFill>
            <a:srgbClr val="FFFFFF">
              <a:alpha val="1960"/>
            </a:srgbClr>
          </a:solidFill>
        </p:spPr>
        <p:txBody>
          <a:bodyPr wrap="square" lIns="0" tIns="0" rIns="0" bIns="0" rtlCol="0"/>
          <a:lstStyle/>
          <a:p>
            <a:endParaRPr/>
          </a:p>
        </p:txBody>
      </p:sp>
      <p:sp>
        <p:nvSpPr>
          <p:cNvPr id="145" name="object 145"/>
          <p:cNvSpPr/>
          <p:nvPr/>
        </p:nvSpPr>
        <p:spPr>
          <a:xfrm>
            <a:off x="2161032" y="260603"/>
            <a:ext cx="59690" cy="41275"/>
          </a:xfrm>
          <a:custGeom>
            <a:avLst/>
            <a:gdLst/>
            <a:ahLst/>
            <a:cxnLst/>
            <a:rect l="l" t="t" r="r" b="b"/>
            <a:pathLst>
              <a:path w="59689" h="41275">
                <a:moveTo>
                  <a:pt x="59436" y="0"/>
                </a:moveTo>
                <a:lnTo>
                  <a:pt x="56261" y="0"/>
                </a:lnTo>
                <a:lnTo>
                  <a:pt x="50038" y="3175"/>
                </a:lnTo>
                <a:lnTo>
                  <a:pt x="46926" y="6286"/>
                </a:lnTo>
                <a:lnTo>
                  <a:pt x="38188" y="11493"/>
                </a:lnTo>
                <a:lnTo>
                  <a:pt x="30048" y="17526"/>
                </a:lnTo>
                <a:lnTo>
                  <a:pt x="22504" y="23571"/>
                </a:lnTo>
                <a:lnTo>
                  <a:pt x="15913" y="28448"/>
                </a:lnTo>
                <a:lnTo>
                  <a:pt x="15621" y="28448"/>
                </a:lnTo>
                <a:lnTo>
                  <a:pt x="9398" y="31623"/>
                </a:lnTo>
                <a:lnTo>
                  <a:pt x="6223" y="37973"/>
                </a:lnTo>
                <a:lnTo>
                  <a:pt x="0" y="41148"/>
                </a:lnTo>
                <a:lnTo>
                  <a:pt x="59436" y="41148"/>
                </a:lnTo>
                <a:lnTo>
                  <a:pt x="59436" y="34798"/>
                </a:lnTo>
                <a:lnTo>
                  <a:pt x="59436" y="0"/>
                </a:lnTo>
                <a:close/>
              </a:path>
            </a:pathLst>
          </a:custGeom>
          <a:solidFill>
            <a:srgbClr val="FFFFFF">
              <a:alpha val="1960"/>
            </a:srgbClr>
          </a:solidFill>
        </p:spPr>
        <p:txBody>
          <a:bodyPr wrap="square" lIns="0" tIns="0" rIns="0" bIns="0" rtlCol="0"/>
          <a:lstStyle/>
          <a:p>
            <a:endParaRPr/>
          </a:p>
        </p:txBody>
      </p:sp>
      <p:sp>
        <p:nvSpPr>
          <p:cNvPr id="146" name="object 146"/>
          <p:cNvSpPr/>
          <p:nvPr/>
        </p:nvSpPr>
        <p:spPr>
          <a:xfrm>
            <a:off x="118871" y="5754623"/>
            <a:ext cx="48895" cy="78105"/>
          </a:xfrm>
          <a:custGeom>
            <a:avLst/>
            <a:gdLst/>
            <a:ahLst/>
            <a:cxnLst/>
            <a:rect l="l" t="t" r="r" b="b"/>
            <a:pathLst>
              <a:path w="48894" h="78104">
                <a:moveTo>
                  <a:pt x="31661" y="0"/>
                </a:moveTo>
                <a:lnTo>
                  <a:pt x="17106" y="0"/>
                </a:lnTo>
                <a:lnTo>
                  <a:pt x="11442" y="2590"/>
                </a:lnTo>
                <a:lnTo>
                  <a:pt x="0" y="38734"/>
                </a:lnTo>
                <a:lnTo>
                  <a:pt x="430" y="48929"/>
                </a:lnTo>
                <a:lnTo>
                  <a:pt x="17081" y="77723"/>
                </a:lnTo>
                <a:lnTo>
                  <a:pt x="31661" y="77723"/>
                </a:lnTo>
                <a:lnTo>
                  <a:pt x="37325" y="75133"/>
                </a:lnTo>
                <a:lnTo>
                  <a:pt x="41389" y="69938"/>
                </a:lnTo>
                <a:lnTo>
                  <a:pt x="43929" y="65620"/>
                </a:lnTo>
                <a:lnTo>
                  <a:pt x="22644" y="65620"/>
                </a:lnTo>
                <a:lnTo>
                  <a:pt x="21079" y="65062"/>
                </a:lnTo>
                <a:lnTo>
                  <a:pt x="18402" y="62852"/>
                </a:lnTo>
                <a:lnTo>
                  <a:pt x="17284" y="60629"/>
                </a:lnTo>
                <a:lnTo>
                  <a:pt x="15506" y="53949"/>
                </a:lnTo>
                <a:lnTo>
                  <a:pt x="15142" y="48929"/>
                </a:lnTo>
                <a:lnTo>
                  <a:pt x="15157" y="28735"/>
                </a:lnTo>
                <a:lnTo>
                  <a:pt x="22644" y="12103"/>
                </a:lnTo>
                <a:lnTo>
                  <a:pt x="43924" y="12103"/>
                </a:lnTo>
                <a:lnTo>
                  <a:pt x="41440" y="7886"/>
                </a:lnTo>
                <a:lnTo>
                  <a:pt x="37338" y="2628"/>
                </a:lnTo>
                <a:lnTo>
                  <a:pt x="31661" y="0"/>
                </a:lnTo>
                <a:close/>
              </a:path>
              <a:path w="48894" h="78104">
                <a:moveTo>
                  <a:pt x="43924" y="12103"/>
                </a:moveTo>
                <a:lnTo>
                  <a:pt x="26123" y="12103"/>
                </a:lnTo>
                <a:lnTo>
                  <a:pt x="27673" y="12661"/>
                </a:lnTo>
                <a:lnTo>
                  <a:pt x="30365" y="14909"/>
                </a:lnTo>
                <a:lnTo>
                  <a:pt x="31483" y="17144"/>
                </a:lnTo>
                <a:lnTo>
                  <a:pt x="33261" y="23825"/>
                </a:lnTo>
                <a:lnTo>
                  <a:pt x="33617" y="28735"/>
                </a:lnTo>
                <a:lnTo>
                  <a:pt x="33618" y="48929"/>
                </a:lnTo>
                <a:lnTo>
                  <a:pt x="33210" y="54152"/>
                </a:lnTo>
                <a:lnTo>
                  <a:pt x="31470" y="60794"/>
                </a:lnTo>
                <a:lnTo>
                  <a:pt x="30416" y="62814"/>
                </a:lnTo>
                <a:lnTo>
                  <a:pt x="27638" y="65074"/>
                </a:lnTo>
                <a:lnTo>
                  <a:pt x="26123" y="65620"/>
                </a:lnTo>
                <a:lnTo>
                  <a:pt x="43929" y="65620"/>
                </a:lnTo>
                <a:lnTo>
                  <a:pt x="44615" y="64454"/>
                </a:lnTo>
                <a:lnTo>
                  <a:pt x="46921" y="57451"/>
                </a:lnTo>
                <a:lnTo>
                  <a:pt x="48306" y="48929"/>
                </a:lnTo>
                <a:lnTo>
                  <a:pt x="48768" y="38887"/>
                </a:lnTo>
                <a:lnTo>
                  <a:pt x="48295" y="28735"/>
                </a:lnTo>
                <a:lnTo>
                  <a:pt x="46916" y="20245"/>
                </a:lnTo>
                <a:lnTo>
                  <a:pt x="44647" y="13330"/>
                </a:lnTo>
                <a:lnTo>
                  <a:pt x="43924" y="12103"/>
                </a:lnTo>
                <a:close/>
              </a:path>
            </a:pathLst>
          </a:custGeom>
          <a:solidFill>
            <a:srgbClr val="4264DE">
              <a:alpha val="10195"/>
            </a:srgbClr>
          </a:solidFill>
        </p:spPr>
        <p:txBody>
          <a:bodyPr wrap="square" lIns="0" tIns="0" rIns="0" bIns="0" rtlCol="0"/>
          <a:lstStyle/>
          <a:p>
            <a:endParaRPr/>
          </a:p>
        </p:txBody>
      </p:sp>
      <p:sp>
        <p:nvSpPr>
          <p:cNvPr id="147" name="object 147"/>
          <p:cNvSpPr/>
          <p:nvPr/>
        </p:nvSpPr>
        <p:spPr>
          <a:xfrm>
            <a:off x="300227" y="5756147"/>
            <a:ext cx="33655" cy="76200"/>
          </a:xfrm>
          <a:custGeom>
            <a:avLst/>
            <a:gdLst/>
            <a:ahLst/>
            <a:cxnLst/>
            <a:rect l="l" t="t" r="r" b="b"/>
            <a:pathLst>
              <a:path w="33654" h="76200">
                <a:moveTo>
                  <a:pt x="33528" y="0"/>
                </a:moveTo>
                <a:lnTo>
                  <a:pt x="21653" y="0"/>
                </a:lnTo>
                <a:lnTo>
                  <a:pt x="19989" y="4622"/>
                </a:lnTo>
                <a:lnTo>
                  <a:pt x="16916" y="8674"/>
                </a:lnTo>
                <a:lnTo>
                  <a:pt x="7962" y="15608"/>
                </a:lnTo>
                <a:lnTo>
                  <a:pt x="3822" y="17957"/>
                </a:lnTo>
                <a:lnTo>
                  <a:pt x="0" y="19202"/>
                </a:lnTo>
                <a:lnTo>
                  <a:pt x="0" y="32410"/>
                </a:lnTo>
                <a:lnTo>
                  <a:pt x="7251" y="30022"/>
                </a:lnTo>
                <a:lnTo>
                  <a:pt x="13550" y="26352"/>
                </a:lnTo>
                <a:lnTo>
                  <a:pt x="18897" y="21374"/>
                </a:lnTo>
                <a:lnTo>
                  <a:pt x="18897" y="76199"/>
                </a:lnTo>
                <a:lnTo>
                  <a:pt x="33528" y="76199"/>
                </a:lnTo>
                <a:lnTo>
                  <a:pt x="33528" y="0"/>
                </a:lnTo>
                <a:close/>
              </a:path>
            </a:pathLst>
          </a:custGeom>
          <a:solidFill>
            <a:srgbClr val="4264DE">
              <a:alpha val="10195"/>
            </a:srgbClr>
          </a:solidFill>
        </p:spPr>
        <p:txBody>
          <a:bodyPr wrap="square" lIns="0" tIns="0" rIns="0" bIns="0" rtlCol="0"/>
          <a:lstStyle/>
          <a:p>
            <a:endParaRPr/>
          </a:p>
        </p:txBody>
      </p:sp>
      <p:sp>
        <p:nvSpPr>
          <p:cNvPr id="148" name="object 148"/>
          <p:cNvSpPr/>
          <p:nvPr/>
        </p:nvSpPr>
        <p:spPr>
          <a:xfrm>
            <a:off x="464819" y="5754623"/>
            <a:ext cx="50800" cy="78105"/>
          </a:xfrm>
          <a:custGeom>
            <a:avLst/>
            <a:gdLst/>
            <a:ahLst/>
            <a:cxnLst/>
            <a:rect l="l" t="t" r="r" b="b"/>
            <a:pathLst>
              <a:path w="50800" h="78104">
                <a:moveTo>
                  <a:pt x="32651" y="0"/>
                </a:moveTo>
                <a:lnTo>
                  <a:pt x="17640" y="0"/>
                </a:lnTo>
                <a:lnTo>
                  <a:pt x="11798" y="2590"/>
                </a:lnTo>
                <a:lnTo>
                  <a:pt x="0" y="38734"/>
                </a:lnTo>
                <a:lnTo>
                  <a:pt x="444" y="48929"/>
                </a:lnTo>
                <a:lnTo>
                  <a:pt x="17614" y="77723"/>
                </a:lnTo>
                <a:lnTo>
                  <a:pt x="32651" y="77723"/>
                </a:lnTo>
                <a:lnTo>
                  <a:pt x="38493" y="75133"/>
                </a:lnTo>
                <a:lnTo>
                  <a:pt x="42684" y="69938"/>
                </a:lnTo>
                <a:lnTo>
                  <a:pt x="45303" y="65620"/>
                </a:lnTo>
                <a:lnTo>
                  <a:pt x="23355" y="65620"/>
                </a:lnTo>
                <a:lnTo>
                  <a:pt x="21739" y="65062"/>
                </a:lnTo>
                <a:lnTo>
                  <a:pt x="18973" y="62852"/>
                </a:lnTo>
                <a:lnTo>
                  <a:pt x="17818" y="60629"/>
                </a:lnTo>
                <a:lnTo>
                  <a:pt x="15989" y="53949"/>
                </a:lnTo>
                <a:lnTo>
                  <a:pt x="15615" y="48929"/>
                </a:lnTo>
                <a:lnTo>
                  <a:pt x="15629" y="28735"/>
                </a:lnTo>
                <a:lnTo>
                  <a:pt x="23355" y="12103"/>
                </a:lnTo>
                <a:lnTo>
                  <a:pt x="45297" y="12103"/>
                </a:lnTo>
                <a:lnTo>
                  <a:pt x="42735" y="7886"/>
                </a:lnTo>
                <a:lnTo>
                  <a:pt x="38506" y="2628"/>
                </a:lnTo>
                <a:lnTo>
                  <a:pt x="32651" y="0"/>
                </a:lnTo>
                <a:close/>
              </a:path>
              <a:path w="50800" h="78104">
                <a:moveTo>
                  <a:pt x="45297" y="12103"/>
                </a:moveTo>
                <a:lnTo>
                  <a:pt x="26936" y="12103"/>
                </a:lnTo>
                <a:lnTo>
                  <a:pt x="28536" y="12661"/>
                </a:lnTo>
                <a:lnTo>
                  <a:pt x="31318" y="14909"/>
                </a:lnTo>
                <a:lnTo>
                  <a:pt x="32473" y="17144"/>
                </a:lnTo>
                <a:lnTo>
                  <a:pt x="34302" y="23825"/>
                </a:lnTo>
                <a:lnTo>
                  <a:pt x="34668" y="28735"/>
                </a:lnTo>
                <a:lnTo>
                  <a:pt x="34670" y="48929"/>
                </a:lnTo>
                <a:lnTo>
                  <a:pt x="34251" y="54152"/>
                </a:lnTo>
                <a:lnTo>
                  <a:pt x="33223" y="57886"/>
                </a:lnTo>
                <a:lnTo>
                  <a:pt x="32448" y="60794"/>
                </a:lnTo>
                <a:lnTo>
                  <a:pt x="31356" y="62814"/>
                </a:lnTo>
                <a:lnTo>
                  <a:pt x="28549" y="65062"/>
                </a:lnTo>
                <a:lnTo>
                  <a:pt x="26936" y="65620"/>
                </a:lnTo>
                <a:lnTo>
                  <a:pt x="45303" y="65620"/>
                </a:lnTo>
                <a:lnTo>
                  <a:pt x="46011" y="64454"/>
                </a:lnTo>
                <a:lnTo>
                  <a:pt x="48388" y="57451"/>
                </a:lnTo>
                <a:lnTo>
                  <a:pt x="49815" y="48929"/>
                </a:lnTo>
                <a:lnTo>
                  <a:pt x="50292" y="38887"/>
                </a:lnTo>
                <a:lnTo>
                  <a:pt x="49804" y="28735"/>
                </a:lnTo>
                <a:lnTo>
                  <a:pt x="48382" y="20245"/>
                </a:lnTo>
                <a:lnTo>
                  <a:pt x="46043" y="13330"/>
                </a:lnTo>
                <a:lnTo>
                  <a:pt x="45297" y="12103"/>
                </a:lnTo>
                <a:close/>
              </a:path>
            </a:pathLst>
          </a:custGeom>
          <a:solidFill>
            <a:srgbClr val="4264DE">
              <a:alpha val="10195"/>
            </a:srgbClr>
          </a:solidFill>
        </p:spPr>
        <p:txBody>
          <a:bodyPr wrap="square" lIns="0" tIns="0" rIns="0" bIns="0" rtlCol="0"/>
          <a:lstStyle/>
          <a:p>
            <a:endParaRPr/>
          </a:p>
        </p:txBody>
      </p:sp>
      <p:sp>
        <p:nvSpPr>
          <p:cNvPr id="149" name="object 149"/>
          <p:cNvSpPr/>
          <p:nvPr/>
        </p:nvSpPr>
        <p:spPr>
          <a:xfrm>
            <a:off x="646176" y="5756147"/>
            <a:ext cx="33655" cy="76200"/>
          </a:xfrm>
          <a:custGeom>
            <a:avLst/>
            <a:gdLst/>
            <a:ahLst/>
            <a:cxnLst/>
            <a:rect l="l" t="t" r="r" b="b"/>
            <a:pathLst>
              <a:path w="33654" h="76200">
                <a:moveTo>
                  <a:pt x="33528" y="0"/>
                </a:moveTo>
                <a:lnTo>
                  <a:pt x="21653" y="0"/>
                </a:lnTo>
                <a:lnTo>
                  <a:pt x="19989" y="4622"/>
                </a:lnTo>
                <a:lnTo>
                  <a:pt x="16916" y="8674"/>
                </a:lnTo>
                <a:lnTo>
                  <a:pt x="7962" y="15608"/>
                </a:lnTo>
                <a:lnTo>
                  <a:pt x="3822" y="17957"/>
                </a:lnTo>
                <a:lnTo>
                  <a:pt x="0" y="19202"/>
                </a:lnTo>
                <a:lnTo>
                  <a:pt x="0" y="32410"/>
                </a:lnTo>
                <a:lnTo>
                  <a:pt x="7251" y="30022"/>
                </a:lnTo>
                <a:lnTo>
                  <a:pt x="13550" y="26352"/>
                </a:lnTo>
                <a:lnTo>
                  <a:pt x="18897" y="21374"/>
                </a:lnTo>
                <a:lnTo>
                  <a:pt x="18897" y="76199"/>
                </a:lnTo>
                <a:lnTo>
                  <a:pt x="33528" y="76199"/>
                </a:lnTo>
                <a:lnTo>
                  <a:pt x="33528" y="0"/>
                </a:lnTo>
                <a:close/>
              </a:path>
            </a:pathLst>
          </a:custGeom>
          <a:solidFill>
            <a:srgbClr val="4264DE">
              <a:alpha val="10195"/>
            </a:srgbClr>
          </a:solidFill>
        </p:spPr>
        <p:txBody>
          <a:bodyPr wrap="square" lIns="0" tIns="0" rIns="0" bIns="0" rtlCol="0"/>
          <a:lstStyle/>
          <a:p>
            <a:endParaRPr/>
          </a:p>
        </p:txBody>
      </p:sp>
      <p:sp>
        <p:nvSpPr>
          <p:cNvPr id="150" name="object 150"/>
          <p:cNvSpPr/>
          <p:nvPr/>
        </p:nvSpPr>
        <p:spPr>
          <a:xfrm>
            <a:off x="812291" y="5754623"/>
            <a:ext cx="48895" cy="78105"/>
          </a:xfrm>
          <a:custGeom>
            <a:avLst/>
            <a:gdLst/>
            <a:ahLst/>
            <a:cxnLst/>
            <a:rect l="l" t="t" r="r" b="b"/>
            <a:pathLst>
              <a:path w="48894" h="78104">
                <a:moveTo>
                  <a:pt x="31661" y="0"/>
                </a:moveTo>
                <a:lnTo>
                  <a:pt x="17106" y="0"/>
                </a:lnTo>
                <a:lnTo>
                  <a:pt x="11442" y="2590"/>
                </a:lnTo>
                <a:lnTo>
                  <a:pt x="0" y="38734"/>
                </a:lnTo>
                <a:lnTo>
                  <a:pt x="430" y="48929"/>
                </a:lnTo>
                <a:lnTo>
                  <a:pt x="17081" y="77723"/>
                </a:lnTo>
                <a:lnTo>
                  <a:pt x="31661" y="77723"/>
                </a:lnTo>
                <a:lnTo>
                  <a:pt x="37325" y="75133"/>
                </a:lnTo>
                <a:lnTo>
                  <a:pt x="41389" y="69938"/>
                </a:lnTo>
                <a:lnTo>
                  <a:pt x="43929" y="65620"/>
                </a:lnTo>
                <a:lnTo>
                  <a:pt x="22644" y="65620"/>
                </a:lnTo>
                <a:lnTo>
                  <a:pt x="21079" y="65062"/>
                </a:lnTo>
                <a:lnTo>
                  <a:pt x="18402" y="62852"/>
                </a:lnTo>
                <a:lnTo>
                  <a:pt x="17284" y="60629"/>
                </a:lnTo>
                <a:lnTo>
                  <a:pt x="15506" y="53949"/>
                </a:lnTo>
                <a:lnTo>
                  <a:pt x="15142" y="48929"/>
                </a:lnTo>
                <a:lnTo>
                  <a:pt x="15157" y="28735"/>
                </a:lnTo>
                <a:lnTo>
                  <a:pt x="22644" y="12103"/>
                </a:lnTo>
                <a:lnTo>
                  <a:pt x="43924" y="12103"/>
                </a:lnTo>
                <a:lnTo>
                  <a:pt x="41440" y="7886"/>
                </a:lnTo>
                <a:lnTo>
                  <a:pt x="37338" y="2628"/>
                </a:lnTo>
                <a:lnTo>
                  <a:pt x="31661" y="0"/>
                </a:lnTo>
                <a:close/>
              </a:path>
              <a:path w="48894" h="78104">
                <a:moveTo>
                  <a:pt x="43924" y="12103"/>
                </a:moveTo>
                <a:lnTo>
                  <a:pt x="26123" y="12103"/>
                </a:lnTo>
                <a:lnTo>
                  <a:pt x="27673" y="12661"/>
                </a:lnTo>
                <a:lnTo>
                  <a:pt x="30365" y="14909"/>
                </a:lnTo>
                <a:lnTo>
                  <a:pt x="31483" y="17144"/>
                </a:lnTo>
                <a:lnTo>
                  <a:pt x="33261" y="23825"/>
                </a:lnTo>
                <a:lnTo>
                  <a:pt x="33617" y="28735"/>
                </a:lnTo>
                <a:lnTo>
                  <a:pt x="33618" y="48929"/>
                </a:lnTo>
                <a:lnTo>
                  <a:pt x="33210" y="54152"/>
                </a:lnTo>
                <a:lnTo>
                  <a:pt x="31470" y="60794"/>
                </a:lnTo>
                <a:lnTo>
                  <a:pt x="30416" y="62814"/>
                </a:lnTo>
                <a:lnTo>
                  <a:pt x="27638" y="65074"/>
                </a:lnTo>
                <a:lnTo>
                  <a:pt x="26123" y="65620"/>
                </a:lnTo>
                <a:lnTo>
                  <a:pt x="43929" y="65620"/>
                </a:lnTo>
                <a:lnTo>
                  <a:pt x="44615" y="64454"/>
                </a:lnTo>
                <a:lnTo>
                  <a:pt x="46921" y="57451"/>
                </a:lnTo>
                <a:lnTo>
                  <a:pt x="48306" y="48929"/>
                </a:lnTo>
                <a:lnTo>
                  <a:pt x="48767" y="38887"/>
                </a:lnTo>
                <a:lnTo>
                  <a:pt x="48295" y="28735"/>
                </a:lnTo>
                <a:lnTo>
                  <a:pt x="46916" y="20245"/>
                </a:lnTo>
                <a:lnTo>
                  <a:pt x="44647" y="13330"/>
                </a:lnTo>
                <a:lnTo>
                  <a:pt x="43924" y="12103"/>
                </a:lnTo>
                <a:close/>
              </a:path>
            </a:pathLst>
          </a:custGeom>
          <a:solidFill>
            <a:srgbClr val="4264DE">
              <a:alpha val="10195"/>
            </a:srgbClr>
          </a:solidFill>
        </p:spPr>
        <p:txBody>
          <a:bodyPr wrap="square" lIns="0" tIns="0" rIns="0" bIns="0" rtlCol="0"/>
          <a:lstStyle/>
          <a:p>
            <a:endParaRPr/>
          </a:p>
        </p:txBody>
      </p:sp>
      <p:sp>
        <p:nvSpPr>
          <p:cNvPr id="151" name="object 151"/>
          <p:cNvSpPr/>
          <p:nvPr/>
        </p:nvSpPr>
        <p:spPr>
          <a:xfrm>
            <a:off x="993647" y="5756147"/>
            <a:ext cx="33655" cy="76200"/>
          </a:xfrm>
          <a:custGeom>
            <a:avLst/>
            <a:gdLst/>
            <a:ahLst/>
            <a:cxnLst/>
            <a:rect l="l" t="t" r="r" b="b"/>
            <a:pathLst>
              <a:path w="33655" h="76200">
                <a:moveTo>
                  <a:pt x="33528" y="0"/>
                </a:moveTo>
                <a:lnTo>
                  <a:pt x="21653" y="0"/>
                </a:lnTo>
                <a:lnTo>
                  <a:pt x="19989" y="4622"/>
                </a:lnTo>
                <a:lnTo>
                  <a:pt x="16916" y="8674"/>
                </a:lnTo>
                <a:lnTo>
                  <a:pt x="7962" y="15608"/>
                </a:lnTo>
                <a:lnTo>
                  <a:pt x="3822" y="17957"/>
                </a:lnTo>
                <a:lnTo>
                  <a:pt x="0" y="19202"/>
                </a:lnTo>
                <a:lnTo>
                  <a:pt x="0" y="32410"/>
                </a:lnTo>
                <a:lnTo>
                  <a:pt x="7251" y="30022"/>
                </a:lnTo>
                <a:lnTo>
                  <a:pt x="13550" y="26352"/>
                </a:lnTo>
                <a:lnTo>
                  <a:pt x="18897" y="21374"/>
                </a:lnTo>
                <a:lnTo>
                  <a:pt x="18897" y="76199"/>
                </a:lnTo>
                <a:lnTo>
                  <a:pt x="33528" y="76199"/>
                </a:lnTo>
                <a:lnTo>
                  <a:pt x="33528" y="0"/>
                </a:lnTo>
                <a:close/>
              </a:path>
            </a:pathLst>
          </a:custGeom>
          <a:solidFill>
            <a:srgbClr val="4264DE">
              <a:alpha val="10195"/>
            </a:srgbClr>
          </a:solidFill>
        </p:spPr>
        <p:txBody>
          <a:bodyPr wrap="square" lIns="0" tIns="0" rIns="0" bIns="0" rtlCol="0"/>
          <a:lstStyle/>
          <a:p>
            <a:endParaRPr/>
          </a:p>
        </p:txBody>
      </p:sp>
      <p:sp>
        <p:nvSpPr>
          <p:cNvPr id="152" name="object 152"/>
          <p:cNvSpPr/>
          <p:nvPr/>
        </p:nvSpPr>
        <p:spPr>
          <a:xfrm>
            <a:off x="1158239" y="5754623"/>
            <a:ext cx="50800" cy="78105"/>
          </a:xfrm>
          <a:custGeom>
            <a:avLst/>
            <a:gdLst/>
            <a:ahLst/>
            <a:cxnLst/>
            <a:rect l="l" t="t" r="r" b="b"/>
            <a:pathLst>
              <a:path w="50800" h="78104">
                <a:moveTo>
                  <a:pt x="32651" y="0"/>
                </a:moveTo>
                <a:lnTo>
                  <a:pt x="17640" y="0"/>
                </a:lnTo>
                <a:lnTo>
                  <a:pt x="11798" y="2590"/>
                </a:lnTo>
                <a:lnTo>
                  <a:pt x="0" y="38734"/>
                </a:lnTo>
                <a:lnTo>
                  <a:pt x="444" y="48929"/>
                </a:lnTo>
                <a:lnTo>
                  <a:pt x="17614" y="77723"/>
                </a:lnTo>
                <a:lnTo>
                  <a:pt x="32651" y="77723"/>
                </a:lnTo>
                <a:lnTo>
                  <a:pt x="38493" y="75133"/>
                </a:lnTo>
                <a:lnTo>
                  <a:pt x="42684" y="69938"/>
                </a:lnTo>
                <a:lnTo>
                  <a:pt x="45303" y="65620"/>
                </a:lnTo>
                <a:lnTo>
                  <a:pt x="23355" y="65620"/>
                </a:lnTo>
                <a:lnTo>
                  <a:pt x="21739" y="65062"/>
                </a:lnTo>
                <a:lnTo>
                  <a:pt x="18973" y="62852"/>
                </a:lnTo>
                <a:lnTo>
                  <a:pt x="17818" y="60629"/>
                </a:lnTo>
                <a:lnTo>
                  <a:pt x="15989" y="53949"/>
                </a:lnTo>
                <a:lnTo>
                  <a:pt x="15615" y="48929"/>
                </a:lnTo>
                <a:lnTo>
                  <a:pt x="15629" y="28735"/>
                </a:lnTo>
                <a:lnTo>
                  <a:pt x="23355" y="12103"/>
                </a:lnTo>
                <a:lnTo>
                  <a:pt x="45297" y="12103"/>
                </a:lnTo>
                <a:lnTo>
                  <a:pt x="42735" y="7886"/>
                </a:lnTo>
                <a:lnTo>
                  <a:pt x="38506" y="2628"/>
                </a:lnTo>
                <a:lnTo>
                  <a:pt x="32651" y="0"/>
                </a:lnTo>
                <a:close/>
              </a:path>
              <a:path w="50800" h="78104">
                <a:moveTo>
                  <a:pt x="45297" y="12103"/>
                </a:moveTo>
                <a:lnTo>
                  <a:pt x="26936" y="12103"/>
                </a:lnTo>
                <a:lnTo>
                  <a:pt x="28536" y="12661"/>
                </a:lnTo>
                <a:lnTo>
                  <a:pt x="31318" y="14909"/>
                </a:lnTo>
                <a:lnTo>
                  <a:pt x="32473" y="17144"/>
                </a:lnTo>
                <a:lnTo>
                  <a:pt x="34302" y="23825"/>
                </a:lnTo>
                <a:lnTo>
                  <a:pt x="34668" y="28735"/>
                </a:lnTo>
                <a:lnTo>
                  <a:pt x="34670" y="48929"/>
                </a:lnTo>
                <a:lnTo>
                  <a:pt x="34251" y="54152"/>
                </a:lnTo>
                <a:lnTo>
                  <a:pt x="33223" y="57886"/>
                </a:lnTo>
                <a:lnTo>
                  <a:pt x="32448" y="60794"/>
                </a:lnTo>
                <a:lnTo>
                  <a:pt x="31356" y="62814"/>
                </a:lnTo>
                <a:lnTo>
                  <a:pt x="28549" y="65062"/>
                </a:lnTo>
                <a:lnTo>
                  <a:pt x="26936" y="65620"/>
                </a:lnTo>
                <a:lnTo>
                  <a:pt x="45303" y="65620"/>
                </a:lnTo>
                <a:lnTo>
                  <a:pt x="46011" y="64454"/>
                </a:lnTo>
                <a:lnTo>
                  <a:pt x="48388" y="57451"/>
                </a:lnTo>
                <a:lnTo>
                  <a:pt x="49815" y="48929"/>
                </a:lnTo>
                <a:lnTo>
                  <a:pt x="50291" y="38887"/>
                </a:lnTo>
                <a:lnTo>
                  <a:pt x="49804" y="28735"/>
                </a:lnTo>
                <a:lnTo>
                  <a:pt x="48382" y="20245"/>
                </a:lnTo>
                <a:lnTo>
                  <a:pt x="46043" y="13330"/>
                </a:lnTo>
                <a:lnTo>
                  <a:pt x="45297" y="12103"/>
                </a:lnTo>
                <a:close/>
              </a:path>
            </a:pathLst>
          </a:custGeom>
          <a:solidFill>
            <a:srgbClr val="4264DE">
              <a:alpha val="10195"/>
            </a:srgbClr>
          </a:solidFill>
        </p:spPr>
        <p:txBody>
          <a:bodyPr wrap="square" lIns="0" tIns="0" rIns="0" bIns="0" rtlCol="0"/>
          <a:lstStyle/>
          <a:p>
            <a:endParaRPr/>
          </a:p>
        </p:txBody>
      </p:sp>
      <p:sp>
        <p:nvSpPr>
          <p:cNvPr id="153" name="object 153"/>
          <p:cNvSpPr/>
          <p:nvPr/>
        </p:nvSpPr>
        <p:spPr>
          <a:xfrm>
            <a:off x="1339596" y="5756147"/>
            <a:ext cx="33655" cy="76200"/>
          </a:xfrm>
          <a:custGeom>
            <a:avLst/>
            <a:gdLst/>
            <a:ahLst/>
            <a:cxnLst/>
            <a:rect l="l" t="t" r="r" b="b"/>
            <a:pathLst>
              <a:path w="33655" h="76200">
                <a:moveTo>
                  <a:pt x="33528" y="0"/>
                </a:moveTo>
                <a:lnTo>
                  <a:pt x="21716" y="0"/>
                </a:lnTo>
                <a:lnTo>
                  <a:pt x="19938" y="4622"/>
                </a:lnTo>
                <a:lnTo>
                  <a:pt x="16890" y="8674"/>
                </a:lnTo>
                <a:lnTo>
                  <a:pt x="8000" y="15608"/>
                </a:lnTo>
                <a:lnTo>
                  <a:pt x="3809" y="17957"/>
                </a:lnTo>
                <a:lnTo>
                  <a:pt x="0" y="19202"/>
                </a:lnTo>
                <a:lnTo>
                  <a:pt x="0" y="32410"/>
                </a:lnTo>
                <a:lnTo>
                  <a:pt x="7238" y="30022"/>
                </a:lnTo>
                <a:lnTo>
                  <a:pt x="13588" y="26352"/>
                </a:lnTo>
                <a:lnTo>
                  <a:pt x="18922" y="21374"/>
                </a:lnTo>
                <a:lnTo>
                  <a:pt x="18922" y="76199"/>
                </a:lnTo>
                <a:lnTo>
                  <a:pt x="33528" y="76199"/>
                </a:lnTo>
                <a:lnTo>
                  <a:pt x="33528" y="0"/>
                </a:lnTo>
                <a:close/>
              </a:path>
            </a:pathLst>
          </a:custGeom>
          <a:solidFill>
            <a:srgbClr val="4264DE">
              <a:alpha val="10195"/>
            </a:srgbClr>
          </a:solidFill>
        </p:spPr>
        <p:txBody>
          <a:bodyPr wrap="square" lIns="0" tIns="0" rIns="0" bIns="0" rtlCol="0"/>
          <a:lstStyle/>
          <a:p>
            <a:endParaRPr/>
          </a:p>
        </p:txBody>
      </p:sp>
      <p:sp>
        <p:nvSpPr>
          <p:cNvPr id="154" name="object 154"/>
          <p:cNvSpPr/>
          <p:nvPr/>
        </p:nvSpPr>
        <p:spPr>
          <a:xfrm>
            <a:off x="1505711" y="5754623"/>
            <a:ext cx="48895" cy="78105"/>
          </a:xfrm>
          <a:custGeom>
            <a:avLst/>
            <a:gdLst/>
            <a:ahLst/>
            <a:cxnLst/>
            <a:rect l="l" t="t" r="r" b="b"/>
            <a:pathLst>
              <a:path w="48894" h="78104">
                <a:moveTo>
                  <a:pt x="31622" y="0"/>
                </a:moveTo>
                <a:lnTo>
                  <a:pt x="17144" y="0"/>
                </a:lnTo>
                <a:lnTo>
                  <a:pt x="11429" y="2590"/>
                </a:lnTo>
                <a:lnTo>
                  <a:pt x="0" y="38734"/>
                </a:lnTo>
                <a:lnTo>
                  <a:pt x="438" y="48929"/>
                </a:lnTo>
                <a:lnTo>
                  <a:pt x="17018" y="77723"/>
                </a:lnTo>
                <a:lnTo>
                  <a:pt x="31622" y="77723"/>
                </a:lnTo>
                <a:lnTo>
                  <a:pt x="37337" y="75133"/>
                </a:lnTo>
                <a:lnTo>
                  <a:pt x="41401" y="69938"/>
                </a:lnTo>
                <a:lnTo>
                  <a:pt x="43953" y="65620"/>
                </a:lnTo>
                <a:lnTo>
                  <a:pt x="22606" y="65620"/>
                </a:lnTo>
                <a:lnTo>
                  <a:pt x="21065" y="65062"/>
                </a:lnTo>
                <a:lnTo>
                  <a:pt x="15182" y="48929"/>
                </a:lnTo>
                <a:lnTo>
                  <a:pt x="15186" y="28735"/>
                </a:lnTo>
                <a:lnTo>
                  <a:pt x="22606" y="12103"/>
                </a:lnTo>
                <a:lnTo>
                  <a:pt x="43911" y="12103"/>
                </a:lnTo>
                <a:lnTo>
                  <a:pt x="41401" y="7886"/>
                </a:lnTo>
                <a:lnTo>
                  <a:pt x="37337" y="2628"/>
                </a:lnTo>
                <a:lnTo>
                  <a:pt x="31622" y="0"/>
                </a:lnTo>
                <a:close/>
              </a:path>
              <a:path w="48894" h="78104">
                <a:moveTo>
                  <a:pt x="43911" y="12103"/>
                </a:moveTo>
                <a:lnTo>
                  <a:pt x="26162" y="12103"/>
                </a:lnTo>
                <a:lnTo>
                  <a:pt x="27685" y="12661"/>
                </a:lnTo>
                <a:lnTo>
                  <a:pt x="29082" y="13779"/>
                </a:lnTo>
                <a:lnTo>
                  <a:pt x="33588" y="48929"/>
                </a:lnTo>
                <a:lnTo>
                  <a:pt x="33274" y="54152"/>
                </a:lnTo>
                <a:lnTo>
                  <a:pt x="32257" y="57886"/>
                </a:lnTo>
                <a:lnTo>
                  <a:pt x="31496" y="60794"/>
                </a:lnTo>
                <a:lnTo>
                  <a:pt x="30353" y="62814"/>
                </a:lnTo>
                <a:lnTo>
                  <a:pt x="29051" y="63969"/>
                </a:lnTo>
                <a:lnTo>
                  <a:pt x="27651" y="65074"/>
                </a:lnTo>
                <a:lnTo>
                  <a:pt x="26162" y="65620"/>
                </a:lnTo>
                <a:lnTo>
                  <a:pt x="43953" y="65620"/>
                </a:lnTo>
                <a:lnTo>
                  <a:pt x="44642" y="64454"/>
                </a:lnTo>
                <a:lnTo>
                  <a:pt x="46942" y="57451"/>
                </a:lnTo>
                <a:lnTo>
                  <a:pt x="48313" y="48929"/>
                </a:lnTo>
                <a:lnTo>
                  <a:pt x="48768"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155" name="object 155"/>
          <p:cNvSpPr/>
          <p:nvPr/>
        </p:nvSpPr>
        <p:spPr>
          <a:xfrm>
            <a:off x="1687067" y="5756147"/>
            <a:ext cx="33655" cy="76200"/>
          </a:xfrm>
          <a:custGeom>
            <a:avLst/>
            <a:gdLst/>
            <a:ahLst/>
            <a:cxnLst/>
            <a:rect l="l" t="t" r="r" b="b"/>
            <a:pathLst>
              <a:path w="33655" h="76200">
                <a:moveTo>
                  <a:pt x="33527" y="0"/>
                </a:moveTo>
                <a:lnTo>
                  <a:pt x="21717" y="0"/>
                </a:lnTo>
                <a:lnTo>
                  <a:pt x="19938" y="4622"/>
                </a:lnTo>
                <a:lnTo>
                  <a:pt x="16890" y="8674"/>
                </a:lnTo>
                <a:lnTo>
                  <a:pt x="8000" y="15608"/>
                </a:lnTo>
                <a:lnTo>
                  <a:pt x="3809" y="17957"/>
                </a:lnTo>
                <a:lnTo>
                  <a:pt x="0" y="19202"/>
                </a:lnTo>
                <a:lnTo>
                  <a:pt x="0" y="32410"/>
                </a:lnTo>
                <a:lnTo>
                  <a:pt x="7238" y="30022"/>
                </a:lnTo>
                <a:lnTo>
                  <a:pt x="13588" y="26352"/>
                </a:lnTo>
                <a:lnTo>
                  <a:pt x="18923" y="21374"/>
                </a:lnTo>
                <a:lnTo>
                  <a:pt x="18923" y="76199"/>
                </a:lnTo>
                <a:lnTo>
                  <a:pt x="33527" y="76199"/>
                </a:lnTo>
                <a:lnTo>
                  <a:pt x="33527" y="0"/>
                </a:lnTo>
                <a:close/>
              </a:path>
            </a:pathLst>
          </a:custGeom>
          <a:solidFill>
            <a:srgbClr val="4264DE">
              <a:alpha val="10195"/>
            </a:srgbClr>
          </a:solidFill>
        </p:spPr>
        <p:txBody>
          <a:bodyPr wrap="square" lIns="0" tIns="0" rIns="0" bIns="0" rtlCol="0"/>
          <a:lstStyle/>
          <a:p>
            <a:endParaRPr/>
          </a:p>
        </p:txBody>
      </p:sp>
      <p:sp>
        <p:nvSpPr>
          <p:cNvPr id="156" name="object 156"/>
          <p:cNvSpPr/>
          <p:nvPr/>
        </p:nvSpPr>
        <p:spPr>
          <a:xfrm>
            <a:off x="1851660" y="5754623"/>
            <a:ext cx="50800" cy="78105"/>
          </a:xfrm>
          <a:custGeom>
            <a:avLst/>
            <a:gdLst/>
            <a:ahLst/>
            <a:cxnLst/>
            <a:rect l="l" t="t" r="r" b="b"/>
            <a:pathLst>
              <a:path w="50800" h="78104">
                <a:moveTo>
                  <a:pt x="32638" y="0"/>
                </a:moveTo>
                <a:lnTo>
                  <a:pt x="17652" y="0"/>
                </a:lnTo>
                <a:lnTo>
                  <a:pt x="11810" y="2590"/>
                </a:lnTo>
                <a:lnTo>
                  <a:pt x="0" y="38734"/>
                </a:lnTo>
                <a:lnTo>
                  <a:pt x="440" y="48929"/>
                </a:lnTo>
                <a:lnTo>
                  <a:pt x="17652" y="77723"/>
                </a:lnTo>
                <a:lnTo>
                  <a:pt x="32638" y="77723"/>
                </a:lnTo>
                <a:lnTo>
                  <a:pt x="38481" y="75133"/>
                </a:lnTo>
                <a:lnTo>
                  <a:pt x="42671" y="69938"/>
                </a:lnTo>
                <a:lnTo>
                  <a:pt x="45296" y="65620"/>
                </a:lnTo>
                <a:lnTo>
                  <a:pt x="23367" y="65620"/>
                </a:lnTo>
                <a:lnTo>
                  <a:pt x="21701" y="65062"/>
                </a:lnTo>
                <a:lnTo>
                  <a:pt x="18922" y="62852"/>
                </a:lnTo>
                <a:lnTo>
                  <a:pt x="17779" y="60629"/>
                </a:lnTo>
                <a:lnTo>
                  <a:pt x="16001" y="53949"/>
                </a:lnTo>
                <a:lnTo>
                  <a:pt x="15586" y="48929"/>
                </a:lnTo>
                <a:lnTo>
                  <a:pt x="15591" y="28735"/>
                </a:lnTo>
                <a:lnTo>
                  <a:pt x="23367" y="12103"/>
                </a:lnTo>
                <a:lnTo>
                  <a:pt x="45324" y="12103"/>
                </a:lnTo>
                <a:lnTo>
                  <a:pt x="42798" y="7886"/>
                </a:lnTo>
                <a:lnTo>
                  <a:pt x="38481" y="2628"/>
                </a:lnTo>
                <a:lnTo>
                  <a:pt x="32638" y="0"/>
                </a:lnTo>
                <a:close/>
              </a:path>
              <a:path w="50800" h="78104">
                <a:moveTo>
                  <a:pt x="45324" y="12103"/>
                </a:moveTo>
                <a:lnTo>
                  <a:pt x="26923" y="12103"/>
                </a:lnTo>
                <a:lnTo>
                  <a:pt x="28575" y="12661"/>
                </a:lnTo>
                <a:lnTo>
                  <a:pt x="31368" y="14909"/>
                </a:lnTo>
                <a:lnTo>
                  <a:pt x="32512" y="17144"/>
                </a:lnTo>
                <a:lnTo>
                  <a:pt x="34289" y="23825"/>
                </a:lnTo>
                <a:lnTo>
                  <a:pt x="34696" y="28735"/>
                </a:lnTo>
                <a:lnTo>
                  <a:pt x="34708" y="48929"/>
                </a:lnTo>
                <a:lnTo>
                  <a:pt x="34289" y="54152"/>
                </a:lnTo>
                <a:lnTo>
                  <a:pt x="33273" y="57886"/>
                </a:lnTo>
                <a:lnTo>
                  <a:pt x="32512" y="60794"/>
                </a:lnTo>
                <a:lnTo>
                  <a:pt x="31368" y="62814"/>
                </a:lnTo>
                <a:lnTo>
                  <a:pt x="28575" y="65062"/>
                </a:lnTo>
                <a:lnTo>
                  <a:pt x="26923" y="65620"/>
                </a:lnTo>
                <a:lnTo>
                  <a:pt x="45296" y="65620"/>
                </a:lnTo>
                <a:lnTo>
                  <a:pt x="46005" y="64454"/>
                </a:lnTo>
                <a:lnTo>
                  <a:pt x="48387" y="57451"/>
                </a:lnTo>
                <a:lnTo>
                  <a:pt x="49815" y="48929"/>
                </a:lnTo>
                <a:lnTo>
                  <a:pt x="50291"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157" name="object 157"/>
          <p:cNvSpPr/>
          <p:nvPr/>
        </p:nvSpPr>
        <p:spPr>
          <a:xfrm>
            <a:off x="2033016" y="5756147"/>
            <a:ext cx="33655" cy="76200"/>
          </a:xfrm>
          <a:custGeom>
            <a:avLst/>
            <a:gdLst/>
            <a:ahLst/>
            <a:cxnLst/>
            <a:rect l="l" t="t" r="r" b="b"/>
            <a:pathLst>
              <a:path w="33655" h="76200">
                <a:moveTo>
                  <a:pt x="33527" y="0"/>
                </a:moveTo>
                <a:lnTo>
                  <a:pt x="21716" y="0"/>
                </a:lnTo>
                <a:lnTo>
                  <a:pt x="19938" y="4622"/>
                </a:lnTo>
                <a:lnTo>
                  <a:pt x="16890" y="8674"/>
                </a:lnTo>
                <a:lnTo>
                  <a:pt x="8000" y="15608"/>
                </a:lnTo>
                <a:lnTo>
                  <a:pt x="3809" y="17957"/>
                </a:lnTo>
                <a:lnTo>
                  <a:pt x="0" y="19202"/>
                </a:lnTo>
                <a:lnTo>
                  <a:pt x="0" y="32410"/>
                </a:lnTo>
                <a:lnTo>
                  <a:pt x="7238" y="30022"/>
                </a:lnTo>
                <a:lnTo>
                  <a:pt x="13588" y="26352"/>
                </a:lnTo>
                <a:lnTo>
                  <a:pt x="18922" y="21374"/>
                </a:lnTo>
                <a:lnTo>
                  <a:pt x="18922" y="76199"/>
                </a:lnTo>
                <a:lnTo>
                  <a:pt x="33527" y="76199"/>
                </a:lnTo>
                <a:lnTo>
                  <a:pt x="33527" y="0"/>
                </a:lnTo>
                <a:close/>
              </a:path>
            </a:pathLst>
          </a:custGeom>
          <a:solidFill>
            <a:srgbClr val="4264DE">
              <a:alpha val="10195"/>
            </a:srgbClr>
          </a:solidFill>
        </p:spPr>
        <p:txBody>
          <a:bodyPr wrap="square" lIns="0" tIns="0" rIns="0" bIns="0" rtlCol="0"/>
          <a:lstStyle/>
          <a:p>
            <a:endParaRPr/>
          </a:p>
        </p:txBody>
      </p:sp>
      <p:sp>
        <p:nvSpPr>
          <p:cNvPr id="158" name="object 158"/>
          <p:cNvSpPr/>
          <p:nvPr/>
        </p:nvSpPr>
        <p:spPr>
          <a:xfrm>
            <a:off x="2199132" y="5754623"/>
            <a:ext cx="48895" cy="78105"/>
          </a:xfrm>
          <a:custGeom>
            <a:avLst/>
            <a:gdLst/>
            <a:ahLst/>
            <a:cxnLst/>
            <a:rect l="l" t="t" r="r" b="b"/>
            <a:pathLst>
              <a:path w="48894" h="78104">
                <a:moveTo>
                  <a:pt x="31623" y="0"/>
                </a:moveTo>
                <a:lnTo>
                  <a:pt x="17144" y="0"/>
                </a:lnTo>
                <a:lnTo>
                  <a:pt x="11430" y="2590"/>
                </a:lnTo>
                <a:lnTo>
                  <a:pt x="0" y="38734"/>
                </a:lnTo>
                <a:lnTo>
                  <a:pt x="438" y="48929"/>
                </a:lnTo>
                <a:lnTo>
                  <a:pt x="17018" y="77723"/>
                </a:lnTo>
                <a:lnTo>
                  <a:pt x="31623" y="77723"/>
                </a:lnTo>
                <a:lnTo>
                  <a:pt x="37337" y="75133"/>
                </a:lnTo>
                <a:lnTo>
                  <a:pt x="41401" y="69938"/>
                </a:lnTo>
                <a:lnTo>
                  <a:pt x="43953" y="65620"/>
                </a:lnTo>
                <a:lnTo>
                  <a:pt x="22606" y="65620"/>
                </a:lnTo>
                <a:lnTo>
                  <a:pt x="21065" y="65062"/>
                </a:lnTo>
                <a:lnTo>
                  <a:pt x="15182" y="48929"/>
                </a:lnTo>
                <a:lnTo>
                  <a:pt x="15186" y="28735"/>
                </a:lnTo>
                <a:lnTo>
                  <a:pt x="22606" y="12103"/>
                </a:lnTo>
                <a:lnTo>
                  <a:pt x="43911" y="12103"/>
                </a:lnTo>
                <a:lnTo>
                  <a:pt x="41401" y="7886"/>
                </a:lnTo>
                <a:lnTo>
                  <a:pt x="37337" y="2628"/>
                </a:lnTo>
                <a:lnTo>
                  <a:pt x="31623" y="0"/>
                </a:lnTo>
                <a:close/>
              </a:path>
              <a:path w="48894" h="78104">
                <a:moveTo>
                  <a:pt x="43911" y="12103"/>
                </a:moveTo>
                <a:lnTo>
                  <a:pt x="26162" y="12103"/>
                </a:lnTo>
                <a:lnTo>
                  <a:pt x="27686" y="12661"/>
                </a:lnTo>
                <a:lnTo>
                  <a:pt x="29082" y="13779"/>
                </a:lnTo>
                <a:lnTo>
                  <a:pt x="33588" y="48929"/>
                </a:lnTo>
                <a:lnTo>
                  <a:pt x="33274" y="54152"/>
                </a:lnTo>
                <a:lnTo>
                  <a:pt x="32257" y="57886"/>
                </a:lnTo>
                <a:lnTo>
                  <a:pt x="31495" y="60794"/>
                </a:lnTo>
                <a:lnTo>
                  <a:pt x="30353" y="62814"/>
                </a:lnTo>
                <a:lnTo>
                  <a:pt x="29051" y="63969"/>
                </a:lnTo>
                <a:lnTo>
                  <a:pt x="27651" y="65074"/>
                </a:lnTo>
                <a:lnTo>
                  <a:pt x="26162" y="65620"/>
                </a:lnTo>
                <a:lnTo>
                  <a:pt x="43953" y="65620"/>
                </a:lnTo>
                <a:lnTo>
                  <a:pt x="44642" y="64454"/>
                </a:lnTo>
                <a:lnTo>
                  <a:pt x="46942" y="57451"/>
                </a:lnTo>
                <a:lnTo>
                  <a:pt x="48313" y="48929"/>
                </a:lnTo>
                <a:lnTo>
                  <a:pt x="48768"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159" name="object 159"/>
          <p:cNvSpPr/>
          <p:nvPr/>
        </p:nvSpPr>
        <p:spPr>
          <a:xfrm>
            <a:off x="2380488" y="5756147"/>
            <a:ext cx="33655" cy="76200"/>
          </a:xfrm>
          <a:custGeom>
            <a:avLst/>
            <a:gdLst/>
            <a:ahLst/>
            <a:cxnLst/>
            <a:rect l="l" t="t" r="r" b="b"/>
            <a:pathLst>
              <a:path w="33655" h="76200">
                <a:moveTo>
                  <a:pt x="33528" y="0"/>
                </a:moveTo>
                <a:lnTo>
                  <a:pt x="21717" y="0"/>
                </a:lnTo>
                <a:lnTo>
                  <a:pt x="19938" y="4622"/>
                </a:lnTo>
                <a:lnTo>
                  <a:pt x="16891" y="8674"/>
                </a:lnTo>
                <a:lnTo>
                  <a:pt x="8000" y="15608"/>
                </a:lnTo>
                <a:lnTo>
                  <a:pt x="3810" y="17957"/>
                </a:lnTo>
                <a:lnTo>
                  <a:pt x="0" y="19202"/>
                </a:lnTo>
                <a:lnTo>
                  <a:pt x="0" y="32410"/>
                </a:lnTo>
                <a:lnTo>
                  <a:pt x="7238" y="30022"/>
                </a:lnTo>
                <a:lnTo>
                  <a:pt x="13588" y="26352"/>
                </a:lnTo>
                <a:lnTo>
                  <a:pt x="18923" y="21374"/>
                </a:lnTo>
                <a:lnTo>
                  <a:pt x="18923" y="76199"/>
                </a:lnTo>
                <a:lnTo>
                  <a:pt x="33528" y="76199"/>
                </a:lnTo>
                <a:lnTo>
                  <a:pt x="33528" y="0"/>
                </a:lnTo>
                <a:close/>
              </a:path>
            </a:pathLst>
          </a:custGeom>
          <a:solidFill>
            <a:srgbClr val="4264DE">
              <a:alpha val="10195"/>
            </a:srgbClr>
          </a:solidFill>
        </p:spPr>
        <p:txBody>
          <a:bodyPr wrap="square" lIns="0" tIns="0" rIns="0" bIns="0" rtlCol="0"/>
          <a:lstStyle/>
          <a:p>
            <a:endParaRPr/>
          </a:p>
        </p:txBody>
      </p:sp>
      <p:sp>
        <p:nvSpPr>
          <p:cNvPr id="160" name="object 160"/>
          <p:cNvSpPr/>
          <p:nvPr/>
        </p:nvSpPr>
        <p:spPr>
          <a:xfrm>
            <a:off x="2545079" y="5754623"/>
            <a:ext cx="50800" cy="78105"/>
          </a:xfrm>
          <a:custGeom>
            <a:avLst/>
            <a:gdLst/>
            <a:ahLst/>
            <a:cxnLst/>
            <a:rect l="l" t="t" r="r" b="b"/>
            <a:pathLst>
              <a:path w="50800" h="78104">
                <a:moveTo>
                  <a:pt x="32638" y="0"/>
                </a:moveTo>
                <a:lnTo>
                  <a:pt x="17652" y="0"/>
                </a:lnTo>
                <a:lnTo>
                  <a:pt x="11811" y="2590"/>
                </a:lnTo>
                <a:lnTo>
                  <a:pt x="0" y="38734"/>
                </a:lnTo>
                <a:lnTo>
                  <a:pt x="440" y="48929"/>
                </a:lnTo>
                <a:lnTo>
                  <a:pt x="17652" y="77723"/>
                </a:lnTo>
                <a:lnTo>
                  <a:pt x="32638" y="77723"/>
                </a:lnTo>
                <a:lnTo>
                  <a:pt x="38481" y="75133"/>
                </a:lnTo>
                <a:lnTo>
                  <a:pt x="42671" y="69938"/>
                </a:lnTo>
                <a:lnTo>
                  <a:pt x="45296" y="65620"/>
                </a:lnTo>
                <a:lnTo>
                  <a:pt x="23368" y="65620"/>
                </a:lnTo>
                <a:lnTo>
                  <a:pt x="21701" y="65062"/>
                </a:lnTo>
                <a:lnTo>
                  <a:pt x="18922" y="62852"/>
                </a:lnTo>
                <a:lnTo>
                  <a:pt x="17780" y="60629"/>
                </a:lnTo>
                <a:lnTo>
                  <a:pt x="16001" y="53949"/>
                </a:lnTo>
                <a:lnTo>
                  <a:pt x="15586" y="48929"/>
                </a:lnTo>
                <a:lnTo>
                  <a:pt x="15591" y="28735"/>
                </a:lnTo>
                <a:lnTo>
                  <a:pt x="23368" y="12103"/>
                </a:lnTo>
                <a:lnTo>
                  <a:pt x="45324" y="12103"/>
                </a:lnTo>
                <a:lnTo>
                  <a:pt x="42799" y="7886"/>
                </a:lnTo>
                <a:lnTo>
                  <a:pt x="38481" y="2628"/>
                </a:lnTo>
                <a:lnTo>
                  <a:pt x="32638" y="0"/>
                </a:lnTo>
                <a:close/>
              </a:path>
              <a:path w="50800" h="78104">
                <a:moveTo>
                  <a:pt x="45324" y="12103"/>
                </a:moveTo>
                <a:lnTo>
                  <a:pt x="26924" y="12103"/>
                </a:lnTo>
                <a:lnTo>
                  <a:pt x="28575" y="12661"/>
                </a:lnTo>
                <a:lnTo>
                  <a:pt x="31368" y="14909"/>
                </a:lnTo>
                <a:lnTo>
                  <a:pt x="32512" y="17144"/>
                </a:lnTo>
                <a:lnTo>
                  <a:pt x="34289" y="23825"/>
                </a:lnTo>
                <a:lnTo>
                  <a:pt x="34696" y="28735"/>
                </a:lnTo>
                <a:lnTo>
                  <a:pt x="34708" y="48929"/>
                </a:lnTo>
                <a:lnTo>
                  <a:pt x="34289" y="54152"/>
                </a:lnTo>
                <a:lnTo>
                  <a:pt x="33274" y="57886"/>
                </a:lnTo>
                <a:lnTo>
                  <a:pt x="32512" y="60794"/>
                </a:lnTo>
                <a:lnTo>
                  <a:pt x="31368" y="62814"/>
                </a:lnTo>
                <a:lnTo>
                  <a:pt x="28575" y="65062"/>
                </a:lnTo>
                <a:lnTo>
                  <a:pt x="26924" y="65620"/>
                </a:lnTo>
                <a:lnTo>
                  <a:pt x="45296" y="65620"/>
                </a:lnTo>
                <a:lnTo>
                  <a:pt x="46005" y="64454"/>
                </a:lnTo>
                <a:lnTo>
                  <a:pt x="48387" y="57451"/>
                </a:lnTo>
                <a:lnTo>
                  <a:pt x="49815" y="48929"/>
                </a:lnTo>
                <a:lnTo>
                  <a:pt x="50292"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161" name="object 161"/>
          <p:cNvSpPr/>
          <p:nvPr/>
        </p:nvSpPr>
        <p:spPr>
          <a:xfrm>
            <a:off x="2726435" y="5756147"/>
            <a:ext cx="33655" cy="76200"/>
          </a:xfrm>
          <a:custGeom>
            <a:avLst/>
            <a:gdLst/>
            <a:ahLst/>
            <a:cxnLst/>
            <a:rect l="l" t="t" r="r" b="b"/>
            <a:pathLst>
              <a:path w="33655" h="76200">
                <a:moveTo>
                  <a:pt x="33527" y="0"/>
                </a:moveTo>
                <a:lnTo>
                  <a:pt x="21716" y="0"/>
                </a:lnTo>
                <a:lnTo>
                  <a:pt x="19938" y="4622"/>
                </a:lnTo>
                <a:lnTo>
                  <a:pt x="16890" y="8674"/>
                </a:lnTo>
                <a:lnTo>
                  <a:pt x="8000" y="15608"/>
                </a:lnTo>
                <a:lnTo>
                  <a:pt x="3809" y="17957"/>
                </a:lnTo>
                <a:lnTo>
                  <a:pt x="0" y="19202"/>
                </a:lnTo>
                <a:lnTo>
                  <a:pt x="0" y="32410"/>
                </a:lnTo>
                <a:lnTo>
                  <a:pt x="7238" y="30022"/>
                </a:lnTo>
                <a:lnTo>
                  <a:pt x="13588" y="26352"/>
                </a:lnTo>
                <a:lnTo>
                  <a:pt x="18922" y="21374"/>
                </a:lnTo>
                <a:lnTo>
                  <a:pt x="18922" y="76199"/>
                </a:lnTo>
                <a:lnTo>
                  <a:pt x="33527" y="76199"/>
                </a:lnTo>
                <a:lnTo>
                  <a:pt x="33527" y="0"/>
                </a:lnTo>
                <a:close/>
              </a:path>
            </a:pathLst>
          </a:custGeom>
          <a:solidFill>
            <a:srgbClr val="4264DE">
              <a:alpha val="10195"/>
            </a:srgbClr>
          </a:solidFill>
        </p:spPr>
        <p:txBody>
          <a:bodyPr wrap="square" lIns="0" tIns="0" rIns="0" bIns="0" rtlCol="0"/>
          <a:lstStyle/>
          <a:p>
            <a:endParaRPr/>
          </a:p>
        </p:txBody>
      </p:sp>
      <p:sp>
        <p:nvSpPr>
          <p:cNvPr id="162" name="object 162"/>
          <p:cNvSpPr/>
          <p:nvPr/>
        </p:nvSpPr>
        <p:spPr>
          <a:xfrm>
            <a:off x="2892551" y="5754623"/>
            <a:ext cx="48895" cy="78105"/>
          </a:xfrm>
          <a:custGeom>
            <a:avLst/>
            <a:gdLst/>
            <a:ahLst/>
            <a:cxnLst/>
            <a:rect l="l" t="t" r="r" b="b"/>
            <a:pathLst>
              <a:path w="48894" h="78104">
                <a:moveTo>
                  <a:pt x="31623" y="0"/>
                </a:moveTo>
                <a:lnTo>
                  <a:pt x="17145" y="0"/>
                </a:lnTo>
                <a:lnTo>
                  <a:pt x="11430" y="2590"/>
                </a:lnTo>
                <a:lnTo>
                  <a:pt x="0" y="38734"/>
                </a:lnTo>
                <a:lnTo>
                  <a:pt x="438" y="48929"/>
                </a:lnTo>
                <a:lnTo>
                  <a:pt x="17018" y="77723"/>
                </a:lnTo>
                <a:lnTo>
                  <a:pt x="31623" y="77723"/>
                </a:lnTo>
                <a:lnTo>
                  <a:pt x="37337" y="75133"/>
                </a:lnTo>
                <a:lnTo>
                  <a:pt x="41402" y="69938"/>
                </a:lnTo>
                <a:lnTo>
                  <a:pt x="43953" y="65620"/>
                </a:lnTo>
                <a:lnTo>
                  <a:pt x="22606" y="65620"/>
                </a:lnTo>
                <a:lnTo>
                  <a:pt x="21065" y="65062"/>
                </a:lnTo>
                <a:lnTo>
                  <a:pt x="15182" y="48929"/>
                </a:lnTo>
                <a:lnTo>
                  <a:pt x="15186" y="28735"/>
                </a:lnTo>
                <a:lnTo>
                  <a:pt x="22606" y="12103"/>
                </a:lnTo>
                <a:lnTo>
                  <a:pt x="43911" y="12103"/>
                </a:lnTo>
                <a:lnTo>
                  <a:pt x="41402" y="7886"/>
                </a:lnTo>
                <a:lnTo>
                  <a:pt x="37337" y="2628"/>
                </a:lnTo>
                <a:lnTo>
                  <a:pt x="31623" y="0"/>
                </a:lnTo>
                <a:close/>
              </a:path>
              <a:path w="48894" h="78104">
                <a:moveTo>
                  <a:pt x="43911" y="12103"/>
                </a:moveTo>
                <a:lnTo>
                  <a:pt x="26162" y="12103"/>
                </a:lnTo>
                <a:lnTo>
                  <a:pt x="27686" y="12661"/>
                </a:lnTo>
                <a:lnTo>
                  <a:pt x="29083" y="13779"/>
                </a:lnTo>
                <a:lnTo>
                  <a:pt x="33588" y="48929"/>
                </a:lnTo>
                <a:lnTo>
                  <a:pt x="33274" y="54152"/>
                </a:lnTo>
                <a:lnTo>
                  <a:pt x="32258" y="57886"/>
                </a:lnTo>
                <a:lnTo>
                  <a:pt x="31496" y="60794"/>
                </a:lnTo>
                <a:lnTo>
                  <a:pt x="30353" y="62814"/>
                </a:lnTo>
                <a:lnTo>
                  <a:pt x="29051" y="63969"/>
                </a:lnTo>
                <a:lnTo>
                  <a:pt x="27651" y="65074"/>
                </a:lnTo>
                <a:lnTo>
                  <a:pt x="26162" y="65620"/>
                </a:lnTo>
                <a:lnTo>
                  <a:pt x="43953" y="65620"/>
                </a:lnTo>
                <a:lnTo>
                  <a:pt x="44642" y="64454"/>
                </a:lnTo>
                <a:lnTo>
                  <a:pt x="46942" y="57451"/>
                </a:lnTo>
                <a:lnTo>
                  <a:pt x="48313" y="48929"/>
                </a:lnTo>
                <a:lnTo>
                  <a:pt x="48768"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163" name="object 163"/>
          <p:cNvSpPr/>
          <p:nvPr/>
        </p:nvSpPr>
        <p:spPr>
          <a:xfrm>
            <a:off x="3073907" y="5756147"/>
            <a:ext cx="33655" cy="76200"/>
          </a:xfrm>
          <a:custGeom>
            <a:avLst/>
            <a:gdLst/>
            <a:ahLst/>
            <a:cxnLst/>
            <a:rect l="l" t="t" r="r" b="b"/>
            <a:pathLst>
              <a:path w="33655" h="76200">
                <a:moveTo>
                  <a:pt x="33528" y="0"/>
                </a:moveTo>
                <a:lnTo>
                  <a:pt x="21717" y="0"/>
                </a:lnTo>
                <a:lnTo>
                  <a:pt x="19939" y="4622"/>
                </a:lnTo>
                <a:lnTo>
                  <a:pt x="16891" y="8674"/>
                </a:lnTo>
                <a:lnTo>
                  <a:pt x="8000" y="15608"/>
                </a:lnTo>
                <a:lnTo>
                  <a:pt x="3810" y="17957"/>
                </a:lnTo>
                <a:lnTo>
                  <a:pt x="0" y="19202"/>
                </a:lnTo>
                <a:lnTo>
                  <a:pt x="0" y="32410"/>
                </a:lnTo>
                <a:lnTo>
                  <a:pt x="7239" y="30022"/>
                </a:lnTo>
                <a:lnTo>
                  <a:pt x="13589" y="26352"/>
                </a:lnTo>
                <a:lnTo>
                  <a:pt x="18923" y="21374"/>
                </a:lnTo>
                <a:lnTo>
                  <a:pt x="18923" y="76199"/>
                </a:lnTo>
                <a:lnTo>
                  <a:pt x="33528" y="76199"/>
                </a:lnTo>
                <a:lnTo>
                  <a:pt x="33528" y="0"/>
                </a:lnTo>
                <a:close/>
              </a:path>
            </a:pathLst>
          </a:custGeom>
          <a:solidFill>
            <a:srgbClr val="4264DE">
              <a:alpha val="10195"/>
            </a:srgbClr>
          </a:solidFill>
        </p:spPr>
        <p:txBody>
          <a:bodyPr wrap="square" lIns="0" tIns="0" rIns="0" bIns="0" rtlCol="0"/>
          <a:lstStyle/>
          <a:p>
            <a:endParaRPr/>
          </a:p>
        </p:txBody>
      </p:sp>
      <p:sp>
        <p:nvSpPr>
          <p:cNvPr id="164" name="object 164"/>
          <p:cNvSpPr/>
          <p:nvPr/>
        </p:nvSpPr>
        <p:spPr>
          <a:xfrm>
            <a:off x="3238500" y="5754623"/>
            <a:ext cx="50800" cy="78105"/>
          </a:xfrm>
          <a:custGeom>
            <a:avLst/>
            <a:gdLst/>
            <a:ahLst/>
            <a:cxnLst/>
            <a:rect l="l" t="t" r="r" b="b"/>
            <a:pathLst>
              <a:path w="50800" h="78104">
                <a:moveTo>
                  <a:pt x="32638" y="0"/>
                </a:moveTo>
                <a:lnTo>
                  <a:pt x="17652" y="0"/>
                </a:lnTo>
                <a:lnTo>
                  <a:pt x="11811" y="2590"/>
                </a:lnTo>
                <a:lnTo>
                  <a:pt x="0" y="38734"/>
                </a:lnTo>
                <a:lnTo>
                  <a:pt x="440" y="48929"/>
                </a:lnTo>
                <a:lnTo>
                  <a:pt x="17652" y="77723"/>
                </a:lnTo>
                <a:lnTo>
                  <a:pt x="32638" y="77723"/>
                </a:lnTo>
                <a:lnTo>
                  <a:pt x="38480" y="75133"/>
                </a:lnTo>
                <a:lnTo>
                  <a:pt x="42672" y="69938"/>
                </a:lnTo>
                <a:lnTo>
                  <a:pt x="45296" y="65620"/>
                </a:lnTo>
                <a:lnTo>
                  <a:pt x="23367" y="65620"/>
                </a:lnTo>
                <a:lnTo>
                  <a:pt x="21701" y="65062"/>
                </a:lnTo>
                <a:lnTo>
                  <a:pt x="18923" y="62852"/>
                </a:lnTo>
                <a:lnTo>
                  <a:pt x="17779" y="60629"/>
                </a:lnTo>
                <a:lnTo>
                  <a:pt x="16001" y="53949"/>
                </a:lnTo>
                <a:lnTo>
                  <a:pt x="15586" y="48929"/>
                </a:lnTo>
                <a:lnTo>
                  <a:pt x="15591" y="28735"/>
                </a:lnTo>
                <a:lnTo>
                  <a:pt x="23367" y="12103"/>
                </a:lnTo>
                <a:lnTo>
                  <a:pt x="45324" y="12103"/>
                </a:lnTo>
                <a:lnTo>
                  <a:pt x="42799" y="7886"/>
                </a:lnTo>
                <a:lnTo>
                  <a:pt x="38480" y="2628"/>
                </a:lnTo>
                <a:lnTo>
                  <a:pt x="32638" y="0"/>
                </a:lnTo>
                <a:close/>
              </a:path>
              <a:path w="50800" h="78104">
                <a:moveTo>
                  <a:pt x="45324" y="12103"/>
                </a:moveTo>
                <a:lnTo>
                  <a:pt x="26924" y="12103"/>
                </a:lnTo>
                <a:lnTo>
                  <a:pt x="28575" y="12661"/>
                </a:lnTo>
                <a:lnTo>
                  <a:pt x="31369" y="14909"/>
                </a:lnTo>
                <a:lnTo>
                  <a:pt x="32512" y="17144"/>
                </a:lnTo>
                <a:lnTo>
                  <a:pt x="34289" y="23825"/>
                </a:lnTo>
                <a:lnTo>
                  <a:pt x="34696" y="28735"/>
                </a:lnTo>
                <a:lnTo>
                  <a:pt x="34708" y="48929"/>
                </a:lnTo>
                <a:lnTo>
                  <a:pt x="34289" y="54152"/>
                </a:lnTo>
                <a:lnTo>
                  <a:pt x="33274" y="57886"/>
                </a:lnTo>
                <a:lnTo>
                  <a:pt x="32512" y="60794"/>
                </a:lnTo>
                <a:lnTo>
                  <a:pt x="31369" y="62814"/>
                </a:lnTo>
                <a:lnTo>
                  <a:pt x="28575" y="65062"/>
                </a:lnTo>
                <a:lnTo>
                  <a:pt x="26924" y="65620"/>
                </a:lnTo>
                <a:lnTo>
                  <a:pt x="45296" y="65620"/>
                </a:lnTo>
                <a:lnTo>
                  <a:pt x="46005" y="64454"/>
                </a:lnTo>
                <a:lnTo>
                  <a:pt x="48386" y="57451"/>
                </a:lnTo>
                <a:lnTo>
                  <a:pt x="49815" y="48929"/>
                </a:lnTo>
                <a:lnTo>
                  <a:pt x="50291"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165" name="object 165"/>
          <p:cNvSpPr/>
          <p:nvPr/>
        </p:nvSpPr>
        <p:spPr>
          <a:xfrm>
            <a:off x="3419855" y="5756147"/>
            <a:ext cx="33655" cy="76200"/>
          </a:xfrm>
          <a:custGeom>
            <a:avLst/>
            <a:gdLst/>
            <a:ahLst/>
            <a:cxnLst/>
            <a:rect l="l" t="t" r="r" b="b"/>
            <a:pathLst>
              <a:path w="33654" h="76200">
                <a:moveTo>
                  <a:pt x="33528" y="0"/>
                </a:moveTo>
                <a:lnTo>
                  <a:pt x="21717" y="0"/>
                </a:lnTo>
                <a:lnTo>
                  <a:pt x="19939" y="4622"/>
                </a:lnTo>
                <a:lnTo>
                  <a:pt x="16891" y="8674"/>
                </a:lnTo>
                <a:lnTo>
                  <a:pt x="8001" y="15608"/>
                </a:lnTo>
                <a:lnTo>
                  <a:pt x="3810" y="17957"/>
                </a:lnTo>
                <a:lnTo>
                  <a:pt x="0" y="19202"/>
                </a:lnTo>
                <a:lnTo>
                  <a:pt x="0" y="32410"/>
                </a:lnTo>
                <a:lnTo>
                  <a:pt x="7239" y="30022"/>
                </a:lnTo>
                <a:lnTo>
                  <a:pt x="13589" y="26352"/>
                </a:lnTo>
                <a:lnTo>
                  <a:pt x="18923" y="21374"/>
                </a:lnTo>
                <a:lnTo>
                  <a:pt x="18923" y="76199"/>
                </a:lnTo>
                <a:lnTo>
                  <a:pt x="33528" y="76199"/>
                </a:lnTo>
                <a:lnTo>
                  <a:pt x="33528" y="0"/>
                </a:lnTo>
                <a:close/>
              </a:path>
            </a:pathLst>
          </a:custGeom>
          <a:solidFill>
            <a:srgbClr val="4264DE">
              <a:alpha val="10195"/>
            </a:srgbClr>
          </a:solidFill>
        </p:spPr>
        <p:txBody>
          <a:bodyPr wrap="square" lIns="0" tIns="0" rIns="0" bIns="0" rtlCol="0"/>
          <a:lstStyle/>
          <a:p>
            <a:endParaRPr/>
          </a:p>
        </p:txBody>
      </p:sp>
      <p:sp>
        <p:nvSpPr>
          <p:cNvPr id="166" name="object 166"/>
          <p:cNvSpPr/>
          <p:nvPr/>
        </p:nvSpPr>
        <p:spPr>
          <a:xfrm>
            <a:off x="3585971" y="5754623"/>
            <a:ext cx="48895" cy="78105"/>
          </a:xfrm>
          <a:custGeom>
            <a:avLst/>
            <a:gdLst/>
            <a:ahLst/>
            <a:cxnLst/>
            <a:rect l="l" t="t" r="r" b="b"/>
            <a:pathLst>
              <a:path w="48895" h="78104">
                <a:moveTo>
                  <a:pt x="31623" y="0"/>
                </a:moveTo>
                <a:lnTo>
                  <a:pt x="17144" y="0"/>
                </a:lnTo>
                <a:lnTo>
                  <a:pt x="11429" y="2590"/>
                </a:lnTo>
                <a:lnTo>
                  <a:pt x="0" y="38734"/>
                </a:lnTo>
                <a:lnTo>
                  <a:pt x="438" y="48929"/>
                </a:lnTo>
                <a:lnTo>
                  <a:pt x="17017" y="77723"/>
                </a:lnTo>
                <a:lnTo>
                  <a:pt x="31623" y="77723"/>
                </a:lnTo>
                <a:lnTo>
                  <a:pt x="37337" y="75133"/>
                </a:lnTo>
                <a:lnTo>
                  <a:pt x="41401" y="69938"/>
                </a:lnTo>
                <a:lnTo>
                  <a:pt x="43953" y="65620"/>
                </a:lnTo>
                <a:lnTo>
                  <a:pt x="22605" y="65620"/>
                </a:lnTo>
                <a:lnTo>
                  <a:pt x="21065" y="65062"/>
                </a:lnTo>
                <a:lnTo>
                  <a:pt x="15182" y="48929"/>
                </a:lnTo>
                <a:lnTo>
                  <a:pt x="15186" y="28735"/>
                </a:lnTo>
                <a:lnTo>
                  <a:pt x="22605" y="12103"/>
                </a:lnTo>
                <a:lnTo>
                  <a:pt x="43911" y="12103"/>
                </a:lnTo>
                <a:lnTo>
                  <a:pt x="41401" y="7886"/>
                </a:lnTo>
                <a:lnTo>
                  <a:pt x="37337" y="2628"/>
                </a:lnTo>
                <a:lnTo>
                  <a:pt x="31623" y="0"/>
                </a:lnTo>
                <a:close/>
              </a:path>
              <a:path w="48895" h="78104">
                <a:moveTo>
                  <a:pt x="43911" y="12103"/>
                </a:moveTo>
                <a:lnTo>
                  <a:pt x="26162" y="12103"/>
                </a:lnTo>
                <a:lnTo>
                  <a:pt x="27686" y="12661"/>
                </a:lnTo>
                <a:lnTo>
                  <a:pt x="29082" y="13779"/>
                </a:lnTo>
                <a:lnTo>
                  <a:pt x="33588" y="48929"/>
                </a:lnTo>
                <a:lnTo>
                  <a:pt x="33274" y="54152"/>
                </a:lnTo>
                <a:lnTo>
                  <a:pt x="32257" y="57886"/>
                </a:lnTo>
                <a:lnTo>
                  <a:pt x="31495" y="60794"/>
                </a:lnTo>
                <a:lnTo>
                  <a:pt x="30352" y="62814"/>
                </a:lnTo>
                <a:lnTo>
                  <a:pt x="29051" y="63969"/>
                </a:lnTo>
                <a:lnTo>
                  <a:pt x="27651" y="65074"/>
                </a:lnTo>
                <a:lnTo>
                  <a:pt x="26162" y="65620"/>
                </a:lnTo>
                <a:lnTo>
                  <a:pt x="43953" y="65620"/>
                </a:lnTo>
                <a:lnTo>
                  <a:pt x="44642" y="64454"/>
                </a:lnTo>
                <a:lnTo>
                  <a:pt x="46942" y="57451"/>
                </a:lnTo>
                <a:lnTo>
                  <a:pt x="48313" y="48929"/>
                </a:lnTo>
                <a:lnTo>
                  <a:pt x="48767"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167" name="object 167"/>
          <p:cNvSpPr/>
          <p:nvPr/>
        </p:nvSpPr>
        <p:spPr>
          <a:xfrm>
            <a:off x="3767328" y="5756147"/>
            <a:ext cx="33655" cy="76200"/>
          </a:xfrm>
          <a:custGeom>
            <a:avLst/>
            <a:gdLst/>
            <a:ahLst/>
            <a:cxnLst/>
            <a:rect l="l" t="t" r="r" b="b"/>
            <a:pathLst>
              <a:path w="33654" h="76200">
                <a:moveTo>
                  <a:pt x="33527" y="0"/>
                </a:moveTo>
                <a:lnTo>
                  <a:pt x="21717" y="0"/>
                </a:lnTo>
                <a:lnTo>
                  <a:pt x="19938" y="4622"/>
                </a:lnTo>
                <a:lnTo>
                  <a:pt x="16891" y="8674"/>
                </a:lnTo>
                <a:lnTo>
                  <a:pt x="8000" y="15608"/>
                </a:lnTo>
                <a:lnTo>
                  <a:pt x="3810" y="17957"/>
                </a:lnTo>
                <a:lnTo>
                  <a:pt x="0" y="19202"/>
                </a:lnTo>
                <a:lnTo>
                  <a:pt x="0" y="32410"/>
                </a:lnTo>
                <a:lnTo>
                  <a:pt x="7238" y="30022"/>
                </a:lnTo>
                <a:lnTo>
                  <a:pt x="13588" y="26352"/>
                </a:lnTo>
                <a:lnTo>
                  <a:pt x="18923" y="21374"/>
                </a:lnTo>
                <a:lnTo>
                  <a:pt x="18923" y="76199"/>
                </a:lnTo>
                <a:lnTo>
                  <a:pt x="33527" y="76199"/>
                </a:lnTo>
                <a:lnTo>
                  <a:pt x="33527" y="0"/>
                </a:lnTo>
                <a:close/>
              </a:path>
            </a:pathLst>
          </a:custGeom>
          <a:solidFill>
            <a:srgbClr val="4264DE">
              <a:alpha val="10195"/>
            </a:srgbClr>
          </a:solidFill>
        </p:spPr>
        <p:txBody>
          <a:bodyPr wrap="square" lIns="0" tIns="0" rIns="0" bIns="0" rtlCol="0"/>
          <a:lstStyle/>
          <a:p>
            <a:endParaRPr/>
          </a:p>
        </p:txBody>
      </p:sp>
      <p:sp>
        <p:nvSpPr>
          <p:cNvPr id="168" name="object 168"/>
          <p:cNvSpPr/>
          <p:nvPr/>
        </p:nvSpPr>
        <p:spPr>
          <a:xfrm>
            <a:off x="3931920" y="5754623"/>
            <a:ext cx="50800" cy="78105"/>
          </a:xfrm>
          <a:custGeom>
            <a:avLst/>
            <a:gdLst/>
            <a:ahLst/>
            <a:cxnLst/>
            <a:rect l="l" t="t" r="r" b="b"/>
            <a:pathLst>
              <a:path w="50800" h="78104">
                <a:moveTo>
                  <a:pt x="32638" y="0"/>
                </a:moveTo>
                <a:lnTo>
                  <a:pt x="17652" y="0"/>
                </a:lnTo>
                <a:lnTo>
                  <a:pt x="11810" y="2590"/>
                </a:lnTo>
                <a:lnTo>
                  <a:pt x="0" y="38734"/>
                </a:lnTo>
                <a:lnTo>
                  <a:pt x="440" y="48929"/>
                </a:lnTo>
                <a:lnTo>
                  <a:pt x="17652" y="77723"/>
                </a:lnTo>
                <a:lnTo>
                  <a:pt x="32638" y="77723"/>
                </a:lnTo>
                <a:lnTo>
                  <a:pt x="38480" y="75133"/>
                </a:lnTo>
                <a:lnTo>
                  <a:pt x="42671" y="69938"/>
                </a:lnTo>
                <a:lnTo>
                  <a:pt x="45296" y="65620"/>
                </a:lnTo>
                <a:lnTo>
                  <a:pt x="23367" y="65620"/>
                </a:lnTo>
                <a:lnTo>
                  <a:pt x="21701" y="65062"/>
                </a:lnTo>
                <a:lnTo>
                  <a:pt x="18922" y="62852"/>
                </a:lnTo>
                <a:lnTo>
                  <a:pt x="17779" y="60629"/>
                </a:lnTo>
                <a:lnTo>
                  <a:pt x="16001" y="53949"/>
                </a:lnTo>
                <a:lnTo>
                  <a:pt x="15586" y="48929"/>
                </a:lnTo>
                <a:lnTo>
                  <a:pt x="15591" y="28735"/>
                </a:lnTo>
                <a:lnTo>
                  <a:pt x="23367" y="12103"/>
                </a:lnTo>
                <a:lnTo>
                  <a:pt x="45324" y="12103"/>
                </a:lnTo>
                <a:lnTo>
                  <a:pt x="42799" y="7886"/>
                </a:lnTo>
                <a:lnTo>
                  <a:pt x="38480" y="2628"/>
                </a:lnTo>
                <a:lnTo>
                  <a:pt x="32638" y="0"/>
                </a:lnTo>
                <a:close/>
              </a:path>
              <a:path w="50800" h="78104">
                <a:moveTo>
                  <a:pt x="45324" y="12103"/>
                </a:moveTo>
                <a:lnTo>
                  <a:pt x="26924" y="12103"/>
                </a:lnTo>
                <a:lnTo>
                  <a:pt x="28575" y="12661"/>
                </a:lnTo>
                <a:lnTo>
                  <a:pt x="31368" y="14909"/>
                </a:lnTo>
                <a:lnTo>
                  <a:pt x="32512" y="17144"/>
                </a:lnTo>
                <a:lnTo>
                  <a:pt x="34289" y="23825"/>
                </a:lnTo>
                <a:lnTo>
                  <a:pt x="34696" y="28735"/>
                </a:lnTo>
                <a:lnTo>
                  <a:pt x="34708" y="48929"/>
                </a:lnTo>
                <a:lnTo>
                  <a:pt x="34289" y="54152"/>
                </a:lnTo>
                <a:lnTo>
                  <a:pt x="33274" y="57886"/>
                </a:lnTo>
                <a:lnTo>
                  <a:pt x="32512" y="60794"/>
                </a:lnTo>
                <a:lnTo>
                  <a:pt x="31368" y="62814"/>
                </a:lnTo>
                <a:lnTo>
                  <a:pt x="28575" y="65062"/>
                </a:lnTo>
                <a:lnTo>
                  <a:pt x="26924" y="65620"/>
                </a:lnTo>
                <a:lnTo>
                  <a:pt x="45296" y="65620"/>
                </a:lnTo>
                <a:lnTo>
                  <a:pt x="46005" y="64454"/>
                </a:lnTo>
                <a:lnTo>
                  <a:pt x="48386" y="57451"/>
                </a:lnTo>
                <a:lnTo>
                  <a:pt x="49815" y="48929"/>
                </a:lnTo>
                <a:lnTo>
                  <a:pt x="50291"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169" name="object 169"/>
          <p:cNvSpPr/>
          <p:nvPr/>
        </p:nvSpPr>
        <p:spPr>
          <a:xfrm>
            <a:off x="4113276" y="5756147"/>
            <a:ext cx="33655" cy="76200"/>
          </a:xfrm>
          <a:custGeom>
            <a:avLst/>
            <a:gdLst/>
            <a:ahLst/>
            <a:cxnLst/>
            <a:rect l="l" t="t" r="r" b="b"/>
            <a:pathLst>
              <a:path w="33654" h="76200">
                <a:moveTo>
                  <a:pt x="33527" y="0"/>
                </a:moveTo>
                <a:lnTo>
                  <a:pt x="21716" y="0"/>
                </a:lnTo>
                <a:lnTo>
                  <a:pt x="19938" y="4622"/>
                </a:lnTo>
                <a:lnTo>
                  <a:pt x="16890" y="8674"/>
                </a:lnTo>
                <a:lnTo>
                  <a:pt x="8000" y="15608"/>
                </a:lnTo>
                <a:lnTo>
                  <a:pt x="3810" y="17957"/>
                </a:lnTo>
                <a:lnTo>
                  <a:pt x="0" y="19202"/>
                </a:lnTo>
                <a:lnTo>
                  <a:pt x="0" y="32410"/>
                </a:lnTo>
                <a:lnTo>
                  <a:pt x="7238" y="30022"/>
                </a:lnTo>
                <a:lnTo>
                  <a:pt x="13588" y="26352"/>
                </a:lnTo>
                <a:lnTo>
                  <a:pt x="18923" y="21374"/>
                </a:lnTo>
                <a:lnTo>
                  <a:pt x="18923" y="76199"/>
                </a:lnTo>
                <a:lnTo>
                  <a:pt x="33527" y="76199"/>
                </a:lnTo>
                <a:lnTo>
                  <a:pt x="33527" y="0"/>
                </a:lnTo>
                <a:close/>
              </a:path>
            </a:pathLst>
          </a:custGeom>
          <a:solidFill>
            <a:srgbClr val="4264DE">
              <a:alpha val="10195"/>
            </a:srgbClr>
          </a:solidFill>
        </p:spPr>
        <p:txBody>
          <a:bodyPr wrap="square" lIns="0" tIns="0" rIns="0" bIns="0" rtlCol="0"/>
          <a:lstStyle/>
          <a:p>
            <a:endParaRPr/>
          </a:p>
        </p:txBody>
      </p:sp>
      <p:sp>
        <p:nvSpPr>
          <p:cNvPr id="170" name="object 170"/>
          <p:cNvSpPr/>
          <p:nvPr/>
        </p:nvSpPr>
        <p:spPr>
          <a:xfrm>
            <a:off x="4279391" y="5754623"/>
            <a:ext cx="48895" cy="78105"/>
          </a:xfrm>
          <a:custGeom>
            <a:avLst/>
            <a:gdLst/>
            <a:ahLst/>
            <a:cxnLst/>
            <a:rect l="l" t="t" r="r" b="b"/>
            <a:pathLst>
              <a:path w="48895" h="78104">
                <a:moveTo>
                  <a:pt x="31623" y="0"/>
                </a:moveTo>
                <a:lnTo>
                  <a:pt x="17145" y="0"/>
                </a:lnTo>
                <a:lnTo>
                  <a:pt x="11430" y="2590"/>
                </a:lnTo>
                <a:lnTo>
                  <a:pt x="0" y="38734"/>
                </a:lnTo>
                <a:lnTo>
                  <a:pt x="438" y="48929"/>
                </a:lnTo>
                <a:lnTo>
                  <a:pt x="17018" y="77723"/>
                </a:lnTo>
                <a:lnTo>
                  <a:pt x="31623" y="77723"/>
                </a:lnTo>
                <a:lnTo>
                  <a:pt x="37337" y="75133"/>
                </a:lnTo>
                <a:lnTo>
                  <a:pt x="41402" y="69938"/>
                </a:lnTo>
                <a:lnTo>
                  <a:pt x="43953" y="65620"/>
                </a:lnTo>
                <a:lnTo>
                  <a:pt x="22606" y="65620"/>
                </a:lnTo>
                <a:lnTo>
                  <a:pt x="21065" y="65062"/>
                </a:lnTo>
                <a:lnTo>
                  <a:pt x="15182" y="48929"/>
                </a:lnTo>
                <a:lnTo>
                  <a:pt x="15186" y="28735"/>
                </a:lnTo>
                <a:lnTo>
                  <a:pt x="22606" y="12103"/>
                </a:lnTo>
                <a:lnTo>
                  <a:pt x="43911" y="12103"/>
                </a:lnTo>
                <a:lnTo>
                  <a:pt x="41402" y="7886"/>
                </a:lnTo>
                <a:lnTo>
                  <a:pt x="37337" y="2628"/>
                </a:lnTo>
                <a:lnTo>
                  <a:pt x="31623" y="0"/>
                </a:lnTo>
                <a:close/>
              </a:path>
              <a:path w="48895" h="78104">
                <a:moveTo>
                  <a:pt x="43911" y="12103"/>
                </a:moveTo>
                <a:lnTo>
                  <a:pt x="26162" y="12103"/>
                </a:lnTo>
                <a:lnTo>
                  <a:pt x="27686" y="12661"/>
                </a:lnTo>
                <a:lnTo>
                  <a:pt x="29083" y="13779"/>
                </a:lnTo>
                <a:lnTo>
                  <a:pt x="33588" y="48929"/>
                </a:lnTo>
                <a:lnTo>
                  <a:pt x="33274" y="54152"/>
                </a:lnTo>
                <a:lnTo>
                  <a:pt x="32258" y="57886"/>
                </a:lnTo>
                <a:lnTo>
                  <a:pt x="31496" y="60794"/>
                </a:lnTo>
                <a:lnTo>
                  <a:pt x="30353" y="62814"/>
                </a:lnTo>
                <a:lnTo>
                  <a:pt x="29051" y="63969"/>
                </a:lnTo>
                <a:lnTo>
                  <a:pt x="27651" y="65074"/>
                </a:lnTo>
                <a:lnTo>
                  <a:pt x="26162" y="65620"/>
                </a:lnTo>
                <a:lnTo>
                  <a:pt x="43953" y="65620"/>
                </a:lnTo>
                <a:lnTo>
                  <a:pt x="44642" y="64454"/>
                </a:lnTo>
                <a:lnTo>
                  <a:pt x="46942" y="57451"/>
                </a:lnTo>
                <a:lnTo>
                  <a:pt x="48313" y="48929"/>
                </a:lnTo>
                <a:lnTo>
                  <a:pt x="48768"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171" name="object 171"/>
          <p:cNvSpPr/>
          <p:nvPr/>
        </p:nvSpPr>
        <p:spPr>
          <a:xfrm>
            <a:off x="4460747" y="5756147"/>
            <a:ext cx="33655" cy="76200"/>
          </a:xfrm>
          <a:custGeom>
            <a:avLst/>
            <a:gdLst/>
            <a:ahLst/>
            <a:cxnLst/>
            <a:rect l="l" t="t" r="r" b="b"/>
            <a:pathLst>
              <a:path w="33654" h="76200">
                <a:moveTo>
                  <a:pt x="33527" y="0"/>
                </a:moveTo>
                <a:lnTo>
                  <a:pt x="21716" y="0"/>
                </a:lnTo>
                <a:lnTo>
                  <a:pt x="19938" y="4622"/>
                </a:lnTo>
                <a:lnTo>
                  <a:pt x="16890" y="8674"/>
                </a:lnTo>
                <a:lnTo>
                  <a:pt x="8000" y="15608"/>
                </a:lnTo>
                <a:lnTo>
                  <a:pt x="3810" y="17957"/>
                </a:lnTo>
                <a:lnTo>
                  <a:pt x="0" y="19202"/>
                </a:lnTo>
                <a:lnTo>
                  <a:pt x="0" y="32410"/>
                </a:lnTo>
                <a:lnTo>
                  <a:pt x="7238" y="30022"/>
                </a:lnTo>
                <a:lnTo>
                  <a:pt x="13588" y="26352"/>
                </a:lnTo>
                <a:lnTo>
                  <a:pt x="18923" y="21374"/>
                </a:lnTo>
                <a:lnTo>
                  <a:pt x="18923" y="76199"/>
                </a:lnTo>
                <a:lnTo>
                  <a:pt x="33527" y="76199"/>
                </a:lnTo>
                <a:lnTo>
                  <a:pt x="33527" y="0"/>
                </a:lnTo>
                <a:close/>
              </a:path>
            </a:pathLst>
          </a:custGeom>
          <a:solidFill>
            <a:srgbClr val="4264DE">
              <a:alpha val="10195"/>
            </a:srgbClr>
          </a:solidFill>
        </p:spPr>
        <p:txBody>
          <a:bodyPr wrap="square" lIns="0" tIns="0" rIns="0" bIns="0" rtlCol="0"/>
          <a:lstStyle/>
          <a:p>
            <a:endParaRPr/>
          </a:p>
        </p:txBody>
      </p:sp>
      <p:sp>
        <p:nvSpPr>
          <p:cNvPr id="172" name="object 172"/>
          <p:cNvSpPr/>
          <p:nvPr/>
        </p:nvSpPr>
        <p:spPr>
          <a:xfrm>
            <a:off x="4625340" y="5754623"/>
            <a:ext cx="50800" cy="78105"/>
          </a:xfrm>
          <a:custGeom>
            <a:avLst/>
            <a:gdLst/>
            <a:ahLst/>
            <a:cxnLst/>
            <a:rect l="l" t="t" r="r" b="b"/>
            <a:pathLst>
              <a:path w="50800" h="78104">
                <a:moveTo>
                  <a:pt x="32638" y="0"/>
                </a:moveTo>
                <a:lnTo>
                  <a:pt x="17652" y="0"/>
                </a:lnTo>
                <a:lnTo>
                  <a:pt x="11811" y="2590"/>
                </a:lnTo>
                <a:lnTo>
                  <a:pt x="0" y="38734"/>
                </a:lnTo>
                <a:lnTo>
                  <a:pt x="440" y="48929"/>
                </a:lnTo>
                <a:lnTo>
                  <a:pt x="17652" y="77723"/>
                </a:lnTo>
                <a:lnTo>
                  <a:pt x="32638" y="77723"/>
                </a:lnTo>
                <a:lnTo>
                  <a:pt x="38481" y="75133"/>
                </a:lnTo>
                <a:lnTo>
                  <a:pt x="42672" y="69938"/>
                </a:lnTo>
                <a:lnTo>
                  <a:pt x="45296" y="65620"/>
                </a:lnTo>
                <a:lnTo>
                  <a:pt x="23368" y="65620"/>
                </a:lnTo>
                <a:lnTo>
                  <a:pt x="21701" y="65062"/>
                </a:lnTo>
                <a:lnTo>
                  <a:pt x="18923" y="62852"/>
                </a:lnTo>
                <a:lnTo>
                  <a:pt x="17780" y="60629"/>
                </a:lnTo>
                <a:lnTo>
                  <a:pt x="16001" y="53949"/>
                </a:lnTo>
                <a:lnTo>
                  <a:pt x="15586" y="48929"/>
                </a:lnTo>
                <a:lnTo>
                  <a:pt x="15591" y="28735"/>
                </a:lnTo>
                <a:lnTo>
                  <a:pt x="23368" y="12103"/>
                </a:lnTo>
                <a:lnTo>
                  <a:pt x="45324" y="12103"/>
                </a:lnTo>
                <a:lnTo>
                  <a:pt x="42799" y="7886"/>
                </a:lnTo>
                <a:lnTo>
                  <a:pt x="38481" y="2628"/>
                </a:lnTo>
                <a:lnTo>
                  <a:pt x="32638" y="0"/>
                </a:lnTo>
                <a:close/>
              </a:path>
              <a:path w="50800" h="78104">
                <a:moveTo>
                  <a:pt x="45324" y="12103"/>
                </a:moveTo>
                <a:lnTo>
                  <a:pt x="26924" y="12103"/>
                </a:lnTo>
                <a:lnTo>
                  <a:pt x="28575" y="12661"/>
                </a:lnTo>
                <a:lnTo>
                  <a:pt x="31369" y="14909"/>
                </a:lnTo>
                <a:lnTo>
                  <a:pt x="32512" y="17144"/>
                </a:lnTo>
                <a:lnTo>
                  <a:pt x="34289" y="23825"/>
                </a:lnTo>
                <a:lnTo>
                  <a:pt x="34696" y="28735"/>
                </a:lnTo>
                <a:lnTo>
                  <a:pt x="34708" y="48929"/>
                </a:lnTo>
                <a:lnTo>
                  <a:pt x="34289" y="54152"/>
                </a:lnTo>
                <a:lnTo>
                  <a:pt x="33274" y="57886"/>
                </a:lnTo>
                <a:lnTo>
                  <a:pt x="32512" y="60794"/>
                </a:lnTo>
                <a:lnTo>
                  <a:pt x="31369" y="62814"/>
                </a:lnTo>
                <a:lnTo>
                  <a:pt x="28575" y="65062"/>
                </a:lnTo>
                <a:lnTo>
                  <a:pt x="26924" y="65620"/>
                </a:lnTo>
                <a:lnTo>
                  <a:pt x="45296" y="65620"/>
                </a:lnTo>
                <a:lnTo>
                  <a:pt x="46005" y="64454"/>
                </a:lnTo>
                <a:lnTo>
                  <a:pt x="48387" y="57451"/>
                </a:lnTo>
                <a:lnTo>
                  <a:pt x="49815" y="48929"/>
                </a:lnTo>
                <a:lnTo>
                  <a:pt x="50292"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173" name="object 173"/>
          <p:cNvSpPr/>
          <p:nvPr/>
        </p:nvSpPr>
        <p:spPr>
          <a:xfrm>
            <a:off x="4806696" y="5756147"/>
            <a:ext cx="33655" cy="76200"/>
          </a:xfrm>
          <a:custGeom>
            <a:avLst/>
            <a:gdLst/>
            <a:ahLst/>
            <a:cxnLst/>
            <a:rect l="l" t="t" r="r" b="b"/>
            <a:pathLst>
              <a:path w="33654" h="76200">
                <a:moveTo>
                  <a:pt x="33527" y="0"/>
                </a:moveTo>
                <a:lnTo>
                  <a:pt x="21716" y="0"/>
                </a:lnTo>
                <a:lnTo>
                  <a:pt x="19938" y="4622"/>
                </a:lnTo>
                <a:lnTo>
                  <a:pt x="16890" y="8674"/>
                </a:lnTo>
                <a:lnTo>
                  <a:pt x="8000" y="15608"/>
                </a:lnTo>
                <a:lnTo>
                  <a:pt x="3809" y="17957"/>
                </a:lnTo>
                <a:lnTo>
                  <a:pt x="0" y="19202"/>
                </a:lnTo>
                <a:lnTo>
                  <a:pt x="0" y="32410"/>
                </a:lnTo>
                <a:lnTo>
                  <a:pt x="7238" y="30022"/>
                </a:lnTo>
                <a:lnTo>
                  <a:pt x="13588" y="26352"/>
                </a:lnTo>
                <a:lnTo>
                  <a:pt x="18923" y="21374"/>
                </a:lnTo>
                <a:lnTo>
                  <a:pt x="18923" y="76199"/>
                </a:lnTo>
                <a:lnTo>
                  <a:pt x="33527" y="76199"/>
                </a:lnTo>
                <a:lnTo>
                  <a:pt x="33527" y="0"/>
                </a:lnTo>
                <a:close/>
              </a:path>
            </a:pathLst>
          </a:custGeom>
          <a:solidFill>
            <a:srgbClr val="4264DE">
              <a:alpha val="10195"/>
            </a:srgbClr>
          </a:solidFill>
        </p:spPr>
        <p:txBody>
          <a:bodyPr wrap="square" lIns="0" tIns="0" rIns="0" bIns="0" rtlCol="0"/>
          <a:lstStyle/>
          <a:p>
            <a:endParaRPr/>
          </a:p>
        </p:txBody>
      </p:sp>
      <p:sp>
        <p:nvSpPr>
          <p:cNvPr id="174" name="object 174"/>
          <p:cNvSpPr/>
          <p:nvPr/>
        </p:nvSpPr>
        <p:spPr>
          <a:xfrm>
            <a:off x="4972811" y="5754623"/>
            <a:ext cx="48895" cy="78105"/>
          </a:xfrm>
          <a:custGeom>
            <a:avLst/>
            <a:gdLst/>
            <a:ahLst/>
            <a:cxnLst/>
            <a:rect l="l" t="t" r="r" b="b"/>
            <a:pathLst>
              <a:path w="48895" h="78104">
                <a:moveTo>
                  <a:pt x="31623" y="0"/>
                </a:moveTo>
                <a:lnTo>
                  <a:pt x="17145" y="0"/>
                </a:lnTo>
                <a:lnTo>
                  <a:pt x="11429" y="2590"/>
                </a:lnTo>
                <a:lnTo>
                  <a:pt x="0" y="38734"/>
                </a:lnTo>
                <a:lnTo>
                  <a:pt x="438" y="48929"/>
                </a:lnTo>
                <a:lnTo>
                  <a:pt x="17017" y="77723"/>
                </a:lnTo>
                <a:lnTo>
                  <a:pt x="31623" y="77723"/>
                </a:lnTo>
                <a:lnTo>
                  <a:pt x="37337" y="75133"/>
                </a:lnTo>
                <a:lnTo>
                  <a:pt x="41401" y="69938"/>
                </a:lnTo>
                <a:lnTo>
                  <a:pt x="43953" y="65620"/>
                </a:lnTo>
                <a:lnTo>
                  <a:pt x="22605" y="65620"/>
                </a:lnTo>
                <a:lnTo>
                  <a:pt x="21065" y="65062"/>
                </a:lnTo>
                <a:lnTo>
                  <a:pt x="15182" y="48929"/>
                </a:lnTo>
                <a:lnTo>
                  <a:pt x="15186" y="28735"/>
                </a:lnTo>
                <a:lnTo>
                  <a:pt x="22605" y="12103"/>
                </a:lnTo>
                <a:lnTo>
                  <a:pt x="43911" y="12103"/>
                </a:lnTo>
                <a:lnTo>
                  <a:pt x="41401" y="7886"/>
                </a:lnTo>
                <a:lnTo>
                  <a:pt x="37337" y="2628"/>
                </a:lnTo>
                <a:lnTo>
                  <a:pt x="31623" y="0"/>
                </a:lnTo>
                <a:close/>
              </a:path>
              <a:path w="48895" h="78104">
                <a:moveTo>
                  <a:pt x="43911" y="12103"/>
                </a:moveTo>
                <a:lnTo>
                  <a:pt x="26162" y="12103"/>
                </a:lnTo>
                <a:lnTo>
                  <a:pt x="27686" y="12661"/>
                </a:lnTo>
                <a:lnTo>
                  <a:pt x="29083" y="13779"/>
                </a:lnTo>
                <a:lnTo>
                  <a:pt x="33588" y="48929"/>
                </a:lnTo>
                <a:lnTo>
                  <a:pt x="33274" y="54152"/>
                </a:lnTo>
                <a:lnTo>
                  <a:pt x="32258" y="57886"/>
                </a:lnTo>
                <a:lnTo>
                  <a:pt x="31496" y="60794"/>
                </a:lnTo>
                <a:lnTo>
                  <a:pt x="30352" y="62814"/>
                </a:lnTo>
                <a:lnTo>
                  <a:pt x="29051" y="63969"/>
                </a:lnTo>
                <a:lnTo>
                  <a:pt x="27651" y="65074"/>
                </a:lnTo>
                <a:lnTo>
                  <a:pt x="26162" y="65620"/>
                </a:lnTo>
                <a:lnTo>
                  <a:pt x="43953" y="65620"/>
                </a:lnTo>
                <a:lnTo>
                  <a:pt x="44642" y="64454"/>
                </a:lnTo>
                <a:lnTo>
                  <a:pt x="46942" y="57451"/>
                </a:lnTo>
                <a:lnTo>
                  <a:pt x="48313" y="48929"/>
                </a:lnTo>
                <a:lnTo>
                  <a:pt x="48767"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175" name="object 175"/>
          <p:cNvSpPr/>
          <p:nvPr/>
        </p:nvSpPr>
        <p:spPr>
          <a:xfrm>
            <a:off x="5154167" y="5756147"/>
            <a:ext cx="33655" cy="76200"/>
          </a:xfrm>
          <a:custGeom>
            <a:avLst/>
            <a:gdLst/>
            <a:ahLst/>
            <a:cxnLst/>
            <a:rect l="l" t="t" r="r" b="b"/>
            <a:pathLst>
              <a:path w="33654" h="76200">
                <a:moveTo>
                  <a:pt x="33528" y="0"/>
                </a:moveTo>
                <a:lnTo>
                  <a:pt x="21717" y="0"/>
                </a:lnTo>
                <a:lnTo>
                  <a:pt x="19939" y="4622"/>
                </a:lnTo>
                <a:lnTo>
                  <a:pt x="16891" y="8674"/>
                </a:lnTo>
                <a:lnTo>
                  <a:pt x="8001" y="15608"/>
                </a:lnTo>
                <a:lnTo>
                  <a:pt x="3810" y="17957"/>
                </a:lnTo>
                <a:lnTo>
                  <a:pt x="0" y="19202"/>
                </a:lnTo>
                <a:lnTo>
                  <a:pt x="0" y="32410"/>
                </a:lnTo>
                <a:lnTo>
                  <a:pt x="7239" y="30022"/>
                </a:lnTo>
                <a:lnTo>
                  <a:pt x="13589" y="26352"/>
                </a:lnTo>
                <a:lnTo>
                  <a:pt x="18923" y="21374"/>
                </a:lnTo>
                <a:lnTo>
                  <a:pt x="18923" y="76199"/>
                </a:lnTo>
                <a:lnTo>
                  <a:pt x="33528" y="76199"/>
                </a:lnTo>
                <a:lnTo>
                  <a:pt x="33528" y="0"/>
                </a:lnTo>
                <a:close/>
              </a:path>
            </a:pathLst>
          </a:custGeom>
          <a:solidFill>
            <a:srgbClr val="4264DE">
              <a:alpha val="10195"/>
            </a:srgbClr>
          </a:solidFill>
        </p:spPr>
        <p:txBody>
          <a:bodyPr wrap="square" lIns="0" tIns="0" rIns="0" bIns="0" rtlCol="0"/>
          <a:lstStyle/>
          <a:p>
            <a:endParaRPr/>
          </a:p>
        </p:txBody>
      </p:sp>
      <p:sp>
        <p:nvSpPr>
          <p:cNvPr id="176" name="object 176"/>
          <p:cNvSpPr/>
          <p:nvPr/>
        </p:nvSpPr>
        <p:spPr>
          <a:xfrm>
            <a:off x="5318759" y="5754623"/>
            <a:ext cx="50800" cy="78105"/>
          </a:xfrm>
          <a:custGeom>
            <a:avLst/>
            <a:gdLst/>
            <a:ahLst/>
            <a:cxnLst/>
            <a:rect l="l" t="t" r="r" b="b"/>
            <a:pathLst>
              <a:path w="50800" h="78104">
                <a:moveTo>
                  <a:pt x="32638" y="0"/>
                </a:moveTo>
                <a:lnTo>
                  <a:pt x="17652" y="0"/>
                </a:lnTo>
                <a:lnTo>
                  <a:pt x="11811" y="2590"/>
                </a:lnTo>
                <a:lnTo>
                  <a:pt x="0" y="38734"/>
                </a:lnTo>
                <a:lnTo>
                  <a:pt x="440" y="48929"/>
                </a:lnTo>
                <a:lnTo>
                  <a:pt x="17652" y="77723"/>
                </a:lnTo>
                <a:lnTo>
                  <a:pt x="32638" y="77723"/>
                </a:lnTo>
                <a:lnTo>
                  <a:pt x="38480" y="75133"/>
                </a:lnTo>
                <a:lnTo>
                  <a:pt x="42672" y="69938"/>
                </a:lnTo>
                <a:lnTo>
                  <a:pt x="45296" y="65620"/>
                </a:lnTo>
                <a:lnTo>
                  <a:pt x="23367" y="65620"/>
                </a:lnTo>
                <a:lnTo>
                  <a:pt x="21701" y="65062"/>
                </a:lnTo>
                <a:lnTo>
                  <a:pt x="18923" y="62852"/>
                </a:lnTo>
                <a:lnTo>
                  <a:pt x="17779" y="60629"/>
                </a:lnTo>
                <a:lnTo>
                  <a:pt x="16001" y="53949"/>
                </a:lnTo>
                <a:lnTo>
                  <a:pt x="15586" y="48929"/>
                </a:lnTo>
                <a:lnTo>
                  <a:pt x="15591" y="28735"/>
                </a:lnTo>
                <a:lnTo>
                  <a:pt x="23367" y="12103"/>
                </a:lnTo>
                <a:lnTo>
                  <a:pt x="45324" y="12103"/>
                </a:lnTo>
                <a:lnTo>
                  <a:pt x="42799" y="7886"/>
                </a:lnTo>
                <a:lnTo>
                  <a:pt x="38480" y="2628"/>
                </a:lnTo>
                <a:lnTo>
                  <a:pt x="32638" y="0"/>
                </a:lnTo>
                <a:close/>
              </a:path>
              <a:path w="50800" h="78104">
                <a:moveTo>
                  <a:pt x="45324" y="12103"/>
                </a:moveTo>
                <a:lnTo>
                  <a:pt x="26924" y="12103"/>
                </a:lnTo>
                <a:lnTo>
                  <a:pt x="28575" y="12661"/>
                </a:lnTo>
                <a:lnTo>
                  <a:pt x="31368" y="14909"/>
                </a:lnTo>
                <a:lnTo>
                  <a:pt x="32512" y="17144"/>
                </a:lnTo>
                <a:lnTo>
                  <a:pt x="34289" y="23825"/>
                </a:lnTo>
                <a:lnTo>
                  <a:pt x="34696" y="28735"/>
                </a:lnTo>
                <a:lnTo>
                  <a:pt x="34708" y="48929"/>
                </a:lnTo>
                <a:lnTo>
                  <a:pt x="34289" y="54152"/>
                </a:lnTo>
                <a:lnTo>
                  <a:pt x="33274" y="57886"/>
                </a:lnTo>
                <a:lnTo>
                  <a:pt x="32512" y="60794"/>
                </a:lnTo>
                <a:lnTo>
                  <a:pt x="31368" y="62814"/>
                </a:lnTo>
                <a:lnTo>
                  <a:pt x="28575" y="65062"/>
                </a:lnTo>
                <a:lnTo>
                  <a:pt x="26924" y="65620"/>
                </a:lnTo>
                <a:lnTo>
                  <a:pt x="45296" y="65620"/>
                </a:lnTo>
                <a:lnTo>
                  <a:pt x="46005" y="64454"/>
                </a:lnTo>
                <a:lnTo>
                  <a:pt x="48386" y="57451"/>
                </a:lnTo>
                <a:lnTo>
                  <a:pt x="49815" y="48929"/>
                </a:lnTo>
                <a:lnTo>
                  <a:pt x="50291"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177" name="object 177"/>
          <p:cNvSpPr/>
          <p:nvPr/>
        </p:nvSpPr>
        <p:spPr>
          <a:xfrm>
            <a:off x="5500115" y="5756147"/>
            <a:ext cx="33655" cy="76200"/>
          </a:xfrm>
          <a:custGeom>
            <a:avLst/>
            <a:gdLst/>
            <a:ahLst/>
            <a:cxnLst/>
            <a:rect l="l" t="t" r="r" b="b"/>
            <a:pathLst>
              <a:path w="33654" h="76200">
                <a:moveTo>
                  <a:pt x="33528" y="0"/>
                </a:moveTo>
                <a:lnTo>
                  <a:pt x="21717" y="0"/>
                </a:lnTo>
                <a:lnTo>
                  <a:pt x="19938" y="4622"/>
                </a:lnTo>
                <a:lnTo>
                  <a:pt x="16891" y="8674"/>
                </a:lnTo>
                <a:lnTo>
                  <a:pt x="8000" y="15608"/>
                </a:lnTo>
                <a:lnTo>
                  <a:pt x="3810" y="17957"/>
                </a:lnTo>
                <a:lnTo>
                  <a:pt x="0" y="19202"/>
                </a:lnTo>
                <a:lnTo>
                  <a:pt x="0" y="32410"/>
                </a:lnTo>
                <a:lnTo>
                  <a:pt x="7238" y="30022"/>
                </a:lnTo>
                <a:lnTo>
                  <a:pt x="13588" y="26352"/>
                </a:lnTo>
                <a:lnTo>
                  <a:pt x="18923" y="21374"/>
                </a:lnTo>
                <a:lnTo>
                  <a:pt x="18923" y="76199"/>
                </a:lnTo>
                <a:lnTo>
                  <a:pt x="33528" y="76199"/>
                </a:lnTo>
                <a:lnTo>
                  <a:pt x="33528" y="0"/>
                </a:lnTo>
                <a:close/>
              </a:path>
            </a:pathLst>
          </a:custGeom>
          <a:solidFill>
            <a:srgbClr val="4264DE">
              <a:alpha val="10195"/>
            </a:srgbClr>
          </a:solidFill>
        </p:spPr>
        <p:txBody>
          <a:bodyPr wrap="square" lIns="0" tIns="0" rIns="0" bIns="0" rtlCol="0"/>
          <a:lstStyle/>
          <a:p>
            <a:endParaRPr/>
          </a:p>
        </p:txBody>
      </p:sp>
      <p:sp>
        <p:nvSpPr>
          <p:cNvPr id="178" name="object 178"/>
          <p:cNvSpPr/>
          <p:nvPr/>
        </p:nvSpPr>
        <p:spPr>
          <a:xfrm>
            <a:off x="5666232" y="5754623"/>
            <a:ext cx="48895" cy="78105"/>
          </a:xfrm>
          <a:custGeom>
            <a:avLst/>
            <a:gdLst/>
            <a:ahLst/>
            <a:cxnLst/>
            <a:rect l="l" t="t" r="r" b="b"/>
            <a:pathLst>
              <a:path w="48895" h="78104">
                <a:moveTo>
                  <a:pt x="31622" y="0"/>
                </a:moveTo>
                <a:lnTo>
                  <a:pt x="17144" y="0"/>
                </a:lnTo>
                <a:lnTo>
                  <a:pt x="11429" y="2590"/>
                </a:lnTo>
                <a:lnTo>
                  <a:pt x="0" y="38734"/>
                </a:lnTo>
                <a:lnTo>
                  <a:pt x="438" y="48929"/>
                </a:lnTo>
                <a:lnTo>
                  <a:pt x="17017" y="77723"/>
                </a:lnTo>
                <a:lnTo>
                  <a:pt x="31622" y="77723"/>
                </a:lnTo>
                <a:lnTo>
                  <a:pt x="37337" y="75133"/>
                </a:lnTo>
                <a:lnTo>
                  <a:pt x="41401" y="69938"/>
                </a:lnTo>
                <a:lnTo>
                  <a:pt x="43953" y="65620"/>
                </a:lnTo>
                <a:lnTo>
                  <a:pt x="22605" y="65620"/>
                </a:lnTo>
                <a:lnTo>
                  <a:pt x="21065" y="65062"/>
                </a:lnTo>
                <a:lnTo>
                  <a:pt x="15182" y="48929"/>
                </a:lnTo>
                <a:lnTo>
                  <a:pt x="15186" y="28735"/>
                </a:lnTo>
                <a:lnTo>
                  <a:pt x="22605" y="12103"/>
                </a:lnTo>
                <a:lnTo>
                  <a:pt x="43911" y="12103"/>
                </a:lnTo>
                <a:lnTo>
                  <a:pt x="41401" y="7886"/>
                </a:lnTo>
                <a:lnTo>
                  <a:pt x="37337" y="2628"/>
                </a:lnTo>
                <a:lnTo>
                  <a:pt x="31622" y="0"/>
                </a:lnTo>
                <a:close/>
              </a:path>
              <a:path w="48895" h="78104">
                <a:moveTo>
                  <a:pt x="43911" y="12103"/>
                </a:moveTo>
                <a:lnTo>
                  <a:pt x="26162" y="12103"/>
                </a:lnTo>
                <a:lnTo>
                  <a:pt x="27685" y="12661"/>
                </a:lnTo>
                <a:lnTo>
                  <a:pt x="29082" y="13779"/>
                </a:lnTo>
                <a:lnTo>
                  <a:pt x="33588" y="48929"/>
                </a:lnTo>
                <a:lnTo>
                  <a:pt x="33273" y="54152"/>
                </a:lnTo>
                <a:lnTo>
                  <a:pt x="32257" y="57886"/>
                </a:lnTo>
                <a:lnTo>
                  <a:pt x="31495" y="60794"/>
                </a:lnTo>
                <a:lnTo>
                  <a:pt x="30352" y="62814"/>
                </a:lnTo>
                <a:lnTo>
                  <a:pt x="29051" y="63969"/>
                </a:lnTo>
                <a:lnTo>
                  <a:pt x="27651" y="65074"/>
                </a:lnTo>
                <a:lnTo>
                  <a:pt x="26162" y="65620"/>
                </a:lnTo>
                <a:lnTo>
                  <a:pt x="43953" y="65620"/>
                </a:lnTo>
                <a:lnTo>
                  <a:pt x="44642" y="64454"/>
                </a:lnTo>
                <a:lnTo>
                  <a:pt x="46942" y="57451"/>
                </a:lnTo>
                <a:lnTo>
                  <a:pt x="48313" y="48929"/>
                </a:lnTo>
                <a:lnTo>
                  <a:pt x="48767"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179" name="object 179"/>
          <p:cNvSpPr/>
          <p:nvPr/>
        </p:nvSpPr>
        <p:spPr>
          <a:xfrm>
            <a:off x="5847588" y="5756147"/>
            <a:ext cx="33655" cy="76200"/>
          </a:xfrm>
          <a:custGeom>
            <a:avLst/>
            <a:gdLst/>
            <a:ahLst/>
            <a:cxnLst/>
            <a:rect l="l" t="t" r="r" b="b"/>
            <a:pathLst>
              <a:path w="33654" h="76200">
                <a:moveTo>
                  <a:pt x="33527" y="0"/>
                </a:moveTo>
                <a:lnTo>
                  <a:pt x="21716" y="0"/>
                </a:lnTo>
                <a:lnTo>
                  <a:pt x="19938" y="4622"/>
                </a:lnTo>
                <a:lnTo>
                  <a:pt x="16890" y="8674"/>
                </a:lnTo>
                <a:lnTo>
                  <a:pt x="8000" y="15608"/>
                </a:lnTo>
                <a:lnTo>
                  <a:pt x="3810" y="17957"/>
                </a:lnTo>
                <a:lnTo>
                  <a:pt x="0" y="19202"/>
                </a:lnTo>
                <a:lnTo>
                  <a:pt x="0" y="32410"/>
                </a:lnTo>
                <a:lnTo>
                  <a:pt x="7238" y="30022"/>
                </a:lnTo>
                <a:lnTo>
                  <a:pt x="13588" y="26352"/>
                </a:lnTo>
                <a:lnTo>
                  <a:pt x="18923" y="21374"/>
                </a:lnTo>
                <a:lnTo>
                  <a:pt x="18923" y="76199"/>
                </a:lnTo>
                <a:lnTo>
                  <a:pt x="33527" y="76199"/>
                </a:lnTo>
                <a:lnTo>
                  <a:pt x="33527" y="0"/>
                </a:lnTo>
                <a:close/>
              </a:path>
            </a:pathLst>
          </a:custGeom>
          <a:solidFill>
            <a:srgbClr val="4264DE">
              <a:alpha val="10195"/>
            </a:srgbClr>
          </a:solidFill>
        </p:spPr>
        <p:txBody>
          <a:bodyPr wrap="square" lIns="0" tIns="0" rIns="0" bIns="0" rtlCol="0"/>
          <a:lstStyle/>
          <a:p>
            <a:endParaRPr/>
          </a:p>
        </p:txBody>
      </p:sp>
      <p:sp>
        <p:nvSpPr>
          <p:cNvPr id="180" name="object 180"/>
          <p:cNvSpPr/>
          <p:nvPr/>
        </p:nvSpPr>
        <p:spPr>
          <a:xfrm>
            <a:off x="6012179" y="5754623"/>
            <a:ext cx="50800" cy="78105"/>
          </a:xfrm>
          <a:custGeom>
            <a:avLst/>
            <a:gdLst/>
            <a:ahLst/>
            <a:cxnLst/>
            <a:rect l="l" t="t" r="r" b="b"/>
            <a:pathLst>
              <a:path w="50800" h="78104">
                <a:moveTo>
                  <a:pt x="32639" y="0"/>
                </a:moveTo>
                <a:lnTo>
                  <a:pt x="17653" y="0"/>
                </a:lnTo>
                <a:lnTo>
                  <a:pt x="11811" y="2590"/>
                </a:lnTo>
                <a:lnTo>
                  <a:pt x="0" y="38734"/>
                </a:lnTo>
                <a:lnTo>
                  <a:pt x="440" y="48929"/>
                </a:lnTo>
                <a:lnTo>
                  <a:pt x="17653" y="77723"/>
                </a:lnTo>
                <a:lnTo>
                  <a:pt x="32639" y="77723"/>
                </a:lnTo>
                <a:lnTo>
                  <a:pt x="38481" y="75133"/>
                </a:lnTo>
                <a:lnTo>
                  <a:pt x="42672" y="69938"/>
                </a:lnTo>
                <a:lnTo>
                  <a:pt x="45296" y="65620"/>
                </a:lnTo>
                <a:lnTo>
                  <a:pt x="23368" y="65620"/>
                </a:lnTo>
                <a:lnTo>
                  <a:pt x="21701" y="65062"/>
                </a:lnTo>
                <a:lnTo>
                  <a:pt x="18923" y="62852"/>
                </a:lnTo>
                <a:lnTo>
                  <a:pt x="17780" y="60629"/>
                </a:lnTo>
                <a:lnTo>
                  <a:pt x="16002" y="53949"/>
                </a:lnTo>
                <a:lnTo>
                  <a:pt x="15586" y="48929"/>
                </a:lnTo>
                <a:lnTo>
                  <a:pt x="15591" y="28735"/>
                </a:lnTo>
                <a:lnTo>
                  <a:pt x="23368" y="12103"/>
                </a:lnTo>
                <a:lnTo>
                  <a:pt x="45324" y="12103"/>
                </a:lnTo>
                <a:lnTo>
                  <a:pt x="42799" y="7886"/>
                </a:lnTo>
                <a:lnTo>
                  <a:pt x="38481" y="2628"/>
                </a:lnTo>
                <a:lnTo>
                  <a:pt x="32639" y="0"/>
                </a:lnTo>
                <a:close/>
              </a:path>
              <a:path w="50800" h="78104">
                <a:moveTo>
                  <a:pt x="45324" y="12103"/>
                </a:moveTo>
                <a:lnTo>
                  <a:pt x="26924" y="12103"/>
                </a:lnTo>
                <a:lnTo>
                  <a:pt x="28575" y="12661"/>
                </a:lnTo>
                <a:lnTo>
                  <a:pt x="31369" y="14909"/>
                </a:lnTo>
                <a:lnTo>
                  <a:pt x="32512" y="17144"/>
                </a:lnTo>
                <a:lnTo>
                  <a:pt x="34290" y="23825"/>
                </a:lnTo>
                <a:lnTo>
                  <a:pt x="34696" y="28735"/>
                </a:lnTo>
                <a:lnTo>
                  <a:pt x="34708" y="48929"/>
                </a:lnTo>
                <a:lnTo>
                  <a:pt x="34290" y="54152"/>
                </a:lnTo>
                <a:lnTo>
                  <a:pt x="33274" y="57886"/>
                </a:lnTo>
                <a:lnTo>
                  <a:pt x="32512" y="60794"/>
                </a:lnTo>
                <a:lnTo>
                  <a:pt x="31369" y="62814"/>
                </a:lnTo>
                <a:lnTo>
                  <a:pt x="28575" y="65062"/>
                </a:lnTo>
                <a:lnTo>
                  <a:pt x="26924" y="65620"/>
                </a:lnTo>
                <a:lnTo>
                  <a:pt x="45296" y="65620"/>
                </a:lnTo>
                <a:lnTo>
                  <a:pt x="46005" y="64454"/>
                </a:lnTo>
                <a:lnTo>
                  <a:pt x="48387" y="57451"/>
                </a:lnTo>
                <a:lnTo>
                  <a:pt x="49815" y="48929"/>
                </a:lnTo>
                <a:lnTo>
                  <a:pt x="50292"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181" name="object 181"/>
          <p:cNvSpPr/>
          <p:nvPr/>
        </p:nvSpPr>
        <p:spPr>
          <a:xfrm>
            <a:off x="6193535" y="5756147"/>
            <a:ext cx="33655" cy="76200"/>
          </a:xfrm>
          <a:custGeom>
            <a:avLst/>
            <a:gdLst/>
            <a:ahLst/>
            <a:cxnLst/>
            <a:rect l="l" t="t" r="r" b="b"/>
            <a:pathLst>
              <a:path w="33654" h="76200">
                <a:moveTo>
                  <a:pt x="33527" y="0"/>
                </a:moveTo>
                <a:lnTo>
                  <a:pt x="21716" y="0"/>
                </a:lnTo>
                <a:lnTo>
                  <a:pt x="19938" y="4622"/>
                </a:lnTo>
                <a:lnTo>
                  <a:pt x="16890" y="8674"/>
                </a:lnTo>
                <a:lnTo>
                  <a:pt x="8000" y="15608"/>
                </a:lnTo>
                <a:lnTo>
                  <a:pt x="3810" y="17957"/>
                </a:lnTo>
                <a:lnTo>
                  <a:pt x="0" y="19202"/>
                </a:lnTo>
                <a:lnTo>
                  <a:pt x="0" y="32410"/>
                </a:lnTo>
                <a:lnTo>
                  <a:pt x="7238" y="30022"/>
                </a:lnTo>
                <a:lnTo>
                  <a:pt x="13588" y="26352"/>
                </a:lnTo>
                <a:lnTo>
                  <a:pt x="18923" y="21374"/>
                </a:lnTo>
                <a:lnTo>
                  <a:pt x="18923" y="76199"/>
                </a:lnTo>
                <a:lnTo>
                  <a:pt x="33527" y="76199"/>
                </a:lnTo>
                <a:lnTo>
                  <a:pt x="33527" y="0"/>
                </a:lnTo>
                <a:close/>
              </a:path>
            </a:pathLst>
          </a:custGeom>
          <a:solidFill>
            <a:srgbClr val="4264DE">
              <a:alpha val="10195"/>
            </a:srgbClr>
          </a:solidFill>
        </p:spPr>
        <p:txBody>
          <a:bodyPr wrap="square" lIns="0" tIns="0" rIns="0" bIns="0" rtlCol="0"/>
          <a:lstStyle/>
          <a:p>
            <a:endParaRPr/>
          </a:p>
        </p:txBody>
      </p:sp>
      <p:sp>
        <p:nvSpPr>
          <p:cNvPr id="182" name="object 182"/>
          <p:cNvSpPr/>
          <p:nvPr/>
        </p:nvSpPr>
        <p:spPr>
          <a:xfrm>
            <a:off x="6358128" y="5754623"/>
            <a:ext cx="50800" cy="78105"/>
          </a:xfrm>
          <a:custGeom>
            <a:avLst/>
            <a:gdLst/>
            <a:ahLst/>
            <a:cxnLst/>
            <a:rect l="l" t="t" r="r" b="b"/>
            <a:pathLst>
              <a:path w="50800" h="78104">
                <a:moveTo>
                  <a:pt x="32638" y="0"/>
                </a:moveTo>
                <a:lnTo>
                  <a:pt x="17652" y="0"/>
                </a:lnTo>
                <a:lnTo>
                  <a:pt x="11811" y="2590"/>
                </a:lnTo>
                <a:lnTo>
                  <a:pt x="0" y="38734"/>
                </a:lnTo>
                <a:lnTo>
                  <a:pt x="440" y="48929"/>
                </a:lnTo>
                <a:lnTo>
                  <a:pt x="17652" y="77723"/>
                </a:lnTo>
                <a:lnTo>
                  <a:pt x="32638" y="77723"/>
                </a:lnTo>
                <a:lnTo>
                  <a:pt x="38481" y="75133"/>
                </a:lnTo>
                <a:lnTo>
                  <a:pt x="42672" y="69938"/>
                </a:lnTo>
                <a:lnTo>
                  <a:pt x="45296" y="65620"/>
                </a:lnTo>
                <a:lnTo>
                  <a:pt x="23368" y="65620"/>
                </a:lnTo>
                <a:lnTo>
                  <a:pt x="21701" y="65062"/>
                </a:lnTo>
                <a:lnTo>
                  <a:pt x="18923" y="62852"/>
                </a:lnTo>
                <a:lnTo>
                  <a:pt x="17780" y="60629"/>
                </a:lnTo>
                <a:lnTo>
                  <a:pt x="16001" y="53949"/>
                </a:lnTo>
                <a:lnTo>
                  <a:pt x="15586" y="48929"/>
                </a:lnTo>
                <a:lnTo>
                  <a:pt x="15591" y="28735"/>
                </a:lnTo>
                <a:lnTo>
                  <a:pt x="23368" y="12103"/>
                </a:lnTo>
                <a:lnTo>
                  <a:pt x="45324" y="12103"/>
                </a:lnTo>
                <a:lnTo>
                  <a:pt x="42799" y="7886"/>
                </a:lnTo>
                <a:lnTo>
                  <a:pt x="38481" y="2628"/>
                </a:lnTo>
                <a:lnTo>
                  <a:pt x="32638" y="0"/>
                </a:lnTo>
                <a:close/>
              </a:path>
              <a:path w="50800" h="78104">
                <a:moveTo>
                  <a:pt x="45324" y="12103"/>
                </a:moveTo>
                <a:lnTo>
                  <a:pt x="26924" y="12103"/>
                </a:lnTo>
                <a:lnTo>
                  <a:pt x="28575" y="12661"/>
                </a:lnTo>
                <a:lnTo>
                  <a:pt x="31369" y="14909"/>
                </a:lnTo>
                <a:lnTo>
                  <a:pt x="32512" y="17144"/>
                </a:lnTo>
                <a:lnTo>
                  <a:pt x="34289" y="23825"/>
                </a:lnTo>
                <a:lnTo>
                  <a:pt x="34696" y="28735"/>
                </a:lnTo>
                <a:lnTo>
                  <a:pt x="34708" y="48929"/>
                </a:lnTo>
                <a:lnTo>
                  <a:pt x="34289" y="54152"/>
                </a:lnTo>
                <a:lnTo>
                  <a:pt x="33274" y="57886"/>
                </a:lnTo>
                <a:lnTo>
                  <a:pt x="32512" y="60794"/>
                </a:lnTo>
                <a:lnTo>
                  <a:pt x="31369" y="62814"/>
                </a:lnTo>
                <a:lnTo>
                  <a:pt x="28575" y="65062"/>
                </a:lnTo>
                <a:lnTo>
                  <a:pt x="26924" y="65620"/>
                </a:lnTo>
                <a:lnTo>
                  <a:pt x="45296" y="65620"/>
                </a:lnTo>
                <a:lnTo>
                  <a:pt x="46005" y="64454"/>
                </a:lnTo>
                <a:lnTo>
                  <a:pt x="48387" y="57451"/>
                </a:lnTo>
                <a:lnTo>
                  <a:pt x="49815" y="48929"/>
                </a:lnTo>
                <a:lnTo>
                  <a:pt x="50292"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183" name="object 183"/>
          <p:cNvSpPr/>
          <p:nvPr/>
        </p:nvSpPr>
        <p:spPr>
          <a:xfrm>
            <a:off x="6539483" y="5756147"/>
            <a:ext cx="33655" cy="76200"/>
          </a:xfrm>
          <a:custGeom>
            <a:avLst/>
            <a:gdLst/>
            <a:ahLst/>
            <a:cxnLst/>
            <a:rect l="l" t="t" r="r" b="b"/>
            <a:pathLst>
              <a:path w="33654" h="76200">
                <a:moveTo>
                  <a:pt x="33527" y="0"/>
                </a:moveTo>
                <a:lnTo>
                  <a:pt x="21717" y="0"/>
                </a:lnTo>
                <a:lnTo>
                  <a:pt x="19939" y="4622"/>
                </a:lnTo>
                <a:lnTo>
                  <a:pt x="16891" y="8674"/>
                </a:lnTo>
                <a:lnTo>
                  <a:pt x="8000" y="15608"/>
                </a:lnTo>
                <a:lnTo>
                  <a:pt x="3810" y="17957"/>
                </a:lnTo>
                <a:lnTo>
                  <a:pt x="0" y="19202"/>
                </a:lnTo>
                <a:lnTo>
                  <a:pt x="0" y="32410"/>
                </a:lnTo>
                <a:lnTo>
                  <a:pt x="7239" y="30022"/>
                </a:lnTo>
                <a:lnTo>
                  <a:pt x="13589" y="26352"/>
                </a:lnTo>
                <a:lnTo>
                  <a:pt x="18923" y="21374"/>
                </a:lnTo>
                <a:lnTo>
                  <a:pt x="18923" y="76199"/>
                </a:lnTo>
                <a:lnTo>
                  <a:pt x="33527" y="76199"/>
                </a:lnTo>
                <a:lnTo>
                  <a:pt x="33527" y="0"/>
                </a:lnTo>
                <a:close/>
              </a:path>
            </a:pathLst>
          </a:custGeom>
          <a:solidFill>
            <a:srgbClr val="4264DE">
              <a:alpha val="10195"/>
            </a:srgbClr>
          </a:solidFill>
        </p:spPr>
        <p:txBody>
          <a:bodyPr wrap="square" lIns="0" tIns="0" rIns="0" bIns="0" rtlCol="0"/>
          <a:lstStyle/>
          <a:p>
            <a:endParaRPr/>
          </a:p>
        </p:txBody>
      </p:sp>
      <p:sp>
        <p:nvSpPr>
          <p:cNvPr id="184" name="object 184"/>
          <p:cNvSpPr/>
          <p:nvPr/>
        </p:nvSpPr>
        <p:spPr>
          <a:xfrm>
            <a:off x="6705600" y="5754623"/>
            <a:ext cx="50800" cy="78105"/>
          </a:xfrm>
          <a:custGeom>
            <a:avLst/>
            <a:gdLst/>
            <a:ahLst/>
            <a:cxnLst/>
            <a:rect l="l" t="t" r="r" b="b"/>
            <a:pathLst>
              <a:path w="50800" h="78104">
                <a:moveTo>
                  <a:pt x="32639" y="0"/>
                </a:moveTo>
                <a:lnTo>
                  <a:pt x="17652" y="0"/>
                </a:lnTo>
                <a:lnTo>
                  <a:pt x="11810" y="2590"/>
                </a:lnTo>
                <a:lnTo>
                  <a:pt x="0" y="38734"/>
                </a:lnTo>
                <a:lnTo>
                  <a:pt x="440" y="48929"/>
                </a:lnTo>
                <a:lnTo>
                  <a:pt x="17652" y="77723"/>
                </a:lnTo>
                <a:lnTo>
                  <a:pt x="32639" y="77723"/>
                </a:lnTo>
                <a:lnTo>
                  <a:pt x="38480" y="75133"/>
                </a:lnTo>
                <a:lnTo>
                  <a:pt x="42672" y="69938"/>
                </a:lnTo>
                <a:lnTo>
                  <a:pt x="45296" y="65620"/>
                </a:lnTo>
                <a:lnTo>
                  <a:pt x="23368" y="65620"/>
                </a:lnTo>
                <a:lnTo>
                  <a:pt x="21701" y="65062"/>
                </a:lnTo>
                <a:lnTo>
                  <a:pt x="18923" y="62852"/>
                </a:lnTo>
                <a:lnTo>
                  <a:pt x="17779" y="60629"/>
                </a:lnTo>
                <a:lnTo>
                  <a:pt x="16001" y="53949"/>
                </a:lnTo>
                <a:lnTo>
                  <a:pt x="15586" y="48929"/>
                </a:lnTo>
                <a:lnTo>
                  <a:pt x="15591" y="28735"/>
                </a:lnTo>
                <a:lnTo>
                  <a:pt x="23368" y="12103"/>
                </a:lnTo>
                <a:lnTo>
                  <a:pt x="45324" y="12103"/>
                </a:lnTo>
                <a:lnTo>
                  <a:pt x="42799" y="7886"/>
                </a:lnTo>
                <a:lnTo>
                  <a:pt x="38480" y="2628"/>
                </a:lnTo>
                <a:lnTo>
                  <a:pt x="32639" y="0"/>
                </a:lnTo>
                <a:close/>
              </a:path>
              <a:path w="50800" h="78104">
                <a:moveTo>
                  <a:pt x="45324" y="12103"/>
                </a:moveTo>
                <a:lnTo>
                  <a:pt x="26924" y="12103"/>
                </a:lnTo>
                <a:lnTo>
                  <a:pt x="28575" y="12661"/>
                </a:lnTo>
                <a:lnTo>
                  <a:pt x="31369" y="14909"/>
                </a:lnTo>
                <a:lnTo>
                  <a:pt x="32511" y="17144"/>
                </a:lnTo>
                <a:lnTo>
                  <a:pt x="34290" y="23825"/>
                </a:lnTo>
                <a:lnTo>
                  <a:pt x="34696" y="28735"/>
                </a:lnTo>
                <a:lnTo>
                  <a:pt x="34708" y="48929"/>
                </a:lnTo>
                <a:lnTo>
                  <a:pt x="34290" y="54152"/>
                </a:lnTo>
                <a:lnTo>
                  <a:pt x="33274" y="57886"/>
                </a:lnTo>
                <a:lnTo>
                  <a:pt x="32511" y="60794"/>
                </a:lnTo>
                <a:lnTo>
                  <a:pt x="31369" y="62814"/>
                </a:lnTo>
                <a:lnTo>
                  <a:pt x="28575" y="65062"/>
                </a:lnTo>
                <a:lnTo>
                  <a:pt x="26924" y="65620"/>
                </a:lnTo>
                <a:lnTo>
                  <a:pt x="45296" y="65620"/>
                </a:lnTo>
                <a:lnTo>
                  <a:pt x="46005" y="64454"/>
                </a:lnTo>
                <a:lnTo>
                  <a:pt x="48386" y="57451"/>
                </a:lnTo>
                <a:lnTo>
                  <a:pt x="49815" y="48929"/>
                </a:lnTo>
                <a:lnTo>
                  <a:pt x="50292"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185" name="object 185"/>
          <p:cNvSpPr/>
          <p:nvPr/>
        </p:nvSpPr>
        <p:spPr>
          <a:xfrm>
            <a:off x="6886956" y="5756147"/>
            <a:ext cx="33655" cy="76200"/>
          </a:xfrm>
          <a:custGeom>
            <a:avLst/>
            <a:gdLst/>
            <a:ahLst/>
            <a:cxnLst/>
            <a:rect l="l" t="t" r="r" b="b"/>
            <a:pathLst>
              <a:path w="33654" h="76200">
                <a:moveTo>
                  <a:pt x="33527" y="0"/>
                </a:moveTo>
                <a:lnTo>
                  <a:pt x="21717" y="0"/>
                </a:lnTo>
                <a:lnTo>
                  <a:pt x="19939" y="4622"/>
                </a:lnTo>
                <a:lnTo>
                  <a:pt x="16891" y="8674"/>
                </a:lnTo>
                <a:lnTo>
                  <a:pt x="8000" y="15608"/>
                </a:lnTo>
                <a:lnTo>
                  <a:pt x="3810" y="17957"/>
                </a:lnTo>
                <a:lnTo>
                  <a:pt x="0" y="19202"/>
                </a:lnTo>
                <a:lnTo>
                  <a:pt x="0" y="32410"/>
                </a:lnTo>
                <a:lnTo>
                  <a:pt x="7239" y="30022"/>
                </a:lnTo>
                <a:lnTo>
                  <a:pt x="13589" y="26352"/>
                </a:lnTo>
                <a:lnTo>
                  <a:pt x="18923" y="21374"/>
                </a:lnTo>
                <a:lnTo>
                  <a:pt x="18923" y="76199"/>
                </a:lnTo>
                <a:lnTo>
                  <a:pt x="33527" y="76199"/>
                </a:lnTo>
                <a:lnTo>
                  <a:pt x="33527" y="0"/>
                </a:lnTo>
                <a:close/>
              </a:path>
            </a:pathLst>
          </a:custGeom>
          <a:solidFill>
            <a:srgbClr val="4264DE">
              <a:alpha val="10195"/>
            </a:srgbClr>
          </a:solidFill>
        </p:spPr>
        <p:txBody>
          <a:bodyPr wrap="square" lIns="0" tIns="0" rIns="0" bIns="0" rtlCol="0"/>
          <a:lstStyle/>
          <a:p>
            <a:endParaRPr/>
          </a:p>
        </p:txBody>
      </p:sp>
      <p:sp>
        <p:nvSpPr>
          <p:cNvPr id="186" name="object 186"/>
          <p:cNvSpPr/>
          <p:nvPr/>
        </p:nvSpPr>
        <p:spPr>
          <a:xfrm>
            <a:off x="7051547" y="5754623"/>
            <a:ext cx="50800" cy="78105"/>
          </a:xfrm>
          <a:custGeom>
            <a:avLst/>
            <a:gdLst/>
            <a:ahLst/>
            <a:cxnLst/>
            <a:rect l="l" t="t" r="r" b="b"/>
            <a:pathLst>
              <a:path w="50800" h="78104">
                <a:moveTo>
                  <a:pt x="32638" y="0"/>
                </a:moveTo>
                <a:lnTo>
                  <a:pt x="17652" y="0"/>
                </a:lnTo>
                <a:lnTo>
                  <a:pt x="11810" y="2590"/>
                </a:lnTo>
                <a:lnTo>
                  <a:pt x="0" y="38734"/>
                </a:lnTo>
                <a:lnTo>
                  <a:pt x="440" y="48929"/>
                </a:lnTo>
                <a:lnTo>
                  <a:pt x="17652" y="77723"/>
                </a:lnTo>
                <a:lnTo>
                  <a:pt x="32638" y="77723"/>
                </a:lnTo>
                <a:lnTo>
                  <a:pt x="38480" y="75133"/>
                </a:lnTo>
                <a:lnTo>
                  <a:pt x="42672" y="69938"/>
                </a:lnTo>
                <a:lnTo>
                  <a:pt x="45296" y="65620"/>
                </a:lnTo>
                <a:lnTo>
                  <a:pt x="23368" y="65620"/>
                </a:lnTo>
                <a:lnTo>
                  <a:pt x="21701" y="65062"/>
                </a:lnTo>
                <a:lnTo>
                  <a:pt x="18923" y="62852"/>
                </a:lnTo>
                <a:lnTo>
                  <a:pt x="17779" y="60629"/>
                </a:lnTo>
                <a:lnTo>
                  <a:pt x="16001" y="53949"/>
                </a:lnTo>
                <a:lnTo>
                  <a:pt x="15586" y="48929"/>
                </a:lnTo>
                <a:lnTo>
                  <a:pt x="15591" y="28735"/>
                </a:lnTo>
                <a:lnTo>
                  <a:pt x="23368" y="12103"/>
                </a:lnTo>
                <a:lnTo>
                  <a:pt x="45324" y="12103"/>
                </a:lnTo>
                <a:lnTo>
                  <a:pt x="42799" y="7886"/>
                </a:lnTo>
                <a:lnTo>
                  <a:pt x="38480" y="2628"/>
                </a:lnTo>
                <a:lnTo>
                  <a:pt x="32638" y="0"/>
                </a:lnTo>
                <a:close/>
              </a:path>
              <a:path w="50800" h="78104">
                <a:moveTo>
                  <a:pt x="45324" y="12103"/>
                </a:moveTo>
                <a:lnTo>
                  <a:pt x="26924" y="12103"/>
                </a:lnTo>
                <a:lnTo>
                  <a:pt x="28575" y="12661"/>
                </a:lnTo>
                <a:lnTo>
                  <a:pt x="31369" y="14909"/>
                </a:lnTo>
                <a:lnTo>
                  <a:pt x="32511" y="17144"/>
                </a:lnTo>
                <a:lnTo>
                  <a:pt x="34290" y="23825"/>
                </a:lnTo>
                <a:lnTo>
                  <a:pt x="34696" y="28735"/>
                </a:lnTo>
                <a:lnTo>
                  <a:pt x="34708" y="48929"/>
                </a:lnTo>
                <a:lnTo>
                  <a:pt x="34290" y="54152"/>
                </a:lnTo>
                <a:lnTo>
                  <a:pt x="33274" y="57886"/>
                </a:lnTo>
                <a:lnTo>
                  <a:pt x="32511" y="60794"/>
                </a:lnTo>
                <a:lnTo>
                  <a:pt x="31369" y="62814"/>
                </a:lnTo>
                <a:lnTo>
                  <a:pt x="28575" y="65062"/>
                </a:lnTo>
                <a:lnTo>
                  <a:pt x="26924" y="65620"/>
                </a:lnTo>
                <a:lnTo>
                  <a:pt x="45296" y="65620"/>
                </a:lnTo>
                <a:lnTo>
                  <a:pt x="46005" y="64454"/>
                </a:lnTo>
                <a:lnTo>
                  <a:pt x="48386" y="57451"/>
                </a:lnTo>
                <a:lnTo>
                  <a:pt x="49815" y="48929"/>
                </a:lnTo>
                <a:lnTo>
                  <a:pt x="50292"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187" name="object 187"/>
          <p:cNvSpPr/>
          <p:nvPr/>
        </p:nvSpPr>
        <p:spPr>
          <a:xfrm>
            <a:off x="7232904" y="5756147"/>
            <a:ext cx="33655" cy="76200"/>
          </a:xfrm>
          <a:custGeom>
            <a:avLst/>
            <a:gdLst/>
            <a:ahLst/>
            <a:cxnLst/>
            <a:rect l="l" t="t" r="r" b="b"/>
            <a:pathLst>
              <a:path w="33654" h="76200">
                <a:moveTo>
                  <a:pt x="33527" y="0"/>
                </a:moveTo>
                <a:lnTo>
                  <a:pt x="21717" y="0"/>
                </a:lnTo>
                <a:lnTo>
                  <a:pt x="19939" y="4622"/>
                </a:lnTo>
                <a:lnTo>
                  <a:pt x="16891" y="8674"/>
                </a:lnTo>
                <a:lnTo>
                  <a:pt x="8000" y="15608"/>
                </a:lnTo>
                <a:lnTo>
                  <a:pt x="3810" y="17957"/>
                </a:lnTo>
                <a:lnTo>
                  <a:pt x="0" y="19202"/>
                </a:lnTo>
                <a:lnTo>
                  <a:pt x="0" y="32410"/>
                </a:lnTo>
                <a:lnTo>
                  <a:pt x="7239" y="30022"/>
                </a:lnTo>
                <a:lnTo>
                  <a:pt x="13589" y="26352"/>
                </a:lnTo>
                <a:lnTo>
                  <a:pt x="18923" y="21374"/>
                </a:lnTo>
                <a:lnTo>
                  <a:pt x="18923" y="76199"/>
                </a:lnTo>
                <a:lnTo>
                  <a:pt x="33527" y="76199"/>
                </a:lnTo>
                <a:lnTo>
                  <a:pt x="33527" y="0"/>
                </a:lnTo>
                <a:close/>
              </a:path>
            </a:pathLst>
          </a:custGeom>
          <a:solidFill>
            <a:srgbClr val="4264DE">
              <a:alpha val="10195"/>
            </a:srgbClr>
          </a:solidFill>
        </p:spPr>
        <p:txBody>
          <a:bodyPr wrap="square" lIns="0" tIns="0" rIns="0" bIns="0" rtlCol="0"/>
          <a:lstStyle/>
          <a:p>
            <a:endParaRPr/>
          </a:p>
        </p:txBody>
      </p:sp>
      <p:sp>
        <p:nvSpPr>
          <p:cNvPr id="188" name="object 188"/>
          <p:cNvSpPr/>
          <p:nvPr/>
        </p:nvSpPr>
        <p:spPr>
          <a:xfrm>
            <a:off x="7399019" y="5754623"/>
            <a:ext cx="48895" cy="78105"/>
          </a:xfrm>
          <a:custGeom>
            <a:avLst/>
            <a:gdLst/>
            <a:ahLst/>
            <a:cxnLst/>
            <a:rect l="l" t="t" r="r" b="b"/>
            <a:pathLst>
              <a:path w="48895" h="78104">
                <a:moveTo>
                  <a:pt x="31623" y="0"/>
                </a:moveTo>
                <a:lnTo>
                  <a:pt x="17145" y="0"/>
                </a:lnTo>
                <a:lnTo>
                  <a:pt x="11429" y="2590"/>
                </a:lnTo>
                <a:lnTo>
                  <a:pt x="0" y="38734"/>
                </a:lnTo>
                <a:lnTo>
                  <a:pt x="438" y="48929"/>
                </a:lnTo>
                <a:lnTo>
                  <a:pt x="17018" y="77723"/>
                </a:lnTo>
                <a:lnTo>
                  <a:pt x="31623" y="77723"/>
                </a:lnTo>
                <a:lnTo>
                  <a:pt x="37337" y="75133"/>
                </a:lnTo>
                <a:lnTo>
                  <a:pt x="41401" y="69938"/>
                </a:lnTo>
                <a:lnTo>
                  <a:pt x="43953" y="65620"/>
                </a:lnTo>
                <a:lnTo>
                  <a:pt x="22605" y="65620"/>
                </a:lnTo>
                <a:lnTo>
                  <a:pt x="21065" y="65062"/>
                </a:lnTo>
                <a:lnTo>
                  <a:pt x="15182" y="48929"/>
                </a:lnTo>
                <a:lnTo>
                  <a:pt x="15186" y="28735"/>
                </a:lnTo>
                <a:lnTo>
                  <a:pt x="22605" y="12103"/>
                </a:lnTo>
                <a:lnTo>
                  <a:pt x="43911" y="12103"/>
                </a:lnTo>
                <a:lnTo>
                  <a:pt x="41401" y="7886"/>
                </a:lnTo>
                <a:lnTo>
                  <a:pt x="37337" y="2628"/>
                </a:lnTo>
                <a:lnTo>
                  <a:pt x="31623" y="0"/>
                </a:lnTo>
                <a:close/>
              </a:path>
              <a:path w="48895" h="78104">
                <a:moveTo>
                  <a:pt x="43911" y="12103"/>
                </a:moveTo>
                <a:lnTo>
                  <a:pt x="26161" y="12103"/>
                </a:lnTo>
                <a:lnTo>
                  <a:pt x="27685" y="12661"/>
                </a:lnTo>
                <a:lnTo>
                  <a:pt x="29082" y="13779"/>
                </a:lnTo>
                <a:lnTo>
                  <a:pt x="33588" y="48929"/>
                </a:lnTo>
                <a:lnTo>
                  <a:pt x="33274" y="54152"/>
                </a:lnTo>
                <a:lnTo>
                  <a:pt x="32257" y="57886"/>
                </a:lnTo>
                <a:lnTo>
                  <a:pt x="31496" y="60794"/>
                </a:lnTo>
                <a:lnTo>
                  <a:pt x="30352" y="62814"/>
                </a:lnTo>
                <a:lnTo>
                  <a:pt x="29051" y="63969"/>
                </a:lnTo>
                <a:lnTo>
                  <a:pt x="27651" y="65074"/>
                </a:lnTo>
                <a:lnTo>
                  <a:pt x="26161" y="65620"/>
                </a:lnTo>
                <a:lnTo>
                  <a:pt x="43953" y="65620"/>
                </a:lnTo>
                <a:lnTo>
                  <a:pt x="44642" y="64454"/>
                </a:lnTo>
                <a:lnTo>
                  <a:pt x="46942" y="57451"/>
                </a:lnTo>
                <a:lnTo>
                  <a:pt x="48313" y="48929"/>
                </a:lnTo>
                <a:lnTo>
                  <a:pt x="48768"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189" name="object 189"/>
          <p:cNvSpPr/>
          <p:nvPr/>
        </p:nvSpPr>
        <p:spPr>
          <a:xfrm>
            <a:off x="7580376" y="5756147"/>
            <a:ext cx="33655" cy="76200"/>
          </a:xfrm>
          <a:custGeom>
            <a:avLst/>
            <a:gdLst/>
            <a:ahLst/>
            <a:cxnLst/>
            <a:rect l="l" t="t" r="r" b="b"/>
            <a:pathLst>
              <a:path w="33654" h="76200">
                <a:moveTo>
                  <a:pt x="33527" y="0"/>
                </a:moveTo>
                <a:lnTo>
                  <a:pt x="21717" y="0"/>
                </a:lnTo>
                <a:lnTo>
                  <a:pt x="19939" y="4622"/>
                </a:lnTo>
                <a:lnTo>
                  <a:pt x="16891" y="8674"/>
                </a:lnTo>
                <a:lnTo>
                  <a:pt x="8000" y="15608"/>
                </a:lnTo>
                <a:lnTo>
                  <a:pt x="3809" y="17957"/>
                </a:lnTo>
                <a:lnTo>
                  <a:pt x="0" y="19202"/>
                </a:lnTo>
                <a:lnTo>
                  <a:pt x="0" y="32410"/>
                </a:lnTo>
                <a:lnTo>
                  <a:pt x="7239" y="30022"/>
                </a:lnTo>
                <a:lnTo>
                  <a:pt x="13589" y="26352"/>
                </a:lnTo>
                <a:lnTo>
                  <a:pt x="18923" y="21374"/>
                </a:lnTo>
                <a:lnTo>
                  <a:pt x="18923" y="76199"/>
                </a:lnTo>
                <a:lnTo>
                  <a:pt x="33527" y="76199"/>
                </a:lnTo>
                <a:lnTo>
                  <a:pt x="33527" y="0"/>
                </a:lnTo>
                <a:close/>
              </a:path>
            </a:pathLst>
          </a:custGeom>
          <a:solidFill>
            <a:srgbClr val="4264DE">
              <a:alpha val="10195"/>
            </a:srgbClr>
          </a:solidFill>
        </p:spPr>
        <p:txBody>
          <a:bodyPr wrap="square" lIns="0" tIns="0" rIns="0" bIns="0" rtlCol="0"/>
          <a:lstStyle/>
          <a:p>
            <a:endParaRPr/>
          </a:p>
        </p:txBody>
      </p:sp>
      <p:sp>
        <p:nvSpPr>
          <p:cNvPr id="190" name="object 190"/>
          <p:cNvSpPr/>
          <p:nvPr/>
        </p:nvSpPr>
        <p:spPr>
          <a:xfrm>
            <a:off x="7744968" y="5754623"/>
            <a:ext cx="50800" cy="78105"/>
          </a:xfrm>
          <a:custGeom>
            <a:avLst/>
            <a:gdLst/>
            <a:ahLst/>
            <a:cxnLst/>
            <a:rect l="l" t="t" r="r" b="b"/>
            <a:pathLst>
              <a:path w="50800" h="78104">
                <a:moveTo>
                  <a:pt x="32638" y="0"/>
                </a:moveTo>
                <a:lnTo>
                  <a:pt x="17652" y="0"/>
                </a:lnTo>
                <a:lnTo>
                  <a:pt x="11810" y="2590"/>
                </a:lnTo>
                <a:lnTo>
                  <a:pt x="0" y="38734"/>
                </a:lnTo>
                <a:lnTo>
                  <a:pt x="440" y="48929"/>
                </a:lnTo>
                <a:lnTo>
                  <a:pt x="17652" y="77723"/>
                </a:lnTo>
                <a:lnTo>
                  <a:pt x="32638" y="77723"/>
                </a:lnTo>
                <a:lnTo>
                  <a:pt x="38480" y="75133"/>
                </a:lnTo>
                <a:lnTo>
                  <a:pt x="42672" y="69938"/>
                </a:lnTo>
                <a:lnTo>
                  <a:pt x="45296" y="65620"/>
                </a:lnTo>
                <a:lnTo>
                  <a:pt x="23367" y="65620"/>
                </a:lnTo>
                <a:lnTo>
                  <a:pt x="21701" y="65062"/>
                </a:lnTo>
                <a:lnTo>
                  <a:pt x="18923" y="62852"/>
                </a:lnTo>
                <a:lnTo>
                  <a:pt x="17779" y="60629"/>
                </a:lnTo>
                <a:lnTo>
                  <a:pt x="16001" y="53949"/>
                </a:lnTo>
                <a:lnTo>
                  <a:pt x="15586" y="48929"/>
                </a:lnTo>
                <a:lnTo>
                  <a:pt x="15591" y="28735"/>
                </a:lnTo>
                <a:lnTo>
                  <a:pt x="23367" y="12103"/>
                </a:lnTo>
                <a:lnTo>
                  <a:pt x="45324" y="12103"/>
                </a:lnTo>
                <a:lnTo>
                  <a:pt x="42799" y="7886"/>
                </a:lnTo>
                <a:lnTo>
                  <a:pt x="38480" y="2628"/>
                </a:lnTo>
                <a:lnTo>
                  <a:pt x="32638" y="0"/>
                </a:lnTo>
                <a:close/>
              </a:path>
              <a:path w="50800" h="78104">
                <a:moveTo>
                  <a:pt x="45324" y="12103"/>
                </a:moveTo>
                <a:lnTo>
                  <a:pt x="26924" y="12103"/>
                </a:lnTo>
                <a:lnTo>
                  <a:pt x="28575" y="12661"/>
                </a:lnTo>
                <a:lnTo>
                  <a:pt x="31368" y="14909"/>
                </a:lnTo>
                <a:lnTo>
                  <a:pt x="32511" y="17144"/>
                </a:lnTo>
                <a:lnTo>
                  <a:pt x="34289" y="23825"/>
                </a:lnTo>
                <a:lnTo>
                  <a:pt x="34696" y="28735"/>
                </a:lnTo>
                <a:lnTo>
                  <a:pt x="34708" y="48929"/>
                </a:lnTo>
                <a:lnTo>
                  <a:pt x="34289" y="54152"/>
                </a:lnTo>
                <a:lnTo>
                  <a:pt x="33274" y="57886"/>
                </a:lnTo>
                <a:lnTo>
                  <a:pt x="32511" y="60794"/>
                </a:lnTo>
                <a:lnTo>
                  <a:pt x="31368" y="62814"/>
                </a:lnTo>
                <a:lnTo>
                  <a:pt x="28575" y="65062"/>
                </a:lnTo>
                <a:lnTo>
                  <a:pt x="26924" y="65620"/>
                </a:lnTo>
                <a:lnTo>
                  <a:pt x="45296" y="65620"/>
                </a:lnTo>
                <a:lnTo>
                  <a:pt x="46005" y="64454"/>
                </a:lnTo>
                <a:lnTo>
                  <a:pt x="48386" y="57451"/>
                </a:lnTo>
                <a:lnTo>
                  <a:pt x="49815" y="48929"/>
                </a:lnTo>
                <a:lnTo>
                  <a:pt x="50291"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191" name="object 191"/>
          <p:cNvSpPr/>
          <p:nvPr/>
        </p:nvSpPr>
        <p:spPr>
          <a:xfrm>
            <a:off x="7926323" y="5756147"/>
            <a:ext cx="33655" cy="76200"/>
          </a:xfrm>
          <a:custGeom>
            <a:avLst/>
            <a:gdLst/>
            <a:ahLst/>
            <a:cxnLst/>
            <a:rect l="l" t="t" r="r" b="b"/>
            <a:pathLst>
              <a:path w="33654" h="76200">
                <a:moveTo>
                  <a:pt x="33527" y="0"/>
                </a:moveTo>
                <a:lnTo>
                  <a:pt x="21717" y="0"/>
                </a:lnTo>
                <a:lnTo>
                  <a:pt x="19939" y="4622"/>
                </a:lnTo>
                <a:lnTo>
                  <a:pt x="16891" y="8674"/>
                </a:lnTo>
                <a:lnTo>
                  <a:pt x="8000" y="15608"/>
                </a:lnTo>
                <a:lnTo>
                  <a:pt x="3809" y="17957"/>
                </a:lnTo>
                <a:lnTo>
                  <a:pt x="0" y="19202"/>
                </a:lnTo>
                <a:lnTo>
                  <a:pt x="0" y="32410"/>
                </a:lnTo>
                <a:lnTo>
                  <a:pt x="7239" y="30022"/>
                </a:lnTo>
                <a:lnTo>
                  <a:pt x="13589" y="26352"/>
                </a:lnTo>
                <a:lnTo>
                  <a:pt x="18923" y="21374"/>
                </a:lnTo>
                <a:lnTo>
                  <a:pt x="18923" y="76199"/>
                </a:lnTo>
                <a:lnTo>
                  <a:pt x="33527" y="76199"/>
                </a:lnTo>
                <a:lnTo>
                  <a:pt x="33527" y="0"/>
                </a:lnTo>
                <a:close/>
              </a:path>
            </a:pathLst>
          </a:custGeom>
          <a:solidFill>
            <a:srgbClr val="4264DE">
              <a:alpha val="10195"/>
            </a:srgbClr>
          </a:solidFill>
        </p:spPr>
        <p:txBody>
          <a:bodyPr wrap="square" lIns="0" tIns="0" rIns="0" bIns="0" rtlCol="0"/>
          <a:lstStyle/>
          <a:p>
            <a:endParaRPr/>
          </a:p>
        </p:txBody>
      </p:sp>
      <p:sp>
        <p:nvSpPr>
          <p:cNvPr id="192" name="object 192"/>
          <p:cNvSpPr/>
          <p:nvPr/>
        </p:nvSpPr>
        <p:spPr>
          <a:xfrm>
            <a:off x="8092440" y="5754623"/>
            <a:ext cx="48895" cy="78105"/>
          </a:xfrm>
          <a:custGeom>
            <a:avLst/>
            <a:gdLst/>
            <a:ahLst/>
            <a:cxnLst/>
            <a:rect l="l" t="t" r="r" b="b"/>
            <a:pathLst>
              <a:path w="48895" h="78104">
                <a:moveTo>
                  <a:pt x="31623" y="0"/>
                </a:moveTo>
                <a:lnTo>
                  <a:pt x="17144" y="0"/>
                </a:lnTo>
                <a:lnTo>
                  <a:pt x="11429" y="2590"/>
                </a:lnTo>
                <a:lnTo>
                  <a:pt x="0" y="38734"/>
                </a:lnTo>
                <a:lnTo>
                  <a:pt x="438" y="48929"/>
                </a:lnTo>
                <a:lnTo>
                  <a:pt x="17017" y="77723"/>
                </a:lnTo>
                <a:lnTo>
                  <a:pt x="31623" y="77723"/>
                </a:lnTo>
                <a:lnTo>
                  <a:pt x="37337" y="75133"/>
                </a:lnTo>
                <a:lnTo>
                  <a:pt x="41401" y="69938"/>
                </a:lnTo>
                <a:lnTo>
                  <a:pt x="43953" y="65620"/>
                </a:lnTo>
                <a:lnTo>
                  <a:pt x="22605" y="65620"/>
                </a:lnTo>
                <a:lnTo>
                  <a:pt x="21065" y="65062"/>
                </a:lnTo>
                <a:lnTo>
                  <a:pt x="15182" y="48929"/>
                </a:lnTo>
                <a:lnTo>
                  <a:pt x="15186" y="28735"/>
                </a:lnTo>
                <a:lnTo>
                  <a:pt x="22605" y="12103"/>
                </a:lnTo>
                <a:lnTo>
                  <a:pt x="43911" y="12103"/>
                </a:lnTo>
                <a:lnTo>
                  <a:pt x="41401" y="7886"/>
                </a:lnTo>
                <a:lnTo>
                  <a:pt x="37337" y="2628"/>
                </a:lnTo>
                <a:lnTo>
                  <a:pt x="31623" y="0"/>
                </a:lnTo>
                <a:close/>
              </a:path>
              <a:path w="48895" h="78104">
                <a:moveTo>
                  <a:pt x="43911" y="12103"/>
                </a:moveTo>
                <a:lnTo>
                  <a:pt x="26161" y="12103"/>
                </a:lnTo>
                <a:lnTo>
                  <a:pt x="27685" y="12661"/>
                </a:lnTo>
                <a:lnTo>
                  <a:pt x="28955" y="13779"/>
                </a:lnTo>
                <a:lnTo>
                  <a:pt x="33588" y="48929"/>
                </a:lnTo>
                <a:lnTo>
                  <a:pt x="33274" y="54152"/>
                </a:lnTo>
                <a:lnTo>
                  <a:pt x="32257" y="57886"/>
                </a:lnTo>
                <a:lnTo>
                  <a:pt x="31495" y="60794"/>
                </a:lnTo>
                <a:lnTo>
                  <a:pt x="30352" y="62814"/>
                </a:lnTo>
                <a:lnTo>
                  <a:pt x="29051" y="63969"/>
                </a:lnTo>
                <a:lnTo>
                  <a:pt x="27651" y="65074"/>
                </a:lnTo>
                <a:lnTo>
                  <a:pt x="26161" y="65620"/>
                </a:lnTo>
                <a:lnTo>
                  <a:pt x="43953" y="65620"/>
                </a:lnTo>
                <a:lnTo>
                  <a:pt x="44642" y="64454"/>
                </a:lnTo>
                <a:lnTo>
                  <a:pt x="46942" y="57451"/>
                </a:lnTo>
                <a:lnTo>
                  <a:pt x="48313" y="48929"/>
                </a:lnTo>
                <a:lnTo>
                  <a:pt x="48767"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193" name="object 193"/>
          <p:cNvSpPr/>
          <p:nvPr/>
        </p:nvSpPr>
        <p:spPr>
          <a:xfrm>
            <a:off x="8273795" y="5756147"/>
            <a:ext cx="33655" cy="76200"/>
          </a:xfrm>
          <a:custGeom>
            <a:avLst/>
            <a:gdLst/>
            <a:ahLst/>
            <a:cxnLst/>
            <a:rect l="l" t="t" r="r" b="b"/>
            <a:pathLst>
              <a:path w="33654" h="76200">
                <a:moveTo>
                  <a:pt x="33527" y="0"/>
                </a:moveTo>
                <a:lnTo>
                  <a:pt x="21717" y="0"/>
                </a:lnTo>
                <a:lnTo>
                  <a:pt x="19938" y="4622"/>
                </a:lnTo>
                <a:lnTo>
                  <a:pt x="16890" y="8674"/>
                </a:lnTo>
                <a:lnTo>
                  <a:pt x="8000" y="15608"/>
                </a:lnTo>
                <a:lnTo>
                  <a:pt x="3809" y="17957"/>
                </a:lnTo>
                <a:lnTo>
                  <a:pt x="0" y="19202"/>
                </a:lnTo>
                <a:lnTo>
                  <a:pt x="0" y="32410"/>
                </a:lnTo>
                <a:lnTo>
                  <a:pt x="7238" y="30022"/>
                </a:lnTo>
                <a:lnTo>
                  <a:pt x="13588" y="26352"/>
                </a:lnTo>
                <a:lnTo>
                  <a:pt x="18923" y="21374"/>
                </a:lnTo>
                <a:lnTo>
                  <a:pt x="18923" y="76199"/>
                </a:lnTo>
                <a:lnTo>
                  <a:pt x="33527" y="76199"/>
                </a:lnTo>
                <a:lnTo>
                  <a:pt x="33527" y="0"/>
                </a:lnTo>
                <a:close/>
              </a:path>
            </a:pathLst>
          </a:custGeom>
          <a:solidFill>
            <a:srgbClr val="4264DE">
              <a:alpha val="10195"/>
            </a:srgbClr>
          </a:solidFill>
        </p:spPr>
        <p:txBody>
          <a:bodyPr wrap="square" lIns="0" tIns="0" rIns="0" bIns="0" rtlCol="0"/>
          <a:lstStyle/>
          <a:p>
            <a:endParaRPr/>
          </a:p>
        </p:txBody>
      </p:sp>
      <p:sp>
        <p:nvSpPr>
          <p:cNvPr id="194" name="object 194"/>
          <p:cNvSpPr/>
          <p:nvPr/>
        </p:nvSpPr>
        <p:spPr>
          <a:xfrm>
            <a:off x="8438388" y="5754623"/>
            <a:ext cx="50800" cy="78105"/>
          </a:xfrm>
          <a:custGeom>
            <a:avLst/>
            <a:gdLst/>
            <a:ahLst/>
            <a:cxnLst/>
            <a:rect l="l" t="t" r="r" b="b"/>
            <a:pathLst>
              <a:path w="50800" h="78104">
                <a:moveTo>
                  <a:pt x="32638" y="0"/>
                </a:moveTo>
                <a:lnTo>
                  <a:pt x="17652" y="0"/>
                </a:lnTo>
                <a:lnTo>
                  <a:pt x="11810" y="2590"/>
                </a:lnTo>
                <a:lnTo>
                  <a:pt x="0" y="38734"/>
                </a:lnTo>
                <a:lnTo>
                  <a:pt x="440" y="48929"/>
                </a:lnTo>
                <a:lnTo>
                  <a:pt x="17652" y="77723"/>
                </a:lnTo>
                <a:lnTo>
                  <a:pt x="32638" y="77723"/>
                </a:lnTo>
                <a:lnTo>
                  <a:pt x="38480" y="75133"/>
                </a:lnTo>
                <a:lnTo>
                  <a:pt x="42671" y="69938"/>
                </a:lnTo>
                <a:lnTo>
                  <a:pt x="45296" y="65620"/>
                </a:lnTo>
                <a:lnTo>
                  <a:pt x="23367" y="65620"/>
                </a:lnTo>
                <a:lnTo>
                  <a:pt x="21701" y="65062"/>
                </a:lnTo>
                <a:lnTo>
                  <a:pt x="18922" y="62852"/>
                </a:lnTo>
                <a:lnTo>
                  <a:pt x="17779" y="60629"/>
                </a:lnTo>
                <a:lnTo>
                  <a:pt x="16001" y="53949"/>
                </a:lnTo>
                <a:lnTo>
                  <a:pt x="15586" y="48929"/>
                </a:lnTo>
                <a:lnTo>
                  <a:pt x="15591" y="28735"/>
                </a:lnTo>
                <a:lnTo>
                  <a:pt x="23367" y="12103"/>
                </a:lnTo>
                <a:lnTo>
                  <a:pt x="45324" y="12103"/>
                </a:lnTo>
                <a:lnTo>
                  <a:pt x="42798" y="7886"/>
                </a:lnTo>
                <a:lnTo>
                  <a:pt x="38480" y="2628"/>
                </a:lnTo>
                <a:lnTo>
                  <a:pt x="32638" y="0"/>
                </a:lnTo>
                <a:close/>
              </a:path>
              <a:path w="50800" h="78104">
                <a:moveTo>
                  <a:pt x="45324" y="12103"/>
                </a:moveTo>
                <a:lnTo>
                  <a:pt x="26923" y="12103"/>
                </a:lnTo>
                <a:lnTo>
                  <a:pt x="28575" y="12661"/>
                </a:lnTo>
                <a:lnTo>
                  <a:pt x="31368" y="14909"/>
                </a:lnTo>
                <a:lnTo>
                  <a:pt x="32511" y="17144"/>
                </a:lnTo>
                <a:lnTo>
                  <a:pt x="34289" y="23825"/>
                </a:lnTo>
                <a:lnTo>
                  <a:pt x="34696" y="28735"/>
                </a:lnTo>
                <a:lnTo>
                  <a:pt x="34708" y="48929"/>
                </a:lnTo>
                <a:lnTo>
                  <a:pt x="34289" y="54152"/>
                </a:lnTo>
                <a:lnTo>
                  <a:pt x="33273" y="57886"/>
                </a:lnTo>
                <a:lnTo>
                  <a:pt x="32511" y="60794"/>
                </a:lnTo>
                <a:lnTo>
                  <a:pt x="31368" y="62814"/>
                </a:lnTo>
                <a:lnTo>
                  <a:pt x="28575" y="65062"/>
                </a:lnTo>
                <a:lnTo>
                  <a:pt x="26923" y="65620"/>
                </a:lnTo>
                <a:lnTo>
                  <a:pt x="45296" y="65620"/>
                </a:lnTo>
                <a:lnTo>
                  <a:pt x="46005" y="64454"/>
                </a:lnTo>
                <a:lnTo>
                  <a:pt x="48386" y="57451"/>
                </a:lnTo>
                <a:lnTo>
                  <a:pt x="49815" y="48929"/>
                </a:lnTo>
                <a:lnTo>
                  <a:pt x="50291"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195" name="object 195"/>
          <p:cNvSpPr/>
          <p:nvPr/>
        </p:nvSpPr>
        <p:spPr>
          <a:xfrm>
            <a:off x="8619743" y="5756147"/>
            <a:ext cx="33655" cy="76200"/>
          </a:xfrm>
          <a:custGeom>
            <a:avLst/>
            <a:gdLst/>
            <a:ahLst/>
            <a:cxnLst/>
            <a:rect l="l" t="t" r="r" b="b"/>
            <a:pathLst>
              <a:path w="33654" h="76200">
                <a:moveTo>
                  <a:pt x="33527" y="0"/>
                </a:moveTo>
                <a:lnTo>
                  <a:pt x="21716" y="0"/>
                </a:lnTo>
                <a:lnTo>
                  <a:pt x="19938" y="4622"/>
                </a:lnTo>
                <a:lnTo>
                  <a:pt x="16890" y="8674"/>
                </a:lnTo>
                <a:lnTo>
                  <a:pt x="8000" y="15608"/>
                </a:lnTo>
                <a:lnTo>
                  <a:pt x="3809" y="17957"/>
                </a:lnTo>
                <a:lnTo>
                  <a:pt x="0" y="19202"/>
                </a:lnTo>
                <a:lnTo>
                  <a:pt x="0" y="32410"/>
                </a:lnTo>
                <a:lnTo>
                  <a:pt x="7238" y="30022"/>
                </a:lnTo>
                <a:lnTo>
                  <a:pt x="13588" y="26352"/>
                </a:lnTo>
                <a:lnTo>
                  <a:pt x="18923" y="21374"/>
                </a:lnTo>
                <a:lnTo>
                  <a:pt x="18923" y="76199"/>
                </a:lnTo>
                <a:lnTo>
                  <a:pt x="33527" y="76199"/>
                </a:lnTo>
                <a:lnTo>
                  <a:pt x="33527" y="0"/>
                </a:lnTo>
                <a:close/>
              </a:path>
            </a:pathLst>
          </a:custGeom>
          <a:solidFill>
            <a:srgbClr val="4264DE">
              <a:alpha val="10195"/>
            </a:srgbClr>
          </a:solidFill>
        </p:spPr>
        <p:txBody>
          <a:bodyPr wrap="square" lIns="0" tIns="0" rIns="0" bIns="0" rtlCol="0"/>
          <a:lstStyle/>
          <a:p>
            <a:endParaRPr/>
          </a:p>
        </p:txBody>
      </p:sp>
      <p:sp>
        <p:nvSpPr>
          <p:cNvPr id="196" name="object 196"/>
          <p:cNvSpPr/>
          <p:nvPr/>
        </p:nvSpPr>
        <p:spPr>
          <a:xfrm>
            <a:off x="8785859" y="5754623"/>
            <a:ext cx="48895" cy="78105"/>
          </a:xfrm>
          <a:custGeom>
            <a:avLst/>
            <a:gdLst/>
            <a:ahLst/>
            <a:cxnLst/>
            <a:rect l="l" t="t" r="r" b="b"/>
            <a:pathLst>
              <a:path w="48895" h="78104">
                <a:moveTo>
                  <a:pt x="31623" y="0"/>
                </a:moveTo>
                <a:lnTo>
                  <a:pt x="17145" y="0"/>
                </a:lnTo>
                <a:lnTo>
                  <a:pt x="11430" y="2590"/>
                </a:lnTo>
                <a:lnTo>
                  <a:pt x="0" y="38734"/>
                </a:lnTo>
                <a:lnTo>
                  <a:pt x="438" y="48929"/>
                </a:lnTo>
                <a:lnTo>
                  <a:pt x="17018" y="77723"/>
                </a:lnTo>
                <a:lnTo>
                  <a:pt x="31623" y="77723"/>
                </a:lnTo>
                <a:lnTo>
                  <a:pt x="37338" y="75133"/>
                </a:lnTo>
                <a:lnTo>
                  <a:pt x="41401" y="69938"/>
                </a:lnTo>
                <a:lnTo>
                  <a:pt x="43953" y="65620"/>
                </a:lnTo>
                <a:lnTo>
                  <a:pt x="22606" y="65620"/>
                </a:lnTo>
                <a:lnTo>
                  <a:pt x="21065" y="65062"/>
                </a:lnTo>
                <a:lnTo>
                  <a:pt x="15182" y="48929"/>
                </a:lnTo>
                <a:lnTo>
                  <a:pt x="15186" y="28735"/>
                </a:lnTo>
                <a:lnTo>
                  <a:pt x="22606" y="12103"/>
                </a:lnTo>
                <a:lnTo>
                  <a:pt x="43911" y="12103"/>
                </a:lnTo>
                <a:lnTo>
                  <a:pt x="41401" y="7886"/>
                </a:lnTo>
                <a:lnTo>
                  <a:pt x="37338" y="2628"/>
                </a:lnTo>
                <a:lnTo>
                  <a:pt x="31623" y="0"/>
                </a:lnTo>
                <a:close/>
              </a:path>
              <a:path w="48895" h="78104">
                <a:moveTo>
                  <a:pt x="43911" y="12103"/>
                </a:moveTo>
                <a:lnTo>
                  <a:pt x="26162" y="12103"/>
                </a:lnTo>
                <a:lnTo>
                  <a:pt x="27686" y="12661"/>
                </a:lnTo>
                <a:lnTo>
                  <a:pt x="28956" y="13779"/>
                </a:lnTo>
                <a:lnTo>
                  <a:pt x="33588" y="48929"/>
                </a:lnTo>
                <a:lnTo>
                  <a:pt x="33274" y="54152"/>
                </a:lnTo>
                <a:lnTo>
                  <a:pt x="32258" y="57886"/>
                </a:lnTo>
                <a:lnTo>
                  <a:pt x="31496" y="60794"/>
                </a:lnTo>
                <a:lnTo>
                  <a:pt x="30353" y="62814"/>
                </a:lnTo>
                <a:lnTo>
                  <a:pt x="29051" y="63969"/>
                </a:lnTo>
                <a:lnTo>
                  <a:pt x="27651" y="65074"/>
                </a:lnTo>
                <a:lnTo>
                  <a:pt x="26162" y="65620"/>
                </a:lnTo>
                <a:lnTo>
                  <a:pt x="43953" y="65620"/>
                </a:lnTo>
                <a:lnTo>
                  <a:pt x="44642" y="64454"/>
                </a:lnTo>
                <a:lnTo>
                  <a:pt x="46942" y="57451"/>
                </a:lnTo>
                <a:lnTo>
                  <a:pt x="48313" y="48929"/>
                </a:lnTo>
                <a:lnTo>
                  <a:pt x="48768"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197" name="object 197"/>
          <p:cNvSpPr/>
          <p:nvPr/>
        </p:nvSpPr>
        <p:spPr>
          <a:xfrm>
            <a:off x="8967216" y="5756147"/>
            <a:ext cx="33655" cy="76200"/>
          </a:xfrm>
          <a:custGeom>
            <a:avLst/>
            <a:gdLst/>
            <a:ahLst/>
            <a:cxnLst/>
            <a:rect l="l" t="t" r="r" b="b"/>
            <a:pathLst>
              <a:path w="33654" h="76200">
                <a:moveTo>
                  <a:pt x="33527" y="0"/>
                </a:moveTo>
                <a:lnTo>
                  <a:pt x="21716" y="0"/>
                </a:lnTo>
                <a:lnTo>
                  <a:pt x="19938" y="4622"/>
                </a:lnTo>
                <a:lnTo>
                  <a:pt x="16890" y="8674"/>
                </a:lnTo>
                <a:lnTo>
                  <a:pt x="8000" y="15608"/>
                </a:lnTo>
                <a:lnTo>
                  <a:pt x="3809" y="17957"/>
                </a:lnTo>
                <a:lnTo>
                  <a:pt x="0" y="19202"/>
                </a:lnTo>
                <a:lnTo>
                  <a:pt x="0" y="32410"/>
                </a:lnTo>
                <a:lnTo>
                  <a:pt x="7238" y="30022"/>
                </a:lnTo>
                <a:lnTo>
                  <a:pt x="13588" y="26352"/>
                </a:lnTo>
                <a:lnTo>
                  <a:pt x="18923" y="21374"/>
                </a:lnTo>
                <a:lnTo>
                  <a:pt x="18923" y="76199"/>
                </a:lnTo>
                <a:lnTo>
                  <a:pt x="33527" y="76199"/>
                </a:lnTo>
                <a:lnTo>
                  <a:pt x="33527" y="0"/>
                </a:lnTo>
                <a:close/>
              </a:path>
            </a:pathLst>
          </a:custGeom>
          <a:solidFill>
            <a:srgbClr val="4264DE">
              <a:alpha val="10195"/>
            </a:srgbClr>
          </a:solidFill>
        </p:spPr>
        <p:txBody>
          <a:bodyPr wrap="square" lIns="0" tIns="0" rIns="0" bIns="0" rtlCol="0"/>
          <a:lstStyle/>
          <a:p>
            <a:endParaRPr/>
          </a:p>
        </p:txBody>
      </p:sp>
      <p:sp>
        <p:nvSpPr>
          <p:cNvPr id="198" name="object 198"/>
          <p:cNvSpPr/>
          <p:nvPr/>
        </p:nvSpPr>
        <p:spPr>
          <a:xfrm>
            <a:off x="9131807" y="5754623"/>
            <a:ext cx="50800" cy="78105"/>
          </a:xfrm>
          <a:custGeom>
            <a:avLst/>
            <a:gdLst/>
            <a:ahLst/>
            <a:cxnLst/>
            <a:rect l="l" t="t" r="r" b="b"/>
            <a:pathLst>
              <a:path w="50800" h="78104">
                <a:moveTo>
                  <a:pt x="32639" y="0"/>
                </a:moveTo>
                <a:lnTo>
                  <a:pt x="17652" y="0"/>
                </a:lnTo>
                <a:lnTo>
                  <a:pt x="11811" y="2590"/>
                </a:lnTo>
                <a:lnTo>
                  <a:pt x="0" y="38734"/>
                </a:lnTo>
                <a:lnTo>
                  <a:pt x="440" y="48929"/>
                </a:lnTo>
                <a:lnTo>
                  <a:pt x="17652" y="77723"/>
                </a:lnTo>
                <a:lnTo>
                  <a:pt x="32639" y="77723"/>
                </a:lnTo>
                <a:lnTo>
                  <a:pt x="38481" y="75133"/>
                </a:lnTo>
                <a:lnTo>
                  <a:pt x="42672" y="69938"/>
                </a:lnTo>
                <a:lnTo>
                  <a:pt x="45296" y="65620"/>
                </a:lnTo>
                <a:lnTo>
                  <a:pt x="23368" y="65620"/>
                </a:lnTo>
                <a:lnTo>
                  <a:pt x="21701" y="65062"/>
                </a:lnTo>
                <a:lnTo>
                  <a:pt x="18923" y="62852"/>
                </a:lnTo>
                <a:lnTo>
                  <a:pt x="17780" y="60629"/>
                </a:lnTo>
                <a:lnTo>
                  <a:pt x="16001" y="53949"/>
                </a:lnTo>
                <a:lnTo>
                  <a:pt x="15586" y="48929"/>
                </a:lnTo>
                <a:lnTo>
                  <a:pt x="15591" y="28735"/>
                </a:lnTo>
                <a:lnTo>
                  <a:pt x="23368" y="12103"/>
                </a:lnTo>
                <a:lnTo>
                  <a:pt x="45324" y="12103"/>
                </a:lnTo>
                <a:lnTo>
                  <a:pt x="42799" y="7886"/>
                </a:lnTo>
                <a:lnTo>
                  <a:pt x="38481" y="2628"/>
                </a:lnTo>
                <a:lnTo>
                  <a:pt x="32639" y="0"/>
                </a:lnTo>
                <a:close/>
              </a:path>
              <a:path w="50800" h="78104">
                <a:moveTo>
                  <a:pt x="45324" y="12103"/>
                </a:moveTo>
                <a:lnTo>
                  <a:pt x="26924" y="12103"/>
                </a:lnTo>
                <a:lnTo>
                  <a:pt x="28575" y="12661"/>
                </a:lnTo>
                <a:lnTo>
                  <a:pt x="31369" y="14909"/>
                </a:lnTo>
                <a:lnTo>
                  <a:pt x="32512" y="17144"/>
                </a:lnTo>
                <a:lnTo>
                  <a:pt x="34290" y="23825"/>
                </a:lnTo>
                <a:lnTo>
                  <a:pt x="34696" y="28735"/>
                </a:lnTo>
                <a:lnTo>
                  <a:pt x="34708" y="48929"/>
                </a:lnTo>
                <a:lnTo>
                  <a:pt x="34290" y="54152"/>
                </a:lnTo>
                <a:lnTo>
                  <a:pt x="33274" y="57886"/>
                </a:lnTo>
                <a:lnTo>
                  <a:pt x="32512" y="60794"/>
                </a:lnTo>
                <a:lnTo>
                  <a:pt x="31369" y="62814"/>
                </a:lnTo>
                <a:lnTo>
                  <a:pt x="28575" y="65062"/>
                </a:lnTo>
                <a:lnTo>
                  <a:pt x="26924" y="65620"/>
                </a:lnTo>
                <a:lnTo>
                  <a:pt x="45296" y="65620"/>
                </a:lnTo>
                <a:lnTo>
                  <a:pt x="46005" y="64454"/>
                </a:lnTo>
                <a:lnTo>
                  <a:pt x="48386" y="57451"/>
                </a:lnTo>
                <a:lnTo>
                  <a:pt x="49815" y="48929"/>
                </a:lnTo>
                <a:lnTo>
                  <a:pt x="50292"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199" name="object 199"/>
          <p:cNvSpPr/>
          <p:nvPr/>
        </p:nvSpPr>
        <p:spPr>
          <a:xfrm>
            <a:off x="9313164" y="5756147"/>
            <a:ext cx="33655" cy="76200"/>
          </a:xfrm>
          <a:custGeom>
            <a:avLst/>
            <a:gdLst/>
            <a:ahLst/>
            <a:cxnLst/>
            <a:rect l="l" t="t" r="r" b="b"/>
            <a:pathLst>
              <a:path w="33654" h="76200">
                <a:moveTo>
                  <a:pt x="33527" y="0"/>
                </a:moveTo>
                <a:lnTo>
                  <a:pt x="21716" y="0"/>
                </a:lnTo>
                <a:lnTo>
                  <a:pt x="19938" y="4622"/>
                </a:lnTo>
                <a:lnTo>
                  <a:pt x="16890" y="8674"/>
                </a:lnTo>
                <a:lnTo>
                  <a:pt x="8000" y="15608"/>
                </a:lnTo>
                <a:lnTo>
                  <a:pt x="3809" y="17957"/>
                </a:lnTo>
                <a:lnTo>
                  <a:pt x="0" y="19202"/>
                </a:lnTo>
                <a:lnTo>
                  <a:pt x="0" y="32410"/>
                </a:lnTo>
                <a:lnTo>
                  <a:pt x="7238" y="30022"/>
                </a:lnTo>
                <a:lnTo>
                  <a:pt x="13588" y="26352"/>
                </a:lnTo>
                <a:lnTo>
                  <a:pt x="18922" y="21374"/>
                </a:lnTo>
                <a:lnTo>
                  <a:pt x="18922" y="76199"/>
                </a:lnTo>
                <a:lnTo>
                  <a:pt x="33527" y="76199"/>
                </a:lnTo>
                <a:lnTo>
                  <a:pt x="33527" y="0"/>
                </a:lnTo>
                <a:close/>
              </a:path>
            </a:pathLst>
          </a:custGeom>
          <a:solidFill>
            <a:srgbClr val="4264DE">
              <a:alpha val="10195"/>
            </a:srgbClr>
          </a:solidFill>
        </p:spPr>
        <p:txBody>
          <a:bodyPr wrap="square" lIns="0" tIns="0" rIns="0" bIns="0" rtlCol="0"/>
          <a:lstStyle/>
          <a:p>
            <a:endParaRPr/>
          </a:p>
        </p:txBody>
      </p:sp>
      <p:sp>
        <p:nvSpPr>
          <p:cNvPr id="200" name="object 200"/>
          <p:cNvSpPr/>
          <p:nvPr/>
        </p:nvSpPr>
        <p:spPr>
          <a:xfrm>
            <a:off x="9479280" y="5754623"/>
            <a:ext cx="48895" cy="78105"/>
          </a:xfrm>
          <a:custGeom>
            <a:avLst/>
            <a:gdLst/>
            <a:ahLst/>
            <a:cxnLst/>
            <a:rect l="l" t="t" r="r" b="b"/>
            <a:pathLst>
              <a:path w="48895" h="78104">
                <a:moveTo>
                  <a:pt x="31623" y="0"/>
                </a:moveTo>
                <a:lnTo>
                  <a:pt x="17145" y="0"/>
                </a:lnTo>
                <a:lnTo>
                  <a:pt x="11429" y="2590"/>
                </a:lnTo>
                <a:lnTo>
                  <a:pt x="0" y="38734"/>
                </a:lnTo>
                <a:lnTo>
                  <a:pt x="438" y="48929"/>
                </a:lnTo>
                <a:lnTo>
                  <a:pt x="17018" y="77723"/>
                </a:lnTo>
                <a:lnTo>
                  <a:pt x="31623" y="77723"/>
                </a:lnTo>
                <a:lnTo>
                  <a:pt x="37338" y="75133"/>
                </a:lnTo>
                <a:lnTo>
                  <a:pt x="41401" y="69938"/>
                </a:lnTo>
                <a:lnTo>
                  <a:pt x="43953" y="65620"/>
                </a:lnTo>
                <a:lnTo>
                  <a:pt x="22605" y="65620"/>
                </a:lnTo>
                <a:lnTo>
                  <a:pt x="21065" y="65062"/>
                </a:lnTo>
                <a:lnTo>
                  <a:pt x="15182" y="48929"/>
                </a:lnTo>
                <a:lnTo>
                  <a:pt x="15186" y="28735"/>
                </a:lnTo>
                <a:lnTo>
                  <a:pt x="22605" y="12103"/>
                </a:lnTo>
                <a:lnTo>
                  <a:pt x="43911" y="12103"/>
                </a:lnTo>
                <a:lnTo>
                  <a:pt x="41401" y="7886"/>
                </a:lnTo>
                <a:lnTo>
                  <a:pt x="37338" y="2628"/>
                </a:lnTo>
                <a:lnTo>
                  <a:pt x="31623" y="0"/>
                </a:lnTo>
                <a:close/>
              </a:path>
              <a:path w="48895" h="78104">
                <a:moveTo>
                  <a:pt x="43911" y="12103"/>
                </a:moveTo>
                <a:lnTo>
                  <a:pt x="26162" y="12103"/>
                </a:lnTo>
                <a:lnTo>
                  <a:pt x="27686" y="12661"/>
                </a:lnTo>
                <a:lnTo>
                  <a:pt x="29083" y="13779"/>
                </a:lnTo>
                <a:lnTo>
                  <a:pt x="33588" y="48929"/>
                </a:lnTo>
                <a:lnTo>
                  <a:pt x="33274" y="54152"/>
                </a:lnTo>
                <a:lnTo>
                  <a:pt x="32258" y="57886"/>
                </a:lnTo>
                <a:lnTo>
                  <a:pt x="31496" y="60794"/>
                </a:lnTo>
                <a:lnTo>
                  <a:pt x="30352" y="62814"/>
                </a:lnTo>
                <a:lnTo>
                  <a:pt x="29051" y="63969"/>
                </a:lnTo>
                <a:lnTo>
                  <a:pt x="27651" y="65074"/>
                </a:lnTo>
                <a:lnTo>
                  <a:pt x="26162" y="65620"/>
                </a:lnTo>
                <a:lnTo>
                  <a:pt x="43953" y="65620"/>
                </a:lnTo>
                <a:lnTo>
                  <a:pt x="44642" y="64454"/>
                </a:lnTo>
                <a:lnTo>
                  <a:pt x="46942" y="57451"/>
                </a:lnTo>
                <a:lnTo>
                  <a:pt x="48313" y="48929"/>
                </a:lnTo>
                <a:lnTo>
                  <a:pt x="48768"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201" name="object 201"/>
          <p:cNvSpPr/>
          <p:nvPr/>
        </p:nvSpPr>
        <p:spPr>
          <a:xfrm>
            <a:off x="9845040" y="5756147"/>
            <a:ext cx="33655" cy="76200"/>
          </a:xfrm>
          <a:custGeom>
            <a:avLst/>
            <a:gdLst/>
            <a:ahLst/>
            <a:cxnLst/>
            <a:rect l="l" t="t" r="r" b="b"/>
            <a:pathLst>
              <a:path w="33654" h="76200">
                <a:moveTo>
                  <a:pt x="33527" y="0"/>
                </a:moveTo>
                <a:lnTo>
                  <a:pt x="21716" y="0"/>
                </a:lnTo>
                <a:lnTo>
                  <a:pt x="19938" y="4622"/>
                </a:lnTo>
                <a:lnTo>
                  <a:pt x="16890" y="8674"/>
                </a:lnTo>
                <a:lnTo>
                  <a:pt x="8000" y="15608"/>
                </a:lnTo>
                <a:lnTo>
                  <a:pt x="3809" y="17957"/>
                </a:lnTo>
                <a:lnTo>
                  <a:pt x="0" y="19202"/>
                </a:lnTo>
                <a:lnTo>
                  <a:pt x="0" y="32410"/>
                </a:lnTo>
                <a:lnTo>
                  <a:pt x="7238" y="30022"/>
                </a:lnTo>
                <a:lnTo>
                  <a:pt x="13588" y="26352"/>
                </a:lnTo>
                <a:lnTo>
                  <a:pt x="18923" y="21374"/>
                </a:lnTo>
                <a:lnTo>
                  <a:pt x="18923" y="76199"/>
                </a:lnTo>
                <a:lnTo>
                  <a:pt x="33527" y="76199"/>
                </a:lnTo>
                <a:lnTo>
                  <a:pt x="33527" y="0"/>
                </a:lnTo>
                <a:close/>
              </a:path>
            </a:pathLst>
          </a:custGeom>
          <a:solidFill>
            <a:srgbClr val="4264DE">
              <a:alpha val="10195"/>
            </a:srgbClr>
          </a:solidFill>
        </p:spPr>
        <p:txBody>
          <a:bodyPr wrap="square" lIns="0" tIns="0" rIns="0" bIns="0" rtlCol="0"/>
          <a:lstStyle/>
          <a:p>
            <a:endParaRPr/>
          </a:p>
        </p:txBody>
      </p:sp>
      <p:sp>
        <p:nvSpPr>
          <p:cNvPr id="202" name="object 202"/>
          <p:cNvSpPr/>
          <p:nvPr/>
        </p:nvSpPr>
        <p:spPr>
          <a:xfrm>
            <a:off x="9663683" y="5754623"/>
            <a:ext cx="48895" cy="78105"/>
          </a:xfrm>
          <a:custGeom>
            <a:avLst/>
            <a:gdLst/>
            <a:ahLst/>
            <a:cxnLst/>
            <a:rect l="l" t="t" r="r" b="b"/>
            <a:pathLst>
              <a:path w="48895" h="78104">
                <a:moveTo>
                  <a:pt x="31623" y="0"/>
                </a:moveTo>
                <a:lnTo>
                  <a:pt x="17145" y="0"/>
                </a:lnTo>
                <a:lnTo>
                  <a:pt x="11430" y="2590"/>
                </a:lnTo>
                <a:lnTo>
                  <a:pt x="0" y="38734"/>
                </a:lnTo>
                <a:lnTo>
                  <a:pt x="438" y="48929"/>
                </a:lnTo>
                <a:lnTo>
                  <a:pt x="17018" y="77723"/>
                </a:lnTo>
                <a:lnTo>
                  <a:pt x="31623" y="77723"/>
                </a:lnTo>
                <a:lnTo>
                  <a:pt x="37338" y="75133"/>
                </a:lnTo>
                <a:lnTo>
                  <a:pt x="41401" y="69938"/>
                </a:lnTo>
                <a:lnTo>
                  <a:pt x="43953" y="65620"/>
                </a:lnTo>
                <a:lnTo>
                  <a:pt x="22606" y="65620"/>
                </a:lnTo>
                <a:lnTo>
                  <a:pt x="21065" y="65062"/>
                </a:lnTo>
                <a:lnTo>
                  <a:pt x="15182" y="48929"/>
                </a:lnTo>
                <a:lnTo>
                  <a:pt x="15186" y="28735"/>
                </a:lnTo>
                <a:lnTo>
                  <a:pt x="22606" y="12103"/>
                </a:lnTo>
                <a:lnTo>
                  <a:pt x="43911" y="12103"/>
                </a:lnTo>
                <a:lnTo>
                  <a:pt x="41401" y="7886"/>
                </a:lnTo>
                <a:lnTo>
                  <a:pt x="37338" y="2628"/>
                </a:lnTo>
                <a:lnTo>
                  <a:pt x="31623" y="0"/>
                </a:lnTo>
                <a:close/>
              </a:path>
              <a:path w="48895" h="78104">
                <a:moveTo>
                  <a:pt x="43911" y="12103"/>
                </a:moveTo>
                <a:lnTo>
                  <a:pt x="26162" y="12103"/>
                </a:lnTo>
                <a:lnTo>
                  <a:pt x="27686" y="12661"/>
                </a:lnTo>
                <a:lnTo>
                  <a:pt x="29083" y="13779"/>
                </a:lnTo>
                <a:lnTo>
                  <a:pt x="33588" y="48929"/>
                </a:lnTo>
                <a:lnTo>
                  <a:pt x="33274" y="54152"/>
                </a:lnTo>
                <a:lnTo>
                  <a:pt x="32258" y="57886"/>
                </a:lnTo>
                <a:lnTo>
                  <a:pt x="31496" y="60794"/>
                </a:lnTo>
                <a:lnTo>
                  <a:pt x="30352" y="62814"/>
                </a:lnTo>
                <a:lnTo>
                  <a:pt x="29051" y="63969"/>
                </a:lnTo>
                <a:lnTo>
                  <a:pt x="27651" y="65074"/>
                </a:lnTo>
                <a:lnTo>
                  <a:pt x="26162" y="65620"/>
                </a:lnTo>
                <a:lnTo>
                  <a:pt x="43953" y="65620"/>
                </a:lnTo>
                <a:lnTo>
                  <a:pt x="44642" y="64454"/>
                </a:lnTo>
                <a:lnTo>
                  <a:pt x="46942" y="57451"/>
                </a:lnTo>
                <a:lnTo>
                  <a:pt x="48313" y="48929"/>
                </a:lnTo>
                <a:lnTo>
                  <a:pt x="48768"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203" name="object 203"/>
          <p:cNvSpPr/>
          <p:nvPr/>
        </p:nvSpPr>
        <p:spPr>
          <a:xfrm>
            <a:off x="10006583" y="5756147"/>
            <a:ext cx="33655" cy="76200"/>
          </a:xfrm>
          <a:custGeom>
            <a:avLst/>
            <a:gdLst/>
            <a:ahLst/>
            <a:cxnLst/>
            <a:rect l="l" t="t" r="r" b="b"/>
            <a:pathLst>
              <a:path w="33654" h="76200">
                <a:moveTo>
                  <a:pt x="33527" y="0"/>
                </a:moveTo>
                <a:lnTo>
                  <a:pt x="21717" y="0"/>
                </a:lnTo>
                <a:lnTo>
                  <a:pt x="19939" y="4622"/>
                </a:lnTo>
                <a:lnTo>
                  <a:pt x="16891" y="8674"/>
                </a:lnTo>
                <a:lnTo>
                  <a:pt x="8000" y="15608"/>
                </a:lnTo>
                <a:lnTo>
                  <a:pt x="3810" y="17957"/>
                </a:lnTo>
                <a:lnTo>
                  <a:pt x="0" y="19202"/>
                </a:lnTo>
                <a:lnTo>
                  <a:pt x="0" y="32410"/>
                </a:lnTo>
                <a:lnTo>
                  <a:pt x="7239" y="30022"/>
                </a:lnTo>
                <a:lnTo>
                  <a:pt x="13589" y="26352"/>
                </a:lnTo>
                <a:lnTo>
                  <a:pt x="18923" y="21374"/>
                </a:lnTo>
                <a:lnTo>
                  <a:pt x="18923" y="76199"/>
                </a:lnTo>
                <a:lnTo>
                  <a:pt x="33527" y="76199"/>
                </a:lnTo>
                <a:lnTo>
                  <a:pt x="33527" y="0"/>
                </a:lnTo>
                <a:close/>
              </a:path>
            </a:pathLst>
          </a:custGeom>
          <a:solidFill>
            <a:srgbClr val="4264DE">
              <a:alpha val="10195"/>
            </a:srgbClr>
          </a:solidFill>
        </p:spPr>
        <p:txBody>
          <a:bodyPr wrap="square" lIns="0" tIns="0" rIns="0" bIns="0" rtlCol="0"/>
          <a:lstStyle/>
          <a:p>
            <a:endParaRPr/>
          </a:p>
        </p:txBody>
      </p:sp>
      <p:sp>
        <p:nvSpPr>
          <p:cNvPr id="204" name="object 204"/>
          <p:cNvSpPr/>
          <p:nvPr/>
        </p:nvSpPr>
        <p:spPr>
          <a:xfrm>
            <a:off x="10172700" y="5754623"/>
            <a:ext cx="48895" cy="78105"/>
          </a:xfrm>
          <a:custGeom>
            <a:avLst/>
            <a:gdLst/>
            <a:ahLst/>
            <a:cxnLst/>
            <a:rect l="l" t="t" r="r" b="b"/>
            <a:pathLst>
              <a:path w="48895" h="78104">
                <a:moveTo>
                  <a:pt x="31623" y="0"/>
                </a:moveTo>
                <a:lnTo>
                  <a:pt x="17145" y="0"/>
                </a:lnTo>
                <a:lnTo>
                  <a:pt x="11429" y="2590"/>
                </a:lnTo>
                <a:lnTo>
                  <a:pt x="0" y="38734"/>
                </a:lnTo>
                <a:lnTo>
                  <a:pt x="438" y="48929"/>
                </a:lnTo>
                <a:lnTo>
                  <a:pt x="17018" y="77723"/>
                </a:lnTo>
                <a:lnTo>
                  <a:pt x="31623" y="77723"/>
                </a:lnTo>
                <a:lnTo>
                  <a:pt x="37338" y="75133"/>
                </a:lnTo>
                <a:lnTo>
                  <a:pt x="41401" y="69938"/>
                </a:lnTo>
                <a:lnTo>
                  <a:pt x="43953" y="65620"/>
                </a:lnTo>
                <a:lnTo>
                  <a:pt x="22605" y="65620"/>
                </a:lnTo>
                <a:lnTo>
                  <a:pt x="21065" y="65062"/>
                </a:lnTo>
                <a:lnTo>
                  <a:pt x="15182" y="48929"/>
                </a:lnTo>
                <a:lnTo>
                  <a:pt x="15186" y="28735"/>
                </a:lnTo>
                <a:lnTo>
                  <a:pt x="22605" y="12103"/>
                </a:lnTo>
                <a:lnTo>
                  <a:pt x="43911" y="12103"/>
                </a:lnTo>
                <a:lnTo>
                  <a:pt x="41401" y="7886"/>
                </a:lnTo>
                <a:lnTo>
                  <a:pt x="37338" y="2628"/>
                </a:lnTo>
                <a:lnTo>
                  <a:pt x="31623" y="0"/>
                </a:lnTo>
                <a:close/>
              </a:path>
              <a:path w="48895" h="78104">
                <a:moveTo>
                  <a:pt x="43911" y="12103"/>
                </a:moveTo>
                <a:lnTo>
                  <a:pt x="26161" y="12103"/>
                </a:lnTo>
                <a:lnTo>
                  <a:pt x="27685" y="12661"/>
                </a:lnTo>
                <a:lnTo>
                  <a:pt x="28955" y="13779"/>
                </a:lnTo>
                <a:lnTo>
                  <a:pt x="33588" y="48929"/>
                </a:lnTo>
                <a:lnTo>
                  <a:pt x="33274" y="54152"/>
                </a:lnTo>
                <a:lnTo>
                  <a:pt x="32257" y="57886"/>
                </a:lnTo>
                <a:lnTo>
                  <a:pt x="31496" y="60794"/>
                </a:lnTo>
                <a:lnTo>
                  <a:pt x="30352" y="62814"/>
                </a:lnTo>
                <a:lnTo>
                  <a:pt x="29051" y="63969"/>
                </a:lnTo>
                <a:lnTo>
                  <a:pt x="27651" y="65074"/>
                </a:lnTo>
                <a:lnTo>
                  <a:pt x="26161" y="65620"/>
                </a:lnTo>
                <a:lnTo>
                  <a:pt x="43953" y="65620"/>
                </a:lnTo>
                <a:lnTo>
                  <a:pt x="44642" y="64454"/>
                </a:lnTo>
                <a:lnTo>
                  <a:pt x="46942" y="57451"/>
                </a:lnTo>
                <a:lnTo>
                  <a:pt x="48313" y="48929"/>
                </a:lnTo>
                <a:lnTo>
                  <a:pt x="48768"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205" name="object 205"/>
          <p:cNvSpPr/>
          <p:nvPr/>
        </p:nvSpPr>
        <p:spPr>
          <a:xfrm>
            <a:off x="10354056" y="5756147"/>
            <a:ext cx="33655" cy="76200"/>
          </a:xfrm>
          <a:custGeom>
            <a:avLst/>
            <a:gdLst/>
            <a:ahLst/>
            <a:cxnLst/>
            <a:rect l="l" t="t" r="r" b="b"/>
            <a:pathLst>
              <a:path w="33654" h="76200">
                <a:moveTo>
                  <a:pt x="33527" y="0"/>
                </a:moveTo>
                <a:lnTo>
                  <a:pt x="21717" y="0"/>
                </a:lnTo>
                <a:lnTo>
                  <a:pt x="19939" y="4622"/>
                </a:lnTo>
                <a:lnTo>
                  <a:pt x="16891" y="8674"/>
                </a:lnTo>
                <a:lnTo>
                  <a:pt x="8000" y="15608"/>
                </a:lnTo>
                <a:lnTo>
                  <a:pt x="3810" y="17957"/>
                </a:lnTo>
                <a:lnTo>
                  <a:pt x="0" y="19202"/>
                </a:lnTo>
                <a:lnTo>
                  <a:pt x="0" y="32410"/>
                </a:lnTo>
                <a:lnTo>
                  <a:pt x="7239" y="30022"/>
                </a:lnTo>
                <a:lnTo>
                  <a:pt x="13589" y="26352"/>
                </a:lnTo>
                <a:lnTo>
                  <a:pt x="18923" y="21374"/>
                </a:lnTo>
                <a:lnTo>
                  <a:pt x="18923" y="76199"/>
                </a:lnTo>
                <a:lnTo>
                  <a:pt x="33527" y="76199"/>
                </a:lnTo>
                <a:lnTo>
                  <a:pt x="33527" y="0"/>
                </a:lnTo>
                <a:close/>
              </a:path>
            </a:pathLst>
          </a:custGeom>
          <a:solidFill>
            <a:srgbClr val="4264DE">
              <a:alpha val="10195"/>
            </a:srgbClr>
          </a:solidFill>
        </p:spPr>
        <p:txBody>
          <a:bodyPr wrap="square" lIns="0" tIns="0" rIns="0" bIns="0" rtlCol="0"/>
          <a:lstStyle/>
          <a:p>
            <a:endParaRPr/>
          </a:p>
        </p:txBody>
      </p:sp>
      <p:sp>
        <p:nvSpPr>
          <p:cNvPr id="206" name="object 206"/>
          <p:cNvSpPr/>
          <p:nvPr/>
        </p:nvSpPr>
        <p:spPr>
          <a:xfrm>
            <a:off x="10518647" y="5754623"/>
            <a:ext cx="50800" cy="78105"/>
          </a:xfrm>
          <a:custGeom>
            <a:avLst/>
            <a:gdLst/>
            <a:ahLst/>
            <a:cxnLst/>
            <a:rect l="l" t="t" r="r" b="b"/>
            <a:pathLst>
              <a:path w="50800" h="78104">
                <a:moveTo>
                  <a:pt x="32638" y="0"/>
                </a:moveTo>
                <a:lnTo>
                  <a:pt x="17652" y="0"/>
                </a:lnTo>
                <a:lnTo>
                  <a:pt x="11810" y="2590"/>
                </a:lnTo>
                <a:lnTo>
                  <a:pt x="0" y="38734"/>
                </a:lnTo>
                <a:lnTo>
                  <a:pt x="440" y="48929"/>
                </a:lnTo>
                <a:lnTo>
                  <a:pt x="17652" y="77723"/>
                </a:lnTo>
                <a:lnTo>
                  <a:pt x="32638" y="77723"/>
                </a:lnTo>
                <a:lnTo>
                  <a:pt x="38480" y="75133"/>
                </a:lnTo>
                <a:lnTo>
                  <a:pt x="42672" y="69938"/>
                </a:lnTo>
                <a:lnTo>
                  <a:pt x="45296" y="65620"/>
                </a:lnTo>
                <a:lnTo>
                  <a:pt x="23368" y="65620"/>
                </a:lnTo>
                <a:lnTo>
                  <a:pt x="21701" y="65062"/>
                </a:lnTo>
                <a:lnTo>
                  <a:pt x="18923" y="62852"/>
                </a:lnTo>
                <a:lnTo>
                  <a:pt x="17779" y="60629"/>
                </a:lnTo>
                <a:lnTo>
                  <a:pt x="16001" y="53949"/>
                </a:lnTo>
                <a:lnTo>
                  <a:pt x="15586" y="48929"/>
                </a:lnTo>
                <a:lnTo>
                  <a:pt x="15591" y="28735"/>
                </a:lnTo>
                <a:lnTo>
                  <a:pt x="23368" y="12103"/>
                </a:lnTo>
                <a:lnTo>
                  <a:pt x="45324" y="12103"/>
                </a:lnTo>
                <a:lnTo>
                  <a:pt x="42799" y="7886"/>
                </a:lnTo>
                <a:lnTo>
                  <a:pt x="38480" y="2628"/>
                </a:lnTo>
                <a:lnTo>
                  <a:pt x="32638" y="0"/>
                </a:lnTo>
                <a:close/>
              </a:path>
              <a:path w="50800" h="78104">
                <a:moveTo>
                  <a:pt x="45324" y="12103"/>
                </a:moveTo>
                <a:lnTo>
                  <a:pt x="26924" y="12103"/>
                </a:lnTo>
                <a:lnTo>
                  <a:pt x="28575" y="12661"/>
                </a:lnTo>
                <a:lnTo>
                  <a:pt x="31369" y="14909"/>
                </a:lnTo>
                <a:lnTo>
                  <a:pt x="32511" y="17144"/>
                </a:lnTo>
                <a:lnTo>
                  <a:pt x="34290" y="23825"/>
                </a:lnTo>
                <a:lnTo>
                  <a:pt x="34696" y="28735"/>
                </a:lnTo>
                <a:lnTo>
                  <a:pt x="34708" y="48929"/>
                </a:lnTo>
                <a:lnTo>
                  <a:pt x="34290" y="54152"/>
                </a:lnTo>
                <a:lnTo>
                  <a:pt x="33274" y="57886"/>
                </a:lnTo>
                <a:lnTo>
                  <a:pt x="32511" y="60794"/>
                </a:lnTo>
                <a:lnTo>
                  <a:pt x="31369" y="62814"/>
                </a:lnTo>
                <a:lnTo>
                  <a:pt x="28575" y="65062"/>
                </a:lnTo>
                <a:lnTo>
                  <a:pt x="26924" y="65620"/>
                </a:lnTo>
                <a:lnTo>
                  <a:pt x="45296" y="65620"/>
                </a:lnTo>
                <a:lnTo>
                  <a:pt x="46005" y="64454"/>
                </a:lnTo>
                <a:lnTo>
                  <a:pt x="48386" y="57451"/>
                </a:lnTo>
                <a:lnTo>
                  <a:pt x="49815" y="48929"/>
                </a:lnTo>
                <a:lnTo>
                  <a:pt x="50292"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207" name="object 207"/>
          <p:cNvSpPr/>
          <p:nvPr/>
        </p:nvSpPr>
        <p:spPr>
          <a:xfrm>
            <a:off x="10700004" y="5756147"/>
            <a:ext cx="33655" cy="76200"/>
          </a:xfrm>
          <a:custGeom>
            <a:avLst/>
            <a:gdLst/>
            <a:ahLst/>
            <a:cxnLst/>
            <a:rect l="l" t="t" r="r" b="b"/>
            <a:pathLst>
              <a:path w="33654" h="76200">
                <a:moveTo>
                  <a:pt x="33527" y="0"/>
                </a:moveTo>
                <a:lnTo>
                  <a:pt x="21717" y="0"/>
                </a:lnTo>
                <a:lnTo>
                  <a:pt x="19939" y="4622"/>
                </a:lnTo>
                <a:lnTo>
                  <a:pt x="16891" y="8674"/>
                </a:lnTo>
                <a:lnTo>
                  <a:pt x="8000" y="15608"/>
                </a:lnTo>
                <a:lnTo>
                  <a:pt x="3810" y="17957"/>
                </a:lnTo>
                <a:lnTo>
                  <a:pt x="0" y="19202"/>
                </a:lnTo>
                <a:lnTo>
                  <a:pt x="0" y="32410"/>
                </a:lnTo>
                <a:lnTo>
                  <a:pt x="7239" y="30022"/>
                </a:lnTo>
                <a:lnTo>
                  <a:pt x="13589" y="26352"/>
                </a:lnTo>
                <a:lnTo>
                  <a:pt x="18923" y="21374"/>
                </a:lnTo>
                <a:lnTo>
                  <a:pt x="18923" y="76199"/>
                </a:lnTo>
                <a:lnTo>
                  <a:pt x="33527" y="76199"/>
                </a:lnTo>
                <a:lnTo>
                  <a:pt x="33527" y="0"/>
                </a:lnTo>
                <a:close/>
              </a:path>
            </a:pathLst>
          </a:custGeom>
          <a:solidFill>
            <a:srgbClr val="4264DE">
              <a:alpha val="10195"/>
            </a:srgbClr>
          </a:solidFill>
        </p:spPr>
        <p:txBody>
          <a:bodyPr wrap="square" lIns="0" tIns="0" rIns="0" bIns="0" rtlCol="0"/>
          <a:lstStyle/>
          <a:p>
            <a:endParaRPr/>
          </a:p>
        </p:txBody>
      </p:sp>
      <p:sp>
        <p:nvSpPr>
          <p:cNvPr id="208" name="object 208"/>
          <p:cNvSpPr/>
          <p:nvPr/>
        </p:nvSpPr>
        <p:spPr>
          <a:xfrm>
            <a:off x="10866119" y="5754623"/>
            <a:ext cx="48895" cy="78105"/>
          </a:xfrm>
          <a:custGeom>
            <a:avLst/>
            <a:gdLst/>
            <a:ahLst/>
            <a:cxnLst/>
            <a:rect l="l" t="t" r="r" b="b"/>
            <a:pathLst>
              <a:path w="48895" h="78104">
                <a:moveTo>
                  <a:pt x="31623" y="0"/>
                </a:moveTo>
                <a:lnTo>
                  <a:pt x="17145" y="0"/>
                </a:lnTo>
                <a:lnTo>
                  <a:pt x="11429" y="2590"/>
                </a:lnTo>
                <a:lnTo>
                  <a:pt x="0" y="38734"/>
                </a:lnTo>
                <a:lnTo>
                  <a:pt x="438" y="48929"/>
                </a:lnTo>
                <a:lnTo>
                  <a:pt x="17018" y="77723"/>
                </a:lnTo>
                <a:lnTo>
                  <a:pt x="31623" y="77723"/>
                </a:lnTo>
                <a:lnTo>
                  <a:pt x="37337" y="75133"/>
                </a:lnTo>
                <a:lnTo>
                  <a:pt x="41401" y="69938"/>
                </a:lnTo>
                <a:lnTo>
                  <a:pt x="43953" y="65620"/>
                </a:lnTo>
                <a:lnTo>
                  <a:pt x="22605" y="65620"/>
                </a:lnTo>
                <a:lnTo>
                  <a:pt x="21065" y="65062"/>
                </a:lnTo>
                <a:lnTo>
                  <a:pt x="15182" y="48929"/>
                </a:lnTo>
                <a:lnTo>
                  <a:pt x="15186" y="28735"/>
                </a:lnTo>
                <a:lnTo>
                  <a:pt x="22605" y="12103"/>
                </a:lnTo>
                <a:lnTo>
                  <a:pt x="43911" y="12103"/>
                </a:lnTo>
                <a:lnTo>
                  <a:pt x="41401" y="7886"/>
                </a:lnTo>
                <a:lnTo>
                  <a:pt x="37337" y="2628"/>
                </a:lnTo>
                <a:lnTo>
                  <a:pt x="31623" y="0"/>
                </a:lnTo>
                <a:close/>
              </a:path>
              <a:path w="48895" h="78104">
                <a:moveTo>
                  <a:pt x="43911" y="12103"/>
                </a:moveTo>
                <a:lnTo>
                  <a:pt x="26161" y="12103"/>
                </a:lnTo>
                <a:lnTo>
                  <a:pt x="27685" y="12661"/>
                </a:lnTo>
                <a:lnTo>
                  <a:pt x="29082" y="13779"/>
                </a:lnTo>
                <a:lnTo>
                  <a:pt x="33588" y="48929"/>
                </a:lnTo>
                <a:lnTo>
                  <a:pt x="33274" y="54152"/>
                </a:lnTo>
                <a:lnTo>
                  <a:pt x="32257" y="57886"/>
                </a:lnTo>
                <a:lnTo>
                  <a:pt x="31496" y="60794"/>
                </a:lnTo>
                <a:lnTo>
                  <a:pt x="30352" y="62814"/>
                </a:lnTo>
                <a:lnTo>
                  <a:pt x="29051" y="63969"/>
                </a:lnTo>
                <a:lnTo>
                  <a:pt x="27651" y="65074"/>
                </a:lnTo>
                <a:lnTo>
                  <a:pt x="26161" y="65620"/>
                </a:lnTo>
                <a:lnTo>
                  <a:pt x="43953" y="65620"/>
                </a:lnTo>
                <a:lnTo>
                  <a:pt x="44642" y="64454"/>
                </a:lnTo>
                <a:lnTo>
                  <a:pt x="46942" y="57451"/>
                </a:lnTo>
                <a:lnTo>
                  <a:pt x="48313" y="48929"/>
                </a:lnTo>
                <a:lnTo>
                  <a:pt x="48768"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209" name="object 209"/>
          <p:cNvSpPr/>
          <p:nvPr/>
        </p:nvSpPr>
        <p:spPr>
          <a:xfrm>
            <a:off x="11047476" y="5756147"/>
            <a:ext cx="33655" cy="76200"/>
          </a:xfrm>
          <a:custGeom>
            <a:avLst/>
            <a:gdLst/>
            <a:ahLst/>
            <a:cxnLst/>
            <a:rect l="l" t="t" r="r" b="b"/>
            <a:pathLst>
              <a:path w="33654" h="76200">
                <a:moveTo>
                  <a:pt x="33527" y="0"/>
                </a:moveTo>
                <a:lnTo>
                  <a:pt x="21717" y="0"/>
                </a:lnTo>
                <a:lnTo>
                  <a:pt x="19939" y="4622"/>
                </a:lnTo>
                <a:lnTo>
                  <a:pt x="16891" y="8674"/>
                </a:lnTo>
                <a:lnTo>
                  <a:pt x="8000" y="15608"/>
                </a:lnTo>
                <a:lnTo>
                  <a:pt x="3809" y="17957"/>
                </a:lnTo>
                <a:lnTo>
                  <a:pt x="0" y="19202"/>
                </a:lnTo>
                <a:lnTo>
                  <a:pt x="0" y="32410"/>
                </a:lnTo>
                <a:lnTo>
                  <a:pt x="7239" y="30022"/>
                </a:lnTo>
                <a:lnTo>
                  <a:pt x="13589" y="26352"/>
                </a:lnTo>
                <a:lnTo>
                  <a:pt x="18923" y="21374"/>
                </a:lnTo>
                <a:lnTo>
                  <a:pt x="18923" y="76199"/>
                </a:lnTo>
                <a:lnTo>
                  <a:pt x="33527" y="76199"/>
                </a:lnTo>
                <a:lnTo>
                  <a:pt x="33527" y="0"/>
                </a:lnTo>
                <a:close/>
              </a:path>
            </a:pathLst>
          </a:custGeom>
          <a:solidFill>
            <a:srgbClr val="4264DE">
              <a:alpha val="10195"/>
            </a:srgbClr>
          </a:solidFill>
        </p:spPr>
        <p:txBody>
          <a:bodyPr wrap="square" lIns="0" tIns="0" rIns="0" bIns="0" rtlCol="0"/>
          <a:lstStyle/>
          <a:p>
            <a:endParaRPr/>
          </a:p>
        </p:txBody>
      </p:sp>
      <p:sp>
        <p:nvSpPr>
          <p:cNvPr id="210" name="object 210"/>
          <p:cNvSpPr/>
          <p:nvPr/>
        </p:nvSpPr>
        <p:spPr>
          <a:xfrm>
            <a:off x="11212068" y="5754623"/>
            <a:ext cx="50800" cy="78105"/>
          </a:xfrm>
          <a:custGeom>
            <a:avLst/>
            <a:gdLst/>
            <a:ahLst/>
            <a:cxnLst/>
            <a:rect l="l" t="t" r="r" b="b"/>
            <a:pathLst>
              <a:path w="50800" h="78104">
                <a:moveTo>
                  <a:pt x="32638" y="0"/>
                </a:moveTo>
                <a:lnTo>
                  <a:pt x="17652" y="0"/>
                </a:lnTo>
                <a:lnTo>
                  <a:pt x="11810" y="2590"/>
                </a:lnTo>
                <a:lnTo>
                  <a:pt x="0" y="38734"/>
                </a:lnTo>
                <a:lnTo>
                  <a:pt x="440" y="48929"/>
                </a:lnTo>
                <a:lnTo>
                  <a:pt x="17652" y="77723"/>
                </a:lnTo>
                <a:lnTo>
                  <a:pt x="32638" y="77723"/>
                </a:lnTo>
                <a:lnTo>
                  <a:pt x="38480" y="75133"/>
                </a:lnTo>
                <a:lnTo>
                  <a:pt x="42672" y="69938"/>
                </a:lnTo>
                <a:lnTo>
                  <a:pt x="45296" y="65620"/>
                </a:lnTo>
                <a:lnTo>
                  <a:pt x="23367" y="65620"/>
                </a:lnTo>
                <a:lnTo>
                  <a:pt x="21701" y="65062"/>
                </a:lnTo>
                <a:lnTo>
                  <a:pt x="18923" y="62852"/>
                </a:lnTo>
                <a:lnTo>
                  <a:pt x="17779" y="60629"/>
                </a:lnTo>
                <a:lnTo>
                  <a:pt x="16001" y="53949"/>
                </a:lnTo>
                <a:lnTo>
                  <a:pt x="15586" y="48929"/>
                </a:lnTo>
                <a:lnTo>
                  <a:pt x="15591" y="28735"/>
                </a:lnTo>
                <a:lnTo>
                  <a:pt x="23367" y="12103"/>
                </a:lnTo>
                <a:lnTo>
                  <a:pt x="45324" y="12103"/>
                </a:lnTo>
                <a:lnTo>
                  <a:pt x="42799" y="7886"/>
                </a:lnTo>
                <a:lnTo>
                  <a:pt x="38480" y="2628"/>
                </a:lnTo>
                <a:lnTo>
                  <a:pt x="32638" y="0"/>
                </a:lnTo>
                <a:close/>
              </a:path>
              <a:path w="50800" h="78104">
                <a:moveTo>
                  <a:pt x="45324" y="12103"/>
                </a:moveTo>
                <a:lnTo>
                  <a:pt x="26924" y="12103"/>
                </a:lnTo>
                <a:lnTo>
                  <a:pt x="28575" y="12661"/>
                </a:lnTo>
                <a:lnTo>
                  <a:pt x="31368" y="14909"/>
                </a:lnTo>
                <a:lnTo>
                  <a:pt x="32511" y="17144"/>
                </a:lnTo>
                <a:lnTo>
                  <a:pt x="34289" y="23825"/>
                </a:lnTo>
                <a:lnTo>
                  <a:pt x="34696" y="28735"/>
                </a:lnTo>
                <a:lnTo>
                  <a:pt x="34708" y="48929"/>
                </a:lnTo>
                <a:lnTo>
                  <a:pt x="34289" y="54152"/>
                </a:lnTo>
                <a:lnTo>
                  <a:pt x="33274" y="57886"/>
                </a:lnTo>
                <a:lnTo>
                  <a:pt x="32511" y="60794"/>
                </a:lnTo>
                <a:lnTo>
                  <a:pt x="31368" y="62814"/>
                </a:lnTo>
                <a:lnTo>
                  <a:pt x="28575" y="65062"/>
                </a:lnTo>
                <a:lnTo>
                  <a:pt x="26924" y="65620"/>
                </a:lnTo>
                <a:lnTo>
                  <a:pt x="45296" y="65620"/>
                </a:lnTo>
                <a:lnTo>
                  <a:pt x="46005" y="64454"/>
                </a:lnTo>
                <a:lnTo>
                  <a:pt x="48386" y="57451"/>
                </a:lnTo>
                <a:lnTo>
                  <a:pt x="49815" y="48929"/>
                </a:lnTo>
                <a:lnTo>
                  <a:pt x="50291"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211" name="object 211"/>
          <p:cNvSpPr/>
          <p:nvPr/>
        </p:nvSpPr>
        <p:spPr>
          <a:xfrm>
            <a:off x="11393423" y="5756147"/>
            <a:ext cx="33655" cy="76200"/>
          </a:xfrm>
          <a:custGeom>
            <a:avLst/>
            <a:gdLst/>
            <a:ahLst/>
            <a:cxnLst/>
            <a:rect l="l" t="t" r="r" b="b"/>
            <a:pathLst>
              <a:path w="33654" h="76200">
                <a:moveTo>
                  <a:pt x="33527" y="0"/>
                </a:moveTo>
                <a:lnTo>
                  <a:pt x="21717" y="0"/>
                </a:lnTo>
                <a:lnTo>
                  <a:pt x="19939" y="4622"/>
                </a:lnTo>
                <a:lnTo>
                  <a:pt x="16891" y="8674"/>
                </a:lnTo>
                <a:lnTo>
                  <a:pt x="8000" y="15608"/>
                </a:lnTo>
                <a:lnTo>
                  <a:pt x="3809" y="17957"/>
                </a:lnTo>
                <a:lnTo>
                  <a:pt x="0" y="19202"/>
                </a:lnTo>
                <a:lnTo>
                  <a:pt x="0" y="32410"/>
                </a:lnTo>
                <a:lnTo>
                  <a:pt x="7239" y="30022"/>
                </a:lnTo>
                <a:lnTo>
                  <a:pt x="13589" y="26352"/>
                </a:lnTo>
                <a:lnTo>
                  <a:pt x="18923" y="21374"/>
                </a:lnTo>
                <a:lnTo>
                  <a:pt x="18923" y="76199"/>
                </a:lnTo>
                <a:lnTo>
                  <a:pt x="33527" y="76199"/>
                </a:lnTo>
                <a:lnTo>
                  <a:pt x="33527" y="0"/>
                </a:lnTo>
                <a:close/>
              </a:path>
            </a:pathLst>
          </a:custGeom>
          <a:solidFill>
            <a:srgbClr val="4264DE">
              <a:alpha val="10195"/>
            </a:srgbClr>
          </a:solidFill>
        </p:spPr>
        <p:txBody>
          <a:bodyPr wrap="square" lIns="0" tIns="0" rIns="0" bIns="0" rtlCol="0"/>
          <a:lstStyle/>
          <a:p>
            <a:endParaRPr/>
          </a:p>
        </p:txBody>
      </p:sp>
      <p:sp>
        <p:nvSpPr>
          <p:cNvPr id="212" name="object 212"/>
          <p:cNvSpPr/>
          <p:nvPr/>
        </p:nvSpPr>
        <p:spPr>
          <a:xfrm>
            <a:off x="11559540" y="5754623"/>
            <a:ext cx="48895" cy="78105"/>
          </a:xfrm>
          <a:custGeom>
            <a:avLst/>
            <a:gdLst/>
            <a:ahLst/>
            <a:cxnLst/>
            <a:rect l="l" t="t" r="r" b="b"/>
            <a:pathLst>
              <a:path w="48895" h="78104">
                <a:moveTo>
                  <a:pt x="31623" y="0"/>
                </a:moveTo>
                <a:lnTo>
                  <a:pt x="17144" y="0"/>
                </a:lnTo>
                <a:lnTo>
                  <a:pt x="11429" y="2590"/>
                </a:lnTo>
                <a:lnTo>
                  <a:pt x="0" y="38734"/>
                </a:lnTo>
                <a:lnTo>
                  <a:pt x="438" y="48929"/>
                </a:lnTo>
                <a:lnTo>
                  <a:pt x="17017" y="77723"/>
                </a:lnTo>
                <a:lnTo>
                  <a:pt x="31623" y="77723"/>
                </a:lnTo>
                <a:lnTo>
                  <a:pt x="37337" y="75133"/>
                </a:lnTo>
                <a:lnTo>
                  <a:pt x="41401" y="69938"/>
                </a:lnTo>
                <a:lnTo>
                  <a:pt x="43953" y="65620"/>
                </a:lnTo>
                <a:lnTo>
                  <a:pt x="22605" y="65620"/>
                </a:lnTo>
                <a:lnTo>
                  <a:pt x="21065" y="65062"/>
                </a:lnTo>
                <a:lnTo>
                  <a:pt x="15182" y="48929"/>
                </a:lnTo>
                <a:lnTo>
                  <a:pt x="15186" y="28735"/>
                </a:lnTo>
                <a:lnTo>
                  <a:pt x="22605" y="12103"/>
                </a:lnTo>
                <a:lnTo>
                  <a:pt x="43911" y="12103"/>
                </a:lnTo>
                <a:lnTo>
                  <a:pt x="41401" y="7886"/>
                </a:lnTo>
                <a:lnTo>
                  <a:pt x="37337" y="2628"/>
                </a:lnTo>
                <a:lnTo>
                  <a:pt x="31623" y="0"/>
                </a:lnTo>
                <a:close/>
              </a:path>
              <a:path w="48895" h="78104">
                <a:moveTo>
                  <a:pt x="43911" y="12103"/>
                </a:moveTo>
                <a:lnTo>
                  <a:pt x="26161" y="12103"/>
                </a:lnTo>
                <a:lnTo>
                  <a:pt x="27685" y="12661"/>
                </a:lnTo>
                <a:lnTo>
                  <a:pt x="28955" y="13779"/>
                </a:lnTo>
                <a:lnTo>
                  <a:pt x="33588" y="48929"/>
                </a:lnTo>
                <a:lnTo>
                  <a:pt x="33274" y="54152"/>
                </a:lnTo>
                <a:lnTo>
                  <a:pt x="32257" y="57886"/>
                </a:lnTo>
                <a:lnTo>
                  <a:pt x="31495" y="60794"/>
                </a:lnTo>
                <a:lnTo>
                  <a:pt x="30352" y="62814"/>
                </a:lnTo>
                <a:lnTo>
                  <a:pt x="29051" y="63969"/>
                </a:lnTo>
                <a:lnTo>
                  <a:pt x="27651" y="65074"/>
                </a:lnTo>
                <a:lnTo>
                  <a:pt x="26161" y="65620"/>
                </a:lnTo>
                <a:lnTo>
                  <a:pt x="43953" y="65620"/>
                </a:lnTo>
                <a:lnTo>
                  <a:pt x="44642" y="64454"/>
                </a:lnTo>
                <a:lnTo>
                  <a:pt x="46942" y="57451"/>
                </a:lnTo>
                <a:lnTo>
                  <a:pt x="48313" y="48929"/>
                </a:lnTo>
                <a:lnTo>
                  <a:pt x="48767"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213" name="object 213"/>
          <p:cNvSpPr/>
          <p:nvPr/>
        </p:nvSpPr>
        <p:spPr>
          <a:xfrm>
            <a:off x="11740895" y="5756147"/>
            <a:ext cx="33655" cy="76200"/>
          </a:xfrm>
          <a:custGeom>
            <a:avLst/>
            <a:gdLst/>
            <a:ahLst/>
            <a:cxnLst/>
            <a:rect l="l" t="t" r="r" b="b"/>
            <a:pathLst>
              <a:path w="33654" h="76200">
                <a:moveTo>
                  <a:pt x="33527" y="0"/>
                </a:moveTo>
                <a:lnTo>
                  <a:pt x="21717" y="0"/>
                </a:lnTo>
                <a:lnTo>
                  <a:pt x="19938" y="4622"/>
                </a:lnTo>
                <a:lnTo>
                  <a:pt x="16890" y="8674"/>
                </a:lnTo>
                <a:lnTo>
                  <a:pt x="8000" y="15608"/>
                </a:lnTo>
                <a:lnTo>
                  <a:pt x="3809" y="17957"/>
                </a:lnTo>
                <a:lnTo>
                  <a:pt x="0" y="19202"/>
                </a:lnTo>
                <a:lnTo>
                  <a:pt x="0" y="32410"/>
                </a:lnTo>
                <a:lnTo>
                  <a:pt x="7238" y="30022"/>
                </a:lnTo>
                <a:lnTo>
                  <a:pt x="13588" y="26352"/>
                </a:lnTo>
                <a:lnTo>
                  <a:pt x="18923" y="21374"/>
                </a:lnTo>
                <a:lnTo>
                  <a:pt x="18923" y="76199"/>
                </a:lnTo>
                <a:lnTo>
                  <a:pt x="33527" y="76199"/>
                </a:lnTo>
                <a:lnTo>
                  <a:pt x="33527" y="0"/>
                </a:lnTo>
                <a:close/>
              </a:path>
            </a:pathLst>
          </a:custGeom>
          <a:solidFill>
            <a:srgbClr val="4264DE">
              <a:alpha val="10195"/>
            </a:srgbClr>
          </a:solidFill>
        </p:spPr>
        <p:txBody>
          <a:bodyPr wrap="square" lIns="0" tIns="0" rIns="0" bIns="0" rtlCol="0"/>
          <a:lstStyle/>
          <a:p>
            <a:endParaRPr/>
          </a:p>
        </p:txBody>
      </p:sp>
      <p:sp>
        <p:nvSpPr>
          <p:cNvPr id="214" name="object 214"/>
          <p:cNvSpPr/>
          <p:nvPr/>
        </p:nvSpPr>
        <p:spPr>
          <a:xfrm>
            <a:off x="11905488" y="5754623"/>
            <a:ext cx="50800" cy="78105"/>
          </a:xfrm>
          <a:custGeom>
            <a:avLst/>
            <a:gdLst/>
            <a:ahLst/>
            <a:cxnLst/>
            <a:rect l="l" t="t" r="r" b="b"/>
            <a:pathLst>
              <a:path w="50800" h="78104">
                <a:moveTo>
                  <a:pt x="32638" y="0"/>
                </a:moveTo>
                <a:lnTo>
                  <a:pt x="17652" y="0"/>
                </a:lnTo>
                <a:lnTo>
                  <a:pt x="11810" y="2590"/>
                </a:lnTo>
                <a:lnTo>
                  <a:pt x="0" y="38734"/>
                </a:lnTo>
                <a:lnTo>
                  <a:pt x="440" y="48929"/>
                </a:lnTo>
                <a:lnTo>
                  <a:pt x="17652" y="77723"/>
                </a:lnTo>
                <a:lnTo>
                  <a:pt x="32638" y="77723"/>
                </a:lnTo>
                <a:lnTo>
                  <a:pt x="38480" y="75133"/>
                </a:lnTo>
                <a:lnTo>
                  <a:pt x="42671" y="69938"/>
                </a:lnTo>
                <a:lnTo>
                  <a:pt x="45296" y="65620"/>
                </a:lnTo>
                <a:lnTo>
                  <a:pt x="23367" y="65620"/>
                </a:lnTo>
                <a:lnTo>
                  <a:pt x="21701" y="65062"/>
                </a:lnTo>
                <a:lnTo>
                  <a:pt x="18922" y="62852"/>
                </a:lnTo>
                <a:lnTo>
                  <a:pt x="17779" y="60629"/>
                </a:lnTo>
                <a:lnTo>
                  <a:pt x="16001" y="53949"/>
                </a:lnTo>
                <a:lnTo>
                  <a:pt x="15586" y="48929"/>
                </a:lnTo>
                <a:lnTo>
                  <a:pt x="15591" y="28735"/>
                </a:lnTo>
                <a:lnTo>
                  <a:pt x="23367" y="12103"/>
                </a:lnTo>
                <a:lnTo>
                  <a:pt x="45324" y="12103"/>
                </a:lnTo>
                <a:lnTo>
                  <a:pt x="42798" y="7886"/>
                </a:lnTo>
                <a:lnTo>
                  <a:pt x="38480" y="2628"/>
                </a:lnTo>
                <a:lnTo>
                  <a:pt x="32638" y="0"/>
                </a:lnTo>
                <a:close/>
              </a:path>
              <a:path w="50800" h="78104">
                <a:moveTo>
                  <a:pt x="45324" y="12103"/>
                </a:moveTo>
                <a:lnTo>
                  <a:pt x="26923" y="12103"/>
                </a:lnTo>
                <a:lnTo>
                  <a:pt x="28575" y="12661"/>
                </a:lnTo>
                <a:lnTo>
                  <a:pt x="31368" y="14909"/>
                </a:lnTo>
                <a:lnTo>
                  <a:pt x="32511" y="17144"/>
                </a:lnTo>
                <a:lnTo>
                  <a:pt x="34289" y="23825"/>
                </a:lnTo>
                <a:lnTo>
                  <a:pt x="34696" y="28735"/>
                </a:lnTo>
                <a:lnTo>
                  <a:pt x="34708" y="48929"/>
                </a:lnTo>
                <a:lnTo>
                  <a:pt x="34289" y="54152"/>
                </a:lnTo>
                <a:lnTo>
                  <a:pt x="33273" y="57886"/>
                </a:lnTo>
                <a:lnTo>
                  <a:pt x="32511" y="60794"/>
                </a:lnTo>
                <a:lnTo>
                  <a:pt x="31368" y="62814"/>
                </a:lnTo>
                <a:lnTo>
                  <a:pt x="28575" y="65062"/>
                </a:lnTo>
                <a:lnTo>
                  <a:pt x="26923" y="65620"/>
                </a:lnTo>
                <a:lnTo>
                  <a:pt x="45296" y="65620"/>
                </a:lnTo>
                <a:lnTo>
                  <a:pt x="46005" y="64454"/>
                </a:lnTo>
                <a:lnTo>
                  <a:pt x="48386" y="57451"/>
                </a:lnTo>
                <a:lnTo>
                  <a:pt x="49815" y="48929"/>
                </a:lnTo>
                <a:lnTo>
                  <a:pt x="50291"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215" name="object 215"/>
          <p:cNvSpPr/>
          <p:nvPr/>
        </p:nvSpPr>
        <p:spPr>
          <a:xfrm>
            <a:off x="12086843" y="5756147"/>
            <a:ext cx="33655" cy="76200"/>
          </a:xfrm>
          <a:custGeom>
            <a:avLst/>
            <a:gdLst/>
            <a:ahLst/>
            <a:cxnLst/>
            <a:rect l="l" t="t" r="r" b="b"/>
            <a:pathLst>
              <a:path w="33654" h="76200">
                <a:moveTo>
                  <a:pt x="33527" y="0"/>
                </a:moveTo>
                <a:lnTo>
                  <a:pt x="21716" y="0"/>
                </a:lnTo>
                <a:lnTo>
                  <a:pt x="19938" y="4622"/>
                </a:lnTo>
                <a:lnTo>
                  <a:pt x="16890" y="8674"/>
                </a:lnTo>
                <a:lnTo>
                  <a:pt x="8000" y="15608"/>
                </a:lnTo>
                <a:lnTo>
                  <a:pt x="3809" y="17957"/>
                </a:lnTo>
                <a:lnTo>
                  <a:pt x="0" y="19202"/>
                </a:lnTo>
                <a:lnTo>
                  <a:pt x="0" y="32410"/>
                </a:lnTo>
                <a:lnTo>
                  <a:pt x="7238" y="30022"/>
                </a:lnTo>
                <a:lnTo>
                  <a:pt x="13588" y="26352"/>
                </a:lnTo>
                <a:lnTo>
                  <a:pt x="18923" y="21374"/>
                </a:lnTo>
                <a:lnTo>
                  <a:pt x="18923" y="76199"/>
                </a:lnTo>
                <a:lnTo>
                  <a:pt x="33527" y="76199"/>
                </a:lnTo>
                <a:lnTo>
                  <a:pt x="33527" y="0"/>
                </a:lnTo>
                <a:close/>
              </a:path>
            </a:pathLst>
          </a:custGeom>
          <a:solidFill>
            <a:srgbClr val="4264DE">
              <a:alpha val="10195"/>
            </a:srgbClr>
          </a:solidFill>
        </p:spPr>
        <p:txBody>
          <a:bodyPr wrap="square" lIns="0" tIns="0" rIns="0" bIns="0" rtlCol="0"/>
          <a:lstStyle/>
          <a:p>
            <a:endParaRPr/>
          </a:p>
        </p:txBody>
      </p:sp>
      <p:sp>
        <p:nvSpPr>
          <p:cNvPr id="216" name="object 216"/>
          <p:cNvSpPr/>
          <p:nvPr/>
        </p:nvSpPr>
        <p:spPr>
          <a:xfrm>
            <a:off x="118871" y="5960364"/>
            <a:ext cx="48895" cy="78105"/>
          </a:xfrm>
          <a:custGeom>
            <a:avLst/>
            <a:gdLst/>
            <a:ahLst/>
            <a:cxnLst/>
            <a:rect l="l" t="t" r="r" b="b"/>
            <a:pathLst>
              <a:path w="48894" h="78104">
                <a:moveTo>
                  <a:pt x="31661" y="0"/>
                </a:moveTo>
                <a:lnTo>
                  <a:pt x="17106" y="0"/>
                </a:lnTo>
                <a:lnTo>
                  <a:pt x="11442" y="2590"/>
                </a:lnTo>
                <a:lnTo>
                  <a:pt x="0" y="38735"/>
                </a:lnTo>
                <a:lnTo>
                  <a:pt x="430" y="48929"/>
                </a:lnTo>
                <a:lnTo>
                  <a:pt x="17081" y="77724"/>
                </a:lnTo>
                <a:lnTo>
                  <a:pt x="31661" y="77724"/>
                </a:lnTo>
                <a:lnTo>
                  <a:pt x="37325" y="75133"/>
                </a:lnTo>
                <a:lnTo>
                  <a:pt x="41389" y="69938"/>
                </a:lnTo>
                <a:lnTo>
                  <a:pt x="43929" y="65620"/>
                </a:lnTo>
                <a:lnTo>
                  <a:pt x="22644" y="65620"/>
                </a:lnTo>
                <a:lnTo>
                  <a:pt x="21079" y="65062"/>
                </a:lnTo>
                <a:lnTo>
                  <a:pt x="18402" y="62852"/>
                </a:lnTo>
                <a:lnTo>
                  <a:pt x="17284" y="60629"/>
                </a:lnTo>
                <a:lnTo>
                  <a:pt x="15506" y="53949"/>
                </a:lnTo>
                <a:lnTo>
                  <a:pt x="15142" y="48929"/>
                </a:lnTo>
                <a:lnTo>
                  <a:pt x="15157" y="28735"/>
                </a:lnTo>
                <a:lnTo>
                  <a:pt x="22644" y="12103"/>
                </a:lnTo>
                <a:lnTo>
                  <a:pt x="43924" y="12103"/>
                </a:lnTo>
                <a:lnTo>
                  <a:pt x="41440" y="7886"/>
                </a:lnTo>
                <a:lnTo>
                  <a:pt x="37338" y="2628"/>
                </a:lnTo>
                <a:lnTo>
                  <a:pt x="31661" y="0"/>
                </a:lnTo>
                <a:close/>
              </a:path>
              <a:path w="48894" h="78104">
                <a:moveTo>
                  <a:pt x="43924" y="12103"/>
                </a:moveTo>
                <a:lnTo>
                  <a:pt x="26123" y="12103"/>
                </a:lnTo>
                <a:lnTo>
                  <a:pt x="27673" y="12661"/>
                </a:lnTo>
                <a:lnTo>
                  <a:pt x="30365" y="14909"/>
                </a:lnTo>
                <a:lnTo>
                  <a:pt x="31483" y="17145"/>
                </a:lnTo>
                <a:lnTo>
                  <a:pt x="33261" y="23825"/>
                </a:lnTo>
                <a:lnTo>
                  <a:pt x="33617" y="28735"/>
                </a:lnTo>
                <a:lnTo>
                  <a:pt x="33618" y="48929"/>
                </a:lnTo>
                <a:lnTo>
                  <a:pt x="33210" y="54152"/>
                </a:lnTo>
                <a:lnTo>
                  <a:pt x="31470" y="60794"/>
                </a:lnTo>
                <a:lnTo>
                  <a:pt x="30416" y="62814"/>
                </a:lnTo>
                <a:lnTo>
                  <a:pt x="27638" y="65074"/>
                </a:lnTo>
                <a:lnTo>
                  <a:pt x="26123" y="65620"/>
                </a:lnTo>
                <a:lnTo>
                  <a:pt x="43929" y="65620"/>
                </a:lnTo>
                <a:lnTo>
                  <a:pt x="44615" y="64454"/>
                </a:lnTo>
                <a:lnTo>
                  <a:pt x="46921" y="57451"/>
                </a:lnTo>
                <a:lnTo>
                  <a:pt x="48306" y="48929"/>
                </a:lnTo>
                <a:lnTo>
                  <a:pt x="48768" y="38887"/>
                </a:lnTo>
                <a:lnTo>
                  <a:pt x="48295" y="28735"/>
                </a:lnTo>
                <a:lnTo>
                  <a:pt x="46916" y="20245"/>
                </a:lnTo>
                <a:lnTo>
                  <a:pt x="44647" y="13330"/>
                </a:lnTo>
                <a:lnTo>
                  <a:pt x="43924" y="12103"/>
                </a:lnTo>
                <a:close/>
              </a:path>
            </a:pathLst>
          </a:custGeom>
          <a:solidFill>
            <a:srgbClr val="4264DE">
              <a:alpha val="10195"/>
            </a:srgbClr>
          </a:solidFill>
        </p:spPr>
        <p:txBody>
          <a:bodyPr wrap="square" lIns="0" tIns="0" rIns="0" bIns="0" rtlCol="0"/>
          <a:lstStyle/>
          <a:p>
            <a:endParaRPr/>
          </a:p>
        </p:txBody>
      </p:sp>
      <p:sp>
        <p:nvSpPr>
          <p:cNvPr id="217" name="object 217"/>
          <p:cNvSpPr/>
          <p:nvPr/>
        </p:nvSpPr>
        <p:spPr>
          <a:xfrm>
            <a:off x="300227" y="5960364"/>
            <a:ext cx="33655" cy="78105"/>
          </a:xfrm>
          <a:custGeom>
            <a:avLst/>
            <a:gdLst/>
            <a:ahLst/>
            <a:cxnLst/>
            <a:rect l="l" t="t" r="r" b="b"/>
            <a:pathLst>
              <a:path w="33654" h="78104">
                <a:moveTo>
                  <a:pt x="33528" y="0"/>
                </a:moveTo>
                <a:lnTo>
                  <a:pt x="21653" y="0"/>
                </a:lnTo>
                <a:lnTo>
                  <a:pt x="19989" y="4711"/>
                </a:lnTo>
                <a:lnTo>
                  <a:pt x="16916" y="8839"/>
                </a:lnTo>
                <a:lnTo>
                  <a:pt x="7962" y="15925"/>
                </a:lnTo>
                <a:lnTo>
                  <a:pt x="3822" y="18326"/>
                </a:lnTo>
                <a:lnTo>
                  <a:pt x="0" y="19583"/>
                </a:lnTo>
                <a:lnTo>
                  <a:pt x="0" y="33058"/>
                </a:lnTo>
                <a:lnTo>
                  <a:pt x="7251" y="30619"/>
                </a:lnTo>
                <a:lnTo>
                  <a:pt x="13550" y="26873"/>
                </a:lnTo>
                <a:lnTo>
                  <a:pt x="18897" y="21805"/>
                </a:lnTo>
                <a:lnTo>
                  <a:pt x="18897" y="77724"/>
                </a:lnTo>
                <a:lnTo>
                  <a:pt x="33528" y="77724"/>
                </a:lnTo>
                <a:lnTo>
                  <a:pt x="33528" y="0"/>
                </a:lnTo>
                <a:close/>
              </a:path>
            </a:pathLst>
          </a:custGeom>
          <a:solidFill>
            <a:srgbClr val="4264DE">
              <a:alpha val="10195"/>
            </a:srgbClr>
          </a:solidFill>
        </p:spPr>
        <p:txBody>
          <a:bodyPr wrap="square" lIns="0" tIns="0" rIns="0" bIns="0" rtlCol="0"/>
          <a:lstStyle/>
          <a:p>
            <a:endParaRPr/>
          </a:p>
        </p:txBody>
      </p:sp>
      <p:sp>
        <p:nvSpPr>
          <p:cNvPr id="218" name="object 218"/>
          <p:cNvSpPr/>
          <p:nvPr/>
        </p:nvSpPr>
        <p:spPr>
          <a:xfrm>
            <a:off x="464819" y="5960364"/>
            <a:ext cx="50800" cy="78105"/>
          </a:xfrm>
          <a:custGeom>
            <a:avLst/>
            <a:gdLst/>
            <a:ahLst/>
            <a:cxnLst/>
            <a:rect l="l" t="t" r="r" b="b"/>
            <a:pathLst>
              <a:path w="50800" h="78104">
                <a:moveTo>
                  <a:pt x="32651" y="0"/>
                </a:moveTo>
                <a:lnTo>
                  <a:pt x="17640" y="0"/>
                </a:lnTo>
                <a:lnTo>
                  <a:pt x="11798" y="2590"/>
                </a:lnTo>
                <a:lnTo>
                  <a:pt x="0" y="38735"/>
                </a:lnTo>
                <a:lnTo>
                  <a:pt x="444" y="48929"/>
                </a:lnTo>
                <a:lnTo>
                  <a:pt x="17614" y="77724"/>
                </a:lnTo>
                <a:lnTo>
                  <a:pt x="32651" y="77724"/>
                </a:lnTo>
                <a:lnTo>
                  <a:pt x="38493" y="75133"/>
                </a:lnTo>
                <a:lnTo>
                  <a:pt x="42684" y="69938"/>
                </a:lnTo>
                <a:lnTo>
                  <a:pt x="45303" y="65620"/>
                </a:lnTo>
                <a:lnTo>
                  <a:pt x="23355" y="65620"/>
                </a:lnTo>
                <a:lnTo>
                  <a:pt x="21739" y="65062"/>
                </a:lnTo>
                <a:lnTo>
                  <a:pt x="18973" y="62852"/>
                </a:lnTo>
                <a:lnTo>
                  <a:pt x="17818" y="60629"/>
                </a:lnTo>
                <a:lnTo>
                  <a:pt x="15989" y="53949"/>
                </a:lnTo>
                <a:lnTo>
                  <a:pt x="15615" y="48929"/>
                </a:lnTo>
                <a:lnTo>
                  <a:pt x="15629" y="28735"/>
                </a:lnTo>
                <a:lnTo>
                  <a:pt x="23355" y="12103"/>
                </a:lnTo>
                <a:lnTo>
                  <a:pt x="45297" y="12103"/>
                </a:lnTo>
                <a:lnTo>
                  <a:pt x="42735" y="7886"/>
                </a:lnTo>
                <a:lnTo>
                  <a:pt x="38506" y="2628"/>
                </a:lnTo>
                <a:lnTo>
                  <a:pt x="32651" y="0"/>
                </a:lnTo>
                <a:close/>
              </a:path>
              <a:path w="50800" h="78104">
                <a:moveTo>
                  <a:pt x="45297" y="12103"/>
                </a:moveTo>
                <a:lnTo>
                  <a:pt x="26936" y="12103"/>
                </a:lnTo>
                <a:lnTo>
                  <a:pt x="28536" y="12661"/>
                </a:lnTo>
                <a:lnTo>
                  <a:pt x="31318" y="14909"/>
                </a:lnTo>
                <a:lnTo>
                  <a:pt x="32473" y="17145"/>
                </a:lnTo>
                <a:lnTo>
                  <a:pt x="34302" y="23825"/>
                </a:lnTo>
                <a:lnTo>
                  <a:pt x="34668" y="28735"/>
                </a:lnTo>
                <a:lnTo>
                  <a:pt x="34670" y="48929"/>
                </a:lnTo>
                <a:lnTo>
                  <a:pt x="34251" y="54152"/>
                </a:lnTo>
                <a:lnTo>
                  <a:pt x="33223" y="57886"/>
                </a:lnTo>
                <a:lnTo>
                  <a:pt x="32448" y="60794"/>
                </a:lnTo>
                <a:lnTo>
                  <a:pt x="31356" y="62814"/>
                </a:lnTo>
                <a:lnTo>
                  <a:pt x="28549" y="65062"/>
                </a:lnTo>
                <a:lnTo>
                  <a:pt x="26936" y="65620"/>
                </a:lnTo>
                <a:lnTo>
                  <a:pt x="45303" y="65620"/>
                </a:lnTo>
                <a:lnTo>
                  <a:pt x="46011" y="64454"/>
                </a:lnTo>
                <a:lnTo>
                  <a:pt x="48388" y="57451"/>
                </a:lnTo>
                <a:lnTo>
                  <a:pt x="49815" y="48929"/>
                </a:lnTo>
                <a:lnTo>
                  <a:pt x="50292" y="38887"/>
                </a:lnTo>
                <a:lnTo>
                  <a:pt x="49804" y="28735"/>
                </a:lnTo>
                <a:lnTo>
                  <a:pt x="48382" y="20245"/>
                </a:lnTo>
                <a:lnTo>
                  <a:pt x="46043" y="13330"/>
                </a:lnTo>
                <a:lnTo>
                  <a:pt x="45297" y="12103"/>
                </a:lnTo>
                <a:close/>
              </a:path>
            </a:pathLst>
          </a:custGeom>
          <a:solidFill>
            <a:srgbClr val="4264DE">
              <a:alpha val="10195"/>
            </a:srgbClr>
          </a:solidFill>
        </p:spPr>
        <p:txBody>
          <a:bodyPr wrap="square" lIns="0" tIns="0" rIns="0" bIns="0" rtlCol="0"/>
          <a:lstStyle/>
          <a:p>
            <a:endParaRPr/>
          </a:p>
        </p:txBody>
      </p:sp>
      <p:sp>
        <p:nvSpPr>
          <p:cNvPr id="219" name="object 219"/>
          <p:cNvSpPr/>
          <p:nvPr/>
        </p:nvSpPr>
        <p:spPr>
          <a:xfrm>
            <a:off x="646176" y="5960364"/>
            <a:ext cx="33655" cy="78105"/>
          </a:xfrm>
          <a:custGeom>
            <a:avLst/>
            <a:gdLst/>
            <a:ahLst/>
            <a:cxnLst/>
            <a:rect l="l" t="t" r="r" b="b"/>
            <a:pathLst>
              <a:path w="33654" h="78104">
                <a:moveTo>
                  <a:pt x="33528" y="0"/>
                </a:moveTo>
                <a:lnTo>
                  <a:pt x="21653" y="0"/>
                </a:lnTo>
                <a:lnTo>
                  <a:pt x="19989" y="4711"/>
                </a:lnTo>
                <a:lnTo>
                  <a:pt x="16916" y="8839"/>
                </a:lnTo>
                <a:lnTo>
                  <a:pt x="7962" y="15925"/>
                </a:lnTo>
                <a:lnTo>
                  <a:pt x="3822" y="18326"/>
                </a:lnTo>
                <a:lnTo>
                  <a:pt x="0" y="19583"/>
                </a:lnTo>
                <a:lnTo>
                  <a:pt x="0" y="33058"/>
                </a:lnTo>
                <a:lnTo>
                  <a:pt x="7251" y="30619"/>
                </a:lnTo>
                <a:lnTo>
                  <a:pt x="13550" y="26873"/>
                </a:lnTo>
                <a:lnTo>
                  <a:pt x="18897" y="21805"/>
                </a:lnTo>
                <a:lnTo>
                  <a:pt x="18897" y="77724"/>
                </a:lnTo>
                <a:lnTo>
                  <a:pt x="33528" y="77724"/>
                </a:lnTo>
                <a:lnTo>
                  <a:pt x="33528" y="0"/>
                </a:lnTo>
                <a:close/>
              </a:path>
            </a:pathLst>
          </a:custGeom>
          <a:solidFill>
            <a:srgbClr val="4264DE">
              <a:alpha val="10195"/>
            </a:srgbClr>
          </a:solidFill>
        </p:spPr>
        <p:txBody>
          <a:bodyPr wrap="square" lIns="0" tIns="0" rIns="0" bIns="0" rtlCol="0"/>
          <a:lstStyle/>
          <a:p>
            <a:endParaRPr/>
          </a:p>
        </p:txBody>
      </p:sp>
      <p:sp>
        <p:nvSpPr>
          <p:cNvPr id="220" name="object 220"/>
          <p:cNvSpPr/>
          <p:nvPr/>
        </p:nvSpPr>
        <p:spPr>
          <a:xfrm>
            <a:off x="812291" y="5960364"/>
            <a:ext cx="48895" cy="78105"/>
          </a:xfrm>
          <a:custGeom>
            <a:avLst/>
            <a:gdLst/>
            <a:ahLst/>
            <a:cxnLst/>
            <a:rect l="l" t="t" r="r" b="b"/>
            <a:pathLst>
              <a:path w="48894" h="78104">
                <a:moveTo>
                  <a:pt x="31661" y="0"/>
                </a:moveTo>
                <a:lnTo>
                  <a:pt x="17106" y="0"/>
                </a:lnTo>
                <a:lnTo>
                  <a:pt x="11442" y="2590"/>
                </a:lnTo>
                <a:lnTo>
                  <a:pt x="0" y="38735"/>
                </a:lnTo>
                <a:lnTo>
                  <a:pt x="430" y="48929"/>
                </a:lnTo>
                <a:lnTo>
                  <a:pt x="17081" y="77724"/>
                </a:lnTo>
                <a:lnTo>
                  <a:pt x="31661" y="77724"/>
                </a:lnTo>
                <a:lnTo>
                  <a:pt x="37325" y="75133"/>
                </a:lnTo>
                <a:lnTo>
                  <a:pt x="41389" y="69938"/>
                </a:lnTo>
                <a:lnTo>
                  <a:pt x="43929" y="65620"/>
                </a:lnTo>
                <a:lnTo>
                  <a:pt x="22644" y="65620"/>
                </a:lnTo>
                <a:lnTo>
                  <a:pt x="21079" y="65062"/>
                </a:lnTo>
                <a:lnTo>
                  <a:pt x="18402" y="62852"/>
                </a:lnTo>
                <a:lnTo>
                  <a:pt x="17284" y="60629"/>
                </a:lnTo>
                <a:lnTo>
                  <a:pt x="15506" y="53949"/>
                </a:lnTo>
                <a:lnTo>
                  <a:pt x="15142" y="48929"/>
                </a:lnTo>
                <a:lnTo>
                  <a:pt x="15157" y="28735"/>
                </a:lnTo>
                <a:lnTo>
                  <a:pt x="22644" y="12103"/>
                </a:lnTo>
                <a:lnTo>
                  <a:pt x="43924" y="12103"/>
                </a:lnTo>
                <a:lnTo>
                  <a:pt x="41440" y="7886"/>
                </a:lnTo>
                <a:lnTo>
                  <a:pt x="37338" y="2628"/>
                </a:lnTo>
                <a:lnTo>
                  <a:pt x="31661" y="0"/>
                </a:lnTo>
                <a:close/>
              </a:path>
              <a:path w="48894" h="78104">
                <a:moveTo>
                  <a:pt x="43924" y="12103"/>
                </a:moveTo>
                <a:lnTo>
                  <a:pt x="26123" y="12103"/>
                </a:lnTo>
                <a:lnTo>
                  <a:pt x="27673" y="12661"/>
                </a:lnTo>
                <a:lnTo>
                  <a:pt x="30365" y="14909"/>
                </a:lnTo>
                <a:lnTo>
                  <a:pt x="31483" y="17145"/>
                </a:lnTo>
                <a:lnTo>
                  <a:pt x="33261" y="23825"/>
                </a:lnTo>
                <a:lnTo>
                  <a:pt x="33617" y="28735"/>
                </a:lnTo>
                <a:lnTo>
                  <a:pt x="33618" y="48929"/>
                </a:lnTo>
                <a:lnTo>
                  <a:pt x="33210" y="54152"/>
                </a:lnTo>
                <a:lnTo>
                  <a:pt x="31470" y="60794"/>
                </a:lnTo>
                <a:lnTo>
                  <a:pt x="30416" y="62814"/>
                </a:lnTo>
                <a:lnTo>
                  <a:pt x="27638" y="65074"/>
                </a:lnTo>
                <a:lnTo>
                  <a:pt x="26123" y="65620"/>
                </a:lnTo>
                <a:lnTo>
                  <a:pt x="43929" y="65620"/>
                </a:lnTo>
                <a:lnTo>
                  <a:pt x="44615" y="64454"/>
                </a:lnTo>
                <a:lnTo>
                  <a:pt x="46921" y="57451"/>
                </a:lnTo>
                <a:lnTo>
                  <a:pt x="48306" y="48929"/>
                </a:lnTo>
                <a:lnTo>
                  <a:pt x="48767" y="38887"/>
                </a:lnTo>
                <a:lnTo>
                  <a:pt x="48295" y="28735"/>
                </a:lnTo>
                <a:lnTo>
                  <a:pt x="46916" y="20245"/>
                </a:lnTo>
                <a:lnTo>
                  <a:pt x="44647" y="13330"/>
                </a:lnTo>
                <a:lnTo>
                  <a:pt x="43924" y="12103"/>
                </a:lnTo>
                <a:close/>
              </a:path>
            </a:pathLst>
          </a:custGeom>
          <a:solidFill>
            <a:srgbClr val="4264DE">
              <a:alpha val="10195"/>
            </a:srgbClr>
          </a:solidFill>
        </p:spPr>
        <p:txBody>
          <a:bodyPr wrap="square" lIns="0" tIns="0" rIns="0" bIns="0" rtlCol="0"/>
          <a:lstStyle/>
          <a:p>
            <a:endParaRPr/>
          </a:p>
        </p:txBody>
      </p:sp>
      <p:sp>
        <p:nvSpPr>
          <p:cNvPr id="221" name="object 221"/>
          <p:cNvSpPr/>
          <p:nvPr/>
        </p:nvSpPr>
        <p:spPr>
          <a:xfrm>
            <a:off x="993647" y="5960364"/>
            <a:ext cx="33655" cy="78105"/>
          </a:xfrm>
          <a:custGeom>
            <a:avLst/>
            <a:gdLst/>
            <a:ahLst/>
            <a:cxnLst/>
            <a:rect l="l" t="t" r="r" b="b"/>
            <a:pathLst>
              <a:path w="33655" h="78104">
                <a:moveTo>
                  <a:pt x="33528" y="0"/>
                </a:moveTo>
                <a:lnTo>
                  <a:pt x="21653" y="0"/>
                </a:lnTo>
                <a:lnTo>
                  <a:pt x="19989" y="4711"/>
                </a:lnTo>
                <a:lnTo>
                  <a:pt x="16916" y="8839"/>
                </a:lnTo>
                <a:lnTo>
                  <a:pt x="7962" y="15925"/>
                </a:lnTo>
                <a:lnTo>
                  <a:pt x="3822" y="18326"/>
                </a:lnTo>
                <a:lnTo>
                  <a:pt x="0" y="19583"/>
                </a:lnTo>
                <a:lnTo>
                  <a:pt x="0" y="33058"/>
                </a:lnTo>
                <a:lnTo>
                  <a:pt x="7251" y="30619"/>
                </a:lnTo>
                <a:lnTo>
                  <a:pt x="13550" y="26873"/>
                </a:lnTo>
                <a:lnTo>
                  <a:pt x="18897" y="21805"/>
                </a:lnTo>
                <a:lnTo>
                  <a:pt x="18897" y="77724"/>
                </a:lnTo>
                <a:lnTo>
                  <a:pt x="33528" y="77724"/>
                </a:lnTo>
                <a:lnTo>
                  <a:pt x="33528" y="0"/>
                </a:lnTo>
                <a:close/>
              </a:path>
            </a:pathLst>
          </a:custGeom>
          <a:solidFill>
            <a:srgbClr val="4264DE">
              <a:alpha val="10195"/>
            </a:srgbClr>
          </a:solidFill>
        </p:spPr>
        <p:txBody>
          <a:bodyPr wrap="square" lIns="0" tIns="0" rIns="0" bIns="0" rtlCol="0"/>
          <a:lstStyle/>
          <a:p>
            <a:endParaRPr/>
          </a:p>
        </p:txBody>
      </p:sp>
      <p:sp>
        <p:nvSpPr>
          <p:cNvPr id="222" name="object 222"/>
          <p:cNvSpPr/>
          <p:nvPr/>
        </p:nvSpPr>
        <p:spPr>
          <a:xfrm>
            <a:off x="1158239" y="5960364"/>
            <a:ext cx="50800" cy="78105"/>
          </a:xfrm>
          <a:custGeom>
            <a:avLst/>
            <a:gdLst/>
            <a:ahLst/>
            <a:cxnLst/>
            <a:rect l="l" t="t" r="r" b="b"/>
            <a:pathLst>
              <a:path w="50800" h="78104">
                <a:moveTo>
                  <a:pt x="32651" y="0"/>
                </a:moveTo>
                <a:lnTo>
                  <a:pt x="17640" y="0"/>
                </a:lnTo>
                <a:lnTo>
                  <a:pt x="11798" y="2590"/>
                </a:lnTo>
                <a:lnTo>
                  <a:pt x="0" y="38735"/>
                </a:lnTo>
                <a:lnTo>
                  <a:pt x="444" y="48929"/>
                </a:lnTo>
                <a:lnTo>
                  <a:pt x="17614" y="77724"/>
                </a:lnTo>
                <a:lnTo>
                  <a:pt x="32651" y="77724"/>
                </a:lnTo>
                <a:lnTo>
                  <a:pt x="38493" y="75133"/>
                </a:lnTo>
                <a:lnTo>
                  <a:pt x="42684" y="69938"/>
                </a:lnTo>
                <a:lnTo>
                  <a:pt x="45303" y="65620"/>
                </a:lnTo>
                <a:lnTo>
                  <a:pt x="23355" y="65620"/>
                </a:lnTo>
                <a:lnTo>
                  <a:pt x="21739" y="65062"/>
                </a:lnTo>
                <a:lnTo>
                  <a:pt x="18973" y="62852"/>
                </a:lnTo>
                <a:lnTo>
                  <a:pt x="17818" y="60629"/>
                </a:lnTo>
                <a:lnTo>
                  <a:pt x="15989" y="53949"/>
                </a:lnTo>
                <a:lnTo>
                  <a:pt x="15615" y="48929"/>
                </a:lnTo>
                <a:lnTo>
                  <a:pt x="15629" y="28735"/>
                </a:lnTo>
                <a:lnTo>
                  <a:pt x="23355" y="12103"/>
                </a:lnTo>
                <a:lnTo>
                  <a:pt x="45297" y="12103"/>
                </a:lnTo>
                <a:lnTo>
                  <a:pt x="42735" y="7886"/>
                </a:lnTo>
                <a:lnTo>
                  <a:pt x="38506" y="2628"/>
                </a:lnTo>
                <a:lnTo>
                  <a:pt x="32651" y="0"/>
                </a:lnTo>
                <a:close/>
              </a:path>
              <a:path w="50800" h="78104">
                <a:moveTo>
                  <a:pt x="45297" y="12103"/>
                </a:moveTo>
                <a:lnTo>
                  <a:pt x="26936" y="12103"/>
                </a:lnTo>
                <a:lnTo>
                  <a:pt x="28536" y="12661"/>
                </a:lnTo>
                <a:lnTo>
                  <a:pt x="31318" y="14909"/>
                </a:lnTo>
                <a:lnTo>
                  <a:pt x="32473" y="17145"/>
                </a:lnTo>
                <a:lnTo>
                  <a:pt x="34302" y="23825"/>
                </a:lnTo>
                <a:lnTo>
                  <a:pt x="34668" y="28735"/>
                </a:lnTo>
                <a:lnTo>
                  <a:pt x="34670" y="48929"/>
                </a:lnTo>
                <a:lnTo>
                  <a:pt x="34251" y="54152"/>
                </a:lnTo>
                <a:lnTo>
                  <a:pt x="33223" y="57886"/>
                </a:lnTo>
                <a:lnTo>
                  <a:pt x="32448" y="60794"/>
                </a:lnTo>
                <a:lnTo>
                  <a:pt x="31356" y="62814"/>
                </a:lnTo>
                <a:lnTo>
                  <a:pt x="28549" y="65062"/>
                </a:lnTo>
                <a:lnTo>
                  <a:pt x="26936" y="65620"/>
                </a:lnTo>
                <a:lnTo>
                  <a:pt x="45303" y="65620"/>
                </a:lnTo>
                <a:lnTo>
                  <a:pt x="46011" y="64454"/>
                </a:lnTo>
                <a:lnTo>
                  <a:pt x="48388" y="57451"/>
                </a:lnTo>
                <a:lnTo>
                  <a:pt x="49815" y="48929"/>
                </a:lnTo>
                <a:lnTo>
                  <a:pt x="50291" y="38887"/>
                </a:lnTo>
                <a:lnTo>
                  <a:pt x="49804" y="28735"/>
                </a:lnTo>
                <a:lnTo>
                  <a:pt x="48382" y="20245"/>
                </a:lnTo>
                <a:lnTo>
                  <a:pt x="46043" y="13330"/>
                </a:lnTo>
                <a:lnTo>
                  <a:pt x="45297" y="12103"/>
                </a:lnTo>
                <a:close/>
              </a:path>
            </a:pathLst>
          </a:custGeom>
          <a:solidFill>
            <a:srgbClr val="4264DE">
              <a:alpha val="10195"/>
            </a:srgbClr>
          </a:solidFill>
        </p:spPr>
        <p:txBody>
          <a:bodyPr wrap="square" lIns="0" tIns="0" rIns="0" bIns="0" rtlCol="0"/>
          <a:lstStyle/>
          <a:p>
            <a:endParaRPr/>
          </a:p>
        </p:txBody>
      </p:sp>
      <p:sp>
        <p:nvSpPr>
          <p:cNvPr id="223" name="object 223"/>
          <p:cNvSpPr/>
          <p:nvPr/>
        </p:nvSpPr>
        <p:spPr>
          <a:xfrm>
            <a:off x="1339596" y="5960364"/>
            <a:ext cx="33655" cy="78105"/>
          </a:xfrm>
          <a:custGeom>
            <a:avLst/>
            <a:gdLst/>
            <a:ahLst/>
            <a:cxnLst/>
            <a:rect l="l" t="t" r="r" b="b"/>
            <a:pathLst>
              <a:path w="33655" h="78104">
                <a:moveTo>
                  <a:pt x="33528" y="0"/>
                </a:moveTo>
                <a:lnTo>
                  <a:pt x="21716" y="0"/>
                </a:lnTo>
                <a:lnTo>
                  <a:pt x="19938" y="4711"/>
                </a:lnTo>
                <a:lnTo>
                  <a:pt x="16890" y="8839"/>
                </a:lnTo>
                <a:lnTo>
                  <a:pt x="8000" y="15925"/>
                </a:lnTo>
                <a:lnTo>
                  <a:pt x="3809" y="18326"/>
                </a:lnTo>
                <a:lnTo>
                  <a:pt x="0" y="19583"/>
                </a:lnTo>
                <a:lnTo>
                  <a:pt x="0" y="33058"/>
                </a:lnTo>
                <a:lnTo>
                  <a:pt x="7238" y="30619"/>
                </a:lnTo>
                <a:lnTo>
                  <a:pt x="13588" y="26873"/>
                </a:lnTo>
                <a:lnTo>
                  <a:pt x="18922" y="21805"/>
                </a:lnTo>
                <a:lnTo>
                  <a:pt x="18922" y="77724"/>
                </a:lnTo>
                <a:lnTo>
                  <a:pt x="33528" y="77724"/>
                </a:lnTo>
                <a:lnTo>
                  <a:pt x="33528" y="0"/>
                </a:lnTo>
                <a:close/>
              </a:path>
            </a:pathLst>
          </a:custGeom>
          <a:solidFill>
            <a:srgbClr val="4264DE">
              <a:alpha val="10195"/>
            </a:srgbClr>
          </a:solidFill>
        </p:spPr>
        <p:txBody>
          <a:bodyPr wrap="square" lIns="0" tIns="0" rIns="0" bIns="0" rtlCol="0"/>
          <a:lstStyle/>
          <a:p>
            <a:endParaRPr/>
          </a:p>
        </p:txBody>
      </p:sp>
      <p:sp>
        <p:nvSpPr>
          <p:cNvPr id="224" name="object 224"/>
          <p:cNvSpPr/>
          <p:nvPr/>
        </p:nvSpPr>
        <p:spPr>
          <a:xfrm>
            <a:off x="1505711" y="5960364"/>
            <a:ext cx="48895" cy="78105"/>
          </a:xfrm>
          <a:custGeom>
            <a:avLst/>
            <a:gdLst/>
            <a:ahLst/>
            <a:cxnLst/>
            <a:rect l="l" t="t" r="r" b="b"/>
            <a:pathLst>
              <a:path w="48894" h="78104">
                <a:moveTo>
                  <a:pt x="31622" y="0"/>
                </a:moveTo>
                <a:lnTo>
                  <a:pt x="17144" y="0"/>
                </a:lnTo>
                <a:lnTo>
                  <a:pt x="11429" y="2590"/>
                </a:lnTo>
                <a:lnTo>
                  <a:pt x="0" y="38735"/>
                </a:lnTo>
                <a:lnTo>
                  <a:pt x="438" y="48929"/>
                </a:lnTo>
                <a:lnTo>
                  <a:pt x="17018" y="77724"/>
                </a:lnTo>
                <a:lnTo>
                  <a:pt x="31622" y="77724"/>
                </a:lnTo>
                <a:lnTo>
                  <a:pt x="37337" y="75133"/>
                </a:lnTo>
                <a:lnTo>
                  <a:pt x="41401" y="69938"/>
                </a:lnTo>
                <a:lnTo>
                  <a:pt x="43953" y="65620"/>
                </a:lnTo>
                <a:lnTo>
                  <a:pt x="22606" y="65620"/>
                </a:lnTo>
                <a:lnTo>
                  <a:pt x="21065" y="65062"/>
                </a:lnTo>
                <a:lnTo>
                  <a:pt x="15182" y="48929"/>
                </a:lnTo>
                <a:lnTo>
                  <a:pt x="15186" y="28735"/>
                </a:lnTo>
                <a:lnTo>
                  <a:pt x="22606" y="12103"/>
                </a:lnTo>
                <a:lnTo>
                  <a:pt x="43911" y="12103"/>
                </a:lnTo>
                <a:lnTo>
                  <a:pt x="41401" y="7886"/>
                </a:lnTo>
                <a:lnTo>
                  <a:pt x="37337" y="2628"/>
                </a:lnTo>
                <a:lnTo>
                  <a:pt x="31622" y="0"/>
                </a:lnTo>
                <a:close/>
              </a:path>
              <a:path w="48894" h="78104">
                <a:moveTo>
                  <a:pt x="43911" y="12103"/>
                </a:moveTo>
                <a:lnTo>
                  <a:pt x="26162" y="12103"/>
                </a:lnTo>
                <a:lnTo>
                  <a:pt x="27685" y="12661"/>
                </a:lnTo>
                <a:lnTo>
                  <a:pt x="29082" y="13779"/>
                </a:lnTo>
                <a:lnTo>
                  <a:pt x="33588" y="48929"/>
                </a:lnTo>
                <a:lnTo>
                  <a:pt x="33274" y="54152"/>
                </a:lnTo>
                <a:lnTo>
                  <a:pt x="32257" y="57886"/>
                </a:lnTo>
                <a:lnTo>
                  <a:pt x="31496" y="60794"/>
                </a:lnTo>
                <a:lnTo>
                  <a:pt x="30353" y="62814"/>
                </a:lnTo>
                <a:lnTo>
                  <a:pt x="29051" y="63969"/>
                </a:lnTo>
                <a:lnTo>
                  <a:pt x="27651" y="65074"/>
                </a:lnTo>
                <a:lnTo>
                  <a:pt x="26162" y="65620"/>
                </a:lnTo>
                <a:lnTo>
                  <a:pt x="43953" y="65620"/>
                </a:lnTo>
                <a:lnTo>
                  <a:pt x="44642" y="64454"/>
                </a:lnTo>
                <a:lnTo>
                  <a:pt x="46942" y="57451"/>
                </a:lnTo>
                <a:lnTo>
                  <a:pt x="48313" y="48929"/>
                </a:lnTo>
                <a:lnTo>
                  <a:pt x="48768"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225" name="object 225"/>
          <p:cNvSpPr/>
          <p:nvPr/>
        </p:nvSpPr>
        <p:spPr>
          <a:xfrm>
            <a:off x="1687067" y="5960364"/>
            <a:ext cx="33655" cy="78105"/>
          </a:xfrm>
          <a:custGeom>
            <a:avLst/>
            <a:gdLst/>
            <a:ahLst/>
            <a:cxnLst/>
            <a:rect l="l" t="t" r="r" b="b"/>
            <a:pathLst>
              <a:path w="33655" h="78104">
                <a:moveTo>
                  <a:pt x="33527" y="0"/>
                </a:moveTo>
                <a:lnTo>
                  <a:pt x="21717" y="0"/>
                </a:lnTo>
                <a:lnTo>
                  <a:pt x="19938" y="4711"/>
                </a:lnTo>
                <a:lnTo>
                  <a:pt x="16890" y="8839"/>
                </a:lnTo>
                <a:lnTo>
                  <a:pt x="8000" y="15925"/>
                </a:lnTo>
                <a:lnTo>
                  <a:pt x="3809" y="18326"/>
                </a:lnTo>
                <a:lnTo>
                  <a:pt x="0" y="19583"/>
                </a:lnTo>
                <a:lnTo>
                  <a:pt x="0" y="33058"/>
                </a:lnTo>
                <a:lnTo>
                  <a:pt x="7238" y="30619"/>
                </a:lnTo>
                <a:lnTo>
                  <a:pt x="13588" y="26873"/>
                </a:lnTo>
                <a:lnTo>
                  <a:pt x="18923" y="21805"/>
                </a:lnTo>
                <a:lnTo>
                  <a:pt x="18923" y="77724"/>
                </a:lnTo>
                <a:lnTo>
                  <a:pt x="33527" y="77724"/>
                </a:lnTo>
                <a:lnTo>
                  <a:pt x="33527" y="0"/>
                </a:lnTo>
                <a:close/>
              </a:path>
            </a:pathLst>
          </a:custGeom>
          <a:solidFill>
            <a:srgbClr val="4264DE">
              <a:alpha val="10195"/>
            </a:srgbClr>
          </a:solidFill>
        </p:spPr>
        <p:txBody>
          <a:bodyPr wrap="square" lIns="0" tIns="0" rIns="0" bIns="0" rtlCol="0"/>
          <a:lstStyle/>
          <a:p>
            <a:endParaRPr/>
          </a:p>
        </p:txBody>
      </p:sp>
      <p:sp>
        <p:nvSpPr>
          <p:cNvPr id="226" name="object 226"/>
          <p:cNvSpPr/>
          <p:nvPr/>
        </p:nvSpPr>
        <p:spPr>
          <a:xfrm>
            <a:off x="1851660" y="5960364"/>
            <a:ext cx="50800" cy="78105"/>
          </a:xfrm>
          <a:custGeom>
            <a:avLst/>
            <a:gdLst/>
            <a:ahLst/>
            <a:cxnLst/>
            <a:rect l="l" t="t" r="r" b="b"/>
            <a:pathLst>
              <a:path w="50800" h="78104">
                <a:moveTo>
                  <a:pt x="32638" y="0"/>
                </a:moveTo>
                <a:lnTo>
                  <a:pt x="17652" y="0"/>
                </a:lnTo>
                <a:lnTo>
                  <a:pt x="11810" y="2590"/>
                </a:lnTo>
                <a:lnTo>
                  <a:pt x="0" y="38735"/>
                </a:lnTo>
                <a:lnTo>
                  <a:pt x="440" y="48929"/>
                </a:lnTo>
                <a:lnTo>
                  <a:pt x="17652" y="77724"/>
                </a:lnTo>
                <a:lnTo>
                  <a:pt x="32638" y="77724"/>
                </a:lnTo>
                <a:lnTo>
                  <a:pt x="38481" y="75133"/>
                </a:lnTo>
                <a:lnTo>
                  <a:pt x="42671" y="69938"/>
                </a:lnTo>
                <a:lnTo>
                  <a:pt x="45296" y="65620"/>
                </a:lnTo>
                <a:lnTo>
                  <a:pt x="23367" y="65620"/>
                </a:lnTo>
                <a:lnTo>
                  <a:pt x="21701" y="65062"/>
                </a:lnTo>
                <a:lnTo>
                  <a:pt x="18922" y="62852"/>
                </a:lnTo>
                <a:lnTo>
                  <a:pt x="17779" y="60629"/>
                </a:lnTo>
                <a:lnTo>
                  <a:pt x="16001" y="53949"/>
                </a:lnTo>
                <a:lnTo>
                  <a:pt x="15586" y="48929"/>
                </a:lnTo>
                <a:lnTo>
                  <a:pt x="15591" y="28735"/>
                </a:lnTo>
                <a:lnTo>
                  <a:pt x="23367" y="12103"/>
                </a:lnTo>
                <a:lnTo>
                  <a:pt x="45324" y="12103"/>
                </a:lnTo>
                <a:lnTo>
                  <a:pt x="42798" y="7886"/>
                </a:lnTo>
                <a:lnTo>
                  <a:pt x="38481" y="2628"/>
                </a:lnTo>
                <a:lnTo>
                  <a:pt x="32638" y="0"/>
                </a:lnTo>
                <a:close/>
              </a:path>
              <a:path w="50800" h="78104">
                <a:moveTo>
                  <a:pt x="45324" y="12103"/>
                </a:moveTo>
                <a:lnTo>
                  <a:pt x="26923" y="12103"/>
                </a:lnTo>
                <a:lnTo>
                  <a:pt x="28575" y="12661"/>
                </a:lnTo>
                <a:lnTo>
                  <a:pt x="31368" y="14909"/>
                </a:lnTo>
                <a:lnTo>
                  <a:pt x="32512" y="17145"/>
                </a:lnTo>
                <a:lnTo>
                  <a:pt x="34289" y="23825"/>
                </a:lnTo>
                <a:lnTo>
                  <a:pt x="34696" y="28735"/>
                </a:lnTo>
                <a:lnTo>
                  <a:pt x="34708" y="48929"/>
                </a:lnTo>
                <a:lnTo>
                  <a:pt x="34289" y="54152"/>
                </a:lnTo>
                <a:lnTo>
                  <a:pt x="33273" y="57886"/>
                </a:lnTo>
                <a:lnTo>
                  <a:pt x="32512" y="60794"/>
                </a:lnTo>
                <a:lnTo>
                  <a:pt x="31368" y="62814"/>
                </a:lnTo>
                <a:lnTo>
                  <a:pt x="28575" y="65062"/>
                </a:lnTo>
                <a:lnTo>
                  <a:pt x="26923" y="65620"/>
                </a:lnTo>
                <a:lnTo>
                  <a:pt x="45296" y="65620"/>
                </a:lnTo>
                <a:lnTo>
                  <a:pt x="46005" y="64454"/>
                </a:lnTo>
                <a:lnTo>
                  <a:pt x="48387" y="57451"/>
                </a:lnTo>
                <a:lnTo>
                  <a:pt x="49815" y="48929"/>
                </a:lnTo>
                <a:lnTo>
                  <a:pt x="50291"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227" name="object 227"/>
          <p:cNvSpPr/>
          <p:nvPr/>
        </p:nvSpPr>
        <p:spPr>
          <a:xfrm>
            <a:off x="2033016" y="5960364"/>
            <a:ext cx="33655" cy="78105"/>
          </a:xfrm>
          <a:custGeom>
            <a:avLst/>
            <a:gdLst/>
            <a:ahLst/>
            <a:cxnLst/>
            <a:rect l="l" t="t" r="r" b="b"/>
            <a:pathLst>
              <a:path w="33655" h="78104">
                <a:moveTo>
                  <a:pt x="33527" y="0"/>
                </a:moveTo>
                <a:lnTo>
                  <a:pt x="21716" y="0"/>
                </a:lnTo>
                <a:lnTo>
                  <a:pt x="19938" y="4711"/>
                </a:lnTo>
                <a:lnTo>
                  <a:pt x="16890" y="8839"/>
                </a:lnTo>
                <a:lnTo>
                  <a:pt x="8000" y="15925"/>
                </a:lnTo>
                <a:lnTo>
                  <a:pt x="3809" y="18326"/>
                </a:lnTo>
                <a:lnTo>
                  <a:pt x="0" y="19583"/>
                </a:lnTo>
                <a:lnTo>
                  <a:pt x="0" y="33058"/>
                </a:lnTo>
                <a:lnTo>
                  <a:pt x="7238" y="30619"/>
                </a:lnTo>
                <a:lnTo>
                  <a:pt x="13588" y="26873"/>
                </a:lnTo>
                <a:lnTo>
                  <a:pt x="18922" y="21805"/>
                </a:lnTo>
                <a:lnTo>
                  <a:pt x="18922" y="77724"/>
                </a:lnTo>
                <a:lnTo>
                  <a:pt x="33527" y="77724"/>
                </a:lnTo>
                <a:lnTo>
                  <a:pt x="33527" y="0"/>
                </a:lnTo>
                <a:close/>
              </a:path>
            </a:pathLst>
          </a:custGeom>
          <a:solidFill>
            <a:srgbClr val="4264DE">
              <a:alpha val="10195"/>
            </a:srgbClr>
          </a:solidFill>
        </p:spPr>
        <p:txBody>
          <a:bodyPr wrap="square" lIns="0" tIns="0" rIns="0" bIns="0" rtlCol="0"/>
          <a:lstStyle/>
          <a:p>
            <a:endParaRPr/>
          </a:p>
        </p:txBody>
      </p:sp>
      <p:sp>
        <p:nvSpPr>
          <p:cNvPr id="228" name="object 228"/>
          <p:cNvSpPr/>
          <p:nvPr/>
        </p:nvSpPr>
        <p:spPr>
          <a:xfrm>
            <a:off x="2199132" y="5960364"/>
            <a:ext cx="48895" cy="78105"/>
          </a:xfrm>
          <a:custGeom>
            <a:avLst/>
            <a:gdLst/>
            <a:ahLst/>
            <a:cxnLst/>
            <a:rect l="l" t="t" r="r" b="b"/>
            <a:pathLst>
              <a:path w="48894" h="78104">
                <a:moveTo>
                  <a:pt x="31623" y="0"/>
                </a:moveTo>
                <a:lnTo>
                  <a:pt x="17144" y="0"/>
                </a:lnTo>
                <a:lnTo>
                  <a:pt x="11430" y="2590"/>
                </a:lnTo>
                <a:lnTo>
                  <a:pt x="0" y="38735"/>
                </a:lnTo>
                <a:lnTo>
                  <a:pt x="438" y="48929"/>
                </a:lnTo>
                <a:lnTo>
                  <a:pt x="17018" y="77724"/>
                </a:lnTo>
                <a:lnTo>
                  <a:pt x="31623" y="77724"/>
                </a:lnTo>
                <a:lnTo>
                  <a:pt x="37337" y="75133"/>
                </a:lnTo>
                <a:lnTo>
                  <a:pt x="41401" y="69938"/>
                </a:lnTo>
                <a:lnTo>
                  <a:pt x="43953" y="65620"/>
                </a:lnTo>
                <a:lnTo>
                  <a:pt x="22606" y="65620"/>
                </a:lnTo>
                <a:lnTo>
                  <a:pt x="21065" y="65062"/>
                </a:lnTo>
                <a:lnTo>
                  <a:pt x="15182" y="48929"/>
                </a:lnTo>
                <a:lnTo>
                  <a:pt x="15186" y="28735"/>
                </a:lnTo>
                <a:lnTo>
                  <a:pt x="22606" y="12103"/>
                </a:lnTo>
                <a:lnTo>
                  <a:pt x="43911" y="12103"/>
                </a:lnTo>
                <a:lnTo>
                  <a:pt x="41401" y="7886"/>
                </a:lnTo>
                <a:lnTo>
                  <a:pt x="37337" y="2628"/>
                </a:lnTo>
                <a:lnTo>
                  <a:pt x="31623" y="0"/>
                </a:lnTo>
                <a:close/>
              </a:path>
              <a:path w="48894" h="78104">
                <a:moveTo>
                  <a:pt x="43911" y="12103"/>
                </a:moveTo>
                <a:lnTo>
                  <a:pt x="26162" y="12103"/>
                </a:lnTo>
                <a:lnTo>
                  <a:pt x="27686" y="12661"/>
                </a:lnTo>
                <a:lnTo>
                  <a:pt x="29082" y="13779"/>
                </a:lnTo>
                <a:lnTo>
                  <a:pt x="33588" y="48929"/>
                </a:lnTo>
                <a:lnTo>
                  <a:pt x="33274" y="54152"/>
                </a:lnTo>
                <a:lnTo>
                  <a:pt x="32257" y="57886"/>
                </a:lnTo>
                <a:lnTo>
                  <a:pt x="31495" y="60794"/>
                </a:lnTo>
                <a:lnTo>
                  <a:pt x="30353" y="62814"/>
                </a:lnTo>
                <a:lnTo>
                  <a:pt x="29051" y="63969"/>
                </a:lnTo>
                <a:lnTo>
                  <a:pt x="27651" y="65074"/>
                </a:lnTo>
                <a:lnTo>
                  <a:pt x="26162" y="65620"/>
                </a:lnTo>
                <a:lnTo>
                  <a:pt x="43953" y="65620"/>
                </a:lnTo>
                <a:lnTo>
                  <a:pt x="44642" y="64454"/>
                </a:lnTo>
                <a:lnTo>
                  <a:pt x="46942" y="57451"/>
                </a:lnTo>
                <a:lnTo>
                  <a:pt x="48313" y="48929"/>
                </a:lnTo>
                <a:lnTo>
                  <a:pt x="48768"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229" name="object 229"/>
          <p:cNvSpPr/>
          <p:nvPr/>
        </p:nvSpPr>
        <p:spPr>
          <a:xfrm>
            <a:off x="2380488" y="5960364"/>
            <a:ext cx="33655" cy="78105"/>
          </a:xfrm>
          <a:custGeom>
            <a:avLst/>
            <a:gdLst/>
            <a:ahLst/>
            <a:cxnLst/>
            <a:rect l="l" t="t" r="r" b="b"/>
            <a:pathLst>
              <a:path w="33655" h="78104">
                <a:moveTo>
                  <a:pt x="33528" y="0"/>
                </a:moveTo>
                <a:lnTo>
                  <a:pt x="21717" y="0"/>
                </a:lnTo>
                <a:lnTo>
                  <a:pt x="19938" y="4711"/>
                </a:lnTo>
                <a:lnTo>
                  <a:pt x="16891" y="8839"/>
                </a:lnTo>
                <a:lnTo>
                  <a:pt x="8000" y="15925"/>
                </a:lnTo>
                <a:lnTo>
                  <a:pt x="3810" y="18326"/>
                </a:lnTo>
                <a:lnTo>
                  <a:pt x="0" y="19583"/>
                </a:lnTo>
                <a:lnTo>
                  <a:pt x="0" y="33058"/>
                </a:lnTo>
                <a:lnTo>
                  <a:pt x="7238" y="30619"/>
                </a:lnTo>
                <a:lnTo>
                  <a:pt x="13588" y="26873"/>
                </a:lnTo>
                <a:lnTo>
                  <a:pt x="18923" y="21805"/>
                </a:lnTo>
                <a:lnTo>
                  <a:pt x="18923" y="77724"/>
                </a:lnTo>
                <a:lnTo>
                  <a:pt x="33528" y="77724"/>
                </a:lnTo>
                <a:lnTo>
                  <a:pt x="33528" y="0"/>
                </a:lnTo>
                <a:close/>
              </a:path>
            </a:pathLst>
          </a:custGeom>
          <a:solidFill>
            <a:srgbClr val="4264DE">
              <a:alpha val="10195"/>
            </a:srgbClr>
          </a:solidFill>
        </p:spPr>
        <p:txBody>
          <a:bodyPr wrap="square" lIns="0" tIns="0" rIns="0" bIns="0" rtlCol="0"/>
          <a:lstStyle/>
          <a:p>
            <a:endParaRPr/>
          </a:p>
        </p:txBody>
      </p:sp>
      <p:sp>
        <p:nvSpPr>
          <p:cNvPr id="230" name="object 230"/>
          <p:cNvSpPr/>
          <p:nvPr/>
        </p:nvSpPr>
        <p:spPr>
          <a:xfrm>
            <a:off x="2545079" y="5960364"/>
            <a:ext cx="50800" cy="78105"/>
          </a:xfrm>
          <a:custGeom>
            <a:avLst/>
            <a:gdLst/>
            <a:ahLst/>
            <a:cxnLst/>
            <a:rect l="l" t="t" r="r" b="b"/>
            <a:pathLst>
              <a:path w="50800" h="78104">
                <a:moveTo>
                  <a:pt x="32638" y="0"/>
                </a:moveTo>
                <a:lnTo>
                  <a:pt x="17652" y="0"/>
                </a:lnTo>
                <a:lnTo>
                  <a:pt x="11811" y="2590"/>
                </a:lnTo>
                <a:lnTo>
                  <a:pt x="0" y="38735"/>
                </a:lnTo>
                <a:lnTo>
                  <a:pt x="440" y="48929"/>
                </a:lnTo>
                <a:lnTo>
                  <a:pt x="17652" y="77724"/>
                </a:lnTo>
                <a:lnTo>
                  <a:pt x="32638" y="77724"/>
                </a:lnTo>
                <a:lnTo>
                  <a:pt x="38481" y="75133"/>
                </a:lnTo>
                <a:lnTo>
                  <a:pt x="42671" y="69938"/>
                </a:lnTo>
                <a:lnTo>
                  <a:pt x="45296" y="65620"/>
                </a:lnTo>
                <a:lnTo>
                  <a:pt x="23368" y="65620"/>
                </a:lnTo>
                <a:lnTo>
                  <a:pt x="21701" y="65062"/>
                </a:lnTo>
                <a:lnTo>
                  <a:pt x="18922" y="62852"/>
                </a:lnTo>
                <a:lnTo>
                  <a:pt x="17780" y="60629"/>
                </a:lnTo>
                <a:lnTo>
                  <a:pt x="16001" y="53949"/>
                </a:lnTo>
                <a:lnTo>
                  <a:pt x="15586" y="48929"/>
                </a:lnTo>
                <a:lnTo>
                  <a:pt x="15591" y="28735"/>
                </a:lnTo>
                <a:lnTo>
                  <a:pt x="23368" y="12103"/>
                </a:lnTo>
                <a:lnTo>
                  <a:pt x="45324" y="12103"/>
                </a:lnTo>
                <a:lnTo>
                  <a:pt x="42799" y="7886"/>
                </a:lnTo>
                <a:lnTo>
                  <a:pt x="38481" y="2628"/>
                </a:lnTo>
                <a:lnTo>
                  <a:pt x="32638" y="0"/>
                </a:lnTo>
                <a:close/>
              </a:path>
              <a:path w="50800" h="78104">
                <a:moveTo>
                  <a:pt x="45324" y="12103"/>
                </a:moveTo>
                <a:lnTo>
                  <a:pt x="26924" y="12103"/>
                </a:lnTo>
                <a:lnTo>
                  <a:pt x="28575" y="12661"/>
                </a:lnTo>
                <a:lnTo>
                  <a:pt x="31368" y="14909"/>
                </a:lnTo>
                <a:lnTo>
                  <a:pt x="32512" y="17145"/>
                </a:lnTo>
                <a:lnTo>
                  <a:pt x="34289" y="23825"/>
                </a:lnTo>
                <a:lnTo>
                  <a:pt x="34696" y="28735"/>
                </a:lnTo>
                <a:lnTo>
                  <a:pt x="34708" y="48929"/>
                </a:lnTo>
                <a:lnTo>
                  <a:pt x="34289" y="54152"/>
                </a:lnTo>
                <a:lnTo>
                  <a:pt x="33274" y="57886"/>
                </a:lnTo>
                <a:lnTo>
                  <a:pt x="32512" y="60794"/>
                </a:lnTo>
                <a:lnTo>
                  <a:pt x="31368" y="62814"/>
                </a:lnTo>
                <a:lnTo>
                  <a:pt x="28575" y="65062"/>
                </a:lnTo>
                <a:lnTo>
                  <a:pt x="26924" y="65620"/>
                </a:lnTo>
                <a:lnTo>
                  <a:pt x="45296" y="65620"/>
                </a:lnTo>
                <a:lnTo>
                  <a:pt x="46005" y="64454"/>
                </a:lnTo>
                <a:lnTo>
                  <a:pt x="48387" y="57451"/>
                </a:lnTo>
                <a:lnTo>
                  <a:pt x="49815" y="48929"/>
                </a:lnTo>
                <a:lnTo>
                  <a:pt x="50292"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231" name="object 231"/>
          <p:cNvSpPr/>
          <p:nvPr/>
        </p:nvSpPr>
        <p:spPr>
          <a:xfrm>
            <a:off x="2726435" y="5960364"/>
            <a:ext cx="33655" cy="78105"/>
          </a:xfrm>
          <a:custGeom>
            <a:avLst/>
            <a:gdLst/>
            <a:ahLst/>
            <a:cxnLst/>
            <a:rect l="l" t="t" r="r" b="b"/>
            <a:pathLst>
              <a:path w="33655" h="78104">
                <a:moveTo>
                  <a:pt x="33527" y="0"/>
                </a:moveTo>
                <a:lnTo>
                  <a:pt x="21716" y="0"/>
                </a:lnTo>
                <a:lnTo>
                  <a:pt x="19938" y="4711"/>
                </a:lnTo>
                <a:lnTo>
                  <a:pt x="16890" y="8839"/>
                </a:lnTo>
                <a:lnTo>
                  <a:pt x="8000" y="15925"/>
                </a:lnTo>
                <a:lnTo>
                  <a:pt x="3809" y="18326"/>
                </a:lnTo>
                <a:lnTo>
                  <a:pt x="0" y="19583"/>
                </a:lnTo>
                <a:lnTo>
                  <a:pt x="0" y="33058"/>
                </a:lnTo>
                <a:lnTo>
                  <a:pt x="7238" y="30619"/>
                </a:lnTo>
                <a:lnTo>
                  <a:pt x="13588" y="26873"/>
                </a:lnTo>
                <a:lnTo>
                  <a:pt x="18922" y="21805"/>
                </a:lnTo>
                <a:lnTo>
                  <a:pt x="18922" y="77724"/>
                </a:lnTo>
                <a:lnTo>
                  <a:pt x="33527" y="77724"/>
                </a:lnTo>
                <a:lnTo>
                  <a:pt x="33527" y="0"/>
                </a:lnTo>
                <a:close/>
              </a:path>
            </a:pathLst>
          </a:custGeom>
          <a:solidFill>
            <a:srgbClr val="4264DE">
              <a:alpha val="10195"/>
            </a:srgbClr>
          </a:solidFill>
        </p:spPr>
        <p:txBody>
          <a:bodyPr wrap="square" lIns="0" tIns="0" rIns="0" bIns="0" rtlCol="0"/>
          <a:lstStyle/>
          <a:p>
            <a:endParaRPr/>
          </a:p>
        </p:txBody>
      </p:sp>
      <p:sp>
        <p:nvSpPr>
          <p:cNvPr id="232" name="object 232"/>
          <p:cNvSpPr/>
          <p:nvPr/>
        </p:nvSpPr>
        <p:spPr>
          <a:xfrm>
            <a:off x="2892551" y="5960364"/>
            <a:ext cx="48895" cy="78105"/>
          </a:xfrm>
          <a:custGeom>
            <a:avLst/>
            <a:gdLst/>
            <a:ahLst/>
            <a:cxnLst/>
            <a:rect l="l" t="t" r="r" b="b"/>
            <a:pathLst>
              <a:path w="48894" h="78104">
                <a:moveTo>
                  <a:pt x="31623" y="0"/>
                </a:moveTo>
                <a:lnTo>
                  <a:pt x="17145" y="0"/>
                </a:lnTo>
                <a:lnTo>
                  <a:pt x="11430" y="2590"/>
                </a:lnTo>
                <a:lnTo>
                  <a:pt x="0" y="38735"/>
                </a:lnTo>
                <a:lnTo>
                  <a:pt x="438" y="48929"/>
                </a:lnTo>
                <a:lnTo>
                  <a:pt x="17018" y="77724"/>
                </a:lnTo>
                <a:lnTo>
                  <a:pt x="31623" y="77724"/>
                </a:lnTo>
                <a:lnTo>
                  <a:pt x="37337" y="75133"/>
                </a:lnTo>
                <a:lnTo>
                  <a:pt x="41402" y="69938"/>
                </a:lnTo>
                <a:lnTo>
                  <a:pt x="43953" y="65620"/>
                </a:lnTo>
                <a:lnTo>
                  <a:pt x="22606" y="65620"/>
                </a:lnTo>
                <a:lnTo>
                  <a:pt x="21065" y="65062"/>
                </a:lnTo>
                <a:lnTo>
                  <a:pt x="15182" y="48929"/>
                </a:lnTo>
                <a:lnTo>
                  <a:pt x="15186" y="28735"/>
                </a:lnTo>
                <a:lnTo>
                  <a:pt x="22606" y="12103"/>
                </a:lnTo>
                <a:lnTo>
                  <a:pt x="43911" y="12103"/>
                </a:lnTo>
                <a:lnTo>
                  <a:pt x="41402" y="7886"/>
                </a:lnTo>
                <a:lnTo>
                  <a:pt x="37337" y="2628"/>
                </a:lnTo>
                <a:lnTo>
                  <a:pt x="31623" y="0"/>
                </a:lnTo>
                <a:close/>
              </a:path>
              <a:path w="48894" h="78104">
                <a:moveTo>
                  <a:pt x="43911" y="12103"/>
                </a:moveTo>
                <a:lnTo>
                  <a:pt x="26162" y="12103"/>
                </a:lnTo>
                <a:lnTo>
                  <a:pt x="27686" y="12661"/>
                </a:lnTo>
                <a:lnTo>
                  <a:pt x="29083" y="13779"/>
                </a:lnTo>
                <a:lnTo>
                  <a:pt x="33588" y="48929"/>
                </a:lnTo>
                <a:lnTo>
                  <a:pt x="33274" y="54152"/>
                </a:lnTo>
                <a:lnTo>
                  <a:pt x="32258" y="57886"/>
                </a:lnTo>
                <a:lnTo>
                  <a:pt x="31496" y="60794"/>
                </a:lnTo>
                <a:lnTo>
                  <a:pt x="30353" y="62814"/>
                </a:lnTo>
                <a:lnTo>
                  <a:pt x="29051" y="63969"/>
                </a:lnTo>
                <a:lnTo>
                  <a:pt x="27651" y="65074"/>
                </a:lnTo>
                <a:lnTo>
                  <a:pt x="26162" y="65620"/>
                </a:lnTo>
                <a:lnTo>
                  <a:pt x="43953" y="65620"/>
                </a:lnTo>
                <a:lnTo>
                  <a:pt x="44642" y="64454"/>
                </a:lnTo>
                <a:lnTo>
                  <a:pt x="46942" y="57451"/>
                </a:lnTo>
                <a:lnTo>
                  <a:pt x="48313" y="48929"/>
                </a:lnTo>
                <a:lnTo>
                  <a:pt x="48768"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233" name="object 233"/>
          <p:cNvSpPr/>
          <p:nvPr/>
        </p:nvSpPr>
        <p:spPr>
          <a:xfrm>
            <a:off x="3073907" y="5960364"/>
            <a:ext cx="33655" cy="78105"/>
          </a:xfrm>
          <a:custGeom>
            <a:avLst/>
            <a:gdLst/>
            <a:ahLst/>
            <a:cxnLst/>
            <a:rect l="l" t="t" r="r" b="b"/>
            <a:pathLst>
              <a:path w="33655" h="78104">
                <a:moveTo>
                  <a:pt x="33528" y="0"/>
                </a:moveTo>
                <a:lnTo>
                  <a:pt x="21717" y="0"/>
                </a:lnTo>
                <a:lnTo>
                  <a:pt x="19939" y="4711"/>
                </a:lnTo>
                <a:lnTo>
                  <a:pt x="16891" y="8839"/>
                </a:lnTo>
                <a:lnTo>
                  <a:pt x="8000" y="15925"/>
                </a:lnTo>
                <a:lnTo>
                  <a:pt x="3810" y="18326"/>
                </a:lnTo>
                <a:lnTo>
                  <a:pt x="0" y="19583"/>
                </a:lnTo>
                <a:lnTo>
                  <a:pt x="0" y="33058"/>
                </a:lnTo>
                <a:lnTo>
                  <a:pt x="7239" y="30619"/>
                </a:lnTo>
                <a:lnTo>
                  <a:pt x="13589" y="26873"/>
                </a:lnTo>
                <a:lnTo>
                  <a:pt x="18923" y="21805"/>
                </a:lnTo>
                <a:lnTo>
                  <a:pt x="18923" y="77724"/>
                </a:lnTo>
                <a:lnTo>
                  <a:pt x="33528" y="77724"/>
                </a:lnTo>
                <a:lnTo>
                  <a:pt x="33528" y="0"/>
                </a:lnTo>
                <a:close/>
              </a:path>
            </a:pathLst>
          </a:custGeom>
          <a:solidFill>
            <a:srgbClr val="4264DE">
              <a:alpha val="10195"/>
            </a:srgbClr>
          </a:solidFill>
        </p:spPr>
        <p:txBody>
          <a:bodyPr wrap="square" lIns="0" tIns="0" rIns="0" bIns="0" rtlCol="0"/>
          <a:lstStyle/>
          <a:p>
            <a:endParaRPr/>
          </a:p>
        </p:txBody>
      </p:sp>
      <p:sp>
        <p:nvSpPr>
          <p:cNvPr id="234" name="object 234"/>
          <p:cNvSpPr/>
          <p:nvPr/>
        </p:nvSpPr>
        <p:spPr>
          <a:xfrm>
            <a:off x="3238500" y="5960364"/>
            <a:ext cx="50800" cy="78105"/>
          </a:xfrm>
          <a:custGeom>
            <a:avLst/>
            <a:gdLst/>
            <a:ahLst/>
            <a:cxnLst/>
            <a:rect l="l" t="t" r="r" b="b"/>
            <a:pathLst>
              <a:path w="50800" h="78104">
                <a:moveTo>
                  <a:pt x="32638" y="0"/>
                </a:moveTo>
                <a:lnTo>
                  <a:pt x="17652" y="0"/>
                </a:lnTo>
                <a:lnTo>
                  <a:pt x="11811" y="2590"/>
                </a:lnTo>
                <a:lnTo>
                  <a:pt x="0" y="38735"/>
                </a:lnTo>
                <a:lnTo>
                  <a:pt x="440" y="48929"/>
                </a:lnTo>
                <a:lnTo>
                  <a:pt x="17652" y="77724"/>
                </a:lnTo>
                <a:lnTo>
                  <a:pt x="32638" y="77724"/>
                </a:lnTo>
                <a:lnTo>
                  <a:pt x="38480" y="75133"/>
                </a:lnTo>
                <a:lnTo>
                  <a:pt x="42672" y="69938"/>
                </a:lnTo>
                <a:lnTo>
                  <a:pt x="45296" y="65620"/>
                </a:lnTo>
                <a:lnTo>
                  <a:pt x="23367" y="65620"/>
                </a:lnTo>
                <a:lnTo>
                  <a:pt x="21701" y="65062"/>
                </a:lnTo>
                <a:lnTo>
                  <a:pt x="18923" y="62852"/>
                </a:lnTo>
                <a:lnTo>
                  <a:pt x="17779" y="60629"/>
                </a:lnTo>
                <a:lnTo>
                  <a:pt x="16001" y="53949"/>
                </a:lnTo>
                <a:lnTo>
                  <a:pt x="15586" y="48929"/>
                </a:lnTo>
                <a:lnTo>
                  <a:pt x="15591" y="28735"/>
                </a:lnTo>
                <a:lnTo>
                  <a:pt x="23367" y="12103"/>
                </a:lnTo>
                <a:lnTo>
                  <a:pt x="45324" y="12103"/>
                </a:lnTo>
                <a:lnTo>
                  <a:pt x="42799" y="7886"/>
                </a:lnTo>
                <a:lnTo>
                  <a:pt x="38480" y="2628"/>
                </a:lnTo>
                <a:lnTo>
                  <a:pt x="32638" y="0"/>
                </a:lnTo>
                <a:close/>
              </a:path>
              <a:path w="50800" h="78104">
                <a:moveTo>
                  <a:pt x="45324" y="12103"/>
                </a:moveTo>
                <a:lnTo>
                  <a:pt x="26924" y="12103"/>
                </a:lnTo>
                <a:lnTo>
                  <a:pt x="28575" y="12661"/>
                </a:lnTo>
                <a:lnTo>
                  <a:pt x="31369" y="14909"/>
                </a:lnTo>
                <a:lnTo>
                  <a:pt x="32512" y="17145"/>
                </a:lnTo>
                <a:lnTo>
                  <a:pt x="34289" y="23825"/>
                </a:lnTo>
                <a:lnTo>
                  <a:pt x="34696" y="28735"/>
                </a:lnTo>
                <a:lnTo>
                  <a:pt x="34708" y="48929"/>
                </a:lnTo>
                <a:lnTo>
                  <a:pt x="34289" y="54152"/>
                </a:lnTo>
                <a:lnTo>
                  <a:pt x="33274" y="57886"/>
                </a:lnTo>
                <a:lnTo>
                  <a:pt x="32512" y="60794"/>
                </a:lnTo>
                <a:lnTo>
                  <a:pt x="31369" y="62814"/>
                </a:lnTo>
                <a:lnTo>
                  <a:pt x="28575" y="65062"/>
                </a:lnTo>
                <a:lnTo>
                  <a:pt x="26924" y="65620"/>
                </a:lnTo>
                <a:lnTo>
                  <a:pt x="45296" y="65620"/>
                </a:lnTo>
                <a:lnTo>
                  <a:pt x="46005" y="64454"/>
                </a:lnTo>
                <a:lnTo>
                  <a:pt x="48386" y="57451"/>
                </a:lnTo>
                <a:lnTo>
                  <a:pt x="49815" y="48929"/>
                </a:lnTo>
                <a:lnTo>
                  <a:pt x="50291"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235" name="object 235"/>
          <p:cNvSpPr/>
          <p:nvPr/>
        </p:nvSpPr>
        <p:spPr>
          <a:xfrm>
            <a:off x="3419855" y="5960364"/>
            <a:ext cx="33655" cy="78105"/>
          </a:xfrm>
          <a:custGeom>
            <a:avLst/>
            <a:gdLst/>
            <a:ahLst/>
            <a:cxnLst/>
            <a:rect l="l" t="t" r="r" b="b"/>
            <a:pathLst>
              <a:path w="33654" h="78104">
                <a:moveTo>
                  <a:pt x="33528" y="0"/>
                </a:moveTo>
                <a:lnTo>
                  <a:pt x="21717" y="0"/>
                </a:lnTo>
                <a:lnTo>
                  <a:pt x="19939" y="4711"/>
                </a:lnTo>
                <a:lnTo>
                  <a:pt x="16891" y="8839"/>
                </a:lnTo>
                <a:lnTo>
                  <a:pt x="8001" y="15925"/>
                </a:lnTo>
                <a:lnTo>
                  <a:pt x="3810" y="18326"/>
                </a:lnTo>
                <a:lnTo>
                  <a:pt x="0" y="19583"/>
                </a:lnTo>
                <a:lnTo>
                  <a:pt x="0" y="33058"/>
                </a:lnTo>
                <a:lnTo>
                  <a:pt x="7239" y="30619"/>
                </a:lnTo>
                <a:lnTo>
                  <a:pt x="13589" y="26873"/>
                </a:lnTo>
                <a:lnTo>
                  <a:pt x="18923" y="21805"/>
                </a:lnTo>
                <a:lnTo>
                  <a:pt x="18923" y="77724"/>
                </a:lnTo>
                <a:lnTo>
                  <a:pt x="33528" y="77724"/>
                </a:lnTo>
                <a:lnTo>
                  <a:pt x="33528" y="0"/>
                </a:lnTo>
                <a:close/>
              </a:path>
            </a:pathLst>
          </a:custGeom>
          <a:solidFill>
            <a:srgbClr val="4264DE">
              <a:alpha val="10195"/>
            </a:srgbClr>
          </a:solidFill>
        </p:spPr>
        <p:txBody>
          <a:bodyPr wrap="square" lIns="0" tIns="0" rIns="0" bIns="0" rtlCol="0"/>
          <a:lstStyle/>
          <a:p>
            <a:endParaRPr/>
          </a:p>
        </p:txBody>
      </p:sp>
      <p:sp>
        <p:nvSpPr>
          <p:cNvPr id="236" name="object 236"/>
          <p:cNvSpPr/>
          <p:nvPr/>
        </p:nvSpPr>
        <p:spPr>
          <a:xfrm>
            <a:off x="3585971" y="5960364"/>
            <a:ext cx="48895" cy="78105"/>
          </a:xfrm>
          <a:custGeom>
            <a:avLst/>
            <a:gdLst/>
            <a:ahLst/>
            <a:cxnLst/>
            <a:rect l="l" t="t" r="r" b="b"/>
            <a:pathLst>
              <a:path w="48895" h="78104">
                <a:moveTo>
                  <a:pt x="31623" y="0"/>
                </a:moveTo>
                <a:lnTo>
                  <a:pt x="17144" y="0"/>
                </a:lnTo>
                <a:lnTo>
                  <a:pt x="11429" y="2590"/>
                </a:lnTo>
                <a:lnTo>
                  <a:pt x="0" y="38735"/>
                </a:lnTo>
                <a:lnTo>
                  <a:pt x="438" y="48929"/>
                </a:lnTo>
                <a:lnTo>
                  <a:pt x="17017" y="77724"/>
                </a:lnTo>
                <a:lnTo>
                  <a:pt x="31623" y="77724"/>
                </a:lnTo>
                <a:lnTo>
                  <a:pt x="37337" y="75133"/>
                </a:lnTo>
                <a:lnTo>
                  <a:pt x="41401" y="69938"/>
                </a:lnTo>
                <a:lnTo>
                  <a:pt x="43953" y="65620"/>
                </a:lnTo>
                <a:lnTo>
                  <a:pt x="22605" y="65620"/>
                </a:lnTo>
                <a:lnTo>
                  <a:pt x="21065" y="65062"/>
                </a:lnTo>
                <a:lnTo>
                  <a:pt x="15182" y="48929"/>
                </a:lnTo>
                <a:lnTo>
                  <a:pt x="15186" y="28735"/>
                </a:lnTo>
                <a:lnTo>
                  <a:pt x="22605" y="12103"/>
                </a:lnTo>
                <a:lnTo>
                  <a:pt x="43911" y="12103"/>
                </a:lnTo>
                <a:lnTo>
                  <a:pt x="41401" y="7886"/>
                </a:lnTo>
                <a:lnTo>
                  <a:pt x="37337" y="2628"/>
                </a:lnTo>
                <a:lnTo>
                  <a:pt x="31623" y="0"/>
                </a:lnTo>
                <a:close/>
              </a:path>
              <a:path w="48895" h="78104">
                <a:moveTo>
                  <a:pt x="43911" y="12103"/>
                </a:moveTo>
                <a:lnTo>
                  <a:pt x="26162" y="12103"/>
                </a:lnTo>
                <a:lnTo>
                  <a:pt x="27686" y="12661"/>
                </a:lnTo>
                <a:lnTo>
                  <a:pt x="29082" y="13779"/>
                </a:lnTo>
                <a:lnTo>
                  <a:pt x="33588" y="48929"/>
                </a:lnTo>
                <a:lnTo>
                  <a:pt x="33274" y="54152"/>
                </a:lnTo>
                <a:lnTo>
                  <a:pt x="32257" y="57886"/>
                </a:lnTo>
                <a:lnTo>
                  <a:pt x="31495" y="60794"/>
                </a:lnTo>
                <a:lnTo>
                  <a:pt x="30352" y="62814"/>
                </a:lnTo>
                <a:lnTo>
                  <a:pt x="29051" y="63969"/>
                </a:lnTo>
                <a:lnTo>
                  <a:pt x="27651" y="65074"/>
                </a:lnTo>
                <a:lnTo>
                  <a:pt x="26162" y="65620"/>
                </a:lnTo>
                <a:lnTo>
                  <a:pt x="43953" y="65620"/>
                </a:lnTo>
                <a:lnTo>
                  <a:pt x="44642" y="64454"/>
                </a:lnTo>
                <a:lnTo>
                  <a:pt x="46942" y="57451"/>
                </a:lnTo>
                <a:lnTo>
                  <a:pt x="48313" y="48929"/>
                </a:lnTo>
                <a:lnTo>
                  <a:pt x="48767"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237" name="object 237"/>
          <p:cNvSpPr/>
          <p:nvPr/>
        </p:nvSpPr>
        <p:spPr>
          <a:xfrm>
            <a:off x="3767328" y="5960364"/>
            <a:ext cx="33655" cy="78105"/>
          </a:xfrm>
          <a:custGeom>
            <a:avLst/>
            <a:gdLst/>
            <a:ahLst/>
            <a:cxnLst/>
            <a:rect l="l" t="t" r="r" b="b"/>
            <a:pathLst>
              <a:path w="33654" h="78104">
                <a:moveTo>
                  <a:pt x="33527" y="0"/>
                </a:moveTo>
                <a:lnTo>
                  <a:pt x="21717" y="0"/>
                </a:lnTo>
                <a:lnTo>
                  <a:pt x="19938" y="4711"/>
                </a:lnTo>
                <a:lnTo>
                  <a:pt x="16891" y="8839"/>
                </a:lnTo>
                <a:lnTo>
                  <a:pt x="8000" y="15925"/>
                </a:lnTo>
                <a:lnTo>
                  <a:pt x="3810" y="18326"/>
                </a:lnTo>
                <a:lnTo>
                  <a:pt x="0" y="19583"/>
                </a:lnTo>
                <a:lnTo>
                  <a:pt x="0" y="33058"/>
                </a:lnTo>
                <a:lnTo>
                  <a:pt x="7238" y="30619"/>
                </a:lnTo>
                <a:lnTo>
                  <a:pt x="13588" y="26873"/>
                </a:lnTo>
                <a:lnTo>
                  <a:pt x="18923" y="21805"/>
                </a:lnTo>
                <a:lnTo>
                  <a:pt x="18923" y="77724"/>
                </a:lnTo>
                <a:lnTo>
                  <a:pt x="33527" y="77724"/>
                </a:lnTo>
                <a:lnTo>
                  <a:pt x="33527" y="0"/>
                </a:lnTo>
                <a:close/>
              </a:path>
            </a:pathLst>
          </a:custGeom>
          <a:solidFill>
            <a:srgbClr val="4264DE">
              <a:alpha val="10195"/>
            </a:srgbClr>
          </a:solidFill>
        </p:spPr>
        <p:txBody>
          <a:bodyPr wrap="square" lIns="0" tIns="0" rIns="0" bIns="0" rtlCol="0"/>
          <a:lstStyle/>
          <a:p>
            <a:endParaRPr/>
          </a:p>
        </p:txBody>
      </p:sp>
      <p:sp>
        <p:nvSpPr>
          <p:cNvPr id="238" name="object 238"/>
          <p:cNvSpPr/>
          <p:nvPr/>
        </p:nvSpPr>
        <p:spPr>
          <a:xfrm>
            <a:off x="3931920" y="5960364"/>
            <a:ext cx="50800" cy="78105"/>
          </a:xfrm>
          <a:custGeom>
            <a:avLst/>
            <a:gdLst/>
            <a:ahLst/>
            <a:cxnLst/>
            <a:rect l="l" t="t" r="r" b="b"/>
            <a:pathLst>
              <a:path w="50800" h="78104">
                <a:moveTo>
                  <a:pt x="32638" y="0"/>
                </a:moveTo>
                <a:lnTo>
                  <a:pt x="17652" y="0"/>
                </a:lnTo>
                <a:lnTo>
                  <a:pt x="11810" y="2590"/>
                </a:lnTo>
                <a:lnTo>
                  <a:pt x="0" y="38735"/>
                </a:lnTo>
                <a:lnTo>
                  <a:pt x="440" y="48929"/>
                </a:lnTo>
                <a:lnTo>
                  <a:pt x="17652" y="77724"/>
                </a:lnTo>
                <a:lnTo>
                  <a:pt x="32638" y="77724"/>
                </a:lnTo>
                <a:lnTo>
                  <a:pt x="38480" y="75133"/>
                </a:lnTo>
                <a:lnTo>
                  <a:pt x="42671" y="69938"/>
                </a:lnTo>
                <a:lnTo>
                  <a:pt x="45296" y="65620"/>
                </a:lnTo>
                <a:lnTo>
                  <a:pt x="23367" y="65620"/>
                </a:lnTo>
                <a:lnTo>
                  <a:pt x="21701" y="65062"/>
                </a:lnTo>
                <a:lnTo>
                  <a:pt x="18922" y="62852"/>
                </a:lnTo>
                <a:lnTo>
                  <a:pt x="17779" y="60629"/>
                </a:lnTo>
                <a:lnTo>
                  <a:pt x="16001" y="53949"/>
                </a:lnTo>
                <a:lnTo>
                  <a:pt x="15586" y="48929"/>
                </a:lnTo>
                <a:lnTo>
                  <a:pt x="15591" y="28735"/>
                </a:lnTo>
                <a:lnTo>
                  <a:pt x="23367" y="12103"/>
                </a:lnTo>
                <a:lnTo>
                  <a:pt x="45324" y="12103"/>
                </a:lnTo>
                <a:lnTo>
                  <a:pt x="42799" y="7886"/>
                </a:lnTo>
                <a:lnTo>
                  <a:pt x="38480" y="2628"/>
                </a:lnTo>
                <a:lnTo>
                  <a:pt x="32638" y="0"/>
                </a:lnTo>
                <a:close/>
              </a:path>
              <a:path w="50800" h="78104">
                <a:moveTo>
                  <a:pt x="45324" y="12103"/>
                </a:moveTo>
                <a:lnTo>
                  <a:pt x="26924" y="12103"/>
                </a:lnTo>
                <a:lnTo>
                  <a:pt x="28575" y="12661"/>
                </a:lnTo>
                <a:lnTo>
                  <a:pt x="31368" y="14909"/>
                </a:lnTo>
                <a:lnTo>
                  <a:pt x="32512" y="17145"/>
                </a:lnTo>
                <a:lnTo>
                  <a:pt x="34289" y="23825"/>
                </a:lnTo>
                <a:lnTo>
                  <a:pt x="34696" y="28735"/>
                </a:lnTo>
                <a:lnTo>
                  <a:pt x="34708" y="48929"/>
                </a:lnTo>
                <a:lnTo>
                  <a:pt x="34289" y="54152"/>
                </a:lnTo>
                <a:lnTo>
                  <a:pt x="33274" y="57886"/>
                </a:lnTo>
                <a:lnTo>
                  <a:pt x="32512" y="60794"/>
                </a:lnTo>
                <a:lnTo>
                  <a:pt x="31368" y="62814"/>
                </a:lnTo>
                <a:lnTo>
                  <a:pt x="28575" y="65062"/>
                </a:lnTo>
                <a:lnTo>
                  <a:pt x="26924" y="65620"/>
                </a:lnTo>
                <a:lnTo>
                  <a:pt x="45296" y="65620"/>
                </a:lnTo>
                <a:lnTo>
                  <a:pt x="46005" y="64454"/>
                </a:lnTo>
                <a:lnTo>
                  <a:pt x="48386" y="57451"/>
                </a:lnTo>
                <a:lnTo>
                  <a:pt x="49815" y="48929"/>
                </a:lnTo>
                <a:lnTo>
                  <a:pt x="50291"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239" name="object 239"/>
          <p:cNvSpPr/>
          <p:nvPr/>
        </p:nvSpPr>
        <p:spPr>
          <a:xfrm>
            <a:off x="4113276" y="5960364"/>
            <a:ext cx="33655" cy="78105"/>
          </a:xfrm>
          <a:custGeom>
            <a:avLst/>
            <a:gdLst/>
            <a:ahLst/>
            <a:cxnLst/>
            <a:rect l="l" t="t" r="r" b="b"/>
            <a:pathLst>
              <a:path w="33654" h="78104">
                <a:moveTo>
                  <a:pt x="33527" y="0"/>
                </a:moveTo>
                <a:lnTo>
                  <a:pt x="21716" y="0"/>
                </a:lnTo>
                <a:lnTo>
                  <a:pt x="19938" y="4711"/>
                </a:lnTo>
                <a:lnTo>
                  <a:pt x="16890" y="8839"/>
                </a:lnTo>
                <a:lnTo>
                  <a:pt x="8000" y="15925"/>
                </a:lnTo>
                <a:lnTo>
                  <a:pt x="3810" y="18326"/>
                </a:lnTo>
                <a:lnTo>
                  <a:pt x="0" y="19583"/>
                </a:lnTo>
                <a:lnTo>
                  <a:pt x="0" y="33058"/>
                </a:lnTo>
                <a:lnTo>
                  <a:pt x="7238" y="30619"/>
                </a:lnTo>
                <a:lnTo>
                  <a:pt x="13588" y="26873"/>
                </a:lnTo>
                <a:lnTo>
                  <a:pt x="18923" y="21805"/>
                </a:lnTo>
                <a:lnTo>
                  <a:pt x="18923" y="77724"/>
                </a:lnTo>
                <a:lnTo>
                  <a:pt x="33527" y="77724"/>
                </a:lnTo>
                <a:lnTo>
                  <a:pt x="33527" y="0"/>
                </a:lnTo>
                <a:close/>
              </a:path>
            </a:pathLst>
          </a:custGeom>
          <a:solidFill>
            <a:srgbClr val="4264DE">
              <a:alpha val="10195"/>
            </a:srgbClr>
          </a:solidFill>
        </p:spPr>
        <p:txBody>
          <a:bodyPr wrap="square" lIns="0" tIns="0" rIns="0" bIns="0" rtlCol="0"/>
          <a:lstStyle/>
          <a:p>
            <a:endParaRPr/>
          </a:p>
        </p:txBody>
      </p:sp>
      <p:sp>
        <p:nvSpPr>
          <p:cNvPr id="240" name="object 240"/>
          <p:cNvSpPr/>
          <p:nvPr/>
        </p:nvSpPr>
        <p:spPr>
          <a:xfrm>
            <a:off x="4279391" y="5960364"/>
            <a:ext cx="48895" cy="78105"/>
          </a:xfrm>
          <a:custGeom>
            <a:avLst/>
            <a:gdLst/>
            <a:ahLst/>
            <a:cxnLst/>
            <a:rect l="l" t="t" r="r" b="b"/>
            <a:pathLst>
              <a:path w="48895" h="78104">
                <a:moveTo>
                  <a:pt x="31623" y="0"/>
                </a:moveTo>
                <a:lnTo>
                  <a:pt x="17145" y="0"/>
                </a:lnTo>
                <a:lnTo>
                  <a:pt x="11430" y="2590"/>
                </a:lnTo>
                <a:lnTo>
                  <a:pt x="0" y="38735"/>
                </a:lnTo>
                <a:lnTo>
                  <a:pt x="438" y="48929"/>
                </a:lnTo>
                <a:lnTo>
                  <a:pt x="17018" y="77724"/>
                </a:lnTo>
                <a:lnTo>
                  <a:pt x="31623" y="77724"/>
                </a:lnTo>
                <a:lnTo>
                  <a:pt x="37337" y="75133"/>
                </a:lnTo>
                <a:lnTo>
                  <a:pt x="41402" y="69938"/>
                </a:lnTo>
                <a:lnTo>
                  <a:pt x="43953" y="65620"/>
                </a:lnTo>
                <a:lnTo>
                  <a:pt x="22606" y="65620"/>
                </a:lnTo>
                <a:lnTo>
                  <a:pt x="21065" y="65062"/>
                </a:lnTo>
                <a:lnTo>
                  <a:pt x="15182" y="48929"/>
                </a:lnTo>
                <a:lnTo>
                  <a:pt x="15186" y="28735"/>
                </a:lnTo>
                <a:lnTo>
                  <a:pt x="22606" y="12103"/>
                </a:lnTo>
                <a:lnTo>
                  <a:pt x="43911" y="12103"/>
                </a:lnTo>
                <a:lnTo>
                  <a:pt x="41402" y="7886"/>
                </a:lnTo>
                <a:lnTo>
                  <a:pt x="37337" y="2628"/>
                </a:lnTo>
                <a:lnTo>
                  <a:pt x="31623" y="0"/>
                </a:lnTo>
                <a:close/>
              </a:path>
              <a:path w="48895" h="78104">
                <a:moveTo>
                  <a:pt x="43911" y="12103"/>
                </a:moveTo>
                <a:lnTo>
                  <a:pt x="26162" y="12103"/>
                </a:lnTo>
                <a:lnTo>
                  <a:pt x="27686" y="12661"/>
                </a:lnTo>
                <a:lnTo>
                  <a:pt x="29083" y="13779"/>
                </a:lnTo>
                <a:lnTo>
                  <a:pt x="33588" y="48929"/>
                </a:lnTo>
                <a:lnTo>
                  <a:pt x="33274" y="54152"/>
                </a:lnTo>
                <a:lnTo>
                  <a:pt x="32258" y="57886"/>
                </a:lnTo>
                <a:lnTo>
                  <a:pt x="31496" y="60794"/>
                </a:lnTo>
                <a:lnTo>
                  <a:pt x="30353" y="62814"/>
                </a:lnTo>
                <a:lnTo>
                  <a:pt x="29051" y="63969"/>
                </a:lnTo>
                <a:lnTo>
                  <a:pt x="27651" y="65074"/>
                </a:lnTo>
                <a:lnTo>
                  <a:pt x="26162" y="65620"/>
                </a:lnTo>
                <a:lnTo>
                  <a:pt x="43953" y="65620"/>
                </a:lnTo>
                <a:lnTo>
                  <a:pt x="44642" y="64454"/>
                </a:lnTo>
                <a:lnTo>
                  <a:pt x="46942" y="57451"/>
                </a:lnTo>
                <a:lnTo>
                  <a:pt x="48313" y="48929"/>
                </a:lnTo>
                <a:lnTo>
                  <a:pt x="48768"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241" name="object 241"/>
          <p:cNvSpPr/>
          <p:nvPr/>
        </p:nvSpPr>
        <p:spPr>
          <a:xfrm>
            <a:off x="4460747" y="5960364"/>
            <a:ext cx="33655" cy="78105"/>
          </a:xfrm>
          <a:custGeom>
            <a:avLst/>
            <a:gdLst/>
            <a:ahLst/>
            <a:cxnLst/>
            <a:rect l="l" t="t" r="r" b="b"/>
            <a:pathLst>
              <a:path w="33654" h="78104">
                <a:moveTo>
                  <a:pt x="33527" y="0"/>
                </a:moveTo>
                <a:lnTo>
                  <a:pt x="21716" y="0"/>
                </a:lnTo>
                <a:lnTo>
                  <a:pt x="19938" y="4711"/>
                </a:lnTo>
                <a:lnTo>
                  <a:pt x="16890" y="8839"/>
                </a:lnTo>
                <a:lnTo>
                  <a:pt x="8000" y="15925"/>
                </a:lnTo>
                <a:lnTo>
                  <a:pt x="3810" y="18326"/>
                </a:lnTo>
                <a:lnTo>
                  <a:pt x="0" y="19583"/>
                </a:lnTo>
                <a:lnTo>
                  <a:pt x="0" y="33058"/>
                </a:lnTo>
                <a:lnTo>
                  <a:pt x="7238" y="30619"/>
                </a:lnTo>
                <a:lnTo>
                  <a:pt x="13588" y="26873"/>
                </a:lnTo>
                <a:lnTo>
                  <a:pt x="18923" y="21805"/>
                </a:lnTo>
                <a:lnTo>
                  <a:pt x="18923" y="77724"/>
                </a:lnTo>
                <a:lnTo>
                  <a:pt x="33527" y="77724"/>
                </a:lnTo>
                <a:lnTo>
                  <a:pt x="33527" y="0"/>
                </a:lnTo>
                <a:close/>
              </a:path>
            </a:pathLst>
          </a:custGeom>
          <a:solidFill>
            <a:srgbClr val="4264DE">
              <a:alpha val="10195"/>
            </a:srgbClr>
          </a:solidFill>
        </p:spPr>
        <p:txBody>
          <a:bodyPr wrap="square" lIns="0" tIns="0" rIns="0" bIns="0" rtlCol="0"/>
          <a:lstStyle/>
          <a:p>
            <a:endParaRPr/>
          </a:p>
        </p:txBody>
      </p:sp>
      <p:sp>
        <p:nvSpPr>
          <p:cNvPr id="242" name="object 242"/>
          <p:cNvSpPr/>
          <p:nvPr/>
        </p:nvSpPr>
        <p:spPr>
          <a:xfrm>
            <a:off x="4625340" y="5960364"/>
            <a:ext cx="50800" cy="78105"/>
          </a:xfrm>
          <a:custGeom>
            <a:avLst/>
            <a:gdLst/>
            <a:ahLst/>
            <a:cxnLst/>
            <a:rect l="l" t="t" r="r" b="b"/>
            <a:pathLst>
              <a:path w="50800" h="78104">
                <a:moveTo>
                  <a:pt x="32638" y="0"/>
                </a:moveTo>
                <a:lnTo>
                  <a:pt x="17652" y="0"/>
                </a:lnTo>
                <a:lnTo>
                  <a:pt x="11811" y="2590"/>
                </a:lnTo>
                <a:lnTo>
                  <a:pt x="0" y="38735"/>
                </a:lnTo>
                <a:lnTo>
                  <a:pt x="440" y="48929"/>
                </a:lnTo>
                <a:lnTo>
                  <a:pt x="17652" y="77724"/>
                </a:lnTo>
                <a:lnTo>
                  <a:pt x="32638" y="77724"/>
                </a:lnTo>
                <a:lnTo>
                  <a:pt x="38481" y="75133"/>
                </a:lnTo>
                <a:lnTo>
                  <a:pt x="42672" y="69938"/>
                </a:lnTo>
                <a:lnTo>
                  <a:pt x="45296" y="65620"/>
                </a:lnTo>
                <a:lnTo>
                  <a:pt x="23368" y="65620"/>
                </a:lnTo>
                <a:lnTo>
                  <a:pt x="21701" y="65062"/>
                </a:lnTo>
                <a:lnTo>
                  <a:pt x="18923" y="62852"/>
                </a:lnTo>
                <a:lnTo>
                  <a:pt x="17780" y="60629"/>
                </a:lnTo>
                <a:lnTo>
                  <a:pt x="16001" y="53949"/>
                </a:lnTo>
                <a:lnTo>
                  <a:pt x="15586" y="48929"/>
                </a:lnTo>
                <a:lnTo>
                  <a:pt x="15591" y="28735"/>
                </a:lnTo>
                <a:lnTo>
                  <a:pt x="23368" y="12103"/>
                </a:lnTo>
                <a:lnTo>
                  <a:pt x="45324" y="12103"/>
                </a:lnTo>
                <a:lnTo>
                  <a:pt x="42799" y="7886"/>
                </a:lnTo>
                <a:lnTo>
                  <a:pt x="38481" y="2628"/>
                </a:lnTo>
                <a:lnTo>
                  <a:pt x="32638" y="0"/>
                </a:lnTo>
                <a:close/>
              </a:path>
              <a:path w="50800" h="78104">
                <a:moveTo>
                  <a:pt x="45324" y="12103"/>
                </a:moveTo>
                <a:lnTo>
                  <a:pt x="26924" y="12103"/>
                </a:lnTo>
                <a:lnTo>
                  <a:pt x="28575" y="12661"/>
                </a:lnTo>
                <a:lnTo>
                  <a:pt x="31369" y="14909"/>
                </a:lnTo>
                <a:lnTo>
                  <a:pt x="32512" y="17145"/>
                </a:lnTo>
                <a:lnTo>
                  <a:pt x="34289" y="23825"/>
                </a:lnTo>
                <a:lnTo>
                  <a:pt x="34696" y="28735"/>
                </a:lnTo>
                <a:lnTo>
                  <a:pt x="34708" y="48929"/>
                </a:lnTo>
                <a:lnTo>
                  <a:pt x="34289" y="54152"/>
                </a:lnTo>
                <a:lnTo>
                  <a:pt x="33274" y="57886"/>
                </a:lnTo>
                <a:lnTo>
                  <a:pt x="32512" y="60794"/>
                </a:lnTo>
                <a:lnTo>
                  <a:pt x="31369" y="62814"/>
                </a:lnTo>
                <a:lnTo>
                  <a:pt x="28575" y="65062"/>
                </a:lnTo>
                <a:lnTo>
                  <a:pt x="26924" y="65620"/>
                </a:lnTo>
                <a:lnTo>
                  <a:pt x="45296" y="65620"/>
                </a:lnTo>
                <a:lnTo>
                  <a:pt x="46005" y="64454"/>
                </a:lnTo>
                <a:lnTo>
                  <a:pt x="48387" y="57451"/>
                </a:lnTo>
                <a:lnTo>
                  <a:pt x="49815" y="48929"/>
                </a:lnTo>
                <a:lnTo>
                  <a:pt x="50292"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243" name="object 243"/>
          <p:cNvSpPr/>
          <p:nvPr/>
        </p:nvSpPr>
        <p:spPr>
          <a:xfrm>
            <a:off x="4806696" y="5960364"/>
            <a:ext cx="33655" cy="78105"/>
          </a:xfrm>
          <a:custGeom>
            <a:avLst/>
            <a:gdLst/>
            <a:ahLst/>
            <a:cxnLst/>
            <a:rect l="l" t="t" r="r" b="b"/>
            <a:pathLst>
              <a:path w="33654" h="78104">
                <a:moveTo>
                  <a:pt x="33527" y="0"/>
                </a:moveTo>
                <a:lnTo>
                  <a:pt x="21716" y="0"/>
                </a:lnTo>
                <a:lnTo>
                  <a:pt x="19938" y="4711"/>
                </a:lnTo>
                <a:lnTo>
                  <a:pt x="16890" y="8839"/>
                </a:lnTo>
                <a:lnTo>
                  <a:pt x="8000" y="15925"/>
                </a:lnTo>
                <a:lnTo>
                  <a:pt x="3809" y="18326"/>
                </a:lnTo>
                <a:lnTo>
                  <a:pt x="0" y="19583"/>
                </a:lnTo>
                <a:lnTo>
                  <a:pt x="0" y="33058"/>
                </a:lnTo>
                <a:lnTo>
                  <a:pt x="7238" y="30619"/>
                </a:lnTo>
                <a:lnTo>
                  <a:pt x="13588" y="26873"/>
                </a:lnTo>
                <a:lnTo>
                  <a:pt x="18923" y="21805"/>
                </a:lnTo>
                <a:lnTo>
                  <a:pt x="18923" y="77724"/>
                </a:lnTo>
                <a:lnTo>
                  <a:pt x="33527" y="77724"/>
                </a:lnTo>
                <a:lnTo>
                  <a:pt x="33527" y="0"/>
                </a:lnTo>
                <a:close/>
              </a:path>
            </a:pathLst>
          </a:custGeom>
          <a:solidFill>
            <a:srgbClr val="4264DE">
              <a:alpha val="10195"/>
            </a:srgbClr>
          </a:solidFill>
        </p:spPr>
        <p:txBody>
          <a:bodyPr wrap="square" lIns="0" tIns="0" rIns="0" bIns="0" rtlCol="0"/>
          <a:lstStyle/>
          <a:p>
            <a:endParaRPr/>
          </a:p>
        </p:txBody>
      </p:sp>
      <p:sp>
        <p:nvSpPr>
          <p:cNvPr id="244" name="object 244"/>
          <p:cNvSpPr/>
          <p:nvPr/>
        </p:nvSpPr>
        <p:spPr>
          <a:xfrm>
            <a:off x="4972811" y="5960364"/>
            <a:ext cx="48895" cy="78105"/>
          </a:xfrm>
          <a:custGeom>
            <a:avLst/>
            <a:gdLst/>
            <a:ahLst/>
            <a:cxnLst/>
            <a:rect l="l" t="t" r="r" b="b"/>
            <a:pathLst>
              <a:path w="48895" h="78104">
                <a:moveTo>
                  <a:pt x="31623" y="0"/>
                </a:moveTo>
                <a:lnTo>
                  <a:pt x="17145" y="0"/>
                </a:lnTo>
                <a:lnTo>
                  <a:pt x="11429" y="2590"/>
                </a:lnTo>
                <a:lnTo>
                  <a:pt x="0" y="38735"/>
                </a:lnTo>
                <a:lnTo>
                  <a:pt x="438" y="48929"/>
                </a:lnTo>
                <a:lnTo>
                  <a:pt x="17017" y="77724"/>
                </a:lnTo>
                <a:lnTo>
                  <a:pt x="31623" y="77724"/>
                </a:lnTo>
                <a:lnTo>
                  <a:pt x="37337" y="75133"/>
                </a:lnTo>
                <a:lnTo>
                  <a:pt x="41401" y="69938"/>
                </a:lnTo>
                <a:lnTo>
                  <a:pt x="43953" y="65620"/>
                </a:lnTo>
                <a:lnTo>
                  <a:pt x="22605" y="65620"/>
                </a:lnTo>
                <a:lnTo>
                  <a:pt x="21065" y="65062"/>
                </a:lnTo>
                <a:lnTo>
                  <a:pt x="15182" y="48929"/>
                </a:lnTo>
                <a:lnTo>
                  <a:pt x="15186" y="28735"/>
                </a:lnTo>
                <a:lnTo>
                  <a:pt x="22605" y="12103"/>
                </a:lnTo>
                <a:lnTo>
                  <a:pt x="43911" y="12103"/>
                </a:lnTo>
                <a:lnTo>
                  <a:pt x="41401" y="7886"/>
                </a:lnTo>
                <a:lnTo>
                  <a:pt x="37337" y="2628"/>
                </a:lnTo>
                <a:lnTo>
                  <a:pt x="31623" y="0"/>
                </a:lnTo>
                <a:close/>
              </a:path>
              <a:path w="48895" h="78104">
                <a:moveTo>
                  <a:pt x="43911" y="12103"/>
                </a:moveTo>
                <a:lnTo>
                  <a:pt x="26162" y="12103"/>
                </a:lnTo>
                <a:lnTo>
                  <a:pt x="27686" y="12661"/>
                </a:lnTo>
                <a:lnTo>
                  <a:pt x="29083" y="13779"/>
                </a:lnTo>
                <a:lnTo>
                  <a:pt x="33588" y="48929"/>
                </a:lnTo>
                <a:lnTo>
                  <a:pt x="33274" y="54152"/>
                </a:lnTo>
                <a:lnTo>
                  <a:pt x="32258" y="57886"/>
                </a:lnTo>
                <a:lnTo>
                  <a:pt x="31496" y="60794"/>
                </a:lnTo>
                <a:lnTo>
                  <a:pt x="30352" y="62814"/>
                </a:lnTo>
                <a:lnTo>
                  <a:pt x="29051" y="63969"/>
                </a:lnTo>
                <a:lnTo>
                  <a:pt x="27651" y="65074"/>
                </a:lnTo>
                <a:lnTo>
                  <a:pt x="26162" y="65620"/>
                </a:lnTo>
                <a:lnTo>
                  <a:pt x="43953" y="65620"/>
                </a:lnTo>
                <a:lnTo>
                  <a:pt x="44642" y="64454"/>
                </a:lnTo>
                <a:lnTo>
                  <a:pt x="46942" y="57451"/>
                </a:lnTo>
                <a:lnTo>
                  <a:pt x="48313" y="48929"/>
                </a:lnTo>
                <a:lnTo>
                  <a:pt x="48767"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245" name="object 245"/>
          <p:cNvSpPr/>
          <p:nvPr/>
        </p:nvSpPr>
        <p:spPr>
          <a:xfrm>
            <a:off x="5154167" y="5960364"/>
            <a:ext cx="33655" cy="78105"/>
          </a:xfrm>
          <a:custGeom>
            <a:avLst/>
            <a:gdLst/>
            <a:ahLst/>
            <a:cxnLst/>
            <a:rect l="l" t="t" r="r" b="b"/>
            <a:pathLst>
              <a:path w="33654" h="78104">
                <a:moveTo>
                  <a:pt x="33528" y="0"/>
                </a:moveTo>
                <a:lnTo>
                  <a:pt x="21717" y="0"/>
                </a:lnTo>
                <a:lnTo>
                  <a:pt x="19939" y="4711"/>
                </a:lnTo>
                <a:lnTo>
                  <a:pt x="16891" y="8839"/>
                </a:lnTo>
                <a:lnTo>
                  <a:pt x="8001" y="15925"/>
                </a:lnTo>
                <a:lnTo>
                  <a:pt x="3810" y="18326"/>
                </a:lnTo>
                <a:lnTo>
                  <a:pt x="0" y="19583"/>
                </a:lnTo>
                <a:lnTo>
                  <a:pt x="0" y="33058"/>
                </a:lnTo>
                <a:lnTo>
                  <a:pt x="7239" y="30619"/>
                </a:lnTo>
                <a:lnTo>
                  <a:pt x="13589" y="26873"/>
                </a:lnTo>
                <a:lnTo>
                  <a:pt x="18923" y="21805"/>
                </a:lnTo>
                <a:lnTo>
                  <a:pt x="18923" y="77724"/>
                </a:lnTo>
                <a:lnTo>
                  <a:pt x="33528" y="77724"/>
                </a:lnTo>
                <a:lnTo>
                  <a:pt x="33528" y="0"/>
                </a:lnTo>
                <a:close/>
              </a:path>
            </a:pathLst>
          </a:custGeom>
          <a:solidFill>
            <a:srgbClr val="4264DE">
              <a:alpha val="10195"/>
            </a:srgbClr>
          </a:solidFill>
        </p:spPr>
        <p:txBody>
          <a:bodyPr wrap="square" lIns="0" tIns="0" rIns="0" bIns="0" rtlCol="0"/>
          <a:lstStyle/>
          <a:p>
            <a:endParaRPr/>
          </a:p>
        </p:txBody>
      </p:sp>
      <p:sp>
        <p:nvSpPr>
          <p:cNvPr id="246" name="object 246"/>
          <p:cNvSpPr/>
          <p:nvPr/>
        </p:nvSpPr>
        <p:spPr>
          <a:xfrm>
            <a:off x="5318759" y="5960364"/>
            <a:ext cx="50800" cy="78105"/>
          </a:xfrm>
          <a:custGeom>
            <a:avLst/>
            <a:gdLst/>
            <a:ahLst/>
            <a:cxnLst/>
            <a:rect l="l" t="t" r="r" b="b"/>
            <a:pathLst>
              <a:path w="50800" h="78104">
                <a:moveTo>
                  <a:pt x="32638" y="0"/>
                </a:moveTo>
                <a:lnTo>
                  <a:pt x="17652" y="0"/>
                </a:lnTo>
                <a:lnTo>
                  <a:pt x="11811" y="2590"/>
                </a:lnTo>
                <a:lnTo>
                  <a:pt x="0" y="38735"/>
                </a:lnTo>
                <a:lnTo>
                  <a:pt x="440" y="48929"/>
                </a:lnTo>
                <a:lnTo>
                  <a:pt x="17652" y="77724"/>
                </a:lnTo>
                <a:lnTo>
                  <a:pt x="32638" y="77724"/>
                </a:lnTo>
                <a:lnTo>
                  <a:pt x="38480" y="75133"/>
                </a:lnTo>
                <a:lnTo>
                  <a:pt x="42672" y="69938"/>
                </a:lnTo>
                <a:lnTo>
                  <a:pt x="45296" y="65620"/>
                </a:lnTo>
                <a:lnTo>
                  <a:pt x="23367" y="65620"/>
                </a:lnTo>
                <a:lnTo>
                  <a:pt x="21701" y="65062"/>
                </a:lnTo>
                <a:lnTo>
                  <a:pt x="18923" y="62852"/>
                </a:lnTo>
                <a:lnTo>
                  <a:pt x="17779" y="60629"/>
                </a:lnTo>
                <a:lnTo>
                  <a:pt x="16001" y="53949"/>
                </a:lnTo>
                <a:lnTo>
                  <a:pt x="15586" y="48929"/>
                </a:lnTo>
                <a:lnTo>
                  <a:pt x="15591" y="28735"/>
                </a:lnTo>
                <a:lnTo>
                  <a:pt x="23367" y="12103"/>
                </a:lnTo>
                <a:lnTo>
                  <a:pt x="45324" y="12103"/>
                </a:lnTo>
                <a:lnTo>
                  <a:pt x="42799" y="7886"/>
                </a:lnTo>
                <a:lnTo>
                  <a:pt x="38480" y="2628"/>
                </a:lnTo>
                <a:lnTo>
                  <a:pt x="32638" y="0"/>
                </a:lnTo>
                <a:close/>
              </a:path>
              <a:path w="50800" h="78104">
                <a:moveTo>
                  <a:pt x="45324" y="12103"/>
                </a:moveTo>
                <a:lnTo>
                  <a:pt x="26924" y="12103"/>
                </a:lnTo>
                <a:lnTo>
                  <a:pt x="28575" y="12661"/>
                </a:lnTo>
                <a:lnTo>
                  <a:pt x="31368" y="14909"/>
                </a:lnTo>
                <a:lnTo>
                  <a:pt x="32512" y="17145"/>
                </a:lnTo>
                <a:lnTo>
                  <a:pt x="34289" y="23825"/>
                </a:lnTo>
                <a:lnTo>
                  <a:pt x="34696" y="28735"/>
                </a:lnTo>
                <a:lnTo>
                  <a:pt x="34708" y="48929"/>
                </a:lnTo>
                <a:lnTo>
                  <a:pt x="34289" y="54152"/>
                </a:lnTo>
                <a:lnTo>
                  <a:pt x="33274" y="57886"/>
                </a:lnTo>
                <a:lnTo>
                  <a:pt x="32512" y="60794"/>
                </a:lnTo>
                <a:lnTo>
                  <a:pt x="31368" y="62814"/>
                </a:lnTo>
                <a:lnTo>
                  <a:pt x="28575" y="65062"/>
                </a:lnTo>
                <a:lnTo>
                  <a:pt x="26924" y="65620"/>
                </a:lnTo>
                <a:lnTo>
                  <a:pt x="45296" y="65620"/>
                </a:lnTo>
                <a:lnTo>
                  <a:pt x="46005" y="64454"/>
                </a:lnTo>
                <a:lnTo>
                  <a:pt x="48386" y="57451"/>
                </a:lnTo>
                <a:lnTo>
                  <a:pt x="49815" y="48929"/>
                </a:lnTo>
                <a:lnTo>
                  <a:pt x="50291"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247" name="object 247"/>
          <p:cNvSpPr/>
          <p:nvPr/>
        </p:nvSpPr>
        <p:spPr>
          <a:xfrm>
            <a:off x="5500115" y="5960364"/>
            <a:ext cx="33655" cy="78105"/>
          </a:xfrm>
          <a:custGeom>
            <a:avLst/>
            <a:gdLst/>
            <a:ahLst/>
            <a:cxnLst/>
            <a:rect l="l" t="t" r="r" b="b"/>
            <a:pathLst>
              <a:path w="33654" h="78104">
                <a:moveTo>
                  <a:pt x="33528" y="0"/>
                </a:moveTo>
                <a:lnTo>
                  <a:pt x="21717" y="0"/>
                </a:lnTo>
                <a:lnTo>
                  <a:pt x="19938" y="4711"/>
                </a:lnTo>
                <a:lnTo>
                  <a:pt x="16891" y="8839"/>
                </a:lnTo>
                <a:lnTo>
                  <a:pt x="8000" y="15925"/>
                </a:lnTo>
                <a:lnTo>
                  <a:pt x="3810" y="18326"/>
                </a:lnTo>
                <a:lnTo>
                  <a:pt x="0" y="19583"/>
                </a:lnTo>
                <a:lnTo>
                  <a:pt x="0" y="33058"/>
                </a:lnTo>
                <a:lnTo>
                  <a:pt x="7238" y="30619"/>
                </a:lnTo>
                <a:lnTo>
                  <a:pt x="13588" y="26873"/>
                </a:lnTo>
                <a:lnTo>
                  <a:pt x="18923" y="21805"/>
                </a:lnTo>
                <a:lnTo>
                  <a:pt x="18923" y="77724"/>
                </a:lnTo>
                <a:lnTo>
                  <a:pt x="33528" y="77724"/>
                </a:lnTo>
                <a:lnTo>
                  <a:pt x="33528" y="0"/>
                </a:lnTo>
                <a:close/>
              </a:path>
            </a:pathLst>
          </a:custGeom>
          <a:solidFill>
            <a:srgbClr val="4264DE">
              <a:alpha val="10195"/>
            </a:srgbClr>
          </a:solidFill>
        </p:spPr>
        <p:txBody>
          <a:bodyPr wrap="square" lIns="0" tIns="0" rIns="0" bIns="0" rtlCol="0"/>
          <a:lstStyle/>
          <a:p>
            <a:endParaRPr/>
          </a:p>
        </p:txBody>
      </p:sp>
      <p:sp>
        <p:nvSpPr>
          <p:cNvPr id="248" name="object 248"/>
          <p:cNvSpPr/>
          <p:nvPr/>
        </p:nvSpPr>
        <p:spPr>
          <a:xfrm>
            <a:off x="5666232" y="5960364"/>
            <a:ext cx="48895" cy="78105"/>
          </a:xfrm>
          <a:custGeom>
            <a:avLst/>
            <a:gdLst/>
            <a:ahLst/>
            <a:cxnLst/>
            <a:rect l="l" t="t" r="r" b="b"/>
            <a:pathLst>
              <a:path w="48895" h="78104">
                <a:moveTo>
                  <a:pt x="31622" y="0"/>
                </a:moveTo>
                <a:lnTo>
                  <a:pt x="17144" y="0"/>
                </a:lnTo>
                <a:lnTo>
                  <a:pt x="11429" y="2590"/>
                </a:lnTo>
                <a:lnTo>
                  <a:pt x="0" y="38735"/>
                </a:lnTo>
                <a:lnTo>
                  <a:pt x="438" y="48929"/>
                </a:lnTo>
                <a:lnTo>
                  <a:pt x="17017" y="77724"/>
                </a:lnTo>
                <a:lnTo>
                  <a:pt x="31622" y="77724"/>
                </a:lnTo>
                <a:lnTo>
                  <a:pt x="37337" y="75133"/>
                </a:lnTo>
                <a:lnTo>
                  <a:pt x="41401" y="69938"/>
                </a:lnTo>
                <a:lnTo>
                  <a:pt x="43953" y="65620"/>
                </a:lnTo>
                <a:lnTo>
                  <a:pt x="22605" y="65620"/>
                </a:lnTo>
                <a:lnTo>
                  <a:pt x="21065" y="65062"/>
                </a:lnTo>
                <a:lnTo>
                  <a:pt x="15182" y="48929"/>
                </a:lnTo>
                <a:lnTo>
                  <a:pt x="15186" y="28735"/>
                </a:lnTo>
                <a:lnTo>
                  <a:pt x="22605" y="12103"/>
                </a:lnTo>
                <a:lnTo>
                  <a:pt x="43911" y="12103"/>
                </a:lnTo>
                <a:lnTo>
                  <a:pt x="41401" y="7886"/>
                </a:lnTo>
                <a:lnTo>
                  <a:pt x="37337" y="2628"/>
                </a:lnTo>
                <a:lnTo>
                  <a:pt x="31622" y="0"/>
                </a:lnTo>
                <a:close/>
              </a:path>
              <a:path w="48895" h="78104">
                <a:moveTo>
                  <a:pt x="43911" y="12103"/>
                </a:moveTo>
                <a:lnTo>
                  <a:pt x="26162" y="12103"/>
                </a:lnTo>
                <a:lnTo>
                  <a:pt x="27685" y="12661"/>
                </a:lnTo>
                <a:lnTo>
                  <a:pt x="29082" y="13779"/>
                </a:lnTo>
                <a:lnTo>
                  <a:pt x="33588" y="48929"/>
                </a:lnTo>
                <a:lnTo>
                  <a:pt x="33273" y="54152"/>
                </a:lnTo>
                <a:lnTo>
                  <a:pt x="32257" y="57886"/>
                </a:lnTo>
                <a:lnTo>
                  <a:pt x="31495" y="60794"/>
                </a:lnTo>
                <a:lnTo>
                  <a:pt x="30352" y="62814"/>
                </a:lnTo>
                <a:lnTo>
                  <a:pt x="29051" y="63969"/>
                </a:lnTo>
                <a:lnTo>
                  <a:pt x="27651" y="65074"/>
                </a:lnTo>
                <a:lnTo>
                  <a:pt x="26162" y="65620"/>
                </a:lnTo>
                <a:lnTo>
                  <a:pt x="43953" y="65620"/>
                </a:lnTo>
                <a:lnTo>
                  <a:pt x="44642" y="64454"/>
                </a:lnTo>
                <a:lnTo>
                  <a:pt x="46942" y="57451"/>
                </a:lnTo>
                <a:lnTo>
                  <a:pt x="48313" y="48929"/>
                </a:lnTo>
                <a:lnTo>
                  <a:pt x="48767"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249" name="object 249"/>
          <p:cNvSpPr/>
          <p:nvPr/>
        </p:nvSpPr>
        <p:spPr>
          <a:xfrm>
            <a:off x="5847588" y="5960364"/>
            <a:ext cx="33655" cy="78105"/>
          </a:xfrm>
          <a:custGeom>
            <a:avLst/>
            <a:gdLst/>
            <a:ahLst/>
            <a:cxnLst/>
            <a:rect l="l" t="t" r="r" b="b"/>
            <a:pathLst>
              <a:path w="33654" h="78104">
                <a:moveTo>
                  <a:pt x="33527" y="0"/>
                </a:moveTo>
                <a:lnTo>
                  <a:pt x="21716" y="0"/>
                </a:lnTo>
                <a:lnTo>
                  <a:pt x="19938" y="4711"/>
                </a:lnTo>
                <a:lnTo>
                  <a:pt x="16890" y="8839"/>
                </a:lnTo>
                <a:lnTo>
                  <a:pt x="8000" y="15925"/>
                </a:lnTo>
                <a:lnTo>
                  <a:pt x="3810" y="18326"/>
                </a:lnTo>
                <a:lnTo>
                  <a:pt x="0" y="19583"/>
                </a:lnTo>
                <a:lnTo>
                  <a:pt x="0" y="33058"/>
                </a:lnTo>
                <a:lnTo>
                  <a:pt x="7238" y="30619"/>
                </a:lnTo>
                <a:lnTo>
                  <a:pt x="13588" y="26873"/>
                </a:lnTo>
                <a:lnTo>
                  <a:pt x="18923" y="21805"/>
                </a:lnTo>
                <a:lnTo>
                  <a:pt x="18923" y="77724"/>
                </a:lnTo>
                <a:lnTo>
                  <a:pt x="33527" y="77724"/>
                </a:lnTo>
                <a:lnTo>
                  <a:pt x="33527" y="0"/>
                </a:lnTo>
                <a:close/>
              </a:path>
            </a:pathLst>
          </a:custGeom>
          <a:solidFill>
            <a:srgbClr val="4264DE">
              <a:alpha val="10195"/>
            </a:srgbClr>
          </a:solidFill>
        </p:spPr>
        <p:txBody>
          <a:bodyPr wrap="square" lIns="0" tIns="0" rIns="0" bIns="0" rtlCol="0"/>
          <a:lstStyle/>
          <a:p>
            <a:endParaRPr/>
          </a:p>
        </p:txBody>
      </p:sp>
      <p:sp>
        <p:nvSpPr>
          <p:cNvPr id="250" name="object 250"/>
          <p:cNvSpPr/>
          <p:nvPr/>
        </p:nvSpPr>
        <p:spPr>
          <a:xfrm>
            <a:off x="6012179" y="5960364"/>
            <a:ext cx="50800" cy="78105"/>
          </a:xfrm>
          <a:custGeom>
            <a:avLst/>
            <a:gdLst/>
            <a:ahLst/>
            <a:cxnLst/>
            <a:rect l="l" t="t" r="r" b="b"/>
            <a:pathLst>
              <a:path w="50800" h="78104">
                <a:moveTo>
                  <a:pt x="32639" y="0"/>
                </a:moveTo>
                <a:lnTo>
                  <a:pt x="17653" y="0"/>
                </a:lnTo>
                <a:lnTo>
                  <a:pt x="11811" y="2590"/>
                </a:lnTo>
                <a:lnTo>
                  <a:pt x="0" y="38735"/>
                </a:lnTo>
                <a:lnTo>
                  <a:pt x="440" y="48929"/>
                </a:lnTo>
                <a:lnTo>
                  <a:pt x="17653" y="77724"/>
                </a:lnTo>
                <a:lnTo>
                  <a:pt x="32639" y="77724"/>
                </a:lnTo>
                <a:lnTo>
                  <a:pt x="38481" y="75133"/>
                </a:lnTo>
                <a:lnTo>
                  <a:pt x="42672" y="69938"/>
                </a:lnTo>
                <a:lnTo>
                  <a:pt x="45296" y="65620"/>
                </a:lnTo>
                <a:lnTo>
                  <a:pt x="23368" y="65620"/>
                </a:lnTo>
                <a:lnTo>
                  <a:pt x="21701" y="65062"/>
                </a:lnTo>
                <a:lnTo>
                  <a:pt x="18923" y="62852"/>
                </a:lnTo>
                <a:lnTo>
                  <a:pt x="17780" y="60629"/>
                </a:lnTo>
                <a:lnTo>
                  <a:pt x="16002" y="53949"/>
                </a:lnTo>
                <a:lnTo>
                  <a:pt x="15586" y="48929"/>
                </a:lnTo>
                <a:lnTo>
                  <a:pt x="15591" y="28735"/>
                </a:lnTo>
                <a:lnTo>
                  <a:pt x="23368" y="12103"/>
                </a:lnTo>
                <a:lnTo>
                  <a:pt x="45324" y="12103"/>
                </a:lnTo>
                <a:lnTo>
                  <a:pt x="42799" y="7886"/>
                </a:lnTo>
                <a:lnTo>
                  <a:pt x="38481" y="2628"/>
                </a:lnTo>
                <a:lnTo>
                  <a:pt x="32639" y="0"/>
                </a:lnTo>
                <a:close/>
              </a:path>
              <a:path w="50800" h="78104">
                <a:moveTo>
                  <a:pt x="45324" y="12103"/>
                </a:moveTo>
                <a:lnTo>
                  <a:pt x="26924" y="12103"/>
                </a:lnTo>
                <a:lnTo>
                  <a:pt x="28575" y="12661"/>
                </a:lnTo>
                <a:lnTo>
                  <a:pt x="31369" y="14909"/>
                </a:lnTo>
                <a:lnTo>
                  <a:pt x="32512" y="17145"/>
                </a:lnTo>
                <a:lnTo>
                  <a:pt x="34290" y="23825"/>
                </a:lnTo>
                <a:lnTo>
                  <a:pt x="34696" y="28735"/>
                </a:lnTo>
                <a:lnTo>
                  <a:pt x="34708" y="48929"/>
                </a:lnTo>
                <a:lnTo>
                  <a:pt x="34290" y="54152"/>
                </a:lnTo>
                <a:lnTo>
                  <a:pt x="33274" y="57886"/>
                </a:lnTo>
                <a:lnTo>
                  <a:pt x="32512" y="60794"/>
                </a:lnTo>
                <a:lnTo>
                  <a:pt x="31369" y="62814"/>
                </a:lnTo>
                <a:lnTo>
                  <a:pt x="28575" y="65062"/>
                </a:lnTo>
                <a:lnTo>
                  <a:pt x="26924" y="65620"/>
                </a:lnTo>
                <a:lnTo>
                  <a:pt x="45296" y="65620"/>
                </a:lnTo>
                <a:lnTo>
                  <a:pt x="46005" y="64454"/>
                </a:lnTo>
                <a:lnTo>
                  <a:pt x="48387" y="57451"/>
                </a:lnTo>
                <a:lnTo>
                  <a:pt x="49815" y="48929"/>
                </a:lnTo>
                <a:lnTo>
                  <a:pt x="50292"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251" name="object 251"/>
          <p:cNvSpPr/>
          <p:nvPr/>
        </p:nvSpPr>
        <p:spPr>
          <a:xfrm>
            <a:off x="6193535" y="5960364"/>
            <a:ext cx="33655" cy="78105"/>
          </a:xfrm>
          <a:custGeom>
            <a:avLst/>
            <a:gdLst/>
            <a:ahLst/>
            <a:cxnLst/>
            <a:rect l="l" t="t" r="r" b="b"/>
            <a:pathLst>
              <a:path w="33654" h="78104">
                <a:moveTo>
                  <a:pt x="33527" y="0"/>
                </a:moveTo>
                <a:lnTo>
                  <a:pt x="21716" y="0"/>
                </a:lnTo>
                <a:lnTo>
                  <a:pt x="19938" y="4711"/>
                </a:lnTo>
                <a:lnTo>
                  <a:pt x="16890" y="8839"/>
                </a:lnTo>
                <a:lnTo>
                  <a:pt x="8000" y="15925"/>
                </a:lnTo>
                <a:lnTo>
                  <a:pt x="3810" y="18326"/>
                </a:lnTo>
                <a:lnTo>
                  <a:pt x="0" y="19583"/>
                </a:lnTo>
                <a:lnTo>
                  <a:pt x="0" y="33058"/>
                </a:lnTo>
                <a:lnTo>
                  <a:pt x="7238" y="30619"/>
                </a:lnTo>
                <a:lnTo>
                  <a:pt x="13588" y="26873"/>
                </a:lnTo>
                <a:lnTo>
                  <a:pt x="18923" y="21805"/>
                </a:lnTo>
                <a:lnTo>
                  <a:pt x="18923" y="77724"/>
                </a:lnTo>
                <a:lnTo>
                  <a:pt x="33527" y="77724"/>
                </a:lnTo>
                <a:lnTo>
                  <a:pt x="33527" y="0"/>
                </a:lnTo>
                <a:close/>
              </a:path>
            </a:pathLst>
          </a:custGeom>
          <a:solidFill>
            <a:srgbClr val="4264DE">
              <a:alpha val="10195"/>
            </a:srgbClr>
          </a:solidFill>
        </p:spPr>
        <p:txBody>
          <a:bodyPr wrap="square" lIns="0" tIns="0" rIns="0" bIns="0" rtlCol="0"/>
          <a:lstStyle/>
          <a:p>
            <a:endParaRPr/>
          </a:p>
        </p:txBody>
      </p:sp>
      <p:sp>
        <p:nvSpPr>
          <p:cNvPr id="252" name="object 252"/>
          <p:cNvSpPr/>
          <p:nvPr/>
        </p:nvSpPr>
        <p:spPr>
          <a:xfrm>
            <a:off x="6358128" y="5960364"/>
            <a:ext cx="50800" cy="78105"/>
          </a:xfrm>
          <a:custGeom>
            <a:avLst/>
            <a:gdLst/>
            <a:ahLst/>
            <a:cxnLst/>
            <a:rect l="l" t="t" r="r" b="b"/>
            <a:pathLst>
              <a:path w="50800" h="78104">
                <a:moveTo>
                  <a:pt x="32638" y="0"/>
                </a:moveTo>
                <a:lnTo>
                  <a:pt x="17652" y="0"/>
                </a:lnTo>
                <a:lnTo>
                  <a:pt x="11811" y="2590"/>
                </a:lnTo>
                <a:lnTo>
                  <a:pt x="0" y="38735"/>
                </a:lnTo>
                <a:lnTo>
                  <a:pt x="440" y="48929"/>
                </a:lnTo>
                <a:lnTo>
                  <a:pt x="17652" y="77724"/>
                </a:lnTo>
                <a:lnTo>
                  <a:pt x="32638" y="77724"/>
                </a:lnTo>
                <a:lnTo>
                  <a:pt x="38481" y="75133"/>
                </a:lnTo>
                <a:lnTo>
                  <a:pt x="42672" y="69938"/>
                </a:lnTo>
                <a:lnTo>
                  <a:pt x="45296" y="65620"/>
                </a:lnTo>
                <a:lnTo>
                  <a:pt x="23368" y="65620"/>
                </a:lnTo>
                <a:lnTo>
                  <a:pt x="21701" y="65062"/>
                </a:lnTo>
                <a:lnTo>
                  <a:pt x="18923" y="62852"/>
                </a:lnTo>
                <a:lnTo>
                  <a:pt x="17780" y="60629"/>
                </a:lnTo>
                <a:lnTo>
                  <a:pt x="16001" y="53949"/>
                </a:lnTo>
                <a:lnTo>
                  <a:pt x="15586" y="48929"/>
                </a:lnTo>
                <a:lnTo>
                  <a:pt x="15591" y="28735"/>
                </a:lnTo>
                <a:lnTo>
                  <a:pt x="23368" y="12103"/>
                </a:lnTo>
                <a:lnTo>
                  <a:pt x="45324" y="12103"/>
                </a:lnTo>
                <a:lnTo>
                  <a:pt x="42799" y="7886"/>
                </a:lnTo>
                <a:lnTo>
                  <a:pt x="38481" y="2628"/>
                </a:lnTo>
                <a:lnTo>
                  <a:pt x="32638" y="0"/>
                </a:lnTo>
                <a:close/>
              </a:path>
              <a:path w="50800" h="78104">
                <a:moveTo>
                  <a:pt x="45324" y="12103"/>
                </a:moveTo>
                <a:lnTo>
                  <a:pt x="26924" y="12103"/>
                </a:lnTo>
                <a:lnTo>
                  <a:pt x="28575" y="12661"/>
                </a:lnTo>
                <a:lnTo>
                  <a:pt x="31369" y="14909"/>
                </a:lnTo>
                <a:lnTo>
                  <a:pt x="32512" y="17145"/>
                </a:lnTo>
                <a:lnTo>
                  <a:pt x="34289" y="23825"/>
                </a:lnTo>
                <a:lnTo>
                  <a:pt x="34696" y="28735"/>
                </a:lnTo>
                <a:lnTo>
                  <a:pt x="34708" y="48929"/>
                </a:lnTo>
                <a:lnTo>
                  <a:pt x="34289" y="54152"/>
                </a:lnTo>
                <a:lnTo>
                  <a:pt x="33274" y="57886"/>
                </a:lnTo>
                <a:lnTo>
                  <a:pt x="32512" y="60794"/>
                </a:lnTo>
                <a:lnTo>
                  <a:pt x="31369" y="62814"/>
                </a:lnTo>
                <a:lnTo>
                  <a:pt x="28575" y="65062"/>
                </a:lnTo>
                <a:lnTo>
                  <a:pt x="26924" y="65620"/>
                </a:lnTo>
                <a:lnTo>
                  <a:pt x="45296" y="65620"/>
                </a:lnTo>
                <a:lnTo>
                  <a:pt x="46005" y="64454"/>
                </a:lnTo>
                <a:lnTo>
                  <a:pt x="48387" y="57451"/>
                </a:lnTo>
                <a:lnTo>
                  <a:pt x="49815" y="48929"/>
                </a:lnTo>
                <a:lnTo>
                  <a:pt x="50292"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253" name="object 253"/>
          <p:cNvSpPr/>
          <p:nvPr/>
        </p:nvSpPr>
        <p:spPr>
          <a:xfrm>
            <a:off x="6539483" y="5960364"/>
            <a:ext cx="33655" cy="78105"/>
          </a:xfrm>
          <a:custGeom>
            <a:avLst/>
            <a:gdLst/>
            <a:ahLst/>
            <a:cxnLst/>
            <a:rect l="l" t="t" r="r" b="b"/>
            <a:pathLst>
              <a:path w="33654" h="78104">
                <a:moveTo>
                  <a:pt x="33527" y="0"/>
                </a:moveTo>
                <a:lnTo>
                  <a:pt x="21717" y="0"/>
                </a:lnTo>
                <a:lnTo>
                  <a:pt x="19939" y="4711"/>
                </a:lnTo>
                <a:lnTo>
                  <a:pt x="16891" y="8839"/>
                </a:lnTo>
                <a:lnTo>
                  <a:pt x="8000" y="15925"/>
                </a:lnTo>
                <a:lnTo>
                  <a:pt x="3810" y="18326"/>
                </a:lnTo>
                <a:lnTo>
                  <a:pt x="0" y="19583"/>
                </a:lnTo>
                <a:lnTo>
                  <a:pt x="0" y="33058"/>
                </a:lnTo>
                <a:lnTo>
                  <a:pt x="7239" y="30619"/>
                </a:lnTo>
                <a:lnTo>
                  <a:pt x="13589" y="26873"/>
                </a:lnTo>
                <a:lnTo>
                  <a:pt x="18923" y="21805"/>
                </a:lnTo>
                <a:lnTo>
                  <a:pt x="18923" y="77724"/>
                </a:lnTo>
                <a:lnTo>
                  <a:pt x="33527" y="77724"/>
                </a:lnTo>
                <a:lnTo>
                  <a:pt x="33527" y="0"/>
                </a:lnTo>
                <a:close/>
              </a:path>
            </a:pathLst>
          </a:custGeom>
          <a:solidFill>
            <a:srgbClr val="4264DE">
              <a:alpha val="10195"/>
            </a:srgbClr>
          </a:solidFill>
        </p:spPr>
        <p:txBody>
          <a:bodyPr wrap="square" lIns="0" tIns="0" rIns="0" bIns="0" rtlCol="0"/>
          <a:lstStyle/>
          <a:p>
            <a:endParaRPr/>
          </a:p>
        </p:txBody>
      </p:sp>
      <p:sp>
        <p:nvSpPr>
          <p:cNvPr id="254" name="object 254"/>
          <p:cNvSpPr/>
          <p:nvPr/>
        </p:nvSpPr>
        <p:spPr>
          <a:xfrm>
            <a:off x="6705600" y="5960364"/>
            <a:ext cx="50800" cy="78105"/>
          </a:xfrm>
          <a:custGeom>
            <a:avLst/>
            <a:gdLst/>
            <a:ahLst/>
            <a:cxnLst/>
            <a:rect l="l" t="t" r="r" b="b"/>
            <a:pathLst>
              <a:path w="50800" h="78104">
                <a:moveTo>
                  <a:pt x="32639" y="0"/>
                </a:moveTo>
                <a:lnTo>
                  <a:pt x="17652" y="0"/>
                </a:lnTo>
                <a:lnTo>
                  <a:pt x="11810" y="2590"/>
                </a:lnTo>
                <a:lnTo>
                  <a:pt x="0" y="38735"/>
                </a:lnTo>
                <a:lnTo>
                  <a:pt x="440" y="48929"/>
                </a:lnTo>
                <a:lnTo>
                  <a:pt x="17652" y="77724"/>
                </a:lnTo>
                <a:lnTo>
                  <a:pt x="32639" y="77724"/>
                </a:lnTo>
                <a:lnTo>
                  <a:pt x="38480" y="75133"/>
                </a:lnTo>
                <a:lnTo>
                  <a:pt x="42672" y="69938"/>
                </a:lnTo>
                <a:lnTo>
                  <a:pt x="45296" y="65620"/>
                </a:lnTo>
                <a:lnTo>
                  <a:pt x="23368" y="65620"/>
                </a:lnTo>
                <a:lnTo>
                  <a:pt x="21701" y="65062"/>
                </a:lnTo>
                <a:lnTo>
                  <a:pt x="18923" y="62852"/>
                </a:lnTo>
                <a:lnTo>
                  <a:pt x="17779" y="60629"/>
                </a:lnTo>
                <a:lnTo>
                  <a:pt x="16001" y="53949"/>
                </a:lnTo>
                <a:lnTo>
                  <a:pt x="15586" y="48929"/>
                </a:lnTo>
                <a:lnTo>
                  <a:pt x="15591" y="28735"/>
                </a:lnTo>
                <a:lnTo>
                  <a:pt x="23368" y="12103"/>
                </a:lnTo>
                <a:lnTo>
                  <a:pt x="45324" y="12103"/>
                </a:lnTo>
                <a:lnTo>
                  <a:pt x="42799" y="7886"/>
                </a:lnTo>
                <a:lnTo>
                  <a:pt x="38480" y="2628"/>
                </a:lnTo>
                <a:lnTo>
                  <a:pt x="32639" y="0"/>
                </a:lnTo>
                <a:close/>
              </a:path>
              <a:path w="50800" h="78104">
                <a:moveTo>
                  <a:pt x="45324" y="12103"/>
                </a:moveTo>
                <a:lnTo>
                  <a:pt x="26924" y="12103"/>
                </a:lnTo>
                <a:lnTo>
                  <a:pt x="28575" y="12661"/>
                </a:lnTo>
                <a:lnTo>
                  <a:pt x="31369" y="14909"/>
                </a:lnTo>
                <a:lnTo>
                  <a:pt x="32511" y="17145"/>
                </a:lnTo>
                <a:lnTo>
                  <a:pt x="34290" y="23825"/>
                </a:lnTo>
                <a:lnTo>
                  <a:pt x="34696" y="28735"/>
                </a:lnTo>
                <a:lnTo>
                  <a:pt x="34708" y="48929"/>
                </a:lnTo>
                <a:lnTo>
                  <a:pt x="34290" y="54152"/>
                </a:lnTo>
                <a:lnTo>
                  <a:pt x="33274" y="57886"/>
                </a:lnTo>
                <a:lnTo>
                  <a:pt x="32511" y="60794"/>
                </a:lnTo>
                <a:lnTo>
                  <a:pt x="31369" y="62814"/>
                </a:lnTo>
                <a:lnTo>
                  <a:pt x="28575" y="65062"/>
                </a:lnTo>
                <a:lnTo>
                  <a:pt x="26924" y="65620"/>
                </a:lnTo>
                <a:lnTo>
                  <a:pt x="45296" y="65620"/>
                </a:lnTo>
                <a:lnTo>
                  <a:pt x="46005" y="64454"/>
                </a:lnTo>
                <a:lnTo>
                  <a:pt x="48386" y="57451"/>
                </a:lnTo>
                <a:lnTo>
                  <a:pt x="49815" y="48929"/>
                </a:lnTo>
                <a:lnTo>
                  <a:pt x="50292"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255" name="object 255"/>
          <p:cNvSpPr/>
          <p:nvPr/>
        </p:nvSpPr>
        <p:spPr>
          <a:xfrm>
            <a:off x="6886956" y="5960364"/>
            <a:ext cx="33655" cy="78105"/>
          </a:xfrm>
          <a:custGeom>
            <a:avLst/>
            <a:gdLst/>
            <a:ahLst/>
            <a:cxnLst/>
            <a:rect l="l" t="t" r="r" b="b"/>
            <a:pathLst>
              <a:path w="33654" h="78104">
                <a:moveTo>
                  <a:pt x="33527" y="0"/>
                </a:moveTo>
                <a:lnTo>
                  <a:pt x="21717" y="0"/>
                </a:lnTo>
                <a:lnTo>
                  <a:pt x="19939" y="4711"/>
                </a:lnTo>
                <a:lnTo>
                  <a:pt x="16891" y="8839"/>
                </a:lnTo>
                <a:lnTo>
                  <a:pt x="8000" y="15925"/>
                </a:lnTo>
                <a:lnTo>
                  <a:pt x="3810" y="18326"/>
                </a:lnTo>
                <a:lnTo>
                  <a:pt x="0" y="19583"/>
                </a:lnTo>
                <a:lnTo>
                  <a:pt x="0" y="33058"/>
                </a:lnTo>
                <a:lnTo>
                  <a:pt x="7239" y="30619"/>
                </a:lnTo>
                <a:lnTo>
                  <a:pt x="13589" y="26873"/>
                </a:lnTo>
                <a:lnTo>
                  <a:pt x="18923" y="21805"/>
                </a:lnTo>
                <a:lnTo>
                  <a:pt x="18923" y="77724"/>
                </a:lnTo>
                <a:lnTo>
                  <a:pt x="33527" y="77724"/>
                </a:lnTo>
                <a:lnTo>
                  <a:pt x="33527" y="0"/>
                </a:lnTo>
                <a:close/>
              </a:path>
            </a:pathLst>
          </a:custGeom>
          <a:solidFill>
            <a:srgbClr val="4264DE">
              <a:alpha val="10195"/>
            </a:srgbClr>
          </a:solidFill>
        </p:spPr>
        <p:txBody>
          <a:bodyPr wrap="square" lIns="0" tIns="0" rIns="0" bIns="0" rtlCol="0"/>
          <a:lstStyle/>
          <a:p>
            <a:endParaRPr/>
          </a:p>
        </p:txBody>
      </p:sp>
      <p:sp>
        <p:nvSpPr>
          <p:cNvPr id="256" name="object 256"/>
          <p:cNvSpPr/>
          <p:nvPr/>
        </p:nvSpPr>
        <p:spPr>
          <a:xfrm>
            <a:off x="7051547" y="5960364"/>
            <a:ext cx="50800" cy="78105"/>
          </a:xfrm>
          <a:custGeom>
            <a:avLst/>
            <a:gdLst/>
            <a:ahLst/>
            <a:cxnLst/>
            <a:rect l="l" t="t" r="r" b="b"/>
            <a:pathLst>
              <a:path w="50800" h="78104">
                <a:moveTo>
                  <a:pt x="32638" y="0"/>
                </a:moveTo>
                <a:lnTo>
                  <a:pt x="17652" y="0"/>
                </a:lnTo>
                <a:lnTo>
                  <a:pt x="11810" y="2590"/>
                </a:lnTo>
                <a:lnTo>
                  <a:pt x="0" y="38735"/>
                </a:lnTo>
                <a:lnTo>
                  <a:pt x="440" y="48929"/>
                </a:lnTo>
                <a:lnTo>
                  <a:pt x="17652" y="77724"/>
                </a:lnTo>
                <a:lnTo>
                  <a:pt x="32638" y="77724"/>
                </a:lnTo>
                <a:lnTo>
                  <a:pt x="38480" y="75133"/>
                </a:lnTo>
                <a:lnTo>
                  <a:pt x="42672" y="69938"/>
                </a:lnTo>
                <a:lnTo>
                  <a:pt x="45296" y="65620"/>
                </a:lnTo>
                <a:lnTo>
                  <a:pt x="23368" y="65620"/>
                </a:lnTo>
                <a:lnTo>
                  <a:pt x="21701" y="65062"/>
                </a:lnTo>
                <a:lnTo>
                  <a:pt x="18923" y="62852"/>
                </a:lnTo>
                <a:lnTo>
                  <a:pt x="17779" y="60629"/>
                </a:lnTo>
                <a:lnTo>
                  <a:pt x="16001" y="53949"/>
                </a:lnTo>
                <a:lnTo>
                  <a:pt x="15586" y="48929"/>
                </a:lnTo>
                <a:lnTo>
                  <a:pt x="15591" y="28735"/>
                </a:lnTo>
                <a:lnTo>
                  <a:pt x="23368" y="12103"/>
                </a:lnTo>
                <a:lnTo>
                  <a:pt x="45324" y="12103"/>
                </a:lnTo>
                <a:lnTo>
                  <a:pt x="42799" y="7886"/>
                </a:lnTo>
                <a:lnTo>
                  <a:pt x="38480" y="2628"/>
                </a:lnTo>
                <a:lnTo>
                  <a:pt x="32638" y="0"/>
                </a:lnTo>
                <a:close/>
              </a:path>
              <a:path w="50800" h="78104">
                <a:moveTo>
                  <a:pt x="45324" y="12103"/>
                </a:moveTo>
                <a:lnTo>
                  <a:pt x="26924" y="12103"/>
                </a:lnTo>
                <a:lnTo>
                  <a:pt x="28575" y="12661"/>
                </a:lnTo>
                <a:lnTo>
                  <a:pt x="31369" y="14909"/>
                </a:lnTo>
                <a:lnTo>
                  <a:pt x="32511" y="17145"/>
                </a:lnTo>
                <a:lnTo>
                  <a:pt x="34290" y="23825"/>
                </a:lnTo>
                <a:lnTo>
                  <a:pt x="34696" y="28735"/>
                </a:lnTo>
                <a:lnTo>
                  <a:pt x="34708" y="48929"/>
                </a:lnTo>
                <a:lnTo>
                  <a:pt x="34290" y="54152"/>
                </a:lnTo>
                <a:lnTo>
                  <a:pt x="33274" y="57886"/>
                </a:lnTo>
                <a:lnTo>
                  <a:pt x="32511" y="60794"/>
                </a:lnTo>
                <a:lnTo>
                  <a:pt x="31369" y="62814"/>
                </a:lnTo>
                <a:lnTo>
                  <a:pt x="28575" y="65062"/>
                </a:lnTo>
                <a:lnTo>
                  <a:pt x="26924" y="65620"/>
                </a:lnTo>
                <a:lnTo>
                  <a:pt x="45296" y="65620"/>
                </a:lnTo>
                <a:lnTo>
                  <a:pt x="46005" y="64454"/>
                </a:lnTo>
                <a:lnTo>
                  <a:pt x="48386" y="57451"/>
                </a:lnTo>
                <a:lnTo>
                  <a:pt x="49815" y="48929"/>
                </a:lnTo>
                <a:lnTo>
                  <a:pt x="50292"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257" name="object 257"/>
          <p:cNvSpPr/>
          <p:nvPr/>
        </p:nvSpPr>
        <p:spPr>
          <a:xfrm>
            <a:off x="7232904" y="5960364"/>
            <a:ext cx="33655" cy="78105"/>
          </a:xfrm>
          <a:custGeom>
            <a:avLst/>
            <a:gdLst/>
            <a:ahLst/>
            <a:cxnLst/>
            <a:rect l="l" t="t" r="r" b="b"/>
            <a:pathLst>
              <a:path w="33654" h="78104">
                <a:moveTo>
                  <a:pt x="33527" y="0"/>
                </a:moveTo>
                <a:lnTo>
                  <a:pt x="21717" y="0"/>
                </a:lnTo>
                <a:lnTo>
                  <a:pt x="19939" y="4711"/>
                </a:lnTo>
                <a:lnTo>
                  <a:pt x="16891" y="8839"/>
                </a:lnTo>
                <a:lnTo>
                  <a:pt x="8000" y="15925"/>
                </a:lnTo>
                <a:lnTo>
                  <a:pt x="3810" y="18326"/>
                </a:lnTo>
                <a:lnTo>
                  <a:pt x="0" y="19583"/>
                </a:lnTo>
                <a:lnTo>
                  <a:pt x="0" y="33058"/>
                </a:lnTo>
                <a:lnTo>
                  <a:pt x="7239" y="30619"/>
                </a:lnTo>
                <a:lnTo>
                  <a:pt x="13589" y="26873"/>
                </a:lnTo>
                <a:lnTo>
                  <a:pt x="18923" y="21805"/>
                </a:lnTo>
                <a:lnTo>
                  <a:pt x="18923" y="77724"/>
                </a:lnTo>
                <a:lnTo>
                  <a:pt x="33527" y="77724"/>
                </a:lnTo>
                <a:lnTo>
                  <a:pt x="33527" y="0"/>
                </a:lnTo>
                <a:close/>
              </a:path>
            </a:pathLst>
          </a:custGeom>
          <a:solidFill>
            <a:srgbClr val="4264DE">
              <a:alpha val="10195"/>
            </a:srgbClr>
          </a:solidFill>
        </p:spPr>
        <p:txBody>
          <a:bodyPr wrap="square" lIns="0" tIns="0" rIns="0" bIns="0" rtlCol="0"/>
          <a:lstStyle/>
          <a:p>
            <a:endParaRPr/>
          </a:p>
        </p:txBody>
      </p:sp>
      <p:sp>
        <p:nvSpPr>
          <p:cNvPr id="258" name="object 258"/>
          <p:cNvSpPr/>
          <p:nvPr/>
        </p:nvSpPr>
        <p:spPr>
          <a:xfrm>
            <a:off x="7399019" y="5960364"/>
            <a:ext cx="48895" cy="78105"/>
          </a:xfrm>
          <a:custGeom>
            <a:avLst/>
            <a:gdLst/>
            <a:ahLst/>
            <a:cxnLst/>
            <a:rect l="l" t="t" r="r" b="b"/>
            <a:pathLst>
              <a:path w="48895" h="78104">
                <a:moveTo>
                  <a:pt x="31623" y="0"/>
                </a:moveTo>
                <a:lnTo>
                  <a:pt x="17145" y="0"/>
                </a:lnTo>
                <a:lnTo>
                  <a:pt x="11429" y="2590"/>
                </a:lnTo>
                <a:lnTo>
                  <a:pt x="0" y="38735"/>
                </a:lnTo>
                <a:lnTo>
                  <a:pt x="438" y="48929"/>
                </a:lnTo>
                <a:lnTo>
                  <a:pt x="17018" y="77724"/>
                </a:lnTo>
                <a:lnTo>
                  <a:pt x="31623" y="77724"/>
                </a:lnTo>
                <a:lnTo>
                  <a:pt x="37337" y="75133"/>
                </a:lnTo>
                <a:lnTo>
                  <a:pt x="41401" y="69938"/>
                </a:lnTo>
                <a:lnTo>
                  <a:pt x="43953" y="65620"/>
                </a:lnTo>
                <a:lnTo>
                  <a:pt x="22605" y="65620"/>
                </a:lnTo>
                <a:lnTo>
                  <a:pt x="21065" y="65062"/>
                </a:lnTo>
                <a:lnTo>
                  <a:pt x="15182" y="48929"/>
                </a:lnTo>
                <a:lnTo>
                  <a:pt x="15186" y="28735"/>
                </a:lnTo>
                <a:lnTo>
                  <a:pt x="22605" y="12103"/>
                </a:lnTo>
                <a:lnTo>
                  <a:pt x="43911" y="12103"/>
                </a:lnTo>
                <a:lnTo>
                  <a:pt x="41401" y="7886"/>
                </a:lnTo>
                <a:lnTo>
                  <a:pt x="37337" y="2628"/>
                </a:lnTo>
                <a:lnTo>
                  <a:pt x="31623" y="0"/>
                </a:lnTo>
                <a:close/>
              </a:path>
              <a:path w="48895" h="78104">
                <a:moveTo>
                  <a:pt x="43911" y="12103"/>
                </a:moveTo>
                <a:lnTo>
                  <a:pt x="26161" y="12103"/>
                </a:lnTo>
                <a:lnTo>
                  <a:pt x="27685" y="12661"/>
                </a:lnTo>
                <a:lnTo>
                  <a:pt x="29082" y="13779"/>
                </a:lnTo>
                <a:lnTo>
                  <a:pt x="33588" y="48929"/>
                </a:lnTo>
                <a:lnTo>
                  <a:pt x="33274" y="54152"/>
                </a:lnTo>
                <a:lnTo>
                  <a:pt x="32257" y="57886"/>
                </a:lnTo>
                <a:lnTo>
                  <a:pt x="31496" y="60794"/>
                </a:lnTo>
                <a:lnTo>
                  <a:pt x="30352" y="62814"/>
                </a:lnTo>
                <a:lnTo>
                  <a:pt x="29051" y="63969"/>
                </a:lnTo>
                <a:lnTo>
                  <a:pt x="27651" y="65074"/>
                </a:lnTo>
                <a:lnTo>
                  <a:pt x="26161" y="65620"/>
                </a:lnTo>
                <a:lnTo>
                  <a:pt x="43953" y="65620"/>
                </a:lnTo>
                <a:lnTo>
                  <a:pt x="44642" y="64454"/>
                </a:lnTo>
                <a:lnTo>
                  <a:pt x="46942" y="57451"/>
                </a:lnTo>
                <a:lnTo>
                  <a:pt x="48313" y="48929"/>
                </a:lnTo>
                <a:lnTo>
                  <a:pt x="48768"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259" name="object 259"/>
          <p:cNvSpPr/>
          <p:nvPr/>
        </p:nvSpPr>
        <p:spPr>
          <a:xfrm>
            <a:off x="7580376" y="5960364"/>
            <a:ext cx="33655" cy="78105"/>
          </a:xfrm>
          <a:custGeom>
            <a:avLst/>
            <a:gdLst/>
            <a:ahLst/>
            <a:cxnLst/>
            <a:rect l="l" t="t" r="r" b="b"/>
            <a:pathLst>
              <a:path w="33654" h="78104">
                <a:moveTo>
                  <a:pt x="33527" y="0"/>
                </a:moveTo>
                <a:lnTo>
                  <a:pt x="21717" y="0"/>
                </a:lnTo>
                <a:lnTo>
                  <a:pt x="19939" y="4711"/>
                </a:lnTo>
                <a:lnTo>
                  <a:pt x="16891" y="8839"/>
                </a:lnTo>
                <a:lnTo>
                  <a:pt x="8000" y="15925"/>
                </a:lnTo>
                <a:lnTo>
                  <a:pt x="3809" y="18326"/>
                </a:lnTo>
                <a:lnTo>
                  <a:pt x="0" y="19583"/>
                </a:lnTo>
                <a:lnTo>
                  <a:pt x="0" y="33058"/>
                </a:lnTo>
                <a:lnTo>
                  <a:pt x="7239" y="30619"/>
                </a:lnTo>
                <a:lnTo>
                  <a:pt x="13589" y="26873"/>
                </a:lnTo>
                <a:lnTo>
                  <a:pt x="18923" y="21805"/>
                </a:lnTo>
                <a:lnTo>
                  <a:pt x="18923" y="77724"/>
                </a:lnTo>
                <a:lnTo>
                  <a:pt x="33527" y="77724"/>
                </a:lnTo>
                <a:lnTo>
                  <a:pt x="33527" y="0"/>
                </a:lnTo>
                <a:close/>
              </a:path>
            </a:pathLst>
          </a:custGeom>
          <a:solidFill>
            <a:srgbClr val="4264DE">
              <a:alpha val="10195"/>
            </a:srgbClr>
          </a:solidFill>
        </p:spPr>
        <p:txBody>
          <a:bodyPr wrap="square" lIns="0" tIns="0" rIns="0" bIns="0" rtlCol="0"/>
          <a:lstStyle/>
          <a:p>
            <a:endParaRPr/>
          </a:p>
        </p:txBody>
      </p:sp>
      <p:sp>
        <p:nvSpPr>
          <p:cNvPr id="260" name="object 260"/>
          <p:cNvSpPr/>
          <p:nvPr/>
        </p:nvSpPr>
        <p:spPr>
          <a:xfrm>
            <a:off x="7744968" y="5960364"/>
            <a:ext cx="50800" cy="78105"/>
          </a:xfrm>
          <a:custGeom>
            <a:avLst/>
            <a:gdLst/>
            <a:ahLst/>
            <a:cxnLst/>
            <a:rect l="l" t="t" r="r" b="b"/>
            <a:pathLst>
              <a:path w="50800" h="78104">
                <a:moveTo>
                  <a:pt x="32638" y="0"/>
                </a:moveTo>
                <a:lnTo>
                  <a:pt x="17652" y="0"/>
                </a:lnTo>
                <a:lnTo>
                  <a:pt x="11810" y="2590"/>
                </a:lnTo>
                <a:lnTo>
                  <a:pt x="0" y="38735"/>
                </a:lnTo>
                <a:lnTo>
                  <a:pt x="440" y="48929"/>
                </a:lnTo>
                <a:lnTo>
                  <a:pt x="17652" y="77724"/>
                </a:lnTo>
                <a:lnTo>
                  <a:pt x="32638" y="77724"/>
                </a:lnTo>
                <a:lnTo>
                  <a:pt x="38480" y="75133"/>
                </a:lnTo>
                <a:lnTo>
                  <a:pt x="42672" y="69938"/>
                </a:lnTo>
                <a:lnTo>
                  <a:pt x="45296" y="65620"/>
                </a:lnTo>
                <a:lnTo>
                  <a:pt x="23367" y="65620"/>
                </a:lnTo>
                <a:lnTo>
                  <a:pt x="21701" y="65062"/>
                </a:lnTo>
                <a:lnTo>
                  <a:pt x="18923" y="62852"/>
                </a:lnTo>
                <a:lnTo>
                  <a:pt x="17779" y="60629"/>
                </a:lnTo>
                <a:lnTo>
                  <a:pt x="16001" y="53949"/>
                </a:lnTo>
                <a:lnTo>
                  <a:pt x="15586" y="48929"/>
                </a:lnTo>
                <a:lnTo>
                  <a:pt x="15591" y="28735"/>
                </a:lnTo>
                <a:lnTo>
                  <a:pt x="23367" y="12103"/>
                </a:lnTo>
                <a:lnTo>
                  <a:pt x="45324" y="12103"/>
                </a:lnTo>
                <a:lnTo>
                  <a:pt x="42799" y="7886"/>
                </a:lnTo>
                <a:lnTo>
                  <a:pt x="38480" y="2628"/>
                </a:lnTo>
                <a:lnTo>
                  <a:pt x="32638" y="0"/>
                </a:lnTo>
                <a:close/>
              </a:path>
              <a:path w="50800" h="78104">
                <a:moveTo>
                  <a:pt x="45324" y="12103"/>
                </a:moveTo>
                <a:lnTo>
                  <a:pt x="26924" y="12103"/>
                </a:lnTo>
                <a:lnTo>
                  <a:pt x="28575" y="12661"/>
                </a:lnTo>
                <a:lnTo>
                  <a:pt x="31368" y="14909"/>
                </a:lnTo>
                <a:lnTo>
                  <a:pt x="32511" y="17145"/>
                </a:lnTo>
                <a:lnTo>
                  <a:pt x="34289" y="23825"/>
                </a:lnTo>
                <a:lnTo>
                  <a:pt x="34696" y="28735"/>
                </a:lnTo>
                <a:lnTo>
                  <a:pt x="34708" y="48929"/>
                </a:lnTo>
                <a:lnTo>
                  <a:pt x="34289" y="54152"/>
                </a:lnTo>
                <a:lnTo>
                  <a:pt x="33274" y="57886"/>
                </a:lnTo>
                <a:lnTo>
                  <a:pt x="32511" y="60794"/>
                </a:lnTo>
                <a:lnTo>
                  <a:pt x="31368" y="62814"/>
                </a:lnTo>
                <a:lnTo>
                  <a:pt x="28575" y="65062"/>
                </a:lnTo>
                <a:lnTo>
                  <a:pt x="26924" y="65620"/>
                </a:lnTo>
                <a:lnTo>
                  <a:pt x="45296" y="65620"/>
                </a:lnTo>
                <a:lnTo>
                  <a:pt x="46005" y="64454"/>
                </a:lnTo>
                <a:lnTo>
                  <a:pt x="48386" y="57451"/>
                </a:lnTo>
                <a:lnTo>
                  <a:pt x="49815" y="48929"/>
                </a:lnTo>
                <a:lnTo>
                  <a:pt x="50291"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261" name="object 261"/>
          <p:cNvSpPr/>
          <p:nvPr/>
        </p:nvSpPr>
        <p:spPr>
          <a:xfrm>
            <a:off x="7926323" y="5960364"/>
            <a:ext cx="33655" cy="78105"/>
          </a:xfrm>
          <a:custGeom>
            <a:avLst/>
            <a:gdLst/>
            <a:ahLst/>
            <a:cxnLst/>
            <a:rect l="l" t="t" r="r" b="b"/>
            <a:pathLst>
              <a:path w="33654" h="78104">
                <a:moveTo>
                  <a:pt x="33527" y="0"/>
                </a:moveTo>
                <a:lnTo>
                  <a:pt x="21717" y="0"/>
                </a:lnTo>
                <a:lnTo>
                  <a:pt x="19939" y="4711"/>
                </a:lnTo>
                <a:lnTo>
                  <a:pt x="16891" y="8839"/>
                </a:lnTo>
                <a:lnTo>
                  <a:pt x="8000" y="15925"/>
                </a:lnTo>
                <a:lnTo>
                  <a:pt x="3809" y="18326"/>
                </a:lnTo>
                <a:lnTo>
                  <a:pt x="0" y="19583"/>
                </a:lnTo>
                <a:lnTo>
                  <a:pt x="0" y="33058"/>
                </a:lnTo>
                <a:lnTo>
                  <a:pt x="7239" y="30619"/>
                </a:lnTo>
                <a:lnTo>
                  <a:pt x="13589" y="26873"/>
                </a:lnTo>
                <a:lnTo>
                  <a:pt x="18923" y="21805"/>
                </a:lnTo>
                <a:lnTo>
                  <a:pt x="18923" y="77724"/>
                </a:lnTo>
                <a:lnTo>
                  <a:pt x="33527" y="77724"/>
                </a:lnTo>
                <a:lnTo>
                  <a:pt x="33527" y="0"/>
                </a:lnTo>
                <a:close/>
              </a:path>
            </a:pathLst>
          </a:custGeom>
          <a:solidFill>
            <a:srgbClr val="4264DE">
              <a:alpha val="10195"/>
            </a:srgbClr>
          </a:solidFill>
        </p:spPr>
        <p:txBody>
          <a:bodyPr wrap="square" lIns="0" tIns="0" rIns="0" bIns="0" rtlCol="0"/>
          <a:lstStyle/>
          <a:p>
            <a:endParaRPr/>
          </a:p>
        </p:txBody>
      </p:sp>
      <p:sp>
        <p:nvSpPr>
          <p:cNvPr id="262" name="object 262"/>
          <p:cNvSpPr/>
          <p:nvPr/>
        </p:nvSpPr>
        <p:spPr>
          <a:xfrm>
            <a:off x="8092440" y="5960364"/>
            <a:ext cx="48895" cy="78105"/>
          </a:xfrm>
          <a:custGeom>
            <a:avLst/>
            <a:gdLst/>
            <a:ahLst/>
            <a:cxnLst/>
            <a:rect l="l" t="t" r="r" b="b"/>
            <a:pathLst>
              <a:path w="48895" h="78104">
                <a:moveTo>
                  <a:pt x="31623" y="0"/>
                </a:moveTo>
                <a:lnTo>
                  <a:pt x="17144" y="0"/>
                </a:lnTo>
                <a:lnTo>
                  <a:pt x="11429" y="2590"/>
                </a:lnTo>
                <a:lnTo>
                  <a:pt x="0" y="38735"/>
                </a:lnTo>
                <a:lnTo>
                  <a:pt x="438" y="48929"/>
                </a:lnTo>
                <a:lnTo>
                  <a:pt x="17017" y="77724"/>
                </a:lnTo>
                <a:lnTo>
                  <a:pt x="31623" y="77724"/>
                </a:lnTo>
                <a:lnTo>
                  <a:pt x="37337" y="75133"/>
                </a:lnTo>
                <a:lnTo>
                  <a:pt x="41401" y="69938"/>
                </a:lnTo>
                <a:lnTo>
                  <a:pt x="43953" y="65620"/>
                </a:lnTo>
                <a:lnTo>
                  <a:pt x="22605" y="65620"/>
                </a:lnTo>
                <a:lnTo>
                  <a:pt x="21065" y="65062"/>
                </a:lnTo>
                <a:lnTo>
                  <a:pt x="15182" y="48929"/>
                </a:lnTo>
                <a:lnTo>
                  <a:pt x="15186" y="28735"/>
                </a:lnTo>
                <a:lnTo>
                  <a:pt x="22605" y="12103"/>
                </a:lnTo>
                <a:lnTo>
                  <a:pt x="43911" y="12103"/>
                </a:lnTo>
                <a:lnTo>
                  <a:pt x="41401" y="7886"/>
                </a:lnTo>
                <a:lnTo>
                  <a:pt x="37337" y="2628"/>
                </a:lnTo>
                <a:lnTo>
                  <a:pt x="31623" y="0"/>
                </a:lnTo>
                <a:close/>
              </a:path>
              <a:path w="48895" h="78104">
                <a:moveTo>
                  <a:pt x="43911" y="12103"/>
                </a:moveTo>
                <a:lnTo>
                  <a:pt x="26161" y="12103"/>
                </a:lnTo>
                <a:lnTo>
                  <a:pt x="27685" y="12661"/>
                </a:lnTo>
                <a:lnTo>
                  <a:pt x="28955" y="13779"/>
                </a:lnTo>
                <a:lnTo>
                  <a:pt x="33588" y="48929"/>
                </a:lnTo>
                <a:lnTo>
                  <a:pt x="33274" y="54152"/>
                </a:lnTo>
                <a:lnTo>
                  <a:pt x="32257" y="57886"/>
                </a:lnTo>
                <a:lnTo>
                  <a:pt x="31495" y="60794"/>
                </a:lnTo>
                <a:lnTo>
                  <a:pt x="30352" y="62814"/>
                </a:lnTo>
                <a:lnTo>
                  <a:pt x="29051" y="63969"/>
                </a:lnTo>
                <a:lnTo>
                  <a:pt x="27651" y="65074"/>
                </a:lnTo>
                <a:lnTo>
                  <a:pt x="26161" y="65620"/>
                </a:lnTo>
                <a:lnTo>
                  <a:pt x="43953" y="65620"/>
                </a:lnTo>
                <a:lnTo>
                  <a:pt x="44642" y="64454"/>
                </a:lnTo>
                <a:lnTo>
                  <a:pt x="46942" y="57451"/>
                </a:lnTo>
                <a:lnTo>
                  <a:pt x="48313" y="48929"/>
                </a:lnTo>
                <a:lnTo>
                  <a:pt x="48767"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263" name="object 263"/>
          <p:cNvSpPr/>
          <p:nvPr/>
        </p:nvSpPr>
        <p:spPr>
          <a:xfrm>
            <a:off x="8273795" y="5960364"/>
            <a:ext cx="33655" cy="78105"/>
          </a:xfrm>
          <a:custGeom>
            <a:avLst/>
            <a:gdLst/>
            <a:ahLst/>
            <a:cxnLst/>
            <a:rect l="l" t="t" r="r" b="b"/>
            <a:pathLst>
              <a:path w="33654" h="78104">
                <a:moveTo>
                  <a:pt x="33527" y="0"/>
                </a:moveTo>
                <a:lnTo>
                  <a:pt x="21717" y="0"/>
                </a:lnTo>
                <a:lnTo>
                  <a:pt x="19938" y="4711"/>
                </a:lnTo>
                <a:lnTo>
                  <a:pt x="16890" y="8839"/>
                </a:lnTo>
                <a:lnTo>
                  <a:pt x="8000" y="15925"/>
                </a:lnTo>
                <a:lnTo>
                  <a:pt x="3809" y="18326"/>
                </a:lnTo>
                <a:lnTo>
                  <a:pt x="0" y="19583"/>
                </a:lnTo>
                <a:lnTo>
                  <a:pt x="0" y="33058"/>
                </a:lnTo>
                <a:lnTo>
                  <a:pt x="7238" y="30619"/>
                </a:lnTo>
                <a:lnTo>
                  <a:pt x="13588" y="26873"/>
                </a:lnTo>
                <a:lnTo>
                  <a:pt x="18923" y="21805"/>
                </a:lnTo>
                <a:lnTo>
                  <a:pt x="18923" y="77724"/>
                </a:lnTo>
                <a:lnTo>
                  <a:pt x="33527" y="77724"/>
                </a:lnTo>
                <a:lnTo>
                  <a:pt x="33527" y="0"/>
                </a:lnTo>
                <a:close/>
              </a:path>
            </a:pathLst>
          </a:custGeom>
          <a:solidFill>
            <a:srgbClr val="4264DE">
              <a:alpha val="10195"/>
            </a:srgbClr>
          </a:solidFill>
        </p:spPr>
        <p:txBody>
          <a:bodyPr wrap="square" lIns="0" tIns="0" rIns="0" bIns="0" rtlCol="0"/>
          <a:lstStyle/>
          <a:p>
            <a:endParaRPr/>
          </a:p>
        </p:txBody>
      </p:sp>
      <p:sp>
        <p:nvSpPr>
          <p:cNvPr id="264" name="object 264"/>
          <p:cNvSpPr/>
          <p:nvPr/>
        </p:nvSpPr>
        <p:spPr>
          <a:xfrm>
            <a:off x="8438388" y="5960364"/>
            <a:ext cx="50800" cy="78105"/>
          </a:xfrm>
          <a:custGeom>
            <a:avLst/>
            <a:gdLst/>
            <a:ahLst/>
            <a:cxnLst/>
            <a:rect l="l" t="t" r="r" b="b"/>
            <a:pathLst>
              <a:path w="50800" h="78104">
                <a:moveTo>
                  <a:pt x="32638" y="0"/>
                </a:moveTo>
                <a:lnTo>
                  <a:pt x="17652" y="0"/>
                </a:lnTo>
                <a:lnTo>
                  <a:pt x="11810" y="2590"/>
                </a:lnTo>
                <a:lnTo>
                  <a:pt x="0" y="38735"/>
                </a:lnTo>
                <a:lnTo>
                  <a:pt x="440" y="48929"/>
                </a:lnTo>
                <a:lnTo>
                  <a:pt x="17652" y="77724"/>
                </a:lnTo>
                <a:lnTo>
                  <a:pt x="32638" y="77724"/>
                </a:lnTo>
                <a:lnTo>
                  <a:pt x="38480" y="75133"/>
                </a:lnTo>
                <a:lnTo>
                  <a:pt x="42671" y="69938"/>
                </a:lnTo>
                <a:lnTo>
                  <a:pt x="45296" y="65620"/>
                </a:lnTo>
                <a:lnTo>
                  <a:pt x="23367" y="65620"/>
                </a:lnTo>
                <a:lnTo>
                  <a:pt x="21701" y="65062"/>
                </a:lnTo>
                <a:lnTo>
                  <a:pt x="18922" y="62852"/>
                </a:lnTo>
                <a:lnTo>
                  <a:pt x="17779" y="60629"/>
                </a:lnTo>
                <a:lnTo>
                  <a:pt x="16001" y="53949"/>
                </a:lnTo>
                <a:lnTo>
                  <a:pt x="15586" y="48929"/>
                </a:lnTo>
                <a:lnTo>
                  <a:pt x="15591" y="28735"/>
                </a:lnTo>
                <a:lnTo>
                  <a:pt x="23367" y="12103"/>
                </a:lnTo>
                <a:lnTo>
                  <a:pt x="45324" y="12103"/>
                </a:lnTo>
                <a:lnTo>
                  <a:pt x="42798" y="7886"/>
                </a:lnTo>
                <a:lnTo>
                  <a:pt x="38480" y="2628"/>
                </a:lnTo>
                <a:lnTo>
                  <a:pt x="32638" y="0"/>
                </a:lnTo>
                <a:close/>
              </a:path>
              <a:path w="50800" h="78104">
                <a:moveTo>
                  <a:pt x="45324" y="12103"/>
                </a:moveTo>
                <a:lnTo>
                  <a:pt x="26923" y="12103"/>
                </a:lnTo>
                <a:lnTo>
                  <a:pt x="28575" y="12661"/>
                </a:lnTo>
                <a:lnTo>
                  <a:pt x="31368" y="14909"/>
                </a:lnTo>
                <a:lnTo>
                  <a:pt x="32511" y="17145"/>
                </a:lnTo>
                <a:lnTo>
                  <a:pt x="34289" y="23825"/>
                </a:lnTo>
                <a:lnTo>
                  <a:pt x="34696" y="28735"/>
                </a:lnTo>
                <a:lnTo>
                  <a:pt x="34708" y="48929"/>
                </a:lnTo>
                <a:lnTo>
                  <a:pt x="34289" y="54152"/>
                </a:lnTo>
                <a:lnTo>
                  <a:pt x="33273" y="57886"/>
                </a:lnTo>
                <a:lnTo>
                  <a:pt x="32511" y="60794"/>
                </a:lnTo>
                <a:lnTo>
                  <a:pt x="31368" y="62814"/>
                </a:lnTo>
                <a:lnTo>
                  <a:pt x="28575" y="65062"/>
                </a:lnTo>
                <a:lnTo>
                  <a:pt x="26923" y="65620"/>
                </a:lnTo>
                <a:lnTo>
                  <a:pt x="45296" y="65620"/>
                </a:lnTo>
                <a:lnTo>
                  <a:pt x="46005" y="64454"/>
                </a:lnTo>
                <a:lnTo>
                  <a:pt x="48386" y="57451"/>
                </a:lnTo>
                <a:lnTo>
                  <a:pt x="49815" y="48929"/>
                </a:lnTo>
                <a:lnTo>
                  <a:pt x="50291"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265" name="object 265"/>
          <p:cNvSpPr/>
          <p:nvPr/>
        </p:nvSpPr>
        <p:spPr>
          <a:xfrm>
            <a:off x="8619743" y="5960364"/>
            <a:ext cx="33655" cy="78105"/>
          </a:xfrm>
          <a:custGeom>
            <a:avLst/>
            <a:gdLst/>
            <a:ahLst/>
            <a:cxnLst/>
            <a:rect l="l" t="t" r="r" b="b"/>
            <a:pathLst>
              <a:path w="33654" h="78104">
                <a:moveTo>
                  <a:pt x="33527" y="0"/>
                </a:moveTo>
                <a:lnTo>
                  <a:pt x="21716" y="0"/>
                </a:lnTo>
                <a:lnTo>
                  <a:pt x="19938" y="4711"/>
                </a:lnTo>
                <a:lnTo>
                  <a:pt x="16890" y="8839"/>
                </a:lnTo>
                <a:lnTo>
                  <a:pt x="8000" y="15925"/>
                </a:lnTo>
                <a:lnTo>
                  <a:pt x="3809" y="18326"/>
                </a:lnTo>
                <a:lnTo>
                  <a:pt x="0" y="19583"/>
                </a:lnTo>
                <a:lnTo>
                  <a:pt x="0" y="33058"/>
                </a:lnTo>
                <a:lnTo>
                  <a:pt x="7238" y="30619"/>
                </a:lnTo>
                <a:lnTo>
                  <a:pt x="13588" y="26873"/>
                </a:lnTo>
                <a:lnTo>
                  <a:pt x="18923" y="21805"/>
                </a:lnTo>
                <a:lnTo>
                  <a:pt x="18923" y="77724"/>
                </a:lnTo>
                <a:lnTo>
                  <a:pt x="33527" y="77724"/>
                </a:lnTo>
                <a:lnTo>
                  <a:pt x="33527" y="0"/>
                </a:lnTo>
                <a:close/>
              </a:path>
            </a:pathLst>
          </a:custGeom>
          <a:solidFill>
            <a:srgbClr val="4264DE">
              <a:alpha val="10195"/>
            </a:srgbClr>
          </a:solidFill>
        </p:spPr>
        <p:txBody>
          <a:bodyPr wrap="square" lIns="0" tIns="0" rIns="0" bIns="0" rtlCol="0"/>
          <a:lstStyle/>
          <a:p>
            <a:endParaRPr/>
          </a:p>
        </p:txBody>
      </p:sp>
      <p:sp>
        <p:nvSpPr>
          <p:cNvPr id="266" name="object 266"/>
          <p:cNvSpPr/>
          <p:nvPr/>
        </p:nvSpPr>
        <p:spPr>
          <a:xfrm>
            <a:off x="8967216" y="5960364"/>
            <a:ext cx="33655" cy="78105"/>
          </a:xfrm>
          <a:custGeom>
            <a:avLst/>
            <a:gdLst/>
            <a:ahLst/>
            <a:cxnLst/>
            <a:rect l="l" t="t" r="r" b="b"/>
            <a:pathLst>
              <a:path w="33654" h="78104">
                <a:moveTo>
                  <a:pt x="33527" y="0"/>
                </a:moveTo>
                <a:lnTo>
                  <a:pt x="21716" y="0"/>
                </a:lnTo>
                <a:lnTo>
                  <a:pt x="19938" y="4711"/>
                </a:lnTo>
                <a:lnTo>
                  <a:pt x="16890" y="8839"/>
                </a:lnTo>
                <a:lnTo>
                  <a:pt x="8000" y="15925"/>
                </a:lnTo>
                <a:lnTo>
                  <a:pt x="3809" y="18326"/>
                </a:lnTo>
                <a:lnTo>
                  <a:pt x="0" y="19583"/>
                </a:lnTo>
                <a:lnTo>
                  <a:pt x="0" y="33058"/>
                </a:lnTo>
                <a:lnTo>
                  <a:pt x="7238" y="30619"/>
                </a:lnTo>
                <a:lnTo>
                  <a:pt x="13588" y="26873"/>
                </a:lnTo>
                <a:lnTo>
                  <a:pt x="18923" y="21805"/>
                </a:lnTo>
                <a:lnTo>
                  <a:pt x="18923" y="77724"/>
                </a:lnTo>
                <a:lnTo>
                  <a:pt x="33527" y="77724"/>
                </a:lnTo>
                <a:lnTo>
                  <a:pt x="33527" y="0"/>
                </a:lnTo>
                <a:close/>
              </a:path>
            </a:pathLst>
          </a:custGeom>
          <a:solidFill>
            <a:srgbClr val="4264DE">
              <a:alpha val="10195"/>
            </a:srgbClr>
          </a:solidFill>
        </p:spPr>
        <p:txBody>
          <a:bodyPr wrap="square" lIns="0" tIns="0" rIns="0" bIns="0" rtlCol="0"/>
          <a:lstStyle/>
          <a:p>
            <a:endParaRPr/>
          </a:p>
        </p:txBody>
      </p:sp>
      <p:sp>
        <p:nvSpPr>
          <p:cNvPr id="267" name="object 267"/>
          <p:cNvSpPr/>
          <p:nvPr/>
        </p:nvSpPr>
        <p:spPr>
          <a:xfrm>
            <a:off x="9131807" y="5960364"/>
            <a:ext cx="50800" cy="78105"/>
          </a:xfrm>
          <a:custGeom>
            <a:avLst/>
            <a:gdLst/>
            <a:ahLst/>
            <a:cxnLst/>
            <a:rect l="l" t="t" r="r" b="b"/>
            <a:pathLst>
              <a:path w="50800" h="78104">
                <a:moveTo>
                  <a:pt x="32639" y="0"/>
                </a:moveTo>
                <a:lnTo>
                  <a:pt x="17652" y="0"/>
                </a:lnTo>
                <a:lnTo>
                  <a:pt x="11811" y="2590"/>
                </a:lnTo>
                <a:lnTo>
                  <a:pt x="0" y="38735"/>
                </a:lnTo>
                <a:lnTo>
                  <a:pt x="440" y="48929"/>
                </a:lnTo>
                <a:lnTo>
                  <a:pt x="17652" y="77724"/>
                </a:lnTo>
                <a:lnTo>
                  <a:pt x="32639" y="77724"/>
                </a:lnTo>
                <a:lnTo>
                  <a:pt x="38481" y="75133"/>
                </a:lnTo>
                <a:lnTo>
                  <a:pt x="42672" y="69938"/>
                </a:lnTo>
                <a:lnTo>
                  <a:pt x="45296" y="65620"/>
                </a:lnTo>
                <a:lnTo>
                  <a:pt x="23368" y="65620"/>
                </a:lnTo>
                <a:lnTo>
                  <a:pt x="21701" y="65062"/>
                </a:lnTo>
                <a:lnTo>
                  <a:pt x="18923" y="62852"/>
                </a:lnTo>
                <a:lnTo>
                  <a:pt x="17780" y="60629"/>
                </a:lnTo>
                <a:lnTo>
                  <a:pt x="16001" y="53949"/>
                </a:lnTo>
                <a:lnTo>
                  <a:pt x="15586" y="48929"/>
                </a:lnTo>
                <a:lnTo>
                  <a:pt x="15591" y="28735"/>
                </a:lnTo>
                <a:lnTo>
                  <a:pt x="23368" y="12103"/>
                </a:lnTo>
                <a:lnTo>
                  <a:pt x="45324" y="12103"/>
                </a:lnTo>
                <a:lnTo>
                  <a:pt x="42799" y="7886"/>
                </a:lnTo>
                <a:lnTo>
                  <a:pt x="38481" y="2628"/>
                </a:lnTo>
                <a:lnTo>
                  <a:pt x="32639" y="0"/>
                </a:lnTo>
                <a:close/>
              </a:path>
              <a:path w="50800" h="78104">
                <a:moveTo>
                  <a:pt x="45324" y="12103"/>
                </a:moveTo>
                <a:lnTo>
                  <a:pt x="26924" y="12103"/>
                </a:lnTo>
                <a:lnTo>
                  <a:pt x="28575" y="12661"/>
                </a:lnTo>
                <a:lnTo>
                  <a:pt x="31369" y="14909"/>
                </a:lnTo>
                <a:lnTo>
                  <a:pt x="32512" y="17145"/>
                </a:lnTo>
                <a:lnTo>
                  <a:pt x="34290" y="23825"/>
                </a:lnTo>
                <a:lnTo>
                  <a:pt x="34696" y="28735"/>
                </a:lnTo>
                <a:lnTo>
                  <a:pt x="34708" y="48929"/>
                </a:lnTo>
                <a:lnTo>
                  <a:pt x="34290" y="54152"/>
                </a:lnTo>
                <a:lnTo>
                  <a:pt x="33274" y="57886"/>
                </a:lnTo>
                <a:lnTo>
                  <a:pt x="32512" y="60794"/>
                </a:lnTo>
                <a:lnTo>
                  <a:pt x="31369" y="62814"/>
                </a:lnTo>
                <a:lnTo>
                  <a:pt x="28575" y="65062"/>
                </a:lnTo>
                <a:lnTo>
                  <a:pt x="26924" y="65620"/>
                </a:lnTo>
                <a:lnTo>
                  <a:pt x="45296" y="65620"/>
                </a:lnTo>
                <a:lnTo>
                  <a:pt x="46005" y="64454"/>
                </a:lnTo>
                <a:lnTo>
                  <a:pt x="48386" y="57451"/>
                </a:lnTo>
                <a:lnTo>
                  <a:pt x="49815" y="48929"/>
                </a:lnTo>
                <a:lnTo>
                  <a:pt x="50292"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268" name="object 268"/>
          <p:cNvSpPr/>
          <p:nvPr/>
        </p:nvSpPr>
        <p:spPr>
          <a:xfrm>
            <a:off x="9313164" y="5960364"/>
            <a:ext cx="33655" cy="78105"/>
          </a:xfrm>
          <a:custGeom>
            <a:avLst/>
            <a:gdLst/>
            <a:ahLst/>
            <a:cxnLst/>
            <a:rect l="l" t="t" r="r" b="b"/>
            <a:pathLst>
              <a:path w="33654" h="78104">
                <a:moveTo>
                  <a:pt x="33527" y="0"/>
                </a:moveTo>
                <a:lnTo>
                  <a:pt x="21716" y="0"/>
                </a:lnTo>
                <a:lnTo>
                  <a:pt x="19938" y="4711"/>
                </a:lnTo>
                <a:lnTo>
                  <a:pt x="16890" y="8839"/>
                </a:lnTo>
                <a:lnTo>
                  <a:pt x="8000" y="15925"/>
                </a:lnTo>
                <a:lnTo>
                  <a:pt x="3809" y="18326"/>
                </a:lnTo>
                <a:lnTo>
                  <a:pt x="0" y="19583"/>
                </a:lnTo>
                <a:lnTo>
                  <a:pt x="0" y="33058"/>
                </a:lnTo>
                <a:lnTo>
                  <a:pt x="7238" y="30619"/>
                </a:lnTo>
                <a:lnTo>
                  <a:pt x="13588" y="26873"/>
                </a:lnTo>
                <a:lnTo>
                  <a:pt x="18922" y="21805"/>
                </a:lnTo>
                <a:lnTo>
                  <a:pt x="18922" y="77724"/>
                </a:lnTo>
                <a:lnTo>
                  <a:pt x="33527" y="77724"/>
                </a:lnTo>
                <a:lnTo>
                  <a:pt x="33527" y="0"/>
                </a:lnTo>
                <a:close/>
              </a:path>
            </a:pathLst>
          </a:custGeom>
          <a:solidFill>
            <a:srgbClr val="4264DE">
              <a:alpha val="10195"/>
            </a:srgbClr>
          </a:solidFill>
        </p:spPr>
        <p:txBody>
          <a:bodyPr wrap="square" lIns="0" tIns="0" rIns="0" bIns="0" rtlCol="0"/>
          <a:lstStyle/>
          <a:p>
            <a:endParaRPr/>
          </a:p>
        </p:txBody>
      </p:sp>
      <p:sp>
        <p:nvSpPr>
          <p:cNvPr id="269" name="object 269"/>
          <p:cNvSpPr/>
          <p:nvPr/>
        </p:nvSpPr>
        <p:spPr>
          <a:xfrm>
            <a:off x="9479280" y="5960364"/>
            <a:ext cx="48895" cy="78105"/>
          </a:xfrm>
          <a:custGeom>
            <a:avLst/>
            <a:gdLst/>
            <a:ahLst/>
            <a:cxnLst/>
            <a:rect l="l" t="t" r="r" b="b"/>
            <a:pathLst>
              <a:path w="48895" h="78104">
                <a:moveTo>
                  <a:pt x="31623" y="0"/>
                </a:moveTo>
                <a:lnTo>
                  <a:pt x="17145" y="0"/>
                </a:lnTo>
                <a:lnTo>
                  <a:pt x="11429" y="2590"/>
                </a:lnTo>
                <a:lnTo>
                  <a:pt x="0" y="38735"/>
                </a:lnTo>
                <a:lnTo>
                  <a:pt x="438" y="48929"/>
                </a:lnTo>
                <a:lnTo>
                  <a:pt x="17018" y="77724"/>
                </a:lnTo>
                <a:lnTo>
                  <a:pt x="31623" y="77724"/>
                </a:lnTo>
                <a:lnTo>
                  <a:pt x="37338" y="75133"/>
                </a:lnTo>
                <a:lnTo>
                  <a:pt x="41401" y="69938"/>
                </a:lnTo>
                <a:lnTo>
                  <a:pt x="43953" y="65620"/>
                </a:lnTo>
                <a:lnTo>
                  <a:pt x="22605" y="65620"/>
                </a:lnTo>
                <a:lnTo>
                  <a:pt x="21065" y="65062"/>
                </a:lnTo>
                <a:lnTo>
                  <a:pt x="15182" y="48929"/>
                </a:lnTo>
                <a:lnTo>
                  <a:pt x="15186" y="28735"/>
                </a:lnTo>
                <a:lnTo>
                  <a:pt x="22605" y="12103"/>
                </a:lnTo>
                <a:lnTo>
                  <a:pt x="43911" y="12103"/>
                </a:lnTo>
                <a:lnTo>
                  <a:pt x="41401" y="7886"/>
                </a:lnTo>
                <a:lnTo>
                  <a:pt x="37338" y="2628"/>
                </a:lnTo>
                <a:lnTo>
                  <a:pt x="31623" y="0"/>
                </a:lnTo>
                <a:close/>
              </a:path>
              <a:path w="48895" h="78104">
                <a:moveTo>
                  <a:pt x="43911" y="12103"/>
                </a:moveTo>
                <a:lnTo>
                  <a:pt x="26162" y="12103"/>
                </a:lnTo>
                <a:lnTo>
                  <a:pt x="27686" y="12661"/>
                </a:lnTo>
                <a:lnTo>
                  <a:pt x="29083" y="13779"/>
                </a:lnTo>
                <a:lnTo>
                  <a:pt x="33588" y="48929"/>
                </a:lnTo>
                <a:lnTo>
                  <a:pt x="33274" y="54152"/>
                </a:lnTo>
                <a:lnTo>
                  <a:pt x="32258" y="57886"/>
                </a:lnTo>
                <a:lnTo>
                  <a:pt x="31496" y="60794"/>
                </a:lnTo>
                <a:lnTo>
                  <a:pt x="30352" y="62814"/>
                </a:lnTo>
                <a:lnTo>
                  <a:pt x="29051" y="63969"/>
                </a:lnTo>
                <a:lnTo>
                  <a:pt x="27651" y="65074"/>
                </a:lnTo>
                <a:lnTo>
                  <a:pt x="26162" y="65620"/>
                </a:lnTo>
                <a:lnTo>
                  <a:pt x="43953" y="65620"/>
                </a:lnTo>
                <a:lnTo>
                  <a:pt x="44642" y="64454"/>
                </a:lnTo>
                <a:lnTo>
                  <a:pt x="46942" y="57451"/>
                </a:lnTo>
                <a:lnTo>
                  <a:pt x="48313" y="48929"/>
                </a:lnTo>
                <a:lnTo>
                  <a:pt x="48768"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270" name="object 270"/>
          <p:cNvSpPr/>
          <p:nvPr/>
        </p:nvSpPr>
        <p:spPr>
          <a:xfrm>
            <a:off x="9845040" y="5960364"/>
            <a:ext cx="33655" cy="78105"/>
          </a:xfrm>
          <a:custGeom>
            <a:avLst/>
            <a:gdLst/>
            <a:ahLst/>
            <a:cxnLst/>
            <a:rect l="l" t="t" r="r" b="b"/>
            <a:pathLst>
              <a:path w="33654" h="78104">
                <a:moveTo>
                  <a:pt x="33527" y="0"/>
                </a:moveTo>
                <a:lnTo>
                  <a:pt x="21716" y="0"/>
                </a:lnTo>
                <a:lnTo>
                  <a:pt x="19938" y="4711"/>
                </a:lnTo>
                <a:lnTo>
                  <a:pt x="16890" y="8839"/>
                </a:lnTo>
                <a:lnTo>
                  <a:pt x="8000" y="15925"/>
                </a:lnTo>
                <a:lnTo>
                  <a:pt x="3809" y="18326"/>
                </a:lnTo>
                <a:lnTo>
                  <a:pt x="0" y="19583"/>
                </a:lnTo>
                <a:lnTo>
                  <a:pt x="0" y="33058"/>
                </a:lnTo>
                <a:lnTo>
                  <a:pt x="7238" y="30619"/>
                </a:lnTo>
                <a:lnTo>
                  <a:pt x="13588" y="26873"/>
                </a:lnTo>
                <a:lnTo>
                  <a:pt x="18923" y="21805"/>
                </a:lnTo>
                <a:lnTo>
                  <a:pt x="18923" y="77724"/>
                </a:lnTo>
                <a:lnTo>
                  <a:pt x="33527" y="77724"/>
                </a:lnTo>
                <a:lnTo>
                  <a:pt x="33527" y="0"/>
                </a:lnTo>
                <a:close/>
              </a:path>
            </a:pathLst>
          </a:custGeom>
          <a:solidFill>
            <a:srgbClr val="4264DE">
              <a:alpha val="10195"/>
            </a:srgbClr>
          </a:solidFill>
        </p:spPr>
        <p:txBody>
          <a:bodyPr wrap="square" lIns="0" tIns="0" rIns="0" bIns="0" rtlCol="0"/>
          <a:lstStyle/>
          <a:p>
            <a:endParaRPr/>
          </a:p>
        </p:txBody>
      </p:sp>
      <p:sp>
        <p:nvSpPr>
          <p:cNvPr id="271" name="object 271"/>
          <p:cNvSpPr/>
          <p:nvPr/>
        </p:nvSpPr>
        <p:spPr>
          <a:xfrm>
            <a:off x="9663683" y="5960364"/>
            <a:ext cx="48895" cy="78105"/>
          </a:xfrm>
          <a:custGeom>
            <a:avLst/>
            <a:gdLst/>
            <a:ahLst/>
            <a:cxnLst/>
            <a:rect l="l" t="t" r="r" b="b"/>
            <a:pathLst>
              <a:path w="48895" h="78104">
                <a:moveTo>
                  <a:pt x="31623" y="0"/>
                </a:moveTo>
                <a:lnTo>
                  <a:pt x="17145" y="0"/>
                </a:lnTo>
                <a:lnTo>
                  <a:pt x="11430" y="2590"/>
                </a:lnTo>
                <a:lnTo>
                  <a:pt x="0" y="38735"/>
                </a:lnTo>
                <a:lnTo>
                  <a:pt x="438" y="48929"/>
                </a:lnTo>
                <a:lnTo>
                  <a:pt x="17018" y="77724"/>
                </a:lnTo>
                <a:lnTo>
                  <a:pt x="31623" y="77724"/>
                </a:lnTo>
                <a:lnTo>
                  <a:pt x="37338" y="75133"/>
                </a:lnTo>
                <a:lnTo>
                  <a:pt x="41401" y="69938"/>
                </a:lnTo>
                <a:lnTo>
                  <a:pt x="43953" y="65620"/>
                </a:lnTo>
                <a:lnTo>
                  <a:pt x="22606" y="65620"/>
                </a:lnTo>
                <a:lnTo>
                  <a:pt x="21065" y="65062"/>
                </a:lnTo>
                <a:lnTo>
                  <a:pt x="15182" y="48929"/>
                </a:lnTo>
                <a:lnTo>
                  <a:pt x="15186" y="28735"/>
                </a:lnTo>
                <a:lnTo>
                  <a:pt x="22606" y="12103"/>
                </a:lnTo>
                <a:lnTo>
                  <a:pt x="43911" y="12103"/>
                </a:lnTo>
                <a:lnTo>
                  <a:pt x="41401" y="7886"/>
                </a:lnTo>
                <a:lnTo>
                  <a:pt x="37338" y="2628"/>
                </a:lnTo>
                <a:lnTo>
                  <a:pt x="31623" y="0"/>
                </a:lnTo>
                <a:close/>
              </a:path>
              <a:path w="48895" h="78104">
                <a:moveTo>
                  <a:pt x="43911" y="12103"/>
                </a:moveTo>
                <a:lnTo>
                  <a:pt x="26162" y="12103"/>
                </a:lnTo>
                <a:lnTo>
                  <a:pt x="27686" y="12661"/>
                </a:lnTo>
                <a:lnTo>
                  <a:pt x="29083" y="13779"/>
                </a:lnTo>
                <a:lnTo>
                  <a:pt x="33588" y="48929"/>
                </a:lnTo>
                <a:lnTo>
                  <a:pt x="33274" y="54152"/>
                </a:lnTo>
                <a:lnTo>
                  <a:pt x="32258" y="57886"/>
                </a:lnTo>
                <a:lnTo>
                  <a:pt x="31496" y="60794"/>
                </a:lnTo>
                <a:lnTo>
                  <a:pt x="30352" y="62814"/>
                </a:lnTo>
                <a:lnTo>
                  <a:pt x="29051" y="63969"/>
                </a:lnTo>
                <a:lnTo>
                  <a:pt x="27651" y="65074"/>
                </a:lnTo>
                <a:lnTo>
                  <a:pt x="26162" y="65620"/>
                </a:lnTo>
                <a:lnTo>
                  <a:pt x="43953" y="65620"/>
                </a:lnTo>
                <a:lnTo>
                  <a:pt x="44642" y="64454"/>
                </a:lnTo>
                <a:lnTo>
                  <a:pt x="46942" y="57451"/>
                </a:lnTo>
                <a:lnTo>
                  <a:pt x="48313" y="48929"/>
                </a:lnTo>
                <a:lnTo>
                  <a:pt x="48768"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272" name="object 272"/>
          <p:cNvSpPr/>
          <p:nvPr/>
        </p:nvSpPr>
        <p:spPr>
          <a:xfrm>
            <a:off x="10006583" y="5960364"/>
            <a:ext cx="33655" cy="78105"/>
          </a:xfrm>
          <a:custGeom>
            <a:avLst/>
            <a:gdLst/>
            <a:ahLst/>
            <a:cxnLst/>
            <a:rect l="l" t="t" r="r" b="b"/>
            <a:pathLst>
              <a:path w="33654" h="78104">
                <a:moveTo>
                  <a:pt x="33527" y="0"/>
                </a:moveTo>
                <a:lnTo>
                  <a:pt x="21717" y="0"/>
                </a:lnTo>
                <a:lnTo>
                  <a:pt x="19939" y="4711"/>
                </a:lnTo>
                <a:lnTo>
                  <a:pt x="16891" y="8839"/>
                </a:lnTo>
                <a:lnTo>
                  <a:pt x="8000" y="15925"/>
                </a:lnTo>
                <a:lnTo>
                  <a:pt x="3810" y="18326"/>
                </a:lnTo>
                <a:lnTo>
                  <a:pt x="0" y="19583"/>
                </a:lnTo>
                <a:lnTo>
                  <a:pt x="0" y="33058"/>
                </a:lnTo>
                <a:lnTo>
                  <a:pt x="7239" y="30619"/>
                </a:lnTo>
                <a:lnTo>
                  <a:pt x="13589" y="26873"/>
                </a:lnTo>
                <a:lnTo>
                  <a:pt x="18923" y="21805"/>
                </a:lnTo>
                <a:lnTo>
                  <a:pt x="18923" y="77724"/>
                </a:lnTo>
                <a:lnTo>
                  <a:pt x="33527" y="77724"/>
                </a:lnTo>
                <a:lnTo>
                  <a:pt x="33527" y="0"/>
                </a:lnTo>
                <a:close/>
              </a:path>
            </a:pathLst>
          </a:custGeom>
          <a:solidFill>
            <a:srgbClr val="4264DE">
              <a:alpha val="10195"/>
            </a:srgbClr>
          </a:solidFill>
        </p:spPr>
        <p:txBody>
          <a:bodyPr wrap="square" lIns="0" tIns="0" rIns="0" bIns="0" rtlCol="0"/>
          <a:lstStyle/>
          <a:p>
            <a:endParaRPr/>
          </a:p>
        </p:txBody>
      </p:sp>
      <p:sp>
        <p:nvSpPr>
          <p:cNvPr id="273" name="object 273"/>
          <p:cNvSpPr/>
          <p:nvPr/>
        </p:nvSpPr>
        <p:spPr>
          <a:xfrm>
            <a:off x="10172700" y="5960364"/>
            <a:ext cx="48895" cy="78105"/>
          </a:xfrm>
          <a:custGeom>
            <a:avLst/>
            <a:gdLst/>
            <a:ahLst/>
            <a:cxnLst/>
            <a:rect l="l" t="t" r="r" b="b"/>
            <a:pathLst>
              <a:path w="48895" h="78104">
                <a:moveTo>
                  <a:pt x="31623" y="0"/>
                </a:moveTo>
                <a:lnTo>
                  <a:pt x="17145" y="0"/>
                </a:lnTo>
                <a:lnTo>
                  <a:pt x="11429" y="2590"/>
                </a:lnTo>
                <a:lnTo>
                  <a:pt x="0" y="38735"/>
                </a:lnTo>
                <a:lnTo>
                  <a:pt x="438" y="48929"/>
                </a:lnTo>
                <a:lnTo>
                  <a:pt x="17018" y="77724"/>
                </a:lnTo>
                <a:lnTo>
                  <a:pt x="31623" y="77724"/>
                </a:lnTo>
                <a:lnTo>
                  <a:pt x="37338" y="75133"/>
                </a:lnTo>
                <a:lnTo>
                  <a:pt x="41401" y="69938"/>
                </a:lnTo>
                <a:lnTo>
                  <a:pt x="43953" y="65620"/>
                </a:lnTo>
                <a:lnTo>
                  <a:pt x="22605" y="65620"/>
                </a:lnTo>
                <a:lnTo>
                  <a:pt x="21065" y="65062"/>
                </a:lnTo>
                <a:lnTo>
                  <a:pt x="15182" y="48929"/>
                </a:lnTo>
                <a:lnTo>
                  <a:pt x="15186" y="28735"/>
                </a:lnTo>
                <a:lnTo>
                  <a:pt x="22605" y="12103"/>
                </a:lnTo>
                <a:lnTo>
                  <a:pt x="43911" y="12103"/>
                </a:lnTo>
                <a:lnTo>
                  <a:pt x="41401" y="7886"/>
                </a:lnTo>
                <a:lnTo>
                  <a:pt x="37338" y="2628"/>
                </a:lnTo>
                <a:lnTo>
                  <a:pt x="31623" y="0"/>
                </a:lnTo>
                <a:close/>
              </a:path>
              <a:path w="48895" h="78104">
                <a:moveTo>
                  <a:pt x="43911" y="12103"/>
                </a:moveTo>
                <a:lnTo>
                  <a:pt x="26161" y="12103"/>
                </a:lnTo>
                <a:lnTo>
                  <a:pt x="27685" y="12661"/>
                </a:lnTo>
                <a:lnTo>
                  <a:pt x="28955" y="13779"/>
                </a:lnTo>
                <a:lnTo>
                  <a:pt x="33588" y="48929"/>
                </a:lnTo>
                <a:lnTo>
                  <a:pt x="33274" y="54152"/>
                </a:lnTo>
                <a:lnTo>
                  <a:pt x="32257" y="57886"/>
                </a:lnTo>
                <a:lnTo>
                  <a:pt x="31496" y="60794"/>
                </a:lnTo>
                <a:lnTo>
                  <a:pt x="30352" y="62814"/>
                </a:lnTo>
                <a:lnTo>
                  <a:pt x="29051" y="63969"/>
                </a:lnTo>
                <a:lnTo>
                  <a:pt x="27651" y="65074"/>
                </a:lnTo>
                <a:lnTo>
                  <a:pt x="26161" y="65620"/>
                </a:lnTo>
                <a:lnTo>
                  <a:pt x="43953" y="65620"/>
                </a:lnTo>
                <a:lnTo>
                  <a:pt x="44642" y="64454"/>
                </a:lnTo>
                <a:lnTo>
                  <a:pt x="46942" y="57451"/>
                </a:lnTo>
                <a:lnTo>
                  <a:pt x="48313" y="48929"/>
                </a:lnTo>
                <a:lnTo>
                  <a:pt x="48768"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274" name="object 274"/>
          <p:cNvSpPr/>
          <p:nvPr/>
        </p:nvSpPr>
        <p:spPr>
          <a:xfrm>
            <a:off x="10354056" y="5960364"/>
            <a:ext cx="33655" cy="78105"/>
          </a:xfrm>
          <a:custGeom>
            <a:avLst/>
            <a:gdLst/>
            <a:ahLst/>
            <a:cxnLst/>
            <a:rect l="l" t="t" r="r" b="b"/>
            <a:pathLst>
              <a:path w="33654" h="78104">
                <a:moveTo>
                  <a:pt x="33527" y="0"/>
                </a:moveTo>
                <a:lnTo>
                  <a:pt x="21717" y="0"/>
                </a:lnTo>
                <a:lnTo>
                  <a:pt x="19939" y="4711"/>
                </a:lnTo>
                <a:lnTo>
                  <a:pt x="16891" y="8839"/>
                </a:lnTo>
                <a:lnTo>
                  <a:pt x="8000" y="15925"/>
                </a:lnTo>
                <a:lnTo>
                  <a:pt x="3810" y="18326"/>
                </a:lnTo>
                <a:lnTo>
                  <a:pt x="0" y="19583"/>
                </a:lnTo>
                <a:lnTo>
                  <a:pt x="0" y="33058"/>
                </a:lnTo>
                <a:lnTo>
                  <a:pt x="7239" y="30619"/>
                </a:lnTo>
                <a:lnTo>
                  <a:pt x="13589" y="26873"/>
                </a:lnTo>
                <a:lnTo>
                  <a:pt x="18923" y="21805"/>
                </a:lnTo>
                <a:lnTo>
                  <a:pt x="18923" y="77724"/>
                </a:lnTo>
                <a:lnTo>
                  <a:pt x="33527" y="77724"/>
                </a:lnTo>
                <a:lnTo>
                  <a:pt x="33527" y="0"/>
                </a:lnTo>
                <a:close/>
              </a:path>
            </a:pathLst>
          </a:custGeom>
          <a:solidFill>
            <a:srgbClr val="4264DE">
              <a:alpha val="10195"/>
            </a:srgbClr>
          </a:solidFill>
        </p:spPr>
        <p:txBody>
          <a:bodyPr wrap="square" lIns="0" tIns="0" rIns="0" bIns="0" rtlCol="0"/>
          <a:lstStyle/>
          <a:p>
            <a:endParaRPr/>
          </a:p>
        </p:txBody>
      </p:sp>
      <p:sp>
        <p:nvSpPr>
          <p:cNvPr id="275" name="object 275"/>
          <p:cNvSpPr/>
          <p:nvPr/>
        </p:nvSpPr>
        <p:spPr>
          <a:xfrm>
            <a:off x="10518647" y="5960364"/>
            <a:ext cx="50800" cy="78105"/>
          </a:xfrm>
          <a:custGeom>
            <a:avLst/>
            <a:gdLst/>
            <a:ahLst/>
            <a:cxnLst/>
            <a:rect l="l" t="t" r="r" b="b"/>
            <a:pathLst>
              <a:path w="50800" h="78104">
                <a:moveTo>
                  <a:pt x="32638" y="0"/>
                </a:moveTo>
                <a:lnTo>
                  <a:pt x="17652" y="0"/>
                </a:lnTo>
                <a:lnTo>
                  <a:pt x="11810" y="2590"/>
                </a:lnTo>
                <a:lnTo>
                  <a:pt x="0" y="38735"/>
                </a:lnTo>
                <a:lnTo>
                  <a:pt x="440" y="48929"/>
                </a:lnTo>
                <a:lnTo>
                  <a:pt x="17652" y="77724"/>
                </a:lnTo>
                <a:lnTo>
                  <a:pt x="32638" y="77724"/>
                </a:lnTo>
                <a:lnTo>
                  <a:pt x="38480" y="75133"/>
                </a:lnTo>
                <a:lnTo>
                  <a:pt x="42672" y="69938"/>
                </a:lnTo>
                <a:lnTo>
                  <a:pt x="45296" y="65620"/>
                </a:lnTo>
                <a:lnTo>
                  <a:pt x="23368" y="65620"/>
                </a:lnTo>
                <a:lnTo>
                  <a:pt x="21701" y="65062"/>
                </a:lnTo>
                <a:lnTo>
                  <a:pt x="18923" y="62852"/>
                </a:lnTo>
                <a:lnTo>
                  <a:pt x="17779" y="60629"/>
                </a:lnTo>
                <a:lnTo>
                  <a:pt x="16001" y="53949"/>
                </a:lnTo>
                <a:lnTo>
                  <a:pt x="15586" y="48929"/>
                </a:lnTo>
                <a:lnTo>
                  <a:pt x="15591" y="28735"/>
                </a:lnTo>
                <a:lnTo>
                  <a:pt x="23368" y="12103"/>
                </a:lnTo>
                <a:lnTo>
                  <a:pt x="45324" y="12103"/>
                </a:lnTo>
                <a:lnTo>
                  <a:pt x="42799" y="7886"/>
                </a:lnTo>
                <a:lnTo>
                  <a:pt x="38480" y="2628"/>
                </a:lnTo>
                <a:lnTo>
                  <a:pt x="32638" y="0"/>
                </a:lnTo>
                <a:close/>
              </a:path>
              <a:path w="50800" h="78104">
                <a:moveTo>
                  <a:pt x="45324" y="12103"/>
                </a:moveTo>
                <a:lnTo>
                  <a:pt x="26924" y="12103"/>
                </a:lnTo>
                <a:lnTo>
                  <a:pt x="28575" y="12661"/>
                </a:lnTo>
                <a:lnTo>
                  <a:pt x="31369" y="14909"/>
                </a:lnTo>
                <a:lnTo>
                  <a:pt x="32511" y="17145"/>
                </a:lnTo>
                <a:lnTo>
                  <a:pt x="34290" y="23825"/>
                </a:lnTo>
                <a:lnTo>
                  <a:pt x="34696" y="28735"/>
                </a:lnTo>
                <a:lnTo>
                  <a:pt x="34708" y="48929"/>
                </a:lnTo>
                <a:lnTo>
                  <a:pt x="34290" y="54152"/>
                </a:lnTo>
                <a:lnTo>
                  <a:pt x="33274" y="57886"/>
                </a:lnTo>
                <a:lnTo>
                  <a:pt x="32511" y="60794"/>
                </a:lnTo>
                <a:lnTo>
                  <a:pt x="31369" y="62814"/>
                </a:lnTo>
                <a:lnTo>
                  <a:pt x="28575" y="65062"/>
                </a:lnTo>
                <a:lnTo>
                  <a:pt x="26924" y="65620"/>
                </a:lnTo>
                <a:lnTo>
                  <a:pt x="45296" y="65620"/>
                </a:lnTo>
                <a:lnTo>
                  <a:pt x="46005" y="64454"/>
                </a:lnTo>
                <a:lnTo>
                  <a:pt x="48386" y="57451"/>
                </a:lnTo>
                <a:lnTo>
                  <a:pt x="49815" y="48929"/>
                </a:lnTo>
                <a:lnTo>
                  <a:pt x="50292"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276" name="object 276"/>
          <p:cNvSpPr/>
          <p:nvPr/>
        </p:nvSpPr>
        <p:spPr>
          <a:xfrm>
            <a:off x="10700004" y="5960364"/>
            <a:ext cx="33655" cy="78105"/>
          </a:xfrm>
          <a:custGeom>
            <a:avLst/>
            <a:gdLst/>
            <a:ahLst/>
            <a:cxnLst/>
            <a:rect l="l" t="t" r="r" b="b"/>
            <a:pathLst>
              <a:path w="33654" h="78104">
                <a:moveTo>
                  <a:pt x="33527" y="0"/>
                </a:moveTo>
                <a:lnTo>
                  <a:pt x="21717" y="0"/>
                </a:lnTo>
                <a:lnTo>
                  <a:pt x="19939" y="4711"/>
                </a:lnTo>
                <a:lnTo>
                  <a:pt x="16891" y="8839"/>
                </a:lnTo>
                <a:lnTo>
                  <a:pt x="8000" y="15925"/>
                </a:lnTo>
                <a:lnTo>
                  <a:pt x="3810" y="18326"/>
                </a:lnTo>
                <a:lnTo>
                  <a:pt x="0" y="19583"/>
                </a:lnTo>
                <a:lnTo>
                  <a:pt x="0" y="33058"/>
                </a:lnTo>
                <a:lnTo>
                  <a:pt x="7239" y="30619"/>
                </a:lnTo>
                <a:lnTo>
                  <a:pt x="13589" y="26873"/>
                </a:lnTo>
                <a:lnTo>
                  <a:pt x="18923" y="21805"/>
                </a:lnTo>
                <a:lnTo>
                  <a:pt x="18923" y="77724"/>
                </a:lnTo>
                <a:lnTo>
                  <a:pt x="33527" y="77724"/>
                </a:lnTo>
                <a:lnTo>
                  <a:pt x="33527" y="0"/>
                </a:lnTo>
                <a:close/>
              </a:path>
            </a:pathLst>
          </a:custGeom>
          <a:solidFill>
            <a:srgbClr val="4264DE">
              <a:alpha val="10195"/>
            </a:srgbClr>
          </a:solidFill>
        </p:spPr>
        <p:txBody>
          <a:bodyPr wrap="square" lIns="0" tIns="0" rIns="0" bIns="0" rtlCol="0"/>
          <a:lstStyle/>
          <a:p>
            <a:endParaRPr/>
          </a:p>
        </p:txBody>
      </p:sp>
      <p:sp>
        <p:nvSpPr>
          <p:cNvPr id="277" name="object 277"/>
          <p:cNvSpPr/>
          <p:nvPr/>
        </p:nvSpPr>
        <p:spPr>
          <a:xfrm>
            <a:off x="10866119" y="5960364"/>
            <a:ext cx="48895" cy="78105"/>
          </a:xfrm>
          <a:custGeom>
            <a:avLst/>
            <a:gdLst/>
            <a:ahLst/>
            <a:cxnLst/>
            <a:rect l="l" t="t" r="r" b="b"/>
            <a:pathLst>
              <a:path w="48895" h="78104">
                <a:moveTo>
                  <a:pt x="31623" y="0"/>
                </a:moveTo>
                <a:lnTo>
                  <a:pt x="17145" y="0"/>
                </a:lnTo>
                <a:lnTo>
                  <a:pt x="11429" y="2590"/>
                </a:lnTo>
                <a:lnTo>
                  <a:pt x="0" y="38735"/>
                </a:lnTo>
                <a:lnTo>
                  <a:pt x="438" y="48929"/>
                </a:lnTo>
                <a:lnTo>
                  <a:pt x="17018" y="77724"/>
                </a:lnTo>
                <a:lnTo>
                  <a:pt x="31623" y="77724"/>
                </a:lnTo>
                <a:lnTo>
                  <a:pt x="37337" y="75133"/>
                </a:lnTo>
                <a:lnTo>
                  <a:pt x="41401" y="69938"/>
                </a:lnTo>
                <a:lnTo>
                  <a:pt x="43953" y="65620"/>
                </a:lnTo>
                <a:lnTo>
                  <a:pt x="22605" y="65620"/>
                </a:lnTo>
                <a:lnTo>
                  <a:pt x="21065" y="65062"/>
                </a:lnTo>
                <a:lnTo>
                  <a:pt x="15182" y="48929"/>
                </a:lnTo>
                <a:lnTo>
                  <a:pt x="15186" y="28735"/>
                </a:lnTo>
                <a:lnTo>
                  <a:pt x="22605" y="12103"/>
                </a:lnTo>
                <a:lnTo>
                  <a:pt x="43911" y="12103"/>
                </a:lnTo>
                <a:lnTo>
                  <a:pt x="41401" y="7886"/>
                </a:lnTo>
                <a:lnTo>
                  <a:pt x="37337" y="2628"/>
                </a:lnTo>
                <a:lnTo>
                  <a:pt x="31623" y="0"/>
                </a:lnTo>
                <a:close/>
              </a:path>
              <a:path w="48895" h="78104">
                <a:moveTo>
                  <a:pt x="43911" y="12103"/>
                </a:moveTo>
                <a:lnTo>
                  <a:pt x="26161" y="12103"/>
                </a:lnTo>
                <a:lnTo>
                  <a:pt x="27685" y="12661"/>
                </a:lnTo>
                <a:lnTo>
                  <a:pt x="29082" y="13779"/>
                </a:lnTo>
                <a:lnTo>
                  <a:pt x="33588" y="48929"/>
                </a:lnTo>
                <a:lnTo>
                  <a:pt x="33274" y="54152"/>
                </a:lnTo>
                <a:lnTo>
                  <a:pt x="32257" y="57886"/>
                </a:lnTo>
                <a:lnTo>
                  <a:pt x="31496" y="60794"/>
                </a:lnTo>
                <a:lnTo>
                  <a:pt x="30352" y="62814"/>
                </a:lnTo>
                <a:lnTo>
                  <a:pt x="29051" y="63969"/>
                </a:lnTo>
                <a:lnTo>
                  <a:pt x="27651" y="65074"/>
                </a:lnTo>
                <a:lnTo>
                  <a:pt x="26161" y="65620"/>
                </a:lnTo>
                <a:lnTo>
                  <a:pt x="43953" y="65620"/>
                </a:lnTo>
                <a:lnTo>
                  <a:pt x="44642" y="64454"/>
                </a:lnTo>
                <a:lnTo>
                  <a:pt x="46942" y="57451"/>
                </a:lnTo>
                <a:lnTo>
                  <a:pt x="48313" y="48929"/>
                </a:lnTo>
                <a:lnTo>
                  <a:pt x="48768"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278" name="object 278"/>
          <p:cNvSpPr/>
          <p:nvPr/>
        </p:nvSpPr>
        <p:spPr>
          <a:xfrm>
            <a:off x="11047476" y="5960364"/>
            <a:ext cx="33655" cy="78105"/>
          </a:xfrm>
          <a:custGeom>
            <a:avLst/>
            <a:gdLst/>
            <a:ahLst/>
            <a:cxnLst/>
            <a:rect l="l" t="t" r="r" b="b"/>
            <a:pathLst>
              <a:path w="33654" h="78104">
                <a:moveTo>
                  <a:pt x="33527" y="0"/>
                </a:moveTo>
                <a:lnTo>
                  <a:pt x="21717" y="0"/>
                </a:lnTo>
                <a:lnTo>
                  <a:pt x="19939" y="4711"/>
                </a:lnTo>
                <a:lnTo>
                  <a:pt x="16891" y="8839"/>
                </a:lnTo>
                <a:lnTo>
                  <a:pt x="8000" y="15925"/>
                </a:lnTo>
                <a:lnTo>
                  <a:pt x="3809" y="18326"/>
                </a:lnTo>
                <a:lnTo>
                  <a:pt x="0" y="19583"/>
                </a:lnTo>
                <a:lnTo>
                  <a:pt x="0" y="33058"/>
                </a:lnTo>
                <a:lnTo>
                  <a:pt x="7239" y="30619"/>
                </a:lnTo>
                <a:lnTo>
                  <a:pt x="13589" y="26873"/>
                </a:lnTo>
                <a:lnTo>
                  <a:pt x="18923" y="21805"/>
                </a:lnTo>
                <a:lnTo>
                  <a:pt x="18923" y="77724"/>
                </a:lnTo>
                <a:lnTo>
                  <a:pt x="33527" y="77724"/>
                </a:lnTo>
                <a:lnTo>
                  <a:pt x="33527" y="0"/>
                </a:lnTo>
                <a:close/>
              </a:path>
            </a:pathLst>
          </a:custGeom>
          <a:solidFill>
            <a:srgbClr val="4264DE">
              <a:alpha val="10195"/>
            </a:srgbClr>
          </a:solidFill>
        </p:spPr>
        <p:txBody>
          <a:bodyPr wrap="square" lIns="0" tIns="0" rIns="0" bIns="0" rtlCol="0"/>
          <a:lstStyle/>
          <a:p>
            <a:endParaRPr/>
          </a:p>
        </p:txBody>
      </p:sp>
      <p:sp>
        <p:nvSpPr>
          <p:cNvPr id="279" name="object 279"/>
          <p:cNvSpPr/>
          <p:nvPr/>
        </p:nvSpPr>
        <p:spPr>
          <a:xfrm>
            <a:off x="11212068" y="5960364"/>
            <a:ext cx="50800" cy="78105"/>
          </a:xfrm>
          <a:custGeom>
            <a:avLst/>
            <a:gdLst/>
            <a:ahLst/>
            <a:cxnLst/>
            <a:rect l="l" t="t" r="r" b="b"/>
            <a:pathLst>
              <a:path w="50800" h="78104">
                <a:moveTo>
                  <a:pt x="32638" y="0"/>
                </a:moveTo>
                <a:lnTo>
                  <a:pt x="17652" y="0"/>
                </a:lnTo>
                <a:lnTo>
                  <a:pt x="11810" y="2590"/>
                </a:lnTo>
                <a:lnTo>
                  <a:pt x="0" y="38735"/>
                </a:lnTo>
                <a:lnTo>
                  <a:pt x="440" y="48929"/>
                </a:lnTo>
                <a:lnTo>
                  <a:pt x="17652" y="77724"/>
                </a:lnTo>
                <a:lnTo>
                  <a:pt x="32638" y="77724"/>
                </a:lnTo>
                <a:lnTo>
                  <a:pt x="38480" y="75133"/>
                </a:lnTo>
                <a:lnTo>
                  <a:pt x="42672" y="69938"/>
                </a:lnTo>
                <a:lnTo>
                  <a:pt x="45296" y="65620"/>
                </a:lnTo>
                <a:lnTo>
                  <a:pt x="23367" y="65620"/>
                </a:lnTo>
                <a:lnTo>
                  <a:pt x="21701" y="65062"/>
                </a:lnTo>
                <a:lnTo>
                  <a:pt x="18923" y="62852"/>
                </a:lnTo>
                <a:lnTo>
                  <a:pt x="17779" y="60629"/>
                </a:lnTo>
                <a:lnTo>
                  <a:pt x="16001" y="53949"/>
                </a:lnTo>
                <a:lnTo>
                  <a:pt x="15586" y="48929"/>
                </a:lnTo>
                <a:lnTo>
                  <a:pt x="15591" y="28735"/>
                </a:lnTo>
                <a:lnTo>
                  <a:pt x="23367" y="12103"/>
                </a:lnTo>
                <a:lnTo>
                  <a:pt x="45324" y="12103"/>
                </a:lnTo>
                <a:lnTo>
                  <a:pt x="42799" y="7886"/>
                </a:lnTo>
                <a:lnTo>
                  <a:pt x="38480" y="2628"/>
                </a:lnTo>
                <a:lnTo>
                  <a:pt x="32638" y="0"/>
                </a:lnTo>
                <a:close/>
              </a:path>
              <a:path w="50800" h="78104">
                <a:moveTo>
                  <a:pt x="45324" y="12103"/>
                </a:moveTo>
                <a:lnTo>
                  <a:pt x="26924" y="12103"/>
                </a:lnTo>
                <a:lnTo>
                  <a:pt x="28575" y="12661"/>
                </a:lnTo>
                <a:lnTo>
                  <a:pt x="31368" y="14909"/>
                </a:lnTo>
                <a:lnTo>
                  <a:pt x="32511" y="17145"/>
                </a:lnTo>
                <a:lnTo>
                  <a:pt x="34289" y="23825"/>
                </a:lnTo>
                <a:lnTo>
                  <a:pt x="34696" y="28735"/>
                </a:lnTo>
                <a:lnTo>
                  <a:pt x="34708" y="48929"/>
                </a:lnTo>
                <a:lnTo>
                  <a:pt x="34289" y="54152"/>
                </a:lnTo>
                <a:lnTo>
                  <a:pt x="33274" y="57886"/>
                </a:lnTo>
                <a:lnTo>
                  <a:pt x="32511" y="60794"/>
                </a:lnTo>
                <a:lnTo>
                  <a:pt x="31368" y="62814"/>
                </a:lnTo>
                <a:lnTo>
                  <a:pt x="28575" y="65062"/>
                </a:lnTo>
                <a:lnTo>
                  <a:pt x="26924" y="65620"/>
                </a:lnTo>
                <a:lnTo>
                  <a:pt x="45296" y="65620"/>
                </a:lnTo>
                <a:lnTo>
                  <a:pt x="46005" y="64454"/>
                </a:lnTo>
                <a:lnTo>
                  <a:pt x="48386" y="57451"/>
                </a:lnTo>
                <a:lnTo>
                  <a:pt x="49815" y="48929"/>
                </a:lnTo>
                <a:lnTo>
                  <a:pt x="50291"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280" name="object 280"/>
          <p:cNvSpPr/>
          <p:nvPr/>
        </p:nvSpPr>
        <p:spPr>
          <a:xfrm>
            <a:off x="11393423" y="5960364"/>
            <a:ext cx="33655" cy="78105"/>
          </a:xfrm>
          <a:custGeom>
            <a:avLst/>
            <a:gdLst/>
            <a:ahLst/>
            <a:cxnLst/>
            <a:rect l="l" t="t" r="r" b="b"/>
            <a:pathLst>
              <a:path w="33654" h="78104">
                <a:moveTo>
                  <a:pt x="33527" y="0"/>
                </a:moveTo>
                <a:lnTo>
                  <a:pt x="21717" y="0"/>
                </a:lnTo>
                <a:lnTo>
                  <a:pt x="19939" y="4711"/>
                </a:lnTo>
                <a:lnTo>
                  <a:pt x="16891" y="8839"/>
                </a:lnTo>
                <a:lnTo>
                  <a:pt x="8000" y="15925"/>
                </a:lnTo>
                <a:lnTo>
                  <a:pt x="3809" y="18326"/>
                </a:lnTo>
                <a:lnTo>
                  <a:pt x="0" y="19583"/>
                </a:lnTo>
                <a:lnTo>
                  <a:pt x="0" y="33058"/>
                </a:lnTo>
                <a:lnTo>
                  <a:pt x="7239" y="30619"/>
                </a:lnTo>
                <a:lnTo>
                  <a:pt x="13589" y="26873"/>
                </a:lnTo>
                <a:lnTo>
                  <a:pt x="18923" y="21805"/>
                </a:lnTo>
                <a:lnTo>
                  <a:pt x="18923" y="77724"/>
                </a:lnTo>
                <a:lnTo>
                  <a:pt x="33527" y="77724"/>
                </a:lnTo>
                <a:lnTo>
                  <a:pt x="33527" y="0"/>
                </a:lnTo>
                <a:close/>
              </a:path>
            </a:pathLst>
          </a:custGeom>
          <a:solidFill>
            <a:srgbClr val="4264DE">
              <a:alpha val="10195"/>
            </a:srgbClr>
          </a:solidFill>
        </p:spPr>
        <p:txBody>
          <a:bodyPr wrap="square" lIns="0" tIns="0" rIns="0" bIns="0" rtlCol="0"/>
          <a:lstStyle/>
          <a:p>
            <a:endParaRPr/>
          </a:p>
        </p:txBody>
      </p:sp>
      <p:sp>
        <p:nvSpPr>
          <p:cNvPr id="281" name="object 281"/>
          <p:cNvSpPr/>
          <p:nvPr/>
        </p:nvSpPr>
        <p:spPr>
          <a:xfrm>
            <a:off x="11559540" y="5960364"/>
            <a:ext cx="48895" cy="78105"/>
          </a:xfrm>
          <a:custGeom>
            <a:avLst/>
            <a:gdLst/>
            <a:ahLst/>
            <a:cxnLst/>
            <a:rect l="l" t="t" r="r" b="b"/>
            <a:pathLst>
              <a:path w="48895" h="78104">
                <a:moveTo>
                  <a:pt x="31623" y="0"/>
                </a:moveTo>
                <a:lnTo>
                  <a:pt x="17144" y="0"/>
                </a:lnTo>
                <a:lnTo>
                  <a:pt x="11429" y="2590"/>
                </a:lnTo>
                <a:lnTo>
                  <a:pt x="0" y="38735"/>
                </a:lnTo>
                <a:lnTo>
                  <a:pt x="438" y="48929"/>
                </a:lnTo>
                <a:lnTo>
                  <a:pt x="17017" y="77724"/>
                </a:lnTo>
                <a:lnTo>
                  <a:pt x="31623" y="77724"/>
                </a:lnTo>
                <a:lnTo>
                  <a:pt x="37337" y="75133"/>
                </a:lnTo>
                <a:lnTo>
                  <a:pt x="41401" y="69938"/>
                </a:lnTo>
                <a:lnTo>
                  <a:pt x="43953" y="65620"/>
                </a:lnTo>
                <a:lnTo>
                  <a:pt x="22605" y="65620"/>
                </a:lnTo>
                <a:lnTo>
                  <a:pt x="21065" y="65062"/>
                </a:lnTo>
                <a:lnTo>
                  <a:pt x="15182" y="48929"/>
                </a:lnTo>
                <a:lnTo>
                  <a:pt x="15186" y="28735"/>
                </a:lnTo>
                <a:lnTo>
                  <a:pt x="22605" y="12103"/>
                </a:lnTo>
                <a:lnTo>
                  <a:pt x="43911" y="12103"/>
                </a:lnTo>
                <a:lnTo>
                  <a:pt x="41401" y="7886"/>
                </a:lnTo>
                <a:lnTo>
                  <a:pt x="37337" y="2628"/>
                </a:lnTo>
                <a:lnTo>
                  <a:pt x="31623" y="0"/>
                </a:lnTo>
                <a:close/>
              </a:path>
              <a:path w="48895" h="78104">
                <a:moveTo>
                  <a:pt x="43911" y="12103"/>
                </a:moveTo>
                <a:lnTo>
                  <a:pt x="26161" y="12103"/>
                </a:lnTo>
                <a:lnTo>
                  <a:pt x="27685" y="12661"/>
                </a:lnTo>
                <a:lnTo>
                  <a:pt x="28955" y="13779"/>
                </a:lnTo>
                <a:lnTo>
                  <a:pt x="33588" y="48929"/>
                </a:lnTo>
                <a:lnTo>
                  <a:pt x="33274" y="54152"/>
                </a:lnTo>
                <a:lnTo>
                  <a:pt x="32257" y="57886"/>
                </a:lnTo>
                <a:lnTo>
                  <a:pt x="31495" y="60794"/>
                </a:lnTo>
                <a:lnTo>
                  <a:pt x="30352" y="62814"/>
                </a:lnTo>
                <a:lnTo>
                  <a:pt x="29051" y="63969"/>
                </a:lnTo>
                <a:lnTo>
                  <a:pt x="27651" y="65074"/>
                </a:lnTo>
                <a:lnTo>
                  <a:pt x="26161" y="65620"/>
                </a:lnTo>
                <a:lnTo>
                  <a:pt x="43953" y="65620"/>
                </a:lnTo>
                <a:lnTo>
                  <a:pt x="44642" y="64454"/>
                </a:lnTo>
                <a:lnTo>
                  <a:pt x="46942" y="57451"/>
                </a:lnTo>
                <a:lnTo>
                  <a:pt x="48313" y="48929"/>
                </a:lnTo>
                <a:lnTo>
                  <a:pt x="48767"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282" name="object 282"/>
          <p:cNvSpPr/>
          <p:nvPr/>
        </p:nvSpPr>
        <p:spPr>
          <a:xfrm>
            <a:off x="11740895" y="5960364"/>
            <a:ext cx="33655" cy="78105"/>
          </a:xfrm>
          <a:custGeom>
            <a:avLst/>
            <a:gdLst/>
            <a:ahLst/>
            <a:cxnLst/>
            <a:rect l="l" t="t" r="r" b="b"/>
            <a:pathLst>
              <a:path w="33654" h="78104">
                <a:moveTo>
                  <a:pt x="33527" y="0"/>
                </a:moveTo>
                <a:lnTo>
                  <a:pt x="21717" y="0"/>
                </a:lnTo>
                <a:lnTo>
                  <a:pt x="19938" y="4711"/>
                </a:lnTo>
                <a:lnTo>
                  <a:pt x="16890" y="8839"/>
                </a:lnTo>
                <a:lnTo>
                  <a:pt x="8000" y="15925"/>
                </a:lnTo>
                <a:lnTo>
                  <a:pt x="3809" y="18326"/>
                </a:lnTo>
                <a:lnTo>
                  <a:pt x="0" y="19583"/>
                </a:lnTo>
                <a:lnTo>
                  <a:pt x="0" y="33058"/>
                </a:lnTo>
                <a:lnTo>
                  <a:pt x="7238" y="30619"/>
                </a:lnTo>
                <a:lnTo>
                  <a:pt x="13588" y="26873"/>
                </a:lnTo>
                <a:lnTo>
                  <a:pt x="18923" y="21805"/>
                </a:lnTo>
                <a:lnTo>
                  <a:pt x="18923" y="77724"/>
                </a:lnTo>
                <a:lnTo>
                  <a:pt x="33527" y="77724"/>
                </a:lnTo>
                <a:lnTo>
                  <a:pt x="33527" y="0"/>
                </a:lnTo>
                <a:close/>
              </a:path>
            </a:pathLst>
          </a:custGeom>
          <a:solidFill>
            <a:srgbClr val="4264DE">
              <a:alpha val="10195"/>
            </a:srgbClr>
          </a:solidFill>
        </p:spPr>
        <p:txBody>
          <a:bodyPr wrap="square" lIns="0" tIns="0" rIns="0" bIns="0" rtlCol="0"/>
          <a:lstStyle/>
          <a:p>
            <a:endParaRPr/>
          </a:p>
        </p:txBody>
      </p:sp>
      <p:sp>
        <p:nvSpPr>
          <p:cNvPr id="283" name="object 283"/>
          <p:cNvSpPr/>
          <p:nvPr/>
        </p:nvSpPr>
        <p:spPr>
          <a:xfrm>
            <a:off x="11905488" y="5960364"/>
            <a:ext cx="50800" cy="78105"/>
          </a:xfrm>
          <a:custGeom>
            <a:avLst/>
            <a:gdLst/>
            <a:ahLst/>
            <a:cxnLst/>
            <a:rect l="l" t="t" r="r" b="b"/>
            <a:pathLst>
              <a:path w="50800" h="78104">
                <a:moveTo>
                  <a:pt x="32638" y="0"/>
                </a:moveTo>
                <a:lnTo>
                  <a:pt x="17652" y="0"/>
                </a:lnTo>
                <a:lnTo>
                  <a:pt x="11810" y="2590"/>
                </a:lnTo>
                <a:lnTo>
                  <a:pt x="0" y="38735"/>
                </a:lnTo>
                <a:lnTo>
                  <a:pt x="440" y="48929"/>
                </a:lnTo>
                <a:lnTo>
                  <a:pt x="17652" y="77724"/>
                </a:lnTo>
                <a:lnTo>
                  <a:pt x="32638" y="77724"/>
                </a:lnTo>
                <a:lnTo>
                  <a:pt x="38480" y="75133"/>
                </a:lnTo>
                <a:lnTo>
                  <a:pt x="42671" y="69938"/>
                </a:lnTo>
                <a:lnTo>
                  <a:pt x="45296" y="65620"/>
                </a:lnTo>
                <a:lnTo>
                  <a:pt x="23367" y="65620"/>
                </a:lnTo>
                <a:lnTo>
                  <a:pt x="21701" y="65062"/>
                </a:lnTo>
                <a:lnTo>
                  <a:pt x="18922" y="62852"/>
                </a:lnTo>
                <a:lnTo>
                  <a:pt x="17779" y="60629"/>
                </a:lnTo>
                <a:lnTo>
                  <a:pt x="16001" y="53949"/>
                </a:lnTo>
                <a:lnTo>
                  <a:pt x="15586" y="48929"/>
                </a:lnTo>
                <a:lnTo>
                  <a:pt x="15591" y="28735"/>
                </a:lnTo>
                <a:lnTo>
                  <a:pt x="23367" y="12103"/>
                </a:lnTo>
                <a:lnTo>
                  <a:pt x="45324" y="12103"/>
                </a:lnTo>
                <a:lnTo>
                  <a:pt x="42798" y="7886"/>
                </a:lnTo>
                <a:lnTo>
                  <a:pt x="38480" y="2628"/>
                </a:lnTo>
                <a:lnTo>
                  <a:pt x="32638" y="0"/>
                </a:lnTo>
                <a:close/>
              </a:path>
              <a:path w="50800" h="78104">
                <a:moveTo>
                  <a:pt x="45324" y="12103"/>
                </a:moveTo>
                <a:lnTo>
                  <a:pt x="26923" y="12103"/>
                </a:lnTo>
                <a:lnTo>
                  <a:pt x="28575" y="12661"/>
                </a:lnTo>
                <a:lnTo>
                  <a:pt x="31368" y="14909"/>
                </a:lnTo>
                <a:lnTo>
                  <a:pt x="32511" y="17145"/>
                </a:lnTo>
                <a:lnTo>
                  <a:pt x="34289" y="23825"/>
                </a:lnTo>
                <a:lnTo>
                  <a:pt x="34696" y="28735"/>
                </a:lnTo>
                <a:lnTo>
                  <a:pt x="34708" y="48929"/>
                </a:lnTo>
                <a:lnTo>
                  <a:pt x="34289" y="54152"/>
                </a:lnTo>
                <a:lnTo>
                  <a:pt x="33273" y="57886"/>
                </a:lnTo>
                <a:lnTo>
                  <a:pt x="32511" y="60794"/>
                </a:lnTo>
                <a:lnTo>
                  <a:pt x="31368" y="62814"/>
                </a:lnTo>
                <a:lnTo>
                  <a:pt x="28575" y="65062"/>
                </a:lnTo>
                <a:lnTo>
                  <a:pt x="26923" y="65620"/>
                </a:lnTo>
                <a:lnTo>
                  <a:pt x="45296" y="65620"/>
                </a:lnTo>
                <a:lnTo>
                  <a:pt x="46005" y="64454"/>
                </a:lnTo>
                <a:lnTo>
                  <a:pt x="48386" y="57451"/>
                </a:lnTo>
                <a:lnTo>
                  <a:pt x="49815" y="48929"/>
                </a:lnTo>
                <a:lnTo>
                  <a:pt x="50291"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284" name="object 284"/>
          <p:cNvSpPr/>
          <p:nvPr/>
        </p:nvSpPr>
        <p:spPr>
          <a:xfrm>
            <a:off x="12086843" y="5960364"/>
            <a:ext cx="33655" cy="78105"/>
          </a:xfrm>
          <a:custGeom>
            <a:avLst/>
            <a:gdLst/>
            <a:ahLst/>
            <a:cxnLst/>
            <a:rect l="l" t="t" r="r" b="b"/>
            <a:pathLst>
              <a:path w="33654" h="78104">
                <a:moveTo>
                  <a:pt x="33527" y="0"/>
                </a:moveTo>
                <a:lnTo>
                  <a:pt x="21716" y="0"/>
                </a:lnTo>
                <a:lnTo>
                  <a:pt x="19938" y="4711"/>
                </a:lnTo>
                <a:lnTo>
                  <a:pt x="16890" y="8839"/>
                </a:lnTo>
                <a:lnTo>
                  <a:pt x="8000" y="15925"/>
                </a:lnTo>
                <a:lnTo>
                  <a:pt x="3809" y="18326"/>
                </a:lnTo>
                <a:lnTo>
                  <a:pt x="0" y="19583"/>
                </a:lnTo>
                <a:lnTo>
                  <a:pt x="0" y="33058"/>
                </a:lnTo>
                <a:lnTo>
                  <a:pt x="7238" y="30619"/>
                </a:lnTo>
                <a:lnTo>
                  <a:pt x="13588" y="26873"/>
                </a:lnTo>
                <a:lnTo>
                  <a:pt x="18923" y="21805"/>
                </a:lnTo>
                <a:lnTo>
                  <a:pt x="18923" y="77724"/>
                </a:lnTo>
                <a:lnTo>
                  <a:pt x="33527" y="77724"/>
                </a:lnTo>
                <a:lnTo>
                  <a:pt x="33527" y="0"/>
                </a:lnTo>
                <a:close/>
              </a:path>
            </a:pathLst>
          </a:custGeom>
          <a:solidFill>
            <a:srgbClr val="4264DE">
              <a:alpha val="10195"/>
            </a:srgbClr>
          </a:solidFill>
        </p:spPr>
        <p:txBody>
          <a:bodyPr wrap="square" lIns="0" tIns="0" rIns="0" bIns="0" rtlCol="0"/>
          <a:lstStyle/>
          <a:p>
            <a:endParaRPr/>
          </a:p>
        </p:txBody>
      </p:sp>
      <p:sp>
        <p:nvSpPr>
          <p:cNvPr id="285" name="object 285"/>
          <p:cNvSpPr/>
          <p:nvPr/>
        </p:nvSpPr>
        <p:spPr>
          <a:xfrm>
            <a:off x="118871" y="6164579"/>
            <a:ext cx="48895" cy="78105"/>
          </a:xfrm>
          <a:custGeom>
            <a:avLst/>
            <a:gdLst/>
            <a:ahLst/>
            <a:cxnLst/>
            <a:rect l="l" t="t" r="r" b="b"/>
            <a:pathLst>
              <a:path w="48894" h="78104">
                <a:moveTo>
                  <a:pt x="31661" y="0"/>
                </a:moveTo>
                <a:lnTo>
                  <a:pt x="17106" y="0"/>
                </a:lnTo>
                <a:lnTo>
                  <a:pt x="11442" y="2590"/>
                </a:lnTo>
                <a:lnTo>
                  <a:pt x="0" y="38735"/>
                </a:lnTo>
                <a:lnTo>
                  <a:pt x="430" y="48929"/>
                </a:lnTo>
                <a:lnTo>
                  <a:pt x="17081" y="77724"/>
                </a:lnTo>
                <a:lnTo>
                  <a:pt x="31661" y="77724"/>
                </a:lnTo>
                <a:lnTo>
                  <a:pt x="37325" y="75133"/>
                </a:lnTo>
                <a:lnTo>
                  <a:pt x="41389" y="69938"/>
                </a:lnTo>
                <a:lnTo>
                  <a:pt x="43929" y="65620"/>
                </a:lnTo>
                <a:lnTo>
                  <a:pt x="22644" y="65620"/>
                </a:lnTo>
                <a:lnTo>
                  <a:pt x="21079" y="65062"/>
                </a:lnTo>
                <a:lnTo>
                  <a:pt x="18402" y="62852"/>
                </a:lnTo>
                <a:lnTo>
                  <a:pt x="17284" y="60629"/>
                </a:lnTo>
                <a:lnTo>
                  <a:pt x="15506" y="53949"/>
                </a:lnTo>
                <a:lnTo>
                  <a:pt x="15142" y="48929"/>
                </a:lnTo>
                <a:lnTo>
                  <a:pt x="15157" y="28735"/>
                </a:lnTo>
                <a:lnTo>
                  <a:pt x="22644" y="12103"/>
                </a:lnTo>
                <a:lnTo>
                  <a:pt x="43924" y="12103"/>
                </a:lnTo>
                <a:lnTo>
                  <a:pt x="41440" y="7886"/>
                </a:lnTo>
                <a:lnTo>
                  <a:pt x="37338" y="2628"/>
                </a:lnTo>
                <a:lnTo>
                  <a:pt x="31661" y="0"/>
                </a:lnTo>
                <a:close/>
              </a:path>
              <a:path w="48894" h="78104">
                <a:moveTo>
                  <a:pt x="43924" y="12103"/>
                </a:moveTo>
                <a:lnTo>
                  <a:pt x="26123" y="12103"/>
                </a:lnTo>
                <a:lnTo>
                  <a:pt x="27673" y="12661"/>
                </a:lnTo>
                <a:lnTo>
                  <a:pt x="30365" y="14909"/>
                </a:lnTo>
                <a:lnTo>
                  <a:pt x="31483" y="17145"/>
                </a:lnTo>
                <a:lnTo>
                  <a:pt x="33261" y="23825"/>
                </a:lnTo>
                <a:lnTo>
                  <a:pt x="33617" y="28735"/>
                </a:lnTo>
                <a:lnTo>
                  <a:pt x="33618" y="48929"/>
                </a:lnTo>
                <a:lnTo>
                  <a:pt x="33210" y="54152"/>
                </a:lnTo>
                <a:lnTo>
                  <a:pt x="31470" y="60794"/>
                </a:lnTo>
                <a:lnTo>
                  <a:pt x="30416" y="62814"/>
                </a:lnTo>
                <a:lnTo>
                  <a:pt x="27638" y="65074"/>
                </a:lnTo>
                <a:lnTo>
                  <a:pt x="26123" y="65620"/>
                </a:lnTo>
                <a:lnTo>
                  <a:pt x="43929" y="65620"/>
                </a:lnTo>
                <a:lnTo>
                  <a:pt x="44615" y="64454"/>
                </a:lnTo>
                <a:lnTo>
                  <a:pt x="46921" y="57451"/>
                </a:lnTo>
                <a:lnTo>
                  <a:pt x="48306" y="48929"/>
                </a:lnTo>
                <a:lnTo>
                  <a:pt x="48768" y="38887"/>
                </a:lnTo>
                <a:lnTo>
                  <a:pt x="48295" y="28735"/>
                </a:lnTo>
                <a:lnTo>
                  <a:pt x="46916" y="20245"/>
                </a:lnTo>
                <a:lnTo>
                  <a:pt x="44647" y="13330"/>
                </a:lnTo>
                <a:lnTo>
                  <a:pt x="43924" y="12103"/>
                </a:lnTo>
                <a:close/>
              </a:path>
            </a:pathLst>
          </a:custGeom>
          <a:solidFill>
            <a:srgbClr val="4264DE">
              <a:alpha val="10195"/>
            </a:srgbClr>
          </a:solidFill>
        </p:spPr>
        <p:txBody>
          <a:bodyPr wrap="square" lIns="0" tIns="0" rIns="0" bIns="0" rtlCol="0"/>
          <a:lstStyle/>
          <a:p>
            <a:endParaRPr/>
          </a:p>
        </p:txBody>
      </p:sp>
      <p:sp>
        <p:nvSpPr>
          <p:cNvPr id="286" name="object 286"/>
          <p:cNvSpPr/>
          <p:nvPr/>
        </p:nvSpPr>
        <p:spPr>
          <a:xfrm>
            <a:off x="300227" y="6166103"/>
            <a:ext cx="33655" cy="76200"/>
          </a:xfrm>
          <a:custGeom>
            <a:avLst/>
            <a:gdLst/>
            <a:ahLst/>
            <a:cxnLst/>
            <a:rect l="l" t="t" r="r" b="b"/>
            <a:pathLst>
              <a:path w="33654" h="76200">
                <a:moveTo>
                  <a:pt x="33528" y="0"/>
                </a:moveTo>
                <a:lnTo>
                  <a:pt x="21653" y="0"/>
                </a:lnTo>
                <a:lnTo>
                  <a:pt x="19989" y="4622"/>
                </a:lnTo>
                <a:lnTo>
                  <a:pt x="16916" y="8674"/>
                </a:lnTo>
                <a:lnTo>
                  <a:pt x="7962" y="15608"/>
                </a:lnTo>
                <a:lnTo>
                  <a:pt x="3822" y="17957"/>
                </a:lnTo>
                <a:lnTo>
                  <a:pt x="0" y="19202"/>
                </a:lnTo>
                <a:lnTo>
                  <a:pt x="0" y="32410"/>
                </a:lnTo>
                <a:lnTo>
                  <a:pt x="7251" y="30022"/>
                </a:lnTo>
                <a:lnTo>
                  <a:pt x="13550" y="26352"/>
                </a:lnTo>
                <a:lnTo>
                  <a:pt x="18897" y="21374"/>
                </a:lnTo>
                <a:lnTo>
                  <a:pt x="18897" y="76200"/>
                </a:lnTo>
                <a:lnTo>
                  <a:pt x="33528" y="76200"/>
                </a:lnTo>
                <a:lnTo>
                  <a:pt x="33528" y="0"/>
                </a:lnTo>
                <a:close/>
              </a:path>
            </a:pathLst>
          </a:custGeom>
          <a:solidFill>
            <a:srgbClr val="4264DE">
              <a:alpha val="10195"/>
            </a:srgbClr>
          </a:solidFill>
        </p:spPr>
        <p:txBody>
          <a:bodyPr wrap="square" lIns="0" tIns="0" rIns="0" bIns="0" rtlCol="0"/>
          <a:lstStyle/>
          <a:p>
            <a:endParaRPr/>
          </a:p>
        </p:txBody>
      </p:sp>
      <p:sp>
        <p:nvSpPr>
          <p:cNvPr id="287" name="object 287"/>
          <p:cNvSpPr/>
          <p:nvPr/>
        </p:nvSpPr>
        <p:spPr>
          <a:xfrm>
            <a:off x="464819" y="6164579"/>
            <a:ext cx="50800" cy="78105"/>
          </a:xfrm>
          <a:custGeom>
            <a:avLst/>
            <a:gdLst/>
            <a:ahLst/>
            <a:cxnLst/>
            <a:rect l="l" t="t" r="r" b="b"/>
            <a:pathLst>
              <a:path w="50800" h="78104">
                <a:moveTo>
                  <a:pt x="32651" y="0"/>
                </a:moveTo>
                <a:lnTo>
                  <a:pt x="17640" y="0"/>
                </a:lnTo>
                <a:lnTo>
                  <a:pt x="11798" y="2590"/>
                </a:lnTo>
                <a:lnTo>
                  <a:pt x="0" y="38735"/>
                </a:lnTo>
                <a:lnTo>
                  <a:pt x="444" y="48929"/>
                </a:lnTo>
                <a:lnTo>
                  <a:pt x="17614" y="77724"/>
                </a:lnTo>
                <a:lnTo>
                  <a:pt x="32651" y="77724"/>
                </a:lnTo>
                <a:lnTo>
                  <a:pt x="38493" y="75133"/>
                </a:lnTo>
                <a:lnTo>
                  <a:pt x="42684" y="69938"/>
                </a:lnTo>
                <a:lnTo>
                  <a:pt x="45303" y="65620"/>
                </a:lnTo>
                <a:lnTo>
                  <a:pt x="23355" y="65620"/>
                </a:lnTo>
                <a:lnTo>
                  <a:pt x="21739" y="65062"/>
                </a:lnTo>
                <a:lnTo>
                  <a:pt x="18973" y="62852"/>
                </a:lnTo>
                <a:lnTo>
                  <a:pt x="17818" y="60629"/>
                </a:lnTo>
                <a:lnTo>
                  <a:pt x="15989" y="53949"/>
                </a:lnTo>
                <a:lnTo>
                  <a:pt x="15615" y="48929"/>
                </a:lnTo>
                <a:lnTo>
                  <a:pt x="15629" y="28735"/>
                </a:lnTo>
                <a:lnTo>
                  <a:pt x="23355" y="12103"/>
                </a:lnTo>
                <a:lnTo>
                  <a:pt x="45297" y="12103"/>
                </a:lnTo>
                <a:lnTo>
                  <a:pt x="42735" y="7886"/>
                </a:lnTo>
                <a:lnTo>
                  <a:pt x="38506" y="2628"/>
                </a:lnTo>
                <a:lnTo>
                  <a:pt x="32651" y="0"/>
                </a:lnTo>
                <a:close/>
              </a:path>
              <a:path w="50800" h="78104">
                <a:moveTo>
                  <a:pt x="45297" y="12103"/>
                </a:moveTo>
                <a:lnTo>
                  <a:pt x="26936" y="12103"/>
                </a:lnTo>
                <a:lnTo>
                  <a:pt x="28536" y="12661"/>
                </a:lnTo>
                <a:lnTo>
                  <a:pt x="31318" y="14909"/>
                </a:lnTo>
                <a:lnTo>
                  <a:pt x="32473" y="17145"/>
                </a:lnTo>
                <a:lnTo>
                  <a:pt x="34302" y="23825"/>
                </a:lnTo>
                <a:lnTo>
                  <a:pt x="34668" y="28735"/>
                </a:lnTo>
                <a:lnTo>
                  <a:pt x="34670" y="48929"/>
                </a:lnTo>
                <a:lnTo>
                  <a:pt x="34251" y="54152"/>
                </a:lnTo>
                <a:lnTo>
                  <a:pt x="33223" y="57886"/>
                </a:lnTo>
                <a:lnTo>
                  <a:pt x="32448" y="60794"/>
                </a:lnTo>
                <a:lnTo>
                  <a:pt x="31356" y="62814"/>
                </a:lnTo>
                <a:lnTo>
                  <a:pt x="28549" y="65062"/>
                </a:lnTo>
                <a:lnTo>
                  <a:pt x="26936" y="65620"/>
                </a:lnTo>
                <a:lnTo>
                  <a:pt x="45303" y="65620"/>
                </a:lnTo>
                <a:lnTo>
                  <a:pt x="46011" y="64454"/>
                </a:lnTo>
                <a:lnTo>
                  <a:pt x="48388" y="57451"/>
                </a:lnTo>
                <a:lnTo>
                  <a:pt x="49815" y="48929"/>
                </a:lnTo>
                <a:lnTo>
                  <a:pt x="50292" y="38887"/>
                </a:lnTo>
                <a:lnTo>
                  <a:pt x="49804" y="28735"/>
                </a:lnTo>
                <a:lnTo>
                  <a:pt x="48382" y="20245"/>
                </a:lnTo>
                <a:lnTo>
                  <a:pt x="46043" y="13330"/>
                </a:lnTo>
                <a:lnTo>
                  <a:pt x="45297" y="12103"/>
                </a:lnTo>
                <a:close/>
              </a:path>
            </a:pathLst>
          </a:custGeom>
          <a:solidFill>
            <a:srgbClr val="4264DE">
              <a:alpha val="10195"/>
            </a:srgbClr>
          </a:solidFill>
        </p:spPr>
        <p:txBody>
          <a:bodyPr wrap="square" lIns="0" tIns="0" rIns="0" bIns="0" rtlCol="0"/>
          <a:lstStyle/>
          <a:p>
            <a:endParaRPr/>
          </a:p>
        </p:txBody>
      </p:sp>
      <p:sp>
        <p:nvSpPr>
          <p:cNvPr id="288" name="object 288"/>
          <p:cNvSpPr/>
          <p:nvPr/>
        </p:nvSpPr>
        <p:spPr>
          <a:xfrm>
            <a:off x="646176" y="6166103"/>
            <a:ext cx="33655" cy="76200"/>
          </a:xfrm>
          <a:custGeom>
            <a:avLst/>
            <a:gdLst/>
            <a:ahLst/>
            <a:cxnLst/>
            <a:rect l="l" t="t" r="r" b="b"/>
            <a:pathLst>
              <a:path w="33654" h="76200">
                <a:moveTo>
                  <a:pt x="33528" y="0"/>
                </a:moveTo>
                <a:lnTo>
                  <a:pt x="21653" y="0"/>
                </a:lnTo>
                <a:lnTo>
                  <a:pt x="19989" y="4622"/>
                </a:lnTo>
                <a:lnTo>
                  <a:pt x="16916" y="8674"/>
                </a:lnTo>
                <a:lnTo>
                  <a:pt x="7962" y="15608"/>
                </a:lnTo>
                <a:lnTo>
                  <a:pt x="3822" y="17957"/>
                </a:lnTo>
                <a:lnTo>
                  <a:pt x="0" y="19202"/>
                </a:lnTo>
                <a:lnTo>
                  <a:pt x="0" y="32410"/>
                </a:lnTo>
                <a:lnTo>
                  <a:pt x="7251" y="30022"/>
                </a:lnTo>
                <a:lnTo>
                  <a:pt x="13550" y="26352"/>
                </a:lnTo>
                <a:lnTo>
                  <a:pt x="18897" y="21374"/>
                </a:lnTo>
                <a:lnTo>
                  <a:pt x="18897" y="76200"/>
                </a:lnTo>
                <a:lnTo>
                  <a:pt x="33528" y="76200"/>
                </a:lnTo>
                <a:lnTo>
                  <a:pt x="33528" y="0"/>
                </a:lnTo>
                <a:close/>
              </a:path>
            </a:pathLst>
          </a:custGeom>
          <a:solidFill>
            <a:srgbClr val="4264DE">
              <a:alpha val="10195"/>
            </a:srgbClr>
          </a:solidFill>
        </p:spPr>
        <p:txBody>
          <a:bodyPr wrap="square" lIns="0" tIns="0" rIns="0" bIns="0" rtlCol="0"/>
          <a:lstStyle/>
          <a:p>
            <a:endParaRPr/>
          </a:p>
        </p:txBody>
      </p:sp>
      <p:sp>
        <p:nvSpPr>
          <p:cNvPr id="289" name="object 289"/>
          <p:cNvSpPr/>
          <p:nvPr/>
        </p:nvSpPr>
        <p:spPr>
          <a:xfrm>
            <a:off x="812291" y="6164579"/>
            <a:ext cx="48895" cy="78105"/>
          </a:xfrm>
          <a:custGeom>
            <a:avLst/>
            <a:gdLst/>
            <a:ahLst/>
            <a:cxnLst/>
            <a:rect l="l" t="t" r="r" b="b"/>
            <a:pathLst>
              <a:path w="48894" h="78104">
                <a:moveTo>
                  <a:pt x="31661" y="0"/>
                </a:moveTo>
                <a:lnTo>
                  <a:pt x="17106" y="0"/>
                </a:lnTo>
                <a:lnTo>
                  <a:pt x="11442" y="2590"/>
                </a:lnTo>
                <a:lnTo>
                  <a:pt x="0" y="38735"/>
                </a:lnTo>
                <a:lnTo>
                  <a:pt x="430" y="48929"/>
                </a:lnTo>
                <a:lnTo>
                  <a:pt x="17081" y="77724"/>
                </a:lnTo>
                <a:lnTo>
                  <a:pt x="31661" y="77724"/>
                </a:lnTo>
                <a:lnTo>
                  <a:pt x="37325" y="75133"/>
                </a:lnTo>
                <a:lnTo>
                  <a:pt x="41389" y="69938"/>
                </a:lnTo>
                <a:lnTo>
                  <a:pt x="43929" y="65620"/>
                </a:lnTo>
                <a:lnTo>
                  <a:pt x="22644" y="65620"/>
                </a:lnTo>
                <a:lnTo>
                  <a:pt x="21079" y="65062"/>
                </a:lnTo>
                <a:lnTo>
                  <a:pt x="18402" y="62852"/>
                </a:lnTo>
                <a:lnTo>
                  <a:pt x="17284" y="60629"/>
                </a:lnTo>
                <a:lnTo>
                  <a:pt x="15506" y="53949"/>
                </a:lnTo>
                <a:lnTo>
                  <a:pt x="15142" y="48929"/>
                </a:lnTo>
                <a:lnTo>
                  <a:pt x="15157" y="28735"/>
                </a:lnTo>
                <a:lnTo>
                  <a:pt x="22644" y="12103"/>
                </a:lnTo>
                <a:lnTo>
                  <a:pt x="43924" y="12103"/>
                </a:lnTo>
                <a:lnTo>
                  <a:pt x="41440" y="7886"/>
                </a:lnTo>
                <a:lnTo>
                  <a:pt x="37338" y="2628"/>
                </a:lnTo>
                <a:lnTo>
                  <a:pt x="31661" y="0"/>
                </a:lnTo>
                <a:close/>
              </a:path>
              <a:path w="48894" h="78104">
                <a:moveTo>
                  <a:pt x="43924" y="12103"/>
                </a:moveTo>
                <a:lnTo>
                  <a:pt x="26123" y="12103"/>
                </a:lnTo>
                <a:lnTo>
                  <a:pt x="27673" y="12661"/>
                </a:lnTo>
                <a:lnTo>
                  <a:pt x="30365" y="14909"/>
                </a:lnTo>
                <a:lnTo>
                  <a:pt x="31483" y="17145"/>
                </a:lnTo>
                <a:lnTo>
                  <a:pt x="33261" y="23825"/>
                </a:lnTo>
                <a:lnTo>
                  <a:pt x="33617" y="28735"/>
                </a:lnTo>
                <a:lnTo>
                  <a:pt x="33618" y="48929"/>
                </a:lnTo>
                <a:lnTo>
                  <a:pt x="33210" y="54152"/>
                </a:lnTo>
                <a:lnTo>
                  <a:pt x="31470" y="60794"/>
                </a:lnTo>
                <a:lnTo>
                  <a:pt x="30416" y="62814"/>
                </a:lnTo>
                <a:lnTo>
                  <a:pt x="27638" y="65074"/>
                </a:lnTo>
                <a:lnTo>
                  <a:pt x="26123" y="65620"/>
                </a:lnTo>
                <a:lnTo>
                  <a:pt x="43929" y="65620"/>
                </a:lnTo>
                <a:lnTo>
                  <a:pt x="44615" y="64454"/>
                </a:lnTo>
                <a:lnTo>
                  <a:pt x="46921" y="57451"/>
                </a:lnTo>
                <a:lnTo>
                  <a:pt x="48306" y="48929"/>
                </a:lnTo>
                <a:lnTo>
                  <a:pt x="48767" y="38887"/>
                </a:lnTo>
                <a:lnTo>
                  <a:pt x="48295" y="28735"/>
                </a:lnTo>
                <a:lnTo>
                  <a:pt x="46916" y="20245"/>
                </a:lnTo>
                <a:lnTo>
                  <a:pt x="44647" y="13330"/>
                </a:lnTo>
                <a:lnTo>
                  <a:pt x="43924" y="12103"/>
                </a:lnTo>
                <a:close/>
              </a:path>
            </a:pathLst>
          </a:custGeom>
          <a:solidFill>
            <a:srgbClr val="4264DE">
              <a:alpha val="10195"/>
            </a:srgbClr>
          </a:solidFill>
        </p:spPr>
        <p:txBody>
          <a:bodyPr wrap="square" lIns="0" tIns="0" rIns="0" bIns="0" rtlCol="0"/>
          <a:lstStyle/>
          <a:p>
            <a:endParaRPr/>
          </a:p>
        </p:txBody>
      </p:sp>
      <p:sp>
        <p:nvSpPr>
          <p:cNvPr id="290" name="object 290"/>
          <p:cNvSpPr/>
          <p:nvPr/>
        </p:nvSpPr>
        <p:spPr>
          <a:xfrm>
            <a:off x="993647" y="6166103"/>
            <a:ext cx="33655" cy="76200"/>
          </a:xfrm>
          <a:custGeom>
            <a:avLst/>
            <a:gdLst/>
            <a:ahLst/>
            <a:cxnLst/>
            <a:rect l="l" t="t" r="r" b="b"/>
            <a:pathLst>
              <a:path w="33655" h="76200">
                <a:moveTo>
                  <a:pt x="33528" y="0"/>
                </a:moveTo>
                <a:lnTo>
                  <a:pt x="21653" y="0"/>
                </a:lnTo>
                <a:lnTo>
                  <a:pt x="19989" y="4622"/>
                </a:lnTo>
                <a:lnTo>
                  <a:pt x="16916" y="8674"/>
                </a:lnTo>
                <a:lnTo>
                  <a:pt x="7962" y="15608"/>
                </a:lnTo>
                <a:lnTo>
                  <a:pt x="3822" y="17957"/>
                </a:lnTo>
                <a:lnTo>
                  <a:pt x="0" y="19202"/>
                </a:lnTo>
                <a:lnTo>
                  <a:pt x="0" y="32410"/>
                </a:lnTo>
                <a:lnTo>
                  <a:pt x="7251" y="30022"/>
                </a:lnTo>
                <a:lnTo>
                  <a:pt x="13550" y="26352"/>
                </a:lnTo>
                <a:lnTo>
                  <a:pt x="18897" y="21374"/>
                </a:lnTo>
                <a:lnTo>
                  <a:pt x="18897" y="76200"/>
                </a:lnTo>
                <a:lnTo>
                  <a:pt x="33528" y="76200"/>
                </a:lnTo>
                <a:lnTo>
                  <a:pt x="33528" y="0"/>
                </a:lnTo>
                <a:close/>
              </a:path>
            </a:pathLst>
          </a:custGeom>
          <a:solidFill>
            <a:srgbClr val="4264DE">
              <a:alpha val="10195"/>
            </a:srgbClr>
          </a:solidFill>
        </p:spPr>
        <p:txBody>
          <a:bodyPr wrap="square" lIns="0" tIns="0" rIns="0" bIns="0" rtlCol="0"/>
          <a:lstStyle/>
          <a:p>
            <a:endParaRPr/>
          </a:p>
        </p:txBody>
      </p:sp>
      <p:sp>
        <p:nvSpPr>
          <p:cNvPr id="291" name="object 291"/>
          <p:cNvSpPr/>
          <p:nvPr/>
        </p:nvSpPr>
        <p:spPr>
          <a:xfrm>
            <a:off x="1158239" y="6164579"/>
            <a:ext cx="50800" cy="78105"/>
          </a:xfrm>
          <a:custGeom>
            <a:avLst/>
            <a:gdLst/>
            <a:ahLst/>
            <a:cxnLst/>
            <a:rect l="l" t="t" r="r" b="b"/>
            <a:pathLst>
              <a:path w="50800" h="78104">
                <a:moveTo>
                  <a:pt x="32651" y="0"/>
                </a:moveTo>
                <a:lnTo>
                  <a:pt x="17640" y="0"/>
                </a:lnTo>
                <a:lnTo>
                  <a:pt x="11798" y="2590"/>
                </a:lnTo>
                <a:lnTo>
                  <a:pt x="0" y="38735"/>
                </a:lnTo>
                <a:lnTo>
                  <a:pt x="444" y="48929"/>
                </a:lnTo>
                <a:lnTo>
                  <a:pt x="17614" y="77724"/>
                </a:lnTo>
                <a:lnTo>
                  <a:pt x="32651" y="77724"/>
                </a:lnTo>
                <a:lnTo>
                  <a:pt x="38493" y="75133"/>
                </a:lnTo>
                <a:lnTo>
                  <a:pt x="42684" y="69938"/>
                </a:lnTo>
                <a:lnTo>
                  <a:pt x="45303" y="65620"/>
                </a:lnTo>
                <a:lnTo>
                  <a:pt x="23355" y="65620"/>
                </a:lnTo>
                <a:lnTo>
                  <a:pt x="21739" y="65062"/>
                </a:lnTo>
                <a:lnTo>
                  <a:pt x="18973" y="62852"/>
                </a:lnTo>
                <a:lnTo>
                  <a:pt x="17818" y="60629"/>
                </a:lnTo>
                <a:lnTo>
                  <a:pt x="15989" y="53949"/>
                </a:lnTo>
                <a:lnTo>
                  <a:pt x="15615" y="48929"/>
                </a:lnTo>
                <a:lnTo>
                  <a:pt x="15629" y="28735"/>
                </a:lnTo>
                <a:lnTo>
                  <a:pt x="23355" y="12103"/>
                </a:lnTo>
                <a:lnTo>
                  <a:pt x="45297" y="12103"/>
                </a:lnTo>
                <a:lnTo>
                  <a:pt x="42735" y="7886"/>
                </a:lnTo>
                <a:lnTo>
                  <a:pt x="38506" y="2628"/>
                </a:lnTo>
                <a:lnTo>
                  <a:pt x="32651" y="0"/>
                </a:lnTo>
                <a:close/>
              </a:path>
              <a:path w="50800" h="78104">
                <a:moveTo>
                  <a:pt x="45297" y="12103"/>
                </a:moveTo>
                <a:lnTo>
                  <a:pt x="26936" y="12103"/>
                </a:lnTo>
                <a:lnTo>
                  <a:pt x="28536" y="12661"/>
                </a:lnTo>
                <a:lnTo>
                  <a:pt x="31318" y="14909"/>
                </a:lnTo>
                <a:lnTo>
                  <a:pt x="32473" y="17145"/>
                </a:lnTo>
                <a:lnTo>
                  <a:pt x="34302" y="23825"/>
                </a:lnTo>
                <a:lnTo>
                  <a:pt x="34668" y="28735"/>
                </a:lnTo>
                <a:lnTo>
                  <a:pt x="34670" y="48929"/>
                </a:lnTo>
                <a:lnTo>
                  <a:pt x="34251" y="54152"/>
                </a:lnTo>
                <a:lnTo>
                  <a:pt x="33223" y="57886"/>
                </a:lnTo>
                <a:lnTo>
                  <a:pt x="32448" y="60794"/>
                </a:lnTo>
                <a:lnTo>
                  <a:pt x="31356" y="62814"/>
                </a:lnTo>
                <a:lnTo>
                  <a:pt x="28549" y="65062"/>
                </a:lnTo>
                <a:lnTo>
                  <a:pt x="26936" y="65620"/>
                </a:lnTo>
                <a:lnTo>
                  <a:pt x="45303" y="65620"/>
                </a:lnTo>
                <a:lnTo>
                  <a:pt x="46011" y="64454"/>
                </a:lnTo>
                <a:lnTo>
                  <a:pt x="48388" y="57451"/>
                </a:lnTo>
                <a:lnTo>
                  <a:pt x="49815" y="48929"/>
                </a:lnTo>
                <a:lnTo>
                  <a:pt x="50291" y="38887"/>
                </a:lnTo>
                <a:lnTo>
                  <a:pt x="49804" y="28735"/>
                </a:lnTo>
                <a:lnTo>
                  <a:pt x="48382" y="20245"/>
                </a:lnTo>
                <a:lnTo>
                  <a:pt x="46043" y="13330"/>
                </a:lnTo>
                <a:lnTo>
                  <a:pt x="45297" y="12103"/>
                </a:lnTo>
                <a:close/>
              </a:path>
            </a:pathLst>
          </a:custGeom>
          <a:solidFill>
            <a:srgbClr val="4264DE">
              <a:alpha val="10195"/>
            </a:srgbClr>
          </a:solidFill>
        </p:spPr>
        <p:txBody>
          <a:bodyPr wrap="square" lIns="0" tIns="0" rIns="0" bIns="0" rtlCol="0"/>
          <a:lstStyle/>
          <a:p>
            <a:endParaRPr/>
          </a:p>
        </p:txBody>
      </p:sp>
      <p:sp>
        <p:nvSpPr>
          <p:cNvPr id="292" name="object 292"/>
          <p:cNvSpPr/>
          <p:nvPr/>
        </p:nvSpPr>
        <p:spPr>
          <a:xfrm>
            <a:off x="1339596" y="6166103"/>
            <a:ext cx="33655" cy="76200"/>
          </a:xfrm>
          <a:custGeom>
            <a:avLst/>
            <a:gdLst/>
            <a:ahLst/>
            <a:cxnLst/>
            <a:rect l="l" t="t" r="r" b="b"/>
            <a:pathLst>
              <a:path w="33655" h="76200">
                <a:moveTo>
                  <a:pt x="33528" y="0"/>
                </a:moveTo>
                <a:lnTo>
                  <a:pt x="21716" y="0"/>
                </a:lnTo>
                <a:lnTo>
                  <a:pt x="19938" y="4622"/>
                </a:lnTo>
                <a:lnTo>
                  <a:pt x="16890" y="8674"/>
                </a:lnTo>
                <a:lnTo>
                  <a:pt x="8000" y="15608"/>
                </a:lnTo>
                <a:lnTo>
                  <a:pt x="3809" y="17957"/>
                </a:lnTo>
                <a:lnTo>
                  <a:pt x="0" y="19202"/>
                </a:lnTo>
                <a:lnTo>
                  <a:pt x="0" y="32410"/>
                </a:lnTo>
                <a:lnTo>
                  <a:pt x="7238" y="30022"/>
                </a:lnTo>
                <a:lnTo>
                  <a:pt x="13588" y="26352"/>
                </a:lnTo>
                <a:lnTo>
                  <a:pt x="18922" y="21374"/>
                </a:lnTo>
                <a:lnTo>
                  <a:pt x="18922" y="76200"/>
                </a:lnTo>
                <a:lnTo>
                  <a:pt x="33528" y="76200"/>
                </a:lnTo>
                <a:lnTo>
                  <a:pt x="33528" y="0"/>
                </a:lnTo>
                <a:close/>
              </a:path>
            </a:pathLst>
          </a:custGeom>
          <a:solidFill>
            <a:srgbClr val="4264DE">
              <a:alpha val="10195"/>
            </a:srgbClr>
          </a:solidFill>
        </p:spPr>
        <p:txBody>
          <a:bodyPr wrap="square" lIns="0" tIns="0" rIns="0" bIns="0" rtlCol="0"/>
          <a:lstStyle/>
          <a:p>
            <a:endParaRPr/>
          </a:p>
        </p:txBody>
      </p:sp>
      <p:sp>
        <p:nvSpPr>
          <p:cNvPr id="293" name="object 293"/>
          <p:cNvSpPr/>
          <p:nvPr/>
        </p:nvSpPr>
        <p:spPr>
          <a:xfrm>
            <a:off x="1505711" y="6164579"/>
            <a:ext cx="48895" cy="78105"/>
          </a:xfrm>
          <a:custGeom>
            <a:avLst/>
            <a:gdLst/>
            <a:ahLst/>
            <a:cxnLst/>
            <a:rect l="l" t="t" r="r" b="b"/>
            <a:pathLst>
              <a:path w="48894" h="78104">
                <a:moveTo>
                  <a:pt x="31622" y="0"/>
                </a:moveTo>
                <a:lnTo>
                  <a:pt x="17144" y="0"/>
                </a:lnTo>
                <a:lnTo>
                  <a:pt x="11429" y="2590"/>
                </a:lnTo>
                <a:lnTo>
                  <a:pt x="0" y="38735"/>
                </a:lnTo>
                <a:lnTo>
                  <a:pt x="438" y="48929"/>
                </a:lnTo>
                <a:lnTo>
                  <a:pt x="17018" y="77724"/>
                </a:lnTo>
                <a:lnTo>
                  <a:pt x="31622" y="77724"/>
                </a:lnTo>
                <a:lnTo>
                  <a:pt x="37337" y="75133"/>
                </a:lnTo>
                <a:lnTo>
                  <a:pt x="41401" y="69938"/>
                </a:lnTo>
                <a:lnTo>
                  <a:pt x="43953" y="65620"/>
                </a:lnTo>
                <a:lnTo>
                  <a:pt x="22606" y="65620"/>
                </a:lnTo>
                <a:lnTo>
                  <a:pt x="21065" y="65062"/>
                </a:lnTo>
                <a:lnTo>
                  <a:pt x="15182" y="48929"/>
                </a:lnTo>
                <a:lnTo>
                  <a:pt x="15186" y="28735"/>
                </a:lnTo>
                <a:lnTo>
                  <a:pt x="22606" y="12103"/>
                </a:lnTo>
                <a:lnTo>
                  <a:pt x="43911" y="12103"/>
                </a:lnTo>
                <a:lnTo>
                  <a:pt x="41401" y="7886"/>
                </a:lnTo>
                <a:lnTo>
                  <a:pt x="37337" y="2628"/>
                </a:lnTo>
                <a:lnTo>
                  <a:pt x="31622" y="0"/>
                </a:lnTo>
                <a:close/>
              </a:path>
              <a:path w="48894" h="78104">
                <a:moveTo>
                  <a:pt x="43911" y="12103"/>
                </a:moveTo>
                <a:lnTo>
                  <a:pt x="26162" y="12103"/>
                </a:lnTo>
                <a:lnTo>
                  <a:pt x="27685" y="12661"/>
                </a:lnTo>
                <a:lnTo>
                  <a:pt x="29082" y="13779"/>
                </a:lnTo>
                <a:lnTo>
                  <a:pt x="33588" y="48929"/>
                </a:lnTo>
                <a:lnTo>
                  <a:pt x="33274" y="54152"/>
                </a:lnTo>
                <a:lnTo>
                  <a:pt x="32257" y="57886"/>
                </a:lnTo>
                <a:lnTo>
                  <a:pt x="31496" y="60794"/>
                </a:lnTo>
                <a:lnTo>
                  <a:pt x="30353" y="62814"/>
                </a:lnTo>
                <a:lnTo>
                  <a:pt x="29051" y="63969"/>
                </a:lnTo>
                <a:lnTo>
                  <a:pt x="27651" y="65074"/>
                </a:lnTo>
                <a:lnTo>
                  <a:pt x="26162" y="65620"/>
                </a:lnTo>
                <a:lnTo>
                  <a:pt x="43953" y="65620"/>
                </a:lnTo>
                <a:lnTo>
                  <a:pt x="44642" y="64454"/>
                </a:lnTo>
                <a:lnTo>
                  <a:pt x="46942" y="57451"/>
                </a:lnTo>
                <a:lnTo>
                  <a:pt x="48313" y="48929"/>
                </a:lnTo>
                <a:lnTo>
                  <a:pt x="48768"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294" name="object 294"/>
          <p:cNvSpPr/>
          <p:nvPr/>
        </p:nvSpPr>
        <p:spPr>
          <a:xfrm>
            <a:off x="1687067" y="6166103"/>
            <a:ext cx="33655" cy="76200"/>
          </a:xfrm>
          <a:custGeom>
            <a:avLst/>
            <a:gdLst/>
            <a:ahLst/>
            <a:cxnLst/>
            <a:rect l="l" t="t" r="r" b="b"/>
            <a:pathLst>
              <a:path w="33655" h="76200">
                <a:moveTo>
                  <a:pt x="33527" y="0"/>
                </a:moveTo>
                <a:lnTo>
                  <a:pt x="21717" y="0"/>
                </a:lnTo>
                <a:lnTo>
                  <a:pt x="19938" y="4622"/>
                </a:lnTo>
                <a:lnTo>
                  <a:pt x="16890" y="8674"/>
                </a:lnTo>
                <a:lnTo>
                  <a:pt x="8000" y="15608"/>
                </a:lnTo>
                <a:lnTo>
                  <a:pt x="3809" y="17957"/>
                </a:lnTo>
                <a:lnTo>
                  <a:pt x="0" y="19202"/>
                </a:lnTo>
                <a:lnTo>
                  <a:pt x="0" y="32410"/>
                </a:lnTo>
                <a:lnTo>
                  <a:pt x="7238" y="30022"/>
                </a:lnTo>
                <a:lnTo>
                  <a:pt x="13588" y="26352"/>
                </a:lnTo>
                <a:lnTo>
                  <a:pt x="18923" y="21374"/>
                </a:lnTo>
                <a:lnTo>
                  <a:pt x="18923" y="76200"/>
                </a:lnTo>
                <a:lnTo>
                  <a:pt x="33527" y="76200"/>
                </a:lnTo>
                <a:lnTo>
                  <a:pt x="33527" y="0"/>
                </a:lnTo>
                <a:close/>
              </a:path>
            </a:pathLst>
          </a:custGeom>
          <a:solidFill>
            <a:srgbClr val="4264DE">
              <a:alpha val="10195"/>
            </a:srgbClr>
          </a:solidFill>
        </p:spPr>
        <p:txBody>
          <a:bodyPr wrap="square" lIns="0" tIns="0" rIns="0" bIns="0" rtlCol="0"/>
          <a:lstStyle/>
          <a:p>
            <a:endParaRPr/>
          </a:p>
        </p:txBody>
      </p:sp>
      <p:sp>
        <p:nvSpPr>
          <p:cNvPr id="295" name="object 295"/>
          <p:cNvSpPr/>
          <p:nvPr/>
        </p:nvSpPr>
        <p:spPr>
          <a:xfrm>
            <a:off x="1851660" y="6164579"/>
            <a:ext cx="50800" cy="78105"/>
          </a:xfrm>
          <a:custGeom>
            <a:avLst/>
            <a:gdLst/>
            <a:ahLst/>
            <a:cxnLst/>
            <a:rect l="l" t="t" r="r" b="b"/>
            <a:pathLst>
              <a:path w="50800" h="78104">
                <a:moveTo>
                  <a:pt x="32638" y="0"/>
                </a:moveTo>
                <a:lnTo>
                  <a:pt x="17652" y="0"/>
                </a:lnTo>
                <a:lnTo>
                  <a:pt x="11810" y="2590"/>
                </a:lnTo>
                <a:lnTo>
                  <a:pt x="0" y="38735"/>
                </a:lnTo>
                <a:lnTo>
                  <a:pt x="440" y="48929"/>
                </a:lnTo>
                <a:lnTo>
                  <a:pt x="17652" y="77724"/>
                </a:lnTo>
                <a:lnTo>
                  <a:pt x="32638" y="77724"/>
                </a:lnTo>
                <a:lnTo>
                  <a:pt x="38481" y="75133"/>
                </a:lnTo>
                <a:lnTo>
                  <a:pt x="42671" y="69938"/>
                </a:lnTo>
                <a:lnTo>
                  <a:pt x="45296" y="65620"/>
                </a:lnTo>
                <a:lnTo>
                  <a:pt x="23367" y="65620"/>
                </a:lnTo>
                <a:lnTo>
                  <a:pt x="21701" y="65062"/>
                </a:lnTo>
                <a:lnTo>
                  <a:pt x="18922" y="62852"/>
                </a:lnTo>
                <a:lnTo>
                  <a:pt x="17779" y="60629"/>
                </a:lnTo>
                <a:lnTo>
                  <a:pt x="16001" y="53949"/>
                </a:lnTo>
                <a:lnTo>
                  <a:pt x="15586" y="48929"/>
                </a:lnTo>
                <a:lnTo>
                  <a:pt x="15591" y="28735"/>
                </a:lnTo>
                <a:lnTo>
                  <a:pt x="23367" y="12103"/>
                </a:lnTo>
                <a:lnTo>
                  <a:pt x="45324" y="12103"/>
                </a:lnTo>
                <a:lnTo>
                  <a:pt x="42798" y="7886"/>
                </a:lnTo>
                <a:lnTo>
                  <a:pt x="38481" y="2628"/>
                </a:lnTo>
                <a:lnTo>
                  <a:pt x="32638" y="0"/>
                </a:lnTo>
                <a:close/>
              </a:path>
              <a:path w="50800" h="78104">
                <a:moveTo>
                  <a:pt x="45324" y="12103"/>
                </a:moveTo>
                <a:lnTo>
                  <a:pt x="26923" y="12103"/>
                </a:lnTo>
                <a:lnTo>
                  <a:pt x="28575" y="12661"/>
                </a:lnTo>
                <a:lnTo>
                  <a:pt x="31368" y="14909"/>
                </a:lnTo>
                <a:lnTo>
                  <a:pt x="32512" y="17145"/>
                </a:lnTo>
                <a:lnTo>
                  <a:pt x="34289" y="23825"/>
                </a:lnTo>
                <a:lnTo>
                  <a:pt x="34696" y="28735"/>
                </a:lnTo>
                <a:lnTo>
                  <a:pt x="34708" y="48929"/>
                </a:lnTo>
                <a:lnTo>
                  <a:pt x="34289" y="54152"/>
                </a:lnTo>
                <a:lnTo>
                  <a:pt x="33273" y="57886"/>
                </a:lnTo>
                <a:lnTo>
                  <a:pt x="32512" y="60794"/>
                </a:lnTo>
                <a:lnTo>
                  <a:pt x="31368" y="62814"/>
                </a:lnTo>
                <a:lnTo>
                  <a:pt x="28575" y="65062"/>
                </a:lnTo>
                <a:lnTo>
                  <a:pt x="26923" y="65620"/>
                </a:lnTo>
                <a:lnTo>
                  <a:pt x="45296" y="65620"/>
                </a:lnTo>
                <a:lnTo>
                  <a:pt x="46005" y="64454"/>
                </a:lnTo>
                <a:lnTo>
                  <a:pt x="48387" y="57451"/>
                </a:lnTo>
                <a:lnTo>
                  <a:pt x="49815" y="48929"/>
                </a:lnTo>
                <a:lnTo>
                  <a:pt x="50291"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296" name="object 296"/>
          <p:cNvSpPr/>
          <p:nvPr/>
        </p:nvSpPr>
        <p:spPr>
          <a:xfrm>
            <a:off x="2033016" y="6166103"/>
            <a:ext cx="33655" cy="76200"/>
          </a:xfrm>
          <a:custGeom>
            <a:avLst/>
            <a:gdLst/>
            <a:ahLst/>
            <a:cxnLst/>
            <a:rect l="l" t="t" r="r" b="b"/>
            <a:pathLst>
              <a:path w="33655" h="76200">
                <a:moveTo>
                  <a:pt x="33527" y="0"/>
                </a:moveTo>
                <a:lnTo>
                  <a:pt x="21716" y="0"/>
                </a:lnTo>
                <a:lnTo>
                  <a:pt x="19938" y="4622"/>
                </a:lnTo>
                <a:lnTo>
                  <a:pt x="16890" y="8674"/>
                </a:lnTo>
                <a:lnTo>
                  <a:pt x="8000" y="15608"/>
                </a:lnTo>
                <a:lnTo>
                  <a:pt x="3809" y="17957"/>
                </a:lnTo>
                <a:lnTo>
                  <a:pt x="0" y="19202"/>
                </a:lnTo>
                <a:lnTo>
                  <a:pt x="0" y="32410"/>
                </a:lnTo>
                <a:lnTo>
                  <a:pt x="7238" y="30022"/>
                </a:lnTo>
                <a:lnTo>
                  <a:pt x="13588" y="26352"/>
                </a:lnTo>
                <a:lnTo>
                  <a:pt x="18922" y="21374"/>
                </a:lnTo>
                <a:lnTo>
                  <a:pt x="18922" y="76200"/>
                </a:lnTo>
                <a:lnTo>
                  <a:pt x="33527" y="76200"/>
                </a:lnTo>
                <a:lnTo>
                  <a:pt x="33527" y="0"/>
                </a:lnTo>
                <a:close/>
              </a:path>
            </a:pathLst>
          </a:custGeom>
          <a:solidFill>
            <a:srgbClr val="4264DE">
              <a:alpha val="10195"/>
            </a:srgbClr>
          </a:solidFill>
        </p:spPr>
        <p:txBody>
          <a:bodyPr wrap="square" lIns="0" tIns="0" rIns="0" bIns="0" rtlCol="0"/>
          <a:lstStyle/>
          <a:p>
            <a:endParaRPr/>
          </a:p>
        </p:txBody>
      </p:sp>
      <p:sp>
        <p:nvSpPr>
          <p:cNvPr id="297" name="object 297"/>
          <p:cNvSpPr/>
          <p:nvPr/>
        </p:nvSpPr>
        <p:spPr>
          <a:xfrm>
            <a:off x="2199132" y="6164579"/>
            <a:ext cx="48895" cy="78105"/>
          </a:xfrm>
          <a:custGeom>
            <a:avLst/>
            <a:gdLst/>
            <a:ahLst/>
            <a:cxnLst/>
            <a:rect l="l" t="t" r="r" b="b"/>
            <a:pathLst>
              <a:path w="48894" h="78104">
                <a:moveTo>
                  <a:pt x="31623" y="0"/>
                </a:moveTo>
                <a:lnTo>
                  <a:pt x="17144" y="0"/>
                </a:lnTo>
                <a:lnTo>
                  <a:pt x="11430" y="2590"/>
                </a:lnTo>
                <a:lnTo>
                  <a:pt x="0" y="38735"/>
                </a:lnTo>
                <a:lnTo>
                  <a:pt x="438" y="48929"/>
                </a:lnTo>
                <a:lnTo>
                  <a:pt x="17018" y="77724"/>
                </a:lnTo>
                <a:lnTo>
                  <a:pt x="31623" y="77724"/>
                </a:lnTo>
                <a:lnTo>
                  <a:pt x="37337" y="75133"/>
                </a:lnTo>
                <a:lnTo>
                  <a:pt x="41401" y="69938"/>
                </a:lnTo>
                <a:lnTo>
                  <a:pt x="43953" y="65620"/>
                </a:lnTo>
                <a:lnTo>
                  <a:pt x="22606" y="65620"/>
                </a:lnTo>
                <a:lnTo>
                  <a:pt x="21065" y="65062"/>
                </a:lnTo>
                <a:lnTo>
                  <a:pt x="15182" y="48929"/>
                </a:lnTo>
                <a:lnTo>
                  <a:pt x="15186" y="28735"/>
                </a:lnTo>
                <a:lnTo>
                  <a:pt x="22606" y="12103"/>
                </a:lnTo>
                <a:lnTo>
                  <a:pt x="43911" y="12103"/>
                </a:lnTo>
                <a:lnTo>
                  <a:pt x="41401" y="7886"/>
                </a:lnTo>
                <a:lnTo>
                  <a:pt x="37337" y="2628"/>
                </a:lnTo>
                <a:lnTo>
                  <a:pt x="31623" y="0"/>
                </a:lnTo>
                <a:close/>
              </a:path>
              <a:path w="48894" h="78104">
                <a:moveTo>
                  <a:pt x="43911" y="12103"/>
                </a:moveTo>
                <a:lnTo>
                  <a:pt x="26162" y="12103"/>
                </a:lnTo>
                <a:lnTo>
                  <a:pt x="27686" y="12661"/>
                </a:lnTo>
                <a:lnTo>
                  <a:pt x="29082" y="13779"/>
                </a:lnTo>
                <a:lnTo>
                  <a:pt x="33588" y="48929"/>
                </a:lnTo>
                <a:lnTo>
                  <a:pt x="33274" y="54152"/>
                </a:lnTo>
                <a:lnTo>
                  <a:pt x="32257" y="57886"/>
                </a:lnTo>
                <a:lnTo>
                  <a:pt x="31495" y="60794"/>
                </a:lnTo>
                <a:lnTo>
                  <a:pt x="30353" y="62814"/>
                </a:lnTo>
                <a:lnTo>
                  <a:pt x="29051" y="63969"/>
                </a:lnTo>
                <a:lnTo>
                  <a:pt x="27651" y="65074"/>
                </a:lnTo>
                <a:lnTo>
                  <a:pt x="26162" y="65620"/>
                </a:lnTo>
                <a:lnTo>
                  <a:pt x="43953" y="65620"/>
                </a:lnTo>
                <a:lnTo>
                  <a:pt x="44642" y="64454"/>
                </a:lnTo>
                <a:lnTo>
                  <a:pt x="46942" y="57451"/>
                </a:lnTo>
                <a:lnTo>
                  <a:pt x="48313" y="48929"/>
                </a:lnTo>
                <a:lnTo>
                  <a:pt x="48768"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298" name="object 298"/>
          <p:cNvSpPr/>
          <p:nvPr/>
        </p:nvSpPr>
        <p:spPr>
          <a:xfrm>
            <a:off x="2380488" y="6166103"/>
            <a:ext cx="33655" cy="76200"/>
          </a:xfrm>
          <a:custGeom>
            <a:avLst/>
            <a:gdLst/>
            <a:ahLst/>
            <a:cxnLst/>
            <a:rect l="l" t="t" r="r" b="b"/>
            <a:pathLst>
              <a:path w="33655" h="76200">
                <a:moveTo>
                  <a:pt x="33528" y="0"/>
                </a:moveTo>
                <a:lnTo>
                  <a:pt x="21717" y="0"/>
                </a:lnTo>
                <a:lnTo>
                  <a:pt x="19938" y="4622"/>
                </a:lnTo>
                <a:lnTo>
                  <a:pt x="16891" y="8674"/>
                </a:lnTo>
                <a:lnTo>
                  <a:pt x="8000" y="15608"/>
                </a:lnTo>
                <a:lnTo>
                  <a:pt x="3810" y="17957"/>
                </a:lnTo>
                <a:lnTo>
                  <a:pt x="0" y="19202"/>
                </a:lnTo>
                <a:lnTo>
                  <a:pt x="0" y="32410"/>
                </a:lnTo>
                <a:lnTo>
                  <a:pt x="7238" y="30022"/>
                </a:lnTo>
                <a:lnTo>
                  <a:pt x="13588" y="26352"/>
                </a:lnTo>
                <a:lnTo>
                  <a:pt x="18923" y="21374"/>
                </a:lnTo>
                <a:lnTo>
                  <a:pt x="18923" y="76200"/>
                </a:lnTo>
                <a:lnTo>
                  <a:pt x="33528" y="76200"/>
                </a:lnTo>
                <a:lnTo>
                  <a:pt x="33528" y="0"/>
                </a:lnTo>
                <a:close/>
              </a:path>
            </a:pathLst>
          </a:custGeom>
          <a:solidFill>
            <a:srgbClr val="4264DE">
              <a:alpha val="10195"/>
            </a:srgbClr>
          </a:solidFill>
        </p:spPr>
        <p:txBody>
          <a:bodyPr wrap="square" lIns="0" tIns="0" rIns="0" bIns="0" rtlCol="0"/>
          <a:lstStyle/>
          <a:p>
            <a:endParaRPr/>
          </a:p>
        </p:txBody>
      </p:sp>
      <p:sp>
        <p:nvSpPr>
          <p:cNvPr id="299" name="object 299"/>
          <p:cNvSpPr/>
          <p:nvPr/>
        </p:nvSpPr>
        <p:spPr>
          <a:xfrm>
            <a:off x="2545079" y="6164579"/>
            <a:ext cx="50800" cy="78105"/>
          </a:xfrm>
          <a:custGeom>
            <a:avLst/>
            <a:gdLst/>
            <a:ahLst/>
            <a:cxnLst/>
            <a:rect l="l" t="t" r="r" b="b"/>
            <a:pathLst>
              <a:path w="50800" h="78104">
                <a:moveTo>
                  <a:pt x="32638" y="0"/>
                </a:moveTo>
                <a:lnTo>
                  <a:pt x="17652" y="0"/>
                </a:lnTo>
                <a:lnTo>
                  <a:pt x="11811" y="2590"/>
                </a:lnTo>
                <a:lnTo>
                  <a:pt x="0" y="38735"/>
                </a:lnTo>
                <a:lnTo>
                  <a:pt x="440" y="48929"/>
                </a:lnTo>
                <a:lnTo>
                  <a:pt x="17652" y="77724"/>
                </a:lnTo>
                <a:lnTo>
                  <a:pt x="32638" y="77724"/>
                </a:lnTo>
                <a:lnTo>
                  <a:pt x="38481" y="75133"/>
                </a:lnTo>
                <a:lnTo>
                  <a:pt x="42671" y="69938"/>
                </a:lnTo>
                <a:lnTo>
                  <a:pt x="45296" y="65620"/>
                </a:lnTo>
                <a:lnTo>
                  <a:pt x="23368" y="65620"/>
                </a:lnTo>
                <a:lnTo>
                  <a:pt x="21701" y="65062"/>
                </a:lnTo>
                <a:lnTo>
                  <a:pt x="18922" y="62852"/>
                </a:lnTo>
                <a:lnTo>
                  <a:pt x="17780" y="60629"/>
                </a:lnTo>
                <a:lnTo>
                  <a:pt x="16001" y="53949"/>
                </a:lnTo>
                <a:lnTo>
                  <a:pt x="15586" y="48929"/>
                </a:lnTo>
                <a:lnTo>
                  <a:pt x="15591" y="28735"/>
                </a:lnTo>
                <a:lnTo>
                  <a:pt x="23368" y="12103"/>
                </a:lnTo>
                <a:lnTo>
                  <a:pt x="45324" y="12103"/>
                </a:lnTo>
                <a:lnTo>
                  <a:pt x="42799" y="7886"/>
                </a:lnTo>
                <a:lnTo>
                  <a:pt x="38481" y="2628"/>
                </a:lnTo>
                <a:lnTo>
                  <a:pt x="32638" y="0"/>
                </a:lnTo>
                <a:close/>
              </a:path>
              <a:path w="50800" h="78104">
                <a:moveTo>
                  <a:pt x="45324" y="12103"/>
                </a:moveTo>
                <a:lnTo>
                  <a:pt x="26924" y="12103"/>
                </a:lnTo>
                <a:lnTo>
                  <a:pt x="28575" y="12661"/>
                </a:lnTo>
                <a:lnTo>
                  <a:pt x="31368" y="14909"/>
                </a:lnTo>
                <a:lnTo>
                  <a:pt x="32512" y="17145"/>
                </a:lnTo>
                <a:lnTo>
                  <a:pt x="34289" y="23825"/>
                </a:lnTo>
                <a:lnTo>
                  <a:pt x="34696" y="28735"/>
                </a:lnTo>
                <a:lnTo>
                  <a:pt x="34708" y="48929"/>
                </a:lnTo>
                <a:lnTo>
                  <a:pt x="34289" y="54152"/>
                </a:lnTo>
                <a:lnTo>
                  <a:pt x="33274" y="57886"/>
                </a:lnTo>
                <a:lnTo>
                  <a:pt x="32512" y="60794"/>
                </a:lnTo>
                <a:lnTo>
                  <a:pt x="31368" y="62814"/>
                </a:lnTo>
                <a:lnTo>
                  <a:pt x="28575" y="65062"/>
                </a:lnTo>
                <a:lnTo>
                  <a:pt x="26924" y="65620"/>
                </a:lnTo>
                <a:lnTo>
                  <a:pt x="45296" y="65620"/>
                </a:lnTo>
                <a:lnTo>
                  <a:pt x="46005" y="64454"/>
                </a:lnTo>
                <a:lnTo>
                  <a:pt x="48387" y="57451"/>
                </a:lnTo>
                <a:lnTo>
                  <a:pt x="49815" y="48929"/>
                </a:lnTo>
                <a:lnTo>
                  <a:pt x="50292"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300" name="object 300"/>
          <p:cNvSpPr/>
          <p:nvPr/>
        </p:nvSpPr>
        <p:spPr>
          <a:xfrm>
            <a:off x="2726435" y="6166103"/>
            <a:ext cx="33655" cy="76200"/>
          </a:xfrm>
          <a:custGeom>
            <a:avLst/>
            <a:gdLst/>
            <a:ahLst/>
            <a:cxnLst/>
            <a:rect l="l" t="t" r="r" b="b"/>
            <a:pathLst>
              <a:path w="33655" h="76200">
                <a:moveTo>
                  <a:pt x="33527" y="0"/>
                </a:moveTo>
                <a:lnTo>
                  <a:pt x="21716" y="0"/>
                </a:lnTo>
                <a:lnTo>
                  <a:pt x="19938" y="4622"/>
                </a:lnTo>
                <a:lnTo>
                  <a:pt x="16890" y="8674"/>
                </a:lnTo>
                <a:lnTo>
                  <a:pt x="8000" y="15608"/>
                </a:lnTo>
                <a:lnTo>
                  <a:pt x="3809" y="17957"/>
                </a:lnTo>
                <a:lnTo>
                  <a:pt x="0" y="19202"/>
                </a:lnTo>
                <a:lnTo>
                  <a:pt x="0" y="32410"/>
                </a:lnTo>
                <a:lnTo>
                  <a:pt x="7238" y="30022"/>
                </a:lnTo>
                <a:lnTo>
                  <a:pt x="13588" y="26352"/>
                </a:lnTo>
                <a:lnTo>
                  <a:pt x="18922" y="21374"/>
                </a:lnTo>
                <a:lnTo>
                  <a:pt x="18922" y="76200"/>
                </a:lnTo>
                <a:lnTo>
                  <a:pt x="33527" y="76200"/>
                </a:lnTo>
                <a:lnTo>
                  <a:pt x="33527" y="0"/>
                </a:lnTo>
                <a:close/>
              </a:path>
            </a:pathLst>
          </a:custGeom>
          <a:solidFill>
            <a:srgbClr val="4264DE">
              <a:alpha val="10195"/>
            </a:srgbClr>
          </a:solidFill>
        </p:spPr>
        <p:txBody>
          <a:bodyPr wrap="square" lIns="0" tIns="0" rIns="0" bIns="0" rtlCol="0"/>
          <a:lstStyle/>
          <a:p>
            <a:endParaRPr/>
          </a:p>
        </p:txBody>
      </p:sp>
      <p:sp>
        <p:nvSpPr>
          <p:cNvPr id="301" name="object 301"/>
          <p:cNvSpPr/>
          <p:nvPr/>
        </p:nvSpPr>
        <p:spPr>
          <a:xfrm>
            <a:off x="2892551" y="6164579"/>
            <a:ext cx="48895" cy="78105"/>
          </a:xfrm>
          <a:custGeom>
            <a:avLst/>
            <a:gdLst/>
            <a:ahLst/>
            <a:cxnLst/>
            <a:rect l="l" t="t" r="r" b="b"/>
            <a:pathLst>
              <a:path w="48894" h="78104">
                <a:moveTo>
                  <a:pt x="31623" y="0"/>
                </a:moveTo>
                <a:lnTo>
                  <a:pt x="17145" y="0"/>
                </a:lnTo>
                <a:lnTo>
                  <a:pt x="11430" y="2590"/>
                </a:lnTo>
                <a:lnTo>
                  <a:pt x="0" y="38735"/>
                </a:lnTo>
                <a:lnTo>
                  <a:pt x="438" y="48929"/>
                </a:lnTo>
                <a:lnTo>
                  <a:pt x="17018" y="77724"/>
                </a:lnTo>
                <a:lnTo>
                  <a:pt x="31623" y="77724"/>
                </a:lnTo>
                <a:lnTo>
                  <a:pt x="37337" y="75133"/>
                </a:lnTo>
                <a:lnTo>
                  <a:pt x="41402" y="69938"/>
                </a:lnTo>
                <a:lnTo>
                  <a:pt x="43953" y="65620"/>
                </a:lnTo>
                <a:lnTo>
                  <a:pt x="22606" y="65620"/>
                </a:lnTo>
                <a:lnTo>
                  <a:pt x="21065" y="65062"/>
                </a:lnTo>
                <a:lnTo>
                  <a:pt x="15182" y="48929"/>
                </a:lnTo>
                <a:lnTo>
                  <a:pt x="15186" y="28735"/>
                </a:lnTo>
                <a:lnTo>
                  <a:pt x="22606" y="12103"/>
                </a:lnTo>
                <a:lnTo>
                  <a:pt x="43911" y="12103"/>
                </a:lnTo>
                <a:lnTo>
                  <a:pt x="41402" y="7886"/>
                </a:lnTo>
                <a:lnTo>
                  <a:pt x="37337" y="2628"/>
                </a:lnTo>
                <a:lnTo>
                  <a:pt x="31623" y="0"/>
                </a:lnTo>
                <a:close/>
              </a:path>
              <a:path w="48894" h="78104">
                <a:moveTo>
                  <a:pt x="43911" y="12103"/>
                </a:moveTo>
                <a:lnTo>
                  <a:pt x="26162" y="12103"/>
                </a:lnTo>
                <a:lnTo>
                  <a:pt x="27686" y="12661"/>
                </a:lnTo>
                <a:lnTo>
                  <a:pt x="29083" y="13779"/>
                </a:lnTo>
                <a:lnTo>
                  <a:pt x="33588" y="48929"/>
                </a:lnTo>
                <a:lnTo>
                  <a:pt x="33274" y="54152"/>
                </a:lnTo>
                <a:lnTo>
                  <a:pt x="32258" y="57886"/>
                </a:lnTo>
                <a:lnTo>
                  <a:pt x="31496" y="60794"/>
                </a:lnTo>
                <a:lnTo>
                  <a:pt x="30353" y="62814"/>
                </a:lnTo>
                <a:lnTo>
                  <a:pt x="29051" y="63969"/>
                </a:lnTo>
                <a:lnTo>
                  <a:pt x="27651" y="65074"/>
                </a:lnTo>
                <a:lnTo>
                  <a:pt x="26162" y="65620"/>
                </a:lnTo>
                <a:lnTo>
                  <a:pt x="43953" y="65620"/>
                </a:lnTo>
                <a:lnTo>
                  <a:pt x="44642" y="64454"/>
                </a:lnTo>
                <a:lnTo>
                  <a:pt x="46942" y="57451"/>
                </a:lnTo>
                <a:lnTo>
                  <a:pt x="48313" y="48929"/>
                </a:lnTo>
                <a:lnTo>
                  <a:pt x="48768"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302" name="object 302"/>
          <p:cNvSpPr/>
          <p:nvPr/>
        </p:nvSpPr>
        <p:spPr>
          <a:xfrm>
            <a:off x="3073907" y="6166103"/>
            <a:ext cx="33655" cy="76200"/>
          </a:xfrm>
          <a:custGeom>
            <a:avLst/>
            <a:gdLst/>
            <a:ahLst/>
            <a:cxnLst/>
            <a:rect l="l" t="t" r="r" b="b"/>
            <a:pathLst>
              <a:path w="33655" h="76200">
                <a:moveTo>
                  <a:pt x="33528" y="0"/>
                </a:moveTo>
                <a:lnTo>
                  <a:pt x="21717" y="0"/>
                </a:lnTo>
                <a:lnTo>
                  <a:pt x="19939" y="4622"/>
                </a:lnTo>
                <a:lnTo>
                  <a:pt x="16891" y="8674"/>
                </a:lnTo>
                <a:lnTo>
                  <a:pt x="8000" y="15608"/>
                </a:lnTo>
                <a:lnTo>
                  <a:pt x="3810" y="17957"/>
                </a:lnTo>
                <a:lnTo>
                  <a:pt x="0" y="19202"/>
                </a:lnTo>
                <a:lnTo>
                  <a:pt x="0" y="32410"/>
                </a:lnTo>
                <a:lnTo>
                  <a:pt x="7239" y="30022"/>
                </a:lnTo>
                <a:lnTo>
                  <a:pt x="13589" y="26352"/>
                </a:lnTo>
                <a:lnTo>
                  <a:pt x="18923" y="21374"/>
                </a:lnTo>
                <a:lnTo>
                  <a:pt x="18923" y="76200"/>
                </a:lnTo>
                <a:lnTo>
                  <a:pt x="33528" y="76200"/>
                </a:lnTo>
                <a:lnTo>
                  <a:pt x="33528" y="0"/>
                </a:lnTo>
                <a:close/>
              </a:path>
            </a:pathLst>
          </a:custGeom>
          <a:solidFill>
            <a:srgbClr val="4264DE">
              <a:alpha val="10195"/>
            </a:srgbClr>
          </a:solidFill>
        </p:spPr>
        <p:txBody>
          <a:bodyPr wrap="square" lIns="0" tIns="0" rIns="0" bIns="0" rtlCol="0"/>
          <a:lstStyle/>
          <a:p>
            <a:endParaRPr/>
          </a:p>
        </p:txBody>
      </p:sp>
      <p:sp>
        <p:nvSpPr>
          <p:cNvPr id="303" name="object 303"/>
          <p:cNvSpPr/>
          <p:nvPr/>
        </p:nvSpPr>
        <p:spPr>
          <a:xfrm>
            <a:off x="3238500" y="6164579"/>
            <a:ext cx="50800" cy="78105"/>
          </a:xfrm>
          <a:custGeom>
            <a:avLst/>
            <a:gdLst/>
            <a:ahLst/>
            <a:cxnLst/>
            <a:rect l="l" t="t" r="r" b="b"/>
            <a:pathLst>
              <a:path w="50800" h="78104">
                <a:moveTo>
                  <a:pt x="32638" y="0"/>
                </a:moveTo>
                <a:lnTo>
                  <a:pt x="17652" y="0"/>
                </a:lnTo>
                <a:lnTo>
                  <a:pt x="11811" y="2590"/>
                </a:lnTo>
                <a:lnTo>
                  <a:pt x="0" y="38735"/>
                </a:lnTo>
                <a:lnTo>
                  <a:pt x="440" y="48929"/>
                </a:lnTo>
                <a:lnTo>
                  <a:pt x="17652" y="77724"/>
                </a:lnTo>
                <a:lnTo>
                  <a:pt x="32638" y="77724"/>
                </a:lnTo>
                <a:lnTo>
                  <a:pt x="38480" y="75133"/>
                </a:lnTo>
                <a:lnTo>
                  <a:pt x="42672" y="69938"/>
                </a:lnTo>
                <a:lnTo>
                  <a:pt x="45296" y="65620"/>
                </a:lnTo>
                <a:lnTo>
                  <a:pt x="23367" y="65620"/>
                </a:lnTo>
                <a:lnTo>
                  <a:pt x="21701" y="65062"/>
                </a:lnTo>
                <a:lnTo>
                  <a:pt x="18923" y="62852"/>
                </a:lnTo>
                <a:lnTo>
                  <a:pt x="17779" y="60629"/>
                </a:lnTo>
                <a:lnTo>
                  <a:pt x="16001" y="53949"/>
                </a:lnTo>
                <a:lnTo>
                  <a:pt x="15586" y="48929"/>
                </a:lnTo>
                <a:lnTo>
                  <a:pt x="15591" y="28735"/>
                </a:lnTo>
                <a:lnTo>
                  <a:pt x="23367" y="12103"/>
                </a:lnTo>
                <a:lnTo>
                  <a:pt x="45324" y="12103"/>
                </a:lnTo>
                <a:lnTo>
                  <a:pt x="42799" y="7886"/>
                </a:lnTo>
                <a:lnTo>
                  <a:pt x="38480" y="2628"/>
                </a:lnTo>
                <a:lnTo>
                  <a:pt x="32638" y="0"/>
                </a:lnTo>
                <a:close/>
              </a:path>
              <a:path w="50800" h="78104">
                <a:moveTo>
                  <a:pt x="45324" y="12103"/>
                </a:moveTo>
                <a:lnTo>
                  <a:pt x="26924" y="12103"/>
                </a:lnTo>
                <a:lnTo>
                  <a:pt x="28575" y="12661"/>
                </a:lnTo>
                <a:lnTo>
                  <a:pt x="31369" y="14909"/>
                </a:lnTo>
                <a:lnTo>
                  <a:pt x="32512" y="17145"/>
                </a:lnTo>
                <a:lnTo>
                  <a:pt x="34289" y="23825"/>
                </a:lnTo>
                <a:lnTo>
                  <a:pt x="34696" y="28735"/>
                </a:lnTo>
                <a:lnTo>
                  <a:pt x="34708" y="48929"/>
                </a:lnTo>
                <a:lnTo>
                  <a:pt x="34289" y="54152"/>
                </a:lnTo>
                <a:lnTo>
                  <a:pt x="33274" y="57886"/>
                </a:lnTo>
                <a:lnTo>
                  <a:pt x="32512" y="60794"/>
                </a:lnTo>
                <a:lnTo>
                  <a:pt x="31369" y="62814"/>
                </a:lnTo>
                <a:lnTo>
                  <a:pt x="28575" y="65062"/>
                </a:lnTo>
                <a:lnTo>
                  <a:pt x="26924" y="65620"/>
                </a:lnTo>
                <a:lnTo>
                  <a:pt x="45296" y="65620"/>
                </a:lnTo>
                <a:lnTo>
                  <a:pt x="46005" y="64454"/>
                </a:lnTo>
                <a:lnTo>
                  <a:pt x="48386" y="57451"/>
                </a:lnTo>
                <a:lnTo>
                  <a:pt x="49815" y="48929"/>
                </a:lnTo>
                <a:lnTo>
                  <a:pt x="50291"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304" name="object 304"/>
          <p:cNvSpPr/>
          <p:nvPr/>
        </p:nvSpPr>
        <p:spPr>
          <a:xfrm>
            <a:off x="3419855" y="6166103"/>
            <a:ext cx="33655" cy="76200"/>
          </a:xfrm>
          <a:custGeom>
            <a:avLst/>
            <a:gdLst/>
            <a:ahLst/>
            <a:cxnLst/>
            <a:rect l="l" t="t" r="r" b="b"/>
            <a:pathLst>
              <a:path w="33654" h="76200">
                <a:moveTo>
                  <a:pt x="33528" y="0"/>
                </a:moveTo>
                <a:lnTo>
                  <a:pt x="21717" y="0"/>
                </a:lnTo>
                <a:lnTo>
                  <a:pt x="19939" y="4622"/>
                </a:lnTo>
                <a:lnTo>
                  <a:pt x="16891" y="8674"/>
                </a:lnTo>
                <a:lnTo>
                  <a:pt x="8001" y="15608"/>
                </a:lnTo>
                <a:lnTo>
                  <a:pt x="3810" y="17957"/>
                </a:lnTo>
                <a:lnTo>
                  <a:pt x="0" y="19202"/>
                </a:lnTo>
                <a:lnTo>
                  <a:pt x="0" y="32410"/>
                </a:lnTo>
                <a:lnTo>
                  <a:pt x="7239" y="30022"/>
                </a:lnTo>
                <a:lnTo>
                  <a:pt x="13589" y="26352"/>
                </a:lnTo>
                <a:lnTo>
                  <a:pt x="18923" y="21374"/>
                </a:lnTo>
                <a:lnTo>
                  <a:pt x="18923" y="76200"/>
                </a:lnTo>
                <a:lnTo>
                  <a:pt x="33528" y="76200"/>
                </a:lnTo>
                <a:lnTo>
                  <a:pt x="33528" y="0"/>
                </a:lnTo>
                <a:close/>
              </a:path>
            </a:pathLst>
          </a:custGeom>
          <a:solidFill>
            <a:srgbClr val="4264DE">
              <a:alpha val="10195"/>
            </a:srgbClr>
          </a:solidFill>
        </p:spPr>
        <p:txBody>
          <a:bodyPr wrap="square" lIns="0" tIns="0" rIns="0" bIns="0" rtlCol="0"/>
          <a:lstStyle/>
          <a:p>
            <a:endParaRPr/>
          </a:p>
        </p:txBody>
      </p:sp>
      <p:sp>
        <p:nvSpPr>
          <p:cNvPr id="305" name="object 305"/>
          <p:cNvSpPr/>
          <p:nvPr/>
        </p:nvSpPr>
        <p:spPr>
          <a:xfrm>
            <a:off x="3585971" y="6164579"/>
            <a:ext cx="48895" cy="78105"/>
          </a:xfrm>
          <a:custGeom>
            <a:avLst/>
            <a:gdLst/>
            <a:ahLst/>
            <a:cxnLst/>
            <a:rect l="l" t="t" r="r" b="b"/>
            <a:pathLst>
              <a:path w="48895" h="78104">
                <a:moveTo>
                  <a:pt x="31623" y="0"/>
                </a:moveTo>
                <a:lnTo>
                  <a:pt x="17144" y="0"/>
                </a:lnTo>
                <a:lnTo>
                  <a:pt x="11429" y="2590"/>
                </a:lnTo>
                <a:lnTo>
                  <a:pt x="0" y="38735"/>
                </a:lnTo>
                <a:lnTo>
                  <a:pt x="438" y="48929"/>
                </a:lnTo>
                <a:lnTo>
                  <a:pt x="17017" y="77724"/>
                </a:lnTo>
                <a:lnTo>
                  <a:pt x="31623" y="77724"/>
                </a:lnTo>
                <a:lnTo>
                  <a:pt x="37337" y="75133"/>
                </a:lnTo>
                <a:lnTo>
                  <a:pt x="41401" y="69938"/>
                </a:lnTo>
                <a:lnTo>
                  <a:pt x="43953" y="65620"/>
                </a:lnTo>
                <a:lnTo>
                  <a:pt x="22605" y="65620"/>
                </a:lnTo>
                <a:lnTo>
                  <a:pt x="21065" y="65062"/>
                </a:lnTo>
                <a:lnTo>
                  <a:pt x="15182" y="48929"/>
                </a:lnTo>
                <a:lnTo>
                  <a:pt x="15186" y="28735"/>
                </a:lnTo>
                <a:lnTo>
                  <a:pt x="22605" y="12103"/>
                </a:lnTo>
                <a:lnTo>
                  <a:pt x="43911" y="12103"/>
                </a:lnTo>
                <a:lnTo>
                  <a:pt x="41401" y="7886"/>
                </a:lnTo>
                <a:lnTo>
                  <a:pt x="37337" y="2628"/>
                </a:lnTo>
                <a:lnTo>
                  <a:pt x="31623" y="0"/>
                </a:lnTo>
                <a:close/>
              </a:path>
              <a:path w="48895" h="78104">
                <a:moveTo>
                  <a:pt x="43911" y="12103"/>
                </a:moveTo>
                <a:lnTo>
                  <a:pt x="26162" y="12103"/>
                </a:lnTo>
                <a:lnTo>
                  <a:pt x="27686" y="12661"/>
                </a:lnTo>
                <a:lnTo>
                  <a:pt x="29082" y="13779"/>
                </a:lnTo>
                <a:lnTo>
                  <a:pt x="33588" y="48929"/>
                </a:lnTo>
                <a:lnTo>
                  <a:pt x="33274" y="54152"/>
                </a:lnTo>
                <a:lnTo>
                  <a:pt x="32257" y="57886"/>
                </a:lnTo>
                <a:lnTo>
                  <a:pt x="31495" y="60794"/>
                </a:lnTo>
                <a:lnTo>
                  <a:pt x="30352" y="62814"/>
                </a:lnTo>
                <a:lnTo>
                  <a:pt x="29051" y="63969"/>
                </a:lnTo>
                <a:lnTo>
                  <a:pt x="27651" y="65074"/>
                </a:lnTo>
                <a:lnTo>
                  <a:pt x="26162" y="65620"/>
                </a:lnTo>
                <a:lnTo>
                  <a:pt x="43953" y="65620"/>
                </a:lnTo>
                <a:lnTo>
                  <a:pt x="44642" y="64454"/>
                </a:lnTo>
                <a:lnTo>
                  <a:pt x="46942" y="57451"/>
                </a:lnTo>
                <a:lnTo>
                  <a:pt x="48313" y="48929"/>
                </a:lnTo>
                <a:lnTo>
                  <a:pt x="48767"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306" name="object 306"/>
          <p:cNvSpPr/>
          <p:nvPr/>
        </p:nvSpPr>
        <p:spPr>
          <a:xfrm>
            <a:off x="3767328" y="6166103"/>
            <a:ext cx="33655" cy="76200"/>
          </a:xfrm>
          <a:custGeom>
            <a:avLst/>
            <a:gdLst/>
            <a:ahLst/>
            <a:cxnLst/>
            <a:rect l="l" t="t" r="r" b="b"/>
            <a:pathLst>
              <a:path w="33654" h="76200">
                <a:moveTo>
                  <a:pt x="33527" y="0"/>
                </a:moveTo>
                <a:lnTo>
                  <a:pt x="21717" y="0"/>
                </a:lnTo>
                <a:lnTo>
                  <a:pt x="19938" y="4622"/>
                </a:lnTo>
                <a:lnTo>
                  <a:pt x="16891" y="8674"/>
                </a:lnTo>
                <a:lnTo>
                  <a:pt x="8000" y="15608"/>
                </a:lnTo>
                <a:lnTo>
                  <a:pt x="3810" y="17957"/>
                </a:lnTo>
                <a:lnTo>
                  <a:pt x="0" y="19202"/>
                </a:lnTo>
                <a:lnTo>
                  <a:pt x="0" y="32410"/>
                </a:lnTo>
                <a:lnTo>
                  <a:pt x="7238" y="30022"/>
                </a:lnTo>
                <a:lnTo>
                  <a:pt x="13588" y="26352"/>
                </a:lnTo>
                <a:lnTo>
                  <a:pt x="18923" y="21374"/>
                </a:lnTo>
                <a:lnTo>
                  <a:pt x="18923" y="76200"/>
                </a:lnTo>
                <a:lnTo>
                  <a:pt x="33527" y="76200"/>
                </a:lnTo>
                <a:lnTo>
                  <a:pt x="33527" y="0"/>
                </a:lnTo>
                <a:close/>
              </a:path>
            </a:pathLst>
          </a:custGeom>
          <a:solidFill>
            <a:srgbClr val="4264DE">
              <a:alpha val="10195"/>
            </a:srgbClr>
          </a:solidFill>
        </p:spPr>
        <p:txBody>
          <a:bodyPr wrap="square" lIns="0" tIns="0" rIns="0" bIns="0" rtlCol="0"/>
          <a:lstStyle/>
          <a:p>
            <a:endParaRPr/>
          </a:p>
        </p:txBody>
      </p:sp>
      <p:sp>
        <p:nvSpPr>
          <p:cNvPr id="307" name="object 307"/>
          <p:cNvSpPr/>
          <p:nvPr/>
        </p:nvSpPr>
        <p:spPr>
          <a:xfrm>
            <a:off x="3931920" y="6164579"/>
            <a:ext cx="50800" cy="78105"/>
          </a:xfrm>
          <a:custGeom>
            <a:avLst/>
            <a:gdLst/>
            <a:ahLst/>
            <a:cxnLst/>
            <a:rect l="l" t="t" r="r" b="b"/>
            <a:pathLst>
              <a:path w="50800" h="78104">
                <a:moveTo>
                  <a:pt x="32638" y="0"/>
                </a:moveTo>
                <a:lnTo>
                  <a:pt x="17652" y="0"/>
                </a:lnTo>
                <a:lnTo>
                  <a:pt x="11810" y="2590"/>
                </a:lnTo>
                <a:lnTo>
                  <a:pt x="0" y="38735"/>
                </a:lnTo>
                <a:lnTo>
                  <a:pt x="440" y="48929"/>
                </a:lnTo>
                <a:lnTo>
                  <a:pt x="17652" y="77724"/>
                </a:lnTo>
                <a:lnTo>
                  <a:pt x="32638" y="77724"/>
                </a:lnTo>
                <a:lnTo>
                  <a:pt x="38480" y="75133"/>
                </a:lnTo>
                <a:lnTo>
                  <a:pt x="42671" y="69938"/>
                </a:lnTo>
                <a:lnTo>
                  <a:pt x="45296" y="65620"/>
                </a:lnTo>
                <a:lnTo>
                  <a:pt x="23367" y="65620"/>
                </a:lnTo>
                <a:lnTo>
                  <a:pt x="21701" y="65062"/>
                </a:lnTo>
                <a:lnTo>
                  <a:pt x="18922" y="62852"/>
                </a:lnTo>
                <a:lnTo>
                  <a:pt x="17779" y="60629"/>
                </a:lnTo>
                <a:lnTo>
                  <a:pt x="16001" y="53949"/>
                </a:lnTo>
                <a:lnTo>
                  <a:pt x="15586" y="48929"/>
                </a:lnTo>
                <a:lnTo>
                  <a:pt x="15591" y="28735"/>
                </a:lnTo>
                <a:lnTo>
                  <a:pt x="23367" y="12103"/>
                </a:lnTo>
                <a:lnTo>
                  <a:pt x="45324" y="12103"/>
                </a:lnTo>
                <a:lnTo>
                  <a:pt x="42799" y="7886"/>
                </a:lnTo>
                <a:lnTo>
                  <a:pt x="38480" y="2628"/>
                </a:lnTo>
                <a:lnTo>
                  <a:pt x="32638" y="0"/>
                </a:lnTo>
                <a:close/>
              </a:path>
              <a:path w="50800" h="78104">
                <a:moveTo>
                  <a:pt x="45324" y="12103"/>
                </a:moveTo>
                <a:lnTo>
                  <a:pt x="26924" y="12103"/>
                </a:lnTo>
                <a:lnTo>
                  <a:pt x="28575" y="12661"/>
                </a:lnTo>
                <a:lnTo>
                  <a:pt x="31368" y="14909"/>
                </a:lnTo>
                <a:lnTo>
                  <a:pt x="32512" y="17145"/>
                </a:lnTo>
                <a:lnTo>
                  <a:pt x="34289" y="23825"/>
                </a:lnTo>
                <a:lnTo>
                  <a:pt x="34696" y="28735"/>
                </a:lnTo>
                <a:lnTo>
                  <a:pt x="34708" y="48929"/>
                </a:lnTo>
                <a:lnTo>
                  <a:pt x="34289" y="54152"/>
                </a:lnTo>
                <a:lnTo>
                  <a:pt x="33274" y="57886"/>
                </a:lnTo>
                <a:lnTo>
                  <a:pt x="32512" y="60794"/>
                </a:lnTo>
                <a:lnTo>
                  <a:pt x="31368" y="62814"/>
                </a:lnTo>
                <a:lnTo>
                  <a:pt x="28575" y="65062"/>
                </a:lnTo>
                <a:lnTo>
                  <a:pt x="26924" y="65620"/>
                </a:lnTo>
                <a:lnTo>
                  <a:pt x="45296" y="65620"/>
                </a:lnTo>
                <a:lnTo>
                  <a:pt x="46005" y="64454"/>
                </a:lnTo>
                <a:lnTo>
                  <a:pt x="48386" y="57451"/>
                </a:lnTo>
                <a:lnTo>
                  <a:pt x="49815" y="48929"/>
                </a:lnTo>
                <a:lnTo>
                  <a:pt x="50291"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308" name="object 308"/>
          <p:cNvSpPr/>
          <p:nvPr/>
        </p:nvSpPr>
        <p:spPr>
          <a:xfrm>
            <a:off x="4113276" y="6166103"/>
            <a:ext cx="33655" cy="76200"/>
          </a:xfrm>
          <a:custGeom>
            <a:avLst/>
            <a:gdLst/>
            <a:ahLst/>
            <a:cxnLst/>
            <a:rect l="l" t="t" r="r" b="b"/>
            <a:pathLst>
              <a:path w="33654" h="76200">
                <a:moveTo>
                  <a:pt x="33527" y="0"/>
                </a:moveTo>
                <a:lnTo>
                  <a:pt x="21716" y="0"/>
                </a:lnTo>
                <a:lnTo>
                  <a:pt x="19938" y="4622"/>
                </a:lnTo>
                <a:lnTo>
                  <a:pt x="16890" y="8674"/>
                </a:lnTo>
                <a:lnTo>
                  <a:pt x="8000" y="15608"/>
                </a:lnTo>
                <a:lnTo>
                  <a:pt x="3810" y="17957"/>
                </a:lnTo>
                <a:lnTo>
                  <a:pt x="0" y="19202"/>
                </a:lnTo>
                <a:lnTo>
                  <a:pt x="0" y="32410"/>
                </a:lnTo>
                <a:lnTo>
                  <a:pt x="7238" y="30022"/>
                </a:lnTo>
                <a:lnTo>
                  <a:pt x="13588" y="26352"/>
                </a:lnTo>
                <a:lnTo>
                  <a:pt x="18923" y="21374"/>
                </a:lnTo>
                <a:lnTo>
                  <a:pt x="18923" y="76200"/>
                </a:lnTo>
                <a:lnTo>
                  <a:pt x="33527" y="76200"/>
                </a:lnTo>
                <a:lnTo>
                  <a:pt x="33527" y="0"/>
                </a:lnTo>
                <a:close/>
              </a:path>
            </a:pathLst>
          </a:custGeom>
          <a:solidFill>
            <a:srgbClr val="4264DE">
              <a:alpha val="10195"/>
            </a:srgbClr>
          </a:solidFill>
        </p:spPr>
        <p:txBody>
          <a:bodyPr wrap="square" lIns="0" tIns="0" rIns="0" bIns="0" rtlCol="0"/>
          <a:lstStyle/>
          <a:p>
            <a:endParaRPr/>
          </a:p>
        </p:txBody>
      </p:sp>
      <p:sp>
        <p:nvSpPr>
          <p:cNvPr id="309" name="object 309"/>
          <p:cNvSpPr/>
          <p:nvPr/>
        </p:nvSpPr>
        <p:spPr>
          <a:xfrm>
            <a:off x="4279391" y="6164579"/>
            <a:ext cx="48895" cy="78105"/>
          </a:xfrm>
          <a:custGeom>
            <a:avLst/>
            <a:gdLst/>
            <a:ahLst/>
            <a:cxnLst/>
            <a:rect l="l" t="t" r="r" b="b"/>
            <a:pathLst>
              <a:path w="48895" h="78104">
                <a:moveTo>
                  <a:pt x="31623" y="0"/>
                </a:moveTo>
                <a:lnTo>
                  <a:pt x="17145" y="0"/>
                </a:lnTo>
                <a:lnTo>
                  <a:pt x="11430" y="2590"/>
                </a:lnTo>
                <a:lnTo>
                  <a:pt x="0" y="38735"/>
                </a:lnTo>
                <a:lnTo>
                  <a:pt x="438" y="48929"/>
                </a:lnTo>
                <a:lnTo>
                  <a:pt x="17018" y="77724"/>
                </a:lnTo>
                <a:lnTo>
                  <a:pt x="31623" y="77724"/>
                </a:lnTo>
                <a:lnTo>
                  <a:pt x="37337" y="75133"/>
                </a:lnTo>
                <a:lnTo>
                  <a:pt x="41402" y="69938"/>
                </a:lnTo>
                <a:lnTo>
                  <a:pt x="43953" y="65620"/>
                </a:lnTo>
                <a:lnTo>
                  <a:pt x="22606" y="65620"/>
                </a:lnTo>
                <a:lnTo>
                  <a:pt x="21065" y="65062"/>
                </a:lnTo>
                <a:lnTo>
                  <a:pt x="15182" y="48929"/>
                </a:lnTo>
                <a:lnTo>
                  <a:pt x="15186" y="28735"/>
                </a:lnTo>
                <a:lnTo>
                  <a:pt x="22606" y="12103"/>
                </a:lnTo>
                <a:lnTo>
                  <a:pt x="43911" y="12103"/>
                </a:lnTo>
                <a:lnTo>
                  <a:pt x="41402" y="7886"/>
                </a:lnTo>
                <a:lnTo>
                  <a:pt x="37337" y="2628"/>
                </a:lnTo>
                <a:lnTo>
                  <a:pt x="31623" y="0"/>
                </a:lnTo>
                <a:close/>
              </a:path>
              <a:path w="48895" h="78104">
                <a:moveTo>
                  <a:pt x="43911" y="12103"/>
                </a:moveTo>
                <a:lnTo>
                  <a:pt x="26162" y="12103"/>
                </a:lnTo>
                <a:lnTo>
                  <a:pt x="27686" y="12661"/>
                </a:lnTo>
                <a:lnTo>
                  <a:pt x="29083" y="13779"/>
                </a:lnTo>
                <a:lnTo>
                  <a:pt x="33588" y="48929"/>
                </a:lnTo>
                <a:lnTo>
                  <a:pt x="33274" y="54152"/>
                </a:lnTo>
                <a:lnTo>
                  <a:pt x="32258" y="57886"/>
                </a:lnTo>
                <a:lnTo>
                  <a:pt x="31496" y="60794"/>
                </a:lnTo>
                <a:lnTo>
                  <a:pt x="30353" y="62814"/>
                </a:lnTo>
                <a:lnTo>
                  <a:pt x="29051" y="63969"/>
                </a:lnTo>
                <a:lnTo>
                  <a:pt x="27651" y="65074"/>
                </a:lnTo>
                <a:lnTo>
                  <a:pt x="26162" y="65620"/>
                </a:lnTo>
                <a:lnTo>
                  <a:pt x="43953" y="65620"/>
                </a:lnTo>
                <a:lnTo>
                  <a:pt x="44642" y="64454"/>
                </a:lnTo>
                <a:lnTo>
                  <a:pt x="46942" y="57451"/>
                </a:lnTo>
                <a:lnTo>
                  <a:pt x="48313" y="48929"/>
                </a:lnTo>
                <a:lnTo>
                  <a:pt x="48768"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310" name="object 310"/>
          <p:cNvSpPr/>
          <p:nvPr/>
        </p:nvSpPr>
        <p:spPr>
          <a:xfrm>
            <a:off x="4460747" y="6166103"/>
            <a:ext cx="33655" cy="76200"/>
          </a:xfrm>
          <a:custGeom>
            <a:avLst/>
            <a:gdLst/>
            <a:ahLst/>
            <a:cxnLst/>
            <a:rect l="l" t="t" r="r" b="b"/>
            <a:pathLst>
              <a:path w="33654" h="76200">
                <a:moveTo>
                  <a:pt x="33527" y="0"/>
                </a:moveTo>
                <a:lnTo>
                  <a:pt x="21716" y="0"/>
                </a:lnTo>
                <a:lnTo>
                  <a:pt x="19938" y="4622"/>
                </a:lnTo>
                <a:lnTo>
                  <a:pt x="16890" y="8674"/>
                </a:lnTo>
                <a:lnTo>
                  <a:pt x="8000" y="15608"/>
                </a:lnTo>
                <a:lnTo>
                  <a:pt x="3810" y="17957"/>
                </a:lnTo>
                <a:lnTo>
                  <a:pt x="0" y="19202"/>
                </a:lnTo>
                <a:lnTo>
                  <a:pt x="0" y="32410"/>
                </a:lnTo>
                <a:lnTo>
                  <a:pt x="7238" y="30022"/>
                </a:lnTo>
                <a:lnTo>
                  <a:pt x="13588" y="26352"/>
                </a:lnTo>
                <a:lnTo>
                  <a:pt x="18923" y="21374"/>
                </a:lnTo>
                <a:lnTo>
                  <a:pt x="18923" y="76200"/>
                </a:lnTo>
                <a:lnTo>
                  <a:pt x="33527" y="76200"/>
                </a:lnTo>
                <a:lnTo>
                  <a:pt x="33527" y="0"/>
                </a:lnTo>
                <a:close/>
              </a:path>
            </a:pathLst>
          </a:custGeom>
          <a:solidFill>
            <a:srgbClr val="4264DE">
              <a:alpha val="10195"/>
            </a:srgbClr>
          </a:solidFill>
        </p:spPr>
        <p:txBody>
          <a:bodyPr wrap="square" lIns="0" tIns="0" rIns="0" bIns="0" rtlCol="0"/>
          <a:lstStyle/>
          <a:p>
            <a:endParaRPr/>
          </a:p>
        </p:txBody>
      </p:sp>
      <p:sp>
        <p:nvSpPr>
          <p:cNvPr id="311" name="object 311"/>
          <p:cNvSpPr/>
          <p:nvPr/>
        </p:nvSpPr>
        <p:spPr>
          <a:xfrm>
            <a:off x="4625340" y="6164579"/>
            <a:ext cx="50800" cy="78105"/>
          </a:xfrm>
          <a:custGeom>
            <a:avLst/>
            <a:gdLst/>
            <a:ahLst/>
            <a:cxnLst/>
            <a:rect l="l" t="t" r="r" b="b"/>
            <a:pathLst>
              <a:path w="50800" h="78104">
                <a:moveTo>
                  <a:pt x="32638" y="0"/>
                </a:moveTo>
                <a:lnTo>
                  <a:pt x="17652" y="0"/>
                </a:lnTo>
                <a:lnTo>
                  <a:pt x="11811" y="2590"/>
                </a:lnTo>
                <a:lnTo>
                  <a:pt x="0" y="38735"/>
                </a:lnTo>
                <a:lnTo>
                  <a:pt x="440" y="48929"/>
                </a:lnTo>
                <a:lnTo>
                  <a:pt x="17652" y="77724"/>
                </a:lnTo>
                <a:lnTo>
                  <a:pt x="32638" y="77724"/>
                </a:lnTo>
                <a:lnTo>
                  <a:pt x="38481" y="75133"/>
                </a:lnTo>
                <a:lnTo>
                  <a:pt x="42672" y="69938"/>
                </a:lnTo>
                <a:lnTo>
                  <a:pt x="45296" y="65620"/>
                </a:lnTo>
                <a:lnTo>
                  <a:pt x="23368" y="65620"/>
                </a:lnTo>
                <a:lnTo>
                  <a:pt x="21701" y="65062"/>
                </a:lnTo>
                <a:lnTo>
                  <a:pt x="18923" y="62852"/>
                </a:lnTo>
                <a:lnTo>
                  <a:pt x="17780" y="60629"/>
                </a:lnTo>
                <a:lnTo>
                  <a:pt x="16001" y="53949"/>
                </a:lnTo>
                <a:lnTo>
                  <a:pt x="15586" y="48929"/>
                </a:lnTo>
                <a:lnTo>
                  <a:pt x="15591" y="28735"/>
                </a:lnTo>
                <a:lnTo>
                  <a:pt x="23368" y="12103"/>
                </a:lnTo>
                <a:lnTo>
                  <a:pt x="45324" y="12103"/>
                </a:lnTo>
                <a:lnTo>
                  <a:pt x="42799" y="7886"/>
                </a:lnTo>
                <a:lnTo>
                  <a:pt x="38481" y="2628"/>
                </a:lnTo>
                <a:lnTo>
                  <a:pt x="32638" y="0"/>
                </a:lnTo>
                <a:close/>
              </a:path>
              <a:path w="50800" h="78104">
                <a:moveTo>
                  <a:pt x="45324" y="12103"/>
                </a:moveTo>
                <a:lnTo>
                  <a:pt x="26924" y="12103"/>
                </a:lnTo>
                <a:lnTo>
                  <a:pt x="28575" y="12661"/>
                </a:lnTo>
                <a:lnTo>
                  <a:pt x="31369" y="14909"/>
                </a:lnTo>
                <a:lnTo>
                  <a:pt x="32512" y="17145"/>
                </a:lnTo>
                <a:lnTo>
                  <a:pt x="34289" y="23825"/>
                </a:lnTo>
                <a:lnTo>
                  <a:pt x="34696" y="28735"/>
                </a:lnTo>
                <a:lnTo>
                  <a:pt x="34708" y="48929"/>
                </a:lnTo>
                <a:lnTo>
                  <a:pt x="34289" y="54152"/>
                </a:lnTo>
                <a:lnTo>
                  <a:pt x="33274" y="57886"/>
                </a:lnTo>
                <a:lnTo>
                  <a:pt x="32512" y="60794"/>
                </a:lnTo>
                <a:lnTo>
                  <a:pt x="31369" y="62814"/>
                </a:lnTo>
                <a:lnTo>
                  <a:pt x="28575" y="65062"/>
                </a:lnTo>
                <a:lnTo>
                  <a:pt x="26924" y="65620"/>
                </a:lnTo>
                <a:lnTo>
                  <a:pt x="45296" y="65620"/>
                </a:lnTo>
                <a:lnTo>
                  <a:pt x="46005" y="64454"/>
                </a:lnTo>
                <a:lnTo>
                  <a:pt x="48387" y="57451"/>
                </a:lnTo>
                <a:lnTo>
                  <a:pt x="49815" y="48929"/>
                </a:lnTo>
                <a:lnTo>
                  <a:pt x="50292"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312" name="object 312"/>
          <p:cNvSpPr/>
          <p:nvPr/>
        </p:nvSpPr>
        <p:spPr>
          <a:xfrm>
            <a:off x="4806696" y="6166103"/>
            <a:ext cx="33655" cy="76200"/>
          </a:xfrm>
          <a:custGeom>
            <a:avLst/>
            <a:gdLst/>
            <a:ahLst/>
            <a:cxnLst/>
            <a:rect l="l" t="t" r="r" b="b"/>
            <a:pathLst>
              <a:path w="33654" h="76200">
                <a:moveTo>
                  <a:pt x="33527" y="0"/>
                </a:moveTo>
                <a:lnTo>
                  <a:pt x="21716" y="0"/>
                </a:lnTo>
                <a:lnTo>
                  <a:pt x="19938" y="4622"/>
                </a:lnTo>
                <a:lnTo>
                  <a:pt x="16890" y="8674"/>
                </a:lnTo>
                <a:lnTo>
                  <a:pt x="8000" y="15608"/>
                </a:lnTo>
                <a:lnTo>
                  <a:pt x="3809" y="17957"/>
                </a:lnTo>
                <a:lnTo>
                  <a:pt x="0" y="19202"/>
                </a:lnTo>
                <a:lnTo>
                  <a:pt x="0" y="32410"/>
                </a:lnTo>
                <a:lnTo>
                  <a:pt x="7238" y="30022"/>
                </a:lnTo>
                <a:lnTo>
                  <a:pt x="13588" y="26352"/>
                </a:lnTo>
                <a:lnTo>
                  <a:pt x="18923" y="21374"/>
                </a:lnTo>
                <a:lnTo>
                  <a:pt x="18923" y="76200"/>
                </a:lnTo>
                <a:lnTo>
                  <a:pt x="33527" y="76200"/>
                </a:lnTo>
                <a:lnTo>
                  <a:pt x="33527" y="0"/>
                </a:lnTo>
                <a:close/>
              </a:path>
            </a:pathLst>
          </a:custGeom>
          <a:solidFill>
            <a:srgbClr val="4264DE">
              <a:alpha val="10195"/>
            </a:srgbClr>
          </a:solidFill>
        </p:spPr>
        <p:txBody>
          <a:bodyPr wrap="square" lIns="0" tIns="0" rIns="0" bIns="0" rtlCol="0"/>
          <a:lstStyle/>
          <a:p>
            <a:endParaRPr/>
          </a:p>
        </p:txBody>
      </p:sp>
      <p:sp>
        <p:nvSpPr>
          <p:cNvPr id="313" name="object 313"/>
          <p:cNvSpPr/>
          <p:nvPr/>
        </p:nvSpPr>
        <p:spPr>
          <a:xfrm>
            <a:off x="4972811" y="6164579"/>
            <a:ext cx="48895" cy="78105"/>
          </a:xfrm>
          <a:custGeom>
            <a:avLst/>
            <a:gdLst/>
            <a:ahLst/>
            <a:cxnLst/>
            <a:rect l="l" t="t" r="r" b="b"/>
            <a:pathLst>
              <a:path w="48895" h="78104">
                <a:moveTo>
                  <a:pt x="31623" y="0"/>
                </a:moveTo>
                <a:lnTo>
                  <a:pt x="17145" y="0"/>
                </a:lnTo>
                <a:lnTo>
                  <a:pt x="11429" y="2590"/>
                </a:lnTo>
                <a:lnTo>
                  <a:pt x="0" y="38735"/>
                </a:lnTo>
                <a:lnTo>
                  <a:pt x="438" y="48929"/>
                </a:lnTo>
                <a:lnTo>
                  <a:pt x="17017" y="77724"/>
                </a:lnTo>
                <a:lnTo>
                  <a:pt x="31623" y="77724"/>
                </a:lnTo>
                <a:lnTo>
                  <a:pt x="37337" y="75133"/>
                </a:lnTo>
                <a:lnTo>
                  <a:pt x="41401" y="69938"/>
                </a:lnTo>
                <a:lnTo>
                  <a:pt x="43953" y="65620"/>
                </a:lnTo>
                <a:lnTo>
                  <a:pt x="22605" y="65620"/>
                </a:lnTo>
                <a:lnTo>
                  <a:pt x="21065" y="65062"/>
                </a:lnTo>
                <a:lnTo>
                  <a:pt x="15182" y="48929"/>
                </a:lnTo>
                <a:lnTo>
                  <a:pt x="15186" y="28735"/>
                </a:lnTo>
                <a:lnTo>
                  <a:pt x="22605" y="12103"/>
                </a:lnTo>
                <a:lnTo>
                  <a:pt x="43911" y="12103"/>
                </a:lnTo>
                <a:lnTo>
                  <a:pt x="41401" y="7886"/>
                </a:lnTo>
                <a:lnTo>
                  <a:pt x="37337" y="2628"/>
                </a:lnTo>
                <a:lnTo>
                  <a:pt x="31623" y="0"/>
                </a:lnTo>
                <a:close/>
              </a:path>
              <a:path w="48895" h="78104">
                <a:moveTo>
                  <a:pt x="43911" y="12103"/>
                </a:moveTo>
                <a:lnTo>
                  <a:pt x="26162" y="12103"/>
                </a:lnTo>
                <a:lnTo>
                  <a:pt x="27686" y="12661"/>
                </a:lnTo>
                <a:lnTo>
                  <a:pt x="29083" y="13779"/>
                </a:lnTo>
                <a:lnTo>
                  <a:pt x="33588" y="48929"/>
                </a:lnTo>
                <a:lnTo>
                  <a:pt x="33274" y="54152"/>
                </a:lnTo>
                <a:lnTo>
                  <a:pt x="32258" y="57886"/>
                </a:lnTo>
                <a:lnTo>
                  <a:pt x="31496" y="60794"/>
                </a:lnTo>
                <a:lnTo>
                  <a:pt x="30352" y="62814"/>
                </a:lnTo>
                <a:lnTo>
                  <a:pt x="29051" y="63969"/>
                </a:lnTo>
                <a:lnTo>
                  <a:pt x="27651" y="65074"/>
                </a:lnTo>
                <a:lnTo>
                  <a:pt x="26162" y="65620"/>
                </a:lnTo>
                <a:lnTo>
                  <a:pt x="43953" y="65620"/>
                </a:lnTo>
                <a:lnTo>
                  <a:pt x="44642" y="64454"/>
                </a:lnTo>
                <a:lnTo>
                  <a:pt x="46942" y="57451"/>
                </a:lnTo>
                <a:lnTo>
                  <a:pt x="48313" y="48929"/>
                </a:lnTo>
                <a:lnTo>
                  <a:pt x="48767"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314" name="object 314"/>
          <p:cNvSpPr/>
          <p:nvPr/>
        </p:nvSpPr>
        <p:spPr>
          <a:xfrm>
            <a:off x="5154167" y="6166103"/>
            <a:ext cx="33655" cy="76200"/>
          </a:xfrm>
          <a:custGeom>
            <a:avLst/>
            <a:gdLst/>
            <a:ahLst/>
            <a:cxnLst/>
            <a:rect l="l" t="t" r="r" b="b"/>
            <a:pathLst>
              <a:path w="33654" h="76200">
                <a:moveTo>
                  <a:pt x="33528" y="0"/>
                </a:moveTo>
                <a:lnTo>
                  <a:pt x="21717" y="0"/>
                </a:lnTo>
                <a:lnTo>
                  <a:pt x="19939" y="4622"/>
                </a:lnTo>
                <a:lnTo>
                  <a:pt x="16891" y="8674"/>
                </a:lnTo>
                <a:lnTo>
                  <a:pt x="8001" y="15608"/>
                </a:lnTo>
                <a:lnTo>
                  <a:pt x="3810" y="17957"/>
                </a:lnTo>
                <a:lnTo>
                  <a:pt x="0" y="19202"/>
                </a:lnTo>
                <a:lnTo>
                  <a:pt x="0" y="32410"/>
                </a:lnTo>
                <a:lnTo>
                  <a:pt x="7239" y="30022"/>
                </a:lnTo>
                <a:lnTo>
                  <a:pt x="13589" y="26352"/>
                </a:lnTo>
                <a:lnTo>
                  <a:pt x="18923" y="21374"/>
                </a:lnTo>
                <a:lnTo>
                  <a:pt x="18923" y="76200"/>
                </a:lnTo>
                <a:lnTo>
                  <a:pt x="33528" y="76200"/>
                </a:lnTo>
                <a:lnTo>
                  <a:pt x="33528" y="0"/>
                </a:lnTo>
                <a:close/>
              </a:path>
            </a:pathLst>
          </a:custGeom>
          <a:solidFill>
            <a:srgbClr val="4264DE">
              <a:alpha val="10195"/>
            </a:srgbClr>
          </a:solidFill>
        </p:spPr>
        <p:txBody>
          <a:bodyPr wrap="square" lIns="0" tIns="0" rIns="0" bIns="0" rtlCol="0"/>
          <a:lstStyle/>
          <a:p>
            <a:endParaRPr/>
          </a:p>
        </p:txBody>
      </p:sp>
      <p:sp>
        <p:nvSpPr>
          <p:cNvPr id="315" name="object 315"/>
          <p:cNvSpPr/>
          <p:nvPr/>
        </p:nvSpPr>
        <p:spPr>
          <a:xfrm>
            <a:off x="5318759" y="6164579"/>
            <a:ext cx="50800" cy="78105"/>
          </a:xfrm>
          <a:custGeom>
            <a:avLst/>
            <a:gdLst/>
            <a:ahLst/>
            <a:cxnLst/>
            <a:rect l="l" t="t" r="r" b="b"/>
            <a:pathLst>
              <a:path w="50800" h="78104">
                <a:moveTo>
                  <a:pt x="32638" y="0"/>
                </a:moveTo>
                <a:lnTo>
                  <a:pt x="17652" y="0"/>
                </a:lnTo>
                <a:lnTo>
                  <a:pt x="11811" y="2590"/>
                </a:lnTo>
                <a:lnTo>
                  <a:pt x="0" y="38735"/>
                </a:lnTo>
                <a:lnTo>
                  <a:pt x="440" y="48929"/>
                </a:lnTo>
                <a:lnTo>
                  <a:pt x="17652" y="77724"/>
                </a:lnTo>
                <a:lnTo>
                  <a:pt x="32638" y="77724"/>
                </a:lnTo>
                <a:lnTo>
                  <a:pt x="38480" y="75133"/>
                </a:lnTo>
                <a:lnTo>
                  <a:pt x="42672" y="69938"/>
                </a:lnTo>
                <a:lnTo>
                  <a:pt x="45296" y="65620"/>
                </a:lnTo>
                <a:lnTo>
                  <a:pt x="23367" y="65620"/>
                </a:lnTo>
                <a:lnTo>
                  <a:pt x="21701" y="65062"/>
                </a:lnTo>
                <a:lnTo>
                  <a:pt x="18923" y="62852"/>
                </a:lnTo>
                <a:lnTo>
                  <a:pt x="17779" y="60629"/>
                </a:lnTo>
                <a:lnTo>
                  <a:pt x="16001" y="53949"/>
                </a:lnTo>
                <a:lnTo>
                  <a:pt x="15586" y="48929"/>
                </a:lnTo>
                <a:lnTo>
                  <a:pt x="15591" y="28735"/>
                </a:lnTo>
                <a:lnTo>
                  <a:pt x="23367" y="12103"/>
                </a:lnTo>
                <a:lnTo>
                  <a:pt x="45324" y="12103"/>
                </a:lnTo>
                <a:lnTo>
                  <a:pt x="42799" y="7886"/>
                </a:lnTo>
                <a:lnTo>
                  <a:pt x="38480" y="2628"/>
                </a:lnTo>
                <a:lnTo>
                  <a:pt x="32638" y="0"/>
                </a:lnTo>
                <a:close/>
              </a:path>
              <a:path w="50800" h="78104">
                <a:moveTo>
                  <a:pt x="45324" y="12103"/>
                </a:moveTo>
                <a:lnTo>
                  <a:pt x="26924" y="12103"/>
                </a:lnTo>
                <a:lnTo>
                  <a:pt x="28575" y="12661"/>
                </a:lnTo>
                <a:lnTo>
                  <a:pt x="31368" y="14909"/>
                </a:lnTo>
                <a:lnTo>
                  <a:pt x="32512" y="17145"/>
                </a:lnTo>
                <a:lnTo>
                  <a:pt x="34289" y="23825"/>
                </a:lnTo>
                <a:lnTo>
                  <a:pt x="34696" y="28735"/>
                </a:lnTo>
                <a:lnTo>
                  <a:pt x="34708" y="48929"/>
                </a:lnTo>
                <a:lnTo>
                  <a:pt x="34289" y="54152"/>
                </a:lnTo>
                <a:lnTo>
                  <a:pt x="33274" y="57886"/>
                </a:lnTo>
                <a:lnTo>
                  <a:pt x="32512" y="60794"/>
                </a:lnTo>
                <a:lnTo>
                  <a:pt x="31368" y="62814"/>
                </a:lnTo>
                <a:lnTo>
                  <a:pt x="28575" y="65062"/>
                </a:lnTo>
                <a:lnTo>
                  <a:pt x="26924" y="65620"/>
                </a:lnTo>
                <a:lnTo>
                  <a:pt x="45296" y="65620"/>
                </a:lnTo>
                <a:lnTo>
                  <a:pt x="46005" y="64454"/>
                </a:lnTo>
                <a:lnTo>
                  <a:pt x="48386" y="57451"/>
                </a:lnTo>
                <a:lnTo>
                  <a:pt x="49815" y="48929"/>
                </a:lnTo>
                <a:lnTo>
                  <a:pt x="50291"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316" name="object 316"/>
          <p:cNvSpPr/>
          <p:nvPr/>
        </p:nvSpPr>
        <p:spPr>
          <a:xfrm>
            <a:off x="5500115" y="6166103"/>
            <a:ext cx="33655" cy="76200"/>
          </a:xfrm>
          <a:custGeom>
            <a:avLst/>
            <a:gdLst/>
            <a:ahLst/>
            <a:cxnLst/>
            <a:rect l="l" t="t" r="r" b="b"/>
            <a:pathLst>
              <a:path w="33654" h="76200">
                <a:moveTo>
                  <a:pt x="33528" y="0"/>
                </a:moveTo>
                <a:lnTo>
                  <a:pt x="21717" y="0"/>
                </a:lnTo>
                <a:lnTo>
                  <a:pt x="19938" y="4622"/>
                </a:lnTo>
                <a:lnTo>
                  <a:pt x="16891" y="8674"/>
                </a:lnTo>
                <a:lnTo>
                  <a:pt x="8000" y="15608"/>
                </a:lnTo>
                <a:lnTo>
                  <a:pt x="3810" y="17957"/>
                </a:lnTo>
                <a:lnTo>
                  <a:pt x="0" y="19202"/>
                </a:lnTo>
                <a:lnTo>
                  <a:pt x="0" y="32410"/>
                </a:lnTo>
                <a:lnTo>
                  <a:pt x="7238" y="30022"/>
                </a:lnTo>
                <a:lnTo>
                  <a:pt x="13588" y="26352"/>
                </a:lnTo>
                <a:lnTo>
                  <a:pt x="18923" y="21374"/>
                </a:lnTo>
                <a:lnTo>
                  <a:pt x="18923" y="76200"/>
                </a:lnTo>
                <a:lnTo>
                  <a:pt x="33528" y="76200"/>
                </a:lnTo>
                <a:lnTo>
                  <a:pt x="33528" y="0"/>
                </a:lnTo>
                <a:close/>
              </a:path>
            </a:pathLst>
          </a:custGeom>
          <a:solidFill>
            <a:srgbClr val="4264DE">
              <a:alpha val="10195"/>
            </a:srgbClr>
          </a:solidFill>
        </p:spPr>
        <p:txBody>
          <a:bodyPr wrap="square" lIns="0" tIns="0" rIns="0" bIns="0" rtlCol="0"/>
          <a:lstStyle/>
          <a:p>
            <a:endParaRPr/>
          </a:p>
        </p:txBody>
      </p:sp>
      <p:sp>
        <p:nvSpPr>
          <p:cNvPr id="317" name="object 317"/>
          <p:cNvSpPr/>
          <p:nvPr/>
        </p:nvSpPr>
        <p:spPr>
          <a:xfrm>
            <a:off x="5666232" y="6164579"/>
            <a:ext cx="48895" cy="78105"/>
          </a:xfrm>
          <a:custGeom>
            <a:avLst/>
            <a:gdLst/>
            <a:ahLst/>
            <a:cxnLst/>
            <a:rect l="l" t="t" r="r" b="b"/>
            <a:pathLst>
              <a:path w="48895" h="78104">
                <a:moveTo>
                  <a:pt x="31622" y="0"/>
                </a:moveTo>
                <a:lnTo>
                  <a:pt x="17144" y="0"/>
                </a:lnTo>
                <a:lnTo>
                  <a:pt x="11429" y="2590"/>
                </a:lnTo>
                <a:lnTo>
                  <a:pt x="0" y="38735"/>
                </a:lnTo>
                <a:lnTo>
                  <a:pt x="438" y="48929"/>
                </a:lnTo>
                <a:lnTo>
                  <a:pt x="17017" y="77724"/>
                </a:lnTo>
                <a:lnTo>
                  <a:pt x="31622" y="77724"/>
                </a:lnTo>
                <a:lnTo>
                  <a:pt x="37337" y="75133"/>
                </a:lnTo>
                <a:lnTo>
                  <a:pt x="41401" y="69938"/>
                </a:lnTo>
                <a:lnTo>
                  <a:pt x="43953" y="65620"/>
                </a:lnTo>
                <a:lnTo>
                  <a:pt x="22605" y="65620"/>
                </a:lnTo>
                <a:lnTo>
                  <a:pt x="21065" y="65062"/>
                </a:lnTo>
                <a:lnTo>
                  <a:pt x="15182" y="48929"/>
                </a:lnTo>
                <a:lnTo>
                  <a:pt x="15186" y="28735"/>
                </a:lnTo>
                <a:lnTo>
                  <a:pt x="22605" y="12103"/>
                </a:lnTo>
                <a:lnTo>
                  <a:pt x="43911" y="12103"/>
                </a:lnTo>
                <a:lnTo>
                  <a:pt x="41401" y="7886"/>
                </a:lnTo>
                <a:lnTo>
                  <a:pt x="37337" y="2628"/>
                </a:lnTo>
                <a:lnTo>
                  <a:pt x="31622" y="0"/>
                </a:lnTo>
                <a:close/>
              </a:path>
              <a:path w="48895" h="78104">
                <a:moveTo>
                  <a:pt x="43911" y="12103"/>
                </a:moveTo>
                <a:lnTo>
                  <a:pt x="26162" y="12103"/>
                </a:lnTo>
                <a:lnTo>
                  <a:pt x="27685" y="12661"/>
                </a:lnTo>
                <a:lnTo>
                  <a:pt x="29082" y="13779"/>
                </a:lnTo>
                <a:lnTo>
                  <a:pt x="33588" y="48929"/>
                </a:lnTo>
                <a:lnTo>
                  <a:pt x="33273" y="54152"/>
                </a:lnTo>
                <a:lnTo>
                  <a:pt x="32257" y="57886"/>
                </a:lnTo>
                <a:lnTo>
                  <a:pt x="31495" y="60794"/>
                </a:lnTo>
                <a:lnTo>
                  <a:pt x="30352" y="62814"/>
                </a:lnTo>
                <a:lnTo>
                  <a:pt x="29051" y="63969"/>
                </a:lnTo>
                <a:lnTo>
                  <a:pt x="27651" y="65074"/>
                </a:lnTo>
                <a:lnTo>
                  <a:pt x="26162" y="65620"/>
                </a:lnTo>
                <a:lnTo>
                  <a:pt x="43953" y="65620"/>
                </a:lnTo>
                <a:lnTo>
                  <a:pt x="44642" y="64454"/>
                </a:lnTo>
                <a:lnTo>
                  <a:pt x="46942" y="57451"/>
                </a:lnTo>
                <a:lnTo>
                  <a:pt x="48313" y="48929"/>
                </a:lnTo>
                <a:lnTo>
                  <a:pt x="48767"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318" name="object 318"/>
          <p:cNvSpPr/>
          <p:nvPr/>
        </p:nvSpPr>
        <p:spPr>
          <a:xfrm>
            <a:off x="5847588" y="6166103"/>
            <a:ext cx="33655" cy="76200"/>
          </a:xfrm>
          <a:custGeom>
            <a:avLst/>
            <a:gdLst/>
            <a:ahLst/>
            <a:cxnLst/>
            <a:rect l="l" t="t" r="r" b="b"/>
            <a:pathLst>
              <a:path w="33654" h="76200">
                <a:moveTo>
                  <a:pt x="33527" y="0"/>
                </a:moveTo>
                <a:lnTo>
                  <a:pt x="21716" y="0"/>
                </a:lnTo>
                <a:lnTo>
                  <a:pt x="19938" y="4622"/>
                </a:lnTo>
                <a:lnTo>
                  <a:pt x="16890" y="8674"/>
                </a:lnTo>
                <a:lnTo>
                  <a:pt x="8000" y="15608"/>
                </a:lnTo>
                <a:lnTo>
                  <a:pt x="3810" y="17957"/>
                </a:lnTo>
                <a:lnTo>
                  <a:pt x="0" y="19202"/>
                </a:lnTo>
                <a:lnTo>
                  <a:pt x="0" y="32410"/>
                </a:lnTo>
                <a:lnTo>
                  <a:pt x="7238" y="30022"/>
                </a:lnTo>
                <a:lnTo>
                  <a:pt x="13588" y="26352"/>
                </a:lnTo>
                <a:lnTo>
                  <a:pt x="18923" y="21374"/>
                </a:lnTo>
                <a:lnTo>
                  <a:pt x="18923" y="76200"/>
                </a:lnTo>
                <a:lnTo>
                  <a:pt x="33527" y="76200"/>
                </a:lnTo>
                <a:lnTo>
                  <a:pt x="33527" y="0"/>
                </a:lnTo>
                <a:close/>
              </a:path>
            </a:pathLst>
          </a:custGeom>
          <a:solidFill>
            <a:srgbClr val="4264DE">
              <a:alpha val="10195"/>
            </a:srgbClr>
          </a:solidFill>
        </p:spPr>
        <p:txBody>
          <a:bodyPr wrap="square" lIns="0" tIns="0" rIns="0" bIns="0" rtlCol="0"/>
          <a:lstStyle/>
          <a:p>
            <a:endParaRPr/>
          </a:p>
        </p:txBody>
      </p:sp>
      <p:sp>
        <p:nvSpPr>
          <p:cNvPr id="319" name="object 319"/>
          <p:cNvSpPr/>
          <p:nvPr/>
        </p:nvSpPr>
        <p:spPr>
          <a:xfrm>
            <a:off x="6012179" y="6164579"/>
            <a:ext cx="50800" cy="78105"/>
          </a:xfrm>
          <a:custGeom>
            <a:avLst/>
            <a:gdLst/>
            <a:ahLst/>
            <a:cxnLst/>
            <a:rect l="l" t="t" r="r" b="b"/>
            <a:pathLst>
              <a:path w="50800" h="78104">
                <a:moveTo>
                  <a:pt x="32639" y="0"/>
                </a:moveTo>
                <a:lnTo>
                  <a:pt x="17653" y="0"/>
                </a:lnTo>
                <a:lnTo>
                  <a:pt x="11811" y="2590"/>
                </a:lnTo>
                <a:lnTo>
                  <a:pt x="0" y="38735"/>
                </a:lnTo>
                <a:lnTo>
                  <a:pt x="440" y="48929"/>
                </a:lnTo>
                <a:lnTo>
                  <a:pt x="17653" y="77724"/>
                </a:lnTo>
                <a:lnTo>
                  <a:pt x="32639" y="77724"/>
                </a:lnTo>
                <a:lnTo>
                  <a:pt x="38481" y="75133"/>
                </a:lnTo>
                <a:lnTo>
                  <a:pt x="42672" y="69938"/>
                </a:lnTo>
                <a:lnTo>
                  <a:pt x="45296" y="65620"/>
                </a:lnTo>
                <a:lnTo>
                  <a:pt x="23368" y="65620"/>
                </a:lnTo>
                <a:lnTo>
                  <a:pt x="21701" y="65062"/>
                </a:lnTo>
                <a:lnTo>
                  <a:pt x="18923" y="62852"/>
                </a:lnTo>
                <a:lnTo>
                  <a:pt x="17780" y="60629"/>
                </a:lnTo>
                <a:lnTo>
                  <a:pt x="16002" y="53949"/>
                </a:lnTo>
                <a:lnTo>
                  <a:pt x="15586" y="48929"/>
                </a:lnTo>
                <a:lnTo>
                  <a:pt x="15591" y="28735"/>
                </a:lnTo>
                <a:lnTo>
                  <a:pt x="23368" y="12103"/>
                </a:lnTo>
                <a:lnTo>
                  <a:pt x="45324" y="12103"/>
                </a:lnTo>
                <a:lnTo>
                  <a:pt x="42799" y="7886"/>
                </a:lnTo>
                <a:lnTo>
                  <a:pt x="38481" y="2628"/>
                </a:lnTo>
                <a:lnTo>
                  <a:pt x="32639" y="0"/>
                </a:lnTo>
                <a:close/>
              </a:path>
              <a:path w="50800" h="78104">
                <a:moveTo>
                  <a:pt x="45324" y="12103"/>
                </a:moveTo>
                <a:lnTo>
                  <a:pt x="26924" y="12103"/>
                </a:lnTo>
                <a:lnTo>
                  <a:pt x="28575" y="12661"/>
                </a:lnTo>
                <a:lnTo>
                  <a:pt x="31369" y="14909"/>
                </a:lnTo>
                <a:lnTo>
                  <a:pt x="32512" y="17145"/>
                </a:lnTo>
                <a:lnTo>
                  <a:pt x="34290" y="23825"/>
                </a:lnTo>
                <a:lnTo>
                  <a:pt x="34696" y="28735"/>
                </a:lnTo>
                <a:lnTo>
                  <a:pt x="34708" y="48929"/>
                </a:lnTo>
                <a:lnTo>
                  <a:pt x="34290" y="54152"/>
                </a:lnTo>
                <a:lnTo>
                  <a:pt x="33274" y="57886"/>
                </a:lnTo>
                <a:lnTo>
                  <a:pt x="32512" y="60794"/>
                </a:lnTo>
                <a:lnTo>
                  <a:pt x="31369" y="62814"/>
                </a:lnTo>
                <a:lnTo>
                  <a:pt x="28575" y="65062"/>
                </a:lnTo>
                <a:lnTo>
                  <a:pt x="26924" y="65620"/>
                </a:lnTo>
                <a:lnTo>
                  <a:pt x="45296" y="65620"/>
                </a:lnTo>
                <a:lnTo>
                  <a:pt x="46005" y="64454"/>
                </a:lnTo>
                <a:lnTo>
                  <a:pt x="48387" y="57451"/>
                </a:lnTo>
                <a:lnTo>
                  <a:pt x="49815" y="48929"/>
                </a:lnTo>
                <a:lnTo>
                  <a:pt x="50292"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320" name="object 320"/>
          <p:cNvSpPr/>
          <p:nvPr/>
        </p:nvSpPr>
        <p:spPr>
          <a:xfrm>
            <a:off x="6193535" y="6166103"/>
            <a:ext cx="33655" cy="76200"/>
          </a:xfrm>
          <a:custGeom>
            <a:avLst/>
            <a:gdLst/>
            <a:ahLst/>
            <a:cxnLst/>
            <a:rect l="l" t="t" r="r" b="b"/>
            <a:pathLst>
              <a:path w="33654" h="76200">
                <a:moveTo>
                  <a:pt x="33527" y="0"/>
                </a:moveTo>
                <a:lnTo>
                  <a:pt x="21716" y="0"/>
                </a:lnTo>
                <a:lnTo>
                  <a:pt x="19938" y="4622"/>
                </a:lnTo>
                <a:lnTo>
                  <a:pt x="16890" y="8674"/>
                </a:lnTo>
                <a:lnTo>
                  <a:pt x="8000" y="15608"/>
                </a:lnTo>
                <a:lnTo>
                  <a:pt x="3810" y="17957"/>
                </a:lnTo>
                <a:lnTo>
                  <a:pt x="0" y="19202"/>
                </a:lnTo>
                <a:lnTo>
                  <a:pt x="0" y="32410"/>
                </a:lnTo>
                <a:lnTo>
                  <a:pt x="7238" y="30022"/>
                </a:lnTo>
                <a:lnTo>
                  <a:pt x="13588" y="26352"/>
                </a:lnTo>
                <a:lnTo>
                  <a:pt x="18923" y="21374"/>
                </a:lnTo>
                <a:lnTo>
                  <a:pt x="18923" y="76200"/>
                </a:lnTo>
                <a:lnTo>
                  <a:pt x="33527" y="76200"/>
                </a:lnTo>
                <a:lnTo>
                  <a:pt x="33527" y="0"/>
                </a:lnTo>
                <a:close/>
              </a:path>
            </a:pathLst>
          </a:custGeom>
          <a:solidFill>
            <a:srgbClr val="4264DE">
              <a:alpha val="10195"/>
            </a:srgbClr>
          </a:solidFill>
        </p:spPr>
        <p:txBody>
          <a:bodyPr wrap="square" lIns="0" tIns="0" rIns="0" bIns="0" rtlCol="0"/>
          <a:lstStyle/>
          <a:p>
            <a:endParaRPr/>
          </a:p>
        </p:txBody>
      </p:sp>
      <p:sp>
        <p:nvSpPr>
          <p:cNvPr id="321" name="object 321"/>
          <p:cNvSpPr/>
          <p:nvPr/>
        </p:nvSpPr>
        <p:spPr>
          <a:xfrm>
            <a:off x="6358128" y="6164579"/>
            <a:ext cx="50800" cy="78105"/>
          </a:xfrm>
          <a:custGeom>
            <a:avLst/>
            <a:gdLst/>
            <a:ahLst/>
            <a:cxnLst/>
            <a:rect l="l" t="t" r="r" b="b"/>
            <a:pathLst>
              <a:path w="50800" h="78104">
                <a:moveTo>
                  <a:pt x="32638" y="0"/>
                </a:moveTo>
                <a:lnTo>
                  <a:pt x="17652" y="0"/>
                </a:lnTo>
                <a:lnTo>
                  <a:pt x="11811" y="2590"/>
                </a:lnTo>
                <a:lnTo>
                  <a:pt x="0" y="38735"/>
                </a:lnTo>
                <a:lnTo>
                  <a:pt x="440" y="48929"/>
                </a:lnTo>
                <a:lnTo>
                  <a:pt x="17652" y="77724"/>
                </a:lnTo>
                <a:lnTo>
                  <a:pt x="32638" y="77724"/>
                </a:lnTo>
                <a:lnTo>
                  <a:pt x="38481" y="75133"/>
                </a:lnTo>
                <a:lnTo>
                  <a:pt x="42672" y="69938"/>
                </a:lnTo>
                <a:lnTo>
                  <a:pt x="45296" y="65620"/>
                </a:lnTo>
                <a:lnTo>
                  <a:pt x="23368" y="65620"/>
                </a:lnTo>
                <a:lnTo>
                  <a:pt x="21701" y="65062"/>
                </a:lnTo>
                <a:lnTo>
                  <a:pt x="18923" y="62852"/>
                </a:lnTo>
                <a:lnTo>
                  <a:pt x="17780" y="60629"/>
                </a:lnTo>
                <a:lnTo>
                  <a:pt x="16001" y="53949"/>
                </a:lnTo>
                <a:lnTo>
                  <a:pt x="15586" y="48929"/>
                </a:lnTo>
                <a:lnTo>
                  <a:pt x="15591" y="28735"/>
                </a:lnTo>
                <a:lnTo>
                  <a:pt x="23368" y="12103"/>
                </a:lnTo>
                <a:lnTo>
                  <a:pt x="45324" y="12103"/>
                </a:lnTo>
                <a:lnTo>
                  <a:pt x="42799" y="7886"/>
                </a:lnTo>
                <a:lnTo>
                  <a:pt x="38481" y="2628"/>
                </a:lnTo>
                <a:lnTo>
                  <a:pt x="32638" y="0"/>
                </a:lnTo>
                <a:close/>
              </a:path>
              <a:path w="50800" h="78104">
                <a:moveTo>
                  <a:pt x="45324" y="12103"/>
                </a:moveTo>
                <a:lnTo>
                  <a:pt x="26924" y="12103"/>
                </a:lnTo>
                <a:lnTo>
                  <a:pt x="28575" y="12661"/>
                </a:lnTo>
                <a:lnTo>
                  <a:pt x="31369" y="14909"/>
                </a:lnTo>
                <a:lnTo>
                  <a:pt x="32512" y="17145"/>
                </a:lnTo>
                <a:lnTo>
                  <a:pt x="34289" y="23825"/>
                </a:lnTo>
                <a:lnTo>
                  <a:pt x="34696" y="28735"/>
                </a:lnTo>
                <a:lnTo>
                  <a:pt x="34708" y="48929"/>
                </a:lnTo>
                <a:lnTo>
                  <a:pt x="34289" y="54152"/>
                </a:lnTo>
                <a:lnTo>
                  <a:pt x="33274" y="57886"/>
                </a:lnTo>
                <a:lnTo>
                  <a:pt x="32512" y="60794"/>
                </a:lnTo>
                <a:lnTo>
                  <a:pt x="31369" y="62814"/>
                </a:lnTo>
                <a:lnTo>
                  <a:pt x="28575" y="65062"/>
                </a:lnTo>
                <a:lnTo>
                  <a:pt x="26924" y="65620"/>
                </a:lnTo>
                <a:lnTo>
                  <a:pt x="45296" y="65620"/>
                </a:lnTo>
                <a:lnTo>
                  <a:pt x="46005" y="64454"/>
                </a:lnTo>
                <a:lnTo>
                  <a:pt x="48387" y="57451"/>
                </a:lnTo>
                <a:lnTo>
                  <a:pt x="49815" y="48929"/>
                </a:lnTo>
                <a:lnTo>
                  <a:pt x="50292"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322" name="object 322"/>
          <p:cNvSpPr/>
          <p:nvPr/>
        </p:nvSpPr>
        <p:spPr>
          <a:xfrm>
            <a:off x="6539483" y="6166103"/>
            <a:ext cx="33655" cy="76200"/>
          </a:xfrm>
          <a:custGeom>
            <a:avLst/>
            <a:gdLst/>
            <a:ahLst/>
            <a:cxnLst/>
            <a:rect l="l" t="t" r="r" b="b"/>
            <a:pathLst>
              <a:path w="33654" h="76200">
                <a:moveTo>
                  <a:pt x="33527" y="0"/>
                </a:moveTo>
                <a:lnTo>
                  <a:pt x="21717" y="0"/>
                </a:lnTo>
                <a:lnTo>
                  <a:pt x="19939" y="4622"/>
                </a:lnTo>
                <a:lnTo>
                  <a:pt x="16891" y="8674"/>
                </a:lnTo>
                <a:lnTo>
                  <a:pt x="8000" y="15608"/>
                </a:lnTo>
                <a:lnTo>
                  <a:pt x="3810" y="17957"/>
                </a:lnTo>
                <a:lnTo>
                  <a:pt x="0" y="19202"/>
                </a:lnTo>
                <a:lnTo>
                  <a:pt x="0" y="32410"/>
                </a:lnTo>
                <a:lnTo>
                  <a:pt x="7239" y="30022"/>
                </a:lnTo>
                <a:lnTo>
                  <a:pt x="13589" y="26352"/>
                </a:lnTo>
                <a:lnTo>
                  <a:pt x="18923" y="21374"/>
                </a:lnTo>
                <a:lnTo>
                  <a:pt x="18923" y="76200"/>
                </a:lnTo>
                <a:lnTo>
                  <a:pt x="33527" y="76200"/>
                </a:lnTo>
                <a:lnTo>
                  <a:pt x="33527" y="0"/>
                </a:lnTo>
                <a:close/>
              </a:path>
            </a:pathLst>
          </a:custGeom>
          <a:solidFill>
            <a:srgbClr val="4264DE">
              <a:alpha val="10195"/>
            </a:srgbClr>
          </a:solidFill>
        </p:spPr>
        <p:txBody>
          <a:bodyPr wrap="square" lIns="0" tIns="0" rIns="0" bIns="0" rtlCol="0"/>
          <a:lstStyle/>
          <a:p>
            <a:endParaRPr/>
          </a:p>
        </p:txBody>
      </p:sp>
      <p:sp>
        <p:nvSpPr>
          <p:cNvPr id="323" name="object 323"/>
          <p:cNvSpPr/>
          <p:nvPr/>
        </p:nvSpPr>
        <p:spPr>
          <a:xfrm>
            <a:off x="6705600" y="6164579"/>
            <a:ext cx="50800" cy="78105"/>
          </a:xfrm>
          <a:custGeom>
            <a:avLst/>
            <a:gdLst/>
            <a:ahLst/>
            <a:cxnLst/>
            <a:rect l="l" t="t" r="r" b="b"/>
            <a:pathLst>
              <a:path w="50800" h="78104">
                <a:moveTo>
                  <a:pt x="32639" y="0"/>
                </a:moveTo>
                <a:lnTo>
                  <a:pt x="17652" y="0"/>
                </a:lnTo>
                <a:lnTo>
                  <a:pt x="11810" y="2590"/>
                </a:lnTo>
                <a:lnTo>
                  <a:pt x="0" y="38735"/>
                </a:lnTo>
                <a:lnTo>
                  <a:pt x="440" y="48929"/>
                </a:lnTo>
                <a:lnTo>
                  <a:pt x="17652" y="77724"/>
                </a:lnTo>
                <a:lnTo>
                  <a:pt x="32639" y="77724"/>
                </a:lnTo>
                <a:lnTo>
                  <a:pt x="38480" y="75133"/>
                </a:lnTo>
                <a:lnTo>
                  <a:pt x="42672" y="69938"/>
                </a:lnTo>
                <a:lnTo>
                  <a:pt x="45296" y="65620"/>
                </a:lnTo>
                <a:lnTo>
                  <a:pt x="23368" y="65620"/>
                </a:lnTo>
                <a:lnTo>
                  <a:pt x="21701" y="65062"/>
                </a:lnTo>
                <a:lnTo>
                  <a:pt x="18923" y="62852"/>
                </a:lnTo>
                <a:lnTo>
                  <a:pt x="17779" y="60629"/>
                </a:lnTo>
                <a:lnTo>
                  <a:pt x="16001" y="53949"/>
                </a:lnTo>
                <a:lnTo>
                  <a:pt x="15586" y="48929"/>
                </a:lnTo>
                <a:lnTo>
                  <a:pt x="15591" y="28735"/>
                </a:lnTo>
                <a:lnTo>
                  <a:pt x="23368" y="12103"/>
                </a:lnTo>
                <a:lnTo>
                  <a:pt x="45324" y="12103"/>
                </a:lnTo>
                <a:lnTo>
                  <a:pt x="42799" y="7886"/>
                </a:lnTo>
                <a:lnTo>
                  <a:pt x="38480" y="2628"/>
                </a:lnTo>
                <a:lnTo>
                  <a:pt x="32639" y="0"/>
                </a:lnTo>
                <a:close/>
              </a:path>
              <a:path w="50800" h="78104">
                <a:moveTo>
                  <a:pt x="45324" y="12103"/>
                </a:moveTo>
                <a:lnTo>
                  <a:pt x="26924" y="12103"/>
                </a:lnTo>
                <a:lnTo>
                  <a:pt x="28575" y="12661"/>
                </a:lnTo>
                <a:lnTo>
                  <a:pt x="31369" y="14909"/>
                </a:lnTo>
                <a:lnTo>
                  <a:pt x="32511" y="17145"/>
                </a:lnTo>
                <a:lnTo>
                  <a:pt x="34290" y="23825"/>
                </a:lnTo>
                <a:lnTo>
                  <a:pt x="34696" y="28735"/>
                </a:lnTo>
                <a:lnTo>
                  <a:pt x="34708" y="48929"/>
                </a:lnTo>
                <a:lnTo>
                  <a:pt x="34290" y="54152"/>
                </a:lnTo>
                <a:lnTo>
                  <a:pt x="33274" y="57886"/>
                </a:lnTo>
                <a:lnTo>
                  <a:pt x="32511" y="60794"/>
                </a:lnTo>
                <a:lnTo>
                  <a:pt x="31369" y="62814"/>
                </a:lnTo>
                <a:lnTo>
                  <a:pt x="28575" y="65062"/>
                </a:lnTo>
                <a:lnTo>
                  <a:pt x="26924" y="65620"/>
                </a:lnTo>
                <a:lnTo>
                  <a:pt x="45296" y="65620"/>
                </a:lnTo>
                <a:lnTo>
                  <a:pt x="46005" y="64454"/>
                </a:lnTo>
                <a:lnTo>
                  <a:pt x="48386" y="57451"/>
                </a:lnTo>
                <a:lnTo>
                  <a:pt x="49815" y="48929"/>
                </a:lnTo>
                <a:lnTo>
                  <a:pt x="50292"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324" name="object 324"/>
          <p:cNvSpPr/>
          <p:nvPr/>
        </p:nvSpPr>
        <p:spPr>
          <a:xfrm>
            <a:off x="6886956" y="6166103"/>
            <a:ext cx="33655" cy="76200"/>
          </a:xfrm>
          <a:custGeom>
            <a:avLst/>
            <a:gdLst/>
            <a:ahLst/>
            <a:cxnLst/>
            <a:rect l="l" t="t" r="r" b="b"/>
            <a:pathLst>
              <a:path w="33654" h="76200">
                <a:moveTo>
                  <a:pt x="33527" y="0"/>
                </a:moveTo>
                <a:lnTo>
                  <a:pt x="21717" y="0"/>
                </a:lnTo>
                <a:lnTo>
                  <a:pt x="19939" y="4622"/>
                </a:lnTo>
                <a:lnTo>
                  <a:pt x="16891" y="8674"/>
                </a:lnTo>
                <a:lnTo>
                  <a:pt x="8000" y="15608"/>
                </a:lnTo>
                <a:lnTo>
                  <a:pt x="3810" y="17957"/>
                </a:lnTo>
                <a:lnTo>
                  <a:pt x="0" y="19202"/>
                </a:lnTo>
                <a:lnTo>
                  <a:pt x="0" y="32410"/>
                </a:lnTo>
                <a:lnTo>
                  <a:pt x="7239" y="30022"/>
                </a:lnTo>
                <a:lnTo>
                  <a:pt x="13589" y="26352"/>
                </a:lnTo>
                <a:lnTo>
                  <a:pt x="18923" y="21374"/>
                </a:lnTo>
                <a:lnTo>
                  <a:pt x="18923" y="76200"/>
                </a:lnTo>
                <a:lnTo>
                  <a:pt x="33527" y="76200"/>
                </a:lnTo>
                <a:lnTo>
                  <a:pt x="33527" y="0"/>
                </a:lnTo>
                <a:close/>
              </a:path>
            </a:pathLst>
          </a:custGeom>
          <a:solidFill>
            <a:srgbClr val="4264DE">
              <a:alpha val="10195"/>
            </a:srgbClr>
          </a:solidFill>
        </p:spPr>
        <p:txBody>
          <a:bodyPr wrap="square" lIns="0" tIns="0" rIns="0" bIns="0" rtlCol="0"/>
          <a:lstStyle/>
          <a:p>
            <a:endParaRPr/>
          </a:p>
        </p:txBody>
      </p:sp>
      <p:sp>
        <p:nvSpPr>
          <p:cNvPr id="325" name="object 325"/>
          <p:cNvSpPr/>
          <p:nvPr/>
        </p:nvSpPr>
        <p:spPr>
          <a:xfrm>
            <a:off x="7051547" y="6164579"/>
            <a:ext cx="50800" cy="78105"/>
          </a:xfrm>
          <a:custGeom>
            <a:avLst/>
            <a:gdLst/>
            <a:ahLst/>
            <a:cxnLst/>
            <a:rect l="l" t="t" r="r" b="b"/>
            <a:pathLst>
              <a:path w="50800" h="78104">
                <a:moveTo>
                  <a:pt x="32638" y="0"/>
                </a:moveTo>
                <a:lnTo>
                  <a:pt x="17652" y="0"/>
                </a:lnTo>
                <a:lnTo>
                  <a:pt x="11810" y="2590"/>
                </a:lnTo>
                <a:lnTo>
                  <a:pt x="0" y="38735"/>
                </a:lnTo>
                <a:lnTo>
                  <a:pt x="440" y="48929"/>
                </a:lnTo>
                <a:lnTo>
                  <a:pt x="17652" y="77724"/>
                </a:lnTo>
                <a:lnTo>
                  <a:pt x="32638" y="77724"/>
                </a:lnTo>
                <a:lnTo>
                  <a:pt x="38480" y="75133"/>
                </a:lnTo>
                <a:lnTo>
                  <a:pt x="42672" y="69938"/>
                </a:lnTo>
                <a:lnTo>
                  <a:pt x="45296" y="65620"/>
                </a:lnTo>
                <a:lnTo>
                  <a:pt x="23368" y="65620"/>
                </a:lnTo>
                <a:lnTo>
                  <a:pt x="21701" y="65062"/>
                </a:lnTo>
                <a:lnTo>
                  <a:pt x="18923" y="62852"/>
                </a:lnTo>
                <a:lnTo>
                  <a:pt x="17779" y="60629"/>
                </a:lnTo>
                <a:lnTo>
                  <a:pt x="16001" y="53949"/>
                </a:lnTo>
                <a:lnTo>
                  <a:pt x="15586" y="48929"/>
                </a:lnTo>
                <a:lnTo>
                  <a:pt x="15591" y="28735"/>
                </a:lnTo>
                <a:lnTo>
                  <a:pt x="23368" y="12103"/>
                </a:lnTo>
                <a:lnTo>
                  <a:pt x="45324" y="12103"/>
                </a:lnTo>
                <a:lnTo>
                  <a:pt x="42799" y="7886"/>
                </a:lnTo>
                <a:lnTo>
                  <a:pt x="38480" y="2628"/>
                </a:lnTo>
                <a:lnTo>
                  <a:pt x="32638" y="0"/>
                </a:lnTo>
                <a:close/>
              </a:path>
              <a:path w="50800" h="78104">
                <a:moveTo>
                  <a:pt x="45324" y="12103"/>
                </a:moveTo>
                <a:lnTo>
                  <a:pt x="26924" y="12103"/>
                </a:lnTo>
                <a:lnTo>
                  <a:pt x="28575" y="12661"/>
                </a:lnTo>
                <a:lnTo>
                  <a:pt x="31369" y="14909"/>
                </a:lnTo>
                <a:lnTo>
                  <a:pt x="32511" y="17145"/>
                </a:lnTo>
                <a:lnTo>
                  <a:pt x="34290" y="23825"/>
                </a:lnTo>
                <a:lnTo>
                  <a:pt x="34696" y="28735"/>
                </a:lnTo>
                <a:lnTo>
                  <a:pt x="34708" y="48929"/>
                </a:lnTo>
                <a:lnTo>
                  <a:pt x="34290" y="54152"/>
                </a:lnTo>
                <a:lnTo>
                  <a:pt x="33274" y="57886"/>
                </a:lnTo>
                <a:lnTo>
                  <a:pt x="32511" y="60794"/>
                </a:lnTo>
                <a:lnTo>
                  <a:pt x="31369" y="62814"/>
                </a:lnTo>
                <a:lnTo>
                  <a:pt x="28575" y="65062"/>
                </a:lnTo>
                <a:lnTo>
                  <a:pt x="26924" y="65620"/>
                </a:lnTo>
                <a:lnTo>
                  <a:pt x="45296" y="65620"/>
                </a:lnTo>
                <a:lnTo>
                  <a:pt x="46005" y="64454"/>
                </a:lnTo>
                <a:lnTo>
                  <a:pt x="48386" y="57451"/>
                </a:lnTo>
                <a:lnTo>
                  <a:pt x="49815" y="48929"/>
                </a:lnTo>
                <a:lnTo>
                  <a:pt x="50292"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326" name="object 326"/>
          <p:cNvSpPr/>
          <p:nvPr/>
        </p:nvSpPr>
        <p:spPr>
          <a:xfrm>
            <a:off x="7232904" y="6166103"/>
            <a:ext cx="33655" cy="76200"/>
          </a:xfrm>
          <a:custGeom>
            <a:avLst/>
            <a:gdLst/>
            <a:ahLst/>
            <a:cxnLst/>
            <a:rect l="l" t="t" r="r" b="b"/>
            <a:pathLst>
              <a:path w="33654" h="76200">
                <a:moveTo>
                  <a:pt x="33527" y="0"/>
                </a:moveTo>
                <a:lnTo>
                  <a:pt x="21717" y="0"/>
                </a:lnTo>
                <a:lnTo>
                  <a:pt x="19939" y="4622"/>
                </a:lnTo>
                <a:lnTo>
                  <a:pt x="16891" y="8674"/>
                </a:lnTo>
                <a:lnTo>
                  <a:pt x="8000" y="15608"/>
                </a:lnTo>
                <a:lnTo>
                  <a:pt x="3810" y="17957"/>
                </a:lnTo>
                <a:lnTo>
                  <a:pt x="0" y="19202"/>
                </a:lnTo>
                <a:lnTo>
                  <a:pt x="0" y="32410"/>
                </a:lnTo>
                <a:lnTo>
                  <a:pt x="7239" y="30022"/>
                </a:lnTo>
                <a:lnTo>
                  <a:pt x="13589" y="26352"/>
                </a:lnTo>
                <a:lnTo>
                  <a:pt x="18923" y="21374"/>
                </a:lnTo>
                <a:lnTo>
                  <a:pt x="18923" y="76200"/>
                </a:lnTo>
                <a:lnTo>
                  <a:pt x="33527" y="76200"/>
                </a:lnTo>
                <a:lnTo>
                  <a:pt x="33527" y="0"/>
                </a:lnTo>
                <a:close/>
              </a:path>
            </a:pathLst>
          </a:custGeom>
          <a:solidFill>
            <a:srgbClr val="4264DE">
              <a:alpha val="10195"/>
            </a:srgbClr>
          </a:solidFill>
        </p:spPr>
        <p:txBody>
          <a:bodyPr wrap="square" lIns="0" tIns="0" rIns="0" bIns="0" rtlCol="0"/>
          <a:lstStyle/>
          <a:p>
            <a:endParaRPr/>
          </a:p>
        </p:txBody>
      </p:sp>
      <p:sp>
        <p:nvSpPr>
          <p:cNvPr id="327" name="object 327"/>
          <p:cNvSpPr/>
          <p:nvPr/>
        </p:nvSpPr>
        <p:spPr>
          <a:xfrm>
            <a:off x="7399019" y="6164579"/>
            <a:ext cx="48895" cy="78105"/>
          </a:xfrm>
          <a:custGeom>
            <a:avLst/>
            <a:gdLst/>
            <a:ahLst/>
            <a:cxnLst/>
            <a:rect l="l" t="t" r="r" b="b"/>
            <a:pathLst>
              <a:path w="48895" h="78104">
                <a:moveTo>
                  <a:pt x="31623" y="0"/>
                </a:moveTo>
                <a:lnTo>
                  <a:pt x="17145" y="0"/>
                </a:lnTo>
                <a:lnTo>
                  <a:pt x="11429" y="2590"/>
                </a:lnTo>
                <a:lnTo>
                  <a:pt x="0" y="38735"/>
                </a:lnTo>
                <a:lnTo>
                  <a:pt x="438" y="48929"/>
                </a:lnTo>
                <a:lnTo>
                  <a:pt x="17018" y="77724"/>
                </a:lnTo>
                <a:lnTo>
                  <a:pt x="31623" y="77724"/>
                </a:lnTo>
                <a:lnTo>
                  <a:pt x="37337" y="75133"/>
                </a:lnTo>
                <a:lnTo>
                  <a:pt x="41401" y="69938"/>
                </a:lnTo>
                <a:lnTo>
                  <a:pt x="43953" y="65620"/>
                </a:lnTo>
                <a:lnTo>
                  <a:pt x="22605" y="65620"/>
                </a:lnTo>
                <a:lnTo>
                  <a:pt x="21065" y="65062"/>
                </a:lnTo>
                <a:lnTo>
                  <a:pt x="15182" y="48929"/>
                </a:lnTo>
                <a:lnTo>
                  <a:pt x="15186" y="28735"/>
                </a:lnTo>
                <a:lnTo>
                  <a:pt x="22605" y="12103"/>
                </a:lnTo>
                <a:lnTo>
                  <a:pt x="43911" y="12103"/>
                </a:lnTo>
                <a:lnTo>
                  <a:pt x="41401" y="7886"/>
                </a:lnTo>
                <a:lnTo>
                  <a:pt x="37337" y="2628"/>
                </a:lnTo>
                <a:lnTo>
                  <a:pt x="31623" y="0"/>
                </a:lnTo>
                <a:close/>
              </a:path>
              <a:path w="48895" h="78104">
                <a:moveTo>
                  <a:pt x="43911" y="12103"/>
                </a:moveTo>
                <a:lnTo>
                  <a:pt x="26161" y="12103"/>
                </a:lnTo>
                <a:lnTo>
                  <a:pt x="27685" y="12661"/>
                </a:lnTo>
                <a:lnTo>
                  <a:pt x="29082" y="13779"/>
                </a:lnTo>
                <a:lnTo>
                  <a:pt x="33588" y="48929"/>
                </a:lnTo>
                <a:lnTo>
                  <a:pt x="33274" y="54152"/>
                </a:lnTo>
                <a:lnTo>
                  <a:pt x="32257" y="57886"/>
                </a:lnTo>
                <a:lnTo>
                  <a:pt x="31496" y="60794"/>
                </a:lnTo>
                <a:lnTo>
                  <a:pt x="30352" y="62814"/>
                </a:lnTo>
                <a:lnTo>
                  <a:pt x="29051" y="63969"/>
                </a:lnTo>
                <a:lnTo>
                  <a:pt x="27651" y="65074"/>
                </a:lnTo>
                <a:lnTo>
                  <a:pt x="26161" y="65620"/>
                </a:lnTo>
                <a:lnTo>
                  <a:pt x="43953" y="65620"/>
                </a:lnTo>
                <a:lnTo>
                  <a:pt x="44642" y="64454"/>
                </a:lnTo>
                <a:lnTo>
                  <a:pt x="46942" y="57451"/>
                </a:lnTo>
                <a:lnTo>
                  <a:pt x="48313" y="48929"/>
                </a:lnTo>
                <a:lnTo>
                  <a:pt x="48768"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328" name="object 328"/>
          <p:cNvSpPr/>
          <p:nvPr/>
        </p:nvSpPr>
        <p:spPr>
          <a:xfrm>
            <a:off x="7580376" y="6166103"/>
            <a:ext cx="33655" cy="76200"/>
          </a:xfrm>
          <a:custGeom>
            <a:avLst/>
            <a:gdLst/>
            <a:ahLst/>
            <a:cxnLst/>
            <a:rect l="l" t="t" r="r" b="b"/>
            <a:pathLst>
              <a:path w="33654" h="76200">
                <a:moveTo>
                  <a:pt x="33527" y="0"/>
                </a:moveTo>
                <a:lnTo>
                  <a:pt x="21717" y="0"/>
                </a:lnTo>
                <a:lnTo>
                  <a:pt x="19939" y="4622"/>
                </a:lnTo>
                <a:lnTo>
                  <a:pt x="16891" y="8674"/>
                </a:lnTo>
                <a:lnTo>
                  <a:pt x="8000" y="15608"/>
                </a:lnTo>
                <a:lnTo>
                  <a:pt x="3809" y="17957"/>
                </a:lnTo>
                <a:lnTo>
                  <a:pt x="0" y="19202"/>
                </a:lnTo>
                <a:lnTo>
                  <a:pt x="0" y="32410"/>
                </a:lnTo>
                <a:lnTo>
                  <a:pt x="7239" y="30022"/>
                </a:lnTo>
                <a:lnTo>
                  <a:pt x="13589" y="26352"/>
                </a:lnTo>
                <a:lnTo>
                  <a:pt x="18923" y="21374"/>
                </a:lnTo>
                <a:lnTo>
                  <a:pt x="18923" y="76200"/>
                </a:lnTo>
                <a:lnTo>
                  <a:pt x="33527" y="76200"/>
                </a:lnTo>
                <a:lnTo>
                  <a:pt x="33527" y="0"/>
                </a:lnTo>
                <a:close/>
              </a:path>
            </a:pathLst>
          </a:custGeom>
          <a:solidFill>
            <a:srgbClr val="4264DE">
              <a:alpha val="10195"/>
            </a:srgbClr>
          </a:solidFill>
        </p:spPr>
        <p:txBody>
          <a:bodyPr wrap="square" lIns="0" tIns="0" rIns="0" bIns="0" rtlCol="0"/>
          <a:lstStyle/>
          <a:p>
            <a:endParaRPr/>
          </a:p>
        </p:txBody>
      </p:sp>
      <p:sp>
        <p:nvSpPr>
          <p:cNvPr id="329" name="object 329"/>
          <p:cNvSpPr/>
          <p:nvPr/>
        </p:nvSpPr>
        <p:spPr>
          <a:xfrm>
            <a:off x="7744968" y="6164579"/>
            <a:ext cx="50800" cy="78105"/>
          </a:xfrm>
          <a:custGeom>
            <a:avLst/>
            <a:gdLst/>
            <a:ahLst/>
            <a:cxnLst/>
            <a:rect l="l" t="t" r="r" b="b"/>
            <a:pathLst>
              <a:path w="50800" h="78104">
                <a:moveTo>
                  <a:pt x="32638" y="0"/>
                </a:moveTo>
                <a:lnTo>
                  <a:pt x="17652" y="0"/>
                </a:lnTo>
                <a:lnTo>
                  <a:pt x="11810" y="2590"/>
                </a:lnTo>
                <a:lnTo>
                  <a:pt x="0" y="38735"/>
                </a:lnTo>
                <a:lnTo>
                  <a:pt x="440" y="48929"/>
                </a:lnTo>
                <a:lnTo>
                  <a:pt x="17652" y="77724"/>
                </a:lnTo>
                <a:lnTo>
                  <a:pt x="32638" y="77724"/>
                </a:lnTo>
                <a:lnTo>
                  <a:pt x="38480" y="75133"/>
                </a:lnTo>
                <a:lnTo>
                  <a:pt x="42672" y="69938"/>
                </a:lnTo>
                <a:lnTo>
                  <a:pt x="45296" y="65620"/>
                </a:lnTo>
                <a:lnTo>
                  <a:pt x="23367" y="65620"/>
                </a:lnTo>
                <a:lnTo>
                  <a:pt x="21701" y="65062"/>
                </a:lnTo>
                <a:lnTo>
                  <a:pt x="18923" y="62852"/>
                </a:lnTo>
                <a:lnTo>
                  <a:pt x="17779" y="60629"/>
                </a:lnTo>
                <a:lnTo>
                  <a:pt x="16001" y="53949"/>
                </a:lnTo>
                <a:lnTo>
                  <a:pt x="15586" y="48929"/>
                </a:lnTo>
                <a:lnTo>
                  <a:pt x="15591" y="28735"/>
                </a:lnTo>
                <a:lnTo>
                  <a:pt x="23367" y="12103"/>
                </a:lnTo>
                <a:lnTo>
                  <a:pt x="45324" y="12103"/>
                </a:lnTo>
                <a:lnTo>
                  <a:pt x="42799" y="7886"/>
                </a:lnTo>
                <a:lnTo>
                  <a:pt x="38480" y="2628"/>
                </a:lnTo>
                <a:lnTo>
                  <a:pt x="32638" y="0"/>
                </a:lnTo>
                <a:close/>
              </a:path>
              <a:path w="50800" h="78104">
                <a:moveTo>
                  <a:pt x="45324" y="12103"/>
                </a:moveTo>
                <a:lnTo>
                  <a:pt x="26924" y="12103"/>
                </a:lnTo>
                <a:lnTo>
                  <a:pt x="28575" y="12661"/>
                </a:lnTo>
                <a:lnTo>
                  <a:pt x="31368" y="14909"/>
                </a:lnTo>
                <a:lnTo>
                  <a:pt x="32511" y="17145"/>
                </a:lnTo>
                <a:lnTo>
                  <a:pt x="34289" y="23825"/>
                </a:lnTo>
                <a:lnTo>
                  <a:pt x="34696" y="28735"/>
                </a:lnTo>
                <a:lnTo>
                  <a:pt x="34708" y="48929"/>
                </a:lnTo>
                <a:lnTo>
                  <a:pt x="34289" y="54152"/>
                </a:lnTo>
                <a:lnTo>
                  <a:pt x="33274" y="57886"/>
                </a:lnTo>
                <a:lnTo>
                  <a:pt x="32511" y="60794"/>
                </a:lnTo>
                <a:lnTo>
                  <a:pt x="31368" y="62814"/>
                </a:lnTo>
                <a:lnTo>
                  <a:pt x="28575" y="65062"/>
                </a:lnTo>
                <a:lnTo>
                  <a:pt x="26924" y="65620"/>
                </a:lnTo>
                <a:lnTo>
                  <a:pt x="45296" y="65620"/>
                </a:lnTo>
                <a:lnTo>
                  <a:pt x="46005" y="64454"/>
                </a:lnTo>
                <a:lnTo>
                  <a:pt x="48386" y="57451"/>
                </a:lnTo>
                <a:lnTo>
                  <a:pt x="49815" y="48929"/>
                </a:lnTo>
                <a:lnTo>
                  <a:pt x="50291"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330" name="object 330"/>
          <p:cNvSpPr/>
          <p:nvPr/>
        </p:nvSpPr>
        <p:spPr>
          <a:xfrm>
            <a:off x="7926323" y="6166103"/>
            <a:ext cx="33655" cy="76200"/>
          </a:xfrm>
          <a:custGeom>
            <a:avLst/>
            <a:gdLst/>
            <a:ahLst/>
            <a:cxnLst/>
            <a:rect l="l" t="t" r="r" b="b"/>
            <a:pathLst>
              <a:path w="33654" h="76200">
                <a:moveTo>
                  <a:pt x="33527" y="0"/>
                </a:moveTo>
                <a:lnTo>
                  <a:pt x="21717" y="0"/>
                </a:lnTo>
                <a:lnTo>
                  <a:pt x="19939" y="4622"/>
                </a:lnTo>
                <a:lnTo>
                  <a:pt x="16891" y="8674"/>
                </a:lnTo>
                <a:lnTo>
                  <a:pt x="8000" y="15608"/>
                </a:lnTo>
                <a:lnTo>
                  <a:pt x="3809" y="17957"/>
                </a:lnTo>
                <a:lnTo>
                  <a:pt x="0" y="19202"/>
                </a:lnTo>
                <a:lnTo>
                  <a:pt x="0" y="32410"/>
                </a:lnTo>
                <a:lnTo>
                  <a:pt x="7239" y="30022"/>
                </a:lnTo>
                <a:lnTo>
                  <a:pt x="13589" y="26352"/>
                </a:lnTo>
                <a:lnTo>
                  <a:pt x="18923" y="21374"/>
                </a:lnTo>
                <a:lnTo>
                  <a:pt x="18923" y="76200"/>
                </a:lnTo>
                <a:lnTo>
                  <a:pt x="33527" y="76200"/>
                </a:lnTo>
                <a:lnTo>
                  <a:pt x="33527" y="0"/>
                </a:lnTo>
                <a:close/>
              </a:path>
            </a:pathLst>
          </a:custGeom>
          <a:solidFill>
            <a:srgbClr val="4264DE">
              <a:alpha val="10195"/>
            </a:srgbClr>
          </a:solidFill>
        </p:spPr>
        <p:txBody>
          <a:bodyPr wrap="square" lIns="0" tIns="0" rIns="0" bIns="0" rtlCol="0"/>
          <a:lstStyle/>
          <a:p>
            <a:endParaRPr/>
          </a:p>
        </p:txBody>
      </p:sp>
      <p:sp>
        <p:nvSpPr>
          <p:cNvPr id="331" name="object 331"/>
          <p:cNvSpPr/>
          <p:nvPr/>
        </p:nvSpPr>
        <p:spPr>
          <a:xfrm>
            <a:off x="8092440" y="6164579"/>
            <a:ext cx="48895" cy="78105"/>
          </a:xfrm>
          <a:custGeom>
            <a:avLst/>
            <a:gdLst/>
            <a:ahLst/>
            <a:cxnLst/>
            <a:rect l="l" t="t" r="r" b="b"/>
            <a:pathLst>
              <a:path w="48895" h="78104">
                <a:moveTo>
                  <a:pt x="31623" y="0"/>
                </a:moveTo>
                <a:lnTo>
                  <a:pt x="17144" y="0"/>
                </a:lnTo>
                <a:lnTo>
                  <a:pt x="11429" y="2590"/>
                </a:lnTo>
                <a:lnTo>
                  <a:pt x="0" y="38735"/>
                </a:lnTo>
                <a:lnTo>
                  <a:pt x="438" y="48929"/>
                </a:lnTo>
                <a:lnTo>
                  <a:pt x="17017" y="77724"/>
                </a:lnTo>
                <a:lnTo>
                  <a:pt x="31623" y="77724"/>
                </a:lnTo>
                <a:lnTo>
                  <a:pt x="37337" y="75133"/>
                </a:lnTo>
                <a:lnTo>
                  <a:pt x="41401" y="69938"/>
                </a:lnTo>
                <a:lnTo>
                  <a:pt x="43953" y="65620"/>
                </a:lnTo>
                <a:lnTo>
                  <a:pt x="22605" y="65620"/>
                </a:lnTo>
                <a:lnTo>
                  <a:pt x="21065" y="65062"/>
                </a:lnTo>
                <a:lnTo>
                  <a:pt x="15182" y="48929"/>
                </a:lnTo>
                <a:lnTo>
                  <a:pt x="15186" y="28735"/>
                </a:lnTo>
                <a:lnTo>
                  <a:pt x="22605" y="12103"/>
                </a:lnTo>
                <a:lnTo>
                  <a:pt x="43911" y="12103"/>
                </a:lnTo>
                <a:lnTo>
                  <a:pt x="41401" y="7886"/>
                </a:lnTo>
                <a:lnTo>
                  <a:pt x="37337" y="2628"/>
                </a:lnTo>
                <a:lnTo>
                  <a:pt x="31623" y="0"/>
                </a:lnTo>
                <a:close/>
              </a:path>
              <a:path w="48895" h="78104">
                <a:moveTo>
                  <a:pt x="43911" y="12103"/>
                </a:moveTo>
                <a:lnTo>
                  <a:pt x="26161" y="12103"/>
                </a:lnTo>
                <a:lnTo>
                  <a:pt x="27685" y="12661"/>
                </a:lnTo>
                <a:lnTo>
                  <a:pt x="28955" y="13779"/>
                </a:lnTo>
                <a:lnTo>
                  <a:pt x="33588" y="48929"/>
                </a:lnTo>
                <a:lnTo>
                  <a:pt x="33274" y="54152"/>
                </a:lnTo>
                <a:lnTo>
                  <a:pt x="32257" y="57886"/>
                </a:lnTo>
                <a:lnTo>
                  <a:pt x="31495" y="60794"/>
                </a:lnTo>
                <a:lnTo>
                  <a:pt x="30352" y="62814"/>
                </a:lnTo>
                <a:lnTo>
                  <a:pt x="29051" y="63969"/>
                </a:lnTo>
                <a:lnTo>
                  <a:pt x="27651" y="65074"/>
                </a:lnTo>
                <a:lnTo>
                  <a:pt x="26161" y="65620"/>
                </a:lnTo>
                <a:lnTo>
                  <a:pt x="43953" y="65620"/>
                </a:lnTo>
                <a:lnTo>
                  <a:pt x="44642" y="64454"/>
                </a:lnTo>
                <a:lnTo>
                  <a:pt x="46942" y="57451"/>
                </a:lnTo>
                <a:lnTo>
                  <a:pt x="48313" y="48929"/>
                </a:lnTo>
                <a:lnTo>
                  <a:pt x="48767"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332" name="object 332"/>
          <p:cNvSpPr/>
          <p:nvPr/>
        </p:nvSpPr>
        <p:spPr>
          <a:xfrm>
            <a:off x="8273795" y="6166103"/>
            <a:ext cx="33655" cy="76200"/>
          </a:xfrm>
          <a:custGeom>
            <a:avLst/>
            <a:gdLst/>
            <a:ahLst/>
            <a:cxnLst/>
            <a:rect l="l" t="t" r="r" b="b"/>
            <a:pathLst>
              <a:path w="33654" h="76200">
                <a:moveTo>
                  <a:pt x="33527" y="0"/>
                </a:moveTo>
                <a:lnTo>
                  <a:pt x="21717" y="0"/>
                </a:lnTo>
                <a:lnTo>
                  <a:pt x="19938" y="4622"/>
                </a:lnTo>
                <a:lnTo>
                  <a:pt x="16890" y="8674"/>
                </a:lnTo>
                <a:lnTo>
                  <a:pt x="8000" y="15608"/>
                </a:lnTo>
                <a:lnTo>
                  <a:pt x="3809" y="17957"/>
                </a:lnTo>
                <a:lnTo>
                  <a:pt x="0" y="19202"/>
                </a:lnTo>
                <a:lnTo>
                  <a:pt x="0" y="32410"/>
                </a:lnTo>
                <a:lnTo>
                  <a:pt x="7238" y="30022"/>
                </a:lnTo>
                <a:lnTo>
                  <a:pt x="13588" y="26352"/>
                </a:lnTo>
                <a:lnTo>
                  <a:pt x="18923" y="21374"/>
                </a:lnTo>
                <a:lnTo>
                  <a:pt x="18923" y="76200"/>
                </a:lnTo>
                <a:lnTo>
                  <a:pt x="33527" y="76200"/>
                </a:lnTo>
                <a:lnTo>
                  <a:pt x="33527" y="0"/>
                </a:lnTo>
                <a:close/>
              </a:path>
            </a:pathLst>
          </a:custGeom>
          <a:solidFill>
            <a:srgbClr val="4264DE">
              <a:alpha val="10195"/>
            </a:srgbClr>
          </a:solidFill>
        </p:spPr>
        <p:txBody>
          <a:bodyPr wrap="square" lIns="0" tIns="0" rIns="0" bIns="0" rtlCol="0"/>
          <a:lstStyle/>
          <a:p>
            <a:endParaRPr/>
          </a:p>
        </p:txBody>
      </p:sp>
      <p:sp>
        <p:nvSpPr>
          <p:cNvPr id="333" name="object 333"/>
          <p:cNvSpPr/>
          <p:nvPr/>
        </p:nvSpPr>
        <p:spPr>
          <a:xfrm>
            <a:off x="8438388" y="6164579"/>
            <a:ext cx="50800" cy="78105"/>
          </a:xfrm>
          <a:custGeom>
            <a:avLst/>
            <a:gdLst/>
            <a:ahLst/>
            <a:cxnLst/>
            <a:rect l="l" t="t" r="r" b="b"/>
            <a:pathLst>
              <a:path w="50800" h="78104">
                <a:moveTo>
                  <a:pt x="32638" y="0"/>
                </a:moveTo>
                <a:lnTo>
                  <a:pt x="17652" y="0"/>
                </a:lnTo>
                <a:lnTo>
                  <a:pt x="11810" y="2590"/>
                </a:lnTo>
                <a:lnTo>
                  <a:pt x="0" y="38735"/>
                </a:lnTo>
                <a:lnTo>
                  <a:pt x="440" y="48929"/>
                </a:lnTo>
                <a:lnTo>
                  <a:pt x="17652" y="77724"/>
                </a:lnTo>
                <a:lnTo>
                  <a:pt x="32638" y="77724"/>
                </a:lnTo>
                <a:lnTo>
                  <a:pt x="38480" y="75133"/>
                </a:lnTo>
                <a:lnTo>
                  <a:pt x="42671" y="69938"/>
                </a:lnTo>
                <a:lnTo>
                  <a:pt x="45296" y="65620"/>
                </a:lnTo>
                <a:lnTo>
                  <a:pt x="23367" y="65620"/>
                </a:lnTo>
                <a:lnTo>
                  <a:pt x="21701" y="65062"/>
                </a:lnTo>
                <a:lnTo>
                  <a:pt x="18922" y="62852"/>
                </a:lnTo>
                <a:lnTo>
                  <a:pt x="17779" y="60629"/>
                </a:lnTo>
                <a:lnTo>
                  <a:pt x="16001" y="53949"/>
                </a:lnTo>
                <a:lnTo>
                  <a:pt x="15586" y="48929"/>
                </a:lnTo>
                <a:lnTo>
                  <a:pt x="15591" y="28735"/>
                </a:lnTo>
                <a:lnTo>
                  <a:pt x="23367" y="12103"/>
                </a:lnTo>
                <a:lnTo>
                  <a:pt x="45324" y="12103"/>
                </a:lnTo>
                <a:lnTo>
                  <a:pt x="42798" y="7886"/>
                </a:lnTo>
                <a:lnTo>
                  <a:pt x="38480" y="2628"/>
                </a:lnTo>
                <a:lnTo>
                  <a:pt x="32638" y="0"/>
                </a:lnTo>
                <a:close/>
              </a:path>
              <a:path w="50800" h="78104">
                <a:moveTo>
                  <a:pt x="45324" y="12103"/>
                </a:moveTo>
                <a:lnTo>
                  <a:pt x="26923" y="12103"/>
                </a:lnTo>
                <a:lnTo>
                  <a:pt x="28575" y="12661"/>
                </a:lnTo>
                <a:lnTo>
                  <a:pt x="31368" y="14909"/>
                </a:lnTo>
                <a:lnTo>
                  <a:pt x="32511" y="17145"/>
                </a:lnTo>
                <a:lnTo>
                  <a:pt x="34289" y="23825"/>
                </a:lnTo>
                <a:lnTo>
                  <a:pt x="34696" y="28735"/>
                </a:lnTo>
                <a:lnTo>
                  <a:pt x="34708" y="48929"/>
                </a:lnTo>
                <a:lnTo>
                  <a:pt x="34289" y="54152"/>
                </a:lnTo>
                <a:lnTo>
                  <a:pt x="33273" y="57886"/>
                </a:lnTo>
                <a:lnTo>
                  <a:pt x="32511" y="60794"/>
                </a:lnTo>
                <a:lnTo>
                  <a:pt x="31368" y="62814"/>
                </a:lnTo>
                <a:lnTo>
                  <a:pt x="28575" y="65062"/>
                </a:lnTo>
                <a:lnTo>
                  <a:pt x="26923" y="65620"/>
                </a:lnTo>
                <a:lnTo>
                  <a:pt x="45296" y="65620"/>
                </a:lnTo>
                <a:lnTo>
                  <a:pt x="46005" y="64454"/>
                </a:lnTo>
                <a:lnTo>
                  <a:pt x="48386" y="57451"/>
                </a:lnTo>
                <a:lnTo>
                  <a:pt x="49815" y="48929"/>
                </a:lnTo>
                <a:lnTo>
                  <a:pt x="50291"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334" name="object 334"/>
          <p:cNvSpPr/>
          <p:nvPr/>
        </p:nvSpPr>
        <p:spPr>
          <a:xfrm>
            <a:off x="8619743" y="6166103"/>
            <a:ext cx="33655" cy="76200"/>
          </a:xfrm>
          <a:custGeom>
            <a:avLst/>
            <a:gdLst/>
            <a:ahLst/>
            <a:cxnLst/>
            <a:rect l="l" t="t" r="r" b="b"/>
            <a:pathLst>
              <a:path w="33654" h="76200">
                <a:moveTo>
                  <a:pt x="33527" y="0"/>
                </a:moveTo>
                <a:lnTo>
                  <a:pt x="21716" y="0"/>
                </a:lnTo>
                <a:lnTo>
                  <a:pt x="19938" y="4622"/>
                </a:lnTo>
                <a:lnTo>
                  <a:pt x="16890" y="8674"/>
                </a:lnTo>
                <a:lnTo>
                  <a:pt x="8000" y="15608"/>
                </a:lnTo>
                <a:lnTo>
                  <a:pt x="3809" y="17957"/>
                </a:lnTo>
                <a:lnTo>
                  <a:pt x="0" y="19202"/>
                </a:lnTo>
                <a:lnTo>
                  <a:pt x="0" y="32410"/>
                </a:lnTo>
                <a:lnTo>
                  <a:pt x="7238" y="30022"/>
                </a:lnTo>
                <a:lnTo>
                  <a:pt x="13588" y="26352"/>
                </a:lnTo>
                <a:lnTo>
                  <a:pt x="18923" y="21374"/>
                </a:lnTo>
                <a:lnTo>
                  <a:pt x="18923" y="76200"/>
                </a:lnTo>
                <a:lnTo>
                  <a:pt x="33527" y="76200"/>
                </a:lnTo>
                <a:lnTo>
                  <a:pt x="33527" y="0"/>
                </a:lnTo>
                <a:close/>
              </a:path>
            </a:pathLst>
          </a:custGeom>
          <a:solidFill>
            <a:srgbClr val="4264DE">
              <a:alpha val="10195"/>
            </a:srgbClr>
          </a:solidFill>
        </p:spPr>
        <p:txBody>
          <a:bodyPr wrap="square" lIns="0" tIns="0" rIns="0" bIns="0" rtlCol="0"/>
          <a:lstStyle/>
          <a:p>
            <a:endParaRPr/>
          </a:p>
        </p:txBody>
      </p:sp>
      <p:sp>
        <p:nvSpPr>
          <p:cNvPr id="335" name="object 335"/>
          <p:cNvSpPr/>
          <p:nvPr/>
        </p:nvSpPr>
        <p:spPr>
          <a:xfrm>
            <a:off x="8785859" y="6164579"/>
            <a:ext cx="48895" cy="78105"/>
          </a:xfrm>
          <a:custGeom>
            <a:avLst/>
            <a:gdLst/>
            <a:ahLst/>
            <a:cxnLst/>
            <a:rect l="l" t="t" r="r" b="b"/>
            <a:pathLst>
              <a:path w="48895" h="78104">
                <a:moveTo>
                  <a:pt x="31623" y="0"/>
                </a:moveTo>
                <a:lnTo>
                  <a:pt x="17145" y="0"/>
                </a:lnTo>
                <a:lnTo>
                  <a:pt x="11430" y="2590"/>
                </a:lnTo>
                <a:lnTo>
                  <a:pt x="0" y="38735"/>
                </a:lnTo>
                <a:lnTo>
                  <a:pt x="438" y="48929"/>
                </a:lnTo>
                <a:lnTo>
                  <a:pt x="17018" y="77724"/>
                </a:lnTo>
                <a:lnTo>
                  <a:pt x="31623" y="77724"/>
                </a:lnTo>
                <a:lnTo>
                  <a:pt x="37338" y="75133"/>
                </a:lnTo>
                <a:lnTo>
                  <a:pt x="41401" y="69938"/>
                </a:lnTo>
                <a:lnTo>
                  <a:pt x="43953" y="65620"/>
                </a:lnTo>
                <a:lnTo>
                  <a:pt x="22606" y="65620"/>
                </a:lnTo>
                <a:lnTo>
                  <a:pt x="21065" y="65062"/>
                </a:lnTo>
                <a:lnTo>
                  <a:pt x="15182" y="48929"/>
                </a:lnTo>
                <a:lnTo>
                  <a:pt x="15186" y="28735"/>
                </a:lnTo>
                <a:lnTo>
                  <a:pt x="22606" y="12103"/>
                </a:lnTo>
                <a:lnTo>
                  <a:pt x="43911" y="12103"/>
                </a:lnTo>
                <a:lnTo>
                  <a:pt x="41401" y="7886"/>
                </a:lnTo>
                <a:lnTo>
                  <a:pt x="37338" y="2628"/>
                </a:lnTo>
                <a:lnTo>
                  <a:pt x="31623" y="0"/>
                </a:lnTo>
                <a:close/>
              </a:path>
              <a:path w="48895" h="78104">
                <a:moveTo>
                  <a:pt x="43911" y="12103"/>
                </a:moveTo>
                <a:lnTo>
                  <a:pt x="26162" y="12103"/>
                </a:lnTo>
                <a:lnTo>
                  <a:pt x="27686" y="12661"/>
                </a:lnTo>
                <a:lnTo>
                  <a:pt x="28956" y="13779"/>
                </a:lnTo>
                <a:lnTo>
                  <a:pt x="33588" y="48929"/>
                </a:lnTo>
                <a:lnTo>
                  <a:pt x="33274" y="54152"/>
                </a:lnTo>
                <a:lnTo>
                  <a:pt x="32258" y="57886"/>
                </a:lnTo>
                <a:lnTo>
                  <a:pt x="31496" y="60794"/>
                </a:lnTo>
                <a:lnTo>
                  <a:pt x="30353" y="62814"/>
                </a:lnTo>
                <a:lnTo>
                  <a:pt x="29051" y="63969"/>
                </a:lnTo>
                <a:lnTo>
                  <a:pt x="27651" y="65074"/>
                </a:lnTo>
                <a:lnTo>
                  <a:pt x="26162" y="65620"/>
                </a:lnTo>
                <a:lnTo>
                  <a:pt x="43953" y="65620"/>
                </a:lnTo>
                <a:lnTo>
                  <a:pt x="44642" y="64454"/>
                </a:lnTo>
                <a:lnTo>
                  <a:pt x="46942" y="57451"/>
                </a:lnTo>
                <a:lnTo>
                  <a:pt x="48313" y="48929"/>
                </a:lnTo>
                <a:lnTo>
                  <a:pt x="48768"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336" name="object 336"/>
          <p:cNvSpPr/>
          <p:nvPr/>
        </p:nvSpPr>
        <p:spPr>
          <a:xfrm>
            <a:off x="8967216" y="6166103"/>
            <a:ext cx="33655" cy="76200"/>
          </a:xfrm>
          <a:custGeom>
            <a:avLst/>
            <a:gdLst/>
            <a:ahLst/>
            <a:cxnLst/>
            <a:rect l="l" t="t" r="r" b="b"/>
            <a:pathLst>
              <a:path w="33654" h="76200">
                <a:moveTo>
                  <a:pt x="33527" y="0"/>
                </a:moveTo>
                <a:lnTo>
                  <a:pt x="21716" y="0"/>
                </a:lnTo>
                <a:lnTo>
                  <a:pt x="19938" y="4622"/>
                </a:lnTo>
                <a:lnTo>
                  <a:pt x="16890" y="8674"/>
                </a:lnTo>
                <a:lnTo>
                  <a:pt x="8000" y="15608"/>
                </a:lnTo>
                <a:lnTo>
                  <a:pt x="3809" y="17957"/>
                </a:lnTo>
                <a:lnTo>
                  <a:pt x="0" y="19202"/>
                </a:lnTo>
                <a:lnTo>
                  <a:pt x="0" y="32410"/>
                </a:lnTo>
                <a:lnTo>
                  <a:pt x="7238" y="30022"/>
                </a:lnTo>
                <a:lnTo>
                  <a:pt x="13588" y="26352"/>
                </a:lnTo>
                <a:lnTo>
                  <a:pt x="18923" y="21374"/>
                </a:lnTo>
                <a:lnTo>
                  <a:pt x="18923" y="76200"/>
                </a:lnTo>
                <a:lnTo>
                  <a:pt x="33527" y="76200"/>
                </a:lnTo>
                <a:lnTo>
                  <a:pt x="33527" y="0"/>
                </a:lnTo>
                <a:close/>
              </a:path>
            </a:pathLst>
          </a:custGeom>
          <a:solidFill>
            <a:srgbClr val="4264DE">
              <a:alpha val="10195"/>
            </a:srgbClr>
          </a:solidFill>
        </p:spPr>
        <p:txBody>
          <a:bodyPr wrap="square" lIns="0" tIns="0" rIns="0" bIns="0" rtlCol="0"/>
          <a:lstStyle/>
          <a:p>
            <a:endParaRPr/>
          </a:p>
        </p:txBody>
      </p:sp>
      <p:sp>
        <p:nvSpPr>
          <p:cNvPr id="337" name="object 337"/>
          <p:cNvSpPr/>
          <p:nvPr/>
        </p:nvSpPr>
        <p:spPr>
          <a:xfrm>
            <a:off x="9131807" y="6164579"/>
            <a:ext cx="50800" cy="78105"/>
          </a:xfrm>
          <a:custGeom>
            <a:avLst/>
            <a:gdLst/>
            <a:ahLst/>
            <a:cxnLst/>
            <a:rect l="l" t="t" r="r" b="b"/>
            <a:pathLst>
              <a:path w="50800" h="78104">
                <a:moveTo>
                  <a:pt x="32639" y="0"/>
                </a:moveTo>
                <a:lnTo>
                  <a:pt x="17652" y="0"/>
                </a:lnTo>
                <a:lnTo>
                  <a:pt x="11811" y="2590"/>
                </a:lnTo>
                <a:lnTo>
                  <a:pt x="0" y="38735"/>
                </a:lnTo>
                <a:lnTo>
                  <a:pt x="440" y="48929"/>
                </a:lnTo>
                <a:lnTo>
                  <a:pt x="17652" y="77724"/>
                </a:lnTo>
                <a:lnTo>
                  <a:pt x="32639" y="77724"/>
                </a:lnTo>
                <a:lnTo>
                  <a:pt x="38481" y="75133"/>
                </a:lnTo>
                <a:lnTo>
                  <a:pt x="42672" y="69938"/>
                </a:lnTo>
                <a:lnTo>
                  <a:pt x="45296" y="65620"/>
                </a:lnTo>
                <a:lnTo>
                  <a:pt x="23368" y="65620"/>
                </a:lnTo>
                <a:lnTo>
                  <a:pt x="21701" y="65062"/>
                </a:lnTo>
                <a:lnTo>
                  <a:pt x="18923" y="62852"/>
                </a:lnTo>
                <a:lnTo>
                  <a:pt x="17780" y="60629"/>
                </a:lnTo>
                <a:lnTo>
                  <a:pt x="16001" y="53949"/>
                </a:lnTo>
                <a:lnTo>
                  <a:pt x="15586" y="48929"/>
                </a:lnTo>
                <a:lnTo>
                  <a:pt x="15591" y="28735"/>
                </a:lnTo>
                <a:lnTo>
                  <a:pt x="23368" y="12103"/>
                </a:lnTo>
                <a:lnTo>
                  <a:pt x="45324" y="12103"/>
                </a:lnTo>
                <a:lnTo>
                  <a:pt x="42799" y="7886"/>
                </a:lnTo>
                <a:lnTo>
                  <a:pt x="38481" y="2628"/>
                </a:lnTo>
                <a:lnTo>
                  <a:pt x="32639" y="0"/>
                </a:lnTo>
                <a:close/>
              </a:path>
              <a:path w="50800" h="78104">
                <a:moveTo>
                  <a:pt x="45324" y="12103"/>
                </a:moveTo>
                <a:lnTo>
                  <a:pt x="26924" y="12103"/>
                </a:lnTo>
                <a:lnTo>
                  <a:pt x="28575" y="12661"/>
                </a:lnTo>
                <a:lnTo>
                  <a:pt x="31369" y="14909"/>
                </a:lnTo>
                <a:lnTo>
                  <a:pt x="32512" y="17145"/>
                </a:lnTo>
                <a:lnTo>
                  <a:pt x="34290" y="23825"/>
                </a:lnTo>
                <a:lnTo>
                  <a:pt x="34696" y="28735"/>
                </a:lnTo>
                <a:lnTo>
                  <a:pt x="34708" y="48929"/>
                </a:lnTo>
                <a:lnTo>
                  <a:pt x="34290" y="54152"/>
                </a:lnTo>
                <a:lnTo>
                  <a:pt x="33274" y="57886"/>
                </a:lnTo>
                <a:lnTo>
                  <a:pt x="32512" y="60794"/>
                </a:lnTo>
                <a:lnTo>
                  <a:pt x="31369" y="62814"/>
                </a:lnTo>
                <a:lnTo>
                  <a:pt x="28575" y="65062"/>
                </a:lnTo>
                <a:lnTo>
                  <a:pt x="26924" y="65620"/>
                </a:lnTo>
                <a:lnTo>
                  <a:pt x="45296" y="65620"/>
                </a:lnTo>
                <a:lnTo>
                  <a:pt x="46005" y="64454"/>
                </a:lnTo>
                <a:lnTo>
                  <a:pt x="48386" y="57451"/>
                </a:lnTo>
                <a:lnTo>
                  <a:pt x="49815" y="48929"/>
                </a:lnTo>
                <a:lnTo>
                  <a:pt x="50292"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338" name="object 338"/>
          <p:cNvSpPr/>
          <p:nvPr/>
        </p:nvSpPr>
        <p:spPr>
          <a:xfrm>
            <a:off x="9313164" y="6166103"/>
            <a:ext cx="33655" cy="76200"/>
          </a:xfrm>
          <a:custGeom>
            <a:avLst/>
            <a:gdLst/>
            <a:ahLst/>
            <a:cxnLst/>
            <a:rect l="l" t="t" r="r" b="b"/>
            <a:pathLst>
              <a:path w="33654" h="76200">
                <a:moveTo>
                  <a:pt x="33527" y="0"/>
                </a:moveTo>
                <a:lnTo>
                  <a:pt x="21716" y="0"/>
                </a:lnTo>
                <a:lnTo>
                  <a:pt x="19938" y="4622"/>
                </a:lnTo>
                <a:lnTo>
                  <a:pt x="16890" y="8674"/>
                </a:lnTo>
                <a:lnTo>
                  <a:pt x="8000" y="15608"/>
                </a:lnTo>
                <a:lnTo>
                  <a:pt x="3809" y="17957"/>
                </a:lnTo>
                <a:lnTo>
                  <a:pt x="0" y="19202"/>
                </a:lnTo>
                <a:lnTo>
                  <a:pt x="0" y="32410"/>
                </a:lnTo>
                <a:lnTo>
                  <a:pt x="7238" y="30022"/>
                </a:lnTo>
                <a:lnTo>
                  <a:pt x="13588" y="26352"/>
                </a:lnTo>
                <a:lnTo>
                  <a:pt x="18922" y="21374"/>
                </a:lnTo>
                <a:lnTo>
                  <a:pt x="18922" y="76200"/>
                </a:lnTo>
                <a:lnTo>
                  <a:pt x="33527" y="76200"/>
                </a:lnTo>
                <a:lnTo>
                  <a:pt x="33527" y="0"/>
                </a:lnTo>
                <a:close/>
              </a:path>
            </a:pathLst>
          </a:custGeom>
          <a:solidFill>
            <a:srgbClr val="4264DE">
              <a:alpha val="10195"/>
            </a:srgbClr>
          </a:solidFill>
        </p:spPr>
        <p:txBody>
          <a:bodyPr wrap="square" lIns="0" tIns="0" rIns="0" bIns="0" rtlCol="0"/>
          <a:lstStyle/>
          <a:p>
            <a:endParaRPr/>
          </a:p>
        </p:txBody>
      </p:sp>
      <p:sp>
        <p:nvSpPr>
          <p:cNvPr id="339" name="object 339"/>
          <p:cNvSpPr/>
          <p:nvPr/>
        </p:nvSpPr>
        <p:spPr>
          <a:xfrm>
            <a:off x="9479280" y="6164579"/>
            <a:ext cx="48895" cy="78105"/>
          </a:xfrm>
          <a:custGeom>
            <a:avLst/>
            <a:gdLst/>
            <a:ahLst/>
            <a:cxnLst/>
            <a:rect l="l" t="t" r="r" b="b"/>
            <a:pathLst>
              <a:path w="48895" h="78104">
                <a:moveTo>
                  <a:pt x="31623" y="0"/>
                </a:moveTo>
                <a:lnTo>
                  <a:pt x="17145" y="0"/>
                </a:lnTo>
                <a:lnTo>
                  <a:pt x="11429" y="2590"/>
                </a:lnTo>
                <a:lnTo>
                  <a:pt x="0" y="38735"/>
                </a:lnTo>
                <a:lnTo>
                  <a:pt x="438" y="48929"/>
                </a:lnTo>
                <a:lnTo>
                  <a:pt x="17018" y="77724"/>
                </a:lnTo>
                <a:lnTo>
                  <a:pt x="31623" y="77724"/>
                </a:lnTo>
                <a:lnTo>
                  <a:pt x="37338" y="75133"/>
                </a:lnTo>
                <a:lnTo>
                  <a:pt x="41401" y="69938"/>
                </a:lnTo>
                <a:lnTo>
                  <a:pt x="43953" y="65620"/>
                </a:lnTo>
                <a:lnTo>
                  <a:pt x="22605" y="65620"/>
                </a:lnTo>
                <a:lnTo>
                  <a:pt x="21065" y="65062"/>
                </a:lnTo>
                <a:lnTo>
                  <a:pt x="15182" y="48929"/>
                </a:lnTo>
                <a:lnTo>
                  <a:pt x="15186" y="28735"/>
                </a:lnTo>
                <a:lnTo>
                  <a:pt x="22605" y="12103"/>
                </a:lnTo>
                <a:lnTo>
                  <a:pt x="43911" y="12103"/>
                </a:lnTo>
                <a:lnTo>
                  <a:pt x="41401" y="7886"/>
                </a:lnTo>
                <a:lnTo>
                  <a:pt x="37338" y="2628"/>
                </a:lnTo>
                <a:lnTo>
                  <a:pt x="31623" y="0"/>
                </a:lnTo>
                <a:close/>
              </a:path>
              <a:path w="48895" h="78104">
                <a:moveTo>
                  <a:pt x="43911" y="12103"/>
                </a:moveTo>
                <a:lnTo>
                  <a:pt x="26162" y="12103"/>
                </a:lnTo>
                <a:lnTo>
                  <a:pt x="27686" y="12661"/>
                </a:lnTo>
                <a:lnTo>
                  <a:pt x="29083" y="13779"/>
                </a:lnTo>
                <a:lnTo>
                  <a:pt x="33588" y="48929"/>
                </a:lnTo>
                <a:lnTo>
                  <a:pt x="33274" y="54152"/>
                </a:lnTo>
                <a:lnTo>
                  <a:pt x="32258" y="57886"/>
                </a:lnTo>
                <a:lnTo>
                  <a:pt x="31496" y="60794"/>
                </a:lnTo>
                <a:lnTo>
                  <a:pt x="30352" y="62814"/>
                </a:lnTo>
                <a:lnTo>
                  <a:pt x="29051" y="63969"/>
                </a:lnTo>
                <a:lnTo>
                  <a:pt x="27651" y="65074"/>
                </a:lnTo>
                <a:lnTo>
                  <a:pt x="26162" y="65620"/>
                </a:lnTo>
                <a:lnTo>
                  <a:pt x="43953" y="65620"/>
                </a:lnTo>
                <a:lnTo>
                  <a:pt x="44642" y="64454"/>
                </a:lnTo>
                <a:lnTo>
                  <a:pt x="46942" y="57451"/>
                </a:lnTo>
                <a:lnTo>
                  <a:pt x="48313" y="48929"/>
                </a:lnTo>
                <a:lnTo>
                  <a:pt x="48768"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340" name="object 340"/>
          <p:cNvSpPr/>
          <p:nvPr/>
        </p:nvSpPr>
        <p:spPr>
          <a:xfrm>
            <a:off x="9845040" y="6166103"/>
            <a:ext cx="33655" cy="76200"/>
          </a:xfrm>
          <a:custGeom>
            <a:avLst/>
            <a:gdLst/>
            <a:ahLst/>
            <a:cxnLst/>
            <a:rect l="l" t="t" r="r" b="b"/>
            <a:pathLst>
              <a:path w="33654" h="76200">
                <a:moveTo>
                  <a:pt x="33527" y="0"/>
                </a:moveTo>
                <a:lnTo>
                  <a:pt x="21716" y="0"/>
                </a:lnTo>
                <a:lnTo>
                  <a:pt x="19938" y="4622"/>
                </a:lnTo>
                <a:lnTo>
                  <a:pt x="16890" y="8674"/>
                </a:lnTo>
                <a:lnTo>
                  <a:pt x="8000" y="15608"/>
                </a:lnTo>
                <a:lnTo>
                  <a:pt x="3809" y="17957"/>
                </a:lnTo>
                <a:lnTo>
                  <a:pt x="0" y="19202"/>
                </a:lnTo>
                <a:lnTo>
                  <a:pt x="0" y="32410"/>
                </a:lnTo>
                <a:lnTo>
                  <a:pt x="7238" y="30022"/>
                </a:lnTo>
                <a:lnTo>
                  <a:pt x="13588" y="26352"/>
                </a:lnTo>
                <a:lnTo>
                  <a:pt x="18923" y="21374"/>
                </a:lnTo>
                <a:lnTo>
                  <a:pt x="18923" y="76200"/>
                </a:lnTo>
                <a:lnTo>
                  <a:pt x="33527" y="76200"/>
                </a:lnTo>
                <a:lnTo>
                  <a:pt x="33527" y="0"/>
                </a:lnTo>
                <a:close/>
              </a:path>
            </a:pathLst>
          </a:custGeom>
          <a:solidFill>
            <a:srgbClr val="4264DE">
              <a:alpha val="10195"/>
            </a:srgbClr>
          </a:solidFill>
        </p:spPr>
        <p:txBody>
          <a:bodyPr wrap="square" lIns="0" tIns="0" rIns="0" bIns="0" rtlCol="0"/>
          <a:lstStyle/>
          <a:p>
            <a:endParaRPr/>
          </a:p>
        </p:txBody>
      </p:sp>
      <p:sp>
        <p:nvSpPr>
          <p:cNvPr id="341" name="object 341"/>
          <p:cNvSpPr/>
          <p:nvPr/>
        </p:nvSpPr>
        <p:spPr>
          <a:xfrm>
            <a:off x="9663683" y="6164579"/>
            <a:ext cx="48895" cy="78105"/>
          </a:xfrm>
          <a:custGeom>
            <a:avLst/>
            <a:gdLst/>
            <a:ahLst/>
            <a:cxnLst/>
            <a:rect l="l" t="t" r="r" b="b"/>
            <a:pathLst>
              <a:path w="48895" h="78104">
                <a:moveTo>
                  <a:pt x="31623" y="0"/>
                </a:moveTo>
                <a:lnTo>
                  <a:pt x="17145" y="0"/>
                </a:lnTo>
                <a:lnTo>
                  <a:pt x="11430" y="2590"/>
                </a:lnTo>
                <a:lnTo>
                  <a:pt x="0" y="38735"/>
                </a:lnTo>
                <a:lnTo>
                  <a:pt x="438" y="48929"/>
                </a:lnTo>
                <a:lnTo>
                  <a:pt x="17018" y="77724"/>
                </a:lnTo>
                <a:lnTo>
                  <a:pt x="31623" y="77724"/>
                </a:lnTo>
                <a:lnTo>
                  <a:pt x="37338" y="75133"/>
                </a:lnTo>
                <a:lnTo>
                  <a:pt x="41401" y="69938"/>
                </a:lnTo>
                <a:lnTo>
                  <a:pt x="43953" y="65620"/>
                </a:lnTo>
                <a:lnTo>
                  <a:pt x="22606" y="65620"/>
                </a:lnTo>
                <a:lnTo>
                  <a:pt x="21065" y="65062"/>
                </a:lnTo>
                <a:lnTo>
                  <a:pt x="15182" y="48929"/>
                </a:lnTo>
                <a:lnTo>
                  <a:pt x="15186" y="28735"/>
                </a:lnTo>
                <a:lnTo>
                  <a:pt x="22606" y="12103"/>
                </a:lnTo>
                <a:lnTo>
                  <a:pt x="43911" y="12103"/>
                </a:lnTo>
                <a:lnTo>
                  <a:pt x="41401" y="7886"/>
                </a:lnTo>
                <a:lnTo>
                  <a:pt x="37338" y="2628"/>
                </a:lnTo>
                <a:lnTo>
                  <a:pt x="31623" y="0"/>
                </a:lnTo>
                <a:close/>
              </a:path>
              <a:path w="48895" h="78104">
                <a:moveTo>
                  <a:pt x="43911" y="12103"/>
                </a:moveTo>
                <a:lnTo>
                  <a:pt x="26162" y="12103"/>
                </a:lnTo>
                <a:lnTo>
                  <a:pt x="27686" y="12661"/>
                </a:lnTo>
                <a:lnTo>
                  <a:pt x="29083" y="13779"/>
                </a:lnTo>
                <a:lnTo>
                  <a:pt x="33588" y="48929"/>
                </a:lnTo>
                <a:lnTo>
                  <a:pt x="33274" y="54152"/>
                </a:lnTo>
                <a:lnTo>
                  <a:pt x="32258" y="57886"/>
                </a:lnTo>
                <a:lnTo>
                  <a:pt x="31496" y="60794"/>
                </a:lnTo>
                <a:lnTo>
                  <a:pt x="30352" y="62814"/>
                </a:lnTo>
                <a:lnTo>
                  <a:pt x="29051" y="63969"/>
                </a:lnTo>
                <a:lnTo>
                  <a:pt x="27651" y="65074"/>
                </a:lnTo>
                <a:lnTo>
                  <a:pt x="26162" y="65620"/>
                </a:lnTo>
                <a:lnTo>
                  <a:pt x="43953" y="65620"/>
                </a:lnTo>
                <a:lnTo>
                  <a:pt x="44642" y="64454"/>
                </a:lnTo>
                <a:lnTo>
                  <a:pt x="46942" y="57451"/>
                </a:lnTo>
                <a:lnTo>
                  <a:pt x="48313" y="48929"/>
                </a:lnTo>
                <a:lnTo>
                  <a:pt x="48768"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342" name="object 342"/>
          <p:cNvSpPr/>
          <p:nvPr/>
        </p:nvSpPr>
        <p:spPr>
          <a:xfrm>
            <a:off x="10006583" y="6166103"/>
            <a:ext cx="33655" cy="76200"/>
          </a:xfrm>
          <a:custGeom>
            <a:avLst/>
            <a:gdLst/>
            <a:ahLst/>
            <a:cxnLst/>
            <a:rect l="l" t="t" r="r" b="b"/>
            <a:pathLst>
              <a:path w="33654" h="76200">
                <a:moveTo>
                  <a:pt x="33527" y="0"/>
                </a:moveTo>
                <a:lnTo>
                  <a:pt x="21717" y="0"/>
                </a:lnTo>
                <a:lnTo>
                  <a:pt x="19939" y="4622"/>
                </a:lnTo>
                <a:lnTo>
                  <a:pt x="16891" y="8674"/>
                </a:lnTo>
                <a:lnTo>
                  <a:pt x="8000" y="15608"/>
                </a:lnTo>
                <a:lnTo>
                  <a:pt x="3810" y="17957"/>
                </a:lnTo>
                <a:lnTo>
                  <a:pt x="0" y="19202"/>
                </a:lnTo>
                <a:lnTo>
                  <a:pt x="0" y="32410"/>
                </a:lnTo>
                <a:lnTo>
                  <a:pt x="7239" y="30022"/>
                </a:lnTo>
                <a:lnTo>
                  <a:pt x="13589" y="26352"/>
                </a:lnTo>
                <a:lnTo>
                  <a:pt x="18923" y="21374"/>
                </a:lnTo>
                <a:lnTo>
                  <a:pt x="18923" y="76200"/>
                </a:lnTo>
                <a:lnTo>
                  <a:pt x="33527" y="76200"/>
                </a:lnTo>
                <a:lnTo>
                  <a:pt x="33527" y="0"/>
                </a:lnTo>
                <a:close/>
              </a:path>
            </a:pathLst>
          </a:custGeom>
          <a:solidFill>
            <a:srgbClr val="4264DE">
              <a:alpha val="10195"/>
            </a:srgbClr>
          </a:solidFill>
        </p:spPr>
        <p:txBody>
          <a:bodyPr wrap="square" lIns="0" tIns="0" rIns="0" bIns="0" rtlCol="0"/>
          <a:lstStyle/>
          <a:p>
            <a:endParaRPr/>
          </a:p>
        </p:txBody>
      </p:sp>
      <p:sp>
        <p:nvSpPr>
          <p:cNvPr id="343" name="object 343"/>
          <p:cNvSpPr/>
          <p:nvPr/>
        </p:nvSpPr>
        <p:spPr>
          <a:xfrm>
            <a:off x="10172700" y="6164579"/>
            <a:ext cx="48895" cy="78105"/>
          </a:xfrm>
          <a:custGeom>
            <a:avLst/>
            <a:gdLst/>
            <a:ahLst/>
            <a:cxnLst/>
            <a:rect l="l" t="t" r="r" b="b"/>
            <a:pathLst>
              <a:path w="48895" h="78104">
                <a:moveTo>
                  <a:pt x="31623" y="0"/>
                </a:moveTo>
                <a:lnTo>
                  <a:pt x="17145" y="0"/>
                </a:lnTo>
                <a:lnTo>
                  <a:pt x="11429" y="2590"/>
                </a:lnTo>
                <a:lnTo>
                  <a:pt x="0" y="38735"/>
                </a:lnTo>
                <a:lnTo>
                  <a:pt x="438" y="48929"/>
                </a:lnTo>
                <a:lnTo>
                  <a:pt x="17018" y="77724"/>
                </a:lnTo>
                <a:lnTo>
                  <a:pt x="31623" y="77724"/>
                </a:lnTo>
                <a:lnTo>
                  <a:pt x="37338" y="75133"/>
                </a:lnTo>
                <a:lnTo>
                  <a:pt x="41401" y="69938"/>
                </a:lnTo>
                <a:lnTo>
                  <a:pt x="43953" y="65620"/>
                </a:lnTo>
                <a:lnTo>
                  <a:pt x="22605" y="65620"/>
                </a:lnTo>
                <a:lnTo>
                  <a:pt x="21065" y="65062"/>
                </a:lnTo>
                <a:lnTo>
                  <a:pt x="15182" y="48929"/>
                </a:lnTo>
                <a:lnTo>
                  <a:pt x="15186" y="28735"/>
                </a:lnTo>
                <a:lnTo>
                  <a:pt x="22605" y="12103"/>
                </a:lnTo>
                <a:lnTo>
                  <a:pt x="43911" y="12103"/>
                </a:lnTo>
                <a:lnTo>
                  <a:pt x="41401" y="7886"/>
                </a:lnTo>
                <a:lnTo>
                  <a:pt x="37338" y="2628"/>
                </a:lnTo>
                <a:lnTo>
                  <a:pt x="31623" y="0"/>
                </a:lnTo>
                <a:close/>
              </a:path>
              <a:path w="48895" h="78104">
                <a:moveTo>
                  <a:pt x="43911" y="12103"/>
                </a:moveTo>
                <a:lnTo>
                  <a:pt x="26161" y="12103"/>
                </a:lnTo>
                <a:lnTo>
                  <a:pt x="27685" y="12661"/>
                </a:lnTo>
                <a:lnTo>
                  <a:pt x="28955" y="13779"/>
                </a:lnTo>
                <a:lnTo>
                  <a:pt x="33588" y="48929"/>
                </a:lnTo>
                <a:lnTo>
                  <a:pt x="33274" y="54152"/>
                </a:lnTo>
                <a:lnTo>
                  <a:pt x="32257" y="57886"/>
                </a:lnTo>
                <a:lnTo>
                  <a:pt x="31496" y="60794"/>
                </a:lnTo>
                <a:lnTo>
                  <a:pt x="30352" y="62814"/>
                </a:lnTo>
                <a:lnTo>
                  <a:pt x="29051" y="63969"/>
                </a:lnTo>
                <a:lnTo>
                  <a:pt x="27651" y="65074"/>
                </a:lnTo>
                <a:lnTo>
                  <a:pt x="26161" y="65620"/>
                </a:lnTo>
                <a:lnTo>
                  <a:pt x="43953" y="65620"/>
                </a:lnTo>
                <a:lnTo>
                  <a:pt x="44642" y="64454"/>
                </a:lnTo>
                <a:lnTo>
                  <a:pt x="46942" y="57451"/>
                </a:lnTo>
                <a:lnTo>
                  <a:pt x="48313" y="48929"/>
                </a:lnTo>
                <a:lnTo>
                  <a:pt x="48768"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344" name="object 344"/>
          <p:cNvSpPr/>
          <p:nvPr/>
        </p:nvSpPr>
        <p:spPr>
          <a:xfrm>
            <a:off x="10354056" y="6166103"/>
            <a:ext cx="33655" cy="76200"/>
          </a:xfrm>
          <a:custGeom>
            <a:avLst/>
            <a:gdLst/>
            <a:ahLst/>
            <a:cxnLst/>
            <a:rect l="l" t="t" r="r" b="b"/>
            <a:pathLst>
              <a:path w="33654" h="76200">
                <a:moveTo>
                  <a:pt x="33527" y="0"/>
                </a:moveTo>
                <a:lnTo>
                  <a:pt x="21717" y="0"/>
                </a:lnTo>
                <a:lnTo>
                  <a:pt x="19939" y="4622"/>
                </a:lnTo>
                <a:lnTo>
                  <a:pt x="16891" y="8674"/>
                </a:lnTo>
                <a:lnTo>
                  <a:pt x="8000" y="15608"/>
                </a:lnTo>
                <a:lnTo>
                  <a:pt x="3810" y="17957"/>
                </a:lnTo>
                <a:lnTo>
                  <a:pt x="0" y="19202"/>
                </a:lnTo>
                <a:lnTo>
                  <a:pt x="0" y="32410"/>
                </a:lnTo>
                <a:lnTo>
                  <a:pt x="7239" y="30022"/>
                </a:lnTo>
                <a:lnTo>
                  <a:pt x="13589" y="26352"/>
                </a:lnTo>
                <a:lnTo>
                  <a:pt x="18923" y="21374"/>
                </a:lnTo>
                <a:lnTo>
                  <a:pt x="18923" y="76200"/>
                </a:lnTo>
                <a:lnTo>
                  <a:pt x="33527" y="76200"/>
                </a:lnTo>
                <a:lnTo>
                  <a:pt x="33527" y="0"/>
                </a:lnTo>
                <a:close/>
              </a:path>
            </a:pathLst>
          </a:custGeom>
          <a:solidFill>
            <a:srgbClr val="4264DE">
              <a:alpha val="10195"/>
            </a:srgbClr>
          </a:solidFill>
        </p:spPr>
        <p:txBody>
          <a:bodyPr wrap="square" lIns="0" tIns="0" rIns="0" bIns="0" rtlCol="0"/>
          <a:lstStyle/>
          <a:p>
            <a:endParaRPr/>
          </a:p>
        </p:txBody>
      </p:sp>
      <p:sp>
        <p:nvSpPr>
          <p:cNvPr id="345" name="object 345"/>
          <p:cNvSpPr/>
          <p:nvPr/>
        </p:nvSpPr>
        <p:spPr>
          <a:xfrm>
            <a:off x="10518647" y="6164579"/>
            <a:ext cx="50800" cy="78105"/>
          </a:xfrm>
          <a:custGeom>
            <a:avLst/>
            <a:gdLst/>
            <a:ahLst/>
            <a:cxnLst/>
            <a:rect l="l" t="t" r="r" b="b"/>
            <a:pathLst>
              <a:path w="50800" h="78104">
                <a:moveTo>
                  <a:pt x="32638" y="0"/>
                </a:moveTo>
                <a:lnTo>
                  <a:pt x="17652" y="0"/>
                </a:lnTo>
                <a:lnTo>
                  <a:pt x="11810" y="2590"/>
                </a:lnTo>
                <a:lnTo>
                  <a:pt x="0" y="38735"/>
                </a:lnTo>
                <a:lnTo>
                  <a:pt x="440" y="48929"/>
                </a:lnTo>
                <a:lnTo>
                  <a:pt x="17652" y="77724"/>
                </a:lnTo>
                <a:lnTo>
                  <a:pt x="32638" y="77724"/>
                </a:lnTo>
                <a:lnTo>
                  <a:pt x="38480" y="75133"/>
                </a:lnTo>
                <a:lnTo>
                  <a:pt x="42672" y="69938"/>
                </a:lnTo>
                <a:lnTo>
                  <a:pt x="45296" y="65620"/>
                </a:lnTo>
                <a:lnTo>
                  <a:pt x="23368" y="65620"/>
                </a:lnTo>
                <a:lnTo>
                  <a:pt x="21701" y="65062"/>
                </a:lnTo>
                <a:lnTo>
                  <a:pt x="18923" y="62852"/>
                </a:lnTo>
                <a:lnTo>
                  <a:pt x="17779" y="60629"/>
                </a:lnTo>
                <a:lnTo>
                  <a:pt x="16001" y="53949"/>
                </a:lnTo>
                <a:lnTo>
                  <a:pt x="15586" y="48929"/>
                </a:lnTo>
                <a:lnTo>
                  <a:pt x="15591" y="28735"/>
                </a:lnTo>
                <a:lnTo>
                  <a:pt x="23368" y="12103"/>
                </a:lnTo>
                <a:lnTo>
                  <a:pt x="45324" y="12103"/>
                </a:lnTo>
                <a:lnTo>
                  <a:pt x="42799" y="7886"/>
                </a:lnTo>
                <a:lnTo>
                  <a:pt x="38480" y="2628"/>
                </a:lnTo>
                <a:lnTo>
                  <a:pt x="32638" y="0"/>
                </a:lnTo>
                <a:close/>
              </a:path>
              <a:path w="50800" h="78104">
                <a:moveTo>
                  <a:pt x="45324" y="12103"/>
                </a:moveTo>
                <a:lnTo>
                  <a:pt x="26924" y="12103"/>
                </a:lnTo>
                <a:lnTo>
                  <a:pt x="28575" y="12661"/>
                </a:lnTo>
                <a:lnTo>
                  <a:pt x="31369" y="14909"/>
                </a:lnTo>
                <a:lnTo>
                  <a:pt x="32511" y="17145"/>
                </a:lnTo>
                <a:lnTo>
                  <a:pt x="34290" y="23825"/>
                </a:lnTo>
                <a:lnTo>
                  <a:pt x="34696" y="28735"/>
                </a:lnTo>
                <a:lnTo>
                  <a:pt x="34708" y="48929"/>
                </a:lnTo>
                <a:lnTo>
                  <a:pt x="34290" y="54152"/>
                </a:lnTo>
                <a:lnTo>
                  <a:pt x="33274" y="57886"/>
                </a:lnTo>
                <a:lnTo>
                  <a:pt x="32511" y="60794"/>
                </a:lnTo>
                <a:lnTo>
                  <a:pt x="31369" y="62814"/>
                </a:lnTo>
                <a:lnTo>
                  <a:pt x="28575" y="65062"/>
                </a:lnTo>
                <a:lnTo>
                  <a:pt x="26924" y="65620"/>
                </a:lnTo>
                <a:lnTo>
                  <a:pt x="45296" y="65620"/>
                </a:lnTo>
                <a:lnTo>
                  <a:pt x="46005" y="64454"/>
                </a:lnTo>
                <a:lnTo>
                  <a:pt x="48386" y="57451"/>
                </a:lnTo>
                <a:lnTo>
                  <a:pt x="49815" y="48929"/>
                </a:lnTo>
                <a:lnTo>
                  <a:pt x="50292"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346" name="object 346"/>
          <p:cNvSpPr/>
          <p:nvPr/>
        </p:nvSpPr>
        <p:spPr>
          <a:xfrm>
            <a:off x="10700004" y="6166103"/>
            <a:ext cx="33655" cy="76200"/>
          </a:xfrm>
          <a:custGeom>
            <a:avLst/>
            <a:gdLst/>
            <a:ahLst/>
            <a:cxnLst/>
            <a:rect l="l" t="t" r="r" b="b"/>
            <a:pathLst>
              <a:path w="33654" h="76200">
                <a:moveTo>
                  <a:pt x="33527" y="0"/>
                </a:moveTo>
                <a:lnTo>
                  <a:pt x="21717" y="0"/>
                </a:lnTo>
                <a:lnTo>
                  <a:pt x="19939" y="4622"/>
                </a:lnTo>
                <a:lnTo>
                  <a:pt x="16891" y="8674"/>
                </a:lnTo>
                <a:lnTo>
                  <a:pt x="8000" y="15608"/>
                </a:lnTo>
                <a:lnTo>
                  <a:pt x="3810" y="17957"/>
                </a:lnTo>
                <a:lnTo>
                  <a:pt x="0" y="19202"/>
                </a:lnTo>
                <a:lnTo>
                  <a:pt x="0" y="32410"/>
                </a:lnTo>
                <a:lnTo>
                  <a:pt x="7239" y="30022"/>
                </a:lnTo>
                <a:lnTo>
                  <a:pt x="13589" y="26352"/>
                </a:lnTo>
                <a:lnTo>
                  <a:pt x="18923" y="21374"/>
                </a:lnTo>
                <a:lnTo>
                  <a:pt x="18923" y="76200"/>
                </a:lnTo>
                <a:lnTo>
                  <a:pt x="33527" y="76200"/>
                </a:lnTo>
                <a:lnTo>
                  <a:pt x="33527" y="0"/>
                </a:lnTo>
                <a:close/>
              </a:path>
            </a:pathLst>
          </a:custGeom>
          <a:solidFill>
            <a:srgbClr val="4264DE">
              <a:alpha val="10195"/>
            </a:srgbClr>
          </a:solidFill>
        </p:spPr>
        <p:txBody>
          <a:bodyPr wrap="square" lIns="0" tIns="0" rIns="0" bIns="0" rtlCol="0"/>
          <a:lstStyle/>
          <a:p>
            <a:endParaRPr/>
          </a:p>
        </p:txBody>
      </p:sp>
      <p:sp>
        <p:nvSpPr>
          <p:cNvPr id="347" name="object 347"/>
          <p:cNvSpPr/>
          <p:nvPr/>
        </p:nvSpPr>
        <p:spPr>
          <a:xfrm>
            <a:off x="10866119" y="6164579"/>
            <a:ext cx="48895" cy="78105"/>
          </a:xfrm>
          <a:custGeom>
            <a:avLst/>
            <a:gdLst/>
            <a:ahLst/>
            <a:cxnLst/>
            <a:rect l="l" t="t" r="r" b="b"/>
            <a:pathLst>
              <a:path w="48895" h="78104">
                <a:moveTo>
                  <a:pt x="31623" y="0"/>
                </a:moveTo>
                <a:lnTo>
                  <a:pt x="17145" y="0"/>
                </a:lnTo>
                <a:lnTo>
                  <a:pt x="11429" y="2590"/>
                </a:lnTo>
                <a:lnTo>
                  <a:pt x="0" y="38735"/>
                </a:lnTo>
                <a:lnTo>
                  <a:pt x="438" y="48929"/>
                </a:lnTo>
                <a:lnTo>
                  <a:pt x="17018" y="77724"/>
                </a:lnTo>
                <a:lnTo>
                  <a:pt x="31623" y="77724"/>
                </a:lnTo>
                <a:lnTo>
                  <a:pt x="37337" y="75133"/>
                </a:lnTo>
                <a:lnTo>
                  <a:pt x="41401" y="69938"/>
                </a:lnTo>
                <a:lnTo>
                  <a:pt x="43953" y="65620"/>
                </a:lnTo>
                <a:lnTo>
                  <a:pt x="22605" y="65620"/>
                </a:lnTo>
                <a:lnTo>
                  <a:pt x="21065" y="65062"/>
                </a:lnTo>
                <a:lnTo>
                  <a:pt x="15182" y="48929"/>
                </a:lnTo>
                <a:lnTo>
                  <a:pt x="15186" y="28735"/>
                </a:lnTo>
                <a:lnTo>
                  <a:pt x="22605" y="12103"/>
                </a:lnTo>
                <a:lnTo>
                  <a:pt x="43911" y="12103"/>
                </a:lnTo>
                <a:lnTo>
                  <a:pt x="41401" y="7886"/>
                </a:lnTo>
                <a:lnTo>
                  <a:pt x="37337" y="2628"/>
                </a:lnTo>
                <a:lnTo>
                  <a:pt x="31623" y="0"/>
                </a:lnTo>
                <a:close/>
              </a:path>
              <a:path w="48895" h="78104">
                <a:moveTo>
                  <a:pt x="43911" y="12103"/>
                </a:moveTo>
                <a:lnTo>
                  <a:pt x="26161" y="12103"/>
                </a:lnTo>
                <a:lnTo>
                  <a:pt x="27685" y="12661"/>
                </a:lnTo>
                <a:lnTo>
                  <a:pt x="29082" y="13779"/>
                </a:lnTo>
                <a:lnTo>
                  <a:pt x="33588" y="48929"/>
                </a:lnTo>
                <a:lnTo>
                  <a:pt x="33274" y="54152"/>
                </a:lnTo>
                <a:lnTo>
                  <a:pt x="32257" y="57886"/>
                </a:lnTo>
                <a:lnTo>
                  <a:pt x="31496" y="60794"/>
                </a:lnTo>
                <a:lnTo>
                  <a:pt x="30352" y="62814"/>
                </a:lnTo>
                <a:lnTo>
                  <a:pt x="29051" y="63969"/>
                </a:lnTo>
                <a:lnTo>
                  <a:pt x="27651" y="65074"/>
                </a:lnTo>
                <a:lnTo>
                  <a:pt x="26161" y="65620"/>
                </a:lnTo>
                <a:lnTo>
                  <a:pt x="43953" y="65620"/>
                </a:lnTo>
                <a:lnTo>
                  <a:pt x="44642" y="64454"/>
                </a:lnTo>
                <a:lnTo>
                  <a:pt x="46942" y="57451"/>
                </a:lnTo>
                <a:lnTo>
                  <a:pt x="48313" y="48929"/>
                </a:lnTo>
                <a:lnTo>
                  <a:pt x="48768"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348" name="object 348"/>
          <p:cNvSpPr/>
          <p:nvPr/>
        </p:nvSpPr>
        <p:spPr>
          <a:xfrm>
            <a:off x="11047476" y="6166103"/>
            <a:ext cx="33655" cy="76200"/>
          </a:xfrm>
          <a:custGeom>
            <a:avLst/>
            <a:gdLst/>
            <a:ahLst/>
            <a:cxnLst/>
            <a:rect l="l" t="t" r="r" b="b"/>
            <a:pathLst>
              <a:path w="33654" h="76200">
                <a:moveTo>
                  <a:pt x="33527" y="0"/>
                </a:moveTo>
                <a:lnTo>
                  <a:pt x="21717" y="0"/>
                </a:lnTo>
                <a:lnTo>
                  <a:pt x="19939" y="4622"/>
                </a:lnTo>
                <a:lnTo>
                  <a:pt x="16891" y="8674"/>
                </a:lnTo>
                <a:lnTo>
                  <a:pt x="8000" y="15608"/>
                </a:lnTo>
                <a:lnTo>
                  <a:pt x="3809" y="17957"/>
                </a:lnTo>
                <a:lnTo>
                  <a:pt x="0" y="19202"/>
                </a:lnTo>
                <a:lnTo>
                  <a:pt x="0" y="32410"/>
                </a:lnTo>
                <a:lnTo>
                  <a:pt x="7239" y="30022"/>
                </a:lnTo>
                <a:lnTo>
                  <a:pt x="13589" y="26352"/>
                </a:lnTo>
                <a:lnTo>
                  <a:pt x="18923" y="21374"/>
                </a:lnTo>
                <a:lnTo>
                  <a:pt x="18923" y="76200"/>
                </a:lnTo>
                <a:lnTo>
                  <a:pt x="33527" y="76200"/>
                </a:lnTo>
                <a:lnTo>
                  <a:pt x="33527" y="0"/>
                </a:lnTo>
                <a:close/>
              </a:path>
            </a:pathLst>
          </a:custGeom>
          <a:solidFill>
            <a:srgbClr val="4264DE">
              <a:alpha val="10195"/>
            </a:srgbClr>
          </a:solidFill>
        </p:spPr>
        <p:txBody>
          <a:bodyPr wrap="square" lIns="0" tIns="0" rIns="0" bIns="0" rtlCol="0"/>
          <a:lstStyle/>
          <a:p>
            <a:endParaRPr/>
          </a:p>
        </p:txBody>
      </p:sp>
      <p:sp>
        <p:nvSpPr>
          <p:cNvPr id="349" name="object 349"/>
          <p:cNvSpPr/>
          <p:nvPr/>
        </p:nvSpPr>
        <p:spPr>
          <a:xfrm>
            <a:off x="11212068" y="6164579"/>
            <a:ext cx="50800" cy="78105"/>
          </a:xfrm>
          <a:custGeom>
            <a:avLst/>
            <a:gdLst/>
            <a:ahLst/>
            <a:cxnLst/>
            <a:rect l="l" t="t" r="r" b="b"/>
            <a:pathLst>
              <a:path w="50800" h="78104">
                <a:moveTo>
                  <a:pt x="32638" y="0"/>
                </a:moveTo>
                <a:lnTo>
                  <a:pt x="17652" y="0"/>
                </a:lnTo>
                <a:lnTo>
                  <a:pt x="11810" y="2590"/>
                </a:lnTo>
                <a:lnTo>
                  <a:pt x="0" y="38735"/>
                </a:lnTo>
                <a:lnTo>
                  <a:pt x="440" y="48929"/>
                </a:lnTo>
                <a:lnTo>
                  <a:pt x="17652" y="77724"/>
                </a:lnTo>
                <a:lnTo>
                  <a:pt x="32638" y="77724"/>
                </a:lnTo>
                <a:lnTo>
                  <a:pt x="38480" y="75133"/>
                </a:lnTo>
                <a:lnTo>
                  <a:pt x="42672" y="69938"/>
                </a:lnTo>
                <a:lnTo>
                  <a:pt x="45296" y="65620"/>
                </a:lnTo>
                <a:lnTo>
                  <a:pt x="23367" y="65620"/>
                </a:lnTo>
                <a:lnTo>
                  <a:pt x="21701" y="65062"/>
                </a:lnTo>
                <a:lnTo>
                  <a:pt x="18923" y="62852"/>
                </a:lnTo>
                <a:lnTo>
                  <a:pt x="17779" y="60629"/>
                </a:lnTo>
                <a:lnTo>
                  <a:pt x="16001" y="53949"/>
                </a:lnTo>
                <a:lnTo>
                  <a:pt x="15586" y="48929"/>
                </a:lnTo>
                <a:lnTo>
                  <a:pt x="15591" y="28735"/>
                </a:lnTo>
                <a:lnTo>
                  <a:pt x="23367" y="12103"/>
                </a:lnTo>
                <a:lnTo>
                  <a:pt x="45324" y="12103"/>
                </a:lnTo>
                <a:lnTo>
                  <a:pt x="42799" y="7886"/>
                </a:lnTo>
                <a:lnTo>
                  <a:pt x="38480" y="2628"/>
                </a:lnTo>
                <a:lnTo>
                  <a:pt x="32638" y="0"/>
                </a:lnTo>
                <a:close/>
              </a:path>
              <a:path w="50800" h="78104">
                <a:moveTo>
                  <a:pt x="45324" y="12103"/>
                </a:moveTo>
                <a:lnTo>
                  <a:pt x="26924" y="12103"/>
                </a:lnTo>
                <a:lnTo>
                  <a:pt x="28575" y="12661"/>
                </a:lnTo>
                <a:lnTo>
                  <a:pt x="31368" y="14909"/>
                </a:lnTo>
                <a:lnTo>
                  <a:pt x="32511" y="17145"/>
                </a:lnTo>
                <a:lnTo>
                  <a:pt x="34289" y="23825"/>
                </a:lnTo>
                <a:lnTo>
                  <a:pt x="34696" y="28735"/>
                </a:lnTo>
                <a:lnTo>
                  <a:pt x="34708" y="48929"/>
                </a:lnTo>
                <a:lnTo>
                  <a:pt x="34289" y="54152"/>
                </a:lnTo>
                <a:lnTo>
                  <a:pt x="33274" y="57886"/>
                </a:lnTo>
                <a:lnTo>
                  <a:pt x="32511" y="60794"/>
                </a:lnTo>
                <a:lnTo>
                  <a:pt x="31368" y="62814"/>
                </a:lnTo>
                <a:lnTo>
                  <a:pt x="28575" y="65062"/>
                </a:lnTo>
                <a:lnTo>
                  <a:pt x="26924" y="65620"/>
                </a:lnTo>
                <a:lnTo>
                  <a:pt x="45296" y="65620"/>
                </a:lnTo>
                <a:lnTo>
                  <a:pt x="46005" y="64454"/>
                </a:lnTo>
                <a:lnTo>
                  <a:pt x="48386" y="57451"/>
                </a:lnTo>
                <a:lnTo>
                  <a:pt x="49815" y="48929"/>
                </a:lnTo>
                <a:lnTo>
                  <a:pt x="50291"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350" name="object 350"/>
          <p:cNvSpPr/>
          <p:nvPr/>
        </p:nvSpPr>
        <p:spPr>
          <a:xfrm>
            <a:off x="11393423" y="6166103"/>
            <a:ext cx="33655" cy="76200"/>
          </a:xfrm>
          <a:custGeom>
            <a:avLst/>
            <a:gdLst/>
            <a:ahLst/>
            <a:cxnLst/>
            <a:rect l="l" t="t" r="r" b="b"/>
            <a:pathLst>
              <a:path w="33654" h="76200">
                <a:moveTo>
                  <a:pt x="33527" y="0"/>
                </a:moveTo>
                <a:lnTo>
                  <a:pt x="21717" y="0"/>
                </a:lnTo>
                <a:lnTo>
                  <a:pt x="19939" y="4622"/>
                </a:lnTo>
                <a:lnTo>
                  <a:pt x="16891" y="8674"/>
                </a:lnTo>
                <a:lnTo>
                  <a:pt x="8000" y="15608"/>
                </a:lnTo>
                <a:lnTo>
                  <a:pt x="3809" y="17957"/>
                </a:lnTo>
                <a:lnTo>
                  <a:pt x="0" y="19202"/>
                </a:lnTo>
                <a:lnTo>
                  <a:pt x="0" y="32410"/>
                </a:lnTo>
                <a:lnTo>
                  <a:pt x="7239" y="30022"/>
                </a:lnTo>
                <a:lnTo>
                  <a:pt x="13589" y="26352"/>
                </a:lnTo>
                <a:lnTo>
                  <a:pt x="18923" y="21374"/>
                </a:lnTo>
                <a:lnTo>
                  <a:pt x="18923" y="76200"/>
                </a:lnTo>
                <a:lnTo>
                  <a:pt x="33527" y="76200"/>
                </a:lnTo>
                <a:lnTo>
                  <a:pt x="33527" y="0"/>
                </a:lnTo>
                <a:close/>
              </a:path>
            </a:pathLst>
          </a:custGeom>
          <a:solidFill>
            <a:srgbClr val="4264DE">
              <a:alpha val="10195"/>
            </a:srgbClr>
          </a:solidFill>
        </p:spPr>
        <p:txBody>
          <a:bodyPr wrap="square" lIns="0" tIns="0" rIns="0" bIns="0" rtlCol="0"/>
          <a:lstStyle/>
          <a:p>
            <a:endParaRPr/>
          </a:p>
        </p:txBody>
      </p:sp>
      <p:sp>
        <p:nvSpPr>
          <p:cNvPr id="351" name="object 351"/>
          <p:cNvSpPr/>
          <p:nvPr/>
        </p:nvSpPr>
        <p:spPr>
          <a:xfrm>
            <a:off x="11559540" y="6164579"/>
            <a:ext cx="48895" cy="78105"/>
          </a:xfrm>
          <a:custGeom>
            <a:avLst/>
            <a:gdLst/>
            <a:ahLst/>
            <a:cxnLst/>
            <a:rect l="l" t="t" r="r" b="b"/>
            <a:pathLst>
              <a:path w="48895" h="78104">
                <a:moveTo>
                  <a:pt x="31623" y="0"/>
                </a:moveTo>
                <a:lnTo>
                  <a:pt x="17144" y="0"/>
                </a:lnTo>
                <a:lnTo>
                  <a:pt x="11429" y="2590"/>
                </a:lnTo>
                <a:lnTo>
                  <a:pt x="0" y="38735"/>
                </a:lnTo>
                <a:lnTo>
                  <a:pt x="438" y="48929"/>
                </a:lnTo>
                <a:lnTo>
                  <a:pt x="17017" y="77724"/>
                </a:lnTo>
                <a:lnTo>
                  <a:pt x="31623" y="77724"/>
                </a:lnTo>
                <a:lnTo>
                  <a:pt x="37337" y="75133"/>
                </a:lnTo>
                <a:lnTo>
                  <a:pt x="41401" y="69938"/>
                </a:lnTo>
                <a:lnTo>
                  <a:pt x="43953" y="65620"/>
                </a:lnTo>
                <a:lnTo>
                  <a:pt x="22605" y="65620"/>
                </a:lnTo>
                <a:lnTo>
                  <a:pt x="21065" y="65062"/>
                </a:lnTo>
                <a:lnTo>
                  <a:pt x="15182" y="48929"/>
                </a:lnTo>
                <a:lnTo>
                  <a:pt x="15186" y="28735"/>
                </a:lnTo>
                <a:lnTo>
                  <a:pt x="22605" y="12103"/>
                </a:lnTo>
                <a:lnTo>
                  <a:pt x="43911" y="12103"/>
                </a:lnTo>
                <a:lnTo>
                  <a:pt x="41401" y="7886"/>
                </a:lnTo>
                <a:lnTo>
                  <a:pt x="37337" y="2628"/>
                </a:lnTo>
                <a:lnTo>
                  <a:pt x="31623" y="0"/>
                </a:lnTo>
                <a:close/>
              </a:path>
              <a:path w="48895" h="78104">
                <a:moveTo>
                  <a:pt x="43911" y="12103"/>
                </a:moveTo>
                <a:lnTo>
                  <a:pt x="26161" y="12103"/>
                </a:lnTo>
                <a:lnTo>
                  <a:pt x="27685" y="12661"/>
                </a:lnTo>
                <a:lnTo>
                  <a:pt x="28955" y="13779"/>
                </a:lnTo>
                <a:lnTo>
                  <a:pt x="33588" y="48929"/>
                </a:lnTo>
                <a:lnTo>
                  <a:pt x="33274" y="54152"/>
                </a:lnTo>
                <a:lnTo>
                  <a:pt x="32257" y="57886"/>
                </a:lnTo>
                <a:lnTo>
                  <a:pt x="31495" y="60794"/>
                </a:lnTo>
                <a:lnTo>
                  <a:pt x="30352" y="62814"/>
                </a:lnTo>
                <a:lnTo>
                  <a:pt x="29051" y="63969"/>
                </a:lnTo>
                <a:lnTo>
                  <a:pt x="27651" y="65074"/>
                </a:lnTo>
                <a:lnTo>
                  <a:pt x="26161" y="65620"/>
                </a:lnTo>
                <a:lnTo>
                  <a:pt x="43953" y="65620"/>
                </a:lnTo>
                <a:lnTo>
                  <a:pt x="44642" y="64454"/>
                </a:lnTo>
                <a:lnTo>
                  <a:pt x="46942" y="57451"/>
                </a:lnTo>
                <a:lnTo>
                  <a:pt x="48313" y="48929"/>
                </a:lnTo>
                <a:lnTo>
                  <a:pt x="48767"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352" name="object 352"/>
          <p:cNvSpPr/>
          <p:nvPr/>
        </p:nvSpPr>
        <p:spPr>
          <a:xfrm>
            <a:off x="11740895" y="6166103"/>
            <a:ext cx="33655" cy="76200"/>
          </a:xfrm>
          <a:custGeom>
            <a:avLst/>
            <a:gdLst/>
            <a:ahLst/>
            <a:cxnLst/>
            <a:rect l="l" t="t" r="r" b="b"/>
            <a:pathLst>
              <a:path w="33654" h="76200">
                <a:moveTo>
                  <a:pt x="33527" y="0"/>
                </a:moveTo>
                <a:lnTo>
                  <a:pt x="21717" y="0"/>
                </a:lnTo>
                <a:lnTo>
                  <a:pt x="19938" y="4622"/>
                </a:lnTo>
                <a:lnTo>
                  <a:pt x="16890" y="8674"/>
                </a:lnTo>
                <a:lnTo>
                  <a:pt x="8000" y="15608"/>
                </a:lnTo>
                <a:lnTo>
                  <a:pt x="3809" y="17957"/>
                </a:lnTo>
                <a:lnTo>
                  <a:pt x="0" y="19202"/>
                </a:lnTo>
                <a:lnTo>
                  <a:pt x="0" y="32410"/>
                </a:lnTo>
                <a:lnTo>
                  <a:pt x="7238" y="30022"/>
                </a:lnTo>
                <a:lnTo>
                  <a:pt x="13588" y="26352"/>
                </a:lnTo>
                <a:lnTo>
                  <a:pt x="18923" y="21374"/>
                </a:lnTo>
                <a:lnTo>
                  <a:pt x="18923" y="76200"/>
                </a:lnTo>
                <a:lnTo>
                  <a:pt x="33527" y="76200"/>
                </a:lnTo>
                <a:lnTo>
                  <a:pt x="33527" y="0"/>
                </a:lnTo>
                <a:close/>
              </a:path>
            </a:pathLst>
          </a:custGeom>
          <a:solidFill>
            <a:srgbClr val="4264DE">
              <a:alpha val="10195"/>
            </a:srgbClr>
          </a:solidFill>
        </p:spPr>
        <p:txBody>
          <a:bodyPr wrap="square" lIns="0" tIns="0" rIns="0" bIns="0" rtlCol="0"/>
          <a:lstStyle/>
          <a:p>
            <a:endParaRPr/>
          </a:p>
        </p:txBody>
      </p:sp>
      <p:sp>
        <p:nvSpPr>
          <p:cNvPr id="353" name="object 353"/>
          <p:cNvSpPr/>
          <p:nvPr/>
        </p:nvSpPr>
        <p:spPr>
          <a:xfrm>
            <a:off x="11905488" y="6164579"/>
            <a:ext cx="50800" cy="78105"/>
          </a:xfrm>
          <a:custGeom>
            <a:avLst/>
            <a:gdLst/>
            <a:ahLst/>
            <a:cxnLst/>
            <a:rect l="l" t="t" r="r" b="b"/>
            <a:pathLst>
              <a:path w="50800" h="78104">
                <a:moveTo>
                  <a:pt x="32638" y="0"/>
                </a:moveTo>
                <a:lnTo>
                  <a:pt x="17652" y="0"/>
                </a:lnTo>
                <a:lnTo>
                  <a:pt x="11810" y="2590"/>
                </a:lnTo>
                <a:lnTo>
                  <a:pt x="0" y="38735"/>
                </a:lnTo>
                <a:lnTo>
                  <a:pt x="440" y="48929"/>
                </a:lnTo>
                <a:lnTo>
                  <a:pt x="17652" y="77724"/>
                </a:lnTo>
                <a:lnTo>
                  <a:pt x="32638" y="77724"/>
                </a:lnTo>
                <a:lnTo>
                  <a:pt x="38480" y="75133"/>
                </a:lnTo>
                <a:lnTo>
                  <a:pt x="42671" y="69938"/>
                </a:lnTo>
                <a:lnTo>
                  <a:pt x="45296" y="65620"/>
                </a:lnTo>
                <a:lnTo>
                  <a:pt x="23367" y="65620"/>
                </a:lnTo>
                <a:lnTo>
                  <a:pt x="21701" y="65062"/>
                </a:lnTo>
                <a:lnTo>
                  <a:pt x="18922" y="62852"/>
                </a:lnTo>
                <a:lnTo>
                  <a:pt x="17779" y="60629"/>
                </a:lnTo>
                <a:lnTo>
                  <a:pt x="16001" y="53949"/>
                </a:lnTo>
                <a:lnTo>
                  <a:pt x="15586" y="48929"/>
                </a:lnTo>
                <a:lnTo>
                  <a:pt x="15591" y="28735"/>
                </a:lnTo>
                <a:lnTo>
                  <a:pt x="23367" y="12103"/>
                </a:lnTo>
                <a:lnTo>
                  <a:pt x="45324" y="12103"/>
                </a:lnTo>
                <a:lnTo>
                  <a:pt x="42798" y="7886"/>
                </a:lnTo>
                <a:lnTo>
                  <a:pt x="38480" y="2628"/>
                </a:lnTo>
                <a:lnTo>
                  <a:pt x="32638" y="0"/>
                </a:lnTo>
                <a:close/>
              </a:path>
              <a:path w="50800" h="78104">
                <a:moveTo>
                  <a:pt x="45324" y="12103"/>
                </a:moveTo>
                <a:lnTo>
                  <a:pt x="26923" y="12103"/>
                </a:lnTo>
                <a:lnTo>
                  <a:pt x="28575" y="12661"/>
                </a:lnTo>
                <a:lnTo>
                  <a:pt x="31368" y="14909"/>
                </a:lnTo>
                <a:lnTo>
                  <a:pt x="32511" y="17145"/>
                </a:lnTo>
                <a:lnTo>
                  <a:pt x="34289" y="23825"/>
                </a:lnTo>
                <a:lnTo>
                  <a:pt x="34696" y="28735"/>
                </a:lnTo>
                <a:lnTo>
                  <a:pt x="34708" y="48929"/>
                </a:lnTo>
                <a:lnTo>
                  <a:pt x="34289" y="54152"/>
                </a:lnTo>
                <a:lnTo>
                  <a:pt x="33273" y="57886"/>
                </a:lnTo>
                <a:lnTo>
                  <a:pt x="32511" y="60794"/>
                </a:lnTo>
                <a:lnTo>
                  <a:pt x="31368" y="62814"/>
                </a:lnTo>
                <a:lnTo>
                  <a:pt x="28575" y="65062"/>
                </a:lnTo>
                <a:lnTo>
                  <a:pt x="26923" y="65620"/>
                </a:lnTo>
                <a:lnTo>
                  <a:pt x="45296" y="65620"/>
                </a:lnTo>
                <a:lnTo>
                  <a:pt x="46005" y="64454"/>
                </a:lnTo>
                <a:lnTo>
                  <a:pt x="48386" y="57451"/>
                </a:lnTo>
                <a:lnTo>
                  <a:pt x="49815" y="48929"/>
                </a:lnTo>
                <a:lnTo>
                  <a:pt x="50291"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354" name="object 354"/>
          <p:cNvSpPr/>
          <p:nvPr/>
        </p:nvSpPr>
        <p:spPr>
          <a:xfrm>
            <a:off x="12086843" y="6166103"/>
            <a:ext cx="33655" cy="76200"/>
          </a:xfrm>
          <a:custGeom>
            <a:avLst/>
            <a:gdLst/>
            <a:ahLst/>
            <a:cxnLst/>
            <a:rect l="l" t="t" r="r" b="b"/>
            <a:pathLst>
              <a:path w="33654" h="76200">
                <a:moveTo>
                  <a:pt x="33527" y="0"/>
                </a:moveTo>
                <a:lnTo>
                  <a:pt x="21716" y="0"/>
                </a:lnTo>
                <a:lnTo>
                  <a:pt x="19938" y="4622"/>
                </a:lnTo>
                <a:lnTo>
                  <a:pt x="16890" y="8674"/>
                </a:lnTo>
                <a:lnTo>
                  <a:pt x="8000" y="15608"/>
                </a:lnTo>
                <a:lnTo>
                  <a:pt x="3809" y="17957"/>
                </a:lnTo>
                <a:lnTo>
                  <a:pt x="0" y="19202"/>
                </a:lnTo>
                <a:lnTo>
                  <a:pt x="0" y="32410"/>
                </a:lnTo>
                <a:lnTo>
                  <a:pt x="7238" y="30022"/>
                </a:lnTo>
                <a:lnTo>
                  <a:pt x="13588" y="26352"/>
                </a:lnTo>
                <a:lnTo>
                  <a:pt x="18923" y="21374"/>
                </a:lnTo>
                <a:lnTo>
                  <a:pt x="18923" y="76200"/>
                </a:lnTo>
                <a:lnTo>
                  <a:pt x="33527" y="76200"/>
                </a:lnTo>
                <a:lnTo>
                  <a:pt x="33527" y="0"/>
                </a:lnTo>
                <a:close/>
              </a:path>
            </a:pathLst>
          </a:custGeom>
          <a:solidFill>
            <a:srgbClr val="4264DE">
              <a:alpha val="10195"/>
            </a:srgbClr>
          </a:solidFill>
        </p:spPr>
        <p:txBody>
          <a:bodyPr wrap="square" lIns="0" tIns="0" rIns="0" bIns="0" rtlCol="0"/>
          <a:lstStyle/>
          <a:p>
            <a:endParaRPr/>
          </a:p>
        </p:txBody>
      </p:sp>
      <p:sp>
        <p:nvSpPr>
          <p:cNvPr id="355" name="object 355"/>
          <p:cNvSpPr/>
          <p:nvPr/>
        </p:nvSpPr>
        <p:spPr>
          <a:xfrm>
            <a:off x="118871" y="6574535"/>
            <a:ext cx="48895" cy="78105"/>
          </a:xfrm>
          <a:custGeom>
            <a:avLst/>
            <a:gdLst/>
            <a:ahLst/>
            <a:cxnLst/>
            <a:rect l="l" t="t" r="r" b="b"/>
            <a:pathLst>
              <a:path w="48894" h="78104">
                <a:moveTo>
                  <a:pt x="31661" y="0"/>
                </a:moveTo>
                <a:lnTo>
                  <a:pt x="17106" y="0"/>
                </a:lnTo>
                <a:lnTo>
                  <a:pt x="11442" y="2590"/>
                </a:lnTo>
                <a:lnTo>
                  <a:pt x="0" y="38735"/>
                </a:lnTo>
                <a:lnTo>
                  <a:pt x="430" y="48929"/>
                </a:lnTo>
                <a:lnTo>
                  <a:pt x="17081" y="77724"/>
                </a:lnTo>
                <a:lnTo>
                  <a:pt x="31661" y="77724"/>
                </a:lnTo>
                <a:lnTo>
                  <a:pt x="37325" y="75133"/>
                </a:lnTo>
                <a:lnTo>
                  <a:pt x="41389" y="69938"/>
                </a:lnTo>
                <a:lnTo>
                  <a:pt x="43929" y="65620"/>
                </a:lnTo>
                <a:lnTo>
                  <a:pt x="22644" y="65620"/>
                </a:lnTo>
                <a:lnTo>
                  <a:pt x="21079" y="65062"/>
                </a:lnTo>
                <a:lnTo>
                  <a:pt x="18402" y="62852"/>
                </a:lnTo>
                <a:lnTo>
                  <a:pt x="17284" y="60629"/>
                </a:lnTo>
                <a:lnTo>
                  <a:pt x="15506" y="53949"/>
                </a:lnTo>
                <a:lnTo>
                  <a:pt x="15142" y="48929"/>
                </a:lnTo>
                <a:lnTo>
                  <a:pt x="15157" y="28735"/>
                </a:lnTo>
                <a:lnTo>
                  <a:pt x="22644" y="12103"/>
                </a:lnTo>
                <a:lnTo>
                  <a:pt x="43924" y="12103"/>
                </a:lnTo>
                <a:lnTo>
                  <a:pt x="41440" y="7886"/>
                </a:lnTo>
                <a:lnTo>
                  <a:pt x="37338" y="2628"/>
                </a:lnTo>
                <a:lnTo>
                  <a:pt x="31661" y="0"/>
                </a:lnTo>
                <a:close/>
              </a:path>
              <a:path w="48894" h="78104">
                <a:moveTo>
                  <a:pt x="43924" y="12103"/>
                </a:moveTo>
                <a:lnTo>
                  <a:pt x="26123" y="12103"/>
                </a:lnTo>
                <a:lnTo>
                  <a:pt x="27673" y="12661"/>
                </a:lnTo>
                <a:lnTo>
                  <a:pt x="30365" y="14909"/>
                </a:lnTo>
                <a:lnTo>
                  <a:pt x="31483" y="17145"/>
                </a:lnTo>
                <a:lnTo>
                  <a:pt x="33261" y="23825"/>
                </a:lnTo>
                <a:lnTo>
                  <a:pt x="33617" y="28735"/>
                </a:lnTo>
                <a:lnTo>
                  <a:pt x="33618" y="48929"/>
                </a:lnTo>
                <a:lnTo>
                  <a:pt x="33210" y="54152"/>
                </a:lnTo>
                <a:lnTo>
                  <a:pt x="31470" y="60794"/>
                </a:lnTo>
                <a:lnTo>
                  <a:pt x="30416" y="62814"/>
                </a:lnTo>
                <a:lnTo>
                  <a:pt x="27638" y="65074"/>
                </a:lnTo>
                <a:lnTo>
                  <a:pt x="26123" y="65620"/>
                </a:lnTo>
                <a:lnTo>
                  <a:pt x="43929" y="65620"/>
                </a:lnTo>
                <a:lnTo>
                  <a:pt x="44615" y="64454"/>
                </a:lnTo>
                <a:lnTo>
                  <a:pt x="46921" y="57451"/>
                </a:lnTo>
                <a:lnTo>
                  <a:pt x="48306" y="48929"/>
                </a:lnTo>
                <a:lnTo>
                  <a:pt x="48768" y="38887"/>
                </a:lnTo>
                <a:lnTo>
                  <a:pt x="48295" y="28735"/>
                </a:lnTo>
                <a:lnTo>
                  <a:pt x="46916" y="20245"/>
                </a:lnTo>
                <a:lnTo>
                  <a:pt x="44647" y="13330"/>
                </a:lnTo>
                <a:lnTo>
                  <a:pt x="43924" y="12103"/>
                </a:lnTo>
                <a:close/>
              </a:path>
            </a:pathLst>
          </a:custGeom>
          <a:solidFill>
            <a:srgbClr val="4264DE">
              <a:alpha val="10195"/>
            </a:srgbClr>
          </a:solidFill>
        </p:spPr>
        <p:txBody>
          <a:bodyPr wrap="square" lIns="0" tIns="0" rIns="0" bIns="0" rtlCol="0"/>
          <a:lstStyle/>
          <a:p>
            <a:endParaRPr/>
          </a:p>
        </p:txBody>
      </p:sp>
      <p:sp>
        <p:nvSpPr>
          <p:cNvPr id="356" name="object 356"/>
          <p:cNvSpPr/>
          <p:nvPr/>
        </p:nvSpPr>
        <p:spPr>
          <a:xfrm>
            <a:off x="300227" y="6576059"/>
            <a:ext cx="33655" cy="76200"/>
          </a:xfrm>
          <a:custGeom>
            <a:avLst/>
            <a:gdLst/>
            <a:ahLst/>
            <a:cxnLst/>
            <a:rect l="l" t="t" r="r" b="b"/>
            <a:pathLst>
              <a:path w="33654" h="76200">
                <a:moveTo>
                  <a:pt x="33528" y="0"/>
                </a:moveTo>
                <a:lnTo>
                  <a:pt x="21653" y="0"/>
                </a:lnTo>
                <a:lnTo>
                  <a:pt x="19989" y="4622"/>
                </a:lnTo>
                <a:lnTo>
                  <a:pt x="16916" y="8674"/>
                </a:lnTo>
                <a:lnTo>
                  <a:pt x="7962" y="15608"/>
                </a:lnTo>
                <a:lnTo>
                  <a:pt x="3822" y="17957"/>
                </a:lnTo>
                <a:lnTo>
                  <a:pt x="0" y="19202"/>
                </a:lnTo>
                <a:lnTo>
                  <a:pt x="0" y="32410"/>
                </a:lnTo>
                <a:lnTo>
                  <a:pt x="7251" y="30022"/>
                </a:lnTo>
                <a:lnTo>
                  <a:pt x="13550" y="26352"/>
                </a:lnTo>
                <a:lnTo>
                  <a:pt x="18897" y="21374"/>
                </a:lnTo>
                <a:lnTo>
                  <a:pt x="18897" y="76200"/>
                </a:lnTo>
                <a:lnTo>
                  <a:pt x="33528" y="76200"/>
                </a:lnTo>
                <a:lnTo>
                  <a:pt x="33528" y="0"/>
                </a:lnTo>
                <a:close/>
              </a:path>
            </a:pathLst>
          </a:custGeom>
          <a:solidFill>
            <a:srgbClr val="4264DE">
              <a:alpha val="10195"/>
            </a:srgbClr>
          </a:solidFill>
        </p:spPr>
        <p:txBody>
          <a:bodyPr wrap="square" lIns="0" tIns="0" rIns="0" bIns="0" rtlCol="0"/>
          <a:lstStyle/>
          <a:p>
            <a:endParaRPr/>
          </a:p>
        </p:txBody>
      </p:sp>
      <p:sp>
        <p:nvSpPr>
          <p:cNvPr id="357" name="object 357"/>
          <p:cNvSpPr/>
          <p:nvPr/>
        </p:nvSpPr>
        <p:spPr>
          <a:xfrm>
            <a:off x="464819" y="6574535"/>
            <a:ext cx="50800" cy="78105"/>
          </a:xfrm>
          <a:custGeom>
            <a:avLst/>
            <a:gdLst/>
            <a:ahLst/>
            <a:cxnLst/>
            <a:rect l="l" t="t" r="r" b="b"/>
            <a:pathLst>
              <a:path w="50800" h="78104">
                <a:moveTo>
                  <a:pt x="32651" y="0"/>
                </a:moveTo>
                <a:lnTo>
                  <a:pt x="17640" y="0"/>
                </a:lnTo>
                <a:lnTo>
                  <a:pt x="11798" y="2590"/>
                </a:lnTo>
                <a:lnTo>
                  <a:pt x="0" y="38735"/>
                </a:lnTo>
                <a:lnTo>
                  <a:pt x="444" y="48929"/>
                </a:lnTo>
                <a:lnTo>
                  <a:pt x="17614" y="77724"/>
                </a:lnTo>
                <a:lnTo>
                  <a:pt x="32651" y="77724"/>
                </a:lnTo>
                <a:lnTo>
                  <a:pt x="38493" y="75133"/>
                </a:lnTo>
                <a:lnTo>
                  <a:pt x="42684" y="69938"/>
                </a:lnTo>
                <a:lnTo>
                  <a:pt x="45303" y="65620"/>
                </a:lnTo>
                <a:lnTo>
                  <a:pt x="23355" y="65620"/>
                </a:lnTo>
                <a:lnTo>
                  <a:pt x="21739" y="65062"/>
                </a:lnTo>
                <a:lnTo>
                  <a:pt x="18973" y="62852"/>
                </a:lnTo>
                <a:lnTo>
                  <a:pt x="17818" y="60629"/>
                </a:lnTo>
                <a:lnTo>
                  <a:pt x="15989" y="53949"/>
                </a:lnTo>
                <a:lnTo>
                  <a:pt x="15615" y="48929"/>
                </a:lnTo>
                <a:lnTo>
                  <a:pt x="15629" y="28735"/>
                </a:lnTo>
                <a:lnTo>
                  <a:pt x="23355" y="12103"/>
                </a:lnTo>
                <a:lnTo>
                  <a:pt x="45297" y="12103"/>
                </a:lnTo>
                <a:lnTo>
                  <a:pt x="42735" y="7886"/>
                </a:lnTo>
                <a:lnTo>
                  <a:pt x="38506" y="2628"/>
                </a:lnTo>
                <a:lnTo>
                  <a:pt x="32651" y="0"/>
                </a:lnTo>
                <a:close/>
              </a:path>
              <a:path w="50800" h="78104">
                <a:moveTo>
                  <a:pt x="45297" y="12103"/>
                </a:moveTo>
                <a:lnTo>
                  <a:pt x="26936" y="12103"/>
                </a:lnTo>
                <a:lnTo>
                  <a:pt x="28536" y="12661"/>
                </a:lnTo>
                <a:lnTo>
                  <a:pt x="31318" y="14909"/>
                </a:lnTo>
                <a:lnTo>
                  <a:pt x="32473" y="17145"/>
                </a:lnTo>
                <a:lnTo>
                  <a:pt x="34302" y="23825"/>
                </a:lnTo>
                <a:lnTo>
                  <a:pt x="34668" y="28735"/>
                </a:lnTo>
                <a:lnTo>
                  <a:pt x="34670" y="48929"/>
                </a:lnTo>
                <a:lnTo>
                  <a:pt x="34251" y="54152"/>
                </a:lnTo>
                <a:lnTo>
                  <a:pt x="33223" y="57886"/>
                </a:lnTo>
                <a:lnTo>
                  <a:pt x="32448" y="60794"/>
                </a:lnTo>
                <a:lnTo>
                  <a:pt x="31356" y="62814"/>
                </a:lnTo>
                <a:lnTo>
                  <a:pt x="28549" y="65062"/>
                </a:lnTo>
                <a:lnTo>
                  <a:pt x="26936" y="65620"/>
                </a:lnTo>
                <a:lnTo>
                  <a:pt x="45303" y="65620"/>
                </a:lnTo>
                <a:lnTo>
                  <a:pt x="46011" y="64454"/>
                </a:lnTo>
                <a:lnTo>
                  <a:pt x="48388" y="57451"/>
                </a:lnTo>
                <a:lnTo>
                  <a:pt x="49815" y="48929"/>
                </a:lnTo>
                <a:lnTo>
                  <a:pt x="50292" y="38887"/>
                </a:lnTo>
                <a:lnTo>
                  <a:pt x="49804" y="28735"/>
                </a:lnTo>
                <a:lnTo>
                  <a:pt x="48382" y="20245"/>
                </a:lnTo>
                <a:lnTo>
                  <a:pt x="46043" y="13330"/>
                </a:lnTo>
                <a:lnTo>
                  <a:pt x="45297" y="12103"/>
                </a:lnTo>
                <a:close/>
              </a:path>
            </a:pathLst>
          </a:custGeom>
          <a:solidFill>
            <a:srgbClr val="4264DE">
              <a:alpha val="10195"/>
            </a:srgbClr>
          </a:solidFill>
        </p:spPr>
        <p:txBody>
          <a:bodyPr wrap="square" lIns="0" tIns="0" rIns="0" bIns="0" rtlCol="0"/>
          <a:lstStyle/>
          <a:p>
            <a:endParaRPr/>
          </a:p>
        </p:txBody>
      </p:sp>
      <p:sp>
        <p:nvSpPr>
          <p:cNvPr id="358" name="object 358"/>
          <p:cNvSpPr/>
          <p:nvPr/>
        </p:nvSpPr>
        <p:spPr>
          <a:xfrm>
            <a:off x="646176" y="6576059"/>
            <a:ext cx="33655" cy="76200"/>
          </a:xfrm>
          <a:custGeom>
            <a:avLst/>
            <a:gdLst/>
            <a:ahLst/>
            <a:cxnLst/>
            <a:rect l="l" t="t" r="r" b="b"/>
            <a:pathLst>
              <a:path w="33654" h="76200">
                <a:moveTo>
                  <a:pt x="33528" y="0"/>
                </a:moveTo>
                <a:lnTo>
                  <a:pt x="21653" y="0"/>
                </a:lnTo>
                <a:lnTo>
                  <a:pt x="19989" y="4622"/>
                </a:lnTo>
                <a:lnTo>
                  <a:pt x="16916" y="8674"/>
                </a:lnTo>
                <a:lnTo>
                  <a:pt x="7962" y="15608"/>
                </a:lnTo>
                <a:lnTo>
                  <a:pt x="3822" y="17957"/>
                </a:lnTo>
                <a:lnTo>
                  <a:pt x="0" y="19202"/>
                </a:lnTo>
                <a:lnTo>
                  <a:pt x="0" y="32410"/>
                </a:lnTo>
                <a:lnTo>
                  <a:pt x="7251" y="30022"/>
                </a:lnTo>
                <a:lnTo>
                  <a:pt x="13550" y="26352"/>
                </a:lnTo>
                <a:lnTo>
                  <a:pt x="18897" y="21374"/>
                </a:lnTo>
                <a:lnTo>
                  <a:pt x="18897" y="76200"/>
                </a:lnTo>
                <a:lnTo>
                  <a:pt x="33528" y="76200"/>
                </a:lnTo>
                <a:lnTo>
                  <a:pt x="33528" y="0"/>
                </a:lnTo>
                <a:close/>
              </a:path>
            </a:pathLst>
          </a:custGeom>
          <a:solidFill>
            <a:srgbClr val="4264DE">
              <a:alpha val="10195"/>
            </a:srgbClr>
          </a:solidFill>
        </p:spPr>
        <p:txBody>
          <a:bodyPr wrap="square" lIns="0" tIns="0" rIns="0" bIns="0" rtlCol="0"/>
          <a:lstStyle/>
          <a:p>
            <a:endParaRPr/>
          </a:p>
        </p:txBody>
      </p:sp>
      <p:sp>
        <p:nvSpPr>
          <p:cNvPr id="359" name="object 359"/>
          <p:cNvSpPr/>
          <p:nvPr/>
        </p:nvSpPr>
        <p:spPr>
          <a:xfrm>
            <a:off x="812291" y="6574535"/>
            <a:ext cx="48895" cy="78105"/>
          </a:xfrm>
          <a:custGeom>
            <a:avLst/>
            <a:gdLst/>
            <a:ahLst/>
            <a:cxnLst/>
            <a:rect l="l" t="t" r="r" b="b"/>
            <a:pathLst>
              <a:path w="48894" h="78104">
                <a:moveTo>
                  <a:pt x="31661" y="0"/>
                </a:moveTo>
                <a:lnTo>
                  <a:pt x="17106" y="0"/>
                </a:lnTo>
                <a:lnTo>
                  <a:pt x="11442" y="2590"/>
                </a:lnTo>
                <a:lnTo>
                  <a:pt x="0" y="38735"/>
                </a:lnTo>
                <a:lnTo>
                  <a:pt x="430" y="48929"/>
                </a:lnTo>
                <a:lnTo>
                  <a:pt x="17081" y="77724"/>
                </a:lnTo>
                <a:lnTo>
                  <a:pt x="31661" y="77724"/>
                </a:lnTo>
                <a:lnTo>
                  <a:pt x="37325" y="75133"/>
                </a:lnTo>
                <a:lnTo>
                  <a:pt x="41389" y="69938"/>
                </a:lnTo>
                <a:lnTo>
                  <a:pt x="43929" y="65620"/>
                </a:lnTo>
                <a:lnTo>
                  <a:pt x="22644" y="65620"/>
                </a:lnTo>
                <a:lnTo>
                  <a:pt x="21079" y="65062"/>
                </a:lnTo>
                <a:lnTo>
                  <a:pt x="18402" y="62852"/>
                </a:lnTo>
                <a:lnTo>
                  <a:pt x="17284" y="60629"/>
                </a:lnTo>
                <a:lnTo>
                  <a:pt x="15506" y="53949"/>
                </a:lnTo>
                <a:lnTo>
                  <a:pt x="15142" y="48929"/>
                </a:lnTo>
                <a:lnTo>
                  <a:pt x="15157" y="28735"/>
                </a:lnTo>
                <a:lnTo>
                  <a:pt x="22644" y="12103"/>
                </a:lnTo>
                <a:lnTo>
                  <a:pt x="43924" y="12103"/>
                </a:lnTo>
                <a:lnTo>
                  <a:pt x="41440" y="7886"/>
                </a:lnTo>
                <a:lnTo>
                  <a:pt x="37338" y="2628"/>
                </a:lnTo>
                <a:lnTo>
                  <a:pt x="31661" y="0"/>
                </a:lnTo>
                <a:close/>
              </a:path>
              <a:path w="48894" h="78104">
                <a:moveTo>
                  <a:pt x="43924" y="12103"/>
                </a:moveTo>
                <a:lnTo>
                  <a:pt x="26123" y="12103"/>
                </a:lnTo>
                <a:lnTo>
                  <a:pt x="27673" y="12661"/>
                </a:lnTo>
                <a:lnTo>
                  <a:pt x="30365" y="14909"/>
                </a:lnTo>
                <a:lnTo>
                  <a:pt x="31483" y="17145"/>
                </a:lnTo>
                <a:lnTo>
                  <a:pt x="33261" y="23825"/>
                </a:lnTo>
                <a:lnTo>
                  <a:pt x="33617" y="28735"/>
                </a:lnTo>
                <a:lnTo>
                  <a:pt x="33618" y="48929"/>
                </a:lnTo>
                <a:lnTo>
                  <a:pt x="33210" y="54152"/>
                </a:lnTo>
                <a:lnTo>
                  <a:pt x="31470" y="60794"/>
                </a:lnTo>
                <a:lnTo>
                  <a:pt x="30416" y="62814"/>
                </a:lnTo>
                <a:lnTo>
                  <a:pt x="27638" y="65074"/>
                </a:lnTo>
                <a:lnTo>
                  <a:pt x="26123" y="65620"/>
                </a:lnTo>
                <a:lnTo>
                  <a:pt x="43929" y="65620"/>
                </a:lnTo>
                <a:lnTo>
                  <a:pt x="44615" y="64454"/>
                </a:lnTo>
                <a:lnTo>
                  <a:pt x="46921" y="57451"/>
                </a:lnTo>
                <a:lnTo>
                  <a:pt x="48306" y="48929"/>
                </a:lnTo>
                <a:lnTo>
                  <a:pt x="48767" y="38887"/>
                </a:lnTo>
                <a:lnTo>
                  <a:pt x="48295" y="28735"/>
                </a:lnTo>
                <a:lnTo>
                  <a:pt x="46916" y="20245"/>
                </a:lnTo>
                <a:lnTo>
                  <a:pt x="44647" y="13330"/>
                </a:lnTo>
                <a:lnTo>
                  <a:pt x="43924" y="12103"/>
                </a:lnTo>
                <a:close/>
              </a:path>
            </a:pathLst>
          </a:custGeom>
          <a:solidFill>
            <a:srgbClr val="4264DE">
              <a:alpha val="10195"/>
            </a:srgbClr>
          </a:solidFill>
        </p:spPr>
        <p:txBody>
          <a:bodyPr wrap="square" lIns="0" tIns="0" rIns="0" bIns="0" rtlCol="0"/>
          <a:lstStyle/>
          <a:p>
            <a:endParaRPr/>
          </a:p>
        </p:txBody>
      </p:sp>
      <p:sp>
        <p:nvSpPr>
          <p:cNvPr id="360" name="object 360"/>
          <p:cNvSpPr/>
          <p:nvPr/>
        </p:nvSpPr>
        <p:spPr>
          <a:xfrm>
            <a:off x="993647" y="6576059"/>
            <a:ext cx="33655" cy="76200"/>
          </a:xfrm>
          <a:custGeom>
            <a:avLst/>
            <a:gdLst/>
            <a:ahLst/>
            <a:cxnLst/>
            <a:rect l="l" t="t" r="r" b="b"/>
            <a:pathLst>
              <a:path w="33655" h="76200">
                <a:moveTo>
                  <a:pt x="33528" y="0"/>
                </a:moveTo>
                <a:lnTo>
                  <a:pt x="21653" y="0"/>
                </a:lnTo>
                <a:lnTo>
                  <a:pt x="19989" y="4622"/>
                </a:lnTo>
                <a:lnTo>
                  <a:pt x="16916" y="8674"/>
                </a:lnTo>
                <a:lnTo>
                  <a:pt x="7962" y="15608"/>
                </a:lnTo>
                <a:lnTo>
                  <a:pt x="3822" y="17957"/>
                </a:lnTo>
                <a:lnTo>
                  <a:pt x="0" y="19202"/>
                </a:lnTo>
                <a:lnTo>
                  <a:pt x="0" y="32410"/>
                </a:lnTo>
                <a:lnTo>
                  <a:pt x="7251" y="30022"/>
                </a:lnTo>
                <a:lnTo>
                  <a:pt x="13550" y="26352"/>
                </a:lnTo>
                <a:lnTo>
                  <a:pt x="18897" y="21374"/>
                </a:lnTo>
                <a:lnTo>
                  <a:pt x="18897" y="76200"/>
                </a:lnTo>
                <a:lnTo>
                  <a:pt x="33528" y="76200"/>
                </a:lnTo>
                <a:lnTo>
                  <a:pt x="33528" y="0"/>
                </a:lnTo>
                <a:close/>
              </a:path>
            </a:pathLst>
          </a:custGeom>
          <a:solidFill>
            <a:srgbClr val="4264DE">
              <a:alpha val="10195"/>
            </a:srgbClr>
          </a:solidFill>
        </p:spPr>
        <p:txBody>
          <a:bodyPr wrap="square" lIns="0" tIns="0" rIns="0" bIns="0" rtlCol="0"/>
          <a:lstStyle/>
          <a:p>
            <a:endParaRPr/>
          </a:p>
        </p:txBody>
      </p:sp>
      <p:sp>
        <p:nvSpPr>
          <p:cNvPr id="361" name="object 361"/>
          <p:cNvSpPr/>
          <p:nvPr/>
        </p:nvSpPr>
        <p:spPr>
          <a:xfrm>
            <a:off x="1158239" y="6574535"/>
            <a:ext cx="50800" cy="78105"/>
          </a:xfrm>
          <a:custGeom>
            <a:avLst/>
            <a:gdLst/>
            <a:ahLst/>
            <a:cxnLst/>
            <a:rect l="l" t="t" r="r" b="b"/>
            <a:pathLst>
              <a:path w="50800" h="78104">
                <a:moveTo>
                  <a:pt x="32651" y="0"/>
                </a:moveTo>
                <a:lnTo>
                  <a:pt x="17640" y="0"/>
                </a:lnTo>
                <a:lnTo>
                  <a:pt x="11798" y="2590"/>
                </a:lnTo>
                <a:lnTo>
                  <a:pt x="0" y="38735"/>
                </a:lnTo>
                <a:lnTo>
                  <a:pt x="444" y="48929"/>
                </a:lnTo>
                <a:lnTo>
                  <a:pt x="17614" y="77724"/>
                </a:lnTo>
                <a:lnTo>
                  <a:pt x="32651" y="77724"/>
                </a:lnTo>
                <a:lnTo>
                  <a:pt x="38493" y="75133"/>
                </a:lnTo>
                <a:lnTo>
                  <a:pt x="42684" y="69938"/>
                </a:lnTo>
                <a:lnTo>
                  <a:pt x="45303" y="65620"/>
                </a:lnTo>
                <a:lnTo>
                  <a:pt x="23355" y="65620"/>
                </a:lnTo>
                <a:lnTo>
                  <a:pt x="21739" y="65062"/>
                </a:lnTo>
                <a:lnTo>
                  <a:pt x="18973" y="62852"/>
                </a:lnTo>
                <a:lnTo>
                  <a:pt x="17818" y="60629"/>
                </a:lnTo>
                <a:lnTo>
                  <a:pt x="15989" y="53949"/>
                </a:lnTo>
                <a:lnTo>
                  <a:pt x="15615" y="48929"/>
                </a:lnTo>
                <a:lnTo>
                  <a:pt x="15629" y="28735"/>
                </a:lnTo>
                <a:lnTo>
                  <a:pt x="23355" y="12103"/>
                </a:lnTo>
                <a:lnTo>
                  <a:pt x="45297" y="12103"/>
                </a:lnTo>
                <a:lnTo>
                  <a:pt x="42735" y="7886"/>
                </a:lnTo>
                <a:lnTo>
                  <a:pt x="38506" y="2628"/>
                </a:lnTo>
                <a:lnTo>
                  <a:pt x="32651" y="0"/>
                </a:lnTo>
                <a:close/>
              </a:path>
              <a:path w="50800" h="78104">
                <a:moveTo>
                  <a:pt x="45297" y="12103"/>
                </a:moveTo>
                <a:lnTo>
                  <a:pt x="26936" y="12103"/>
                </a:lnTo>
                <a:lnTo>
                  <a:pt x="28536" y="12661"/>
                </a:lnTo>
                <a:lnTo>
                  <a:pt x="31318" y="14909"/>
                </a:lnTo>
                <a:lnTo>
                  <a:pt x="32473" y="17145"/>
                </a:lnTo>
                <a:lnTo>
                  <a:pt x="34302" y="23825"/>
                </a:lnTo>
                <a:lnTo>
                  <a:pt x="34668" y="28735"/>
                </a:lnTo>
                <a:lnTo>
                  <a:pt x="34670" y="48929"/>
                </a:lnTo>
                <a:lnTo>
                  <a:pt x="34251" y="54152"/>
                </a:lnTo>
                <a:lnTo>
                  <a:pt x="33223" y="57886"/>
                </a:lnTo>
                <a:lnTo>
                  <a:pt x="32448" y="60794"/>
                </a:lnTo>
                <a:lnTo>
                  <a:pt x="31356" y="62814"/>
                </a:lnTo>
                <a:lnTo>
                  <a:pt x="28549" y="65062"/>
                </a:lnTo>
                <a:lnTo>
                  <a:pt x="26936" y="65620"/>
                </a:lnTo>
                <a:lnTo>
                  <a:pt x="45303" y="65620"/>
                </a:lnTo>
                <a:lnTo>
                  <a:pt x="46011" y="64454"/>
                </a:lnTo>
                <a:lnTo>
                  <a:pt x="48388" y="57451"/>
                </a:lnTo>
                <a:lnTo>
                  <a:pt x="49815" y="48929"/>
                </a:lnTo>
                <a:lnTo>
                  <a:pt x="50291" y="38887"/>
                </a:lnTo>
                <a:lnTo>
                  <a:pt x="49804" y="28735"/>
                </a:lnTo>
                <a:lnTo>
                  <a:pt x="48382" y="20245"/>
                </a:lnTo>
                <a:lnTo>
                  <a:pt x="46043" y="13330"/>
                </a:lnTo>
                <a:lnTo>
                  <a:pt x="45297" y="12103"/>
                </a:lnTo>
                <a:close/>
              </a:path>
            </a:pathLst>
          </a:custGeom>
          <a:solidFill>
            <a:srgbClr val="4264DE">
              <a:alpha val="10195"/>
            </a:srgbClr>
          </a:solidFill>
        </p:spPr>
        <p:txBody>
          <a:bodyPr wrap="square" lIns="0" tIns="0" rIns="0" bIns="0" rtlCol="0"/>
          <a:lstStyle/>
          <a:p>
            <a:endParaRPr/>
          </a:p>
        </p:txBody>
      </p:sp>
      <p:sp>
        <p:nvSpPr>
          <p:cNvPr id="362" name="object 362"/>
          <p:cNvSpPr/>
          <p:nvPr/>
        </p:nvSpPr>
        <p:spPr>
          <a:xfrm>
            <a:off x="1339596" y="6576059"/>
            <a:ext cx="33655" cy="76200"/>
          </a:xfrm>
          <a:custGeom>
            <a:avLst/>
            <a:gdLst/>
            <a:ahLst/>
            <a:cxnLst/>
            <a:rect l="l" t="t" r="r" b="b"/>
            <a:pathLst>
              <a:path w="33655" h="76200">
                <a:moveTo>
                  <a:pt x="33528" y="0"/>
                </a:moveTo>
                <a:lnTo>
                  <a:pt x="21716" y="0"/>
                </a:lnTo>
                <a:lnTo>
                  <a:pt x="19938" y="4622"/>
                </a:lnTo>
                <a:lnTo>
                  <a:pt x="16890" y="8674"/>
                </a:lnTo>
                <a:lnTo>
                  <a:pt x="8000" y="15608"/>
                </a:lnTo>
                <a:lnTo>
                  <a:pt x="3809" y="17957"/>
                </a:lnTo>
                <a:lnTo>
                  <a:pt x="0" y="19202"/>
                </a:lnTo>
                <a:lnTo>
                  <a:pt x="0" y="32410"/>
                </a:lnTo>
                <a:lnTo>
                  <a:pt x="7238" y="30022"/>
                </a:lnTo>
                <a:lnTo>
                  <a:pt x="13588" y="26352"/>
                </a:lnTo>
                <a:lnTo>
                  <a:pt x="18922" y="21374"/>
                </a:lnTo>
                <a:lnTo>
                  <a:pt x="18922" y="76200"/>
                </a:lnTo>
                <a:lnTo>
                  <a:pt x="33528" y="76200"/>
                </a:lnTo>
                <a:lnTo>
                  <a:pt x="33528" y="0"/>
                </a:lnTo>
                <a:close/>
              </a:path>
            </a:pathLst>
          </a:custGeom>
          <a:solidFill>
            <a:srgbClr val="4264DE">
              <a:alpha val="10195"/>
            </a:srgbClr>
          </a:solidFill>
        </p:spPr>
        <p:txBody>
          <a:bodyPr wrap="square" lIns="0" tIns="0" rIns="0" bIns="0" rtlCol="0"/>
          <a:lstStyle/>
          <a:p>
            <a:endParaRPr/>
          </a:p>
        </p:txBody>
      </p:sp>
      <p:sp>
        <p:nvSpPr>
          <p:cNvPr id="363" name="object 363"/>
          <p:cNvSpPr/>
          <p:nvPr/>
        </p:nvSpPr>
        <p:spPr>
          <a:xfrm>
            <a:off x="1505711" y="6574535"/>
            <a:ext cx="48895" cy="78105"/>
          </a:xfrm>
          <a:custGeom>
            <a:avLst/>
            <a:gdLst/>
            <a:ahLst/>
            <a:cxnLst/>
            <a:rect l="l" t="t" r="r" b="b"/>
            <a:pathLst>
              <a:path w="48894" h="78104">
                <a:moveTo>
                  <a:pt x="31622" y="0"/>
                </a:moveTo>
                <a:lnTo>
                  <a:pt x="17144" y="0"/>
                </a:lnTo>
                <a:lnTo>
                  <a:pt x="11429" y="2590"/>
                </a:lnTo>
                <a:lnTo>
                  <a:pt x="0" y="38735"/>
                </a:lnTo>
                <a:lnTo>
                  <a:pt x="438" y="48929"/>
                </a:lnTo>
                <a:lnTo>
                  <a:pt x="17018" y="77724"/>
                </a:lnTo>
                <a:lnTo>
                  <a:pt x="31622" y="77724"/>
                </a:lnTo>
                <a:lnTo>
                  <a:pt x="37337" y="75133"/>
                </a:lnTo>
                <a:lnTo>
                  <a:pt x="41401" y="69938"/>
                </a:lnTo>
                <a:lnTo>
                  <a:pt x="43953" y="65620"/>
                </a:lnTo>
                <a:lnTo>
                  <a:pt x="22606" y="65620"/>
                </a:lnTo>
                <a:lnTo>
                  <a:pt x="21065" y="65062"/>
                </a:lnTo>
                <a:lnTo>
                  <a:pt x="15182" y="48929"/>
                </a:lnTo>
                <a:lnTo>
                  <a:pt x="15186" y="28735"/>
                </a:lnTo>
                <a:lnTo>
                  <a:pt x="22606" y="12103"/>
                </a:lnTo>
                <a:lnTo>
                  <a:pt x="43911" y="12103"/>
                </a:lnTo>
                <a:lnTo>
                  <a:pt x="41401" y="7886"/>
                </a:lnTo>
                <a:lnTo>
                  <a:pt x="37337" y="2628"/>
                </a:lnTo>
                <a:lnTo>
                  <a:pt x="31622" y="0"/>
                </a:lnTo>
                <a:close/>
              </a:path>
              <a:path w="48894" h="78104">
                <a:moveTo>
                  <a:pt x="43911" y="12103"/>
                </a:moveTo>
                <a:lnTo>
                  <a:pt x="26162" y="12103"/>
                </a:lnTo>
                <a:lnTo>
                  <a:pt x="27685" y="12661"/>
                </a:lnTo>
                <a:lnTo>
                  <a:pt x="29082" y="13779"/>
                </a:lnTo>
                <a:lnTo>
                  <a:pt x="33588" y="48929"/>
                </a:lnTo>
                <a:lnTo>
                  <a:pt x="33274" y="54152"/>
                </a:lnTo>
                <a:lnTo>
                  <a:pt x="32257" y="57886"/>
                </a:lnTo>
                <a:lnTo>
                  <a:pt x="31496" y="60794"/>
                </a:lnTo>
                <a:lnTo>
                  <a:pt x="30353" y="62814"/>
                </a:lnTo>
                <a:lnTo>
                  <a:pt x="29035" y="63969"/>
                </a:lnTo>
                <a:lnTo>
                  <a:pt x="27651" y="65074"/>
                </a:lnTo>
                <a:lnTo>
                  <a:pt x="26162" y="65620"/>
                </a:lnTo>
                <a:lnTo>
                  <a:pt x="43953" y="65620"/>
                </a:lnTo>
                <a:lnTo>
                  <a:pt x="44642" y="64454"/>
                </a:lnTo>
                <a:lnTo>
                  <a:pt x="46942" y="57451"/>
                </a:lnTo>
                <a:lnTo>
                  <a:pt x="48313" y="48929"/>
                </a:lnTo>
                <a:lnTo>
                  <a:pt x="48768"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364" name="object 364"/>
          <p:cNvSpPr/>
          <p:nvPr/>
        </p:nvSpPr>
        <p:spPr>
          <a:xfrm>
            <a:off x="1687067" y="6576059"/>
            <a:ext cx="33655" cy="76200"/>
          </a:xfrm>
          <a:custGeom>
            <a:avLst/>
            <a:gdLst/>
            <a:ahLst/>
            <a:cxnLst/>
            <a:rect l="l" t="t" r="r" b="b"/>
            <a:pathLst>
              <a:path w="33655" h="76200">
                <a:moveTo>
                  <a:pt x="33527" y="0"/>
                </a:moveTo>
                <a:lnTo>
                  <a:pt x="21717" y="0"/>
                </a:lnTo>
                <a:lnTo>
                  <a:pt x="19938" y="4622"/>
                </a:lnTo>
                <a:lnTo>
                  <a:pt x="16890" y="8674"/>
                </a:lnTo>
                <a:lnTo>
                  <a:pt x="8000" y="15608"/>
                </a:lnTo>
                <a:lnTo>
                  <a:pt x="3809" y="17957"/>
                </a:lnTo>
                <a:lnTo>
                  <a:pt x="0" y="19202"/>
                </a:lnTo>
                <a:lnTo>
                  <a:pt x="0" y="32410"/>
                </a:lnTo>
                <a:lnTo>
                  <a:pt x="7238" y="30022"/>
                </a:lnTo>
                <a:lnTo>
                  <a:pt x="13588" y="26352"/>
                </a:lnTo>
                <a:lnTo>
                  <a:pt x="18923" y="21374"/>
                </a:lnTo>
                <a:lnTo>
                  <a:pt x="18923" y="76200"/>
                </a:lnTo>
                <a:lnTo>
                  <a:pt x="33527" y="76200"/>
                </a:lnTo>
                <a:lnTo>
                  <a:pt x="33527" y="0"/>
                </a:lnTo>
                <a:close/>
              </a:path>
            </a:pathLst>
          </a:custGeom>
          <a:solidFill>
            <a:srgbClr val="4264DE">
              <a:alpha val="10195"/>
            </a:srgbClr>
          </a:solidFill>
        </p:spPr>
        <p:txBody>
          <a:bodyPr wrap="square" lIns="0" tIns="0" rIns="0" bIns="0" rtlCol="0"/>
          <a:lstStyle/>
          <a:p>
            <a:endParaRPr/>
          </a:p>
        </p:txBody>
      </p:sp>
      <p:sp>
        <p:nvSpPr>
          <p:cNvPr id="365" name="object 365"/>
          <p:cNvSpPr/>
          <p:nvPr/>
        </p:nvSpPr>
        <p:spPr>
          <a:xfrm>
            <a:off x="1851660" y="6574535"/>
            <a:ext cx="50800" cy="78105"/>
          </a:xfrm>
          <a:custGeom>
            <a:avLst/>
            <a:gdLst/>
            <a:ahLst/>
            <a:cxnLst/>
            <a:rect l="l" t="t" r="r" b="b"/>
            <a:pathLst>
              <a:path w="50800" h="78104">
                <a:moveTo>
                  <a:pt x="32638" y="0"/>
                </a:moveTo>
                <a:lnTo>
                  <a:pt x="17652" y="0"/>
                </a:lnTo>
                <a:lnTo>
                  <a:pt x="11810" y="2590"/>
                </a:lnTo>
                <a:lnTo>
                  <a:pt x="0" y="38735"/>
                </a:lnTo>
                <a:lnTo>
                  <a:pt x="440" y="48929"/>
                </a:lnTo>
                <a:lnTo>
                  <a:pt x="17652" y="77724"/>
                </a:lnTo>
                <a:lnTo>
                  <a:pt x="32638" y="77724"/>
                </a:lnTo>
                <a:lnTo>
                  <a:pt x="38481" y="75133"/>
                </a:lnTo>
                <a:lnTo>
                  <a:pt x="42671" y="69938"/>
                </a:lnTo>
                <a:lnTo>
                  <a:pt x="45296" y="65620"/>
                </a:lnTo>
                <a:lnTo>
                  <a:pt x="23367" y="65620"/>
                </a:lnTo>
                <a:lnTo>
                  <a:pt x="21701" y="65062"/>
                </a:lnTo>
                <a:lnTo>
                  <a:pt x="18922" y="62852"/>
                </a:lnTo>
                <a:lnTo>
                  <a:pt x="17779" y="60629"/>
                </a:lnTo>
                <a:lnTo>
                  <a:pt x="16001" y="53949"/>
                </a:lnTo>
                <a:lnTo>
                  <a:pt x="15586" y="48929"/>
                </a:lnTo>
                <a:lnTo>
                  <a:pt x="15591" y="28735"/>
                </a:lnTo>
                <a:lnTo>
                  <a:pt x="23367" y="12103"/>
                </a:lnTo>
                <a:lnTo>
                  <a:pt x="45324" y="12103"/>
                </a:lnTo>
                <a:lnTo>
                  <a:pt x="42798" y="7886"/>
                </a:lnTo>
                <a:lnTo>
                  <a:pt x="38481" y="2628"/>
                </a:lnTo>
                <a:lnTo>
                  <a:pt x="32638" y="0"/>
                </a:lnTo>
                <a:close/>
              </a:path>
              <a:path w="50800" h="78104">
                <a:moveTo>
                  <a:pt x="45324" y="12103"/>
                </a:moveTo>
                <a:lnTo>
                  <a:pt x="26923" y="12103"/>
                </a:lnTo>
                <a:lnTo>
                  <a:pt x="28575" y="12661"/>
                </a:lnTo>
                <a:lnTo>
                  <a:pt x="31368" y="14909"/>
                </a:lnTo>
                <a:lnTo>
                  <a:pt x="32512" y="17145"/>
                </a:lnTo>
                <a:lnTo>
                  <a:pt x="34289" y="23825"/>
                </a:lnTo>
                <a:lnTo>
                  <a:pt x="34696" y="28735"/>
                </a:lnTo>
                <a:lnTo>
                  <a:pt x="34708" y="48929"/>
                </a:lnTo>
                <a:lnTo>
                  <a:pt x="34289" y="54152"/>
                </a:lnTo>
                <a:lnTo>
                  <a:pt x="33273" y="57886"/>
                </a:lnTo>
                <a:lnTo>
                  <a:pt x="32512" y="60794"/>
                </a:lnTo>
                <a:lnTo>
                  <a:pt x="31368" y="62814"/>
                </a:lnTo>
                <a:lnTo>
                  <a:pt x="28575" y="65062"/>
                </a:lnTo>
                <a:lnTo>
                  <a:pt x="26923" y="65620"/>
                </a:lnTo>
                <a:lnTo>
                  <a:pt x="45296" y="65620"/>
                </a:lnTo>
                <a:lnTo>
                  <a:pt x="46005" y="64454"/>
                </a:lnTo>
                <a:lnTo>
                  <a:pt x="48387" y="57451"/>
                </a:lnTo>
                <a:lnTo>
                  <a:pt x="49815" y="48929"/>
                </a:lnTo>
                <a:lnTo>
                  <a:pt x="50291"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366" name="object 366"/>
          <p:cNvSpPr/>
          <p:nvPr/>
        </p:nvSpPr>
        <p:spPr>
          <a:xfrm>
            <a:off x="2033016" y="6576059"/>
            <a:ext cx="33655" cy="76200"/>
          </a:xfrm>
          <a:custGeom>
            <a:avLst/>
            <a:gdLst/>
            <a:ahLst/>
            <a:cxnLst/>
            <a:rect l="l" t="t" r="r" b="b"/>
            <a:pathLst>
              <a:path w="33655" h="76200">
                <a:moveTo>
                  <a:pt x="33527" y="0"/>
                </a:moveTo>
                <a:lnTo>
                  <a:pt x="21716" y="0"/>
                </a:lnTo>
                <a:lnTo>
                  <a:pt x="19938" y="4622"/>
                </a:lnTo>
                <a:lnTo>
                  <a:pt x="16890" y="8674"/>
                </a:lnTo>
                <a:lnTo>
                  <a:pt x="8000" y="15608"/>
                </a:lnTo>
                <a:lnTo>
                  <a:pt x="3809" y="17957"/>
                </a:lnTo>
                <a:lnTo>
                  <a:pt x="0" y="19202"/>
                </a:lnTo>
                <a:lnTo>
                  <a:pt x="0" y="32410"/>
                </a:lnTo>
                <a:lnTo>
                  <a:pt x="7238" y="30022"/>
                </a:lnTo>
                <a:lnTo>
                  <a:pt x="13588" y="26352"/>
                </a:lnTo>
                <a:lnTo>
                  <a:pt x="18922" y="21374"/>
                </a:lnTo>
                <a:lnTo>
                  <a:pt x="18922" y="76200"/>
                </a:lnTo>
                <a:lnTo>
                  <a:pt x="33527" y="76200"/>
                </a:lnTo>
                <a:lnTo>
                  <a:pt x="33527" y="0"/>
                </a:lnTo>
                <a:close/>
              </a:path>
            </a:pathLst>
          </a:custGeom>
          <a:solidFill>
            <a:srgbClr val="4264DE">
              <a:alpha val="10195"/>
            </a:srgbClr>
          </a:solidFill>
        </p:spPr>
        <p:txBody>
          <a:bodyPr wrap="square" lIns="0" tIns="0" rIns="0" bIns="0" rtlCol="0"/>
          <a:lstStyle/>
          <a:p>
            <a:endParaRPr/>
          </a:p>
        </p:txBody>
      </p:sp>
      <p:sp>
        <p:nvSpPr>
          <p:cNvPr id="367" name="object 367"/>
          <p:cNvSpPr/>
          <p:nvPr/>
        </p:nvSpPr>
        <p:spPr>
          <a:xfrm>
            <a:off x="2199132" y="6574535"/>
            <a:ext cx="48895" cy="78105"/>
          </a:xfrm>
          <a:custGeom>
            <a:avLst/>
            <a:gdLst/>
            <a:ahLst/>
            <a:cxnLst/>
            <a:rect l="l" t="t" r="r" b="b"/>
            <a:pathLst>
              <a:path w="48894" h="78104">
                <a:moveTo>
                  <a:pt x="31623" y="0"/>
                </a:moveTo>
                <a:lnTo>
                  <a:pt x="17144" y="0"/>
                </a:lnTo>
                <a:lnTo>
                  <a:pt x="11430" y="2590"/>
                </a:lnTo>
                <a:lnTo>
                  <a:pt x="0" y="38735"/>
                </a:lnTo>
                <a:lnTo>
                  <a:pt x="438" y="48929"/>
                </a:lnTo>
                <a:lnTo>
                  <a:pt x="17018" y="77724"/>
                </a:lnTo>
                <a:lnTo>
                  <a:pt x="31623" y="77724"/>
                </a:lnTo>
                <a:lnTo>
                  <a:pt x="37337" y="75133"/>
                </a:lnTo>
                <a:lnTo>
                  <a:pt x="41401" y="69938"/>
                </a:lnTo>
                <a:lnTo>
                  <a:pt x="43953" y="65620"/>
                </a:lnTo>
                <a:lnTo>
                  <a:pt x="22606" y="65620"/>
                </a:lnTo>
                <a:lnTo>
                  <a:pt x="21065" y="65062"/>
                </a:lnTo>
                <a:lnTo>
                  <a:pt x="15182" y="48929"/>
                </a:lnTo>
                <a:lnTo>
                  <a:pt x="15186" y="28735"/>
                </a:lnTo>
                <a:lnTo>
                  <a:pt x="22606" y="12103"/>
                </a:lnTo>
                <a:lnTo>
                  <a:pt x="43911" y="12103"/>
                </a:lnTo>
                <a:lnTo>
                  <a:pt x="41401" y="7886"/>
                </a:lnTo>
                <a:lnTo>
                  <a:pt x="37337" y="2628"/>
                </a:lnTo>
                <a:lnTo>
                  <a:pt x="31623" y="0"/>
                </a:lnTo>
                <a:close/>
              </a:path>
              <a:path w="48894" h="78104">
                <a:moveTo>
                  <a:pt x="43911" y="12103"/>
                </a:moveTo>
                <a:lnTo>
                  <a:pt x="26162" y="12103"/>
                </a:lnTo>
                <a:lnTo>
                  <a:pt x="27686" y="12661"/>
                </a:lnTo>
                <a:lnTo>
                  <a:pt x="29082" y="13779"/>
                </a:lnTo>
                <a:lnTo>
                  <a:pt x="33588" y="48929"/>
                </a:lnTo>
                <a:lnTo>
                  <a:pt x="33274" y="54152"/>
                </a:lnTo>
                <a:lnTo>
                  <a:pt x="32257" y="57886"/>
                </a:lnTo>
                <a:lnTo>
                  <a:pt x="31495" y="60794"/>
                </a:lnTo>
                <a:lnTo>
                  <a:pt x="30353" y="62814"/>
                </a:lnTo>
                <a:lnTo>
                  <a:pt x="29035" y="63969"/>
                </a:lnTo>
                <a:lnTo>
                  <a:pt x="27651" y="65074"/>
                </a:lnTo>
                <a:lnTo>
                  <a:pt x="26162" y="65620"/>
                </a:lnTo>
                <a:lnTo>
                  <a:pt x="43953" y="65620"/>
                </a:lnTo>
                <a:lnTo>
                  <a:pt x="44642" y="64454"/>
                </a:lnTo>
                <a:lnTo>
                  <a:pt x="46942" y="57451"/>
                </a:lnTo>
                <a:lnTo>
                  <a:pt x="48313" y="48929"/>
                </a:lnTo>
                <a:lnTo>
                  <a:pt x="48768"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368" name="object 368"/>
          <p:cNvSpPr/>
          <p:nvPr/>
        </p:nvSpPr>
        <p:spPr>
          <a:xfrm>
            <a:off x="2380488" y="6576059"/>
            <a:ext cx="33655" cy="76200"/>
          </a:xfrm>
          <a:custGeom>
            <a:avLst/>
            <a:gdLst/>
            <a:ahLst/>
            <a:cxnLst/>
            <a:rect l="l" t="t" r="r" b="b"/>
            <a:pathLst>
              <a:path w="33655" h="76200">
                <a:moveTo>
                  <a:pt x="33528" y="0"/>
                </a:moveTo>
                <a:lnTo>
                  <a:pt x="21717" y="0"/>
                </a:lnTo>
                <a:lnTo>
                  <a:pt x="19938" y="4622"/>
                </a:lnTo>
                <a:lnTo>
                  <a:pt x="16891" y="8674"/>
                </a:lnTo>
                <a:lnTo>
                  <a:pt x="8000" y="15608"/>
                </a:lnTo>
                <a:lnTo>
                  <a:pt x="3810" y="17957"/>
                </a:lnTo>
                <a:lnTo>
                  <a:pt x="0" y="19202"/>
                </a:lnTo>
                <a:lnTo>
                  <a:pt x="0" y="32410"/>
                </a:lnTo>
                <a:lnTo>
                  <a:pt x="7238" y="30022"/>
                </a:lnTo>
                <a:lnTo>
                  <a:pt x="13588" y="26352"/>
                </a:lnTo>
                <a:lnTo>
                  <a:pt x="18923" y="21374"/>
                </a:lnTo>
                <a:lnTo>
                  <a:pt x="18923" y="76200"/>
                </a:lnTo>
                <a:lnTo>
                  <a:pt x="33528" y="76200"/>
                </a:lnTo>
                <a:lnTo>
                  <a:pt x="33528" y="0"/>
                </a:lnTo>
                <a:close/>
              </a:path>
            </a:pathLst>
          </a:custGeom>
          <a:solidFill>
            <a:srgbClr val="4264DE">
              <a:alpha val="10195"/>
            </a:srgbClr>
          </a:solidFill>
        </p:spPr>
        <p:txBody>
          <a:bodyPr wrap="square" lIns="0" tIns="0" rIns="0" bIns="0" rtlCol="0"/>
          <a:lstStyle/>
          <a:p>
            <a:endParaRPr/>
          </a:p>
        </p:txBody>
      </p:sp>
      <p:sp>
        <p:nvSpPr>
          <p:cNvPr id="369" name="object 369"/>
          <p:cNvSpPr/>
          <p:nvPr/>
        </p:nvSpPr>
        <p:spPr>
          <a:xfrm>
            <a:off x="2545079" y="6574535"/>
            <a:ext cx="50800" cy="78105"/>
          </a:xfrm>
          <a:custGeom>
            <a:avLst/>
            <a:gdLst/>
            <a:ahLst/>
            <a:cxnLst/>
            <a:rect l="l" t="t" r="r" b="b"/>
            <a:pathLst>
              <a:path w="50800" h="78104">
                <a:moveTo>
                  <a:pt x="32638" y="0"/>
                </a:moveTo>
                <a:lnTo>
                  <a:pt x="17652" y="0"/>
                </a:lnTo>
                <a:lnTo>
                  <a:pt x="11811" y="2590"/>
                </a:lnTo>
                <a:lnTo>
                  <a:pt x="0" y="38735"/>
                </a:lnTo>
                <a:lnTo>
                  <a:pt x="440" y="48929"/>
                </a:lnTo>
                <a:lnTo>
                  <a:pt x="17652" y="77724"/>
                </a:lnTo>
                <a:lnTo>
                  <a:pt x="32638" y="77724"/>
                </a:lnTo>
                <a:lnTo>
                  <a:pt x="38481" y="75133"/>
                </a:lnTo>
                <a:lnTo>
                  <a:pt x="42671" y="69938"/>
                </a:lnTo>
                <a:lnTo>
                  <a:pt x="45296" y="65620"/>
                </a:lnTo>
                <a:lnTo>
                  <a:pt x="23368" y="65620"/>
                </a:lnTo>
                <a:lnTo>
                  <a:pt x="21701" y="65062"/>
                </a:lnTo>
                <a:lnTo>
                  <a:pt x="18922" y="62852"/>
                </a:lnTo>
                <a:lnTo>
                  <a:pt x="17780" y="60629"/>
                </a:lnTo>
                <a:lnTo>
                  <a:pt x="16001" y="53949"/>
                </a:lnTo>
                <a:lnTo>
                  <a:pt x="15586" y="48929"/>
                </a:lnTo>
                <a:lnTo>
                  <a:pt x="15591" y="28735"/>
                </a:lnTo>
                <a:lnTo>
                  <a:pt x="23368" y="12103"/>
                </a:lnTo>
                <a:lnTo>
                  <a:pt x="45324" y="12103"/>
                </a:lnTo>
                <a:lnTo>
                  <a:pt x="42799" y="7886"/>
                </a:lnTo>
                <a:lnTo>
                  <a:pt x="38481" y="2628"/>
                </a:lnTo>
                <a:lnTo>
                  <a:pt x="32638" y="0"/>
                </a:lnTo>
                <a:close/>
              </a:path>
              <a:path w="50800" h="78104">
                <a:moveTo>
                  <a:pt x="45324" y="12103"/>
                </a:moveTo>
                <a:lnTo>
                  <a:pt x="26924" y="12103"/>
                </a:lnTo>
                <a:lnTo>
                  <a:pt x="28575" y="12661"/>
                </a:lnTo>
                <a:lnTo>
                  <a:pt x="31368" y="14909"/>
                </a:lnTo>
                <a:lnTo>
                  <a:pt x="32512" y="17145"/>
                </a:lnTo>
                <a:lnTo>
                  <a:pt x="34289" y="23825"/>
                </a:lnTo>
                <a:lnTo>
                  <a:pt x="34696" y="28735"/>
                </a:lnTo>
                <a:lnTo>
                  <a:pt x="34708" y="48929"/>
                </a:lnTo>
                <a:lnTo>
                  <a:pt x="34289" y="54152"/>
                </a:lnTo>
                <a:lnTo>
                  <a:pt x="33274" y="57886"/>
                </a:lnTo>
                <a:lnTo>
                  <a:pt x="32512" y="60794"/>
                </a:lnTo>
                <a:lnTo>
                  <a:pt x="31368" y="62814"/>
                </a:lnTo>
                <a:lnTo>
                  <a:pt x="28575" y="65062"/>
                </a:lnTo>
                <a:lnTo>
                  <a:pt x="26924" y="65620"/>
                </a:lnTo>
                <a:lnTo>
                  <a:pt x="45296" y="65620"/>
                </a:lnTo>
                <a:lnTo>
                  <a:pt x="46005" y="64454"/>
                </a:lnTo>
                <a:lnTo>
                  <a:pt x="48387" y="57451"/>
                </a:lnTo>
                <a:lnTo>
                  <a:pt x="49815" y="48929"/>
                </a:lnTo>
                <a:lnTo>
                  <a:pt x="50292"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370" name="object 370"/>
          <p:cNvSpPr/>
          <p:nvPr/>
        </p:nvSpPr>
        <p:spPr>
          <a:xfrm>
            <a:off x="2726435" y="6576059"/>
            <a:ext cx="33655" cy="76200"/>
          </a:xfrm>
          <a:custGeom>
            <a:avLst/>
            <a:gdLst/>
            <a:ahLst/>
            <a:cxnLst/>
            <a:rect l="l" t="t" r="r" b="b"/>
            <a:pathLst>
              <a:path w="33655" h="76200">
                <a:moveTo>
                  <a:pt x="33527" y="0"/>
                </a:moveTo>
                <a:lnTo>
                  <a:pt x="21716" y="0"/>
                </a:lnTo>
                <a:lnTo>
                  <a:pt x="19938" y="4622"/>
                </a:lnTo>
                <a:lnTo>
                  <a:pt x="16890" y="8674"/>
                </a:lnTo>
                <a:lnTo>
                  <a:pt x="8000" y="15608"/>
                </a:lnTo>
                <a:lnTo>
                  <a:pt x="3809" y="17957"/>
                </a:lnTo>
                <a:lnTo>
                  <a:pt x="0" y="19202"/>
                </a:lnTo>
                <a:lnTo>
                  <a:pt x="0" y="32410"/>
                </a:lnTo>
                <a:lnTo>
                  <a:pt x="7238" y="30022"/>
                </a:lnTo>
                <a:lnTo>
                  <a:pt x="13588" y="26352"/>
                </a:lnTo>
                <a:lnTo>
                  <a:pt x="18922" y="21374"/>
                </a:lnTo>
                <a:lnTo>
                  <a:pt x="18922" y="76200"/>
                </a:lnTo>
                <a:lnTo>
                  <a:pt x="33527" y="76200"/>
                </a:lnTo>
                <a:lnTo>
                  <a:pt x="33527" y="0"/>
                </a:lnTo>
                <a:close/>
              </a:path>
            </a:pathLst>
          </a:custGeom>
          <a:solidFill>
            <a:srgbClr val="4264DE">
              <a:alpha val="10195"/>
            </a:srgbClr>
          </a:solidFill>
        </p:spPr>
        <p:txBody>
          <a:bodyPr wrap="square" lIns="0" tIns="0" rIns="0" bIns="0" rtlCol="0"/>
          <a:lstStyle/>
          <a:p>
            <a:endParaRPr/>
          </a:p>
        </p:txBody>
      </p:sp>
      <p:sp>
        <p:nvSpPr>
          <p:cNvPr id="371" name="object 371"/>
          <p:cNvSpPr/>
          <p:nvPr/>
        </p:nvSpPr>
        <p:spPr>
          <a:xfrm>
            <a:off x="2892551" y="6574535"/>
            <a:ext cx="48895" cy="78105"/>
          </a:xfrm>
          <a:custGeom>
            <a:avLst/>
            <a:gdLst/>
            <a:ahLst/>
            <a:cxnLst/>
            <a:rect l="l" t="t" r="r" b="b"/>
            <a:pathLst>
              <a:path w="48894" h="78104">
                <a:moveTo>
                  <a:pt x="31623" y="0"/>
                </a:moveTo>
                <a:lnTo>
                  <a:pt x="17145" y="0"/>
                </a:lnTo>
                <a:lnTo>
                  <a:pt x="11430" y="2590"/>
                </a:lnTo>
                <a:lnTo>
                  <a:pt x="0" y="38735"/>
                </a:lnTo>
                <a:lnTo>
                  <a:pt x="438" y="48929"/>
                </a:lnTo>
                <a:lnTo>
                  <a:pt x="17018" y="77724"/>
                </a:lnTo>
                <a:lnTo>
                  <a:pt x="31623" y="77724"/>
                </a:lnTo>
                <a:lnTo>
                  <a:pt x="37337" y="75133"/>
                </a:lnTo>
                <a:lnTo>
                  <a:pt x="41402" y="69938"/>
                </a:lnTo>
                <a:lnTo>
                  <a:pt x="43953" y="65620"/>
                </a:lnTo>
                <a:lnTo>
                  <a:pt x="22606" y="65620"/>
                </a:lnTo>
                <a:lnTo>
                  <a:pt x="21065" y="65062"/>
                </a:lnTo>
                <a:lnTo>
                  <a:pt x="15182" y="48929"/>
                </a:lnTo>
                <a:lnTo>
                  <a:pt x="15186" y="28735"/>
                </a:lnTo>
                <a:lnTo>
                  <a:pt x="22606" y="12103"/>
                </a:lnTo>
                <a:lnTo>
                  <a:pt x="43911" y="12103"/>
                </a:lnTo>
                <a:lnTo>
                  <a:pt x="41402" y="7886"/>
                </a:lnTo>
                <a:lnTo>
                  <a:pt x="37337" y="2628"/>
                </a:lnTo>
                <a:lnTo>
                  <a:pt x="31623" y="0"/>
                </a:lnTo>
                <a:close/>
              </a:path>
              <a:path w="48894" h="78104">
                <a:moveTo>
                  <a:pt x="43911" y="12103"/>
                </a:moveTo>
                <a:lnTo>
                  <a:pt x="26162" y="12103"/>
                </a:lnTo>
                <a:lnTo>
                  <a:pt x="27686" y="12661"/>
                </a:lnTo>
                <a:lnTo>
                  <a:pt x="29083" y="13779"/>
                </a:lnTo>
                <a:lnTo>
                  <a:pt x="33588" y="48929"/>
                </a:lnTo>
                <a:lnTo>
                  <a:pt x="33274" y="54152"/>
                </a:lnTo>
                <a:lnTo>
                  <a:pt x="32258" y="57886"/>
                </a:lnTo>
                <a:lnTo>
                  <a:pt x="31496" y="60794"/>
                </a:lnTo>
                <a:lnTo>
                  <a:pt x="30353" y="62814"/>
                </a:lnTo>
                <a:lnTo>
                  <a:pt x="29035" y="63969"/>
                </a:lnTo>
                <a:lnTo>
                  <a:pt x="27651" y="65074"/>
                </a:lnTo>
                <a:lnTo>
                  <a:pt x="26162" y="65620"/>
                </a:lnTo>
                <a:lnTo>
                  <a:pt x="43953" y="65620"/>
                </a:lnTo>
                <a:lnTo>
                  <a:pt x="44642" y="64454"/>
                </a:lnTo>
                <a:lnTo>
                  <a:pt x="46942" y="57451"/>
                </a:lnTo>
                <a:lnTo>
                  <a:pt x="48313" y="48929"/>
                </a:lnTo>
                <a:lnTo>
                  <a:pt x="48768"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372" name="object 372"/>
          <p:cNvSpPr/>
          <p:nvPr/>
        </p:nvSpPr>
        <p:spPr>
          <a:xfrm>
            <a:off x="3073907" y="6576059"/>
            <a:ext cx="33655" cy="76200"/>
          </a:xfrm>
          <a:custGeom>
            <a:avLst/>
            <a:gdLst/>
            <a:ahLst/>
            <a:cxnLst/>
            <a:rect l="l" t="t" r="r" b="b"/>
            <a:pathLst>
              <a:path w="33655" h="76200">
                <a:moveTo>
                  <a:pt x="33528" y="0"/>
                </a:moveTo>
                <a:lnTo>
                  <a:pt x="21717" y="0"/>
                </a:lnTo>
                <a:lnTo>
                  <a:pt x="19939" y="4622"/>
                </a:lnTo>
                <a:lnTo>
                  <a:pt x="16891" y="8674"/>
                </a:lnTo>
                <a:lnTo>
                  <a:pt x="8000" y="15608"/>
                </a:lnTo>
                <a:lnTo>
                  <a:pt x="3810" y="17957"/>
                </a:lnTo>
                <a:lnTo>
                  <a:pt x="0" y="19202"/>
                </a:lnTo>
                <a:lnTo>
                  <a:pt x="0" y="32410"/>
                </a:lnTo>
                <a:lnTo>
                  <a:pt x="7239" y="30022"/>
                </a:lnTo>
                <a:lnTo>
                  <a:pt x="13589" y="26352"/>
                </a:lnTo>
                <a:lnTo>
                  <a:pt x="18923" y="21374"/>
                </a:lnTo>
                <a:lnTo>
                  <a:pt x="18923" y="76200"/>
                </a:lnTo>
                <a:lnTo>
                  <a:pt x="33528" y="76200"/>
                </a:lnTo>
                <a:lnTo>
                  <a:pt x="33528" y="0"/>
                </a:lnTo>
                <a:close/>
              </a:path>
            </a:pathLst>
          </a:custGeom>
          <a:solidFill>
            <a:srgbClr val="4264DE">
              <a:alpha val="10195"/>
            </a:srgbClr>
          </a:solidFill>
        </p:spPr>
        <p:txBody>
          <a:bodyPr wrap="square" lIns="0" tIns="0" rIns="0" bIns="0" rtlCol="0"/>
          <a:lstStyle/>
          <a:p>
            <a:endParaRPr/>
          </a:p>
        </p:txBody>
      </p:sp>
      <p:sp>
        <p:nvSpPr>
          <p:cNvPr id="373" name="object 373"/>
          <p:cNvSpPr/>
          <p:nvPr/>
        </p:nvSpPr>
        <p:spPr>
          <a:xfrm>
            <a:off x="3238500" y="6574535"/>
            <a:ext cx="50800" cy="78105"/>
          </a:xfrm>
          <a:custGeom>
            <a:avLst/>
            <a:gdLst/>
            <a:ahLst/>
            <a:cxnLst/>
            <a:rect l="l" t="t" r="r" b="b"/>
            <a:pathLst>
              <a:path w="50800" h="78104">
                <a:moveTo>
                  <a:pt x="32638" y="0"/>
                </a:moveTo>
                <a:lnTo>
                  <a:pt x="17652" y="0"/>
                </a:lnTo>
                <a:lnTo>
                  <a:pt x="11811" y="2590"/>
                </a:lnTo>
                <a:lnTo>
                  <a:pt x="0" y="38735"/>
                </a:lnTo>
                <a:lnTo>
                  <a:pt x="440" y="48929"/>
                </a:lnTo>
                <a:lnTo>
                  <a:pt x="17652" y="77724"/>
                </a:lnTo>
                <a:lnTo>
                  <a:pt x="32638" y="77724"/>
                </a:lnTo>
                <a:lnTo>
                  <a:pt x="38480" y="75133"/>
                </a:lnTo>
                <a:lnTo>
                  <a:pt x="42672" y="69938"/>
                </a:lnTo>
                <a:lnTo>
                  <a:pt x="45296" y="65620"/>
                </a:lnTo>
                <a:lnTo>
                  <a:pt x="23367" y="65620"/>
                </a:lnTo>
                <a:lnTo>
                  <a:pt x="21701" y="65062"/>
                </a:lnTo>
                <a:lnTo>
                  <a:pt x="18923" y="62852"/>
                </a:lnTo>
                <a:lnTo>
                  <a:pt x="17779" y="60629"/>
                </a:lnTo>
                <a:lnTo>
                  <a:pt x="16001" y="53949"/>
                </a:lnTo>
                <a:lnTo>
                  <a:pt x="15586" y="48929"/>
                </a:lnTo>
                <a:lnTo>
                  <a:pt x="15591" y="28735"/>
                </a:lnTo>
                <a:lnTo>
                  <a:pt x="23367" y="12103"/>
                </a:lnTo>
                <a:lnTo>
                  <a:pt x="45324" y="12103"/>
                </a:lnTo>
                <a:lnTo>
                  <a:pt x="42799" y="7886"/>
                </a:lnTo>
                <a:lnTo>
                  <a:pt x="38480" y="2628"/>
                </a:lnTo>
                <a:lnTo>
                  <a:pt x="32638" y="0"/>
                </a:lnTo>
                <a:close/>
              </a:path>
              <a:path w="50800" h="78104">
                <a:moveTo>
                  <a:pt x="45324" y="12103"/>
                </a:moveTo>
                <a:lnTo>
                  <a:pt x="26924" y="12103"/>
                </a:lnTo>
                <a:lnTo>
                  <a:pt x="28575" y="12661"/>
                </a:lnTo>
                <a:lnTo>
                  <a:pt x="31369" y="14909"/>
                </a:lnTo>
                <a:lnTo>
                  <a:pt x="32512" y="17145"/>
                </a:lnTo>
                <a:lnTo>
                  <a:pt x="34289" y="23825"/>
                </a:lnTo>
                <a:lnTo>
                  <a:pt x="34696" y="28735"/>
                </a:lnTo>
                <a:lnTo>
                  <a:pt x="34708" y="48929"/>
                </a:lnTo>
                <a:lnTo>
                  <a:pt x="34289" y="54152"/>
                </a:lnTo>
                <a:lnTo>
                  <a:pt x="33274" y="57886"/>
                </a:lnTo>
                <a:lnTo>
                  <a:pt x="32512" y="60794"/>
                </a:lnTo>
                <a:lnTo>
                  <a:pt x="31369" y="62814"/>
                </a:lnTo>
                <a:lnTo>
                  <a:pt x="28575" y="65062"/>
                </a:lnTo>
                <a:lnTo>
                  <a:pt x="26924" y="65620"/>
                </a:lnTo>
                <a:lnTo>
                  <a:pt x="45296" y="65620"/>
                </a:lnTo>
                <a:lnTo>
                  <a:pt x="46005" y="64454"/>
                </a:lnTo>
                <a:lnTo>
                  <a:pt x="48386" y="57451"/>
                </a:lnTo>
                <a:lnTo>
                  <a:pt x="49815" y="48929"/>
                </a:lnTo>
                <a:lnTo>
                  <a:pt x="50291"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374" name="object 374"/>
          <p:cNvSpPr/>
          <p:nvPr/>
        </p:nvSpPr>
        <p:spPr>
          <a:xfrm>
            <a:off x="3419855" y="6576059"/>
            <a:ext cx="33655" cy="76200"/>
          </a:xfrm>
          <a:custGeom>
            <a:avLst/>
            <a:gdLst/>
            <a:ahLst/>
            <a:cxnLst/>
            <a:rect l="l" t="t" r="r" b="b"/>
            <a:pathLst>
              <a:path w="33654" h="76200">
                <a:moveTo>
                  <a:pt x="33528" y="0"/>
                </a:moveTo>
                <a:lnTo>
                  <a:pt x="21717" y="0"/>
                </a:lnTo>
                <a:lnTo>
                  <a:pt x="19939" y="4622"/>
                </a:lnTo>
                <a:lnTo>
                  <a:pt x="16891" y="8674"/>
                </a:lnTo>
                <a:lnTo>
                  <a:pt x="8001" y="15608"/>
                </a:lnTo>
                <a:lnTo>
                  <a:pt x="3810" y="17957"/>
                </a:lnTo>
                <a:lnTo>
                  <a:pt x="0" y="19202"/>
                </a:lnTo>
                <a:lnTo>
                  <a:pt x="0" y="32410"/>
                </a:lnTo>
                <a:lnTo>
                  <a:pt x="7239" y="30022"/>
                </a:lnTo>
                <a:lnTo>
                  <a:pt x="13589" y="26352"/>
                </a:lnTo>
                <a:lnTo>
                  <a:pt x="18923" y="21374"/>
                </a:lnTo>
                <a:lnTo>
                  <a:pt x="18923" y="76200"/>
                </a:lnTo>
                <a:lnTo>
                  <a:pt x="33528" y="76200"/>
                </a:lnTo>
                <a:lnTo>
                  <a:pt x="33528" y="0"/>
                </a:lnTo>
                <a:close/>
              </a:path>
            </a:pathLst>
          </a:custGeom>
          <a:solidFill>
            <a:srgbClr val="4264DE">
              <a:alpha val="10195"/>
            </a:srgbClr>
          </a:solidFill>
        </p:spPr>
        <p:txBody>
          <a:bodyPr wrap="square" lIns="0" tIns="0" rIns="0" bIns="0" rtlCol="0"/>
          <a:lstStyle/>
          <a:p>
            <a:endParaRPr/>
          </a:p>
        </p:txBody>
      </p:sp>
      <p:sp>
        <p:nvSpPr>
          <p:cNvPr id="375" name="object 375"/>
          <p:cNvSpPr/>
          <p:nvPr/>
        </p:nvSpPr>
        <p:spPr>
          <a:xfrm>
            <a:off x="3585971" y="6574535"/>
            <a:ext cx="48895" cy="78105"/>
          </a:xfrm>
          <a:custGeom>
            <a:avLst/>
            <a:gdLst/>
            <a:ahLst/>
            <a:cxnLst/>
            <a:rect l="l" t="t" r="r" b="b"/>
            <a:pathLst>
              <a:path w="48895" h="78104">
                <a:moveTo>
                  <a:pt x="31623" y="0"/>
                </a:moveTo>
                <a:lnTo>
                  <a:pt x="17144" y="0"/>
                </a:lnTo>
                <a:lnTo>
                  <a:pt x="11429" y="2590"/>
                </a:lnTo>
                <a:lnTo>
                  <a:pt x="0" y="38735"/>
                </a:lnTo>
                <a:lnTo>
                  <a:pt x="438" y="48929"/>
                </a:lnTo>
                <a:lnTo>
                  <a:pt x="17017" y="77724"/>
                </a:lnTo>
                <a:lnTo>
                  <a:pt x="31623" y="77724"/>
                </a:lnTo>
                <a:lnTo>
                  <a:pt x="37337" y="75133"/>
                </a:lnTo>
                <a:lnTo>
                  <a:pt x="41401" y="69938"/>
                </a:lnTo>
                <a:lnTo>
                  <a:pt x="43953" y="65620"/>
                </a:lnTo>
                <a:lnTo>
                  <a:pt x="22605" y="65620"/>
                </a:lnTo>
                <a:lnTo>
                  <a:pt x="21065" y="65062"/>
                </a:lnTo>
                <a:lnTo>
                  <a:pt x="15182" y="48929"/>
                </a:lnTo>
                <a:lnTo>
                  <a:pt x="15186" y="28735"/>
                </a:lnTo>
                <a:lnTo>
                  <a:pt x="22605" y="12103"/>
                </a:lnTo>
                <a:lnTo>
                  <a:pt x="43911" y="12103"/>
                </a:lnTo>
                <a:lnTo>
                  <a:pt x="41401" y="7886"/>
                </a:lnTo>
                <a:lnTo>
                  <a:pt x="37337" y="2628"/>
                </a:lnTo>
                <a:lnTo>
                  <a:pt x="31623" y="0"/>
                </a:lnTo>
                <a:close/>
              </a:path>
              <a:path w="48895" h="78104">
                <a:moveTo>
                  <a:pt x="43911" y="12103"/>
                </a:moveTo>
                <a:lnTo>
                  <a:pt x="26162" y="12103"/>
                </a:lnTo>
                <a:lnTo>
                  <a:pt x="27686" y="12661"/>
                </a:lnTo>
                <a:lnTo>
                  <a:pt x="29082" y="13779"/>
                </a:lnTo>
                <a:lnTo>
                  <a:pt x="33588" y="48929"/>
                </a:lnTo>
                <a:lnTo>
                  <a:pt x="33274" y="54152"/>
                </a:lnTo>
                <a:lnTo>
                  <a:pt x="32257" y="57886"/>
                </a:lnTo>
                <a:lnTo>
                  <a:pt x="31495" y="60794"/>
                </a:lnTo>
                <a:lnTo>
                  <a:pt x="30352" y="62814"/>
                </a:lnTo>
                <a:lnTo>
                  <a:pt x="29035" y="63969"/>
                </a:lnTo>
                <a:lnTo>
                  <a:pt x="27651" y="65074"/>
                </a:lnTo>
                <a:lnTo>
                  <a:pt x="26162" y="65620"/>
                </a:lnTo>
                <a:lnTo>
                  <a:pt x="43953" y="65620"/>
                </a:lnTo>
                <a:lnTo>
                  <a:pt x="44642" y="64454"/>
                </a:lnTo>
                <a:lnTo>
                  <a:pt x="46942" y="57451"/>
                </a:lnTo>
                <a:lnTo>
                  <a:pt x="48313" y="48929"/>
                </a:lnTo>
                <a:lnTo>
                  <a:pt x="48767"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376" name="object 376"/>
          <p:cNvSpPr/>
          <p:nvPr/>
        </p:nvSpPr>
        <p:spPr>
          <a:xfrm>
            <a:off x="3767328" y="6576059"/>
            <a:ext cx="33655" cy="76200"/>
          </a:xfrm>
          <a:custGeom>
            <a:avLst/>
            <a:gdLst/>
            <a:ahLst/>
            <a:cxnLst/>
            <a:rect l="l" t="t" r="r" b="b"/>
            <a:pathLst>
              <a:path w="33654" h="76200">
                <a:moveTo>
                  <a:pt x="33527" y="0"/>
                </a:moveTo>
                <a:lnTo>
                  <a:pt x="21717" y="0"/>
                </a:lnTo>
                <a:lnTo>
                  <a:pt x="19938" y="4622"/>
                </a:lnTo>
                <a:lnTo>
                  <a:pt x="16891" y="8674"/>
                </a:lnTo>
                <a:lnTo>
                  <a:pt x="8000" y="15608"/>
                </a:lnTo>
                <a:lnTo>
                  <a:pt x="3810" y="17957"/>
                </a:lnTo>
                <a:lnTo>
                  <a:pt x="0" y="19202"/>
                </a:lnTo>
                <a:lnTo>
                  <a:pt x="0" y="32410"/>
                </a:lnTo>
                <a:lnTo>
                  <a:pt x="7238" y="30022"/>
                </a:lnTo>
                <a:lnTo>
                  <a:pt x="13588" y="26352"/>
                </a:lnTo>
                <a:lnTo>
                  <a:pt x="18923" y="21374"/>
                </a:lnTo>
                <a:lnTo>
                  <a:pt x="18923" y="76200"/>
                </a:lnTo>
                <a:lnTo>
                  <a:pt x="33527" y="76200"/>
                </a:lnTo>
                <a:lnTo>
                  <a:pt x="33527" y="0"/>
                </a:lnTo>
                <a:close/>
              </a:path>
            </a:pathLst>
          </a:custGeom>
          <a:solidFill>
            <a:srgbClr val="4264DE">
              <a:alpha val="10195"/>
            </a:srgbClr>
          </a:solidFill>
        </p:spPr>
        <p:txBody>
          <a:bodyPr wrap="square" lIns="0" tIns="0" rIns="0" bIns="0" rtlCol="0"/>
          <a:lstStyle/>
          <a:p>
            <a:endParaRPr/>
          </a:p>
        </p:txBody>
      </p:sp>
      <p:sp>
        <p:nvSpPr>
          <p:cNvPr id="377" name="object 377"/>
          <p:cNvSpPr/>
          <p:nvPr/>
        </p:nvSpPr>
        <p:spPr>
          <a:xfrm>
            <a:off x="3931920" y="6574535"/>
            <a:ext cx="50800" cy="78105"/>
          </a:xfrm>
          <a:custGeom>
            <a:avLst/>
            <a:gdLst/>
            <a:ahLst/>
            <a:cxnLst/>
            <a:rect l="l" t="t" r="r" b="b"/>
            <a:pathLst>
              <a:path w="50800" h="78104">
                <a:moveTo>
                  <a:pt x="32638" y="0"/>
                </a:moveTo>
                <a:lnTo>
                  <a:pt x="17652" y="0"/>
                </a:lnTo>
                <a:lnTo>
                  <a:pt x="11810" y="2590"/>
                </a:lnTo>
                <a:lnTo>
                  <a:pt x="0" y="38735"/>
                </a:lnTo>
                <a:lnTo>
                  <a:pt x="440" y="48929"/>
                </a:lnTo>
                <a:lnTo>
                  <a:pt x="17652" y="77724"/>
                </a:lnTo>
                <a:lnTo>
                  <a:pt x="32638" y="77724"/>
                </a:lnTo>
                <a:lnTo>
                  <a:pt x="38480" y="75133"/>
                </a:lnTo>
                <a:lnTo>
                  <a:pt x="42671" y="69938"/>
                </a:lnTo>
                <a:lnTo>
                  <a:pt x="45296" y="65620"/>
                </a:lnTo>
                <a:lnTo>
                  <a:pt x="23367" y="65620"/>
                </a:lnTo>
                <a:lnTo>
                  <a:pt x="21701" y="65062"/>
                </a:lnTo>
                <a:lnTo>
                  <a:pt x="18922" y="62852"/>
                </a:lnTo>
                <a:lnTo>
                  <a:pt x="17779" y="60629"/>
                </a:lnTo>
                <a:lnTo>
                  <a:pt x="16001" y="53949"/>
                </a:lnTo>
                <a:lnTo>
                  <a:pt x="15586" y="48929"/>
                </a:lnTo>
                <a:lnTo>
                  <a:pt x="15591" y="28735"/>
                </a:lnTo>
                <a:lnTo>
                  <a:pt x="23367" y="12103"/>
                </a:lnTo>
                <a:lnTo>
                  <a:pt x="45324" y="12103"/>
                </a:lnTo>
                <a:lnTo>
                  <a:pt x="42799" y="7886"/>
                </a:lnTo>
                <a:lnTo>
                  <a:pt x="38480" y="2628"/>
                </a:lnTo>
                <a:lnTo>
                  <a:pt x="32638" y="0"/>
                </a:lnTo>
                <a:close/>
              </a:path>
              <a:path w="50800" h="78104">
                <a:moveTo>
                  <a:pt x="45324" y="12103"/>
                </a:moveTo>
                <a:lnTo>
                  <a:pt x="26924" y="12103"/>
                </a:lnTo>
                <a:lnTo>
                  <a:pt x="28575" y="12661"/>
                </a:lnTo>
                <a:lnTo>
                  <a:pt x="31368" y="14909"/>
                </a:lnTo>
                <a:lnTo>
                  <a:pt x="32512" y="17145"/>
                </a:lnTo>
                <a:lnTo>
                  <a:pt x="34289" y="23825"/>
                </a:lnTo>
                <a:lnTo>
                  <a:pt x="34696" y="28735"/>
                </a:lnTo>
                <a:lnTo>
                  <a:pt x="34708" y="48929"/>
                </a:lnTo>
                <a:lnTo>
                  <a:pt x="34289" y="54152"/>
                </a:lnTo>
                <a:lnTo>
                  <a:pt x="33274" y="57886"/>
                </a:lnTo>
                <a:lnTo>
                  <a:pt x="32512" y="60794"/>
                </a:lnTo>
                <a:lnTo>
                  <a:pt x="31368" y="62814"/>
                </a:lnTo>
                <a:lnTo>
                  <a:pt x="28575" y="65062"/>
                </a:lnTo>
                <a:lnTo>
                  <a:pt x="26924" y="65620"/>
                </a:lnTo>
                <a:lnTo>
                  <a:pt x="45296" y="65620"/>
                </a:lnTo>
                <a:lnTo>
                  <a:pt x="46005" y="64454"/>
                </a:lnTo>
                <a:lnTo>
                  <a:pt x="48386" y="57451"/>
                </a:lnTo>
                <a:lnTo>
                  <a:pt x="49815" y="48929"/>
                </a:lnTo>
                <a:lnTo>
                  <a:pt x="50291"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378" name="object 378"/>
          <p:cNvSpPr/>
          <p:nvPr/>
        </p:nvSpPr>
        <p:spPr>
          <a:xfrm>
            <a:off x="4113276" y="6576059"/>
            <a:ext cx="33655" cy="76200"/>
          </a:xfrm>
          <a:custGeom>
            <a:avLst/>
            <a:gdLst/>
            <a:ahLst/>
            <a:cxnLst/>
            <a:rect l="l" t="t" r="r" b="b"/>
            <a:pathLst>
              <a:path w="33654" h="76200">
                <a:moveTo>
                  <a:pt x="33527" y="0"/>
                </a:moveTo>
                <a:lnTo>
                  <a:pt x="21716" y="0"/>
                </a:lnTo>
                <a:lnTo>
                  <a:pt x="19938" y="4622"/>
                </a:lnTo>
                <a:lnTo>
                  <a:pt x="16890" y="8674"/>
                </a:lnTo>
                <a:lnTo>
                  <a:pt x="8000" y="15608"/>
                </a:lnTo>
                <a:lnTo>
                  <a:pt x="3810" y="17957"/>
                </a:lnTo>
                <a:lnTo>
                  <a:pt x="0" y="19202"/>
                </a:lnTo>
                <a:lnTo>
                  <a:pt x="0" y="32410"/>
                </a:lnTo>
                <a:lnTo>
                  <a:pt x="7238" y="30022"/>
                </a:lnTo>
                <a:lnTo>
                  <a:pt x="13588" y="26352"/>
                </a:lnTo>
                <a:lnTo>
                  <a:pt x="18923" y="21374"/>
                </a:lnTo>
                <a:lnTo>
                  <a:pt x="18923" y="76200"/>
                </a:lnTo>
                <a:lnTo>
                  <a:pt x="33527" y="76200"/>
                </a:lnTo>
                <a:lnTo>
                  <a:pt x="33527" y="0"/>
                </a:lnTo>
                <a:close/>
              </a:path>
            </a:pathLst>
          </a:custGeom>
          <a:solidFill>
            <a:srgbClr val="4264DE">
              <a:alpha val="10195"/>
            </a:srgbClr>
          </a:solidFill>
        </p:spPr>
        <p:txBody>
          <a:bodyPr wrap="square" lIns="0" tIns="0" rIns="0" bIns="0" rtlCol="0"/>
          <a:lstStyle/>
          <a:p>
            <a:endParaRPr/>
          </a:p>
        </p:txBody>
      </p:sp>
      <p:sp>
        <p:nvSpPr>
          <p:cNvPr id="379" name="object 379"/>
          <p:cNvSpPr/>
          <p:nvPr/>
        </p:nvSpPr>
        <p:spPr>
          <a:xfrm>
            <a:off x="4279391" y="6574535"/>
            <a:ext cx="48895" cy="78105"/>
          </a:xfrm>
          <a:custGeom>
            <a:avLst/>
            <a:gdLst/>
            <a:ahLst/>
            <a:cxnLst/>
            <a:rect l="l" t="t" r="r" b="b"/>
            <a:pathLst>
              <a:path w="48895" h="78104">
                <a:moveTo>
                  <a:pt x="31623" y="0"/>
                </a:moveTo>
                <a:lnTo>
                  <a:pt x="17145" y="0"/>
                </a:lnTo>
                <a:lnTo>
                  <a:pt x="11430" y="2590"/>
                </a:lnTo>
                <a:lnTo>
                  <a:pt x="0" y="38735"/>
                </a:lnTo>
                <a:lnTo>
                  <a:pt x="438" y="48929"/>
                </a:lnTo>
                <a:lnTo>
                  <a:pt x="17018" y="77724"/>
                </a:lnTo>
                <a:lnTo>
                  <a:pt x="31623" y="77724"/>
                </a:lnTo>
                <a:lnTo>
                  <a:pt x="37337" y="75133"/>
                </a:lnTo>
                <a:lnTo>
                  <a:pt x="41402" y="69938"/>
                </a:lnTo>
                <a:lnTo>
                  <a:pt x="43953" y="65620"/>
                </a:lnTo>
                <a:lnTo>
                  <a:pt x="22606" y="65620"/>
                </a:lnTo>
                <a:lnTo>
                  <a:pt x="21065" y="65062"/>
                </a:lnTo>
                <a:lnTo>
                  <a:pt x="15182" y="48929"/>
                </a:lnTo>
                <a:lnTo>
                  <a:pt x="15186" y="28735"/>
                </a:lnTo>
                <a:lnTo>
                  <a:pt x="22606" y="12103"/>
                </a:lnTo>
                <a:lnTo>
                  <a:pt x="43911" y="12103"/>
                </a:lnTo>
                <a:lnTo>
                  <a:pt x="41402" y="7886"/>
                </a:lnTo>
                <a:lnTo>
                  <a:pt x="37337" y="2628"/>
                </a:lnTo>
                <a:lnTo>
                  <a:pt x="31623" y="0"/>
                </a:lnTo>
                <a:close/>
              </a:path>
              <a:path w="48895" h="78104">
                <a:moveTo>
                  <a:pt x="43911" y="12103"/>
                </a:moveTo>
                <a:lnTo>
                  <a:pt x="26162" y="12103"/>
                </a:lnTo>
                <a:lnTo>
                  <a:pt x="27686" y="12661"/>
                </a:lnTo>
                <a:lnTo>
                  <a:pt x="29083" y="13779"/>
                </a:lnTo>
                <a:lnTo>
                  <a:pt x="33588" y="48929"/>
                </a:lnTo>
                <a:lnTo>
                  <a:pt x="33274" y="54152"/>
                </a:lnTo>
                <a:lnTo>
                  <a:pt x="32258" y="57886"/>
                </a:lnTo>
                <a:lnTo>
                  <a:pt x="31496" y="60794"/>
                </a:lnTo>
                <a:lnTo>
                  <a:pt x="30353" y="62814"/>
                </a:lnTo>
                <a:lnTo>
                  <a:pt x="29035" y="63969"/>
                </a:lnTo>
                <a:lnTo>
                  <a:pt x="27651" y="65074"/>
                </a:lnTo>
                <a:lnTo>
                  <a:pt x="26162" y="65620"/>
                </a:lnTo>
                <a:lnTo>
                  <a:pt x="43953" y="65620"/>
                </a:lnTo>
                <a:lnTo>
                  <a:pt x="44642" y="64454"/>
                </a:lnTo>
                <a:lnTo>
                  <a:pt x="46942" y="57451"/>
                </a:lnTo>
                <a:lnTo>
                  <a:pt x="48313" y="48929"/>
                </a:lnTo>
                <a:lnTo>
                  <a:pt x="48768"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380" name="object 380"/>
          <p:cNvSpPr/>
          <p:nvPr/>
        </p:nvSpPr>
        <p:spPr>
          <a:xfrm>
            <a:off x="4460747" y="6576059"/>
            <a:ext cx="33655" cy="76200"/>
          </a:xfrm>
          <a:custGeom>
            <a:avLst/>
            <a:gdLst/>
            <a:ahLst/>
            <a:cxnLst/>
            <a:rect l="l" t="t" r="r" b="b"/>
            <a:pathLst>
              <a:path w="33654" h="76200">
                <a:moveTo>
                  <a:pt x="33527" y="0"/>
                </a:moveTo>
                <a:lnTo>
                  <a:pt x="21716" y="0"/>
                </a:lnTo>
                <a:lnTo>
                  <a:pt x="19938" y="4622"/>
                </a:lnTo>
                <a:lnTo>
                  <a:pt x="16890" y="8674"/>
                </a:lnTo>
                <a:lnTo>
                  <a:pt x="8000" y="15608"/>
                </a:lnTo>
                <a:lnTo>
                  <a:pt x="3810" y="17957"/>
                </a:lnTo>
                <a:lnTo>
                  <a:pt x="0" y="19202"/>
                </a:lnTo>
                <a:lnTo>
                  <a:pt x="0" y="32410"/>
                </a:lnTo>
                <a:lnTo>
                  <a:pt x="7238" y="30022"/>
                </a:lnTo>
                <a:lnTo>
                  <a:pt x="13588" y="26352"/>
                </a:lnTo>
                <a:lnTo>
                  <a:pt x="18923" y="21374"/>
                </a:lnTo>
                <a:lnTo>
                  <a:pt x="18923" y="76200"/>
                </a:lnTo>
                <a:lnTo>
                  <a:pt x="33527" y="76200"/>
                </a:lnTo>
                <a:lnTo>
                  <a:pt x="33527" y="0"/>
                </a:lnTo>
                <a:close/>
              </a:path>
            </a:pathLst>
          </a:custGeom>
          <a:solidFill>
            <a:srgbClr val="4264DE">
              <a:alpha val="10195"/>
            </a:srgbClr>
          </a:solidFill>
        </p:spPr>
        <p:txBody>
          <a:bodyPr wrap="square" lIns="0" tIns="0" rIns="0" bIns="0" rtlCol="0"/>
          <a:lstStyle/>
          <a:p>
            <a:endParaRPr/>
          </a:p>
        </p:txBody>
      </p:sp>
      <p:sp>
        <p:nvSpPr>
          <p:cNvPr id="381" name="object 381"/>
          <p:cNvSpPr/>
          <p:nvPr/>
        </p:nvSpPr>
        <p:spPr>
          <a:xfrm>
            <a:off x="4625340" y="6574535"/>
            <a:ext cx="50800" cy="78105"/>
          </a:xfrm>
          <a:custGeom>
            <a:avLst/>
            <a:gdLst/>
            <a:ahLst/>
            <a:cxnLst/>
            <a:rect l="l" t="t" r="r" b="b"/>
            <a:pathLst>
              <a:path w="50800" h="78104">
                <a:moveTo>
                  <a:pt x="32638" y="0"/>
                </a:moveTo>
                <a:lnTo>
                  <a:pt x="17652" y="0"/>
                </a:lnTo>
                <a:lnTo>
                  <a:pt x="11811" y="2590"/>
                </a:lnTo>
                <a:lnTo>
                  <a:pt x="0" y="38735"/>
                </a:lnTo>
                <a:lnTo>
                  <a:pt x="440" y="48929"/>
                </a:lnTo>
                <a:lnTo>
                  <a:pt x="17652" y="77724"/>
                </a:lnTo>
                <a:lnTo>
                  <a:pt x="32638" y="77724"/>
                </a:lnTo>
                <a:lnTo>
                  <a:pt x="38481" y="75133"/>
                </a:lnTo>
                <a:lnTo>
                  <a:pt x="42672" y="69938"/>
                </a:lnTo>
                <a:lnTo>
                  <a:pt x="45296" y="65620"/>
                </a:lnTo>
                <a:lnTo>
                  <a:pt x="23368" y="65620"/>
                </a:lnTo>
                <a:lnTo>
                  <a:pt x="21701" y="65062"/>
                </a:lnTo>
                <a:lnTo>
                  <a:pt x="18923" y="62852"/>
                </a:lnTo>
                <a:lnTo>
                  <a:pt x="17780" y="60629"/>
                </a:lnTo>
                <a:lnTo>
                  <a:pt x="16001" y="53949"/>
                </a:lnTo>
                <a:lnTo>
                  <a:pt x="15586" y="48929"/>
                </a:lnTo>
                <a:lnTo>
                  <a:pt x="15591" y="28735"/>
                </a:lnTo>
                <a:lnTo>
                  <a:pt x="23368" y="12103"/>
                </a:lnTo>
                <a:lnTo>
                  <a:pt x="45324" y="12103"/>
                </a:lnTo>
                <a:lnTo>
                  <a:pt x="42799" y="7886"/>
                </a:lnTo>
                <a:lnTo>
                  <a:pt x="38481" y="2628"/>
                </a:lnTo>
                <a:lnTo>
                  <a:pt x="32638" y="0"/>
                </a:lnTo>
                <a:close/>
              </a:path>
              <a:path w="50800" h="78104">
                <a:moveTo>
                  <a:pt x="45324" y="12103"/>
                </a:moveTo>
                <a:lnTo>
                  <a:pt x="26924" y="12103"/>
                </a:lnTo>
                <a:lnTo>
                  <a:pt x="28575" y="12661"/>
                </a:lnTo>
                <a:lnTo>
                  <a:pt x="31369" y="14909"/>
                </a:lnTo>
                <a:lnTo>
                  <a:pt x="32512" y="17145"/>
                </a:lnTo>
                <a:lnTo>
                  <a:pt x="34289" y="23825"/>
                </a:lnTo>
                <a:lnTo>
                  <a:pt x="34696" y="28735"/>
                </a:lnTo>
                <a:lnTo>
                  <a:pt x="34708" y="48929"/>
                </a:lnTo>
                <a:lnTo>
                  <a:pt x="34289" y="54152"/>
                </a:lnTo>
                <a:lnTo>
                  <a:pt x="33274" y="57886"/>
                </a:lnTo>
                <a:lnTo>
                  <a:pt x="32512" y="60794"/>
                </a:lnTo>
                <a:lnTo>
                  <a:pt x="31369" y="62814"/>
                </a:lnTo>
                <a:lnTo>
                  <a:pt x="28575" y="65062"/>
                </a:lnTo>
                <a:lnTo>
                  <a:pt x="26924" y="65620"/>
                </a:lnTo>
                <a:lnTo>
                  <a:pt x="45296" y="65620"/>
                </a:lnTo>
                <a:lnTo>
                  <a:pt x="46005" y="64454"/>
                </a:lnTo>
                <a:lnTo>
                  <a:pt x="48387" y="57451"/>
                </a:lnTo>
                <a:lnTo>
                  <a:pt x="49815" y="48929"/>
                </a:lnTo>
                <a:lnTo>
                  <a:pt x="50292"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382" name="object 382"/>
          <p:cNvSpPr/>
          <p:nvPr/>
        </p:nvSpPr>
        <p:spPr>
          <a:xfrm>
            <a:off x="4806696" y="6576059"/>
            <a:ext cx="33655" cy="76200"/>
          </a:xfrm>
          <a:custGeom>
            <a:avLst/>
            <a:gdLst/>
            <a:ahLst/>
            <a:cxnLst/>
            <a:rect l="l" t="t" r="r" b="b"/>
            <a:pathLst>
              <a:path w="33654" h="76200">
                <a:moveTo>
                  <a:pt x="33527" y="0"/>
                </a:moveTo>
                <a:lnTo>
                  <a:pt x="21716" y="0"/>
                </a:lnTo>
                <a:lnTo>
                  <a:pt x="19938" y="4622"/>
                </a:lnTo>
                <a:lnTo>
                  <a:pt x="16890" y="8674"/>
                </a:lnTo>
                <a:lnTo>
                  <a:pt x="8000" y="15608"/>
                </a:lnTo>
                <a:lnTo>
                  <a:pt x="3809" y="17957"/>
                </a:lnTo>
                <a:lnTo>
                  <a:pt x="0" y="19202"/>
                </a:lnTo>
                <a:lnTo>
                  <a:pt x="0" y="32410"/>
                </a:lnTo>
                <a:lnTo>
                  <a:pt x="7238" y="30022"/>
                </a:lnTo>
                <a:lnTo>
                  <a:pt x="13588" y="26352"/>
                </a:lnTo>
                <a:lnTo>
                  <a:pt x="18923" y="21374"/>
                </a:lnTo>
                <a:lnTo>
                  <a:pt x="18923" y="76200"/>
                </a:lnTo>
                <a:lnTo>
                  <a:pt x="33527" y="76200"/>
                </a:lnTo>
                <a:lnTo>
                  <a:pt x="33527" y="0"/>
                </a:lnTo>
                <a:close/>
              </a:path>
            </a:pathLst>
          </a:custGeom>
          <a:solidFill>
            <a:srgbClr val="4264DE">
              <a:alpha val="10195"/>
            </a:srgbClr>
          </a:solidFill>
        </p:spPr>
        <p:txBody>
          <a:bodyPr wrap="square" lIns="0" tIns="0" rIns="0" bIns="0" rtlCol="0"/>
          <a:lstStyle/>
          <a:p>
            <a:endParaRPr/>
          </a:p>
        </p:txBody>
      </p:sp>
      <p:sp>
        <p:nvSpPr>
          <p:cNvPr id="383" name="object 383"/>
          <p:cNvSpPr/>
          <p:nvPr/>
        </p:nvSpPr>
        <p:spPr>
          <a:xfrm>
            <a:off x="4972811" y="6574535"/>
            <a:ext cx="48895" cy="78105"/>
          </a:xfrm>
          <a:custGeom>
            <a:avLst/>
            <a:gdLst/>
            <a:ahLst/>
            <a:cxnLst/>
            <a:rect l="l" t="t" r="r" b="b"/>
            <a:pathLst>
              <a:path w="48895" h="78104">
                <a:moveTo>
                  <a:pt x="31623" y="0"/>
                </a:moveTo>
                <a:lnTo>
                  <a:pt x="17145" y="0"/>
                </a:lnTo>
                <a:lnTo>
                  <a:pt x="11429" y="2590"/>
                </a:lnTo>
                <a:lnTo>
                  <a:pt x="0" y="38735"/>
                </a:lnTo>
                <a:lnTo>
                  <a:pt x="438" y="48929"/>
                </a:lnTo>
                <a:lnTo>
                  <a:pt x="17017" y="77724"/>
                </a:lnTo>
                <a:lnTo>
                  <a:pt x="31623" y="77724"/>
                </a:lnTo>
                <a:lnTo>
                  <a:pt x="37337" y="75133"/>
                </a:lnTo>
                <a:lnTo>
                  <a:pt x="41401" y="69938"/>
                </a:lnTo>
                <a:lnTo>
                  <a:pt x="43953" y="65620"/>
                </a:lnTo>
                <a:lnTo>
                  <a:pt x="22605" y="65620"/>
                </a:lnTo>
                <a:lnTo>
                  <a:pt x="21065" y="65062"/>
                </a:lnTo>
                <a:lnTo>
                  <a:pt x="15182" y="48929"/>
                </a:lnTo>
                <a:lnTo>
                  <a:pt x="15186" y="28735"/>
                </a:lnTo>
                <a:lnTo>
                  <a:pt x="22605" y="12103"/>
                </a:lnTo>
                <a:lnTo>
                  <a:pt x="43911" y="12103"/>
                </a:lnTo>
                <a:lnTo>
                  <a:pt x="41401" y="7886"/>
                </a:lnTo>
                <a:lnTo>
                  <a:pt x="37337" y="2628"/>
                </a:lnTo>
                <a:lnTo>
                  <a:pt x="31623" y="0"/>
                </a:lnTo>
                <a:close/>
              </a:path>
              <a:path w="48895" h="78104">
                <a:moveTo>
                  <a:pt x="43911" y="12103"/>
                </a:moveTo>
                <a:lnTo>
                  <a:pt x="26162" y="12103"/>
                </a:lnTo>
                <a:lnTo>
                  <a:pt x="27686" y="12661"/>
                </a:lnTo>
                <a:lnTo>
                  <a:pt x="29083" y="13779"/>
                </a:lnTo>
                <a:lnTo>
                  <a:pt x="33588" y="48929"/>
                </a:lnTo>
                <a:lnTo>
                  <a:pt x="33274" y="54152"/>
                </a:lnTo>
                <a:lnTo>
                  <a:pt x="32258" y="57886"/>
                </a:lnTo>
                <a:lnTo>
                  <a:pt x="31496" y="60794"/>
                </a:lnTo>
                <a:lnTo>
                  <a:pt x="30352" y="62814"/>
                </a:lnTo>
                <a:lnTo>
                  <a:pt x="29035" y="63969"/>
                </a:lnTo>
                <a:lnTo>
                  <a:pt x="27651" y="65074"/>
                </a:lnTo>
                <a:lnTo>
                  <a:pt x="26162" y="65620"/>
                </a:lnTo>
                <a:lnTo>
                  <a:pt x="43953" y="65620"/>
                </a:lnTo>
                <a:lnTo>
                  <a:pt x="44642" y="64454"/>
                </a:lnTo>
                <a:lnTo>
                  <a:pt x="46942" y="57451"/>
                </a:lnTo>
                <a:lnTo>
                  <a:pt x="48313" y="48929"/>
                </a:lnTo>
                <a:lnTo>
                  <a:pt x="48767"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384" name="object 384"/>
          <p:cNvSpPr/>
          <p:nvPr/>
        </p:nvSpPr>
        <p:spPr>
          <a:xfrm>
            <a:off x="5154167" y="6576059"/>
            <a:ext cx="33655" cy="76200"/>
          </a:xfrm>
          <a:custGeom>
            <a:avLst/>
            <a:gdLst/>
            <a:ahLst/>
            <a:cxnLst/>
            <a:rect l="l" t="t" r="r" b="b"/>
            <a:pathLst>
              <a:path w="33654" h="76200">
                <a:moveTo>
                  <a:pt x="33528" y="0"/>
                </a:moveTo>
                <a:lnTo>
                  <a:pt x="21717" y="0"/>
                </a:lnTo>
                <a:lnTo>
                  <a:pt x="19939" y="4622"/>
                </a:lnTo>
                <a:lnTo>
                  <a:pt x="16891" y="8674"/>
                </a:lnTo>
                <a:lnTo>
                  <a:pt x="8001" y="15608"/>
                </a:lnTo>
                <a:lnTo>
                  <a:pt x="3810" y="17957"/>
                </a:lnTo>
                <a:lnTo>
                  <a:pt x="0" y="19202"/>
                </a:lnTo>
                <a:lnTo>
                  <a:pt x="0" y="32410"/>
                </a:lnTo>
                <a:lnTo>
                  <a:pt x="7239" y="30022"/>
                </a:lnTo>
                <a:lnTo>
                  <a:pt x="13589" y="26352"/>
                </a:lnTo>
                <a:lnTo>
                  <a:pt x="18923" y="21374"/>
                </a:lnTo>
                <a:lnTo>
                  <a:pt x="18923" y="76200"/>
                </a:lnTo>
                <a:lnTo>
                  <a:pt x="33528" y="76200"/>
                </a:lnTo>
                <a:lnTo>
                  <a:pt x="33528" y="0"/>
                </a:lnTo>
                <a:close/>
              </a:path>
            </a:pathLst>
          </a:custGeom>
          <a:solidFill>
            <a:srgbClr val="4264DE">
              <a:alpha val="10195"/>
            </a:srgbClr>
          </a:solidFill>
        </p:spPr>
        <p:txBody>
          <a:bodyPr wrap="square" lIns="0" tIns="0" rIns="0" bIns="0" rtlCol="0"/>
          <a:lstStyle/>
          <a:p>
            <a:endParaRPr/>
          </a:p>
        </p:txBody>
      </p:sp>
      <p:sp>
        <p:nvSpPr>
          <p:cNvPr id="385" name="object 385"/>
          <p:cNvSpPr/>
          <p:nvPr/>
        </p:nvSpPr>
        <p:spPr>
          <a:xfrm>
            <a:off x="5318759" y="6574535"/>
            <a:ext cx="50800" cy="78105"/>
          </a:xfrm>
          <a:custGeom>
            <a:avLst/>
            <a:gdLst/>
            <a:ahLst/>
            <a:cxnLst/>
            <a:rect l="l" t="t" r="r" b="b"/>
            <a:pathLst>
              <a:path w="50800" h="78104">
                <a:moveTo>
                  <a:pt x="32638" y="0"/>
                </a:moveTo>
                <a:lnTo>
                  <a:pt x="17652" y="0"/>
                </a:lnTo>
                <a:lnTo>
                  <a:pt x="11811" y="2590"/>
                </a:lnTo>
                <a:lnTo>
                  <a:pt x="0" y="38735"/>
                </a:lnTo>
                <a:lnTo>
                  <a:pt x="440" y="48929"/>
                </a:lnTo>
                <a:lnTo>
                  <a:pt x="17652" y="77724"/>
                </a:lnTo>
                <a:lnTo>
                  <a:pt x="32638" y="77724"/>
                </a:lnTo>
                <a:lnTo>
                  <a:pt x="38480" y="75133"/>
                </a:lnTo>
                <a:lnTo>
                  <a:pt x="42672" y="69938"/>
                </a:lnTo>
                <a:lnTo>
                  <a:pt x="45296" y="65620"/>
                </a:lnTo>
                <a:lnTo>
                  <a:pt x="23367" y="65620"/>
                </a:lnTo>
                <a:lnTo>
                  <a:pt x="21701" y="65062"/>
                </a:lnTo>
                <a:lnTo>
                  <a:pt x="18923" y="62852"/>
                </a:lnTo>
                <a:lnTo>
                  <a:pt x="17779" y="60629"/>
                </a:lnTo>
                <a:lnTo>
                  <a:pt x="16001" y="53949"/>
                </a:lnTo>
                <a:lnTo>
                  <a:pt x="15586" y="48929"/>
                </a:lnTo>
                <a:lnTo>
                  <a:pt x="15591" y="28735"/>
                </a:lnTo>
                <a:lnTo>
                  <a:pt x="23367" y="12103"/>
                </a:lnTo>
                <a:lnTo>
                  <a:pt x="45324" y="12103"/>
                </a:lnTo>
                <a:lnTo>
                  <a:pt x="42799" y="7886"/>
                </a:lnTo>
                <a:lnTo>
                  <a:pt x="38480" y="2628"/>
                </a:lnTo>
                <a:lnTo>
                  <a:pt x="32638" y="0"/>
                </a:lnTo>
                <a:close/>
              </a:path>
              <a:path w="50800" h="78104">
                <a:moveTo>
                  <a:pt x="45324" y="12103"/>
                </a:moveTo>
                <a:lnTo>
                  <a:pt x="26924" y="12103"/>
                </a:lnTo>
                <a:lnTo>
                  <a:pt x="28575" y="12661"/>
                </a:lnTo>
                <a:lnTo>
                  <a:pt x="31368" y="14909"/>
                </a:lnTo>
                <a:lnTo>
                  <a:pt x="32512" y="17145"/>
                </a:lnTo>
                <a:lnTo>
                  <a:pt x="34289" y="23825"/>
                </a:lnTo>
                <a:lnTo>
                  <a:pt x="34696" y="28735"/>
                </a:lnTo>
                <a:lnTo>
                  <a:pt x="34708" y="48929"/>
                </a:lnTo>
                <a:lnTo>
                  <a:pt x="34289" y="54152"/>
                </a:lnTo>
                <a:lnTo>
                  <a:pt x="33274" y="57886"/>
                </a:lnTo>
                <a:lnTo>
                  <a:pt x="32512" y="60794"/>
                </a:lnTo>
                <a:lnTo>
                  <a:pt x="31368" y="62814"/>
                </a:lnTo>
                <a:lnTo>
                  <a:pt x="28575" y="65062"/>
                </a:lnTo>
                <a:lnTo>
                  <a:pt x="26924" y="65620"/>
                </a:lnTo>
                <a:lnTo>
                  <a:pt x="45296" y="65620"/>
                </a:lnTo>
                <a:lnTo>
                  <a:pt x="46005" y="64454"/>
                </a:lnTo>
                <a:lnTo>
                  <a:pt x="48386" y="57451"/>
                </a:lnTo>
                <a:lnTo>
                  <a:pt x="49815" y="48929"/>
                </a:lnTo>
                <a:lnTo>
                  <a:pt x="50291"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386" name="object 386"/>
          <p:cNvSpPr/>
          <p:nvPr/>
        </p:nvSpPr>
        <p:spPr>
          <a:xfrm>
            <a:off x="5500115" y="6576059"/>
            <a:ext cx="33655" cy="76200"/>
          </a:xfrm>
          <a:custGeom>
            <a:avLst/>
            <a:gdLst/>
            <a:ahLst/>
            <a:cxnLst/>
            <a:rect l="l" t="t" r="r" b="b"/>
            <a:pathLst>
              <a:path w="33654" h="76200">
                <a:moveTo>
                  <a:pt x="33528" y="0"/>
                </a:moveTo>
                <a:lnTo>
                  <a:pt x="21717" y="0"/>
                </a:lnTo>
                <a:lnTo>
                  <a:pt x="19938" y="4622"/>
                </a:lnTo>
                <a:lnTo>
                  <a:pt x="16891" y="8674"/>
                </a:lnTo>
                <a:lnTo>
                  <a:pt x="8000" y="15608"/>
                </a:lnTo>
                <a:lnTo>
                  <a:pt x="3810" y="17957"/>
                </a:lnTo>
                <a:lnTo>
                  <a:pt x="0" y="19202"/>
                </a:lnTo>
                <a:lnTo>
                  <a:pt x="0" y="32410"/>
                </a:lnTo>
                <a:lnTo>
                  <a:pt x="7238" y="30022"/>
                </a:lnTo>
                <a:lnTo>
                  <a:pt x="13588" y="26352"/>
                </a:lnTo>
                <a:lnTo>
                  <a:pt x="18923" y="21374"/>
                </a:lnTo>
                <a:lnTo>
                  <a:pt x="18923" y="76200"/>
                </a:lnTo>
                <a:lnTo>
                  <a:pt x="33528" y="76200"/>
                </a:lnTo>
                <a:lnTo>
                  <a:pt x="33528" y="0"/>
                </a:lnTo>
                <a:close/>
              </a:path>
            </a:pathLst>
          </a:custGeom>
          <a:solidFill>
            <a:srgbClr val="4264DE">
              <a:alpha val="10195"/>
            </a:srgbClr>
          </a:solidFill>
        </p:spPr>
        <p:txBody>
          <a:bodyPr wrap="square" lIns="0" tIns="0" rIns="0" bIns="0" rtlCol="0"/>
          <a:lstStyle/>
          <a:p>
            <a:endParaRPr/>
          </a:p>
        </p:txBody>
      </p:sp>
      <p:sp>
        <p:nvSpPr>
          <p:cNvPr id="387" name="object 387"/>
          <p:cNvSpPr/>
          <p:nvPr/>
        </p:nvSpPr>
        <p:spPr>
          <a:xfrm>
            <a:off x="5666232" y="6574535"/>
            <a:ext cx="48895" cy="78105"/>
          </a:xfrm>
          <a:custGeom>
            <a:avLst/>
            <a:gdLst/>
            <a:ahLst/>
            <a:cxnLst/>
            <a:rect l="l" t="t" r="r" b="b"/>
            <a:pathLst>
              <a:path w="48895" h="78104">
                <a:moveTo>
                  <a:pt x="31622" y="0"/>
                </a:moveTo>
                <a:lnTo>
                  <a:pt x="17144" y="0"/>
                </a:lnTo>
                <a:lnTo>
                  <a:pt x="11429" y="2590"/>
                </a:lnTo>
                <a:lnTo>
                  <a:pt x="0" y="38735"/>
                </a:lnTo>
                <a:lnTo>
                  <a:pt x="438" y="48929"/>
                </a:lnTo>
                <a:lnTo>
                  <a:pt x="17017" y="77724"/>
                </a:lnTo>
                <a:lnTo>
                  <a:pt x="31622" y="77724"/>
                </a:lnTo>
                <a:lnTo>
                  <a:pt x="37337" y="75133"/>
                </a:lnTo>
                <a:lnTo>
                  <a:pt x="41401" y="69938"/>
                </a:lnTo>
                <a:lnTo>
                  <a:pt x="43953" y="65620"/>
                </a:lnTo>
                <a:lnTo>
                  <a:pt x="22605" y="65620"/>
                </a:lnTo>
                <a:lnTo>
                  <a:pt x="21065" y="65062"/>
                </a:lnTo>
                <a:lnTo>
                  <a:pt x="15182" y="48929"/>
                </a:lnTo>
                <a:lnTo>
                  <a:pt x="15186" y="28735"/>
                </a:lnTo>
                <a:lnTo>
                  <a:pt x="22605" y="12103"/>
                </a:lnTo>
                <a:lnTo>
                  <a:pt x="43911" y="12103"/>
                </a:lnTo>
                <a:lnTo>
                  <a:pt x="41401" y="7886"/>
                </a:lnTo>
                <a:lnTo>
                  <a:pt x="37337" y="2628"/>
                </a:lnTo>
                <a:lnTo>
                  <a:pt x="31622" y="0"/>
                </a:lnTo>
                <a:close/>
              </a:path>
              <a:path w="48895" h="78104">
                <a:moveTo>
                  <a:pt x="43911" y="12103"/>
                </a:moveTo>
                <a:lnTo>
                  <a:pt x="26162" y="12103"/>
                </a:lnTo>
                <a:lnTo>
                  <a:pt x="27685" y="12661"/>
                </a:lnTo>
                <a:lnTo>
                  <a:pt x="29082" y="13779"/>
                </a:lnTo>
                <a:lnTo>
                  <a:pt x="33588" y="48929"/>
                </a:lnTo>
                <a:lnTo>
                  <a:pt x="33273" y="54152"/>
                </a:lnTo>
                <a:lnTo>
                  <a:pt x="32257" y="57886"/>
                </a:lnTo>
                <a:lnTo>
                  <a:pt x="31495" y="60794"/>
                </a:lnTo>
                <a:lnTo>
                  <a:pt x="30352" y="62814"/>
                </a:lnTo>
                <a:lnTo>
                  <a:pt x="29035" y="63969"/>
                </a:lnTo>
                <a:lnTo>
                  <a:pt x="27651" y="65074"/>
                </a:lnTo>
                <a:lnTo>
                  <a:pt x="26162" y="65620"/>
                </a:lnTo>
                <a:lnTo>
                  <a:pt x="43953" y="65620"/>
                </a:lnTo>
                <a:lnTo>
                  <a:pt x="44642" y="64454"/>
                </a:lnTo>
                <a:lnTo>
                  <a:pt x="46942" y="57451"/>
                </a:lnTo>
                <a:lnTo>
                  <a:pt x="48313" y="48929"/>
                </a:lnTo>
                <a:lnTo>
                  <a:pt x="48767"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388" name="object 388"/>
          <p:cNvSpPr/>
          <p:nvPr/>
        </p:nvSpPr>
        <p:spPr>
          <a:xfrm>
            <a:off x="5847588" y="6576059"/>
            <a:ext cx="33655" cy="76200"/>
          </a:xfrm>
          <a:custGeom>
            <a:avLst/>
            <a:gdLst/>
            <a:ahLst/>
            <a:cxnLst/>
            <a:rect l="l" t="t" r="r" b="b"/>
            <a:pathLst>
              <a:path w="33654" h="76200">
                <a:moveTo>
                  <a:pt x="33527" y="0"/>
                </a:moveTo>
                <a:lnTo>
                  <a:pt x="21716" y="0"/>
                </a:lnTo>
                <a:lnTo>
                  <a:pt x="19938" y="4622"/>
                </a:lnTo>
                <a:lnTo>
                  <a:pt x="16890" y="8674"/>
                </a:lnTo>
                <a:lnTo>
                  <a:pt x="8000" y="15608"/>
                </a:lnTo>
                <a:lnTo>
                  <a:pt x="3810" y="17957"/>
                </a:lnTo>
                <a:lnTo>
                  <a:pt x="0" y="19202"/>
                </a:lnTo>
                <a:lnTo>
                  <a:pt x="0" y="32410"/>
                </a:lnTo>
                <a:lnTo>
                  <a:pt x="7238" y="30022"/>
                </a:lnTo>
                <a:lnTo>
                  <a:pt x="13588" y="26352"/>
                </a:lnTo>
                <a:lnTo>
                  <a:pt x="18923" y="21374"/>
                </a:lnTo>
                <a:lnTo>
                  <a:pt x="18923" y="76200"/>
                </a:lnTo>
                <a:lnTo>
                  <a:pt x="33527" y="76200"/>
                </a:lnTo>
                <a:lnTo>
                  <a:pt x="33527" y="0"/>
                </a:lnTo>
                <a:close/>
              </a:path>
            </a:pathLst>
          </a:custGeom>
          <a:solidFill>
            <a:srgbClr val="4264DE">
              <a:alpha val="10195"/>
            </a:srgbClr>
          </a:solidFill>
        </p:spPr>
        <p:txBody>
          <a:bodyPr wrap="square" lIns="0" tIns="0" rIns="0" bIns="0" rtlCol="0"/>
          <a:lstStyle/>
          <a:p>
            <a:endParaRPr/>
          </a:p>
        </p:txBody>
      </p:sp>
      <p:sp>
        <p:nvSpPr>
          <p:cNvPr id="389" name="object 389"/>
          <p:cNvSpPr/>
          <p:nvPr/>
        </p:nvSpPr>
        <p:spPr>
          <a:xfrm>
            <a:off x="6012179" y="6574535"/>
            <a:ext cx="50800" cy="78105"/>
          </a:xfrm>
          <a:custGeom>
            <a:avLst/>
            <a:gdLst/>
            <a:ahLst/>
            <a:cxnLst/>
            <a:rect l="l" t="t" r="r" b="b"/>
            <a:pathLst>
              <a:path w="50800" h="78104">
                <a:moveTo>
                  <a:pt x="32639" y="0"/>
                </a:moveTo>
                <a:lnTo>
                  <a:pt x="17653" y="0"/>
                </a:lnTo>
                <a:lnTo>
                  <a:pt x="11811" y="2590"/>
                </a:lnTo>
                <a:lnTo>
                  <a:pt x="0" y="38735"/>
                </a:lnTo>
                <a:lnTo>
                  <a:pt x="440" y="48929"/>
                </a:lnTo>
                <a:lnTo>
                  <a:pt x="17653" y="77724"/>
                </a:lnTo>
                <a:lnTo>
                  <a:pt x="32639" y="77724"/>
                </a:lnTo>
                <a:lnTo>
                  <a:pt x="38481" y="75133"/>
                </a:lnTo>
                <a:lnTo>
                  <a:pt x="42672" y="69938"/>
                </a:lnTo>
                <a:lnTo>
                  <a:pt x="45296" y="65620"/>
                </a:lnTo>
                <a:lnTo>
                  <a:pt x="23368" y="65620"/>
                </a:lnTo>
                <a:lnTo>
                  <a:pt x="21701" y="65062"/>
                </a:lnTo>
                <a:lnTo>
                  <a:pt x="18923" y="62852"/>
                </a:lnTo>
                <a:lnTo>
                  <a:pt x="17780" y="60629"/>
                </a:lnTo>
                <a:lnTo>
                  <a:pt x="16002" y="53949"/>
                </a:lnTo>
                <a:lnTo>
                  <a:pt x="15586" y="48929"/>
                </a:lnTo>
                <a:lnTo>
                  <a:pt x="15591" y="28735"/>
                </a:lnTo>
                <a:lnTo>
                  <a:pt x="23368" y="12103"/>
                </a:lnTo>
                <a:lnTo>
                  <a:pt x="45324" y="12103"/>
                </a:lnTo>
                <a:lnTo>
                  <a:pt x="42799" y="7886"/>
                </a:lnTo>
                <a:lnTo>
                  <a:pt x="38481" y="2628"/>
                </a:lnTo>
                <a:lnTo>
                  <a:pt x="32639" y="0"/>
                </a:lnTo>
                <a:close/>
              </a:path>
              <a:path w="50800" h="78104">
                <a:moveTo>
                  <a:pt x="45324" y="12103"/>
                </a:moveTo>
                <a:lnTo>
                  <a:pt x="26924" y="12103"/>
                </a:lnTo>
                <a:lnTo>
                  <a:pt x="28575" y="12661"/>
                </a:lnTo>
                <a:lnTo>
                  <a:pt x="31369" y="14909"/>
                </a:lnTo>
                <a:lnTo>
                  <a:pt x="32512" y="17145"/>
                </a:lnTo>
                <a:lnTo>
                  <a:pt x="34290" y="23825"/>
                </a:lnTo>
                <a:lnTo>
                  <a:pt x="34696" y="28735"/>
                </a:lnTo>
                <a:lnTo>
                  <a:pt x="34708" y="48929"/>
                </a:lnTo>
                <a:lnTo>
                  <a:pt x="34290" y="54152"/>
                </a:lnTo>
                <a:lnTo>
                  <a:pt x="33274" y="57886"/>
                </a:lnTo>
                <a:lnTo>
                  <a:pt x="32512" y="60794"/>
                </a:lnTo>
                <a:lnTo>
                  <a:pt x="31369" y="62814"/>
                </a:lnTo>
                <a:lnTo>
                  <a:pt x="28575" y="65062"/>
                </a:lnTo>
                <a:lnTo>
                  <a:pt x="26924" y="65620"/>
                </a:lnTo>
                <a:lnTo>
                  <a:pt x="45296" y="65620"/>
                </a:lnTo>
                <a:lnTo>
                  <a:pt x="46005" y="64454"/>
                </a:lnTo>
                <a:lnTo>
                  <a:pt x="48387" y="57451"/>
                </a:lnTo>
                <a:lnTo>
                  <a:pt x="49815" y="48929"/>
                </a:lnTo>
                <a:lnTo>
                  <a:pt x="50292"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390" name="object 390"/>
          <p:cNvSpPr/>
          <p:nvPr/>
        </p:nvSpPr>
        <p:spPr>
          <a:xfrm>
            <a:off x="6193535" y="6576059"/>
            <a:ext cx="33655" cy="76200"/>
          </a:xfrm>
          <a:custGeom>
            <a:avLst/>
            <a:gdLst/>
            <a:ahLst/>
            <a:cxnLst/>
            <a:rect l="l" t="t" r="r" b="b"/>
            <a:pathLst>
              <a:path w="33654" h="76200">
                <a:moveTo>
                  <a:pt x="33527" y="0"/>
                </a:moveTo>
                <a:lnTo>
                  <a:pt x="21716" y="0"/>
                </a:lnTo>
                <a:lnTo>
                  <a:pt x="19938" y="4622"/>
                </a:lnTo>
                <a:lnTo>
                  <a:pt x="16890" y="8674"/>
                </a:lnTo>
                <a:lnTo>
                  <a:pt x="8000" y="15608"/>
                </a:lnTo>
                <a:lnTo>
                  <a:pt x="3810" y="17957"/>
                </a:lnTo>
                <a:lnTo>
                  <a:pt x="0" y="19202"/>
                </a:lnTo>
                <a:lnTo>
                  <a:pt x="0" y="32410"/>
                </a:lnTo>
                <a:lnTo>
                  <a:pt x="7238" y="30022"/>
                </a:lnTo>
                <a:lnTo>
                  <a:pt x="13588" y="26352"/>
                </a:lnTo>
                <a:lnTo>
                  <a:pt x="18923" y="21374"/>
                </a:lnTo>
                <a:lnTo>
                  <a:pt x="18923" y="76200"/>
                </a:lnTo>
                <a:lnTo>
                  <a:pt x="33527" y="76200"/>
                </a:lnTo>
                <a:lnTo>
                  <a:pt x="33527" y="0"/>
                </a:lnTo>
                <a:close/>
              </a:path>
            </a:pathLst>
          </a:custGeom>
          <a:solidFill>
            <a:srgbClr val="4264DE">
              <a:alpha val="10195"/>
            </a:srgbClr>
          </a:solidFill>
        </p:spPr>
        <p:txBody>
          <a:bodyPr wrap="square" lIns="0" tIns="0" rIns="0" bIns="0" rtlCol="0"/>
          <a:lstStyle/>
          <a:p>
            <a:endParaRPr/>
          </a:p>
        </p:txBody>
      </p:sp>
      <p:sp>
        <p:nvSpPr>
          <p:cNvPr id="391" name="object 391"/>
          <p:cNvSpPr/>
          <p:nvPr/>
        </p:nvSpPr>
        <p:spPr>
          <a:xfrm>
            <a:off x="6358128" y="6574535"/>
            <a:ext cx="50800" cy="78105"/>
          </a:xfrm>
          <a:custGeom>
            <a:avLst/>
            <a:gdLst/>
            <a:ahLst/>
            <a:cxnLst/>
            <a:rect l="l" t="t" r="r" b="b"/>
            <a:pathLst>
              <a:path w="50800" h="78104">
                <a:moveTo>
                  <a:pt x="32638" y="0"/>
                </a:moveTo>
                <a:lnTo>
                  <a:pt x="17652" y="0"/>
                </a:lnTo>
                <a:lnTo>
                  <a:pt x="11811" y="2590"/>
                </a:lnTo>
                <a:lnTo>
                  <a:pt x="0" y="38735"/>
                </a:lnTo>
                <a:lnTo>
                  <a:pt x="440" y="48929"/>
                </a:lnTo>
                <a:lnTo>
                  <a:pt x="17652" y="77724"/>
                </a:lnTo>
                <a:lnTo>
                  <a:pt x="32638" y="77724"/>
                </a:lnTo>
                <a:lnTo>
                  <a:pt x="38481" y="75133"/>
                </a:lnTo>
                <a:lnTo>
                  <a:pt x="42672" y="69938"/>
                </a:lnTo>
                <a:lnTo>
                  <a:pt x="45296" y="65620"/>
                </a:lnTo>
                <a:lnTo>
                  <a:pt x="23368" y="65620"/>
                </a:lnTo>
                <a:lnTo>
                  <a:pt x="21701" y="65062"/>
                </a:lnTo>
                <a:lnTo>
                  <a:pt x="18923" y="62852"/>
                </a:lnTo>
                <a:lnTo>
                  <a:pt x="17780" y="60629"/>
                </a:lnTo>
                <a:lnTo>
                  <a:pt x="16001" y="53949"/>
                </a:lnTo>
                <a:lnTo>
                  <a:pt x="15586" y="48929"/>
                </a:lnTo>
                <a:lnTo>
                  <a:pt x="15591" y="28735"/>
                </a:lnTo>
                <a:lnTo>
                  <a:pt x="23368" y="12103"/>
                </a:lnTo>
                <a:lnTo>
                  <a:pt x="45324" y="12103"/>
                </a:lnTo>
                <a:lnTo>
                  <a:pt x="42799" y="7886"/>
                </a:lnTo>
                <a:lnTo>
                  <a:pt x="38481" y="2628"/>
                </a:lnTo>
                <a:lnTo>
                  <a:pt x="32638" y="0"/>
                </a:lnTo>
                <a:close/>
              </a:path>
              <a:path w="50800" h="78104">
                <a:moveTo>
                  <a:pt x="45324" y="12103"/>
                </a:moveTo>
                <a:lnTo>
                  <a:pt x="26924" y="12103"/>
                </a:lnTo>
                <a:lnTo>
                  <a:pt x="28575" y="12661"/>
                </a:lnTo>
                <a:lnTo>
                  <a:pt x="31369" y="14909"/>
                </a:lnTo>
                <a:lnTo>
                  <a:pt x="32512" y="17145"/>
                </a:lnTo>
                <a:lnTo>
                  <a:pt x="34289" y="23825"/>
                </a:lnTo>
                <a:lnTo>
                  <a:pt x="34696" y="28735"/>
                </a:lnTo>
                <a:lnTo>
                  <a:pt x="34708" y="48929"/>
                </a:lnTo>
                <a:lnTo>
                  <a:pt x="34289" y="54152"/>
                </a:lnTo>
                <a:lnTo>
                  <a:pt x="33274" y="57886"/>
                </a:lnTo>
                <a:lnTo>
                  <a:pt x="32512" y="60794"/>
                </a:lnTo>
                <a:lnTo>
                  <a:pt x="31369" y="62814"/>
                </a:lnTo>
                <a:lnTo>
                  <a:pt x="28575" y="65062"/>
                </a:lnTo>
                <a:lnTo>
                  <a:pt x="26924" y="65620"/>
                </a:lnTo>
                <a:lnTo>
                  <a:pt x="45296" y="65620"/>
                </a:lnTo>
                <a:lnTo>
                  <a:pt x="46005" y="64454"/>
                </a:lnTo>
                <a:lnTo>
                  <a:pt x="48387" y="57451"/>
                </a:lnTo>
                <a:lnTo>
                  <a:pt x="49815" y="48929"/>
                </a:lnTo>
                <a:lnTo>
                  <a:pt x="50292"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392" name="object 392"/>
          <p:cNvSpPr/>
          <p:nvPr/>
        </p:nvSpPr>
        <p:spPr>
          <a:xfrm>
            <a:off x="6539483" y="6576059"/>
            <a:ext cx="33655" cy="76200"/>
          </a:xfrm>
          <a:custGeom>
            <a:avLst/>
            <a:gdLst/>
            <a:ahLst/>
            <a:cxnLst/>
            <a:rect l="l" t="t" r="r" b="b"/>
            <a:pathLst>
              <a:path w="33654" h="76200">
                <a:moveTo>
                  <a:pt x="33527" y="0"/>
                </a:moveTo>
                <a:lnTo>
                  <a:pt x="21717" y="0"/>
                </a:lnTo>
                <a:lnTo>
                  <a:pt x="19939" y="4622"/>
                </a:lnTo>
                <a:lnTo>
                  <a:pt x="16891" y="8674"/>
                </a:lnTo>
                <a:lnTo>
                  <a:pt x="8000" y="15608"/>
                </a:lnTo>
                <a:lnTo>
                  <a:pt x="3810" y="17957"/>
                </a:lnTo>
                <a:lnTo>
                  <a:pt x="0" y="19202"/>
                </a:lnTo>
                <a:lnTo>
                  <a:pt x="0" y="32410"/>
                </a:lnTo>
                <a:lnTo>
                  <a:pt x="7239" y="30022"/>
                </a:lnTo>
                <a:lnTo>
                  <a:pt x="13589" y="26352"/>
                </a:lnTo>
                <a:lnTo>
                  <a:pt x="18923" y="21374"/>
                </a:lnTo>
                <a:lnTo>
                  <a:pt x="18923" y="76200"/>
                </a:lnTo>
                <a:lnTo>
                  <a:pt x="33527" y="76200"/>
                </a:lnTo>
                <a:lnTo>
                  <a:pt x="33527" y="0"/>
                </a:lnTo>
                <a:close/>
              </a:path>
            </a:pathLst>
          </a:custGeom>
          <a:solidFill>
            <a:srgbClr val="4264DE">
              <a:alpha val="10195"/>
            </a:srgbClr>
          </a:solidFill>
        </p:spPr>
        <p:txBody>
          <a:bodyPr wrap="square" lIns="0" tIns="0" rIns="0" bIns="0" rtlCol="0"/>
          <a:lstStyle/>
          <a:p>
            <a:endParaRPr/>
          </a:p>
        </p:txBody>
      </p:sp>
      <p:sp>
        <p:nvSpPr>
          <p:cNvPr id="393" name="object 393"/>
          <p:cNvSpPr/>
          <p:nvPr/>
        </p:nvSpPr>
        <p:spPr>
          <a:xfrm>
            <a:off x="6705600" y="6574535"/>
            <a:ext cx="50800" cy="78105"/>
          </a:xfrm>
          <a:custGeom>
            <a:avLst/>
            <a:gdLst/>
            <a:ahLst/>
            <a:cxnLst/>
            <a:rect l="l" t="t" r="r" b="b"/>
            <a:pathLst>
              <a:path w="50800" h="78104">
                <a:moveTo>
                  <a:pt x="32639" y="0"/>
                </a:moveTo>
                <a:lnTo>
                  <a:pt x="17652" y="0"/>
                </a:lnTo>
                <a:lnTo>
                  <a:pt x="11810" y="2590"/>
                </a:lnTo>
                <a:lnTo>
                  <a:pt x="0" y="38735"/>
                </a:lnTo>
                <a:lnTo>
                  <a:pt x="440" y="48929"/>
                </a:lnTo>
                <a:lnTo>
                  <a:pt x="17652" y="77724"/>
                </a:lnTo>
                <a:lnTo>
                  <a:pt x="32639" y="77724"/>
                </a:lnTo>
                <a:lnTo>
                  <a:pt x="38480" y="75133"/>
                </a:lnTo>
                <a:lnTo>
                  <a:pt x="42672" y="69938"/>
                </a:lnTo>
                <a:lnTo>
                  <a:pt x="45296" y="65620"/>
                </a:lnTo>
                <a:lnTo>
                  <a:pt x="23368" y="65620"/>
                </a:lnTo>
                <a:lnTo>
                  <a:pt x="21701" y="65062"/>
                </a:lnTo>
                <a:lnTo>
                  <a:pt x="18923" y="62852"/>
                </a:lnTo>
                <a:lnTo>
                  <a:pt x="17779" y="60629"/>
                </a:lnTo>
                <a:lnTo>
                  <a:pt x="16001" y="53949"/>
                </a:lnTo>
                <a:lnTo>
                  <a:pt x="15586" y="48929"/>
                </a:lnTo>
                <a:lnTo>
                  <a:pt x="15591" y="28735"/>
                </a:lnTo>
                <a:lnTo>
                  <a:pt x="23368" y="12103"/>
                </a:lnTo>
                <a:lnTo>
                  <a:pt x="45324" y="12103"/>
                </a:lnTo>
                <a:lnTo>
                  <a:pt x="42799" y="7886"/>
                </a:lnTo>
                <a:lnTo>
                  <a:pt x="38480" y="2628"/>
                </a:lnTo>
                <a:lnTo>
                  <a:pt x="32639" y="0"/>
                </a:lnTo>
                <a:close/>
              </a:path>
              <a:path w="50800" h="78104">
                <a:moveTo>
                  <a:pt x="45324" y="12103"/>
                </a:moveTo>
                <a:lnTo>
                  <a:pt x="26924" y="12103"/>
                </a:lnTo>
                <a:lnTo>
                  <a:pt x="28575" y="12661"/>
                </a:lnTo>
                <a:lnTo>
                  <a:pt x="31369" y="14909"/>
                </a:lnTo>
                <a:lnTo>
                  <a:pt x="32511" y="17145"/>
                </a:lnTo>
                <a:lnTo>
                  <a:pt x="34290" y="23825"/>
                </a:lnTo>
                <a:lnTo>
                  <a:pt x="34696" y="28735"/>
                </a:lnTo>
                <a:lnTo>
                  <a:pt x="34708" y="48929"/>
                </a:lnTo>
                <a:lnTo>
                  <a:pt x="34290" y="54152"/>
                </a:lnTo>
                <a:lnTo>
                  <a:pt x="33274" y="57886"/>
                </a:lnTo>
                <a:lnTo>
                  <a:pt x="32511" y="60794"/>
                </a:lnTo>
                <a:lnTo>
                  <a:pt x="31369" y="62814"/>
                </a:lnTo>
                <a:lnTo>
                  <a:pt x="28575" y="65062"/>
                </a:lnTo>
                <a:lnTo>
                  <a:pt x="26924" y="65620"/>
                </a:lnTo>
                <a:lnTo>
                  <a:pt x="45296" y="65620"/>
                </a:lnTo>
                <a:lnTo>
                  <a:pt x="46005" y="64454"/>
                </a:lnTo>
                <a:lnTo>
                  <a:pt x="48386" y="57451"/>
                </a:lnTo>
                <a:lnTo>
                  <a:pt x="49815" y="48929"/>
                </a:lnTo>
                <a:lnTo>
                  <a:pt x="50292"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394" name="object 394"/>
          <p:cNvSpPr/>
          <p:nvPr/>
        </p:nvSpPr>
        <p:spPr>
          <a:xfrm>
            <a:off x="6886956" y="6576059"/>
            <a:ext cx="33655" cy="76200"/>
          </a:xfrm>
          <a:custGeom>
            <a:avLst/>
            <a:gdLst/>
            <a:ahLst/>
            <a:cxnLst/>
            <a:rect l="l" t="t" r="r" b="b"/>
            <a:pathLst>
              <a:path w="33654" h="76200">
                <a:moveTo>
                  <a:pt x="33527" y="0"/>
                </a:moveTo>
                <a:lnTo>
                  <a:pt x="21717" y="0"/>
                </a:lnTo>
                <a:lnTo>
                  <a:pt x="19939" y="4622"/>
                </a:lnTo>
                <a:lnTo>
                  <a:pt x="16891" y="8674"/>
                </a:lnTo>
                <a:lnTo>
                  <a:pt x="8000" y="15608"/>
                </a:lnTo>
                <a:lnTo>
                  <a:pt x="3810" y="17957"/>
                </a:lnTo>
                <a:lnTo>
                  <a:pt x="0" y="19202"/>
                </a:lnTo>
                <a:lnTo>
                  <a:pt x="0" y="32410"/>
                </a:lnTo>
                <a:lnTo>
                  <a:pt x="7239" y="30022"/>
                </a:lnTo>
                <a:lnTo>
                  <a:pt x="13589" y="26352"/>
                </a:lnTo>
                <a:lnTo>
                  <a:pt x="18923" y="21374"/>
                </a:lnTo>
                <a:lnTo>
                  <a:pt x="18923" y="76200"/>
                </a:lnTo>
                <a:lnTo>
                  <a:pt x="33527" y="76200"/>
                </a:lnTo>
                <a:lnTo>
                  <a:pt x="33527" y="0"/>
                </a:lnTo>
                <a:close/>
              </a:path>
            </a:pathLst>
          </a:custGeom>
          <a:solidFill>
            <a:srgbClr val="4264DE">
              <a:alpha val="10195"/>
            </a:srgbClr>
          </a:solidFill>
        </p:spPr>
        <p:txBody>
          <a:bodyPr wrap="square" lIns="0" tIns="0" rIns="0" bIns="0" rtlCol="0"/>
          <a:lstStyle/>
          <a:p>
            <a:endParaRPr/>
          </a:p>
        </p:txBody>
      </p:sp>
      <p:sp>
        <p:nvSpPr>
          <p:cNvPr id="395" name="object 395"/>
          <p:cNvSpPr/>
          <p:nvPr/>
        </p:nvSpPr>
        <p:spPr>
          <a:xfrm>
            <a:off x="7051547" y="6574535"/>
            <a:ext cx="50800" cy="78105"/>
          </a:xfrm>
          <a:custGeom>
            <a:avLst/>
            <a:gdLst/>
            <a:ahLst/>
            <a:cxnLst/>
            <a:rect l="l" t="t" r="r" b="b"/>
            <a:pathLst>
              <a:path w="50800" h="78104">
                <a:moveTo>
                  <a:pt x="32638" y="0"/>
                </a:moveTo>
                <a:lnTo>
                  <a:pt x="17652" y="0"/>
                </a:lnTo>
                <a:lnTo>
                  <a:pt x="11810" y="2590"/>
                </a:lnTo>
                <a:lnTo>
                  <a:pt x="0" y="38735"/>
                </a:lnTo>
                <a:lnTo>
                  <a:pt x="440" y="48929"/>
                </a:lnTo>
                <a:lnTo>
                  <a:pt x="17652" y="77724"/>
                </a:lnTo>
                <a:lnTo>
                  <a:pt x="32638" y="77724"/>
                </a:lnTo>
                <a:lnTo>
                  <a:pt x="38480" y="75133"/>
                </a:lnTo>
                <a:lnTo>
                  <a:pt x="42672" y="69938"/>
                </a:lnTo>
                <a:lnTo>
                  <a:pt x="45296" y="65620"/>
                </a:lnTo>
                <a:lnTo>
                  <a:pt x="23368" y="65620"/>
                </a:lnTo>
                <a:lnTo>
                  <a:pt x="21701" y="65062"/>
                </a:lnTo>
                <a:lnTo>
                  <a:pt x="18923" y="62852"/>
                </a:lnTo>
                <a:lnTo>
                  <a:pt x="17779" y="60629"/>
                </a:lnTo>
                <a:lnTo>
                  <a:pt x="16001" y="53949"/>
                </a:lnTo>
                <a:lnTo>
                  <a:pt x="15586" y="48929"/>
                </a:lnTo>
                <a:lnTo>
                  <a:pt x="15591" y="28735"/>
                </a:lnTo>
                <a:lnTo>
                  <a:pt x="23368" y="12103"/>
                </a:lnTo>
                <a:lnTo>
                  <a:pt x="45324" y="12103"/>
                </a:lnTo>
                <a:lnTo>
                  <a:pt x="42799" y="7886"/>
                </a:lnTo>
                <a:lnTo>
                  <a:pt x="38480" y="2628"/>
                </a:lnTo>
                <a:lnTo>
                  <a:pt x="32638" y="0"/>
                </a:lnTo>
                <a:close/>
              </a:path>
              <a:path w="50800" h="78104">
                <a:moveTo>
                  <a:pt x="45324" y="12103"/>
                </a:moveTo>
                <a:lnTo>
                  <a:pt x="26924" y="12103"/>
                </a:lnTo>
                <a:lnTo>
                  <a:pt x="28575" y="12661"/>
                </a:lnTo>
                <a:lnTo>
                  <a:pt x="31369" y="14909"/>
                </a:lnTo>
                <a:lnTo>
                  <a:pt x="32511" y="17145"/>
                </a:lnTo>
                <a:lnTo>
                  <a:pt x="34290" y="23825"/>
                </a:lnTo>
                <a:lnTo>
                  <a:pt x="34696" y="28735"/>
                </a:lnTo>
                <a:lnTo>
                  <a:pt x="34708" y="48929"/>
                </a:lnTo>
                <a:lnTo>
                  <a:pt x="34290" y="54152"/>
                </a:lnTo>
                <a:lnTo>
                  <a:pt x="33274" y="57886"/>
                </a:lnTo>
                <a:lnTo>
                  <a:pt x="32511" y="60794"/>
                </a:lnTo>
                <a:lnTo>
                  <a:pt x="31369" y="62814"/>
                </a:lnTo>
                <a:lnTo>
                  <a:pt x="28575" y="65062"/>
                </a:lnTo>
                <a:lnTo>
                  <a:pt x="26924" y="65620"/>
                </a:lnTo>
                <a:lnTo>
                  <a:pt x="45296" y="65620"/>
                </a:lnTo>
                <a:lnTo>
                  <a:pt x="46005" y="64454"/>
                </a:lnTo>
                <a:lnTo>
                  <a:pt x="48386" y="57451"/>
                </a:lnTo>
                <a:lnTo>
                  <a:pt x="49815" y="48929"/>
                </a:lnTo>
                <a:lnTo>
                  <a:pt x="50292"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396" name="object 396"/>
          <p:cNvSpPr/>
          <p:nvPr/>
        </p:nvSpPr>
        <p:spPr>
          <a:xfrm>
            <a:off x="7232904" y="6576059"/>
            <a:ext cx="33655" cy="76200"/>
          </a:xfrm>
          <a:custGeom>
            <a:avLst/>
            <a:gdLst/>
            <a:ahLst/>
            <a:cxnLst/>
            <a:rect l="l" t="t" r="r" b="b"/>
            <a:pathLst>
              <a:path w="33654" h="76200">
                <a:moveTo>
                  <a:pt x="33527" y="0"/>
                </a:moveTo>
                <a:lnTo>
                  <a:pt x="21717" y="0"/>
                </a:lnTo>
                <a:lnTo>
                  <a:pt x="19939" y="4622"/>
                </a:lnTo>
                <a:lnTo>
                  <a:pt x="16891" y="8674"/>
                </a:lnTo>
                <a:lnTo>
                  <a:pt x="8000" y="15608"/>
                </a:lnTo>
                <a:lnTo>
                  <a:pt x="3810" y="17957"/>
                </a:lnTo>
                <a:lnTo>
                  <a:pt x="0" y="19202"/>
                </a:lnTo>
                <a:lnTo>
                  <a:pt x="0" y="32410"/>
                </a:lnTo>
                <a:lnTo>
                  <a:pt x="7239" y="30022"/>
                </a:lnTo>
                <a:lnTo>
                  <a:pt x="13589" y="26352"/>
                </a:lnTo>
                <a:lnTo>
                  <a:pt x="18923" y="21374"/>
                </a:lnTo>
                <a:lnTo>
                  <a:pt x="18923" y="76200"/>
                </a:lnTo>
                <a:lnTo>
                  <a:pt x="33527" y="76200"/>
                </a:lnTo>
                <a:lnTo>
                  <a:pt x="33527" y="0"/>
                </a:lnTo>
                <a:close/>
              </a:path>
            </a:pathLst>
          </a:custGeom>
          <a:solidFill>
            <a:srgbClr val="4264DE">
              <a:alpha val="10195"/>
            </a:srgbClr>
          </a:solidFill>
        </p:spPr>
        <p:txBody>
          <a:bodyPr wrap="square" lIns="0" tIns="0" rIns="0" bIns="0" rtlCol="0"/>
          <a:lstStyle/>
          <a:p>
            <a:endParaRPr/>
          </a:p>
        </p:txBody>
      </p:sp>
      <p:sp>
        <p:nvSpPr>
          <p:cNvPr id="397" name="object 397"/>
          <p:cNvSpPr/>
          <p:nvPr/>
        </p:nvSpPr>
        <p:spPr>
          <a:xfrm>
            <a:off x="7399019" y="6574535"/>
            <a:ext cx="48895" cy="78105"/>
          </a:xfrm>
          <a:custGeom>
            <a:avLst/>
            <a:gdLst/>
            <a:ahLst/>
            <a:cxnLst/>
            <a:rect l="l" t="t" r="r" b="b"/>
            <a:pathLst>
              <a:path w="48895" h="78104">
                <a:moveTo>
                  <a:pt x="31623" y="0"/>
                </a:moveTo>
                <a:lnTo>
                  <a:pt x="17145" y="0"/>
                </a:lnTo>
                <a:lnTo>
                  <a:pt x="11429" y="2590"/>
                </a:lnTo>
                <a:lnTo>
                  <a:pt x="0" y="38735"/>
                </a:lnTo>
                <a:lnTo>
                  <a:pt x="438" y="48929"/>
                </a:lnTo>
                <a:lnTo>
                  <a:pt x="17018" y="77724"/>
                </a:lnTo>
                <a:lnTo>
                  <a:pt x="31623" y="77724"/>
                </a:lnTo>
                <a:lnTo>
                  <a:pt x="37337" y="75133"/>
                </a:lnTo>
                <a:lnTo>
                  <a:pt x="41401" y="69938"/>
                </a:lnTo>
                <a:lnTo>
                  <a:pt x="43953" y="65620"/>
                </a:lnTo>
                <a:lnTo>
                  <a:pt x="22605" y="65620"/>
                </a:lnTo>
                <a:lnTo>
                  <a:pt x="21065" y="65062"/>
                </a:lnTo>
                <a:lnTo>
                  <a:pt x="15182" y="48929"/>
                </a:lnTo>
                <a:lnTo>
                  <a:pt x="15186" y="28735"/>
                </a:lnTo>
                <a:lnTo>
                  <a:pt x="22605" y="12103"/>
                </a:lnTo>
                <a:lnTo>
                  <a:pt x="43911" y="12103"/>
                </a:lnTo>
                <a:lnTo>
                  <a:pt x="41401" y="7886"/>
                </a:lnTo>
                <a:lnTo>
                  <a:pt x="37337" y="2628"/>
                </a:lnTo>
                <a:lnTo>
                  <a:pt x="31623" y="0"/>
                </a:lnTo>
                <a:close/>
              </a:path>
              <a:path w="48895" h="78104">
                <a:moveTo>
                  <a:pt x="43911" y="12103"/>
                </a:moveTo>
                <a:lnTo>
                  <a:pt x="26161" y="12103"/>
                </a:lnTo>
                <a:lnTo>
                  <a:pt x="27685" y="12661"/>
                </a:lnTo>
                <a:lnTo>
                  <a:pt x="29082" y="13779"/>
                </a:lnTo>
                <a:lnTo>
                  <a:pt x="33588" y="48929"/>
                </a:lnTo>
                <a:lnTo>
                  <a:pt x="33274" y="54152"/>
                </a:lnTo>
                <a:lnTo>
                  <a:pt x="32257" y="57886"/>
                </a:lnTo>
                <a:lnTo>
                  <a:pt x="31496" y="60794"/>
                </a:lnTo>
                <a:lnTo>
                  <a:pt x="30352" y="62814"/>
                </a:lnTo>
                <a:lnTo>
                  <a:pt x="29035" y="63969"/>
                </a:lnTo>
                <a:lnTo>
                  <a:pt x="27651" y="65074"/>
                </a:lnTo>
                <a:lnTo>
                  <a:pt x="26161" y="65620"/>
                </a:lnTo>
                <a:lnTo>
                  <a:pt x="43953" y="65620"/>
                </a:lnTo>
                <a:lnTo>
                  <a:pt x="44642" y="64454"/>
                </a:lnTo>
                <a:lnTo>
                  <a:pt x="46942" y="57451"/>
                </a:lnTo>
                <a:lnTo>
                  <a:pt x="48313" y="48929"/>
                </a:lnTo>
                <a:lnTo>
                  <a:pt x="48768"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398" name="object 398"/>
          <p:cNvSpPr/>
          <p:nvPr/>
        </p:nvSpPr>
        <p:spPr>
          <a:xfrm>
            <a:off x="7580376" y="6576059"/>
            <a:ext cx="33655" cy="76200"/>
          </a:xfrm>
          <a:custGeom>
            <a:avLst/>
            <a:gdLst/>
            <a:ahLst/>
            <a:cxnLst/>
            <a:rect l="l" t="t" r="r" b="b"/>
            <a:pathLst>
              <a:path w="33654" h="76200">
                <a:moveTo>
                  <a:pt x="33527" y="0"/>
                </a:moveTo>
                <a:lnTo>
                  <a:pt x="21717" y="0"/>
                </a:lnTo>
                <a:lnTo>
                  <a:pt x="19939" y="4622"/>
                </a:lnTo>
                <a:lnTo>
                  <a:pt x="16891" y="8674"/>
                </a:lnTo>
                <a:lnTo>
                  <a:pt x="8000" y="15608"/>
                </a:lnTo>
                <a:lnTo>
                  <a:pt x="3809" y="17957"/>
                </a:lnTo>
                <a:lnTo>
                  <a:pt x="0" y="19202"/>
                </a:lnTo>
                <a:lnTo>
                  <a:pt x="0" y="32410"/>
                </a:lnTo>
                <a:lnTo>
                  <a:pt x="7239" y="30022"/>
                </a:lnTo>
                <a:lnTo>
                  <a:pt x="13589" y="26352"/>
                </a:lnTo>
                <a:lnTo>
                  <a:pt x="18923" y="21374"/>
                </a:lnTo>
                <a:lnTo>
                  <a:pt x="18923" y="76200"/>
                </a:lnTo>
                <a:lnTo>
                  <a:pt x="33527" y="76200"/>
                </a:lnTo>
                <a:lnTo>
                  <a:pt x="33527" y="0"/>
                </a:lnTo>
                <a:close/>
              </a:path>
            </a:pathLst>
          </a:custGeom>
          <a:solidFill>
            <a:srgbClr val="4264DE">
              <a:alpha val="10195"/>
            </a:srgbClr>
          </a:solidFill>
        </p:spPr>
        <p:txBody>
          <a:bodyPr wrap="square" lIns="0" tIns="0" rIns="0" bIns="0" rtlCol="0"/>
          <a:lstStyle/>
          <a:p>
            <a:endParaRPr/>
          </a:p>
        </p:txBody>
      </p:sp>
      <p:sp>
        <p:nvSpPr>
          <p:cNvPr id="399" name="object 399"/>
          <p:cNvSpPr/>
          <p:nvPr/>
        </p:nvSpPr>
        <p:spPr>
          <a:xfrm>
            <a:off x="7744968" y="6574535"/>
            <a:ext cx="50800" cy="78105"/>
          </a:xfrm>
          <a:custGeom>
            <a:avLst/>
            <a:gdLst/>
            <a:ahLst/>
            <a:cxnLst/>
            <a:rect l="l" t="t" r="r" b="b"/>
            <a:pathLst>
              <a:path w="50800" h="78104">
                <a:moveTo>
                  <a:pt x="32638" y="0"/>
                </a:moveTo>
                <a:lnTo>
                  <a:pt x="17652" y="0"/>
                </a:lnTo>
                <a:lnTo>
                  <a:pt x="11810" y="2590"/>
                </a:lnTo>
                <a:lnTo>
                  <a:pt x="0" y="38735"/>
                </a:lnTo>
                <a:lnTo>
                  <a:pt x="440" y="48929"/>
                </a:lnTo>
                <a:lnTo>
                  <a:pt x="17652" y="77724"/>
                </a:lnTo>
                <a:lnTo>
                  <a:pt x="32638" y="77724"/>
                </a:lnTo>
                <a:lnTo>
                  <a:pt x="38480" y="75133"/>
                </a:lnTo>
                <a:lnTo>
                  <a:pt x="42672" y="69938"/>
                </a:lnTo>
                <a:lnTo>
                  <a:pt x="45296" y="65620"/>
                </a:lnTo>
                <a:lnTo>
                  <a:pt x="23367" y="65620"/>
                </a:lnTo>
                <a:lnTo>
                  <a:pt x="21701" y="65062"/>
                </a:lnTo>
                <a:lnTo>
                  <a:pt x="18923" y="62852"/>
                </a:lnTo>
                <a:lnTo>
                  <a:pt x="17779" y="60629"/>
                </a:lnTo>
                <a:lnTo>
                  <a:pt x="16001" y="53949"/>
                </a:lnTo>
                <a:lnTo>
                  <a:pt x="15586" y="48929"/>
                </a:lnTo>
                <a:lnTo>
                  <a:pt x="15591" y="28735"/>
                </a:lnTo>
                <a:lnTo>
                  <a:pt x="23367" y="12103"/>
                </a:lnTo>
                <a:lnTo>
                  <a:pt x="45324" y="12103"/>
                </a:lnTo>
                <a:lnTo>
                  <a:pt x="42799" y="7886"/>
                </a:lnTo>
                <a:lnTo>
                  <a:pt x="38480" y="2628"/>
                </a:lnTo>
                <a:lnTo>
                  <a:pt x="32638" y="0"/>
                </a:lnTo>
                <a:close/>
              </a:path>
              <a:path w="50800" h="78104">
                <a:moveTo>
                  <a:pt x="45324" y="12103"/>
                </a:moveTo>
                <a:lnTo>
                  <a:pt x="26924" y="12103"/>
                </a:lnTo>
                <a:lnTo>
                  <a:pt x="28575" y="12661"/>
                </a:lnTo>
                <a:lnTo>
                  <a:pt x="31368" y="14909"/>
                </a:lnTo>
                <a:lnTo>
                  <a:pt x="32511" y="17145"/>
                </a:lnTo>
                <a:lnTo>
                  <a:pt x="34289" y="23825"/>
                </a:lnTo>
                <a:lnTo>
                  <a:pt x="34696" y="28735"/>
                </a:lnTo>
                <a:lnTo>
                  <a:pt x="34708" y="48929"/>
                </a:lnTo>
                <a:lnTo>
                  <a:pt x="34289" y="54152"/>
                </a:lnTo>
                <a:lnTo>
                  <a:pt x="33274" y="57886"/>
                </a:lnTo>
                <a:lnTo>
                  <a:pt x="32511" y="60794"/>
                </a:lnTo>
                <a:lnTo>
                  <a:pt x="31368" y="62814"/>
                </a:lnTo>
                <a:lnTo>
                  <a:pt x="28575" y="65062"/>
                </a:lnTo>
                <a:lnTo>
                  <a:pt x="26924" y="65620"/>
                </a:lnTo>
                <a:lnTo>
                  <a:pt x="45296" y="65620"/>
                </a:lnTo>
                <a:lnTo>
                  <a:pt x="46005" y="64454"/>
                </a:lnTo>
                <a:lnTo>
                  <a:pt x="48386" y="57451"/>
                </a:lnTo>
                <a:lnTo>
                  <a:pt x="49815" y="48929"/>
                </a:lnTo>
                <a:lnTo>
                  <a:pt x="50291"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400" name="object 400"/>
          <p:cNvSpPr/>
          <p:nvPr/>
        </p:nvSpPr>
        <p:spPr>
          <a:xfrm>
            <a:off x="7926323" y="6576059"/>
            <a:ext cx="33655" cy="76200"/>
          </a:xfrm>
          <a:custGeom>
            <a:avLst/>
            <a:gdLst/>
            <a:ahLst/>
            <a:cxnLst/>
            <a:rect l="l" t="t" r="r" b="b"/>
            <a:pathLst>
              <a:path w="33654" h="76200">
                <a:moveTo>
                  <a:pt x="33527" y="0"/>
                </a:moveTo>
                <a:lnTo>
                  <a:pt x="21717" y="0"/>
                </a:lnTo>
                <a:lnTo>
                  <a:pt x="19939" y="4622"/>
                </a:lnTo>
                <a:lnTo>
                  <a:pt x="16891" y="8674"/>
                </a:lnTo>
                <a:lnTo>
                  <a:pt x="8000" y="15608"/>
                </a:lnTo>
                <a:lnTo>
                  <a:pt x="3809" y="17957"/>
                </a:lnTo>
                <a:lnTo>
                  <a:pt x="0" y="19202"/>
                </a:lnTo>
                <a:lnTo>
                  <a:pt x="0" y="32410"/>
                </a:lnTo>
                <a:lnTo>
                  <a:pt x="7239" y="30022"/>
                </a:lnTo>
                <a:lnTo>
                  <a:pt x="13589" y="26352"/>
                </a:lnTo>
                <a:lnTo>
                  <a:pt x="18923" y="21374"/>
                </a:lnTo>
                <a:lnTo>
                  <a:pt x="18923" y="76200"/>
                </a:lnTo>
                <a:lnTo>
                  <a:pt x="33527" y="76200"/>
                </a:lnTo>
                <a:lnTo>
                  <a:pt x="33527" y="0"/>
                </a:lnTo>
                <a:close/>
              </a:path>
            </a:pathLst>
          </a:custGeom>
          <a:solidFill>
            <a:srgbClr val="4264DE">
              <a:alpha val="10195"/>
            </a:srgbClr>
          </a:solidFill>
        </p:spPr>
        <p:txBody>
          <a:bodyPr wrap="square" lIns="0" tIns="0" rIns="0" bIns="0" rtlCol="0"/>
          <a:lstStyle/>
          <a:p>
            <a:endParaRPr/>
          </a:p>
        </p:txBody>
      </p:sp>
      <p:sp>
        <p:nvSpPr>
          <p:cNvPr id="401" name="object 401"/>
          <p:cNvSpPr/>
          <p:nvPr/>
        </p:nvSpPr>
        <p:spPr>
          <a:xfrm>
            <a:off x="8092440" y="6574535"/>
            <a:ext cx="48895" cy="78105"/>
          </a:xfrm>
          <a:custGeom>
            <a:avLst/>
            <a:gdLst/>
            <a:ahLst/>
            <a:cxnLst/>
            <a:rect l="l" t="t" r="r" b="b"/>
            <a:pathLst>
              <a:path w="48895" h="78104">
                <a:moveTo>
                  <a:pt x="31623" y="0"/>
                </a:moveTo>
                <a:lnTo>
                  <a:pt x="17144" y="0"/>
                </a:lnTo>
                <a:lnTo>
                  <a:pt x="11429" y="2590"/>
                </a:lnTo>
                <a:lnTo>
                  <a:pt x="0" y="38735"/>
                </a:lnTo>
                <a:lnTo>
                  <a:pt x="438" y="48929"/>
                </a:lnTo>
                <a:lnTo>
                  <a:pt x="17017" y="77724"/>
                </a:lnTo>
                <a:lnTo>
                  <a:pt x="31623" y="77724"/>
                </a:lnTo>
                <a:lnTo>
                  <a:pt x="37337" y="75133"/>
                </a:lnTo>
                <a:lnTo>
                  <a:pt x="41401" y="69938"/>
                </a:lnTo>
                <a:lnTo>
                  <a:pt x="43953" y="65620"/>
                </a:lnTo>
                <a:lnTo>
                  <a:pt x="22605" y="65620"/>
                </a:lnTo>
                <a:lnTo>
                  <a:pt x="21065" y="65062"/>
                </a:lnTo>
                <a:lnTo>
                  <a:pt x="15182" y="48929"/>
                </a:lnTo>
                <a:lnTo>
                  <a:pt x="15186" y="28735"/>
                </a:lnTo>
                <a:lnTo>
                  <a:pt x="22605" y="12103"/>
                </a:lnTo>
                <a:lnTo>
                  <a:pt x="43911" y="12103"/>
                </a:lnTo>
                <a:lnTo>
                  <a:pt x="41401" y="7886"/>
                </a:lnTo>
                <a:lnTo>
                  <a:pt x="37337" y="2628"/>
                </a:lnTo>
                <a:lnTo>
                  <a:pt x="31623" y="0"/>
                </a:lnTo>
                <a:close/>
              </a:path>
              <a:path w="48895" h="78104">
                <a:moveTo>
                  <a:pt x="43911" y="12103"/>
                </a:moveTo>
                <a:lnTo>
                  <a:pt x="26161" y="12103"/>
                </a:lnTo>
                <a:lnTo>
                  <a:pt x="27685" y="12661"/>
                </a:lnTo>
                <a:lnTo>
                  <a:pt x="28955" y="13779"/>
                </a:lnTo>
                <a:lnTo>
                  <a:pt x="33588" y="48929"/>
                </a:lnTo>
                <a:lnTo>
                  <a:pt x="33274" y="54152"/>
                </a:lnTo>
                <a:lnTo>
                  <a:pt x="32257" y="57886"/>
                </a:lnTo>
                <a:lnTo>
                  <a:pt x="31495" y="60794"/>
                </a:lnTo>
                <a:lnTo>
                  <a:pt x="30352" y="62814"/>
                </a:lnTo>
                <a:lnTo>
                  <a:pt x="29035" y="63969"/>
                </a:lnTo>
                <a:lnTo>
                  <a:pt x="27651" y="65074"/>
                </a:lnTo>
                <a:lnTo>
                  <a:pt x="26161" y="65620"/>
                </a:lnTo>
                <a:lnTo>
                  <a:pt x="43953" y="65620"/>
                </a:lnTo>
                <a:lnTo>
                  <a:pt x="44642" y="64454"/>
                </a:lnTo>
                <a:lnTo>
                  <a:pt x="46942" y="57451"/>
                </a:lnTo>
                <a:lnTo>
                  <a:pt x="48313" y="48929"/>
                </a:lnTo>
                <a:lnTo>
                  <a:pt x="48767"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402" name="object 402"/>
          <p:cNvSpPr/>
          <p:nvPr/>
        </p:nvSpPr>
        <p:spPr>
          <a:xfrm>
            <a:off x="8273795" y="6576059"/>
            <a:ext cx="33655" cy="76200"/>
          </a:xfrm>
          <a:custGeom>
            <a:avLst/>
            <a:gdLst/>
            <a:ahLst/>
            <a:cxnLst/>
            <a:rect l="l" t="t" r="r" b="b"/>
            <a:pathLst>
              <a:path w="33654" h="76200">
                <a:moveTo>
                  <a:pt x="33527" y="0"/>
                </a:moveTo>
                <a:lnTo>
                  <a:pt x="21717" y="0"/>
                </a:lnTo>
                <a:lnTo>
                  <a:pt x="19938" y="4622"/>
                </a:lnTo>
                <a:lnTo>
                  <a:pt x="16890" y="8674"/>
                </a:lnTo>
                <a:lnTo>
                  <a:pt x="8000" y="15608"/>
                </a:lnTo>
                <a:lnTo>
                  <a:pt x="3809" y="17957"/>
                </a:lnTo>
                <a:lnTo>
                  <a:pt x="0" y="19202"/>
                </a:lnTo>
                <a:lnTo>
                  <a:pt x="0" y="32410"/>
                </a:lnTo>
                <a:lnTo>
                  <a:pt x="7238" y="30022"/>
                </a:lnTo>
                <a:lnTo>
                  <a:pt x="13588" y="26352"/>
                </a:lnTo>
                <a:lnTo>
                  <a:pt x="18923" y="21374"/>
                </a:lnTo>
                <a:lnTo>
                  <a:pt x="18923" y="76200"/>
                </a:lnTo>
                <a:lnTo>
                  <a:pt x="33527" y="76200"/>
                </a:lnTo>
                <a:lnTo>
                  <a:pt x="33527" y="0"/>
                </a:lnTo>
                <a:close/>
              </a:path>
            </a:pathLst>
          </a:custGeom>
          <a:solidFill>
            <a:srgbClr val="4264DE">
              <a:alpha val="10195"/>
            </a:srgbClr>
          </a:solidFill>
        </p:spPr>
        <p:txBody>
          <a:bodyPr wrap="square" lIns="0" tIns="0" rIns="0" bIns="0" rtlCol="0"/>
          <a:lstStyle/>
          <a:p>
            <a:endParaRPr/>
          </a:p>
        </p:txBody>
      </p:sp>
      <p:sp>
        <p:nvSpPr>
          <p:cNvPr id="403" name="object 403"/>
          <p:cNvSpPr/>
          <p:nvPr/>
        </p:nvSpPr>
        <p:spPr>
          <a:xfrm>
            <a:off x="8438388" y="6574535"/>
            <a:ext cx="50800" cy="78105"/>
          </a:xfrm>
          <a:custGeom>
            <a:avLst/>
            <a:gdLst/>
            <a:ahLst/>
            <a:cxnLst/>
            <a:rect l="l" t="t" r="r" b="b"/>
            <a:pathLst>
              <a:path w="50800" h="78104">
                <a:moveTo>
                  <a:pt x="32638" y="0"/>
                </a:moveTo>
                <a:lnTo>
                  <a:pt x="17652" y="0"/>
                </a:lnTo>
                <a:lnTo>
                  <a:pt x="11810" y="2590"/>
                </a:lnTo>
                <a:lnTo>
                  <a:pt x="0" y="38735"/>
                </a:lnTo>
                <a:lnTo>
                  <a:pt x="440" y="48929"/>
                </a:lnTo>
                <a:lnTo>
                  <a:pt x="17652" y="77724"/>
                </a:lnTo>
                <a:lnTo>
                  <a:pt x="32638" y="77724"/>
                </a:lnTo>
                <a:lnTo>
                  <a:pt x="38480" y="75133"/>
                </a:lnTo>
                <a:lnTo>
                  <a:pt x="42671" y="69938"/>
                </a:lnTo>
                <a:lnTo>
                  <a:pt x="45296" y="65620"/>
                </a:lnTo>
                <a:lnTo>
                  <a:pt x="23367" y="65620"/>
                </a:lnTo>
                <a:lnTo>
                  <a:pt x="21701" y="65062"/>
                </a:lnTo>
                <a:lnTo>
                  <a:pt x="18922" y="62852"/>
                </a:lnTo>
                <a:lnTo>
                  <a:pt x="17779" y="60629"/>
                </a:lnTo>
                <a:lnTo>
                  <a:pt x="16001" y="53949"/>
                </a:lnTo>
                <a:lnTo>
                  <a:pt x="15586" y="48929"/>
                </a:lnTo>
                <a:lnTo>
                  <a:pt x="15591" y="28735"/>
                </a:lnTo>
                <a:lnTo>
                  <a:pt x="23367" y="12103"/>
                </a:lnTo>
                <a:lnTo>
                  <a:pt x="45324" y="12103"/>
                </a:lnTo>
                <a:lnTo>
                  <a:pt x="42798" y="7886"/>
                </a:lnTo>
                <a:lnTo>
                  <a:pt x="38480" y="2628"/>
                </a:lnTo>
                <a:lnTo>
                  <a:pt x="32638" y="0"/>
                </a:lnTo>
                <a:close/>
              </a:path>
              <a:path w="50800" h="78104">
                <a:moveTo>
                  <a:pt x="45324" y="12103"/>
                </a:moveTo>
                <a:lnTo>
                  <a:pt x="26923" y="12103"/>
                </a:lnTo>
                <a:lnTo>
                  <a:pt x="28575" y="12661"/>
                </a:lnTo>
                <a:lnTo>
                  <a:pt x="31368" y="14909"/>
                </a:lnTo>
                <a:lnTo>
                  <a:pt x="32511" y="17145"/>
                </a:lnTo>
                <a:lnTo>
                  <a:pt x="34289" y="23825"/>
                </a:lnTo>
                <a:lnTo>
                  <a:pt x="34696" y="28735"/>
                </a:lnTo>
                <a:lnTo>
                  <a:pt x="34708" y="48929"/>
                </a:lnTo>
                <a:lnTo>
                  <a:pt x="34289" y="54152"/>
                </a:lnTo>
                <a:lnTo>
                  <a:pt x="33273" y="57886"/>
                </a:lnTo>
                <a:lnTo>
                  <a:pt x="32511" y="60794"/>
                </a:lnTo>
                <a:lnTo>
                  <a:pt x="31368" y="62814"/>
                </a:lnTo>
                <a:lnTo>
                  <a:pt x="28575" y="65062"/>
                </a:lnTo>
                <a:lnTo>
                  <a:pt x="26923" y="65620"/>
                </a:lnTo>
                <a:lnTo>
                  <a:pt x="45296" y="65620"/>
                </a:lnTo>
                <a:lnTo>
                  <a:pt x="46005" y="64454"/>
                </a:lnTo>
                <a:lnTo>
                  <a:pt x="48386" y="57451"/>
                </a:lnTo>
                <a:lnTo>
                  <a:pt x="49815" y="48929"/>
                </a:lnTo>
                <a:lnTo>
                  <a:pt x="50291"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404" name="object 404"/>
          <p:cNvSpPr/>
          <p:nvPr/>
        </p:nvSpPr>
        <p:spPr>
          <a:xfrm>
            <a:off x="8619743" y="6576059"/>
            <a:ext cx="33655" cy="76200"/>
          </a:xfrm>
          <a:custGeom>
            <a:avLst/>
            <a:gdLst/>
            <a:ahLst/>
            <a:cxnLst/>
            <a:rect l="l" t="t" r="r" b="b"/>
            <a:pathLst>
              <a:path w="33654" h="76200">
                <a:moveTo>
                  <a:pt x="33527" y="0"/>
                </a:moveTo>
                <a:lnTo>
                  <a:pt x="21716" y="0"/>
                </a:lnTo>
                <a:lnTo>
                  <a:pt x="19938" y="4622"/>
                </a:lnTo>
                <a:lnTo>
                  <a:pt x="16890" y="8674"/>
                </a:lnTo>
                <a:lnTo>
                  <a:pt x="8000" y="15608"/>
                </a:lnTo>
                <a:lnTo>
                  <a:pt x="3809" y="17957"/>
                </a:lnTo>
                <a:lnTo>
                  <a:pt x="0" y="19202"/>
                </a:lnTo>
                <a:lnTo>
                  <a:pt x="0" y="32410"/>
                </a:lnTo>
                <a:lnTo>
                  <a:pt x="7238" y="30022"/>
                </a:lnTo>
                <a:lnTo>
                  <a:pt x="13588" y="26352"/>
                </a:lnTo>
                <a:lnTo>
                  <a:pt x="18923" y="21374"/>
                </a:lnTo>
                <a:lnTo>
                  <a:pt x="18923" y="76200"/>
                </a:lnTo>
                <a:lnTo>
                  <a:pt x="33527" y="76200"/>
                </a:lnTo>
                <a:lnTo>
                  <a:pt x="33527" y="0"/>
                </a:lnTo>
                <a:close/>
              </a:path>
            </a:pathLst>
          </a:custGeom>
          <a:solidFill>
            <a:srgbClr val="4264DE">
              <a:alpha val="10195"/>
            </a:srgbClr>
          </a:solidFill>
        </p:spPr>
        <p:txBody>
          <a:bodyPr wrap="square" lIns="0" tIns="0" rIns="0" bIns="0" rtlCol="0"/>
          <a:lstStyle/>
          <a:p>
            <a:endParaRPr/>
          </a:p>
        </p:txBody>
      </p:sp>
      <p:sp>
        <p:nvSpPr>
          <p:cNvPr id="405" name="object 405"/>
          <p:cNvSpPr/>
          <p:nvPr/>
        </p:nvSpPr>
        <p:spPr>
          <a:xfrm>
            <a:off x="8785859" y="6574535"/>
            <a:ext cx="48895" cy="78105"/>
          </a:xfrm>
          <a:custGeom>
            <a:avLst/>
            <a:gdLst/>
            <a:ahLst/>
            <a:cxnLst/>
            <a:rect l="l" t="t" r="r" b="b"/>
            <a:pathLst>
              <a:path w="48895" h="78104">
                <a:moveTo>
                  <a:pt x="31623" y="0"/>
                </a:moveTo>
                <a:lnTo>
                  <a:pt x="17145" y="0"/>
                </a:lnTo>
                <a:lnTo>
                  <a:pt x="11430" y="2590"/>
                </a:lnTo>
                <a:lnTo>
                  <a:pt x="0" y="38735"/>
                </a:lnTo>
                <a:lnTo>
                  <a:pt x="438" y="48929"/>
                </a:lnTo>
                <a:lnTo>
                  <a:pt x="17018" y="77724"/>
                </a:lnTo>
                <a:lnTo>
                  <a:pt x="31623" y="77724"/>
                </a:lnTo>
                <a:lnTo>
                  <a:pt x="37338" y="75133"/>
                </a:lnTo>
                <a:lnTo>
                  <a:pt x="41401" y="69938"/>
                </a:lnTo>
                <a:lnTo>
                  <a:pt x="43953" y="65620"/>
                </a:lnTo>
                <a:lnTo>
                  <a:pt x="22606" y="65620"/>
                </a:lnTo>
                <a:lnTo>
                  <a:pt x="21065" y="65062"/>
                </a:lnTo>
                <a:lnTo>
                  <a:pt x="15182" y="48929"/>
                </a:lnTo>
                <a:lnTo>
                  <a:pt x="15186" y="28735"/>
                </a:lnTo>
                <a:lnTo>
                  <a:pt x="22606" y="12103"/>
                </a:lnTo>
                <a:lnTo>
                  <a:pt x="43911" y="12103"/>
                </a:lnTo>
                <a:lnTo>
                  <a:pt x="41401" y="7886"/>
                </a:lnTo>
                <a:lnTo>
                  <a:pt x="37338" y="2628"/>
                </a:lnTo>
                <a:lnTo>
                  <a:pt x="31623" y="0"/>
                </a:lnTo>
                <a:close/>
              </a:path>
              <a:path w="48895" h="78104">
                <a:moveTo>
                  <a:pt x="43911" y="12103"/>
                </a:moveTo>
                <a:lnTo>
                  <a:pt x="26162" y="12103"/>
                </a:lnTo>
                <a:lnTo>
                  <a:pt x="27686" y="12661"/>
                </a:lnTo>
                <a:lnTo>
                  <a:pt x="28956" y="13779"/>
                </a:lnTo>
                <a:lnTo>
                  <a:pt x="33588" y="48929"/>
                </a:lnTo>
                <a:lnTo>
                  <a:pt x="33274" y="54152"/>
                </a:lnTo>
                <a:lnTo>
                  <a:pt x="32258" y="57886"/>
                </a:lnTo>
                <a:lnTo>
                  <a:pt x="31496" y="60794"/>
                </a:lnTo>
                <a:lnTo>
                  <a:pt x="30353" y="62814"/>
                </a:lnTo>
                <a:lnTo>
                  <a:pt x="29035" y="63969"/>
                </a:lnTo>
                <a:lnTo>
                  <a:pt x="27651" y="65074"/>
                </a:lnTo>
                <a:lnTo>
                  <a:pt x="26162" y="65620"/>
                </a:lnTo>
                <a:lnTo>
                  <a:pt x="43953" y="65620"/>
                </a:lnTo>
                <a:lnTo>
                  <a:pt x="44642" y="64454"/>
                </a:lnTo>
                <a:lnTo>
                  <a:pt x="46942" y="57451"/>
                </a:lnTo>
                <a:lnTo>
                  <a:pt x="48313" y="48929"/>
                </a:lnTo>
                <a:lnTo>
                  <a:pt x="48768"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406" name="object 406"/>
          <p:cNvSpPr/>
          <p:nvPr/>
        </p:nvSpPr>
        <p:spPr>
          <a:xfrm>
            <a:off x="8967216" y="6576059"/>
            <a:ext cx="33655" cy="76200"/>
          </a:xfrm>
          <a:custGeom>
            <a:avLst/>
            <a:gdLst/>
            <a:ahLst/>
            <a:cxnLst/>
            <a:rect l="l" t="t" r="r" b="b"/>
            <a:pathLst>
              <a:path w="33654" h="76200">
                <a:moveTo>
                  <a:pt x="33527" y="0"/>
                </a:moveTo>
                <a:lnTo>
                  <a:pt x="21716" y="0"/>
                </a:lnTo>
                <a:lnTo>
                  <a:pt x="19938" y="4622"/>
                </a:lnTo>
                <a:lnTo>
                  <a:pt x="16890" y="8674"/>
                </a:lnTo>
                <a:lnTo>
                  <a:pt x="8000" y="15608"/>
                </a:lnTo>
                <a:lnTo>
                  <a:pt x="3809" y="17957"/>
                </a:lnTo>
                <a:lnTo>
                  <a:pt x="0" y="19202"/>
                </a:lnTo>
                <a:lnTo>
                  <a:pt x="0" y="32410"/>
                </a:lnTo>
                <a:lnTo>
                  <a:pt x="7238" y="30022"/>
                </a:lnTo>
                <a:lnTo>
                  <a:pt x="13588" y="26352"/>
                </a:lnTo>
                <a:lnTo>
                  <a:pt x="18923" y="21374"/>
                </a:lnTo>
                <a:lnTo>
                  <a:pt x="18923" y="76200"/>
                </a:lnTo>
                <a:lnTo>
                  <a:pt x="33527" y="76200"/>
                </a:lnTo>
                <a:lnTo>
                  <a:pt x="33527" y="0"/>
                </a:lnTo>
                <a:close/>
              </a:path>
            </a:pathLst>
          </a:custGeom>
          <a:solidFill>
            <a:srgbClr val="4264DE">
              <a:alpha val="10195"/>
            </a:srgbClr>
          </a:solidFill>
        </p:spPr>
        <p:txBody>
          <a:bodyPr wrap="square" lIns="0" tIns="0" rIns="0" bIns="0" rtlCol="0"/>
          <a:lstStyle/>
          <a:p>
            <a:endParaRPr/>
          </a:p>
        </p:txBody>
      </p:sp>
      <p:sp>
        <p:nvSpPr>
          <p:cNvPr id="407" name="object 407"/>
          <p:cNvSpPr/>
          <p:nvPr/>
        </p:nvSpPr>
        <p:spPr>
          <a:xfrm>
            <a:off x="9131807" y="6574535"/>
            <a:ext cx="50800" cy="78105"/>
          </a:xfrm>
          <a:custGeom>
            <a:avLst/>
            <a:gdLst/>
            <a:ahLst/>
            <a:cxnLst/>
            <a:rect l="l" t="t" r="r" b="b"/>
            <a:pathLst>
              <a:path w="50800" h="78104">
                <a:moveTo>
                  <a:pt x="32639" y="0"/>
                </a:moveTo>
                <a:lnTo>
                  <a:pt x="17652" y="0"/>
                </a:lnTo>
                <a:lnTo>
                  <a:pt x="11811" y="2590"/>
                </a:lnTo>
                <a:lnTo>
                  <a:pt x="0" y="38735"/>
                </a:lnTo>
                <a:lnTo>
                  <a:pt x="440" y="48929"/>
                </a:lnTo>
                <a:lnTo>
                  <a:pt x="17652" y="77724"/>
                </a:lnTo>
                <a:lnTo>
                  <a:pt x="32639" y="77724"/>
                </a:lnTo>
                <a:lnTo>
                  <a:pt x="38481" y="75133"/>
                </a:lnTo>
                <a:lnTo>
                  <a:pt x="42672" y="69938"/>
                </a:lnTo>
                <a:lnTo>
                  <a:pt x="45296" y="65620"/>
                </a:lnTo>
                <a:lnTo>
                  <a:pt x="23368" y="65620"/>
                </a:lnTo>
                <a:lnTo>
                  <a:pt x="21701" y="65062"/>
                </a:lnTo>
                <a:lnTo>
                  <a:pt x="18923" y="62852"/>
                </a:lnTo>
                <a:lnTo>
                  <a:pt x="17780" y="60629"/>
                </a:lnTo>
                <a:lnTo>
                  <a:pt x="16001" y="53949"/>
                </a:lnTo>
                <a:lnTo>
                  <a:pt x="15586" y="48929"/>
                </a:lnTo>
                <a:lnTo>
                  <a:pt x="15591" y="28735"/>
                </a:lnTo>
                <a:lnTo>
                  <a:pt x="23368" y="12103"/>
                </a:lnTo>
                <a:lnTo>
                  <a:pt x="45324" y="12103"/>
                </a:lnTo>
                <a:lnTo>
                  <a:pt x="42799" y="7886"/>
                </a:lnTo>
                <a:lnTo>
                  <a:pt x="38481" y="2628"/>
                </a:lnTo>
                <a:lnTo>
                  <a:pt x="32639" y="0"/>
                </a:lnTo>
                <a:close/>
              </a:path>
              <a:path w="50800" h="78104">
                <a:moveTo>
                  <a:pt x="45324" y="12103"/>
                </a:moveTo>
                <a:lnTo>
                  <a:pt x="26924" y="12103"/>
                </a:lnTo>
                <a:lnTo>
                  <a:pt x="28575" y="12661"/>
                </a:lnTo>
                <a:lnTo>
                  <a:pt x="31369" y="14909"/>
                </a:lnTo>
                <a:lnTo>
                  <a:pt x="32512" y="17145"/>
                </a:lnTo>
                <a:lnTo>
                  <a:pt x="34290" y="23825"/>
                </a:lnTo>
                <a:lnTo>
                  <a:pt x="34696" y="28735"/>
                </a:lnTo>
                <a:lnTo>
                  <a:pt x="34708" y="48929"/>
                </a:lnTo>
                <a:lnTo>
                  <a:pt x="34290" y="54152"/>
                </a:lnTo>
                <a:lnTo>
                  <a:pt x="33274" y="57886"/>
                </a:lnTo>
                <a:lnTo>
                  <a:pt x="32512" y="60794"/>
                </a:lnTo>
                <a:lnTo>
                  <a:pt x="31369" y="62814"/>
                </a:lnTo>
                <a:lnTo>
                  <a:pt x="28575" y="65062"/>
                </a:lnTo>
                <a:lnTo>
                  <a:pt x="26924" y="65620"/>
                </a:lnTo>
                <a:lnTo>
                  <a:pt x="45296" y="65620"/>
                </a:lnTo>
                <a:lnTo>
                  <a:pt x="46005" y="64454"/>
                </a:lnTo>
                <a:lnTo>
                  <a:pt x="48386" y="57451"/>
                </a:lnTo>
                <a:lnTo>
                  <a:pt x="49815" y="48929"/>
                </a:lnTo>
                <a:lnTo>
                  <a:pt x="50292"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408" name="object 408"/>
          <p:cNvSpPr/>
          <p:nvPr/>
        </p:nvSpPr>
        <p:spPr>
          <a:xfrm>
            <a:off x="9313164" y="6576059"/>
            <a:ext cx="33655" cy="76200"/>
          </a:xfrm>
          <a:custGeom>
            <a:avLst/>
            <a:gdLst/>
            <a:ahLst/>
            <a:cxnLst/>
            <a:rect l="l" t="t" r="r" b="b"/>
            <a:pathLst>
              <a:path w="33654" h="76200">
                <a:moveTo>
                  <a:pt x="33527" y="0"/>
                </a:moveTo>
                <a:lnTo>
                  <a:pt x="21716" y="0"/>
                </a:lnTo>
                <a:lnTo>
                  <a:pt x="19938" y="4622"/>
                </a:lnTo>
                <a:lnTo>
                  <a:pt x="16890" y="8674"/>
                </a:lnTo>
                <a:lnTo>
                  <a:pt x="8000" y="15608"/>
                </a:lnTo>
                <a:lnTo>
                  <a:pt x="3809" y="17957"/>
                </a:lnTo>
                <a:lnTo>
                  <a:pt x="0" y="19202"/>
                </a:lnTo>
                <a:lnTo>
                  <a:pt x="0" y="32410"/>
                </a:lnTo>
                <a:lnTo>
                  <a:pt x="7238" y="30022"/>
                </a:lnTo>
                <a:lnTo>
                  <a:pt x="13588" y="26352"/>
                </a:lnTo>
                <a:lnTo>
                  <a:pt x="18922" y="21374"/>
                </a:lnTo>
                <a:lnTo>
                  <a:pt x="18922" y="76200"/>
                </a:lnTo>
                <a:lnTo>
                  <a:pt x="33527" y="76200"/>
                </a:lnTo>
                <a:lnTo>
                  <a:pt x="33527" y="0"/>
                </a:lnTo>
                <a:close/>
              </a:path>
            </a:pathLst>
          </a:custGeom>
          <a:solidFill>
            <a:srgbClr val="4264DE">
              <a:alpha val="10195"/>
            </a:srgbClr>
          </a:solidFill>
        </p:spPr>
        <p:txBody>
          <a:bodyPr wrap="square" lIns="0" tIns="0" rIns="0" bIns="0" rtlCol="0"/>
          <a:lstStyle/>
          <a:p>
            <a:endParaRPr/>
          </a:p>
        </p:txBody>
      </p:sp>
      <p:sp>
        <p:nvSpPr>
          <p:cNvPr id="409" name="object 409"/>
          <p:cNvSpPr/>
          <p:nvPr/>
        </p:nvSpPr>
        <p:spPr>
          <a:xfrm>
            <a:off x="9479280" y="6574535"/>
            <a:ext cx="48895" cy="78105"/>
          </a:xfrm>
          <a:custGeom>
            <a:avLst/>
            <a:gdLst/>
            <a:ahLst/>
            <a:cxnLst/>
            <a:rect l="l" t="t" r="r" b="b"/>
            <a:pathLst>
              <a:path w="48895" h="78104">
                <a:moveTo>
                  <a:pt x="31623" y="0"/>
                </a:moveTo>
                <a:lnTo>
                  <a:pt x="17145" y="0"/>
                </a:lnTo>
                <a:lnTo>
                  <a:pt x="11429" y="2590"/>
                </a:lnTo>
                <a:lnTo>
                  <a:pt x="0" y="38735"/>
                </a:lnTo>
                <a:lnTo>
                  <a:pt x="438" y="48929"/>
                </a:lnTo>
                <a:lnTo>
                  <a:pt x="17018" y="77724"/>
                </a:lnTo>
                <a:lnTo>
                  <a:pt x="31623" y="77724"/>
                </a:lnTo>
                <a:lnTo>
                  <a:pt x="37338" y="75133"/>
                </a:lnTo>
                <a:lnTo>
                  <a:pt x="41401" y="69938"/>
                </a:lnTo>
                <a:lnTo>
                  <a:pt x="43953" y="65620"/>
                </a:lnTo>
                <a:lnTo>
                  <a:pt x="22605" y="65620"/>
                </a:lnTo>
                <a:lnTo>
                  <a:pt x="21065" y="65062"/>
                </a:lnTo>
                <a:lnTo>
                  <a:pt x="15182" y="48929"/>
                </a:lnTo>
                <a:lnTo>
                  <a:pt x="15186" y="28735"/>
                </a:lnTo>
                <a:lnTo>
                  <a:pt x="22605" y="12103"/>
                </a:lnTo>
                <a:lnTo>
                  <a:pt x="43911" y="12103"/>
                </a:lnTo>
                <a:lnTo>
                  <a:pt x="41401" y="7886"/>
                </a:lnTo>
                <a:lnTo>
                  <a:pt x="37338" y="2628"/>
                </a:lnTo>
                <a:lnTo>
                  <a:pt x="31623" y="0"/>
                </a:lnTo>
                <a:close/>
              </a:path>
              <a:path w="48895" h="78104">
                <a:moveTo>
                  <a:pt x="43911" y="12103"/>
                </a:moveTo>
                <a:lnTo>
                  <a:pt x="26162" y="12103"/>
                </a:lnTo>
                <a:lnTo>
                  <a:pt x="27686" y="12661"/>
                </a:lnTo>
                <a:lnTo>
                  <a:pt x="29083" y="13779"/>
                </a:lnTo>
                <a:lnTo>
                  <a:pt x="33588" y="48929"/>
                </a:lnTo>
                <a:lnTo>
                  <a:pt x="33274" y="54152"/>
                </a:lnTo>
                <a:lnTo>
                  <a:pt x="32258" y="57886"/>
                </a:lnTo>
                <a:lnTo>
                  <a:pt x="31496" y="60794"/>
                </a:lnTo>
                <a:lnTo>
                  <a:pt x="30352" y="62814"/>
                </a:lnTo>
                <a:lnTo>
                  <a:pt x="29035" y="63969"/>
                </a:lnTo>
                <a:lnTo>
                  <a:pt x="27651" y="65074"/>
                </a:lnTo>
                <a:lnTo>
                  <a:pt x="26162" y="65620"/>
                </a:lnTo>
                <a:lnTo>
                  <a:pt x="43953" y="65620"/>
                </a:lnTo>
                <a:lnTo>
                  <a:pt x="44642" y="64454"/>
                </a:lnTo>
                <a:lnTo>
                  <a:pt x="46942" y="57451"/>
                </a:lnTo>
                <a:lnTo>
                  <a:pt x="48313" y="48929"/>
                </a:lnTo>
                <a:lnTo>
                  <a:pt x="48768"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410" name="object 410"/>
          <p:cNvSpPr/>
          <p:nvPr/>
        </p:nvSpPr>
        <p:spPr>
          <a:xfrm>
            <a:off x="9845040" y="6576059"/>
            <a:ext cx="33655" cy="76200"/>
          </a:xfrm>
          <a:custGeom>
            <a:avLst/>
            <a:gdLst/>
            <a:ahLst/>
            <a:cxnLst/>
            <a:rect l="l" t="t" r="r" b="b"/>
            <a:pathLst>
              <a:path w="33654" h="76200">
                <a:moveTo>
                  <a:pt x="33527" y="0"/>
                </a:moveTo>
                <a:lnTo>
                  <a:pt x="21716" y="0"/>
                </a:lnTo>
                <a:lnTo>
                  <a:pt x="19938" y="4622"/>
                </a:lnTo>
                <a:lnTo>
                  <a:pt x="16890" y="8674"/>
                </a:lnTo>
                <a:lnTo>
                  <a:pt x="8000" y="15608"/>
                </a:lnTo>
                <a:lnTo>
                  <a:pt x="3809" y="17957"/>
                </a:lnTo>
                <a:lnTo>
                  <a:pt x="0" y="19202"/>
                </a:lnTo>
                <a:lnTo>
                  <a:pt x="0" y="32410"/>
                </a:lnTo>
                <a:lnTo>
                  <a:pt x="7238" y="30022"/>
                </a:lnTo>
                <a:lnTo>
                  <a:pt x="13588" y="26352"/>
                </a:lnTo>
                <a:lnTo>
                  <a:pt x="18923" y="21374"/>
                </a:lnTo>
                <a:lnTo>
                  <a:pt x="18923" y="76200"/>
                </a:lnTo>
                <a:lnTo>
                  <a:pt x="33527" y="76200"/>
                </a:lnTo>
                <a:lnTo>
                  <a:pt x="33527" y="0"/>
                </a:lnTo>
                <a:close/>
              </a:path>
            </a:pathLst>
          </a:custGeom>
          <a:solidFill>
            <a:srgbClr val="4264DE">
              <a:alpha val="10195"/>
            </a:srgbClr>
          </a:solidFill>
        </p:spPr>
        <p:txBody>
          <a:bodyPr wrap="square" lIns="0" tIns="0" rIns="0" bIns="0" rtlCol="0"/>
          <a:lstStyle/>
          <a:p>
            <a:endParaRPr/>
          </a:p>
        </p:txBody>
      </p:sp>
      <p:sp>
        <p:nvSpPr>
          <p:cNvPr id="411" name="object 411"/>
          <p:cNvSpPr/>
          <p:nvPr/>
        </p:nvSpPr>
        <p:spPr>
          <a:xfrm>
            <a:off x="9663683" y="6574535"/>
            <a:ext cx="48895" cy="78105"/>
          </a:xfrm>
          <a:custGeom>
            <a:avLst/>
            <a:gdLst/>
            <a:ahLst/>
            <a:cxnLst/>
            <a:rect l="l" t="t" r="r" b="b"/>
            <a:pathLst>
              <a:path w="48895" h="78104">
                <a:moveTo>
                  <a:pt x="31623" y="0"/>
                </a:moveTo>
                <a:lnTo>
                  <a:pt x="17145" y="0"/>
                </a:lnTo>
                <a:lnTo>
                  <a:pt x="11430" y="2590"/>
                </a:lnTo>
                <a:lnTo>
                  <a:pt x="0" y="38735"/>
                </a:lnTo>
                <a:lnTo>
                  <a:pt x="438" y="48929"/>
                </a:lnTo>
                <a:lnTo>
                  <a:pt x="17018" y="77724"/>
                </a:lnTo>
                <a:lnTo>
                  <a:pt x="31623" y="77724"/>
                </a:lnTo>
                <a:lnTo>
                  <a:pt x="37338" y="75133"/>
                </a:lnTo>
                <a:lnTo>
                  <a:pt x="41401" y="69938"/>
                </a:lnTo>
                <a:lnTo>
                  <a:pt x="43953" y="65620"/>
                </a:lnTo>
                <a:lnTo>
                  <a:pt x="22606" y="65620"/>
                </a:lnTo>
                <a:lnTo>
                  <a:pt x="21065" y="65062"/>
                </a:lnTo>
                <a:lnTo>
                  <a:pt x="15182" y="48929"/>
                </a:lnTo>
                <a:lnTo>
                  <a:pt x="15186" y="28735"/>
                </a:lnTo>
                <a:lnTo>
                  <a:pt x="22606" y="12103"/>
                </a:lnTo>
                <a:lnTo>
                  <a:pt x="43911" y="12103"/>
                </a:lnTo>
                <a:lnTo>
                  <a:pt x="41401" y="7886"/>
                </a:lnTo>
                <a:lnTo>
                  <a:pt x="37338" y="2628"/>
                </a:lnTo>
                <a:lnTo>
                  <a:pt x="31623" y="0"/>
                </a:lnTo>
                <a:close/>
              </a:path>
              <a:path w="48895" h="78104">
                <a:moveTo>
                  <a:pt x="43911" y="12103"/>
                </a:moveTo>
                <a:lnTo>
                  <a:pt x="26162" y="12103"/>
                </a:lnTo>
                <a:lnTo>
                  <a:pt x="27686" y="12661"/>
                </a:lnTo>
                <a:lnTo>
                  <a:pt x="29083" y="13779"/>
                </a:lnTo>
                <a:lnTo>
                  <a:pt x="33588" y="48929"/>
                </a:lnTo>
                <a:lnTo>
                  <a:pt x="33274" y="54152"/>
                </a:lnTo>
                <a:lnTo>
                  <a:pt x="32258" y="57886"/>
                </a:lnTo>
                <a:lnTo>
                  <a:pt x="31496" y="60794"/>
                </a:lnTo>
                <a:lnTo>
                  <a:pt x="30352" y="62814"/>
                </a:lnTo>
                <a:lnTo>
                  <a:pt x="29035" y="63969"/>
                </a:lnTo>
                <a:lnTo>
                  <a:pt x="27651" y="65074"/>
                </a:lnTo>
                <a:lnTo>
                  <a:pt x="26162" y="65620"/>
                </a:lnTo>
                <a:lnTo>
                  <a:pt x="43953" y="65620"/>
                </a:lnTo>
                <a:lnTo>
                  <a:pt x="44642" y="64454"/>
                </a:lnTo>
                <a:lnTo>
                  <a:pt x="46942" y="57451"/>
                </a:lnTo>
                <a:lnTo>
                  <a:pt x="48313" y="48929"/>
                </a:lnTo>
                <a:lnTo>
                  <a:pt x="48768"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412" name="object 412"/>
          <p:cNvSpPr/>
          <p:nvPr/>
        </p:nvSpPr>
        <p:spPr>
          <a:xfrm>
            <a:off x="10006583" y="6576059"/>
            <a:ext cx="33655" cy="76200"/>
          </a:xfrm>
          <a:custGeom>
            <a:avLst/>
            <a:gdLst/>
            <a:ahLst/>
            <a:cxnLst/>
            <a:rect l="l" t="t" r="r" b="b"/>
            <a:pathLst>
              <a:path w="33654" h="76200">
                <a:moveTo>
                  <a:pt x="33527" y="0"/>
                </a:moveTo>
                <a:lnTo>
                  <a:pt x="21717" y="0"/>
                </a:lnTo>
                <a:lnTo>
                  <a:pt x="19939" y="4622"/>
                </a:lnTo>
                <a:lnTo>
                  <a:pt x="16891" y="8674"/>
                </a:lnTo>
                <a:lnTo>
                  <a:pt x="8000" y="15608"/>
                </a:lnTo>
                <a:lnTo>
                  <a:pt x="3810" y="17957"/>
                </a:lnTo>
                <a:lnTo>
                  <a:pt x="0" y="19202"/>
                </a:lnTo>
                <a:lnTo>
                  <a:pt x="0" y="32410"/>
                </a:lnTo>
                <a:lnTo>
                  <a:pt x="7239" y="30022"/>
                </a:lnTo>
                <a:lnTo>
                  <a:pt x="13589" y="26352"/>
                </a:lnTo>
                <a:lnTo>
                  <a:pt x="18923" y="21374"/>
                </a:lnTo>
                <a:lnTo>
                  <a:pt x="18923" y="76200"/>
                </a:lnTo>
                <a:lnTo>
                  <a:pt x="33527" y="76200"/>
                </a:lnTo>
                <a:lnTo>
                  <a:pt x="33527" y="0"/>
                </a:lnTo>
                <a:close/>
              </a:path>
            </a:pathLst>
          </a:custGeom>
          <a:solidFill>
            <a:srgbClr val="4264DE">
              <a:alpha val="10195"/>
            </a:srgbClr>
          </a:solidFill>
        </p:spPr>
        <p:txBody>
          <a:bodyPr wrap="square" lIns="0" tIns="0" rIns="0" bIns="0" rtlCol="0"/>
          <a:lstStyle/>
          <a:p>
            <a:endParaRPr/>
          </a:p>
        </p:txBody>
      </p:sp>
      <p:sp>
        <p:nvSpPr>
          <p:cNvPr id="413" name="object 413"/>
          <p:cNvSpPr/>
          <p:nvPr/>
        </p:nvSpPr>
        <p:spPr>
          <a:xfrm>
            <a:off x="10172700" y="6574535"/>
            <a:ext cx="48895" cy="78105"/>
          </a:xfrm>
          <a:custGeom>
            <a:avLst/>
            <a:gdLst/>
            <a:ahLst/>
            <a:cxnLst/>
            <a:rect l="l" t="t" r="r" b="b"/>
            <a:pathLst>
              <a:path w="48895" h="78104">
                <a:moveTo>
                  <a:pt x="31623" y="0"/>
                </a:moveTo>
                <a:lnTo>
                  <a:pt x="17145" y="0"/>
                </a:lnTo>
                <a:lnTo>
                  <a:pt x="11429" y="2590"/>
                </a:lnTo>
                <a:lnTo>
                  <a:pt x="0" y="38735"/>
                </a:lnTo>
                <a:lnTo>
                  <a:pt x="438" y="48929"/>
                </a:lnTo>
                <a:lnTo>
                  <a:pt x="17018" y="77724"/>
                </a:lnTo>
                <a:lnTo>
                  <a:pt x="31623" y="77724"/>
                </a:lnTo>
                <a:lnTo>
                  <a:pt x="37338" y="75133"/>
                </a:lnTo>
                <a:lnTo>
                  <a:pt x="41401" y="69938"/>
                </a:lnTo>
                <a:lnTo>
                  <a:pt x="43953" y="65620"/>
                </a:lnTo>
                <a:lnTo>
                  <a:pt x="22605" y="65620"/>
                </a:lnTo>
                <a:lnTo>
                  <a:pt x="21065" y="65062"/>
                </a:lnTo>
                <a:lnTo>
                  <a:pt x="15182" y="48929"/>
                </a:lnTo>
                <a:lnTo>
                  <a:pt x="15186" y="28735"/>
                </a:lnTo>
                <a:lnTo>
                  <a:pt x="22605" y="12103"/>
                </a:lnTo>
                <a:lnTo>
                  <a:pt x="43911" y="12103"/>
                </a:lnTo>
                <a:lnTo>
                  <a:pt x="41401" y="7886"/>
                </a:lnTo>
                <a:lnTo>
                  <a:pt x="37338" y="2628"/>
                </a:lnTo>
                <a:lnTo>
                  <a:pt x="31623" y="0"/>
                </a:lnTo>
                <a:close/>
              </a:path>
              <a:path w="48895" h="78104">
                <a:moveTo>
                  <a:pt x="43911" y="12103"/>
                </a:moveTo>
                <a:lnTo>
                  <a:pt x="26161" y="12103"/>
                </a:lnTo>
                <a:lnTo>
                  <a:pt x="27685" y="12661"/>
                </a:lnTo>
                <a:lnTo>
                  <a:pt x="28955" y="13779"/>
                </a:lnTo>
                <a:lnTo>
                  <a:pt x="33588" y="48929"/>
                </a:lnTo>
                <a:lnTo>
                  <a:pt x="33274" y="54152"/>
                </a:lnTo>
                <a:lnTo>
                  <a:pt x="32257" y="57886"/>
                </a:lnTo>
                <a:lnTo>
                  <a:pt x="31496" y="60794"/>
                </a:lnTo>
                <a:lnTo>
                  <a:pt x="30352" y="62814"/>
                </a:lnTo>
                <a:lnTo>
                  <a:pt x="29035" y="63969"/>
                </a:lnTo>
                <a:lnTo>
                  <a:pt x="27651" y="65074"/>
                </a:lnTo>
                <a:lnTo>
                  <a:pt x="26161" y="65620"/>
                </a:lnTo>
                <a:lnTo>
                  <a:pt x="43953" y="65620"/>
                </a:lnTo>
                <a:lnTo>
                  <a:pt x="44642" y="64454"/>
                </a:lnTo>
                <a:lnTo>
                  <a:pt x="46942" y="57451"/>
                </a:lnTo>
                <a:lnTo>
                  <a:pt x="48313" y="48929"/>
                </a:lnTo>
                <a:lnTo>
                  <a:pt x="48768"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414" name="object 414"/>
          <p:cNvSpPr/>
          <p:nvPr/>
        </p:nvSpPr>
        <p:spPr>
          <a:xfrm>
            <a:off x="10354056" y="6576059"/>
            <a:ext cx="33655" cy="76200"/>
          </a:xfrm>
          <a:custGeom>
            <a:avLst/>
            <a:gdLst/>
            <a:ahLst/>
            <a:cxnLst/>
            <a:rect l="l" t="t" r="r" b="b"/>
            <a:pathLst>
              <a:path w="33654" h="76200">
                <a:moveTo>
                  <a:pt x="33527" y="0"/>
                </a:moveTo>
                <a:lnTo>
                  <a:pt x="21717" y="0"/>
                </a:lnTo>
                <a:lnTo>
                  <a:pt x="19939" y="4622"/>
                </a:lnTo>
                <a:lnTo>
                  <a:pt x="16891" y="8674"/>
                </a:lnTo>
                <a:lnTo>
                  <a:pt x="8000" y="15608"/>
                </a:lnTo>
                <a:lnTo>
                  <a:pt x="3810" y="17957"/>
                </a:lnTo>
                <a:lnTo>
                  <a:pt x="0" y="19202"/>
                </a:lnTo>
                <a:lnTo>
                  <a:pt x="0" y="32410"/>
                </a:lnTo>
                <a:lnTo>
                  <a:pt x="7239" y="30022"/>
                </a:lnTo>
                <a:lnTo>
                  <a:pt x="13589" y="26352"/>
                </a:lnTo>
                <a:lnTo>
                  <a:pt x="18923" y="21374"/>
                </a:lnTo>
                <a:lnTo>
                  <a:pt x="18923" y="76200"/>
                </a:lnTo>
                <a:lnTo>
                  <a:pt x="33527" y="76200"/>
                </a:lnTo>
                <a:lnTo>
                  <a:pt x="33527" y="0"/>
                </a:lnTo>
                <a:close/>
              </a:path>
            </a:pathLst>
          </a:custGeom>
          <a:solidFill>
            <a:srgbClr val="4264DE">
              <a:alpha val="10195"/>
            </a:srgbClr>
          </a:solidFill>
        </p:spPr>
        <p:txBody>
          <a:bodyPr wrap="square" lIns="0" tIns="0" rIns="0" bIns="0" rtlCol="0"/>
          <a:lstStyle/>
          <a:p>
            <a:endParaRPr/>
          </a:p>
        </p:txBody>
      </p:sp>
      <p:sp>
        <p:nvSpPr>
          <p:cNvPr id="415" name="object 415"/>
          <p:cNvSpPr/>
          <p:nvPr/>
        </p:nvSpPr>
        <p:spPr>
          <a:xfrm>
            <a:off x="10518647" y="6574535"/>
            <a:ext cx="50800" cy="78105"/>
          </a:xfrm>
          <a:custGeom>
            <a:avLst/>
            <a:gdLst/>
            <a:ahLst/>
            <a:cxnLst/>
            <a:rect l="l" t="t" r="r" b="b"/>
            <a:pathLst>
              <a:path w="50800" h="78104">
                <a:moveTo>
                  <a:pt x="32638" y="0"/>
                </a:moveTo>
                <a:lnTo>
                  <a:pt x="17652" y="0"/>
                </a:lnTo>
                <a:lnTo>
                  <a:pt x="11810" y="2590"/>
                </a:lnTo>
                <a:lnTo>
                  <a:pt x="0" y="38735"/>
                </a:lnTo>
                <a:lnTo>
                  <a:pt x="440" y="48929"/>
                </a:lnTo>
                <a:lnTo>
                  <a:pt x="17652" y="77724"/>
                </a:lnTo>
                <a:lnTo>
                  <a:pt x="32638" y="77724"/>
                </a:lnTo>
                <a:lnTo>
                  <a:pt x="38480" y="75133"/>
                </a:lnTo>
                <a:lnTo>
                  <a:pt x="42672" y="69938"/>
                </a:lnTo>
                <a:lnTo>
                  <a:pt x="45296" y="65620"/>
                </a:lnTo>
                <a:lnTo>
                  <a:pt x="23368" y="65620"/>
                </a:lnTo>
                <a:lnTo>
                  <a:pt x="21701" y="65062"/>
                </a:lnTo>
                <a:lnTo>
                  <a:pt x="18923" y="62852"/>
                </a:lnTo>
                <a:lnTo>
                  <a:pt x="17779" y="60629"/>
                </a:lnTo>
                <a:lnTo>
                  <a:pt x="16001" y="53949"/>
                </a:lnTo>
                <a:lnTo>
                  <a:pt x="15586" y="48929"/>
                </a:lnTo>
                <a:lnTo>
                  <a:pt x="15591" y="28735"/>
                </a:lnTo>
                <a:lnTo>
                  <a:pt x="23368" y="12103"/>
                </a:lnTo>
                <a:lnTo>
                  <a:pt x="45324" y="12103"/>
                </a:lnTo>
                <a:lnTo>
                  <a:pt x="42799" y="7886"/>
                </a:lnTo>
                <a:lnTo>
                  <a:pt x="38480" y="2628"/>
                </a:lnTo>
                <a:lnTo>
                  <a:pt x="32638" y="0"/>
                </a:lnTo>
                <a:close/>
              </a:path>
              <a:path w="50800" h="78104">
                <a:moveTo>
                  <a:pt x="45324" y="12103"/>
                </a:moveTo>
                <a:lnTo>
                  <a:pt x="26924" y="12103"/>
                </a:lnTo>
                <a:lnTo>
                  <a:pt x="28575" y="12661"/>
                </a:lnTo>
                <a:lnTo>
                  <a:pt x="31369" y="14909"/>
                </a:lnTo>
                <a:lnTo>
                  <a:pt x="32511" y="17145"/>
                </a:lnTo>
                <a:lnTo>
                  <a:pt x="34290" y="23825"/>
                </a:lnTo>
                <a:lnTo>
                  <a:pt x="34696" y="28735"/>
                </a:lnTo>
                <a:lnTo>
                  <a:pt x="34708" y="48929"/>
                </a:lnTo>
                <a:lnTo>
                  <a:pt x="34290" y="54152"/>
                </a:lnTo>
                <a:lnTo>
                  <a:pt x="33274" y="57886"/>
                </a:lnTo>
                <a:lnTo>
                  <a:pt x="32511" y="60794"/>
                </a:lnTo>
                <a:lnTo>
                  <a:pt x="31369" y="62814"/>
                </a:lnTo>
                <a:lnTo>
                  <a:pt x="28575" y="65062"/>
                </a:lnTo>
                <a:lnTo>
                  <a:pt x="26924" y="65620"/>
                </a:lnTo>
                <a:lnTo>
                  <a:pt x="45296" y="65620"/>
                </a:lnTo>
                <a:lnTo>
                  <a:pt x="46005" y="64454"/>
                </a:lnTo>
                <a:lnTo>
                  <a:pt x="48386" y="57451"/>
                </a:lnTo>
                <a:lnTo>
                  <a:pt x="49815" y="48929"/>
                </a:lnTo>
                <a:lnTo>
                  <a:pt x="50292"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416" name="object 416"/>
          <p:cNvSpPr/>
          <p:nvPr/>
        </p:nvSpPr>
        <p:spPr>
          <a:xfrm>
            <a:off x="10700004" y="6576059"/>
            <a:ext cx="33655" cy="76200"/>
          </a:xfrm>
          <a:custGeom>
            <a:avLst/>
            <a:gdLst/>
            <a:ahLst/>
            <a:cxnLst/>
            <a:rect l="l" t="t" r="r" b="b"/>
            <a:pathLst>
              <a:path w="33654" h="76200">
                <a:moveTo>
                  <a:pt x="33527" y="0"/>
                </a:moveTo>
                <a:lnTo>
                  <a:pt x="21717" y="0"/>
                </a:lnTo>
                <a:lnTo>
                  <a:pt x="19939" y="4622"/>
                </a:lnTo>
                <a:lnTo>
                  <a:pt x="16891" y="8674"/>
                </a:lnTo>
                <a:lnTo>
                  <a:pt x="8000" y="15608"/>
                </a:lnTo>
                <a:lnTo>
                  <a:pt x="3810" y="17957"/>
                </a:lnTo>
                <a:lnTo>
                  <a:pt x="0" y="19202"/>
                </a:lnTo>
                <a:lnTo>
                  <a:pt x="0" y="32410"/>
                </a:lnTo>
                <a:lnTo>
                  <a:pt x="7239" y="30022"/>
                </a:lnTo>
                <a:lnTo>
                  <a:pt x="13589" y="26352"/>
                </a:lnTo>
                <a:lnTo>
                  <a:pt x="18923" y="21374"/>
                </a:lnTo>
                <a:lnTo>
                  <a:pt x="18923" y="76200"/>
                </a:lnTo>
                <a:lnTo>
                  <a:pt x="33527" y="76200"/>
                </a:lnTo>
                <a:lnTo>
                  <a:pt x="33527" y="0"/>
                </a:lnTo>
                <a:close/>
              </a:path>
            </a:pathLst>
          </a:custGeom>
          <a:solidFill>
            <a:srgbClr val="4264DE">
              <a:alpha val="10195"/>
            </a:srgbClr>
          </a:solidFill>
        </p:spPr>
        <p:txBody>
          <a:bodyPr wrap="square" lIns="0" tIns="0" rIns="0" bIns="0" rtlCol="0"/>
          <a:lstStyle/>
          <a:p>
            <a:endParaRPr/>
          </a:p>
        </p:txBody>
      </p:sp>
      <p:sp>
        <p:nvSpPr>
          <p:cNvPr id="417" name="object 417"/>
          <p:cNvSpPr/>
          <p:nvPr/>
        </p:nvSpPr>
        <p:spPr>
          <a:xfrm>
            <a:off x="10866119" y="6574535"/>
            <a:ext cx="48895" cy="78105"/>
          </a:xfrm>
          <a:custGeom>
            <a:avLst/>
            <a:gdLst/>
            <a:ahLst/>
            <a:cxnLst/>
            <a:rect l="l" t="t" r="r" b="b"/>
            <a:pathLst>
              <a:path w="48895" h="78104">
                <a:moveTo>
                  <a:pt x="31623" y="0"/>
                </a:moveTo>
                <a:lnTo>
                  <a:pt x="17145" y="0"/>
                </a:lnTo>
                <a:lnTo>
                  <a:pt x="11429" y="2590"/>
                </a:lnTo>
                <a:lnTo>
                  <a:pt x="0" y="38735"/>
                </a:lnTo>
                <a:lnTo>
                  <a:pt x="438" y="48929"/>
                </a:lnTo>
                <a:lnTo>
                  <a:pt x="17018" y="77724"/>
                </a:lnTo>
                <a:lnTo>
                  <a:pt x="31623" y="77724"/>
                </a:lnTo>
                <a:lnTo>
                  <a:pt x="37337" y="75133"/>
                </a:lnTo>
                <a:lnTo>
                  <a:pt x="41401" y="69938"/>
                </a:lnTo>
                <a:lnTo>
                  <a:pt x="43953" y="65620"/>
                </a:lnTo>
                <a:lnTo>
                  <a:pt x="22605" y="65620"/>
                </a:lnTo>
                <a:lnTo>
                  <a:pt x="21065" y="65062"/>
                </a:lnTo>
                <a:lnTo>
                  <a:pt x="15182" y="48929"/>
                </a:lnTo>
                <a:lnTo>
                  <a:pt x="15186" y="28735"/>
                </a:lnTo>
                <a:lnTo>
                  <a:pt x="22605" y="12103"/>
                </a:lnTo>
                <a:lnTo>
                  <a:pt x="43911" y="12103"/>
                </a:lnTo>
                <a:lnTo>
                  <a:pt x="41401" y="7886"/>
                </a:lnTo>
                <a:lnTo>
                  <a:pt x="37337" y="2628"/>
                </a:lnTo>
                <a:lnTo>
                  <a:pt x="31623" y="0"/>
                </a:lnTo>
                <a:close/>
              </a:path>
              <a:path w="48895" h="78104">
                <a:moveTo>
                  <a:pt x="43911" y="12103"/>
                </a:moveTo>
                <a:lnTo>
                  <a:pt x="26161" y="12103"/>
                </a:lnTo>
                <a:lnTo>
                  <a:pt x="27685" y="12661"/>
                </a:lnTo>
                <a:lnTo>
                  <a:pt x="29082" y="13779"/>
                </a:lnTo>
                <a:lnTo>
                  <a:pt x="33588" y="48929"/>
                </a:lnTo>
                <a:lnTo>
                  <a:pt x="33274" y="54152"/>
                </a:lnTo>
                <a:lnTo>
                  <a:pt x="32257" y="57886"/>
                </a:lnTo>
                <a:lnTo>
                  <a:pt x="31496" y="60794"/>
                </a:lnTo>
                <a:lnTo>
                  <a:pt x="30352" y="62814"/>
                </a:lnTo>
                <a:lnTo>
                  <a:pt x="29035" y="63969"/>
                </a:lnTo>
                <a:lnTo>
                  <a:pt x="27651" y="65074"/>
                </a:lnTo>
                <a:lnTo>
                  <a:pt x="26161" y="65620"/>
                </a:lnTo>
                <a:lnTo>
                  <a:pt x="43953" y="65620"/>
                </a:lnTo>
                <a:lnTo>
                  <a:pt x="44642" y="64454"/>
                </a:lnTo>
                <a:lnTo>
                  <a:pt x="46942" y="57451"/>
                </a:lnTo>
                <a:lnTo>
                  <a:pt x="48313" y="48929"/>
                </a:lnTo>
                <a:lnTo>
                  <a:pt x="48768"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418" name="object 418"/>
          <p:cNvSpPr/>
          <p:nvPr/>
        </p:nvSpPr>
        <p:spPr>
          <a:xfrm>
            <a:off x="11047476" y="6576059"/>
            <a:ext cx="33655" cy="76200"/>
          </a:xfrm>
          <a:custGeom>
            <a:avLst/>
            <a:gdLst/>
            <a:ahLst/>
            <a:cxnLst/>
            <a:rect l="l" t="t" r="r" b="b"/>
            <a:pathLst>
              <a:path w="33654" h="76200">
                <a:moveTo>
                  <a:pt x="33527" y="0"/>
                </a:moveTo>
                <a:lnTo>
                  <a:pt x="21717" y="0"/>
                </a:lnTo>
                <a:lnTo>
                  <a:pt x="19939" y="4622"/>
                </a:lnTo>
                <a:lnTo>
                  <a:pt x="16891" y="8674"/>
                </a:lnTo>
                <a:lnTo>
                  <a:pt x="8000" y="15608"/>
                </a:lnTo>
                <a:lnTo>
                  <a:pt x="3809" y="17957"/>
                </a:lnTo>
                <a:lnTo>
                  <a:pt x="0" y="19202"/>
                </a:lnTo>
                <a:lnTo>
                  <a:pt x="0" y="32410"/>
                </a:lnTo>
                <a:lnTo>
                  <a:pt x="7239" y="30022"/>
                </a:lnTo>
                <a:lnTo>
                  <a:pt x="13589" y="26352"/>
                </a:lnTo>
                <a:lnTo>
                  <a:pt x="18923" y="21374"/>
                </a:lnTo>
                <a:lnTo>
                  <a:pt x="18923" y="76200"/>
                </a:lnTo>
                <a:lnTo>
                  <a:pt x="33527" y="76200"/>
                </a:lnTo>
                <a:lnTo>
                  <a:pt x="33527" y="0"/>
                </a:lnTo>
                <a:close/>
              </a:path>
            </a:pathLst>
          </a:custGeom>
          <a:solidFill>
            <a:srgbClr val="4264DE">
              <a:alpha val="10195"/>
            </a:srgbClr>
          </a:solidFill>
        </p:spPr>
        <p:txBody>
          <a:bodyPr wrap="square" lIns="0" tIns="0" rIns="0" bIns="0" rtlCol="0"/>
          <a:lstStyle/>
          <a:p>
            <a:endParaRPr/>
          </a:p>
        </p:txBody>
      </p:sp>
      <p:sp>
        <p:nvSpPr>
          <p:cNvPr id="419" name="object 419"/>
          <p:cNvSpPr/>
          <p:nvPr/>
        </p:nvSpPr>
        <p:spPr>
          <a:xfrm>
            <a:off x="11212068" y="6574535"/>
            <a:ext cx="50800" cy="78105"/>
          </a:xfrm>
          <a:custGeom>
            <a:avLst/>
            <a:gdLst/>
            <a:ahLst/>
            <a:cxnLst/>
            <a:rect l="l" t="t" r="r" b="b"/>
            <a:pathLst>
              <a:path w="50800" h="78104">
                <a:moveTo>
                  <a:pt x="32638" y="0"/>
                </a:moveTo>
                <a:lnTo>
                  <a:pt x="17652" y="0"/>
                </a:lnTo>
                <a:lnTo>
                  <a:pt x="11810" y="2590"/>
                </a:lnTo>
                <a:lnTo>
                  <a:pt x="0" y="38735"/>
                </a:lnTo>
                <a:lnTo>
                  <a:pt x="440" y="48929"/>
                </a:lnTo>
                <a:lnTo>
                  <a:pt x="17652" y="77724"/>
                </a:lnTo>
                <a:lnTo>
                  <a:pt x="32638" y="77724"/>
                </a:lnTo>
                <a:lnTo>
                  <a:pt x="38480" y="75133"/>
                </a:lnTo>
                <a:lnTo>
                  <a:pt x="42672" y="69938"/>
                </a:lnTo>
                <a:lnTo>
                  <a:pt x="45296" y="65620"/>
                </a:lnTo>
                <a:lnTo>
                  <a:pt x="23367" y="65620"/>
                </a:lnTo>
                <a:lnTo>
                  <a:pt x="21701" y="65062"/>
                </a:lnTo>
                <a:lnTo>
                  <a:pt x="18923" y="62852"/>
                </a:lnTo>
                <a:lnTo>
                  <a:pt x="17779" y="60629"/>
                </a:lnTo>
                <a:lnTo>
                  <a:pt x="16001" y="53949"/>
                </a:lnTo>
                <a:lnTo>
                  <a:pt x="15586" y="48929"/>
                </a:lnTo>
                <a:lnTo>
                  <a:pt x="15591" y="28735"/>
                </a:lnTo>
                <a:lnTo>
                  <a:pt x="23367" y="12103"/>
                </a:lnTo>
                <a:lnTo>
                  <a:pt x="45324" y="12103"/>
                </a:lnTo>
                <a:lnTo>
                  <a:pt x="42799" y="7886"/>
                </a:lnTo>
                <a:lnTo>
                  <a:pt x="38480" y="2628"/>
                </a:lnTo>
                <a:lnTo>
                  <a:pt x="32638" y="0"/>
                </a:lnTo>
                <a:close/>
              </a:path>
              <a:path w="50800" h="78104">
                <a:moveTo>
                  <a:pt x="45324" y="12103"/>
                </a:moveTo>
                <a:lnTo>
                  <a:pt x="26924" y="12103"/>
                </a:lnTo>
                <a:lnTo>
                  <a:pt x="28575" y="12661"/>
                </a:lnTo>
                <a:lnTo>
                  <a:pt x="31368" y="14909"/>
                </a:lnTo>
                <a:lnTo>
                  <a:pt x="32511" y="17145"/>
                </a:lnTo>
                <a:lnTo>
                  <a:pt x="34289" y="23825"/>
                </a:lnTo>
                <a:lnTo>
                  <a:pt x="34696" y="28735"/>
                </a:lnTo>
                <a:lnTo>
                  <a:pt x="34708" y="48929"/>
                </a:lnTo>
                <a:lnTo>
                  <a:pt x="34289" y="54152"/>
                </a:lnTo>
                <a:lnTo>
                  <a:pt x="33274" y="57886"/>
                </a:lnTo>
                <a:lnTo>
                  <a:pt x="32511" y="60794"/>
                </a:lnTo>
                <a:lnTo>
                  <a:pt x="31368" y="62814"/>
                </a:lnTo>
                <a:lnTo>
                  <a:pt x="28575" y="65062"/>
                </a:lnTo>
                <a:lnTo>
                  <a:pt x="26924" y="65620"/>
                </a:lnTo>
                <a:lnTo>
                  <a:pt x="45296" y="65620"/>
                </a:lnTo>
                <a:lnTo>
                  <a:pt x="46005" y="64454"/>
                </a:lnTo>
                <a:lnTo>
                  <a:pt x="48386" y="57451"/>
                </a:lnTo>
                <a:lnTo>
                  <a:pt x="49815" y="48929"/>
                </a:lnTo>
                <a:lnTo>
                  <a:pt x="50291"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420" name="object 420"/>
          <p:cNvSpPr/>
          <p:nvPr/>
        </p:nvSpPr>
        <p:spPr>
          <a:xfrm>
            <a:off x="11393423" y="6576059"/>
            <a:ext cx="33655" cy="76200"/>
          </a:xfrm>
          <a:custGeom>
            <a:avLst/>
            <a:gdLst/>
            <a:ahLst/>
            <a:cxnLst/>
            <a:rect l="l" t="t" r="r" b="b"/>
            <a:pathLst>
              <a:path w="33654" h="76200">
                <a:moveTo>
                  <a:pt x="33527" y="0"/>
                </a:moveTo>
                <a:lnTo>
                  <a:pt x="21717" y="0"/>
                </a:lnTo>
                <a:lnTo>
                  <a:pt x="19939" y="4622"/>
                </a:lnTo>
                <a:lnTo>
                  <a:pt x="16891" y="8674"/>
                </a:lnTo>
                <a:lnTo>
                  <a:pt x="8000" y="15608"/>
                </a:lnTo>
                <a:lnTo>
                  <a:pt x="3809" y="17957"/>
                </a:lnTo>
                <a:lnTo>
                  <a:pt x="0" y="19202"/>
                </a:lnTo>
                <a:lnTo>
                  <a:pt x="0" y="32410"/>
                </a:lnTo>
                <a:lnTo>
                  <a:pt x="7239" y="30022"/>
                </a:lnTo>
                <a:lnTo>
                  <a:pt x="13589" y="26352"/>
                </a:lnTo>
                <a:lnTo>
                  <a:pt x="18923" y="21374"/>
                </a:lnTo>
                <a:lnTo>
                  <a:pt x="18923" y="76200"/>
                </a:lnTo>
                <a:lnTo>
                  <a:pt x="33527" y="76200"/>
                </a:lnTo>
                <a:lnTo>
                  <a:pt x="33527" y="0"/>
                </a:lnTo>
                <a:close/>
              </a:path>
            </a:pathLst>
          </a:custGeom>
          <a:solidFill>
            <a:srgbClr val="4264DE">
              <a:alpha val="10195"/>
            </a:srgbClr>
          </a:solidFill>
        </p:spPr>
        <p:txBody>
          <a:bodyPr wrap="square" lIns="0" tIns="0" rIns="0" bIns="0" rtlCol="0"/>
          <a:lstStyle/>
          <a:p>
            <a:endParaRPr/>
          </a:p>
        </p:txBody>
      </p:sp>
      <p:sp>
        <p:nvSpPr>
          <p:cNvPr id="421" name="object 421"/>
          <p:cNvSpPr/>
          <p:nvPr/>
        </p:nvSpPr>
        <p:spPr>
          <a:xfrm>
            <a:off x="11559540" y="6574535"/>
            <a:ext cx="48895" cy="78105"/>
          </a:xfrm>
          <a:custGeom>
            <a:avLst/>
            <a:gdLst/>
            <a:ahLst/>
            <a:cxnLst/>
            <a:rect l="l" t="t" r="r" b="b"/>
            <a:pathLst>
              <a:path w="48895" h="78104">
                <a:moveTo>
                  <a:pt x="31623" y="0"/>
                </a:moveTo>
                <a:lnTo>
                  <a:pt x="17144" y="0"/>
                </a:lnTo>
                <a:lnTo>
                  <a:pt x="11429" y="2590"/>
                </a:lnTo>
                <a:lnTo>
                  <a:pt x="0" y="38735"/>
                </a:lnTo>
                <a:lnTo>
                  <a:pt x="438" y="48929"/>
                </a:lnTo>
                <a:lnTo>
                  <a:pt x="17017" y="77724"/>
                </a:lnTo>
                <a:lnTo>
                  <a:pt x="31623" y="77724"/>
                </a:lnTo>
                <a:lnTo>
                  <a:pt x="37337" y="75133"/>
                </a:lnTo>
                <a:lnTo>
                  <a:pt x="41401" y="69938"/>
                </a:lnTo>
                <a:lnTo>
                  <a:pt x="43953" y="65620"/>
                </a:lnTo>
                <a:lnTo>
                  <a:pt x="22605" y="65620"/>
                </a:lnTo>
                <a:lnTo>
                  <a:pt x="21065" y="65062"/>
                </a:lnTo>
                <a:lnTo>
                  <a:pt x="15182" y="48929"/>
                </a:lnTo>
                <a:lnTo>
                  <a:pt x="15186" y="28735"/>
                </a:lnTo>
                <a:lnTo>
                  <a:pt x="22605" y="12103"/>
                </a:lnTo>
                <a:lnTo>
                  <a:pt x="43911" y="12103"/>
                </a:lnTo>
                <a:lnTo>
                  <a:pt x="41401" y="7886"/>
                </a:lnTo>
                <a:lnTo>
                  <a:pt x="37337" y="2628"/>
                </a:lnTo>
                <a:lnTo>
                  <a:pt x="31623" y="0"/>
                </a:lnTo>
                <a:close/>
              </a:path>
              <a:path w="48895" h="78104">
                <a:moveTo>
                  <a:pt x="43911" y="12103"/>
                </a:moveTo>
                <a:lnTo>
                  <a:pt x="26161" y="12103"/>
                </a:lnTo>
                <a:lnTo>
                  <a:pt x="27685" y="12661"/>
                </a:lnTo>
                <a:lnTo>
                  <a:pt x="28955" y="13779"/>
                </a:lnTo>
                <a:lnTo>
                  <a:pt x="33588" y="48929"/>
                </a:lnTo>
                <a:lnTo>
                  <a:pt x="33274" y="54152"/>
                </a:lnTo>
                <a:lnTo>
                  <a:pt x="32257" y="57886"/>
                </a:lnTo>
                <a:lnTo>
                  <a:pt x="31495" y="60794"/>
                </a:lnTo>
                <a:lnTo>
                  <a:pt x="30352" y="62814"/>
                </a:lnTo>
                <a:lnTo>
                  <a:pt x="29035" y="63969"/>
                </a:lnTo>
                <a:lnTo>
                  <a:pt x="27651" y="65074"/>
                </a:lnTo>
                <a:lnTo>
                  <a:pt x="26161" y="65620"/>
                </a:lnTo>
                <a:lnTo>
                  <a:pt x="43953" y="65620"/>
                </a:lnTo>
                <a:lnTo>
                  <a:pt x="44642" y="64454"/>
                </a:lnTo>
                <a:lnTo>
                  <a:pt x="46942" y="57451"/>
                </a:lnTo>
                <a:lnTo>
                  <a:pt x="48313" y="48929"/>
                </a:lnTo>
                <a:lnTo>
                  <a:pt x="48767"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422" name="object 422"/>
          <p:cNvSpPr/>
          <p:nvPr/>
        </p:nvSpPr>
        <p:spPr>
          <a:xfrm>
            <a:off x="11740895" y="6576059"/>
            <a:ext cx="33655" cy="76200"/>
          </a:xfrm>
          <a:custGeom>
            <a:avLst/>
            <a:gdLst/>
            <a:ahLst/>
            <a:cxnLst/>
            <a:rect l="l" t="t" r="r" b="b"/>
            <a:pathLst>
              <a:path w="33654" h="76200">
                <a:moveTo>
                  <a:pt x="33527" y="0"/>
                </a:moveTo>
                <a:lnTo>
                  <a:pt x="21717" y="0"/>
                </a:lnTo>
                <a:lnTo>
                  <a:pt x="19938" y="4622"/>
                </a:lnTo>
                <a:lnTo>
                  <a:pt x="16890" y="8674"/>
                </a:lnTo>
                <a:lnTo>
                  <a:pt x="8000" y="15608"/>
                </a:lnTo>
                <a:lnTo>
                  <a:pt x="3809" y="17957"/>
                </a:lnTo>
                <a:lnTo>
                  <a:pt x="0" y="19202"/>
                </a:lnTo>
                <a:lnTo>
                  <a:pt x="0" y="32410"/>
                </a:lnTo>
                <a:lnTo>
                  <a:pt x="7238" y="30022"/>
                </a:lnTo>
                <a:lnTo>
                  <a:pt x="13588" y="26352"/>
                </a:lnTo>
                <a:lnTo>
                  <a:pt x="18923" y="21374"/>
                </a:lnTo>
                <a:lnTo>
                  <a:pt x="18923" y="76200"/>
                </a:lnTo>
                <a:lnTo>
                  <a:pt x="33527" y="76200"/>
                </a:lnTo>
                <a:lnTo>
                  <a:pt x="33527" y="0"/>
                </a:lnTo>
                <a:close/>
              </a:path>
            </a:pathLst>
          </a:custGeom>
          <a:solidFill>
            <a:srgbClr val="4264DE">
              <a:alpha val="10195"/>
            </a:srgbClr>
          </a:solidFill>
        </p:spPr>
        <p:txBody>
          <a:bodyPr wrap="square" lIns="0" tIns="0" rIns="0" bIns="0" rtlCol="0"/>
          <a:lstStyle/>
          <a:p>
            <a:endParaRPr/>
          </a:p>
        </p:txBody>
      </p:sp>
      <p:sp>
        <p:nvSpPr>
          <p:cNvPr id="423" name="object 423"/>
          <p:cNvSpPr/>
          <p:nvPr/>
        </p:nvSpPr>
        <p:spPr>
          <a:xfrm>
            <a:off x="11905488" y="6574535"/>
            <a:ext cx="50800" cy="78105"/>
          </a:xfrm>
          <a:custGeom>
            <a:avLst/>
            <a:gdLst/>
            <a:ahLst/>
            <a:cxnLst/>
            <a:rect l="l" t="t" r="r" b="b"/>
            <a:pathLst>
              <a:path w="50800" h="78104">
                <a:moveTo>
                  <a:pt x="32638" y="0"/>
                </a:moveTo>
                <a:lnTo>
                  <a:pt x="17652" y="0"/>
                </a:lnTo>
                <a:lnTo>
                  <a:pt x="11810" y="2590"/>
                </a:lnTo>
                <a:lnTo>
                  <a:pt x="0" y="38735"/>
                </a:lnTo>
                <a:lnTo>
                  <a:pt x="440" y="48929"/>
                </a:lnTo>
                <a:lnTo>
                  <a:pt x="17652" y="77724"/>
                </a:lnTo>
                <a:lnTo>
                  <a:pt x="32638" y="77724"/>
                </a:lnTo>
                <a:lnTo>
                  <a:pt x="38480" y="75133"/>
                </a:lnTo>
                <a:lnTo>
                  <a:pt x="42671" y="69938"/>
                </a:lnTo>
                <a:lnTo>
                  <a:pt x="45296" y="65620"/>
                </a:lnTo>
                <a:lnTo>
                  <a:pt x="23367" y="65620"/>
                </a:lnTo>
                <a:lnTo>
                  <a:pt x="21701" y="65062"/>
                </a:lnTo>
                <a:lnTo>
                  <a:pt x="18922" y="62852"/>
                </a:lnTo>
                <a:lnTo>
                  <a:pt x="17779" y="60629"/>
                </a:lnTo>
                <a:lnTo>
                  <a:pt x="16001" y="53949"/>
                </a:lnTo>
                <a:lnTo>
                  <a:pt x="15586" y="48929"/>
                </a:lnTo>
                <a:lnTo>
                  <a:pt x="15591" y="28735"/>
                </a:lnTo>
                <a:lnTo>
                  <a:pt x="23367" y="12103"/>
                </a:lnTo>
                <a:lnTo>
                  <a:pt x="45324" y="12103"/>
                </a:lnTo>
                <a:lnTo>
                  <a:pt x="42798" y="7886"/>
                </a:lnTo>
                <a:lnTo>
                  <a:pt x="38480" y="2628"/>
                </a:lnTo>
                <a:lnTo>
                  <a:pt x="32638" y="0"/>
                </a:lnTo>
                <a:close/>
              </a:path>
              <a:path w="50800" h="78104">
                <a:moveTo>
                  <a:pt x="45324" y="12103"/>
                </a:moveTo>
                <a:lnTo>
                  <a:pt x="26923" y="12103"/>
                </a:lnTo>
                <a:lnTo>
                  <a:pt x="28575" y="12661"/>
                </a:lnTo>
                <a:lnTo>
                  <a:pt x="31368" y="14909"/>
                </a:lnTo>
                <a:lnTo>
                  <a:pt x="32511" y="17145"/>
                </a:lnTo>
                <a:lnTo>
                  <a:pt x="34289" y="23825"/>
                </a:lnTo>
                <a:lnTo>
                  <a:pt x="34696" y="28735"/>
                </a:lnTo>
                <a:lnTo>
                  <a:pt x="34708" y="48929"/>
                </a:lnTo>
                <a:lnTo>
                  <a:pt x="34289" y="54152"/>
                </a:lnTo>
                <a:lnTo>
                  <a:pt x="33273" y="57886"/>
                </a:lnTo>
                <a:lnTo>
                  <a:pt x="32511" y="60794"/>
                </a:lnTo>
                <a:lnTo>
                  <a:pt x="31368" y="62814"/>
                </a:lnTo>
                <a:lnTo>
                  <a:pt x="28575" y="65062"/>
                </a:lnTo>
                <a:lnTo>
                  <a:pt x="26923" y="65620"/>
                </a:lnTo>
                <a:lnTo>
                  <a:pt x="45296" y="65620"/>
                </a:lnTo>
                <a:lnTo>
                  <a:pt x="46005" y="64454"/>
                </a:lnTo>
                <a:lnTo>
                  <a:pt x="48386" y="57451"/>
                </a:lnTo>
                <a:lnTo>
                  <a:pt x="49815" y="48929"/>
                </a:lnTo>
                <a:lnTo>
                  <a:pt x="50291"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424" name="object 424"/>
          <p:cNvSpPr/>
          <p:nvPr/>
        </p:nvSpPr>
        <p:spPr>
          <a:xfrm>
            <a:off x="12086843" y="6576059"/>
            <a:ext cx="33655" cy="76200"/>
          </a:xfrm>
          <a:custGeom>
            <a:avLst/>
            <a:gdLst/>
            <a:ahLst/>
            <a:cxnLst/>
            <a:rect l="l" t="t" r="r" b="b"/>
            <a:pathLst>
              <a:path w="33654" h="76200">
                <a:moveTo>
                  <a:pt x="33527" y="0"/>
                </a:moveTo>
                <a:lnTo>
                  <a:pt x="21716" y="0"/>
                </a:lnTo>
                <a:lnTo>
                  <a:pt x="19938" y="4622"/>
                </a:lnTo>
                <a:lnTo>
                  <a:pt x="16890" y="8674"/>
                </a:lnTo>
                <a:lnTo>
                  <a:pt x="8000" y="15608"/>
                </a:lnTo>
                <a:lnTo>
                  <a:pt x="3809" y="17957"/>
                </a:lnTo>
                <a:lnTo>
                  <a:pt x="0" y="19202"/>
                </a:lnTo>
                <a:lnTo>
                  <a:pt x="0" y="32410"/>
                </a:lnTo>
                <a:lnTo>
                  <a:pt x="7238" y="30022"/>
                </a:lnTo>
                <a:lnTo>
                  <a:pt x="13588" y="26352"/>
                </a:lnTo>
                <a:lnTo>
                  <a:pt x="18923" y="21374"/>
                </a:lnTo>
                <a:lnTo>
                  <a:pt x="18923" y="76200"/>
                </a:lnTo>
                <a:lnTo>
                  <a:pt x="33527" y="76200"/>
                </a:lnTo>
                <a:lnTo>
                  <a:pt x="33527" y="0"/>
                </a:lnTo>
                <a:close/>
              </a:path>
            </a:pathLst>
          </a:custGeom>
          <a:solidFill>
            <a:srgbClr val="4264DE">
              <a:alpha val="10195"/>
            </a:srgbClr>
          </a:solidFill>
        </p:spPr>
        <p:txBody>
          <a:bodyPr wrap="square" lIns="0" tIns="0" rIns="0" bIns="0" rtlCol="0"/>
          <a:lstStyle/>
          <a:p>
            <a:endParaRPr/>
          </a:p>
        </p:txBody>
      </p:sp>
      <p:sp>
        <p:nvSpPr>
          <p:cNvPr id="425" name="object 425"/>
          <p:cNvSpPr/>
          <p:nvPr/>
        </p:nvSpPr>
        <p:spPr>
          <a:xfrm>
            <a:off x="118871" y="6370320"/>
            <a:ext cx="48895" cy="78105"/>
          </a:xfrm>
          <a:custGeom>
            <a:avLst/>
            <a:gdLst/>
            <a:ahLst/>
            <a:cxnLst/>
            <a:rect l="l" t="t" r="r" b="b"/>
            <a:pathLst>
              <a:path w="48894" h="78104">
                <a:moveTo>
                  <a:pt x="31661" y="0"/>
                </a:moveTo>
                <a:lnTo>
                  <a:pt x="17106" y="0"/>
                </a:lnTo>
                <a:lnTo>
                  <a:pt x="11442" y="2590"/>
                </a:lnTo>
                <a:lnTo>
                  <a:pt x="0" y="38734"/>
                </a:lnTo>
                <a:lnTo>
                  <a:pt x="430" y="48929"/>
                </a:lnTo>
                <a:lnTo>
                  <a:pt x="17081" y="77723"/>
                </a:lnTo>
                <a:lnTo>
                  <a:pt x="31661" y="77723"/>
                </a:lnTo>
                <a:lnTo>
                  <a:pt x="37325" y="75133"/>
                </a:lnTo>
                <a:lnTo>
                  <a:pt x="41389" y="69938"/>
                </a:lnTo>
                <a:lnTo>
                  <a:pt x="43929" y="65620"/>
                </a:lnTo>
                <a:lnTo>
                  <a:pt x="22644" y="65620"/>
                </a:lnTo>
                <a:lnTo>
                  <a:pt x="21079" y="65062"/>
                </a:lnTo>
                <a:lnTo>
                  <a:pt x="18402" y="62852"/>
                </a:lnTo>
                <a:lnTo>
                  <a:pt x="17284" y="60629"/>
                </a:lnTo>
                <a:lnTo>
                  <a:pt x="15506" y="53949"/>
                </a:lnTo>
                <a:lnTo>
                  <a:pt x="15142" y="48929"/>
                </a:lnTo>
                <a:lnTo>
                  <a:pt x="15157" y="28735"/>
                </a:lnTo>
                <a:lnTo>
                  <a:pt x="22644" y="12103"/>
                </a:lnTo>
                <a:lnTo>
                  <a:pt x="43924" y="12103"/>
                </a:lnTo>
                <a:lnTo>
                  <a:pt x="41440" y="7886"/>
                </a:lnTo>
                <a:lnTo>
                  <a:pt x="37338" y="2628"/>
                </a:lnTo>
                <a:lnTo>
                  <a:pt x="31661" y="0"/>
                </a:lnTo>
                <a:close/>
              </a:path>
              <a:path w="48894" h="78104">
                <a:moveTo>
                  <a:pt x="43924" y="12103"/>
                </a:moveTo>
                <a:lnTo>
                  <a:pt x="26123" y="12103"/>
                </a:lnTo>
                <a:lnTo>
                  <a:pt x="27673" y="12661"/>
                </a:lnTo>
                <a:lnTo>
                  <a:pt x="30365" y="14909"/>
                </a:lnTo>
                <a:lnTo>
                  <a:pt x="31483" y="17144"/>
                </a:lnTo>
                <a:lnTo>
                  <a:pt x="33261" y="23825"/>
                </a:lnTo>
                <a:lnTo>
                  <a:pt x="33617" y="28735"/>
                </a:lnTo>
                <a:lnTo>
                  <a:pt x="33618" y="48929"/>
                </a:lnTo>
                <a:lnTo>
                  <a:pt x="33210" y="54152"/>
                </a:lnTo>
                <a:lnTo>
                  <a:pt x="31470" y="60794"/>
                </a:lnTo>
                <a:lnTo>
                  <a:pt x="30416" y="62814"/>
                </a:lnTo>
                <a:lnTo>
                  <a:pt x="27638" y="65074"/>
                </a:lnTo>
                <a:lnTo>
                  <a:pt x="26123" y="65620"/>
                </a:lnTo>
                <a:lnTo>
                  <a:pt x="43929" y="65620"/>
                </a:lnTo>
                <a:lnTo>
                  <a:pt x="44615" y="64454"/>
                </a:lnTo>
                <a:lnTo>
                  <a:pt x="46921" y="57451"/>
                </a:lnTo>
                <a:lnTo>
                  <a:pt x="48306" y="48929"/>
                </a:lnTo>
                <a:lnTo>
                  <a:pt x="48768" y="38887"/>
                </a:lnTo>
                <a:lnTo>
                  <a:pt x="48295" y="28735"/>
                </a:lnTo>
                <a:lnTo>
                  <a:pt x="46916" y="20245"/>
                </a:lnTo>
                <a:lnTo>
                  <a:pt x="44647" y="13330"/>
                </a:lnTo>
                <a:lnTo>
                  <a:pt x="43924" y="12103"/>
                </a:lnTo>
                <a:close/>
              </a:path>
            </a:pathLst>
          </a:custGeom>
          <a:solidFill>
            <a:srgbClr val="4264DE">
              <a:alpha val="10195"/>
            </a:srgbClr>
          </a:solidFill>
        </p:spPr>
        <p:txBody>
          <a:bodyPr wrap="square" lIns="0" tIns="0" rIns="0" bIns="0" rtlCol="0"/>
          <a:lstStyle/>
          <a:p>
            <a:endParaRPr/>
          </a:p>
        </p:txBody>
      </p:sp>
      <p:sp>
        <p:nvSpPr>
          <p:cNvPr id="426" name="object 426"/>
          <p:cNvSpPr/>
          <p:nvPr/>
        </p:nvSpPr>
        <p:spPr>
          <a:xfrm>
            <a:off x="300227" y="6370320"/>
            <a:ext cx="33655" cy="78105"/>
          </a:xfrm>
          <a:custGeom>
            <a:avLst/>
            <a:gdLst/>
            <a:ahLst/>
            <a:cxnLst/>
            <a:rect l="l" t="t" r="r" b="b"/>
            <a:pathLst>
              <a:path w="33654" h="78104">
                <a:moveTo>
                  <a:pt x="33528" y="0"/>
                </a:moveTo>
                <a:lnTo>
                  <a:pt x="21653" y="0"/>
                </a:lnTo>
                <a:lnTo>
                  <a:pt x="19989" y="4711"/>
                </a:lnTo>
                <a:lnTo>
                  <a:pt x="16916" y="8839"/>
                </a:lnTo>
                <a:lnTo>
                  <a:pt x="7962" y="15925"/>
                </a:lnTo>
                <a:lnTo>
                  <a:pt x="3822" y="18326"/>
                </a:lnTo>
                <a:lnTo>
                  <a:pt x="0" y="19583"/>
                </a:lnTo>
                <a:lnTo>
                  <a:pt x="0" y="33058"/>
                </a:lnTo>
                <a:lnTo>
                  <a:pt x="7251" y="30619"/>
                </a:lnTo>
                <a:lnTo>
                  <a:pt x="13550" y="26873"/>
                </a:lnTo>
                <a:lnTo>
                  <a:pt x="18897" y="21805"/>
                </a:lnTo>
                <a:lnTo>
                  <a:pt x="18897" y="77723"/>
                </a:lnTo>
                <a:lnTo>
                  <a:pt x="33528" y="77723"/>
                </a:lnTo>
                <a:lnTo>
                  <a:pt x="33528" y="0"/>
                </a:lnTo>
                <a:close/>
              </a:path>
            </a:pathLst>
          </a:custGeom>
          <a:solidFill>
            <a:srgbClr val="4264DE">
              <a:alpha val="10195"/>
            </a:srgbClr>
          </a:solidFill>
        </p:spPr>
        <p:txBody>
          <a:bodyPr wrap="square" lIns="0" tIns="0" rIns="0" bIns="0" rtlCol="0"/>
          <a:lstStyle/>
          <a:p>
            <a:endParaRPr/>
          </a:p>
        </p:txBody>
      </p:sp>
      <p:sp>
        <p:nvSpPr>
          <p:cNvPr id="427" name="object 427"/>
          <p:cNvSpPr/>
          <p:nvPr/>
        </p:nvSpPr>
        <p:spPr>
          <a:xfrm>
            <a:off x="464819" y="6370320"/>
            <a:ext cx="50800" cy="78105"/>
          </a:xfrm>
          <a:custGeom>
            <a:avLst/>
            <a:gdLst/>
            <a:ahLst/>
            <a:cxnLst/>
            <a:rect l="l" t="t" r="r" b="b"/>
            <a:pathLst>
              <a:path w="50800" h="78104">
                <a:moveTo>
                  <a:pt x="32651" y="0"/>
                </a:moveTo>
                <a:lnTo>
                  <a:pt x="17640" y="0"/>
                </a:lnTo>
                <a:lnTo>
                  <a:pt x="11798" y="2590"/>
                </a:lnTo>
                <a:lnTo>
                  <a:pt x="0" y="38734"/>
                </a:lnTo>
                <a:lnTo>
                  <a:pt x="444" y="48929"/>
                </a:lnTo>
                <a:lnTo>
                  <a:pt x="17614" y="77723"/>
                </a:lnTo>
                <a:lnTo>
                  <a:pt x="32651" y="77723"/>
                </a:lnTo>
                <a:lnTo>
                  <a:pt x="38493" y="75133"/>
                </a:lnTo>
                <a:lnTo>
                  <a:pt x="42684" y="69938"/>
                </a:lnTo>
                <a:lnTo>
                  <a:pt x="45303" y="65620"/>
                </a:lnTo>
                <a:lnTo>
                  <a:pt x="23355" y="65620"/>
                </a:lnTo>
                <a:lnTo>
                  <a:pt x="21739" y="65062"/>
                </a:lnTo>
                <a:lnTo>
                  <a:pt x="18973" y="62852"/>
                </a:lnTo>
                <a:lnTo>
                  <a:pt x="17818" y="60629"/>
                </a:lnTo>
                <a:lnTo>
                  <a:pt x="15989" y="53949"/>
                </a:lnTo>
                <a:lnTo>
                  <a:pt x="15615" y="48929"/>
                </a:lnTo>
                <a:lnTo>
                  <a:pt x="15629" y="28735"/>
                </a:lnTo>
                <a:lnTo>
                  <a:pt x="23355" y="12103"/>
                </a:lnTo>
                <a:lnTo>
                  <a:pt x="45297" y="12103"/>
                </a:lnTo>
                <a:lnTo>
                  <a:pt x="42735" y="7886"/>
                </a:lnTo>
                <a:lnTo>
                  <a:pt x="38506" y="2628"/>
                </a:lnTo>
                <a:lnTo>
                  <a:pt x="32651" y="0"/>
                </a:lnTo>
                <a:close/>
              </a:path>
              <a:path w="50800" h="78104">
                <a:moveTo>
                  <a:pt x="45297" y="12103"/>
                </a:moveTo>
                <a:lnTo>
                  <a:pt x="26936" y="12103"/>
                </a:lnTo>
                <a:lnTo>
                  <a:pt x="28536" y="12661"/>
                </a:lnTo>
                <a:lnTo>
                  <a:pt x="31318" y="14909"/>
                </a:lnTo>
                <a:lnTo>
                  <a:pt x="32473" y="17144"/>
                </a:lnTo>
                <a:lnTo>
                  <a:pt x="34302" y="23825"/>
                </a:lnTo>
                <a:lnTo>
                  <a:pt x="34668" y="28735"/>
                </a:lnTo>
                <a:lnTo>
                  <a:pt x="34670" y="48929"/>
                </a:lnTo>
                <a:lnTo>
                  <a:pt x="34251" y="54152"/>
                </a:lnTo>
                <a:lnTo>
                  <a:pt x="33223" y="57886"/>
                </a:lnTo>
                <a:lnTo>
                  <a:pt x="32448" y="60794"/>
                </a:lnTo>
                <a:lnTo>
                  <a:pt x="31356" y="62814"/>
                </a:lnTo>
                <a:lnTo>
                  <a:pt x="28549" y="65062"/>
                </a:lnTo>
                <a:lnTo>
                  <a:pt x="26936" y="65620"/>
                </a:lnTo>
                <a:lnTo>
                  <a:pt x="45303" y="65620"/>
                </a:lnTo>
                <a:lnTo>
                  <a:pt x="46011" y="64454"/>
                </a:lnTo>
                <a:lnTo>
                  <a:pt x="48388" y="57451"/>
                </a:lnTo>
                <a:lnTo>
                  <a:pt x="49815" y="48929"/>
                </a:lnTo>
                <a:lnTo>
                  <a:pt x="50292" y="38887"/>
                </a:lnTo>
                <a:lnTo>
                  <a:pt x="49804" y="28735"/>
                </a:lnTo>
                <a:lnTo>
                  <a:pt x="48382" y="20245"/>
                </a:lnTo>
                <a:lnTo>
                  <a:pt x="46043" y="13330"/>
                </a:lnTo>
                <a:lnTo>
                  <a:pt x="45297" y="12103"/>
                </a:lnTo>
                <a:close/>
              </a:path>
            </a:pathLst>
          </a:custGeom>
          <a:solidFill>
            <a:srgbClr val="4264DE">
              <a:alpha val="10195"/>
            </a:srgbClr>
          </a:solidFill>
        </p:spPr>
        <p:txBody>
          <a:bodyPr wrap="square" lIns="0" tIns="0" rIns="0" bIns="0" rtlCol="0"/>
          <a:lstStyle/>
          <a:p>
            <a:endParaRPr/>
          </a:p>
        </p:txBody>
      </p:sp>
      <p:sp>
        <p:nvSpPr>
          <p:cNvPr id="428" name="object 428"/>
          <p:cNvSpPr/>
          <p:nvPr/>
        </p:nvSpPr>
        <p:spPr>
          <a:xfrm>
            <a:off x="646176" y="6370320"/>
            <a:ext cx="33655" cy="78105"/>
          </a:xfrm>
          <a:custGeom>
            <a:avLst/>
            <a:gdLst/>
            <a:ahLst/>
            <a:cxnLst/>
            <a:rect l="l" t="t" r="r" b="b"/>
            <a:pathLst>
              <a:path w="33654" h="78104">
                <a:moveTo>
                  <a:pt x="33528" y="0"/>
                </a:moveTo>
                <a:lnTo>
                  <a:pt x="21653" y="0"/>
                </a:lnTo>
                <a:lnTo>
                  <a:pt x="19989" y="4711"/>
                </a:lnTo>
                <a:lnTo>
                  <a:pt x="16916" y="8839"/>
                </a:lnTo>
                <a:lnTo>
                  <a:pt x="7962" y="15925"/>
                </a:lnTo>
                <a:lnTo>
                  <a:pt x="3822" y="18326"/>
                </a:lnTo>
                <a:lnTo>
                  <a:pt x="0" y="19583"/>
                </a:lnTo>
                <a:lnTo>
                  <a:pt x="0" y="33058"/>
                </a:lnTo>
                <a:lnTo>
                  <a:pt x="7251" y="30619"/>
                </a:lnTo>
                <a:lnTo>
                  <a:pt x="13550" y="26873"/>
                </a:lnTo>
                <a:lnTo>
                  <a:pt x="18897" y="21805"/>
                </a:lnTo>
                <a:lnTo>
                  <a:pt x="18897" y="77723"/>
                </a:lnTo>
                <a:lnTo>
                  <a:pt x="33528" y="77723"/>
                </a:lnTo>
                <a:lnTo>
                  <a:pt x="33528" y="0"/>
                </a:lnTo>
                <a:close/>
              </a:path>
            </a:pathLst>
          </a:custGeom>
          <a:solidFill>
            <a:srgbClr val="4264DE">
              <a:alpha val="10195"/>
            </a:srgbClr>
          </a:solidFill>
        </p:spPr>
        <p:txBody>
          <a:bodyPr wrap="square" lIns="0" tIns="0" rIns="0" bIns="0" rtlCol="0"/>
          <a:lstStyle/>
          <a:p>
            <a:endParaRPr/>
          </a:p>
        </p:txBody>
      </p:sp>
      <p:sp>
        <p:nvSpPr>
          <p:cNvPr id="429" name="object 429"/>
          <p:cNvSpPr/>
          <p:nvPr/>
        </p:nvSpPr>
        <p:spPr>
          <a:xfrm>
            <a:off x="812291" y="6370320"/>
            <a:ext cx="48895" cy="78105"/>
          </a:xfrm>
          <a:custGeom>
            <a:avLst/>
            <a:gdLst/>
            <a:ahLst/>
            <a:cxnLst/>
            <a:rect l="l" t="t" r="r" b="b"/>
            <a:pathLst>
              <a:path w="48894" h="78104">
                <a:moveTo>
                  <a:pt x="31661" y="0"/>
                </a:moveTo>
                <a:lnTo>
                  <a:pt x="17106" y="0"/>
                </a:lnTo>
                <a:lnTo>
                  <a:pt x="11442" y="2590"/>
                </a:lnTo>
                <a:lnTo>
                  <a:pt x="0" y="38734"/>
                </a:lnTo>
                <a:lnTo>
                  <a:pt x="430" y="48929"/>
                </a:lnTo>
                <a:lnTo>
                  <a:pt x="17081" y="77723"/>
                </a:lnTo>
                <a:lnTo>
                  <a:pt x="31661" y="77723"/>
                </a:lnTo>
                <a:lnTo>
                  <a:pt x="37325" y="75133"/>
                </a:lnTo>
                <a:lnTo>
                  <a:pt x="41389" y="69938"/>
                </a:lnTo>
                <a:lnTo>
                  <a:pt x="43929" y="65620"/>
                </a:lnTo>
                <a:lnTo>
                  <a:pt x="22644" y="65620"/>
                </a:lnTo>
                <a:lnTo>
                  <a:pt x="21079" y="65062"/>
                </a:lnTo>
                <a:lnTo>
                  <a:pt x="18402" y="62852"/>
                </a:lnTo>
                <a:lnTo>
                  <a:pt x="17284" y="60629"/>
                </a:lnTo>
                <a:lnTo>
                  <a:pt x="15506" y="53949"/>
                </a:lnTo>
                <a:lnTo>
                  <a:pt x="15142" y="48929"/>
                </a:lnTo>
                <a:lnTo>
                  <a:pt x="15157" y="28735"/>
                </a:lnTo>
                <a:lnTo>
                  <a:pt x="22644" y="12103"/>
                </a:lnTo>
                <a:lnTo>
                  <a:pt x="43924" y="12103"/>
                </a:lnTo>
                <a:lnTo>
                  <a:pt x="41440" y="7886"/>
                </a:lnTo>
                <a:lnTo>
                  <a:pt x="37338" y="2628"/>
                </a:lnTo>
                <a:lnTo>
                  <a:pt x="31661" y="0"/>
                </a:lnTo>
                <a:close/>
              </a:path>
              <a:path w="48894" h="78104">
                <a:moveTo>
                  <a:pt x="43924" y="12103"/>
                </a:moveTo>
                <a:lnTo>
                  <a:pt x="26123" y="12103"/>
                </a:lnTo>
                <a:lnTo>
                  <a:pt x="27673" y="12661"/>
                </a:lnTo>
                <a:lnTo>
                  <a:pt x="30365" y="14909"/>
                </a:lnTo>
                <a:lnTo>
                  <a:pt x="31483" y="17144"/>
                </a:lnTo>
                <a:lnTo>
                  <a:pt x="33261" y="23825"/>
                </a:lnTo>
                <a:lnTo>
                  <a:pt x="33617" y="28735"/>
                </a:lnTo>
                <a:lnTo>
                  <a:pt x="33618" y="48929"/>
                </a:lnTo>
                <a:lnTo>
                  <a:pt x="33210" y="54152"/>
                </a:lnTo>
                <a:lnTo>
                  <a:pt x="31470" y="60794"/>
                </a:lnTo>
                <a:lnTo>
                  <a:pt x="30416" y="62814"/>
                </a:lnTo>
                <a:lnTo>
                  <a:pt x="27638" y="65074"/>
                </a:lnTo>
                <a:lnTo>
                  <a:pt x="26123" y="65620"/>
                </a:lnTo>
                <a:lnTo>
                  <a:pt x="43929" y="65620"/>
                </a:lnTo>
                <a:lnTo>
                  <a:pt x="44615" y="64454"/>
                </a:lnTo>
                <a:lnTo>
                  <a:pt x="46921" y="57451"/>
                </a:lnTo>
                <a:lnTo>
                  <a:pt x="48306" y="48929"/>
                </a:lnTo>
                <a:lnTo>
                  <a:pt x="48767" y="38887"/>
                </a:lnTo>
                <a:lnTo>
                  <a:pt x="48295" y="28735"/>
                </a:lnTo>
                <a:lnTo>
                  <a:pt x="46916" y="20245"/>
                </a:lnTo>
                <a:lnTo>
                  <a:pt x="44647" y="13330"/>
                </a:lnTo>
                <a:lnTo>
                  <a:pt x="43924" y="12103"/>
                </a:lnTo>
                <a:close/>
              </a:path>
            </a:pathLst>
          </a:custGeom>
          <a:solidFill>
            <a:srgbClr val="4264DE">
              <a:alpha val="10195"/>
            </a:srgbClr>
          </a:solidFill>
        </p:spPr>
        <p:txBody>
          <a:bodyPr wrap="square" lIns="0" tIns="0" rIns="0" bIns="0" rtlCol="0"/>
          <a:lstStyle/>
          <a:p>
            <a:endParaRPr/>
          </a:p>
        </p:txBody>
      </p:sp>
      <p:sp>
        <p:nvSpPr>
          <p:cNvPr id="430" name="object 430"/>
          <p:cNvSpPr/>
          <p:nvPr/>
        </p:nvSpPr>
        <p:spPr>
          <a:xfrm>
            <a:off x="993647" y="6370320"/>
            <a:ext cx="33655" cy="78105"/>
          </a:xfrm>
          <a:custGeom>
            <a:avLst/>
            <a:gdLst/>
            <a:ahLst/>
            <a:cxnLst/>
            <a:rect l="l" t="t" r="r" b="b"/>
            <a:pathLst>
              <a:path w="33655" h="78104">
                <a:moveTo>
                  <a:pt x="33528" y="0"/>
                </a:moveTo>
                <a:lnTo>
                  <a:pt x="21653" y="0"/>
                </a:lnTo>
                <a:lnTo>
                  <a:pt x="19989" y="4711"/>
                </a:lnTo>
                <a:lnTo>
                  <a:pt x="16916" y="8839"/>
                </a:lnTo>
                <a:lnTo>
                  <a:pt x="7962" y="15925"/>
                </a:lnTo>
                <a:lnTo>
                  <a:pt x="3822" y="18326"/>
                </a:lnTo>
                <a:lnTo>
                  <a:pt x="0" y="19583"/>
                </a:lnTo>
                <a:lnTo>
                  <a:pt x="0" y="33058"/>
                </a:lnTo>
                <a:lnTo>
                  <a:pt x="7251" y="30619"/>
                </a:lnTo>
                <a:lnTo>
                  <a:pt x="13550" y="26873"/>
                </a:lnTo>
                <a:lnTo>
                  <a:pt x="18897" y="21805"/>
                </a:lnTo>
                <a:lnTo>
                  <a:pt x="18897" y="77723"/>
                </a:lnTo>
                <a:lnTo>
                  <a:pt x="33528" y="77723"/>
                </a:lnTo>
                <a:lnTo>
                  <a:pt x="33528" y="0"/>
                </a:lnTo>
                <a:close/>
              </a:path>
            </a:pathLst>
          </a:custGeom>
          <a:solidFill>
            <a:srgbClr val="4264DE">
              <a:alpha val="10195"/>
            </a:srgbClr>
          </a:solidFill>
        </p:spPr>
        <p:txBody>
          <a:bodyPr wrap="square" lIns="0" tIns="0" rIns="0" bIns="0" rtlCol="0"/>
          <a:lstStyle/>
          <a:p>
            <a:endParaRPr/>
          </a:p>
        </p:txBody>
      </p:sp>
      <p:sp>
        <p:nvSpPr>
          <p:cNvPr id="431" name="object 431"/>
          <p:cNvSpPr/>
          <p:nvPr/>
        </p:nvSpPr>
        <p:spPr>
          <a:xfrm>
            <a:off x="1158239" y="6370320"/>
            <a:ext cx="50800" cy="78105"/>
          </a:xfrm>
          <a:custGeom>
            <a:avLst/>
            <a:gdLst/>
            <a:ahLst/>
            <a:cxnLst/>
            <a:rect l="l" t="t" r="r" b="b"/>
            <a:pathLst>
              <a:path w="50800" h="78104">
                <a:moveTo>
                  <a:pt x="32651" y="0"/>
                </a:moveTo>
                <a:lnTo>
                  <a:pt x="17640" y="0"/>
                </a:lnTo>
                <a:lnTo>
                  <a:pt x="11798" y="2590"/>
                </a:lnTo>
                <a:lnTo>
                  <a:pt x="0" y="38734"/>
                </a:lnTo>
                <a:lnTo>
                  <a:pt x="444" y="48929"/>
                </a:lnTo>
                <a:lnTo>
                  <a:pt x="17614" y="77723"/>
                </a:lnTo>
                <a:lnTo>
                  <a:pt x="32651" y="77723"/>
                </a:lnTo>
                <a:lnTo>
                  <a:pt x="38493" y="75133"/>
                </a:lnTo>
                <a:lnTo>
                  <a:pt x="42684" y="69938"/>
                </a:lnTo>
                <a:lnTo>
                  <a:pt x="45303" y="65620"/>
                </a:lnTo>
                <a:lnTo>
                  <a:pt x="23355" y="65620"/>
                </a:lnTo>
                <a:lnTo>
                  <a:pt x="21739" y="65062"/>
                </a:lnTo>
                <a:lnTo>
                  <a:pt x="18973" y="62852"/>
                </a:lnTo>
                <a:lnTo>
                  <a:pt x="17818" y="60629"/>
                </a:lnTo>
                <a:lnTo>
                  <a:pt x="15989" y="53949"/>
                </a:lnTo>
                <a:lnTo>
                  <a:pt x="15615" y="48929"/>
                </a:lnTo>
                <a:lnTo>
                  <a:pt x="15629" y="28735"/>
                </a:lnTo>
                <a:lnTo>
                  <a:pt x="23355" y="12103"/>
                </a:lnTo>
                <a:lnTo>
                  <a:pt x="45297" y="12103"/>
                </a:lnTo>
                <a:lnTo>
                  <a:pt x="42735" y="7886"/>
                </a:lnTo>
                <a:lnTo>
                  <a:pt x="38506" y="2628"/>
                </a:lnTo>
                <a:lnTo>
                  <a:pt x="32651" y="0"/>
                </a:lnTo>
                <a:close/>
              </a:path>
              <a:path w="50800" h="78104">
                <a:moveTo>
                  <a:pt x="45297" y="12103"/>
                </a:moveTo>
                <a:lnTo>
                  <a:pt x="26936" y="12103"/>
                </a:lnTo>
                <a:lnTo>
                  <a:pt x="28536" y="12661"/>
                </a:lnTo>
                <a:lnTo>
                  <a:pt x="31318" y="14909"/>
                </a:lnTo>
                <a:lnTo>
                  <a:pt x="32473" y="17144"/>
                </a:lnTo>
                <a:lnTo>
                  <a:pt x="34302" y="23825"/>
                </a:lnTo>
                <a:lnTo>
                  <a:pt x="34668" y="28735"/>
                </a:lnTo>
                <a:lnTo>
                  <a:pt x="34670" y="48929"/>
                </a:lnTo>
                <a:lnTo>
                  <a:pt x="34251" y="54152"/>
                </a:lnTo>
                <a:lnTo>
                  <a:pt x="33223" y="57886"/>
                </a:lnTo>
                <a:lnTo>
                  <a:pt x="32448" y="60794"/>
                </a:lnTo>
                <a:lnTo>
                  <a:pt x="31356" y="62814"/>
                </a:lnTo>
                <a:lnTo>
                  <a:pt x="28549" y="65062"/>
                </a:lnTo>
                <a:lnTo>
                  <a:pt x="26936" y="65620"/>
                </a:lnTo>
                <a:lnTo>
                  <a:pt x="45303" y="65620"/>
                </a:lnTo>
                <a:lnTo>
                  <a:pt x="46011" y="64454"/>
                </a:lnTo>
                <a:lnTo>
                  <a:pt x="48388" y="57451"/>
                </a:lnTo>
                <a:lnTo>
                  <a:pt x="49815" y="48929"/>
                </a:lnTo>
                <a:lnTo>
                  <a:pt x="50291" y="38887"/>
                </a:lnTo>
                <a:lnTo>
                  <a:pt x="49804" y="28735"/>
                </a:lnTo>
                <a:lnTo>
                  <a:pt x="48382" y="20245"/>
                </a:lnTo>
                <a:lnTo>
                  <a:pt x="46043" y="13330"/>
                </a:lnTo>
                <a:lnTo>
                  <a:pt x="45297" y="12103"/>
                </a:lnTo>
                <a:close/>
              </a:path>
            </a:pathLst>
          </a:custGeom>
          <a:solidFill>
            <a:srgbClr val="4264DE">
              <a:alpha val="10195"/>
            </a:srgbClr>
          </a:solidFill>
        </p:spPr>
        <p:txBody>
          <a:bodyPr wrap="square" lIns="0" tIns="0" rIns="0" bIns="0" rtlCol="0"/>
          <a:lstStyle/>
          <a:p>
            <a:endParaRPr/>
          </a:p>
        </p:txBody>
      </p:sp>
      <p:sp>
        <p:nvSpPr>
          <p:cNvPr id="432" name="object 432"/>
          <p:cNvSpPr/>
          <p:nvPr/>
        </p:nvSpPr>
        <p:spPr>
          <a:xfrm>
            <a:off x="1339596" y="6370320"/>
            <a:ext cx="33655" cy="78105"/>
          </a:xfrm>
          <a:custGeom>
            <a:avLst/>
            <a:gdLst/>
            <a:ahLst/>
            <a:cxnLst/>
            <a:rect l="l" t="t" r="r" b="b"/>
            <a:pathLst>
              <a:path w="33655" h="78104">
                <a:moveTo>
                  <a:pt x="33528" y="0"/>
                </a:moveTo>
                <a:lnTo>
                  <a:pt x="21716" y="0"/>
                </a:lnTo>
                <a:lnTo>
                  <a:pt x="19938" y="4711"/>
                </a:lnTo>
                <a:lnTo>
                  <a:pt x="16890" y="8839"/>
                </a:lnTo>
                <a:lnTo>
                  <a:pt x="8000" y="15925"/>
                </a:lnTo>
                <a:lnTo>
                  <a:pt x="3809" y="18326"/>
                </a:lnTo>
                <a:lnTo>
                  <a:pt x="0" y="19583"/>
                </a:lnTo>
                <a:lnTo>
                  <a:pt x="0" y="33058"/>
                </a:lnTo>
                <a:lnTo>
                  <a:pt x="7238" y="30619"/>
                </a:lnTo>
                <a:lnTo>
                  <a:pt x="13588" y="26873"/>
                </a:lnTo>
                <a:lnTo>
                  <a:pt x="18922" y="21805"/>
                </a:lnTo>
                <a:lnTo>
                  <a:pt x="18922" y="77723"/>
                </a:lnTo>
                <a:lnTo>
                  <a:pt x="33528" y="77723"/>
                </a:lnTo>
                <a:lnTo>
                  <a:pt x="33528" y="0"/>
                </a:lnTo>
                <a:close/>
              </a:path>
            </a:pathLst>
          </a:custGeom>
          <a:solidFill>
            <a:srgbClr val="4264DE">
              <a:alpha val="10195"/>
            </a:srgbClr>
          </a:solidFill>
        </p:spPr>
        <p:txBody>
          <a:bodyPr wrap="square" lIns="0" tIns="0" rIns="0" bIns="0" rtlCol="0"/>
          <a:lstStyle/>
          <a:p>
            <a:endParaRPr/>
          </a:p>
        </p:txBody>
      </p:sp>
      <p:sp>
        <p:nvSpPr>
          <p:cNvPr id="433" name="object 433"/>
          <p:cNvSpPr/>
          <p:nvPr/>
        </p:nvSpPr>
        <p:spPr>
          <a:xfrm>
            <a:off x="1505711" y="6370320"/>
            <a:ext cx="48895" cy="78105"/>
          </a:xfrm>
          <a:custGeom>
            <a:avLst/>
            <a:gdLst/>
            <a:ahLst/>
            <a:cxnLst/>
            <a:rect l="l" t="t" r="r" b="b"/>
            <a:pathLst>
              <a:path w="48894" h="78104">
                <a:moveTo>
                  <a:pt x="31622" y="0"/>
                </a:moveTo>
                <a:lnTo>
                  <a:pt x="17144" y="0"/>
                </a:lnTo>
                <a:lnTo>
                  <a:pt x="11429" y="2590"/>
                </a:lnTo>
                <a:lnTo>
                  <a:pt x="0" y="38734"/>
                </a:lnTo>
                <a:lnTo>
                  <a:pt x="438" y="48929"/>
                </a:lnTo>
                <a:lnTo>
                  <a:pt x="17018" y="77723"/>
                </a:lnTo>
                <a:lnTo>
                  <a:pt x="31622" y="77723"/>
                </a:lnTo>
                <a:lnTo>
                  <a:pt x="37337" y="75133"/>
                </a:lnTo>
                <a:lnTo>
                  <a:pt x="41401" y="69938"/>
                </a:lnTo>
                <a:lnTo>
                  <a:pt x="43953" y="65620"/>
                </a:lnTo>
                <a:lnTo>
                  <a:pt x="22606" y="65620"/>
                </a:lnTo>
                <a:lnTo>
                  <a:pt x="21065" y="65062"/>
                </a:lnTo>
                <a:lnTo>
                  <a:pt x="15182" y="48929"/>
                </a:lnTo>
                <a:lnTo>
                  <a:pt x="15186" y="28735"/>
                </a:lnTo>
                <a:lnTo>
                  <a:pt x="22606" y="12103"/>
                </a:lnTo>
                <a:lnTo>
                  <a:pt x="43911" y="12103"/>
                </a:lnTo>
                <a:lnTo>
                  <a:pt x="41401" y="7886"/>
                </a:lnTo>
                <a:lnTo>
                  <a:pt x="37337" y="2628"/>
                </a:lnTo>
                <a:lnTo>
                  <a:pt x="31622" y="0"/>
                </a:lnTo>
                <a:close/>
              </a:path>
              <a:path w="48894" h="78104">
                <a:moveTo>
                  <a:pt x="43911" y="12103"/>
                </a:moveTo>
                <a:lnTo>
                  <a:pt x="26162" y="12103"/>
                </a:lnTo>
                <a:lnTo>
                  <a:pt x="27685" y="12661"/>
                </a:lnTo>
                <a:lnTo>
                  <a:pt x="29082" y="13779"/>
                </a:lnTo>
                <a:lnTo>
                  <a:pt x="33588" y="48929"/>
                </a:lnTo>
                <a:lnTo>
                  <a:pt x="33274" y="54152"/>
                </a:lnTo>
                <a:lnTo>
                  <a:pt x="32257" y="57886"/>
                </a:lnTo>
                <a:lnTo>
                  <a:pt x="31496" y="60794"/>
                </a:lnTo>
                <a:lnTo>
                  <a:pt x="30353" y="62814"/>
                </a:lnTo>
                <a:lnTo>
                  <a:pt x="29051" y="63969"/>
                </a:lnTo>
                <a:lnTo>
                  <a:pt x="27651" y="65074"/>
                </a:lnTo>
                <a:lnTo>
                  <a:pt x="26162" y="65620"/>
                </a:lnTo>
                <a:lnTo>
                  <a:pt x="43953" y="65620"/>
                </a:lnTo>
                <a:lnTo>
                  <a:pt x="44642" y="64454"/>
                </a:lnTo>
                <a:lnTo>
                  <a:pt x="46942" y="57451"/>
                </a:lnTo>
                <a:lnTo>
                  <a:pt x="48313" y="48929"/>
                </a:lnTo>
                <a:lnTo>
                  <a:pt x="48768"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434" name="object 434"/>
          <p:cNvSpPr/>
          <p:nvPr/>
        </p:nvSpPr>
        <p:spPr>
          <a:xfrm>
            <a:off x="1687067" y="6370320"/>
            <a:ext cx="33655" cy="78105"/>
          </a:xfrm>
          <a:custGeom>
            <a:avLst/>
            <a:gdLst/>
            <a:ahLst/>
            <a:cxnLst/>
            <a:rect l="l" t="t" r="r" b="b"/>
            <a:pathLst>
              <a:path w="33655" h="78104">
                <a:moveTo>
                  <a:pt x="33527" y="0"/>
                </a:moveTo>
                <a:lnTo>
                  <a:pt x="21717" y="0"/>
                </a:lnTo>
                <a:lnTo>
                  <a:pt x="19938" y="4711"/>
                </a:lnTo>
                <a:lnTo>
                  <a:pt x="16890" y="8839"/>
                </a:lnTo>
                <a:lnTo>
                  <a:pt x="8000" y="15925"/>
                </a:lnTo>
                <a:lnTo>
                  <a:pt x="3809" y="18326"/>
                </a:lnTo>
                <a:lnTo>
                  <a:pt x="0" y="19583"/>
                </a:lnTo>
                <a:lnTo>
                  <a:pt x="0" y="33058"/>
                </a:lnTo>
                <a:lnTo>
                  <a:pt x="7238" y="30619"/>
                </a:lnTo>
                <a:lnTo>
                  <a:pt x="13588" y="26873"/>
                </a:lnTo>
                <a:lnTo>
                  <a:pt x="18923" y="21805"/>
                </a:lnTo>
                <a:lnTo>
                  <a:pt x="18923" y="77723"/>
                </a:lnTo>
                <a:lnTo>
                  <a:pt x="33527" y="77723"/>
                </a:lnTo>
                <a:lnTo>
                  <a:pt x="33527" y="0"/>
                </a:lnTo>
                <a:close/>
              </a:path>
            </a:pathLst>
          </a:custGeom>
          <a:solidFill>
            <a:srgbClr val="4264DE">
              <a:alpha val="10195"/>
            </a:srgbClr>
          </a:solidFill>
        </p:spPr>
        <p:txBody>
          <a:bodyPr wrap="square" lIns="0" tIns="0" rIns="0" bIns="0" rtlCol="0"/>
          <a:lstStyle/>
          <a:p>
            <a:endParaRPr/>
          </a:p>
        </p:txBody>
      </p:sp>
      <p:sp>
        <p:nvSpPr>
          <p:cNvPr id="435" name="object 435"/>
          <p:cNvSpPr/>
          <p:nvPr/>
        </p:nvSpPr>
        <p:spPr>
          <a:xfrm>
            <a:off x="1851660" y="6370320"/>
            <a:ext cx="50800" cy="78105"/>
          </a:xfrm>
          <a:custGeom>
            <a:avLst/>
            <a:gdLst/>
            <a:ahLst/>
            <a:cxnLst/>
            <a:rect l="l" t="t" r="r" b="b"/>
            <a:pathLst>
              <a:path w="50800" h="78104">
                <a:moveTo>
                  <a:pt x="32638" y="0"/>
                </a:moveTo>
                <a:lnTo>
                  <a:pt x="17652" y="0"/>
                </a:lnTo>
                <a:lnTo>
                  <a:pt x="11810" y="2590"/>
                </a:lnTo>
                <a:lnTo>
                  <a:pt x="0" y="38734"/>
                </a:lnTo>
                <a:lnTo>
                  <a:pt x="440" y="48929"/>
                </a:lnTo>
                <a:lnTo>
                  <a:pt x="17652" y="77723"/>
                </a:lnTo>
                <a:lnTo>
                  <a:pt x="32638" y="77723"/>
                </a:lnTo>
                <a:lnTo>
                  <a:pt x="38481" y="75133"/>
                </a:lnTo>
                <a:lnTo>
                  <a:pt x="42671" y="69938"/>
                </a:lnTo>
                <a:lnTo>
                  <a:pt x="45296" y="65620"/>
                </a:lnTo>
                <a:lnTo>
                  <a:pt x="23367" y="65620"/>
                </a:lnTo>
                <a:lnTo>
                  <a:pt x="21701" y="65062"/>
                </a:lnTo>
                <a:lnTo>
                  <a:pt x="18922" y="62852"/>
                </a:lnTo>
                <a:lnTo>
                  <a:pt x="17779" y="60629"/>
                </a:lnTo>
                <a:lnTo>
                  <a:pt x="16001" y="53949"/>
                </a:lnTo>
                <a:lnTo>
                  <a:pt x="15586" y="48929"/>
                </a:lnTo>
                <a:lnTo>
                  <a:pt x="15591" y="28735"/>
                </a:lnTo>
                <a:lnTo>
                  <a:pt x="23367" y="12103"/>
                </a:lnTo>
                <a:lnTo>
                  <a:pt x="45324" y="12103"/>
                </a:lnTo>
                <a:lnTo>
                  <a:pt x="42798" y="7886"/>
                </a:lnTo>
                <a:lnTo>
                  <a:pt x="38481" y="2628"/>
                </a:lnTo>
                <a:lnTo>
                  <a:pt x="32638" y="0"/>
                </a:lnTo>
                <a:close/>
              </a:path>
              <a:path w="50800" h="78104">
                <a:moveTo>
                  <a:pt x="45324" y="12103"/>
                </a:moveTo>
                <a:lnTo>
                  <a:pt x="26923" y="12103"/>
                </a:lnTo>
                <a:lnTo>
                  <a:pt x="28575" y="12661"/>
                </a:lnTo>
                <a:lnTo>
                  <a:pt x="31368" y="14909"/>
                </a:lnTo>
                <a:lnTo>
                  <a:pt x="32512" y="17144"/>
                </a:lnTo>
                <a:lnTo>
                  <a:pt x="34289" y="23825"/>
                </a:lnTo>
                <a:lnTo>
                  <a:pt x="34696" y="28735"/>
                </a:lnTo>
                <a:lnTo>
                  <a:pt x="34708" y="48929"/>
                </a:lnTo>
                <a:lnTo>
                  <a:pt x="34289" y="54152"/>
                </a:lnTo>
                <a:lnTo>
                  <a:pt x="33273" y="57886"/>
                </a:lnTo>
                <a:lnTo>
                  <a:pt x="32512" y="60794"/>
                </a:lnTo>
                <a:lnTo>
                  <a:pt x="31368" y="62814"/>
                </a:lnTo>
                <a:lnTo>
                  <a:pt x="28575" y="65062"/>
                </a:lnTo>
                <a:lnTo>
                  <a:pt x="26923" y="65620"/>
                </a:lnTo>
                <a:lnTo>
                  <a:pt x="45296" y="65620"/>
                </a:lnTo>
                <a:lnTo>
                  <a:pt x="46005" y="64454"/>
                </a:lnTo>
                <a:lnTo>
                  <a:pt x="48387" y="57451"/>
                </a:lnTo>
                <a:lnTo>
                  <a:pt x="49815" y="48929"/>
                </a:lnTo>
                <a:lnTo>
                  <a:pt x="50291"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436" name="object 436"/>
          <p:cNvSpPr/>
          <p:nvPr/>
        </p:nvSpPr>
        <p:spPr>
          <a:xfrm>
            <a:off x="2033016" y="6370320"/>
            <a:ext cx="33655" cy="78105"/>
          </a:xfrm>
          <a:custGeom>
            <a:avLst/>
            <a:gdLst/>
            <a:ahLst/>
            <a:cxnLst/>
            <a:rect l="l" t="t" r="r" b="b"/>
            <a:pathLst>
              <a:path w="33655" h="78104">
                <a:moveTo>
                  <a:pt x="33527" y="0"/>
                </a:moveTo>
                <a:lnTo>
                  <a:pt x="21716" y="0"/>
                </a:lnTo>
                <a:lnTo>
                  <a:pt x="19938" y="4711"/>
                </a:lnTo>
                <a:lnTo>
                  <a:pt x="16890" y="8839"/>
                </a:lnTo>
                <a:lnTo>
                  <a:pt x="8000" y="15925"/>
                </a:lnTo>
                <a:lnTo>
                  <a:pt x="3809" y="18326"/>
                </a:lnTo>
                <a:lnTo>
                  <a:pt x="0" y="19583"/>
                </a:lnTo>
                <a:lnTo>
                  <a:pt x="0" y="33058"/>
                </a:lnTo>
                <a:lnTo>
                  <a:pt x="7238" y="30619"/>
                </a:lnTo>
                <a:lnTo>
                  <a:pt x="13588" y="26873"/>
                </a:lnTo>
                <a:lnTo>
                  <a:pt x="18922" y="21805"/>
                </a:lnTo>
                <a:lnTo>
                  <a:pt x="18922" y="77723"/>
                </a:lnTo>
                <a:lnTo>
                  <a:pt x="33527" y="77723"/>
                </a:lnTo>
                <a:lnTo>
                  <a:pt x="33527" y="0"/>
                </a:lnTo>
                <a:close/>
              </a:path>
            </a:pathLst>
          </a:custGeom>
          <a:solidFill>
            <a:srgbClr val="4264DE">
              <a:alpha val="10195"/>
            </a:srgbClr>
          </a:solidFill>
        </p:spPr>
        <p:txBody>
          <a:bodyPr wrap="square" lIns="0" tIns="0" rIns="0" bIns="0" rtlCol="0"/>
          <a:lstStyle/>
          <a:p>
            <a:endParaRPr/>
          </a:p>
        </p:txBody>
      </p:sp>
      <p:sp>
        <p:nvSpPr>
          <p:cNvPr id="437" name="object 437"/>
          <p:cNvSpPr/>
          <p:nvPr/>
        </p:nvSpPr>
        <p:spPr>
          <a:xfrm>
            <a:off x="2199132" y="6370320"/>
            <a:ext cx="48895" cy="78105"/>
          </a:xfrm>
          <a:custGeom>
            <a:avLst/>
            <a:gdLst/>
            <a:ahLst/>
            <a:cxnLst/>
            <a:rect l="l" t="t" r="r" b="b"/>
            <a:pathLst>
              <a:path w="48894" h="78104">
                <a:moveTo>
                  <a:pt x="31623" y="0"/>
                </a:moveTo>
                <a:lnTo>
                  <a:pt x="17144" y="0"/>
                </a:lnTo>
                <a:lnTo>
                  <a:pt x="11430" y="2590"/>
                </a:lnTo>
                <a:lnTo>
                  <a:pt x="0" y="38734"/>
                </a:lnTo>
                <a:lnTo>
                  <a:pt x="438" y="48929"/>
                </a:lnTo>
                <a:lnTo>
                  <a:pt x="17018" y="77723"/>
                </a:lnTo>
                <a:lnTo>
                  <a:pt x="31623" y="77723"/>
                </a:lnTo>
                <a:lnTo>
                  <a:pt x="37337" y="75133"/>
                </a:lnTo>
                <a:lnTo>
                  <a:pt x="41401" y="69938"/>
                </a:lnTo>
                <a:lnTo>
                  <a:pt x="43953" y="65620"/>
                </a:lnTo>
                <a:lnTo>
                  <a:pt x="22606" y="65620"/>
                </a:lnTo>
                <a:lnTo>
                  <a:pt x="21065" y="65062"/>
                </a:lnTo>
                <a:lnTo>
                  <a:pt x="15182" y="48929"/>
                </a:lnTo>
                <a:lnTo>
                  <a:pt x="15186" y="28735"/>
                </a:lnTo>
                <a:lnTo>
                  <a:pt x="22606" y="12103"/>
                </a:lnTo>
                <a:lnTo>
                  <a:pt x="43911" y="12103"/>
                </a:lnTo>
                <a:lnTo>
                  <a:pt x="41401" y="7886"/>
                </a:lnTo>
                <a:lnTo>
                  <a:pt x="37337" y="2628"/>
                </a:lnTo>
                <a:lnTo>
                  <a:pt x="31623" y="0"/>
                </a:lnTo>
                <a:close/>
              </a:path>
              <a:path w="48894" h="78104">
                <a:moveTo>
                  <a:pt x="43911" y="12103"/>
                </a:moveTo>
                <a:lnTo>
                  <a:pt x="26162" y="12103"/>
                </a:lnTo>
                <a:lnTo>
                  <a:pt x="27686" y="12661"/>
                </a:lnTo>
                <a:lnTo>
                  <a:pt x="29082" y="13779"/>
                </a:lnTo>
                <a:lnTo>
                  <a:pt x="33588" y="48929"/>
                </a:lnTo>
                <a:lnTo>
                  <a:pt x="33274" y="54152"/>
                </a:lnTo>
                <a:lnTo>
                  <a:pt x="32257" y="57886"/>
                </a:lnTo>
                <a:lnTo>
                  <a:pt x="31495" y="60794"/>
                </a:lnTo>
                <a:lnTo>
                  <a:pt x="30353" y="62814"/>
                </a:lnTo>
                <a:lnTo>
                  <a:pt x="29051" y="63969"/>
                </a:lnTo>
                <a:lnTo>
                  <a:pt x="27651" y="65074"/>
                </a:lnTo>
                <a:lnTo>
                  <a:pt x="26162" y="65620"/>
                </a:lnTo>
                <a:lnTo>
                  <a:pt x="43953" y="65620"/>
                </a:lnTo>
                <a:lnTo>
                  <a:pt x="44642" y="64454"/>
                </a:lnTo>
                <a:lnTo>
                  <a:pt x="46942" y="57451"/>
                </a:lnTo>
                <a:lnTo>
                  <a:pt x="48313" y="48929"/>
                </a:lnTo>
                <a:lnTo>
                  <a:pt x="48768"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438" name="object 438"/>
          <p:cNvSpPr/>
          <p:nvPr/>
        </p:nvSpPr>
        <p:spPr>
          <a:xfrm>
            <a:off x="2380488" y="6370320"/>
            <a:ext cx="33655" cy="78105"/>
          </a:xfrm>
          <a:custGeom>
            <a:avLst/>
            <a:gdLst/>
            <a:ahLst/>
            <a:cxnLst/>
            <a:rect l="l" t="t" r="r" b="b"/>
            <a:pathLst>
              <a:path w="33655" h="78104">
                <a:moveTo>
                  <a:pt x="33528" y="0"/>
                </a:moveTo>
                <a:lnTo>
                  <a:pt x="21717" y="0"/>
                </a:lnTo>
                <a:lnTo>
                  <a:pt x="19938" y="4711"/>
                </a:lnTo>
                <a:lnTo>
                  <a:pt x="16891" y="8839"/>
                </a:lnTo>
                <a:lnTo>
                  <a:pt x="8000" y="15925"/>
                </a:lnTo>
                <a:lnTo>
                  <a:pt x="3810" y="18326"/>
                </a:lnTo>
                <a:lnTo>
                  <a:pt x="0" y="19583"/>
                </a:lnTo>
                <a:lnTo>
                  <a:pt x="0" y="33058"/>
                </a:lnTo>
                <a:lnTo>
                  <a:pt x="7238" y="30619"/>
                </a:lnTo>
                <a:lnTo>
                  <a:pt x="13588" y="26873"/>
                </a:lnTo>
                <a:lnTo>
                  <a:pt x="18923" y="21805"/>
                </a:lnTo>
                <a:lnTo>
                  <a:pt x="18923" y="77723"/>
                </a:lnTo>
                <a:lnTo>
                  <a:pt x="33528" y="77723"/>
                </a:lnTo>
                <a:lnTo>
                  <a:pt x="33528" y="0"/>
                </a:lnTo>
                <a:close/>
              </a:path>
            </a:pathLst>
          </a:custGeom>
          <a:solidFill>
            <a:srgbClr val="4264DE">
              <a:alpha val="10195"/>
            </a:srgbClr>
          </a:solidFill>
        </p:spPr>
        <p:txBody>
          <a:bodyPr wrap="square" lIns="0" tIns="0" rIns="0" bIns="0" rtlCol="0"/>
          <a:lstStyle/>
          <a:p>
            <a:endParaRPr/>
          </a:p>
        </p:txBody>
      </p:sp>
      <p:sp>
        <p:nvSpPr>
          <p:cNvPr id="439" name="object 439"/>
          <p:cNvSpPr/>
          <p:nvPr/>
        </p:nvSpPr>
        <p:spPr>
          <a:xfrm>
            <a:off x="2545079" y="6370320"/>
            <a:ext cx="50800" cy="78105"/>
          </a:xfrm>
          <a:custGeom>
            <a:avLst/>
            <a:gdLst/>
            <a:ahLst/>
            <a:cxnLst/>
            <a:rect l="l" t="t" r="r" b="b"/>
            <a:pathLst>
              <a:path w="50800" h="78104">
                <a:moveTo>
                  <a:pt x="32638" y="0"/>
                </a:moveTo>
                <a:lnTo>
                  <a:pt x="17652" y="0"/>
                </a:lnTo>
                <a:lnTo>
                  <a:pt x="11811" y="2590"/>
                </a:lnTo>
                <a:lnTo>
                  <a:pt x="0" y="38734"/>
                </a:lnTo>
                <a:lnTo>
                  <a:pt x="440" y="48929"/>
                </a:lnTo>
                <a:lnTo>
                  <a:pt x="17652" y="77723"/>
                </a:lnTo>
                <a:lnTo>
                  <a:pt x="32638" y="77723"/>
                </a:lnTo>
                <a:lnTo>
                  <a:pt x="38481" y="75133"/>
                </a:lnTo>
                <a:lnTo>
                  <a:pt x="42671" y="69938"/>
                </a:lnTo>
                <a:lnTo>
                  <a:pt x="45296" y="65620"/>
                </a:lnTo>
                <a:lnTo>
                  <a:pt x="23368" y="65620"/>
                </a:lnTo>
                <a:lnTo>
                  <a:pt x="21701" y="65062"/>
                </a:lnTo>
                <a:lnTo>
                  <a:pt x="18922" y="62852"/>
                </a:lnTo>
                <a:lnTo>
                  <a:pt x="17780" y="60629"/>
                </a:lnTo>
                <a:lnTo>
                  <a:pt x="16001" y="53949"/>
                </a:lnTo>
                <a:lnTo>
                  <a:pt x="15586" y="48929"/>
                </a:lnTo>
                <a:lnTo>
                  <a:pt x="15591" y="28735"/>
                </a:lnTo>
                <a:lnTo>
                  <a:pt x="23368" y="12103"/>
                </a:lnTo>
                <a:lnTo>
                  <a:pt x="45324" y="12103"/>
                </a:lnTo>
                <a:lnTo>
                  <a:pt x="42799" y="7886"/>
                </a:lnTo>
                <a:lnTo>
                  <a:pt x="38481" y="2628"/>
                </a:lnTo>
                <a:lnTo>
                  <a:pt x="32638" y="0"/>
                </a:lnTo>
                <a:close/>
              </a:path>
              <a:path w="50800" h="78104">
                <a:moveTo>
                  <a:pt x="45324" y="12103"/>
                </a:moveTo>
                <a:lnTo>
                  <a:pt x="26924" y="12103"/>
                </a:lnTo>
                <a:lnTo>
                  <a:pt x="28575" y="12661"/>
                </a:lnTo>
                <a:lnTo>
                  <a:pt x="31368" y="14909"/>
                </a:lnTo>
                <a:lnTo>
                  <a:pt x="32512" y="17144"/>
                </a:lnTo>
                <a:lnTo>
                  <a:pt x="34289" y="23825"/>
                </a:lnTo>
                <a:lnTo>
                  <a:pt x="34696" y="28735"/>
                </a:lnTo>
                <a:lnTo>
                  <a:pt x="34708" y="48929"/>
                </a:lnTo>
                <a:lnTo>
                  <a:pt x="34289" y="54152"/>
                </a:lnTo>
                <a:lnTo>
                  <a:pt x="33274" y="57886"/>
                </a:lnTo>
                <a:lnTo>
                  <a:pt x="32512" y="60794"/>
                </a:lnTo>
                <a:lnTo>
                  <a:pt x="31368" y="62814"/>
                </a:lnTo>
                <a:lnTo>
                  <a:pt x="28575" y="65062"/>
                </a:lnTo>
                <a:lnTo>
                  <a:pt x="26924" y="65620"/>
                </a:lnTo>
                <a:lnTo>
                  <a:pt x="45296" y="65620"/>
                </a:lnTo>
                <a:lnTo>
                  <a:pt x="46005" y="64454"/>
                </a:lnTo>
                <a:lnTo>
                  <a:pt x="48387" y="57451"/>
                </a:lnTo>
                <a:lnTo>
                  <a:pt x="49815" y="48929"/>
                </a:lnTo>
                <a:lnTo>
                  <a:pt x="50292"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440" name="object 440"/>
          <p:cNvSpPr/>
          <p:nvPr/>
        </p:nvSpPr>
        <p:spPr>
          <a:xfrm>
            <a:off x="2726435" y="6370320"/>
            <a:ext cx="33655" cy="78105"/>
          </a:xfrm>
          <a:custGeom>
            <a:avLst/>
            <a:gdLst/>
            <a:ahLst/>
            <a:cxnLst/>
            <a:rect l="l" t="t" r="r" b="b"/>
            <a:pathLst>
              <a:path w="33655" h="78104">
                <a:moveTo>
                  <a:pt x="33527" y="0"/>
                </a:moveTo>
                <a:lnTo>
                  <a:pt x="21716" y="0"/>
                </a:lnTo>
                <a:lnTo>
                  <a:pt x="19938" y="4711"/>
                </a:lnTo>
                <a:lnTo>
                  <a:pt x="16890" y="8839"/>
                </a:lnTo>
                <a:lnTo>
                  <a:pt x="8000" y="15925"/>
                </a:lnTo>
                <a:lnTo>
                  <a:pt x="3809" y="18326"/>
                </a:lnTo>
                <a:lnTo>
                  <a:pt x="0" y="19583"/>
                </a:lnTo>
                <a:lnTo>
                  <a:pt x="0" y="33058"/>
                </a:lnTo>
                <a:lnTo>
                  <a:pt x="7238" y="30619"/>
                </a:lnTo>
                <a:lnTo>
                  <a:pt x="13588" y="26873"/>
                </a:lnTo>
                <a:lnTo>
                  <a:pt x="18922" y="21805"/>
                </a:lnTo>
                <a:lnTo>
                  <a:pt x="18922" y="77723"/>
                </a:lnTo>
                <a:lnTo>
                  <a:pt x="33527" y="77723"/>
                </a:lnTo>
                <a:lnTo>
                  <a:pt x="33527" y="0"/>
                </a:lnTo>
                <a:close/>
              </a:path>
            </a:pathLst>
          </a:custGeom>
          <a:solidFill>
            <a:srgbClr val="4264DE">
              <a:alpha val="10195"/>
            </a:srgbClr>
          </a:solidFill>
        </p:spPr>
        <p:txBody>
          <a:bodyPr wrap="square" lIns="0" tIns="0" rIns="0" bIns="0" rtlCol="0"/>
          <a:lstStyle/>
          <a:p>
            <a:endParaRPr/>
          </a:p>
        </p:txBody>
      </p:sp>
      <p:sp>
        <p:nvSpPr>
          <p:cNvPr id="441" name="object 441"/>
          <p:cNvSpPr/>
          <p:nvPr/>
        </p:nvSpPr>
        <p:spPr>
          <a:xfrm>
            <a:off x="2892551" y="6370320"/>
            <a:ext cx="48895" cy="78105"/>
          </a:xfrm>
          <a:custGeom>
            <a:avLst/>
            <a:gdLst/>
            <a:ahLst/>
            <a:cxnLst/>
            <a:rect l="l" t="t" r="r" b="b"/>
            <a:pathLst>
              <a:path w="48894" h="78104">
                <a:moveTo>
                  <a:pt x="31623" y="0"/>
                </a:moveTo>
                <a:lnTo>
                  <a:pt x="17145" y="0"/>
                </a:lnTo>
                <a:lnTo>
                  <a:pt x="11430" y="2590"/>
                </a:lnTo>
                <a:lnTo>
                  <a:pt x="0" y="38734"/>
                </a:lnTo>
                <a:lnTo>
                  <a:pt x="438" y="48929"/>
                </a:lnTo>
                <a:lnTo>
                  <a:pt x="17018" y="77723"/>
                </a:lnTo>
                <a:lnTo>
                  <a:pt x="31623" y="77723"/>
                </a:lnTo>
                <a:lnTo>
                  <a:pt x="37337" y="75133"/>
                </a:lnTo>
                <a:lnTo>
                  <a:pt x="41402" y="69938"/>
                </a:lnTo>
                <a:lnTo>
                  <a:pt x="43953" y="65620"/>
                </a:lnTo>
                <a:lnTo>
                  <a:pt x="22606" y="65620"/>
                </a:lnTo>
                <a:lnTo>
                  <a:pt x="21065" y="65062"/>
                </a:lnTo>
                <a:lnTo>
                  <a:pt x="15182" y="48929"/>
                </a:lnTo>
                <a:lnTo>
                  <a:pt x="15186" y="28735"/>
                </a:lnTo>
                <a:lnTo>
                  <a:pt x="22606" y="12103"/>
                </a:lnTo>
                <a:lnTo>
                  <a:pt x="43911" y="12103"/>
                </a:lnTo>
                <a:lnTo>
                  <a:pt x="41402" y="7886"/>
                </a:lnTo>
                <a:lnTo>
                  <a:pt x="37337" y="2628"/>
                </a:lnTo>
                <a:lnTo>
                  <a:pt x="31623" y="0"/>
                </a:lnTo>
                <a:close/>
              </a:path>
              <a:path w="48894" h="78104">
                <a:moveTo>
                  <a:pt x="43911" y="12103"/>
                </a:moveTo>
                <a:lnTo>
                  <a:pt x="26162" y="12103"/>
                </a:lnTo>
                <a:lnTo>
                  <a:pt x="27686" y="12661"/>
                </a:lnTo>
                <a:lnTo>
                  <a:pt x="29083" y="13779"/>
                </a:lnTo>
                <a:lnTo>
                  <a:pt x="33588" y="48929"/>
                </a:lnTo>
                <a:lnTo>
                  <a:pt x="33274" y="54152"/>
                </a:lnTo>
                <a:lnTo>
                  <a:pt x="32258" y="57886"/>
                </a:lnTo>
                <a:lnTo>
                  <a:pt x="31496" y="60794"/>
                </a:lnTo>
                <a:lnTo>
                  <a:pt x="30353" y="62814"/>
                </a:lnTo>
                <a:lnTo>
                  <a:pt x="29051" y="63969"/>
                </a:lnTo>
                <a:lnTo>
                  <a:pt x="27651" y="65074"/>
                </a:lnTo>
                <a:lnTo>
                  <a:pt x="26162" y="65620"/>
                </a:lnTo>
                <a:lnTo>
                  <a:pt x="43953" y="65620"/>
                </a:lnTo>
                <a:lnTo>
                  <a:pt x="44642" y="64454"/>
                </a:lnTo>
                <a:lnTo>
                  <a:pt x="46942" y="57451"/>
                </a:lnTo>
                <a:lnTo>
                  <a:pt x="48313" y="48929"/>
                </a:lnTo>
                <a:lnTo>
                  <a:pt x="48768"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442" name="object 442"/>
          <p:cNvSpPr/>
          <p:nvPr/>
        </p:nvSpPr>
        <p:spPr>
          <a:xfrm>
            <a:off x="3073907" y="6370320"/>
            <a:ext cx="33655" cy="78105"/>
          </a:xfrm>
          <a:custGeom>
            <a:avLst/>
            <a:gdLst/>
            <a:ahLst/>
            <a:cxnLst/>
            <a:rect l="l" t="t" r="r" b="b"/>
            <a:pathLst>
              <a:path w="33655" h="78104">
                <a:moveTo>
                  <a:pt x="33528" y="0"/>
                </a:moveTo>
                <a:lnTo>
                  <a:pt x="21717" y="0"/>
                </a:lnTo>
                <a:lnTo>
                  <a:pt x="19939" y="4711"/>
                </a:lnTo>
                <a:lnTo>
                  <a:pt x="16891" y="8839"/>
                </a:lnTo>
                <a:lnTo>
                  <a:pt x="8000" y="15925"/>
                </a:lnTo>
                <a:lnTo>
                  <a:pt x="3810" y="18326"/>
                </a:lnTo>
                <a:lnTo>
                  <a:pt x="0" y="19583"/>
                </a:lnTo>
                <a:lnTo>
                  <a:pt x="0" y="33058"/>
                </a:lnTo>
                <a:lnTo>
                  <a:pt x="7239" y="30619"/>
                </a:lnTo>
                <a:lnTo>
                  <a:pt x="13589" y="26873"/>
                </a:lnTo>
                <a:lnTo>
                  <a:pt x="18923" y="21805"/>
                </a:lnTo>
                <a:lnTo>
                  <a:pt x="18923" y="77723"/>
                </a:lnTo>
                <a:lnTo>
                  <a:pt x="33528" y="77723"/>
                </a:lnTo>
                <a:lnTo>
                  <a:pt x="33528" y="0"/>
                </a:lnTo>
                <a:close/>
              </a:path>
            </a:pathLst>
          </a:custGeom>
          <a:solidFill>
            <a:srgbClr val="4264DE">
              <a:alpha val="10195"/>
            </a:srgbClr>
          </a:solidFill>
        </p:spPr>
        <p:txBody>
          <a:bodyPr wrap="square" lIns="0" tIns="0" rIns="0" bIns="0" rtlCol="0"/>
          <a:lstStyle/>
          <a:p>
            <a:endParaRPr/>
          </a:p>
        </p:txBody>
      </p:sp>
      <p:sp>
        <p:nvSpPr>
          <p:cNvPr id="443" name="object 443"/>
          <p:cNvSpPr/>
          <p:nvPr/>
        </p:nvSpPr>
        <p:spPr>
          <a:xfrm>
            <a:off x="3238500" y="6370320"/>
            <a:ext cx="50800" cy="78105"/>
          </a:xfrm>
          <a:custGeom>
            <a:avLst/>
            <a:gdLst/>
            <a:ahLst/>
            <a:cxnLst/>
            <a:rect l="l" t="t" r="r" b="b"/>
            <a:pathLst>
              <a:path w="50800" h="78104">
                <a:moveTo>
                  <a:pt x="32638" y="0"/>
                </a:moveTo>
                <a:lnTo>
                  <a:pt x="17652" y="0"/>
                </a:lnTo>
                <a:lnTo>
                  <a:pt x="11811" y="2590"/>
                </a:lnTo>
                <a:lnTo>
                  <a:pt x="0" y="38734"/>
                </a:lnTo>
                <a:lnTo>
                  <a:pt x="440" y="48929"/>
                </a:lnTo>
                <a:lnTo>
                  <a:pt x="17652" y="77723"/>
                </a:lnTo>
                <a:lnTo>
                  <a:pt x="32638" y="77723"/>
                </a:lnTo>
                <a:lnTo>
                  <a:pt x="38480" y="75133"/>
                </a:lnTo>
                <a:lnTo>
                  <a:pt x="42672" y="69938"/>
                </a:lnTo>
                <a:lnTo>
                  <a:pt x="45296" y="65620"/>
                </a:lnTo>
                <a:lnTo>
                  <a:pt x="23367" y="65620"/>
                </a:lnTo>
                <a:lnTo>
                  <a:pt x="21701" y="65062"/>
                </a:lnTo>
                <a:lnTo>
                  <a:pt x="18923" y="62852"/>
                </a:lnTo>
                <a:lnTo>
                  <a:pt x="17779" y="60629"/>
                </a:lnTo>
                <a:lnTo>
                  <a:pt x="16001" y="53949"/>
                </a:lnTo>
                <a:lnTo>
                  <a:pt x="15586" y="48929"/>
                </a:lnTo>
                <a:lnTo>
                  <a:pt x="15591" y="28735"/>
                </a:lnTo>
                <a:lnTo>
                  <a:pt x="23367" y="12103"/>
                </a:lnTo>
                <a:lnTo>
                  <a:pt x="45324" y="12103"/>
                </a:lnTo>
                <a:lnTo>
                  <a:pt x="42799" y="7886"/>
                </a:lnTo>
                <a:lnTo>
                  <a:pt x="38480" y="2628"/>
                </a:lnTo>
                <a:lnTo>
                  <a:pt x="32638" y="0"/>
                </a:lnTo>
                <a:close/>
              </a:path>
              <a:path w="50800" h="78104">
                <a:moveTo>
                  <a:pt x="45324" y="12103"/>
                </a:moveTo>
                <a:lnTo>
                  <a:pt x="26924" y="12103"/>
                </a:lnTo>
                <a:lnTo>
                  <a:pt x="28575" y="12661"/>
                </a:lnTo>
                <a:lnTo>
                  <a:pt x="31369" y="14909"/>
                </a:lnTo>
                <a:lnTo>
                  <a:pt x="32512" y="17144"/>
                </a:lnTo>
                <a:lnTo>
                  <a:pt x="34289" y="23825"/>
                </a:lnTo>
                <a:lnTo>
                  <a:pt x="34696" y="28735"/>
                </a:lnTo>
                <a:lnTo>
                  <a:pt x="34708" y="48929"/>
                </a:lnTo>
                <a:lnTo>
                  <a:pt x="34289" y="54152"/>
                </a:lnTo>
                <a:lnTo>
                  <a:pt x="33274" y="57886"/>
                </a:lnTo>
                <a:lnTo>
                  <a:pt x="32512" y="60794"/>
                </a:lnTo>
                <a:lnTo>
                  <a:pt x="31369" y="62814"/>
                </a:lnTo>
                <a:lnTo>
                  <a:pt x="28575" y="65062"/>
                </a:lnTo>
                <a:lnTo>
                  <a:pt x="26924" y="65620"/>
                </a:lnTo>
                <a:lnTo>
                  <a:pt x="45296" y="65620"/>
                </a:lnTo>
                <a:lnTo>
                  <a:pt x="46005" y="64454"/>
                </a:lnTo>
                <a:lnTo>
                  <a:pt x="48386" y="57451"/>
                </a:lnTo>
                <a:lnTo>
                  <a:pt x="49815" y="48929"/>
                </a:lnTo>
                <a:lnTo>
                  <a:pt x="50291"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444" name="object 444"/>
          <p:cNvSpPr/>
          <p:nvPr/>
        </p:nvSpPr>
        <p:spPr>
          <a:xfrm>
            <a:off x="3419855" y="6370320"/>
            <a:ext cx="33655" cy="78105"/>
          </a:xfrm>
          <a:custGeom>
            <a:avLst/>
            <a:gdLst/>
            <a:ahLst/>
            <a:cxnLst/>
            <a:rect l="l" t="t" r="r" b="b"/>
            <a:pathLst>
              <a:path w="33654" h="78104">
                <a:moveTo>
                  <a:pt x="33528" y="0"/>
                </a:moveTo>
                <a:lnTo>
                  <a:pt x="21717" y="0"/>
                </a:lnTo>
                <a:lnTo>
                  <a:pt x="19939" y="4711"/>
                </a:lnTo>
                <a:lnTo>
                  <a:pt x="16891" y="8839"/>
                </a:lnTo>
                <a:lnTo>
                  <a:pt x="8001" y="15925"/>
                </a:lnTo>
                <a:lnTo>
                  <a:pt x="3810" y="18326"/>
                </a:lnTo>
                <a:lnTo>
                  <a:pt x="0" y="19583"/>
                </a:lnTo>
                <a:lnTo>
                  <a:pt x="0" y="33058"/>
                </a:lnTo>
                <a:lnTo>
                  <a:pt x="7239" y="30619"/>
                </a:lnTo>
                <a:lnTo>
                  <a:pt x="13589" y="26873"/>
                </a:lnTo>
                <a:lnTo>
                  <a:pt x="18923" y="21805"/>
                </a:lnTo>
                <a:lnTo>
                  <a:pt x="18923" y="77723"/>
                </a:lnTo>
                <a:lnTo>
                  <a:pt x="33528" y="77723"/>
                </a:lnTo>
                <a:lnTo>
                  <a:pt x="33528" y="0"/>
                </a:lnTo>
                <a:close/>
              </a:path>
            </a:pathLst>
          </a:custGeom>
          <a:solidFill>
            <a:srgbClr val="4264DE">
              <a:alpha val="10195"/>
            </a:srgbClr>
          </a:solidFill>
        </p:spPr>
        <p:txBody>
          <a:bodyPr wrap="square" lIns="0" tIns="0" rIns="0" bIns="0" rtlCol="0"/>
          <a:lstStyle/>
          <a:p>
            <a:endParaRPr/>
          </a:p>
        </p:txBody>
      </p:sp>
      <p:sp>
        <p:nvSpPr>
          <p:cNvPr id="445" name="object 445"/>
          <p:cNvSpPr/>
          <p:nvPr/>
        </p:nvSpPr>
        <p:spPr>
          <a:xfrm>
            <a:off x="3585971" y="6370320"/>
            <a:ext cx="48895" cy="78105"/>
          </a:xfrm>
          <a:custGeom>
            <a:avLst/>
            <a:gdLst/>
            <a:ahLst/>
            <a:cxnLst/>
            <a:rect l="l" t="t" r="r" b="b"/>
            <a:pathLst>
              <a:path w="48895" h="78104">
                <a:moveTo>
                  <a:pt x="31623" y="0"/>
                </a:moveTo>
                <a:lnTo>
                  <a:pt x="17144" y="0"/>
                </a:lnTo>
                <a:lnTo>
                  <a:pt x="11429" y="2590"/>
                </a:lnTo>
                <a:lnTo>
                  <a:pt x="0" y="38734"/>
                </a:lnTo>
                <a:lnTo>
                  <a:pt x="438" y="48929"/>
                </a:lnTo>
                <a:lnTo>
                  <a:pt x="17017" y="77723"/>
                </a:lnTo>
                <a:lnTo>
                  <a:pt x="31623" y="77723"/>
                </a:lnTo>
                <a:lnTo>
                  <a:pt x="37337" y="75133"/>
                </a:lnTo>
                <a:lnTo>
                  <a:pt x="41401" y="69938"/>
                </a:lnTo>
                <a:lnTo>
                  <a:pt x="43953" y="65620"/>
                </a:lnTo>
                <a:lnTo>
                  <a:pt x="22605" y="65620"/>
                </a:lnTo>
                <a:lnTo>
                  <a:pt x="21065" y="65062"/>
                </a:lnTo>
                <a:lnTo>
                  <a:pt x="15182" y="48929"/>
                </a:lnTo>
                <a:lnTo>
                  <a:pt x="15186" y="28735"/>
                </a:lnTo>
                <a:lnTo>
                  <a:pt x="22605" y="12103"/>
                </a:lnTo>
                <a:lnTo>
                  <a:pt x="43911" y="12103"/>
                </a:lnTo>
                <a:lnTo>
                  <a:pt x="41401" y="7886"/>
                </a:lnTo>
                <a:lnTo>
                  <a:pt x="37337" y="2628"/>
                </a:lnTo>
                <a:lnTo>
                  <a:pt x="31623" y="0"/>
                </a:lnTo>
                <a:close/>
              </a:path>
              <a:path w="48895" h="78104">
                <a:moveTo>
                  <a:pt x="43911" y="12103"/>
                </a:moveTo>
                <a:lnTo>
                  <a:pt x="26162" y="12103"/>
                </a:lnTo>
                <a:lnTo>
                  <a:pt x="27686" y="12661"/>
                </a:lnTo>
                <a:lnTo>
                  <a:pt x="29082" y="13779"/>
                </a:lnTo>
                <a:lnTo>
                  <a:pt x="33588" y="48929"/>
                </a:lnTo>
                <a:lnTo>
                  <a:pt x="33274" y="54152"/>
                </a:lnTo>
                <a:lnTo>
                  <a:pt x="32257" y="57886"/>
                </a:lnTo>
                <a:lnTo>
                  <a:pt x="31495" y="60794"/>
                </a:lnTo>
                <a:lnTo>
                  <a:pt x="30352" y="62814"/>
                </a:lnTo>
                <a:lnTo>
                  <a:pt x="29051" y="63969"/>
                </a:lnTo>
                <a:lnTo>
                  <a:pt x="27651" y="65074"/>
                </a:lnTo>
                <a:lnTo>
                  <a:pt x="26162" y="65620"/>
                </a:lnTo>
                <a:lnTo>
                  <a:pt x="43953" y="65620"/>
                </a:lnTo>
                <a:lnTo>
                  <a:pt x="44642" y="64454"/>
                </a:lnTo>
                <a:lnTo>
                  <a:pt x="46942" y="57451"/>
                </a:lnTo>
                <a:lnTo>
                  <a:pt x="48313" y="48929"/>
                </a:lnTo>
                <a:lnTo>
                  <a:pt x="48767"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446" name="object 446"/>
          <p:cNvSpPr/>
          <p:nvPr/>
        </p:nvSpPr>
        <p:spPr>
          <a:xfrm>
            <a:off x="3767328" y="6370320"/>
            <a:ext cx="33655" cy="78105"/>
          </a:xfrm>
          <a:custGeom>
            <a:avLst/>
            <a:gdLst/>
            <a:ahLst/>
            <a:cxnLst/>
            <a:rect l="l" t="t" r="r" b="b"/>
            <a:pathLst>
              <a:path w="33654" h="78104">
                <a:moveTo>
                  <a:pt x="33527" y="0"/>
                </a:moveTo>
                <a:lnTo>
                  <a:pt x="21717" y="0"/>
                </a:lnTo>
                <a:lnTo>
                  <a:pt x="19938" y="4711"/>
                </a:lnTo>
                <a:lnTo>
                  <a:pt x="16891" y="8839"/>
                </a:lnTo>
                <a:lnTo>
                  <a:pt x="8000" y="15925"/>
                </a:lnTo>
                <a:lnTo>
                  <a:pt x="3810" y="18326"/>
                </a:lnTo>
                <a:lnTo>
                  <a:pt x="0" y="19583"/>
                </a:lnTo>
                <a:lnTo>
                  <a:pt x="0" y="33058"/>
                </a:lnTo>
                <a:lnTo>
                  <a:pt x="7238" y="30619"/>
                </a:lnTo>
                <a:lnTo>
                  <a:pt x="13588" y="26873"/>
                </a:lnTo>
                <a:lnTo>
                  <a:pt x="18923" y="21805"/>
                </a:lnTo>
                <a:lnTo>
                  <a:pt x="18923" y="77723"/>
                </a:lnTo>
                <a:lnTo>
                  <a:pt x="33527" y="77723"/>
                </a:lnTo>
                <a:lnTo>
                  <a:pt x="33527" y="0"/>
                </a:lnTo>
                <a:close/>
              </a:path>
            </a:pathLst>
          </a:custGeom>
          <a:solidFill>
            <a:srgbClr val="4264DE">
              <a:alpha val="10195"/>
            </a:srgbClr>
          </a:solidFill>
        </p:spPr>
        <p:txBody>
          <a:bodyPr wrap="square" lIns="0" tIns="0" rIns="0" bIns="0" rtlCol="0"/>
          <a:lstStyle/>
          <a:p>
            <a:endParaRPr/>
          </a:p>
        </p:txBody>
      </p:sp>
      <p:sp>
        <p:nvSpPr>
          <p:cNvPr id="447" name="object 447"/>
          <p:cNvSpPr/>
          <p:nvPr/>
        </p:nvSpPr>
        <p:spPr>
          <a:xfrm>
            <a:off x="3931920" y="6370320"/>
            <a:ext cx="50800" cy="78105"/>
          </a:xfrm>
          <a:custGeom>
            <a:avLst/>
            <a:gdLst/>
            <a:ahLst/>
            <a:cxnLst/>
            <a:rect l="l" t="t" r="r" b="b"/>
            <a:pathLst>
              <a:path w="50800" h="78104">
                <a:moveTo>
                  <a:pt x="32638" y="0"/>
                </a:moveTo>
                <a:lnTo>
                  <a:pt x="17652" y="0"/>
                </a:lnTo>
                <a:lnTo>
                  <a:pt x="11810" y="2590"/>
                </a:lnTo>
                <a:lnTo>
                  <a:pt x="0" y="38734"/>
                </a:lnTo>
                <a:lnTo>
                  <a:pt x="440" y="48929"/>
                </a:lnTo>
                <a:lnTo>
                  <a:pt x="17652" y="77723"/>
                </a:lnTo>
                <a:lnTo>
                  <a:pt x="32638" y="77723"/>
                </a:lnTo>
                <a:lnTo>
                  <a:pt x="38480" y="75133"/>
                </a:lnTo>
                <a:lnTo>
                  <a:pt x="42671" y="69938"/>
                </a:lnTo>
                <a:lnTo>
                  <a:pt x="45296" y="65620"/>
                </a:lnTo>
                <a:lnTo>
                  <a:pt x="23367" y="65620"/>
                </a:lnTo>
                <a:lnTo>
                  <a:pt x="21701" y="65062"/>
                </a:lnTo>
                <a:lnTo>
                  <a:pt x="18922" y="62852"/>
                </a:lnTo>
                <a:lnTo>
                  <a:pt x="17779" y="60629"/>
                </a:lnTo>
                <a:lnTo>
                  <a:pt x="16001" y="53949"/>
                </a:lnTo>
                <a:lnTo>
                  <a:pt x="15586" y="48929"/>
                </a:lnTo>
                <a:lnTo>
                  <a:pt x="15591" y="28735"/>
                </a:lnTo>
                <a:lnTo>
                  <a:pt x="23367" y="12103"/>
                </a:lnTo>
                <a:lnTo>
                  <a:pt x="45324" y="12103"/>
                </a:lnTo>
                <a:lnTo>
                  <a:pt x="42799" y="7886"/>
                </a:lnTo>
                <a:lnTo>
                  <a:pt x="38480" y="2628"/>
                </a:lnTo>
                <a:lnTo>
                  <a:pt x="32638" y="0"/>
                </a:lnTo>
                <a:close/>
              </a:path>
              <a:path w="50800" h="78104">
                <a:moveTo>
                  <a:pt x="45324" y="12103"/>
                </a:moveTo>
                <a:lnTo>
                  <a:pt x="26924" y="12103"/>
                </a:lnTo>
                <a:lnTo>
                  <a:pt x="28575" y="12661"/>
                </a:lnTo>
                <a:lnTo>
                  <a:pt x="31368" y="14909"/>
                </a:lnTo>
                <a:lnTo>
                  <a:pt x="32512" y="17144"/>
                </a:lnTo>
                <a:lnTo>
                  <a:pt x="34289" y="23825"/>
                </a:lnTo>
                <a:lnTo>
                  <a:pt x="34696" y="28735"/>
                </a:lnTo>
                <a:lnTo>
                  <a:pt x="34708" y="48929"/>
                </a:lnTo>
                <a:lnTo>
                  <a:pt x="34289" y="54152"/>
                </a:lnTo>
                <a:lnTo>
                  <a:pt x="33274" y="57886"/>
                </a:lnTo>
                <a:lnTo>
                  <a:pt x="32512" y="60794"/>
                </a:lnTo>
                <a:lnTo>
                  <a:pt x="31368" y="62814"/>
                </a:lnTo>
                <a:lnTo>
                  <a:pt x="28575" y="65062"/>
                </a:lnTo>
                <a:lnTo>
                  <a:pt x="26924" y="65620"/>
                </a:lnTo>
                <a:lnTo>
                  <a:pt x="45296" y="65620"/>
                </a:lnTo>
                <a:lnTo>
                  <a:pt x="46005" y="64454"/>
                </a:lnTo>
                <a:lnTo>
                  <a:pt x="48386" y="57451"/>
                </a:lnTo>
                <a:lnTo>
                  <a:pt x="49815" y="48929"/>
                </a:lnTo>
                <a:lnTo>
                  <a:pt x="50291"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448" name="object 448"/>
          <p:cNvSpPr/>
          <p:nvPr/>
        </p:nvSpPr>
        <p:spPr>
          <a:xfrm>
            <a:off x="4113276" y="6370320"/>
            <a:ext cx="33655" cy="78105"/>
          </a:xfrm>
          <a:custGeom>
            <a:avLst/>
            <a:gdLst/>
            <a:ahLst/>
            <a:cxnLst/>
            <a:rect l="l" t="t" r="r" b="b"/>
            <a:pathLst>
              <a:path w="33654" h="78104">
                <a:moveTo>
                  <a:pt x="33527" y="0"/>
                </a:moveTo>
                <a:lnTo>
                  <a:pt x="21716" y="0"/>
                </a:lnTo>
                <a:lnTo>
                  <a:pt x="19938" y="4711"/>
                </a:lnTo>
                <a:lnTo>
                  <a:pt x="16890" y="8839"/>
                </a:lnTo>
                <a:lnTo>
                  <a:pt x="8000" y="15925"/>
                </a:lnTo>
                <a:lnTo>
                  <a:pt x="3810" y="18326"/>
                </a:lnTo>
                <a:lnTo>
                  <a:pt x="0" y="19583"/>
                </a:lnTo>
                <a:lnTo>
                  <a:pt x="0" y="33058"/>
                </a:lnTo>
                <a:lnTo>
                  <a:pt x="7238" y="30619"/>
                </a:lnTo>
                <a:lnTo>
                  <a:pt x="13588" y="26873"/>
                </a:lnTo>
                <a:lnTo>
                  <a:pt x="18923" y="21805"/>
                </a:lnTo>
                <a:lnTo>
                  <a:pt x="18923" y="77723"/>
                </a:lnTo>
                <a:lnTo>
                  <a:pt x="33527" y="77723"/>
                </a:lnTo>
                <a:lnTo>
                  <a:pt x="33527" y="0"/>
                </a:lnTo>
                <a:close/>
              </a:path>
            </a:pathLst>
          </a:custGeom>
          <a:solidFill>
            <a:srgbClr val="4264DE">
              <a:alpha val="10195"/>
            </a:srgbClr>
          </a:solidFill>
        </p:spPr>
        <p:txBody>
          <a:bodyPr wrap="square" lIns="0" tIns="0" rIns="0" bIns="0" rtlCol="0"/>
          <a:lstStyle/>
          <a:p>
            <a:endParaRPr/>
          </a:p>
        </p:txBody>
      </p:sp>
      <p:sp>
        <p:nvSpPr>
          <p:cNvPr id="449" name="object 449"/>
          <p:cNvSpPr/>
          <p:nvPr/>
        </p:nvSpPr>
        <p:spPr>
          <a:xfrm>
            <a:off x="4279391" y="6370320"/>
            <a:ext cx="48895" cy="78105"/>
          </a:xfrm>
          <a:custGeom>
            <a:avLst/>
            <a:gdLst/>
            <a:ahLst/>
            <a:cxnLst/>
            <a:rect l="l" t="t" r="r" b="b"/>
            <a:pathLst>
              <a:path w="48895" h="78104">
                <a:moveTo>
                  <a:pt x="31623" y="0"/>
                </a:moveTo>
                <a:lnTo>
                  <a:pt x="17145" y="0"/>
                </a:lnTo>
                <a:lnTo>
                  <a:pt x="11430" y="2590"/>
                </a:lnTo>
                <a:lnTo>
                  <a:pt x="0" y="38734"/>
                </a:lnTo>
                <a:lnTo>
                  <a:pt x="438" y="48929"/>
                </a:lnTo>
                <a:lnTo>
                  <a:pt x="17018" y="77723"/>
                </a:lnTo>
                <a:lnTo>
                  <a:pt x="31623" y="77723"/>
                </a:lnTo>
                <a:lnTo>
                  <a:pt x="37337" y="75133"/>
                </a:lnTo>
                <a:lnTo>
                  <a:pt x="41402" y="69938"/>
                </a:lnTo>
                <a:lnTo>
                  <a:pt x="43953" y="65620"/>
                </a:lnTo>
                <a:lnTo>
                  <a:pt x="22606" y="65620"/>
                </a:lnTo>
                <a:lnTo>
                  <a:pt x="21065" y="65062"/>
                </a:lnTo>
                <a:lnTo>
                  <a:pt x="15182" y="48929"/>
                </a:lnTo>
                <a:lnTo>
                  <a:pt x="15186" y="28735"/>
                </a:lnTo>
                <a:lnTo>
                  <a:pt x="22606" y="12103"/>
                </a:lnTo>
                <a:lnTo>
                  <a:pt x="43911" y="12103"/>
                </a:lnTo>
                <a:lnTo>
                  <a:pt x="41402" y="7886"/>
                </a:lnTo>
                <a:lnTo>
                  <a:pt x="37337" y="2628"/>
                </a:lnTo>
                <a:lnTo>
                  <a:pt x="31623" y="0"/>
                </a:lnTo>
                <a:close/>
              </a:path>
              <a:path w="48895" h="78104">
                <a:moveTo>
                  <a:pt x="43911" y="12103"/>
                </a:moveTo>
                <a:lnTo>
                  <a:pt x="26162" y="12103"/>
                </a:lnTo>
                <a:lnTo>
                  <a:pt x="27686" y="12661"/>
                </a:lnTo>
                <a:lnTo>
                  <a:pt x="29083" y="13779"/>
                </a:lnTo>
                <a:lnTo>
                  <a:pt x="33588" y="48929"/>
                </a:lnTo>
                <a:lnTo>
                  <a:pt x="33274" y="54152"/>
                </a:lnTo>
                <a:lnTo>
                  <a:pt x="32258" y="57886"/>
                </a:lnTo>
                <a:lnTo>
                  <a:pt x="31496" y="60794"/>
                </a:lnTo>
                <a:lnTo>
                  <a:pt x="30353" y="62814"/>
                </a:lnTo>
                <a:lnTo>
                  <a:pt x="29051" y="63969"/>
                </a:lnTo>
                <a:lnTo>
                  <a:pt x="27651" y="65074"/>
                </a:lnTo>
                <a:lnTo>
                  <a:pt x="26162" y="65620"/>
                </a:lnTo>
                <a:lnTo>
                  <a:pt x="43953" y="65620"/>
                </a:lnTo>
                <a:lnTo>
                  <a:pt x="44642" y="64454"/>
                </a:lnTo>
                <a:lnTo>
                  <a:pt x="46942" y="57451"/>
                </a:lnTo>
                <a:lnTo>
                  <a:pt x="48313" y="48929"/>
                </a:lnTo>
                <a:lnTo>
                  <a:pt x="48768"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450" name="object 450"/>
          <p:cNvSpPr/>
          <p:nvPr/>
        </p:nvSpPr>
        <p:spPr>
          <a:xfrm>
            <a:off x="4460747" y="6370320"/>
            <a:ext cx="33655" cy="78105"/>
          </a:xfrm>
          <a:custGeom>
            <a:avLst/>
            <a:gdLst/>
            <a:ahLst/>
            <a:cxnLst/>
            <a:rect l="l" t="t" r="r" b="b"/>
            <a:pathLst>
              <a:path w="33654" h="78104">
                <a:moveTo>
                  <a:pt x="33527" y="0"/>
                </a:moveTo>
                <a:lnTo>
                  <a:pt x="21716" y="0"/>
                </a:lnTo>
                <a:lnTo>
                  <a:pt x="19938" y="4711"/>
                </a:lnTo>
                <a:lnTo>
                  <a:pt x="16890" y="8839"/>
                </a:lnTo>
                <a:lnTo>
                  <a:pt x="8000" y="15925"/>
                </a:lnTo>
                <a:lnTo>
                  <a:pt x="3810" y="18326"/>
                </a:lnTo>
                <a:lnTo>
                  <a:pt x="0" y="19583"/>
                </a:lnTo>
                <a:lnTo>
                  <a:pt x="0" y="33058"/>
                </a:lnTo>
                <a:lnTo>
                  <a:pt x="7238" y="30619"/>
                </a:lnTo>
                <a:lnTo>
                  <a:pt x="13588" y="26873"/>
                </a:lnTo>
                <a:lnTo>
                  <a:pt x="18923" y="21805"/>
                </a:lnTo>
                <a:lnTo>
                  <a:pt x="18923" y="77723"/>
                </a:lnTo>
                <a:lnTo>
                  <a:pt x="33527" y="77723"/>
                </a:lnTo>
                <a:lnTo>
                  <a:pt x="33527" y="0"/>
                </a:lnTo>
                <a:close/>
              </a:path>
            </a:pathLst>
          </a:custGeom>
          <a:solidFill>
            <a:srgbClr val="4264DE">
              <a:alpha val="10195"/>
            </a:srgbClr>
          </a:solidFill>
        </p:spPr>
        <p:txBody>
          <a:bodyPr wrap="square" lIns="0" tIns="0" rIns="0" bIns="0" rtlCol="0"/>
          <a:lstStyle/>
          <a:p>
            <a:endParaRPr/>
          </a:p>
        </p:txBody>
      </p:sp>
      <p:sp>
        <p:nvSpPr>
          <p:cNvPr id="451" name="object 451"/>
          <p:cNvSpPr/>
          <p:nvPr/>
        </p:nvSpPr>
        <p:spPr>
          <a:xfrm>
            <a:off x="4625340" y="6370320"/>
            <a:ext cx="50800" cy="78105"/>
          </a:xfrm>
          <a:custGeom>
            <a:avLst/>
            <a:gdLst/>
            <a:ahLst/>
            <a:cxnLst/>
            <a:rect l="l" t="t" r="r" b="b"/>
            <a:pathLst>
              <a:path w="50800" h="78104">
                <a:moveTo>
                  <a:pt x="32638" y="0"/>
                </a:moveTo>
                <a:lnTo>
                  <a:pt x="17652" y="0"/>
                </a:lnTo>
                <a:lnTo>
                  <a:pt x="11811" y="2590"/>
                </a:lnTo>
                <a:lnTo>
                  <a:pt x="0" y="38734"/>
                </a:lnTo>
                <a:lnTo>
                  <a:pt x="440" y="48929"/>
                </a:lnTo>
                <a:lnTo>
                  <a:pt x="17652" y="77723"/>
                </a:lnTo>
                <a:lnTo>
                  <a:pt x="32638" y="77723"/>
                </a:lnTo>
                <a:lnTo>
                  <a:pt x="38481" y="75133"/>
                </a:lnTo>
                <a:lnTo>
                  <a:pt x="42672" y="69938"/>
                </a:lnTo>
                <a:lnTo>
                  <a:pt x="45296" y="65620"/>
                </a:lnTo>
                <a:lnTo>
                  <a:pt x="23368" y="65620"/>
                </a:lnTo>
                <a:lnTo>
                  <a:pt x="21701" y="65062"/>
                </a:lnTo>
                <a:lnTo>
                  <a:pt x="18923" y="62852"/>
                </a:lnTo>
                <a:lnTo>
                  <a:pt x="17780" y="60629"/>
                </a:lnTo>
                <a:lnTo>
                  <a:pt x="16001" y="53949"/>
                </a:lnTo>
                <a:lnTo>
                  <a:pt x="15586" y="48929"/>
                </a:lnTo>
                <a:lnTo>
                  <a:pt x="15591" y="28735"/>
                </a:lnTo>
                <a:lnTo>
                  <a:pt x="23368" y="12103"/>
                </a:lnTo>
                <a:lnTo>
                  <a:pt x="45324" y="12103"/>
                </a:lnTo>
                <a:lnTo>
                  <a:pt x="42799" y="7886"/>
                </a:lnTo>
                <a:lnTo>
                  <a:pt x="38481" y="2628"/>
                </a:lnTo>
                <a:lnTo>
                  <a:pt x="32638" y="0"/>
                </a:lnTo>
                <a:close/>
              </a:path>
              <a:path w="50800" h="78104">
                <a:moveTo>
                  <a:pt x="45324" y="12103"/>
                </a:moveTo>
                <a:lnTo>
                  <a:pt x="26924" y="12103"/>
                </a:lnTo>
                <a:lnTo>
                  <a:pt x="28575" y="12661"/>
                </a:lnTo>
                <a:lnTo>
                  <a:pt x="31369" y="14909"/>
                </a:lnTo>
                <a:lnTo>
                  <a:pt x="32512" y="17144"/>
                </a:lnTo>
                <a:lnTo>
                  <a:pt x="34289" y="23825"/>
                </a:lnTo>
                <a:lnTo>
                  <a:pt x="34696" y="28735"/>
                </a:lnTo>
                <a:lnTo>
                  <a:pt x="34708" y="48929"/>
                </a:lnTo>
                <a:lnTo>
                  <a:pt x="34289" y="54152"/>
                </a:lnTo>
                <a:lnTo>
                  <a:pt x="33274" y="57886"/>
                </a:lnTo>
                <a:lnTo>
                  <a:pt x="32512" y="60794"/>
                </a:lnTo>
                <a:lnTo>
                  <a:pt x="31369" y="62814"/>
                </a:lnTo>
                <a:lnTo>
                  <a:pt x="28575" y="65062"/>
                </a:lnTo>
                <a:lnTo>
                  <a:pt x="26924" y="65620"/>
                </a:lnTo>
                <a:lnTo>
                  <a:pt x="45296" y="65620"/>
                </a:lnTo>
                <a:lnTo>
                  <a:pt x="46005" y="64454"/>
                </a:lnTo>
                <a:lnTo>
                  <a:pt x="48387" y="57451"/>
                </a:lnTo>
                <a:lnTo>
                  <a:pt x="49815" y="48929"/>
                </a:lnTo>
                <a:lnTo>
                  <a:pt x="50292"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452" name="object 452"/>
          <p:cNvSpPr/>
          <p:nvPr/>
        </p:nvSpPr>
        <p:spPr>
          <a:xfrm>
            <a:off x="4806696" y="6370320"/>
            <a:ext cx="33655" cy="78105"/>
          </a:xfrm>
          <a:custGeom>
            <a:avLst/>
            <a:gdLst/>
            <a:ahLst/>
            <a:cxnLst/>
            <a:rect l="l" t="t" r="r" b="b"/>
            <a:pathLst>
              <a:path w="33654" h="78104">
                <a:moveTo>
                  <a:pt x="33527" y="0"/>
                </a:moveTo>
                <a:lnTo>
                  <a:pt x="21716" y="0"/>
                </a:lnTo>
                <a:lnTo>
                  <a:pt x="19938" y="4711"/>
                </a:lnTo>
                <a:lnTo>
                  <a:pt x="16890" y="8839"/>
                </a:lnTo>
                <a:lnTo>
                  <a:pt x="8000" y="15925"/>
                </a:lnTo>
                <a:lnTo>
                  <a:pt x="3809" y="18326"/>
                </a:lnTo>
                <a:lnTo>
                  <a:pt x="0" y="19583"/>
                </a:lnTo>
                <a:lnTo>
                  <a:pt x="0" y="33058"/>
                </a:lnTo>
                <a:lnTo>
                  <a:pt x="7238" y="30619"/>
                </a:lnTo>
                <a:lnTo>
                  <a:pt x="13588" y="26873"/>
                </a:lnTo>
                <a:lnTo>
                  <a:pt x="18923" y="21805"/>
                </a:lnTo>
                <a:lnTo>
                  <a:pt x="18923" y="77723"/>
                </a:lnTo>
                <a:lnTo>
                  <a:pt x="33527" y="77723"/>
                </a:lnTo>
                <a:lnTo>
                  <a:pt x="33527" y="0"/>
                </a:lnTo>
                <a:close/>
              </a:path>
            </a:pathLst>
          </a:custGeom>
          <a:solidFill>
            <a:srgbClr val="4264DE">
              <a:alpha val="10195"/>
            </a:srgbClr>
          </a:solidFill>
        </p:spPr>
        <p:txBody>
          <a:bodyPr wrap="square" lIns="0" tIns="0" rIns="0" bIns="0" rtlCol="0"/>
          <a:lstStyle/>
          <a:p>
            <a:endParaRPr/>
          </a:p>
        </p:txBody>
      </p:sp>
      <p:sp>
        <p:nvSpPr>
          <p:cNvPr id="453" name="object 453"/>
          <p:cNvSpPr/>
          <p:nvPr/>
        </p:nvSpPr>
        <p:spPr>
          <a:xfrm>
            <a:off x="4972811" y="6370320"/>
            <a:ext cx="48895" cy="78105"/>
          </a:xfrm>
          <a:custGeom>
            <a:avLst/>
            <a:gdLst/>
            <a:ahLst/>
            <a:cxnLst/>
            <a:rect l="l" t="t" r="r" b="b"/>
            <a:pathLst>
              <a:path w="48895" h="78104">
                <a:moveTo>
                  <a:pt x="31623" y="0"/>
                </a:moveTo>
                <a:lnTo>
                  <a:pt x="17145" y="0"/>
                </a:lnTo>
                <a:lnTo>
                  <a:pt x="11429" y="2590"/>
                </a:lnTo>
                <a:lnTo>
                  <a:pt x="0" y="38734"/>
                </a:lnTo>
                <a:lnTo>
                  <a:pt x="438" y="48929"/>
                </a:lnTo>
                <a:lnTo>
                  <a:pt x="17017" y="77723"/>
                </a:lnTo>
                <a:lnTo>
                  <a:pt x="31623" y="77723"/>
                </a:lnTo>
                <a:lnTo>
                  <a:pt x="37337" y="75133"/>
                </a:lnTo>
                <a:lnTo>
                  <a:pt x="41401" y="69938"/>
                </a:lnTo>
                <a:lnTo>
                  <a:pt x="43953" y="65620"/>
                </a:lnTo>
                <a:lnTo>
                  <a:pt x="22605" y="65620"/>
                </a:lnTo>
                <a:lnTo>
                  <a:pt x="21065" y="65062"/>
                </a:lnTo>
                <a:lnTo>
                  <a:pt x="15182" y="48929"/>
                </a:lnTo>
                <a:lnTo>
                  <a:pt x="15186" y="28735"/>
                </a:lnTo>
                <a:lnTo>
                  <a:pt x="22605" y="12103"/>
                </a:lnTo>
                <a:lnTo>
                  <a:pt x="43911" y="12103"/>
                </a:lnTo>
                <a:lnTo>
                  <a:pt x="41401" y="7886"/>
                </a:lnTo>
                <a:lnTo>
                  <a:pt x="37337" y="2628"/>
                </a:lnTo>
                <a:lnTo>
                  <a:pt x="31623" y="0"/>
                </a:lnTo>
                <a:close/>
              </a:path>
              <a:path w="48895" h="78104">
                <a:moveTo>
                  <a:pt x="43911" y="12103"/>
                </a:moveTo>
                <a:lnTo>
                  <a:pt x="26162" y="12103"/>
                </a:lnTo>
                <a:lnTo>
                  <a:pt x="27686" y="12661"/>
                </a:lnTo>
                <a:lnTo>
                  <a:pt x="29083" y="13779"/>
                </a:lnTo>
                <a:lnTo>
                  <a:pt x="33588" y="48929"/>
                </a:lnTo>
                <a:lnTo>
                  <a:pt x="33274" y="54152"/>
                </a:lnTo>
                <a:lnTo>
                  <a:pt x="32258" y="57886"/>
                </a:lnTo>
                <a:lnTo>
                  <a:pt x="31496" y="60794"/>
                </a:lnTo>
                <a:lnTo>
                  <a:pt x="30352" y="62814"/>
                </a:lnTo>
                <a:lnTo>
                  <a:pt x="29051" y="63969"/>
                </a:lnTo>
                <a:lnTo>
                  <a:pt x="27651" y="65074"/>
                </a:lnTo>
                <a:lnTo>
                  <a:pt x="26162" y="65620"/>
                </a:lnTo>
                <a:lnTo>
                  <a:pt x="43953" y="65620"/>
                </a:lnTo>
                <a:lnTo>
                  <a:pt x="44642" y="64454"/>
                </a:lnTo>
                <a:lnTo>
                  <a:pt x="46942" y="57451"/>
                </a:lnTo>
                <a:lnTo>
                  <a:pt x="48313" y="48929"/>
                </a:lnTo>
                <a:lnTo>
                  <a:pt x="48767"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454" name="object 454"/>
          <p:cNvSpPr/>
          <p:nvPr/>
        </p:nvSpPr>
        <p:spPr>
          <a:xfrm>
            <a:off x="5154167" y="6370320"/>
            <a:ext cx="33655" cy="78105"/>
          </a:xfrm>
          <a:custGeom>
            <a:avLst/>
            <a:gdLst/>
            <a:ahLst/>
            <a:cxnLst/>
            <a:rect l="l" t="t" r="r" b="b"/>
            <a:pathLst>
              <a:path w="33654" h="78104">
                <a:moveTo>
                  <a:pt x="33528" y="0"/>
                </a:moveTo>
                <a:lnTo>
                  <a:pt x="21717" y="0"/>
                </a:lnTo>
                <a:lnTo>
                  <a:pt x="19939" y="4711"/>
                </a:lnTo>
                <a:lnTo>
                  <a:pt x="16891" y="8839"/>
                </a:lnTo>
                <a:lnTo>
                  <a:pt x="8001" y="15925"/>
                </a:lnTo>
                <a:lnTo>
                  <a:pt x="3810" y="18326"/>
                </a:lnTo>
                <a:lnTo>
                  <a:pt x="0" y="19583"/>
                </a:lnTo>
                <a:lnTo>
                  <a:pt x="0" y="33058"/>
                </a:lnTo>
                <a:lnTo>
                  <a:pt x="7239" y="30619"/>
                </a:lnTo>
                <a:lnTo>
                  <a:pt x="13589" y="26873"/>
                </a:lnTo>
                <a:lnTo>
                  <a:pt x="18923" y="21805"/>
                </a:lnTo>
                <a:lnTo>
                  <a:pt x="18923" y="77723"/>
                </a:lnTo>
                <a:lnTo>
                  <a:pt x="33528" y="77723"/>
                </a:lnTo>
                <a:lnTo>
                  <a:pt x="33528" y="0"/>
                </a:lnTo>
                <a:close/>
              </a:path>
            </a:pathLst>
          </a:custGeom>
          <a:solidFill>
            <a:srgbClr val="4264DE">
              <a:alpha val="10195"/>
            </a:srgbClr>
          </a:solidFill>
        </p:spPr>
        <p:txBody>
          <a:bodyPr wrap="square" lIns="0" tIns="0" rIns="0" bIns="0" rtlCol="0"/>
          <a:lstStyle/>
          <a:p>
            <a:endParaRPr/>
          </a:p>
        </p:txBody>
      </p:sp>
      <p:sp>
        <p:nvSpPr>
          <p:cNvPr id="455" name="object 455"/>
          <p:cNvSpPr/>
          <p:nvPr/>
        </p:nvSpPr>
        <p:spPr>
          <a:xfrm>
            <a:off x="5318759" y="6370320"/>
            <a:ext cx="50800" cy="78105"/>
          </a:xfrm>
          <a:custGeom>
            <a:avLst/>
            <a:gdLst/>
            <a:ahLst/>
            <a:cxnLst/>
            <a:rect l="l" t="t" r="r" b="b"/>
            <a:pathLst>
              <a:path w="50800" h="78104">
                <a:moveTo>
                  <a:pt x="32638" y="0"/>
                </a:moveTo>
                <a:lnTo>
                  <a:pt x="17652" y="0"/>
                </a:lnTo>
                <a:lnTo>
                  <a:pt x="11811" y="2590"/>
                </a:lnTo>
                <a:lnTo>
                  <a:pt x="0" y="38734"/>
                </a:lnTo>
                <a:lnTo>
                  <a:pt x="440" y="48929"/>
                </a:lnTo>
                <a:lnTo>
                  <a:pt x="17652" y="77723"/>
                </a:lnTo>
                <a:lnTo>
                  <a:pt x="32638" y="77723"/>
                </a:lnTo>
                <a:lnTo>
                  <a:pt x="38480" y="75133"/>
                </a:lnTo>
                <a:lnTo>
                  <a:pt x="42672" y="69938"/>
                </a:lnTo>
                <a:lnTo>
                  <a:pt x="45296" y="65620"/>
                </a:lnTo>
                <a:lnTo>
                  <a:pt x="23367" y="65620"/>
                </a:lnTo>
                <a:lnTo>
                  <a:pt x="21701" y="65062"/>
                </a:lnTo>
                <a:lnTo>
                  <a:pt x="18923" y="62852"/>
                </a:lnTo>
                <a:lnTo>
                  <a:pt x="17779" y="60629"/>
                </a:lnTo>
                <a:lnTo>
                  <a:pt x="16001" y="53949"/>
                </a:lnTo>
                <a:lnTo>
                  <a:pt x="15586" y="48929"/>
                </a:lnTo>
                <a:lnTo>
                  <a:pt x="15591" y="28735"/>
                </a:lnTo>
                <a:lnTo>
                  <a:pt x="23367" y="12103"/>
                </a:lnTo>
                <a:lnTo>
                  <a:pt x="45324" y="12103"/>
                </a:lnTo>
                <a:lnTo>
                  <a:pt x="42799" y="7886"/>
                </a:lnTo>
                <a:lnTo>
                  <a:pt x="38480" y="2628"/>
                </a:lnTo>
                <a:lnTo>
                  <a:pt x="32638" y="0"/>
                </a:lnTo>
                <a:close/>
              </a:path>
              <a:path w="50800" h="78104">
                <a:moveTo>
                  <a:pt x="45324" y="12103"/>
                </a:moveTo>
                <a:lnTo>
                  <a:pt x="26924" y="12103"/>
                </a:lnTo>
                <a:lnTo>
                  <a:pt x="28575" y="12661"/>
                </a:lnTo>
                <a:lnTo>
                  <a:pt x="31368" y="14909"/>
                </a:lnTo>
                <a:lnTo>
                  <a:pt x="32512" y="17144"/>
                </a:lnTo>
                <a:lnTo>
                  <a:pt x="34289" y="23825"/>
                </a:lnTo>
                <a:lnTo>
                  <a:pt x="34696" y="28735"/>
                </a:lnTo>
                <a:lnTo>
                  <a:pt x="34708" y="48929"/>
                </a:lnTo>
                <a:lnTo>
                  <a:pt x="34289" y="54152"/>
                </a:lnTo>
                <a:lnTo>
                  <a:pt x="33274" y="57886"/>
                </a:lnTo>
                <a:lnTo>
                  <a:pt x="32512" y="60794"/>
                </a:lnTo>
                <a:lnTo>
                  <a:pt x="31368" y="62814"/>
                </a:lnTo>
                <a:lnTo>
                  <a:pt x="28575" y="65062"/>
                </a:lnTo>
                <a:lnTo>
                  <a:pt x="26924" y="65620"/>
                </a:lnTo>
                <a:lnTo>
                  <a:pt x="45296" y="65620"/>
                </a:lnTo>
                <a:lnTo>
                  <a:pt x="46005" y="64454"/>
                </a:lnTo>
                <a:lnTo>
                  <a:pt x="48386" y="57451"/>
                </a:lnTo>
                <a:lnTo>
                  <a:pt x="49815" y="48929"/>
                </a:lnTo>
                <a:lnTo>
                  <a:pt x="50291"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456" name="object 456"/>
          <p:cNvSpPr/>
          <p:nvPr/>
        </p:nvSpPr>
        <p:spPr>
          <a:xfrm>
            <a:off x="5500115" y="6370320"/>
            <a:ext cx="33655" cy="78105"/>
          </a:xfrm>
          <a:custGeom>
            <a:avLst/>
            <a:gdLst/>
            <a:ahLst/>
            <a:cxnLst/>
            <a:rect l="l" t="t" r="r" b="b"/>
            <a:pathLst>
              <a:path w="33654" h="78104">
                <a:moveTo>
                  <a:pt x="33528" y="0"/>
                </a:moveTo>
                <a:lnTo>
                  <a:pt x="21717" y="0"/>
                </a:lnTo>
                <a:lnTo>
                  <a:pt x="19938" y="4711"/>
                </a:lnTo>
                <a:lnTo>
                  <a:pt x="16891" y="8839"/>
                </a:lnTo>
                <a:lnTo>
                  <a:pt x="8000" y="15925"/>
                </a:lnTo>
                <a:lnTo>
                  <a:pt x="3810" y="18326"/>
                </a:lnTo>
                <a:lnTo>
                  <a:pt x="0" y="19583"/>
                </a:lnTo>
                <a:lnTo>
                  <a:pt x="0" y="33058"/>
                </a:lnTo>
                <a:lnTo>
                  <a:pt x="7238" y="30619"/>
                </a:lnTo>
                <a:lnTo>
                  <a:pt x="13588" y="26873"/>
                </a:lnTo>
                <a:lnTo>
                  <a:pt x="18923" y="21805"/>
                </a:lnTo>
                <a:lnTo>
                  <a:pt x="18923" y="77723"/>
                </a:lnTo>
                <a:lnTo>
                  <a:pt x="33528" y="77723"/>
                </a:lnTo>
                <a:lnTo>
                  <a:pt x="33528" y="0"/>
                </a:lnTo>
                <a:close/>
              </a:path>
            </a:pathLst>
          </a:custGeom>
          <a:solidFill>
            <a:srgbClr val="4264DE">
              <a:alpha val="10195"/>
            </a:srgbClr>
          </a:solidFill>
        </p:spPr>
        <p:txBody>
          <a:bodyPr wrap="square" lIns="0" tIns="0" rIns="0" bIns="0" rtlCol="0"/>
          <a:lstStyle/>
          <a:p>
            <a:endParaRPr/>
          </a:p>
        </p:txBody>
      </p:sp>
      <p:sp>
        <p:nvSpPr>
          <p:cNvPr id="457" name="object 457"/>
          <p:cNvSpPr/>
          <p:nvPr/>
        </p:nvSpPr>
        <p:spPr>
          <a:xfrm>
            <a:off x="5666232" y="6370320"/>
            <a:ext cx="48895" cy="78105"/>
          </a:xfrm>
          <a:custGeom>
            <a:avLst/>
            <a:gdLst/>
            <a:ahLst/>
            <a:cxnLst/>
            <a:rect l="l" t="t" r="r" b="b"/>
            <a:pathLst>
              <a:path w="48895" h="78104">
                <a:moveTo>
                  <a:pt x="31622" y="0"/>
                </a:moveTo>
                <a:lnTo>
                  <a:pt x="17144" y="0"/>
                </a:lnTo>
                <a:lnTo>
                  <a:pt x="11429" y="2590"/>
                </a:lnTo>
                <a:lnTo>
                  <a:pt x="0" y="38734"/>
                </a:lnTo>
                <a:lnTo>
                  <a:pt x="438" y="48929"/>
                </a:lnTo>
                <a:lnTo>
                  <a:pt x="17017" y="77723"/>
                </a:lnTo>
                <a:lnTo>
                  <a:pt x="31622" y="77723"/>
                </a:lnTo>
                <a:lnTo>
                  <a:pt x="37337" y="75133"/>
                </a:lnTo>
                <a:lnTo>
                  <a:pt x="41401" y="69938"/>
                </a:lnTo>
                <a:lnTo>
                  <a:pt x="43953" y="65620"/>
                </a:lnTo>
                <a:lnTo>
                  <a:pt x="22605" y="65620"/>
                </a:lnTo>
                <a:lnTo>
                  <a:pt x="21065" y="65062"/>
                </a:lnTo>
                <a:lnTo>
                  <a:pt x="15182" y="48929"/>
                </a:lnTo>
                <a:lnTo>
                  <a:pt x="15186" y="28735"/>
                </a:lnTo>
                <a:lnTo>
                  <a:pt x="22605" y="12103"/>
                </a:lnTo>
                <a:lnTo>
                  <a:pt x="43911" y="12103"/>
                </a:lnTo>
                <a:lnTo>
                  <a:pt x="41401" y="7886"/>
                </a:lnTo>
                <a:lnTo>
                  <a:pt x="37337" y="2628"/>
                </a:lnTo>
                <a:lnTo>
                  <a:pt x="31622" y="0"/>
                </a:lnTo>
                <a:close/>
              </a:path>
              <a:path w="48895" h="78104">
                <a:moveTo>
                  <a:pt x="43911" y="12103"/>
                </a:moveTo>
                <a:lnTo>
                  <a:pt x="26162" y="12103"/>
                </a:lnTo>
                <a:lnTo>
                  <a:pt x="27685" y="12661"/>
                </a:lnTo>
                <a:lnTo>
                  <a:pt x="29082" y="13779"/>
                </a:lnTo>
                <a:lnTo>
                  <a:pt x="33588" y="48929"/>
                </a:lnTo>
                <a:lnTo>
                  <a:pt x="33273" y="54152"/>
                </a:lnTo>
                <a:lnTo>
                  <a:pt x="32257" y="57886"/>
                </a:lnTo>
                <a:lnTo>
                  <a:pt x="31495" y="60794"/>
                </a:lnTo>
                <a:lnTo>
                  <a:pt x="30352" y="62814"/>
                </a:lnTo>
                <a:lnTo>
                  <a:pt x="29051" y="63969"/>
                </a:lnTo>
                <a:lnTo>
                  <a:pt x="27651" y="65074"/>
                </a:lnTo>
                <a:lnTo>
                  <a:pt x="26162" y="65620"/>
                </a:lnTo>
                <a:lnTo>
                  <a:pt x="43953" y="65620"/>
                </a:lnTo>
                <a:lnTo>
                  <a:pt x="44642" y="64454"/>
                </a:lnTo>
                <a:lnTo>
                  <a:pt x="46942" y="57451"/>
                </a:lnTo>
                <a:lnTo>
                  <a:pt x="48313" y="48929"/>
                </a:lnTo>
                <a:lnTo>
                  <a:pt x="48767"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458" name="object 458"/>
          <p:cNvSpPr/>
          <p:nvPr/>
        </p:nvSpPr>
        <p:spPr>
          <a:xfrm>
            <a:off x="5847588" y="6370320"/>
            <a:ext cx="33655" cy="78105"/>
          </a:xfrm>
          <a:custGeom>
            <a:avLst/>
            <a:gdLst/>
            <a:ahLst/>
            <a:cxnLst/>
            <a:rect l="l" t="t" r="r" b="b"/>
            <a:pathLst>
              <a:path w="33654" h="78104">
                <a:moveTo>
                  <a:pt x="33527" y="0"/>
                </a:moveTo>
                <a:lnTo>
                  <a:pt x="21716" y="0"/>
                </a:lnTo>
                <a:lnTo>
                  <a:pt x="19938" y="4711"/>
                </a:lnTo>
                <a:lnTo>
                  <a:pt x="16890" y="8839"/>
                </a:lnTo>
                <a:lnTo>
                  <a:pt x="8000" y="15925"/>
                </a:lnTo>
                <a:lnTo>
                  <a:pt x="3810" y="18326"/>
                </a:lnTo>
                <a:lnTo>
                  <a:pt x="0" y="19583"/>
                </a:lnTo>
                <a:lnTo>
                  <a:pt x="0" y="33058"/>
                </a:lnTo>
                <a:lnTo>
                  <a:pt x="7238" y="30619"/>
                </a:lnTo>
                <a:lnTo>
                  <a:pt x="13588" y="26873"/>
                </a:lnTo>
                <a:lnTo>
                  <a:pt x="18923" y="21805"/>
                </a:lnTo>
                <a:lnTo>
                  <a:pt x="18923" y="77723"/>
                </a:lnTo>
                <a:lnTo>
                  <a:pt x="33527" y="77723"/>
                </a:lnTo>
                <a:lnTo>
                  <a:pt x="33527" y="0"/>
                </a:lnTo>
                <a:close/>
              </a:path>
            </a:pathLst>
          </a:custGeom>
          <a:solidFill>
            <a:srgbClr val="4264DE">
              <a:alpha val="10195"/>
            </a:srgbClr>
          </a:solidFill>
        </p:spPr>
        <p:txBody>
          <a:bodyPr wrap="square" lIns="0" tIns="0" rIns="0" bIns="0" rtlCol="0"/>
          <a:lstStyle/>
          <a:p>
            <a:endParaRPr/>
          </a:p>
        </p:txBody>
      </p:sp>
      <p:sp>
        <p:nvSpPr>
          <p:cNvPr id="459" name="object 459"/>
          <p:cNvSpPr/>
          <p:nvPr/>
        </p:nvSpPr>
        <p:spPr>
          <a:xfrm>
            <a:off x="6012179" y="6370320"/>
            <a:ext cx="50800" cy="78105"/>
          </a:xfrm>
          <a:custGeom>
            <a:avLst/>
            <a:gdLst/>
            <a:ahLst/>
            <a:cxnLst/>
            <a:rect l="l" t="t" r="r" b="b"/>
            <a:pathLst>
              <a:path w="50800" h="78104">
                <a:moveTo>
                  <a:pt x="32639" y="0"/>
                </a:moveTo>
                <a:lnTo>
                  <a:pt x="17653" y="0"/>
                </a:lnTo>
                <a:lnTo>
                  <a:pt x="11811" y="2590"/>
                </a:lnTo>
                <a:lnTo>
                  <a:pt x="0" y="38734"/>
                </a:lnTo>
                <a:lnTo>
                  <a:pt x="440" y="48929"/>
                </a:lnTo>
                <a:lnTo>
                  <a:pt x="17653" y="77723"/>
                </a:lnTo>
                <a:lnTo>
                  <a:pt x="32639" y="77723"/>
                </a:lnTo>
                <a:lnTo>
                  <a:pt x="38481" y="75133"/>
                </a:lnTo>
                <a:lnTo>
                  <a:pt x="42672" y="69938"/>
                </a:lnTo>
                <a:lnTo>
                  <a:pt x="45296" y="65620"/>
                </a:lnTo>
                <a:lnTo>
                  <a:pt x="23368" y="65620"/>
                </a:lnTo>
                <a:lnTo>
                  <a:pt x="21701" y="65062"/>
                </a:lnTo>
                <a:lnTo>
                  <a:pt x="18923" y="62852"/>
                </a:lnTo>
                <a:lnTo>
                  <a:pt x="17780" y="60629"/>
                </a:lnTo>
                <a:lnTo>
                  <a:pt x="16002" y="53949"/>
                </a:lnTo>
                <a:lnTo>
                  <a:pt x="15586" y="48929"/>
                </a:lnTo>
                <a:lnTo>
                  <a:pt x="15591" y="28735"/>
                </a:lnTo>
                <a:lnTo>
                  <a:pt x="23368" y="12103"/>
                </a:lnTo>
                <a:lnTo>
                  <a:pt x="45324" y="12103"/>
                </a:lnTo>
                <a:lnTo>
                  <a:pt x="42799" y="7886"/>
                </a:lnTo>
                <a:lnTo>
                  <a:pt x="38481" y="2628"/>
                </a:lnTo>
                <a:lnTo>
                  <a:pt x="32639" y="0"/>
                </a:lnTo>
                <a:close/>
              </a:path>
              <a:path w="50800" h="78104">
                <a:moveTo>
                  <a:pt x="45324" y="12103"/>
                </a:moveTo>
                <a:lnTo>
                  <a:pt x="26924" y="12103"/>
                </a:lnTo>
                <a:lnTo>
                  <a:pt x="28575" y="12661"/>
                </a:lnTo>
                <a:lnTo>
                  <a:pt x="31369" y="14909"/>
                </a:lnTo>
                <a:lnTo>
                  <a:pt x="32512" y="17144"/>
                </a:lnTo>
                <a:lnTo>
                  <a:pt x="34290" y="23825"/>
                </a:lnTo>
                <a:lnTo>
                  <a:pt x="34696" y="28735"/>
                </a:lnTo>
                <a:lnTo>
                  <a:pt x="34708" y="48929"/>
                </a:lnTo>
                <a:lnTo>
                  <a:pt x="34290" y="54152"/>
                </a:lnTo>
                <a:lnTo>
                  <a:pt x="33274" y="57886"/>
                </a:lnTo>
                <a:lnTo>
                  <a:pt x="32512" y="60794"/>
                </a:lnTo>
                <a:lnTo>
                  <a:pt x="31369" y="62814"/>
                </a:lnTo>
                <a:lnTo>
                  <a:pt x="28575" y="65062"/>
                </a:lnTo>
                <a:lnTo>
                  <a:pt x="26924" y="65620"/>
                </a:lnTo>
                <a:lnTo>
                  <a:pt x="45296" y="65620"/>
                </a:lnTo>
                <a:lnTo>
                  <a:pt x="46005" y="64454"/>
                </a:lnTo>
                <a:lnTo>
                  <a:pt x="48387" y="57451"/>
                </a:lnTo>
                <a:lnTo>
                  <a:pt x="49815" y="48929"/>
                </a:lnTo>
                <a:lnTo>
                  <a:pt x="50292"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460" name="object 460"/>
          <p:cNvSpPr/>
          <p:nvPr/>
        </p:nvSpPr>
        <p:spPr>
          <a:xfrm>
            <a:off x="6193535" y="6370320"/>
            <a:ext cx="33655" cy="78105"/>
          </a:xfrm>
          <a:custGeom>
            <a:avLst/>
            <a:gdLst/>
            <a:ahLst/>
            <a:cxnLst/>
            <a:rect l="l" t="t" r="r" b="b"/>
            <a:pathLst>
              <a:path w="33654" h="78104">
                <a:moveTo>
                  <a:pt x="33527" y="0"/>
                </a:moveTo>
                <a:lnTo>
                  <a:pt x="21716" y="0"/>
                </a:lnTo>
                <a:lnTo>
                  <a:pt x="19938" y="4711"/>
                </a:lnTo>
                <a:lnTo>
                  <a:pt x="16890" y="8839"/>
                </a:lnTo>
                <a:lnTo>
                  <a:pt x="8000" y="15925"/>
                </a:lnTo>
                <a:lnTo>
                  <a:pt x="3810" y="18326"/>
                </a:lnTo>
                <a:lnTo>
                  <a:pt x="0" y="19583"/>
                </a:lnTo>
                <a:lnTo>
                  <a:pt x="0" y="33058"/>
                </a:lnTo>
                <a:lnTo>
                  <a:pt x="7238" y="30619"/>
                </a:lnTo>
                <a:lnTo>
                  <a:pt x="13588" y="26873"/>
                </a:lnTo>
                <a:lnTo>
                  <a:pt x="18923" y="21805"/>
                </a:lnTo>
                <a:lnTo>
                  <a:pt x="18923" y="77723"/>
                </a:lnTo>
                <a:lnTo>
                  <a:pt x="33527" y="77723"/>
                </a:lnTo>
                <a:lnTo>
                  <a:pt x="33527" y="0"/>
                </a:lnTo>
                <a:close/>
              </a:path>
            </a:pathLst>
          </a:custGeom>
          <a:solidFill>
            <a:srgbClr val="4264DE">
              <a:alpha val="10195"/>
            </a:srgbClr>
          </a:solidFill>
        </p:spPr>
        <p:txBody>
          <a:bodyPr wrap="square" lIns="0" tIns="0" rIns="0" bIns="0" rtlCol="0"/>
          <a:lstStyle/>
          <a:p>
            <a:endParaRPr/>
          </a:p>
        </p:txBody>
      </p:sp>
      <p:sp>
        <p:nvSpPr>
          <p:cNvPr id="461" name="object 461"/>
          <p:cNvSpPr/>
          <p:nvPr/>
        </p:nvSpPr>
        <p:spPr>
          <a:xfrm>
            <a:off x="6358128" y="6370320"/>
            <a:ext cx="50800" cy="78105"/>
          </a:xfrm>
          <a:custGeom>
            <a:avLst/>
            <a:gdLst/>
            <a:ahLst/>
            <a:cxnLst/>
            <a:rect l="l" t="t" r="r" b="b"/>
            <a:pathLst>
              <a:path w="50800" h="78104">
                <a:moveTo>
                  <a:pt x="32638" y="0"/>
                </a:moveTo>
                <a:lnTo>
                  <a:pt x="17652" y="0"/>
                </a:lnTo>
                <a:lnTo>
                  <a:pt x="11811" y="2590"/>
                </a:lnTo>
                <a:lnTo>
                  <a:pt x="0" y="38734"/>
                </a:lnTo>
                <a:lnTo>
                  <a:pt x="440" y="48929"/>
                </a:lnTo>
                <a:lnTo>
                  <a:pt x="17652" y="77723"/>
                </a:lnTo>
                <a:lnTo>
                  <a:pt x="32638" y="77723"/>
                </a:lnTo>
                <a:lnTo>
                  <a:pt x="38481" y="75133"/>
                </a:lnTo>
                <a:lnTo>
                  <a:pt x="42672" y="69938"/>
                </a:lnTo>
                <a:lnTo>
                  <a:pt x="45296" y="65620"/>
                </a:lnTo>
                <a:lnTo>
                  <a:pt x="23368" y="65620"/>
                </a:lnTo>
                <a:lnTo>
                  <a:pt x="21701" y="65062"/>
                </a:lnTo>
                <a:lnTo>
                  <a:pt x="18923" y="62852"/>
                </a:lnTo>
                <a:lnTo>
                  <a:pt x="17780" y="60629"/>
                </a:lnTo>
                <a:lnTo>
                  <a:pt x="16001" y="53949"/>
                </a:lnTo>
                <a:lnTo>
                  <a:pt x="15586" y="48929"/>
                </a:lnTo>
                <a:lnTo>
                  <a:pt x="15591" y="28735"/>
                </a:lnTo>
                <a:lnTo>
                  <a:pt x="23368" y="12103"/>
                </a:lnTo>
                <a:lnTo>
                  <a:pt x="45324" y="12103"/>
                </a:lnTo>
                <a:lnTo>
                  <a:pt x="42799" y="7886"/>
                </a:lnTo>
                <a:lnTo>
                  <a:pt x="38481" y="2628"/>
                </a:lnTo>
                <a:lnTo>
                  <a:pt x="32638" y="0"/>
                </a:lnTo>
                <a:close/>
              </a:path>
              <a:path w="50800" h="78104">
                <a:moveTo>
                  <a:pt x="45324" y="12103"/>
                </a:moveTo>
                <a:lnTo>
                  <a:pt x="26924" y="12103"/>
                </a:lnTo>
                <a:lnTo>
                  <a:pt x="28575" y="12661"/>
                </a:lnTo>
                <a:lnTo>
                  <a:pt x="31369" y="14909"/>
                </a:lnTo>
                <a:lnTo>
                  <a:pt x="32512" y="17144"/>
                </a:lnTo>
                <a:lnTo>
                  <a:pt x="34289" y="23825"/>
                </a:lnTo>
                <a:lnTo>
                  <a:pt x="34696" y="28735"/>
                </a:lnTo>
                <a:lnTo>
                  <a:pt x="34708" y="48929"/>
                </a:lnTo>
                <a:lnTo>
                  <a:pt x="34289" y="54152"/>
                </a:lnTo>
                <a:lnTo>
                  <a:pt x="33274" y="57886"/>
                </a:lnTo>
                <a:lnTo>
                  <a:pt x="32512" y="60794"/>
                </a:lnTo>
                <a:lnTo>
                  <a:pt x="31369" y="62814"/>
                </a:lnTo>
                <a:lnTo>
                  <a:pt x="28575" y="65062"/>
                </a:lnTo>
                <a:lnTo>
                  <a:pt x="26924" y="65620"/>
                </a:lnTo>
                <a:lnTo>
                  <a:pt x="45296" y="65620"/>
                </a:lnTo>
                <a:lnTo>
                  <a:pt x="46005" y="64454"/>
                </a:lnTo>
                <a:lnTo>
                  <a:pt x="48387" y="57451"/>
                </a:lnTo>
                <a:lnTo>
                  <a:pt x="49815" y="48929"/>
                </a:lnTo>
                <a:lnTo>
                  <a:pt x="50292"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462" name="object 462"/>
          <p:cNvSpPr/>
          <p:nvPr/>
        </p:nvSpPr>
        <p:spPr>
          <a:xfrm>
            <a:off x="6539483" y="6370320"/>
            <a:ext cx="33655" cy="78105"/>
          </a:xfrm>
          <a:custGeom>
            <a:avLst/>
            <a:gdLst/>
            <a:ahLst/>
            <a:cxnLst/>
            <a:rect l="l" t="t" r="r" b="b"/>
            <a:pathLst>
              <a:path w="33654" h="78104">
                <a:moveTo>
                  <a:pt x="33527" y="0"/>
                </a:moveTo>
                <a:lnTo>
                  <a:pt x="21717" y="0"/>
                </a:lnTo>
                <a:lnTo>
                  <a:pt x="19939" y="4711"/>
                </a:lnTo>
                <a:lnTo>
                  <a:pt x="16891" y="8839"/>
                </a:lnTo>
                <a:lnTo>
                  <a:pt x="8000" y="15925"/>
                </a:lnTo>
                <a:lnTo>
                  <a:pt x="3810" y="18326"/>
                </a:lnTo>
                <a:lnTo>
                  <a:pt x="0" y="19583"/>
                </a:lnTo>
                <a:lnTo>
                  <a:pt x="0" y="33058"/>
                </a:lnTo>
                <a:lnTo>
                  <a:pt x="7239" y="30619"/>
                </a:lnTo>
                <a:lnTo>
                  <a:pt x="13589" y="26873"/>
                </a:lnTo>
                <a:lnTo>
                  <a:pt x="18923" y="21805"/>
                </a:lnTo>
                <a:lnTo>
                  <a:pt x="18923" y="77723"/>
                </a:lnTo>
                <a:lnTo>
                  <a:pt x="33527" y="77723"/>
                </a:lnTo>
                <a:lnTo>
                  <a:pt x="33527" y="0"/>
                </a:lnTo>
                <a:close/>
              </a:path>
            </a:pathLst>
          </a:custGeom>
          <a:solidFill>
            <a:srgbClr val="4264DE">
              <a:alpha val="10195"/>
            </a:srgbClr>
          </a:solidFill>
        </p:spPr>
        <p:txBody>
          <a:bodyPr wrap="square" lIns="0" tIns="0" rIns="0" bIns="0" rtlCol="0"/>
          <a:lstStyle/>
          <a:p>
            <a:endParaRPr/>
          </a:p>
        </p:txBody>
      </p:sp>
      <p:sp>
        <p:nvSpPr>
          <p:cNvPr id="463" name="object 463"/>
          <p:cNvSpPr/>
          <p:nvPr/>
        </p:nvSpPr>
        <p:spPr>
          <a:xfrm>
            <a:off x="6705600" y="6370320"/>
            <a:ext cx="50800" cy="78105"/>
          </a:xfrm>
          <a:custGeom>
            <a:avLst/>
            <a:gdLst/>
            <a:ahLst/>
            <a:cxnLst/>
            <a:rect l="l" t="t" r="r" b="b"/>
            <a:pathLst>
              <a:path w="50800" h="78104">
                <a:moveTo>
                  <a:pt x="32639" y="0"/>
                </a:moveTo>
                <a:lnTo>
                  <a:pt x="17652" y="0"/>
                </a:lnTo>
                <a:lnTo>
                  <a:pt x="11810" y="2590"/>
                </a:lnTo>
                <a:lnTo>
                  <a:pt x="0" y="38734"/>
                </a:lnTo>
                <a:lnTo>
                  <a:pt x="440" y="48929"/>
                </a:lnTo>
                <a:lnTo>
                  <a:pt x="17652" y="77723"/>
                </a:lnTo>
                <a:lnTo>
                  <a:pt x="32639" y="77723"/>
                </a:lnTo>
                <a:lnTo>
                  <a:pt x="38480" y="75133"/>
                </a:lnTo>
                <a:lnTo>
                  <a:pt x="42672" y="69938"/>
                </a:lnTo>
                <a:lnTo>
                  <a:pt x="45296" y="65620"/>
                </a:lnTo>
                <a:lnTo>
                  <a:pt x="23368" y="65620"/>
                </a:lnTo>
                <a:lnTo>
                  <a:pt x="21701" y="65062"/>
                </a:lnTo>
                <a:lnTo>
                  <a:pt x="18923" y="62852"/>
                </a:lnTo>
                <a:lnTo>
                  <a:pt x="17779" y="60629"/>
                </a:lnTo>
                <a:lnTo>
                  <a:pt x="16001" y="53949"/>
                </a:lnTo>
                <a:lnTo>
                  <a:pt x="15586" y="48929"/>
                </a:lnTo>
                <a:lnTo>
                  <a:pt x="15591" y="28735"/>
                </a:lnTo>
                <a:lnTo>
                  <a:pt x="23368" y="12103"/>
                </a:lnTo>
                <a:lnTo>
                  <a:pt x="45324" y="12103"/>
                </a:lnTo>
                <a:lnTo>
                  <a:pt x="42799" y="7886"/>
                </a:lnTo>
                <a:lnTo>
                  <a:pt x="38480" y="2628"/>
                </a:lnTo>
                <a:lnTo>
                  <a:pt x="32639" y="0"/>
                </a:lnTo>
                <a:close/>
              </a:path>
              <a:path w="50800" h="78104">
                <a:moveTo>
                  <a:pt x="45324" y="12103"/>
                </a:moveTo>
                <a:lnTo>
                  <a:pt x="26924" y="12103"/>
                </a:lnTo>
                <a:lnTo>
                  <a:pt x="28575" y="12661"/>
                </a:lnTo>
                <a:lnTo>
                  <a:pt x="31369" y="14909"/>
                </a:lnTo>
                <a:lnTo>
                  <a:pt x="32511" y="17144"/>
                </a:lnTo>
                <a:lnTo>
                  <a:pt x="34290" y="23825"/>
                </a:lnTo>
                <a:lnTo>
                  <a:pt x="34696" y="28735"/>
                </a:lnTo>
                <a:lnTo>
                  <a:pt x="34708" y="48929"/>
                </a:lnTo>
                <a:lnTo>
                  <a:pt x="34290" y="54152"/>
                </a:lnTo>
                <a:lnTo>
                  <a:pt x="33274" y="57886"/>
                </a:lnTo>
                <a:lnTo>
                  <a:pt x="32511" y="60794"/>
                </a:lnTo>
                <a:lnTo>
                  <a:pt x="31369" y="62814"/>
                </a:lnTo>
                <a:lnTo>
                  <a:pt x="28575" y="65062"/>
                </a:lnTo>
                <a:lnTo>
                  <a:pt x="26924" y="65620"/>
                </a:lnTo>
                <a:lnTo>
                  <a:pt x="45296" y="65620"/>
                </a:lnTo>
                <a:lnTo>
                  <a:pt x="46005" y="64454"/>
                </a:lnTo>
                <a:lnTo>
                  <a:pt x="48386" y="57451"/>
                </a:lnTo>
                <a:lnTo>
                  <a:pt x="49815" y="48929"/>
                </a:lnTo>
                <a:lnTo>
                  <a:pt x="50292"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464" name="object 464"/>
          <p:cNvSpPr/>
          <p:nvPr/>
        </p:nvSpPr>
        <p:spPr>
          <a:xfrm>
            <a:off x="6886956" y="6370320"/>
            <a:ext cx="33655" cy="78105"/>
          </a:xfrm>
          <a:custGeom>
            <a:avLst/>
            <a:gdLst/>
            <a:ahLst/>
            <a:cxnLst/>
            <a:rect l="l" t="t" r="r" b="b"/>
            <a:pathLst>
              <a:path w="33654" h="78104">
                <a:moveTo>
                  <a:pt x="33527" y="0"/>
                </a:moveTo>
                <a:lnTo>
                  <a:pt x="21717" y="0"/>
                </a:lnTo>
                <a:lnTo>
                  <a:pt x="19939" y="4711"/>
                </a:lnTo>
                <a:lnTo>
                  <a:pt x="16891" y="8839"/>
                </a:lnTo>
                <a:lnTo>
                  <a:pt x="8000" y="15925"/>
                </a:lnTo>
                <a:lnTo>
                  <a:pt x="3810" y="18326"/>
                </a:lnTo>
                <a:lnTo>
                  <a:pt x="0" y="19583"/>
                </a:lnTo>
                <a:lnTo>
                  <a:pt x="0" y="33058"/>
                </a:lnTo>
                <a:lnTo>
                  <a:pt x="7239" y="30619"/>
                </a:lnTo>
                <a:lnTo>
                  <a:pt x="13589" y="26873"/>
                </a:lnTo>
                <a:lnTo>
                  <a:pt x="18923" y="21805"/>
                </a:lnTo>
                <a:lnTo>
                  <a:pt x="18923" y="77723"/>
                </a:lnTo>
                <a:lnTo>
                  <a:pt x="33527" y="77723"/>
                </a:lnTo>
                <a:lnTo>
                  <a:pt x="33527" y="0"/>
                </a:lnTo>
                <a:close/>
              </a:path>
            </a:pathLst>
          </a:custGeom>
          <a:solidFill>
            <a:srgbClr val="4264DE">
              <a:alpha val="10195"/>
            </a:srgbClr>
          </a:solidFill>
        </p:spPr>
        <p:txBody>
          <a:bodyPr wrap="square" lIns="0" tIns="0" rIns="0" bIns="0" rtlCol="0"/>
          <a:lstStyle/>
          <a:p>
            <a:endParaRPr/>
          </a:p>
        </p:txBody>
      </p:sp>
      <p:sp>
        <p:nvSpPr>
          <p:cNvPr id="465" name="object 465"/>
          <p:cNvSpPr/>
          <p:nvPr/>
        </p:nvSpPr>
        <p:spPr>
          <a:xfrm>
            <a:off x="7051547" y="6370320"/>
            <a:ext cx="50800" cy="78105"/>
          </a:xfrm>
          <a:custGeom>
            <a:avLst/>
            <a:gdLst/>
            <a:ahLst/>
            <a:cxnLst/>
            <a:rect l="l" t="t" r="r" b="b"/>
            <a:pathLst>
              <a:path w="50800" h="78104">
                <a:moveTo>
                  <a:pt x="32638" y="0"/>
                </a:moveTo>
                <a:lnTo>
                  <a:pt x="17652" y="0"/>
                </a:lnTo>
                <a:lnTo>
                  <a:pt x="11810" y="2590"/>
                </a:lnTo>
                <a:lnTo>
                  <a:pt x="0" y="38734"/>
                </a:lnTo>
                <a:lnTo>
                  <a:pt x="440" y="48929"/>
                </a:lnTo>
                <a:lnTo>
                  <a:pt x="17652" y="77723"/>
                </a:lnTo>
                <a:lnTo>
                  <a:pt x="32638" y="77723"/>
                </a:lnTo>
                <a:lnTo>
                  <a:pt x="38480" y="75133"/>
                </a:lnTo>
                <a:lnTo>
                  <a:pt x="42672" y="69938"/>
                </a:lnTo>
                <a:lnTo>
                  <a:pt x="45296" y="65620"/>
                </a:lnTo>
                <a:lnTo>
                  <a:pt x="23368" y="65620"/>
                </a:lnTo>
                <a:lnTo>
                  <a:pt x="21701" y="65062"/>
                </a:lnTo>
                <a:lnTo>
                  <a:pt x="18923" y="62852"/>
                </a:lnTo>
                <a:lnTo>
                  <a:pt x="17779" y="60629"/>
                </a:lnTo>
                <a:lnTo>
                  <a:pt x="16001" y="53949"/>
                </a:lnTo>
                <a:lnTo>
                  <a:pt x="15586" y="48929"/>
                </a:lnTo>
                <a:lnTo>
                  <a:pt x="15591" y="28735"/>
                </a:lnTo>
                <a:lnTo>
                  <a:pt x="23368" y="12103"/>
                </a:lnTo>
                <a:lnTo>
                  <a:pt x="45324" y="12103"/>
                </a:lnTo>
                <a:lnTo>
                  <a:pt x="42799" y="7886"/>
                </a:lnTo>
                <a:lnTo>
                  <a:pt x="38480" y="2628"/>
                </a:lnTo>
                <a:lnTo>
                  <a:pt x="32638" y="0"/>
                </a:lnTo>
                <a:close/>
              </a:path>
              <a:path w="50800" h="78104">
                <a:moveTo>
                  <a:pt x="45324" y="12103"/>
                </a:moveTo>
                <a:lnTo>
                  <a:pt x="26924" y="12103"/>
                </a:lnTo>
                <a:lnTo>
                  <a:pt x="28575" y="12661"/>
                </a:lnTo>
                <a:lnTo>
                  <a:pt x="31369" y="14909"/>
                </a:lnTo>
                <a:lnTo>
                  <a:pt x="32511" y="17144"/>
                </a:lnTo>
                <a:lnTo>
                  <a:pt x="34290" y="23825"/>
                </a:lnTo>
                <a:lnTo>
                  <a:pt x="34696" y="28735"/>
                </a:lnTo>
                <a:lnTo>
                  <a:pt x="34708" y="48929"/>
                </a:lnTo>
                <a:lnTo>
                  <a:pt x="34290" y="54152"/>
                </a:lnTo>
                <a:lnTo>
                  <a:pt x="33274" y="57886"/>
                </a:lnTo>
                <a:lnTo>
                  <a:pt x="32511" y="60794"/>
                </a:lnTo>
                <a:lnTo>
                  <a:pt x="31369" y="62814"/>
                </a:lnTo>
                <a:lnTo>
                  <a:pt x="28575" y="65062"/>
                </a:lnTo>
                <a:lnTo>
                  <a:pt x="26924" y="65620"/>
                </a:lnTo>
                <a:lnTo>
                  <a:pt x="45296" y="65620"/>
                </a:lnTo>
                <a:lnTo>
                  <a:pt x="46005" y="64454"/>
                </a:lnTo>
                <a:lnTo>
                  <a:pt x="48386" y="57451"/>
                </a:lnTo>
                <a:lnTo>
                  <a:pt x="49815" y="48929"/>
                </a:lnTo>
                <a:lnTo>
                  <a:pt x="50292"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466" name="object 466"/>
          <p:cNvSpPr/>
          <p:nvPr/>
        </p:nvSpPr>
        <p:spPr>
          <a:xfrm>
            <a:off x="7232904" y="6370320"/>
            <a:ext cx="33655" cy="78105"/>
          </a:xfrm>
          <a:custGeom>
            <a:avLst/>
            <a:gdLst/>
            <a:ahLst/>
            <a:cxnLst/>
            <a:rect l="l" t="t" r="r" b="b"/>
            <a:pathLst>
              <a:path w="33654" h="78104">
                <a:moveTo>
                  <a:pt x="33527" y="0"/>
                </a:moveTo>
                <a:lnTo>
                  <a:pt x="21717" y="0"/>
                </a:lnTo>
                <a:lnTo>
                  <a:pt x="19939" y="4711"/>
                </a:lnTo>
                <a:lnTo>
                  <a:pt x="16891" y="8839"/>
                </a:lnTo>
                <a:lnTo>
                  <a:pt x="8000" y="15925"/>
                </a:lnTo>
                <a:lnTo>
                  <a:pt x="3810" y="18326"/>
                </a:lnTo>
                <a:lnTo>
                  <a:pt x="0" y="19583"/>
                </a:lnTo>
                <a:lnTo>
                  <a:pt x="0" y="33058"/>
                </a:lnTo>
                <a:lnTo>
                  <a:pt x="7239" y="30619"/>
                </a:lnTo>
                <a:lnTo>
                  <a:pt x="13589" y="26873"/>
                </a:lnTo>
                <a:lnTo>
                  <a:pt x="18923" y="21805"/>
                </a:lnTo>
                <a:lnTo>
                  <a:pt x="18923" y="77723"/>
                </a:lnTo>
                <a:lnTo>
                  <a:pt x="33527" y="77723"/>
                </a:lnTo>
                <a:lnTo>
                  <a:pt x="33527" y="0"/>
                </a:lnTo>
                <a:close/>
              </a:path>
            </a:pathLst>
          </a:custGeom>
          <a:solidFill>
            <a:srgbClr val="4264DE">
              <a:alpha val="10195"/>
            </a:srgbClr>
          </a:solidFill>
        </p:spPr>
        <p:txBody>
          <a:bodyPr wrap="square" lIns="0" tIns="0" rIns="0" bIns="0" rtlCol="0"/>
          <a:lstStyle/>
          <a:p>
            <a:endParaRPr/>
          </a:p>
        </p:txBody>
      </p:sp>
      <p:sp>
        <p:nvSpPr>
          <p:cNvPr id="467" name="object 467"/>
          <p:cNvSpPr/>
          <p:nvPr/>
        </p:nvSpPr>
        <p:spPr>
          <a:xfrm>
            <a:off x="7399019" y="6370320"/>
            <a:ext cx="48895" cy="78105"/>
          </a:xfrm>
          <a:custGeom>
            <a:avLst/>
            <a:gdLst/>
            <a:ahLst/>
            <a:cxnLst/>
            <a:rect l="l" t="t" r="r" b="b"/>
            <a:pathLst>
              <a:path w="48895" h="78104">
                <a:moveTo>
                  <a:pt x="31623" y="0"/>
                </a:moveTo>
                <a:lnTo>
                  <a:pt x="17145" y="0"/>
                </a:lnTo>
                <a:lnTo>
                  <a:pt x="11429" y="2590"/>
                </a:lnTo>
                <a:lnTo>
                  <a:pt x="0" y="38734"/>
                </a:lnTo>
                <a:lnTo>
                  <a:pt x="438" y="48929"/>
                </a:lnTo>
                <a:lnTo>
                  <a:pt x="17018" y="77723"/>
                </a:lnTo>
                <a:lnTo>
                  <a:pt x="31623" y="77723"/>
                </a:lnTo>
                <a:lnTo>
                  <a:pt x="37337" y="75133"/>
                </a:lnTo>
                <a:lnTo>
                  <a:pt x="41401" y="69938"/>
                </a:lnTo>
                <a:lnTo>
                  <a:pt x="43953" y="65620"/>
                </a:lnTo>
                <a:lnTo>
                  <a:pt x="22605" y="65620"/>
                </a:lnTo>
                <a:lnTo>
                  <a:pt x="21065" y="65062"/>
                </a:lnTo>
                <a:lnTo>
                  <a:pt x="15182" y="48929"/>
                </a:lnTo>
                <a:lnTo>
                  <a:pt x="15186" y="28735"/>
                </a:lnTo>
                <a:lnTo>
                  <a:pt x="22605" y="12103"/>
                </a:lnTo>
                <a:lnTo>
                  <a:pt x="43911" y="12103"/>
                </a:lnTo>
                <a:lnTo>
                  <a:pt x="41401" y="7886"/>
                </a:lnTo>
                <a:lnTo>
                  <a:pt x="37337" y="2628"/>
                </a:lnTo>
                <a:lnTo>
                  <a:pt x="31623" y="0"/>
                </a:lnTo>
                <a:close/>
              </a:path>
              <a:path w="48895" h="78104">
                <a:moveTo>
                  <a:pt x="43911" y="12103"/>
                </a:moveTo>
                <a:lnTo>
                  <a:pt x="26161" y="12103"/>
                </a:lnTo>
                <a:lnTo>
                  <a:pt x="27685" y="12661"/>
                </a:lnTo>
                <a:lnTo>
                  <a:pt x="29082" y="13779"/>
                </a:lnTo>
                <a:lnTo>
                  <a:pt x="33588" y="48929"/>
                </a:lnTo>
                <a:lnTo>
                  <a:pt x="33274" y="54152"/>
                </a:lnTo>
                <a:lnTo>
                  <a:pt x="32257" y="57886"/>
                </a:lnTo>
                <a:lnTo>
                  <a:pt x="31496" y="60794"/>
                </a:lnTo>
                <a:lnTo>
                  <a:pt x="30352" y="62814"/>
                </a:lnTo>
                <a:lnTo>
                  <a:pt x="29051" y="63969"/>
                </a:lnTo>
                <a:lnTo>
                  <a:pt x="27651" y="65074"/>
                </a:lnTo>
                <a:lnTo>
                  <a:pt x="26161" y="65620"/>
                </a:lnTo>
                <a:lnTo>
                  <a:pt x="43953" y="65620"/>
                </a:lnTo>
                <a:lnTo>
                  <a:pt x="44642" y="64454"/>
                </a:lnTo>
                <a:lnTo>
                  <a:pt x="46942" y="57451"/>
                </a:lnTo>
                <a:lnTo>
                  <a:pt x="48313" y="48929"/>
                </a:lnTo>
                <a:lnTo>
                  <a:pt x="48768"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468" name="object 468"/>
          <p:cNvSpPr/>
          <p:nvPr/>
        </p:nvSpPr>
        <p:spPr>
          <a:xfrm>
            <a:off x="7580376" y="6370320"/>
            <a:ext cx="33655" cy="78105"/>
          </a:xfrm>
          <a:custGeom>
            <a:avLst/>
            <a:gdLst/>
            <a:ahLst/>
            <a:cxnLst/>
            <a:rect l="l" t="t" r="r" b="b"/>
            <a:pathLst>
              <a:path w="33654" h="78104">
                <a:moveTo>
                  <a:pt x="33527" y="0"/>
                </a:moveTo>
                <a:lnTo>
                  <a:pt x="21717" y="0"/>
                </a:lnTo>
                <a:lnTo>
                  <a:pt x="19939" y="4711"/>
                </a:lnTo>
                <a:lnTo>
                  <a:pt x="16891" y="8839"/>
                </a:lnTo>
                <a:lnTo>
                  <a:pt x="8000" y="15925"/>
                </a:lnTo>
                <a:lnTo>
                  <a:pt x="3809" y="18326"/>
                </a:lnTo>
                <a:lnTo>
                  <a:pt x="0" y="19583"/>
                </a:lnTo>
                <a:lnTo>
                  <a:pt x="0" y="33058"/>
                </a:lnTo>
                <a:lnTo>
                  <a:pt x="7239" y="30619"/>
                </a:lnTo>
                <a:lnTo>
                  <a:pt x="13589" y="26873"/>
                </a:lnTo>
                <a:lnTo>
                  <a:pt x="18923" y="21805"/>
                </a:lnTo>
                <a:lnTo>
                  <a:pt x="18923" y="77723"/>
                </a:lnTo>
                <a:lnTo>
                  <a:pt x="33527" y="77723"/>
                </a:lnTo>
                <a:lnTo>
                  <a:pt x="33527" y="0"/>
                </a:lnTo>
                <a:close/>
              </a:path>
            </a:pathLst>
          </a:custGeom>
          <a:solidFill>
            <a:srgbClr val="4264DE">
              <a:alpha val="10195"/>
            </a:srgbClr>
          </a:solidFill>
        </p:spPr>
        <p:txBody>
          <a:bodyPr wrap="square" lIns="0" tIns="0" rIns="0" bIns="0" rtlCol="0"/>
          <a:lstStyle/>
          <a:p>
            <a:endParaRPr/>
          </a:p>
        </p:txBody>
      </p:sp>
      <p:sp>
        <p:nvSpPr>
          <p:cNvPr id="469" name="object 469"/>
          <p:cNvSpPr/>
          <p:nvPr/>
        </p:nvSpPr>
        <p:spPr>
          <a:xfrm>
            <a:off x="7744968" y="6370320"/>
            <a:ext cx="50800" cy="78105"/>
          </a:xfrm>
          <a:custGeom>
            <a:avLst/>
            <a:gdLst/>
            <a:ahLst/>
            <a:cxnLst/>
            <a:rect l="l" t="t" r="r" b="b"/>
            <a:pathLst>
              <a:path w="50800" h="78104">
                <a:moveTo>
                  <a:pt x="32638" y="0"/>
                </a:moveTo>
                <a:lnTo>
                  <a:pt x="17652" y="0"/>
                </a:lnTo>
                <a:lnTo>
                  <a:pt x="11810" y="2590"/>
                </a:lnTo>
                <a:lnTo>
                  <a:pt x="0" y="38734"/>
                </a:lnTo>
                <a:lnTo>
                  <a:pt x="440" y="48929"/>
                </a:lnTo>
                <a:lnTo>
                  <a:pt x="17652" y="77723"/>
                </a:lnTo>
                <a:lnTo>
                  <a:pt x="32638" y="77723"/>
                </a:lnTo>
                <a:lnTo>
                  <a:pt x="38480" y="75133"/>
                </a:lnTo>
                <a:lnTo>
                  <a:pt x="42672" y="69938"/>
                </a:lnTo>
                <a:lnTo>
                  <a:pt x="45296" y="65620"/>
                </a:lnTo>
                <a:lnTo>
                  <a:pt x="23367" y="65620"/>
                </a:lnTo>
                <a:lnTo>
                  <a:pt x="21701" y="65062"/>
                </a:lnTo>
                <a:lnTo>
                  <a:pt x="18923" y="62852"/>
                </a:lnTo>
                <a:lnTo>
                  <a:pt x="17779" y="60629"/>
                </a:lnTo>
                <a:lnTo>
                  <a:pt x="16001" y="53949"/>
                </a:lnTo>
                <a:lnTo>
                  <a:pt x="15586" y="48929"/>
                </a:lnTo>
                <a:lnTo>
                  <a:pt x="15591" y="28735"/>
                </a:lnTo>
                <a:lnTo>
                  <a:pt x="23367" y="12103"/>
                </a:lnTo>
                <a:lnTo>
                  <a:pt x="45324" y="12103"/>
                </a:lnTo>
                <a:lnTo>
                  <a:pt x="42799" y="7886"/>
                </a:lnTo>
                <a:lnTo>
                  <a:pt x="38480" y="2628"/>
                </a:lnTo>
                <a:lnTo>
                  <a:pt x="32638" y="0"/>
                </a:lnTo>
                <a:close/>
              </a:path>
              <a:path w="50800" h="78104">
                <a:moveTo>
                  <a:pt x="45324" y="12103"/>
                </a:moveTo>
                <a:lnTo>
                  <a:pt x="26924" y="12103"/>
                </a:lnTo>
                <a:lnTo>
                  <a:pt x="28575" y="12661"/>
                </a:lnTo>
                <a:lnTo>
                  <a:pt x="31368" y="14909"/>
                </a:lnTo>
                <a:lnTo>
                  <a:pt x="32511" y="17144"/>
                </a:lnTo>
                <a:lnTo>
                  <a:pt x="34289" y="23825"/>
                </a:lnTo>
                <a:lnTo>
                  <a:pt x="34696" y="28735"/>
                </a:lnTo>
                <a:lnTo>
                  <a:pt x="34708" y="48929"/>
                </a:lnTo>
                <a:lnTo>
                  <a:pt x="34289" y="54152"/>
                </a:lnTo>
                <a:lnTo>
                  <a:pt x="33274" y="57886"/>
                </a:lnTo>
                <a:lnTo>
                  <a:pt x="32511" y="60794"/>
                </a:lnTo>
                <a:lnTo>
                  <a:pt x="31368" y="62814"/>
                </a:lnTo>
                <a:lnTo>
                  <a:pt x="28575" y="65062"/>
                </a:lnTo>
                <a:lnTo>
                  <a:pt x="26924" y="65620"/>
                </a:lnTo>
                <a:lnTo>
                  <a:pt x="45296" y="65620"/>
                </a:lnTo>
                <a:lnTo>
                  <a:pt x="46005" y="64454"/>
                </a:lnTo>
                <a:lnTo>
                  <a:pt x="48386" y="57451"/>
                </a:lnTo>
                <a:lnTo>
                  <a:pt x="49815" y="48929"/>
                </a:lnTo>
                <a:lnTo>
                  <a:pt x="50291"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470" name="object 470"/>
          <p:cNvSpPr/>
          <p:nvPr/>
        </p:nvSpPr>
        <p:spPr>
          <a:xfrm>
            <a:off x="7926323" y="6370320"/>
            <a:ext cx="33655" cy="78105"/>
          </a:xfrm>
          <a:custGeom>
            <a:avLst/>
            <a:gdLst/>
            <a:ahLst/>
            <a:cxnLst/>
            <a:rect l="l" t="t" r="r" b="b"/>
            <a:pathLst>
              <a:path w="33654" h="78104">
                <a:moveTo>
                  <a:pt x="33527" y="0"/>
                </a:moveTo>
                <a:lnTo>
                  <a:pt x="21717" y="0"/>
                </a:lnTo>
                <a:lnTo>
                  <a:pt x="19939" y="4711"/>
                </a:lnTo>
                <a:lnTo>
                  <a:pt x="16891" y="8839"/>
                </a:lnTo>
                <a:lnTo>
                  <a:pt x="8000" y="15925"/>
                </a:lnTo>
                <a:lnTo>
                  <a:pt x="3809" y="18326"/>
                </a:lnTo>
                <a:lnTo>
                  <a:pt x="0" y="19583"/>
                </a:lnTo>
                <a:lnTo>
                  <a:pt x="0" y="33058"/>
                </a:lnTo>
                <a:lnTo>
                  <a:pt x="7239" y="30619"/>
                </a:lnTo>
                <a:lnTo>
                  <a:pt x="13589" y="26873"/>
                </a:lnTo>
                <a:lnTo>
                  <a:pt x="18923" y="21805"/>
                </a:lnTo>
                <a:lnTo>
                  <a:pt x="18923" y="77723"/>
                </a:lnTo>
                <a:lnTo>
                  <a:pt x="33527" y="77723"/>
                </a:lnTo>
                <a:lnTo>
                  <a:pt x="33527" y="0"/>
                </a:lnTo>
                <a:close/>
              </a:path>
            </a:pathLst>
          </a:custGeom>
          <a:solidFill>
            <a:srgbClr val="4264DE">
              <a:alpha val="10195"/>
            </a:srgbClr>
          </a:solidFill>
        </p:spPr>
        <p:txBody>
          <a:bodyPr wrap="square" lIns="0" tIns="0" rIns="0" bIns="0" rtlCol="0"/>
          <a:lstStyle/>
          <a:p>
            <a:endParaRPr/>
          </a:p>
        </p:txBody>
      </p:sp>
      <p:sp>
        <p:nvSpPr>
          <p:cNvPr id="471" name="object 471"/>
          <p:cNvSpPr/>
          <p:nvPr/>
        </p:nvSpPr>
        <p:spPr>
          <a:xfrm>
            <a:off x="8092440" y="6370320"/>
            <a:ext cx="48895" cy="78105"/>
          </a:xfrm>
          <a:custGeom>
            <a:avLst/>
            <a:gdLst/>
            <a:ahLst/>
            <a:cxnLst/>
            <a:rect l="l" t="t" r="r" b="b"/>
            <a:pathLst>
              <a:path w="48895" h="78104">
                <a:moveTo>
                  <a:pt x="31623" y="0"/>
                </a:moveTo>
                <a:lnTo>
                  <a:pt x="17144" y="0"/>
                </a:lnTo>
                <a:lnTo>
                  <a:pt x="11429" y="2590"/>
                </a:lnTo>
                <a:lnTo>
                  <a:pt x="0" y="38734"/>
                </a:lnTo>
                <a:lnTo>
                  <a:pt x="438" y="48929"/>
                </a:lnTo>
                <a:lnTo>
                  <a:pt x="17017" y="77723"/>
                </a:lnTo>
                <a:lnTo>
                  <a:pt x="31623" y="77723"/>
                </a:lnTo>
                <a:lnTo>
                  <a:pt x="37337" y="75133"/>
                </a:lnTo>
                <a:lnTo>
                  <a:pt x="41401" y="69938"/>
                </a:lnTo>
                <a:lnTo>
                  <a:pt x="43953" y="65620"/>
                </a:lnTo>
                <a:lnTo>
                  <a:pt x="22605" y="65620"/>
                </a:lnTo>
                <a:lnTo>
                  <a:pt x="21065" y="65062"/>
                </a:lnTo>
                <a:lnTo>
                  <a:pt x="15182" y="48929"/>
                </a:lnTo>
                <a:lnTo>
                  <a:pt x="15186" y="28735"/>
                </a:lnTo>
                <a:lnTo>
                  <a:pt x="22605" y="12103"/>
                </a:lnTo>
                <a:lnTo>
                  <a:pt x="43911" y="12103"/>
                </a:lnTo>
                <a:lnTo>
                  <a:pt x="41401" y="7886"/>
                </a:lnTo>
                <a:lnTo>
                  <a:pt x="37337" y="2628"/>
                </a:lnTo>
                <a:lnTo>
                  <a:pt x="31623" y="0"/>
                </a:lnTo>
                <a:close/>
              </a:path>
              <a:path w="48895" h="78104">
                <a:moveTo>
                  <a:pt x="43911" y="12103"/>
                </a:moveTo>
                <a:lnTo>
                  <a:pt x="26161" y="12103"/>
                </a:lnTo>
                <a:lnTo>
                  <a:pt x="27685" y="12661"/>
                </a:lnTo>
                <a:lnTo>
                  <a:pt x="28955" y="13779"/>
                </a:lnTo>
                <a:lnTo>
                  <a:pt x="33588" y="48929"/>
                </a:lnTo>
                <a:lnTo>
                  <a:pt x="33274" y="54152"/>
                </a:lnTo>
                <a:lnTo>
                  <a:pt x="32257" y="57886"/>
                </a:lnTo>
                <a:lnTo>
                  <a:pt x="31495" y="60794"/>
                </a:lnTo>
                <a:lnTo>
                  <a:pt x="30352" y="62814"/>
                </a:lnTo>
                <a:lnTo>
                  <a:pt x="29051" y="63969"/>
                </a:lnTo>
                <a:lnTo>
                  <a:pt x="27651" y="65074"/>
                </a:lnTo>
                <a:lnTo>
                  <a:pt x="26161" y="65620"/>
                </a:lnTo>
                <a:lnTo>
                  <a:pt x="43953" y="65620"/>
                </a:lnTo>
                <a:lnTo>
                  <a:pt x="44642" y="64454"/>
                </a:lnTo>
                <a:lnTo>
                  <a:pt x="46942" y="57451"/>
                </a:lnTo>
                <a:lnTo>
                  <a:pt x="48313" y="48929"/>
                </a:lnTo>
                <a:lnTo>
                  <a:pt x="48767"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472" name="object 472"/>
          <p:cNvSpPr/>
          <p:nvPr/>
        </p:nvSpPr>
        <p:spPr>
          <a:xfrm>
            <a:off x="8273795" y="6370320"/>
            <a:ext cx="33655" cy="78105"/>
          </a:xfrm>
          <a:custGeom>
            <a:avLst/>
            <a:gdLst/>
            <a:ahLst/>
            <a:cxnLst/>
            <a:rect l="l" t="t" r="r" b="b"/>
            <a:pathLst>
              <a:path w="33654" h="78104">
                <a:moveTo>
                  <a:pt x="33527" y="0"/>
                </a:moveTo>
                <a:lnTo>
                  <a:pt x="21717" y="0"/>
                </a:lnTo>
                <a:lnTo>
                  <a:pt x="19938" y="4711"/>
                </a:lnTo>
                <a:lnTo>
                  <a:pt x="16890" y="8839"/>
                </a:lnTo>
                <a:lnTo>
                  <a:pt x="8000" y="15925"/>
                </a:lnTo>
                <a:lnTo>
                  <a:pt x="3809" y="18326"/>
                </a:lnTo>
                <a:lnTo>
                  <a:pt x="0" y="19583"/>
                </a:lnTo>
                <a:lnTo>
                  <a:pt x="0" y="33058"/>
                </a:lnTo>
                <a:lnTo>
                  <a:pt x="7238" y="30619"/>
                </a:lnTo>
                <a:lnTo>
                  <a:pt x="13588" y="26873"/>
                </a:lnTo>
                <a:lnTo>
                  <a:pt x="18923" y="21805"/>
                </a:lnTo>
                <a:lnTo>
                  <a:pt x="18923" y="77723"/>
                </a:lnTo>
                <a:lnTo>
                  <a:pt x="33527" y="77723"/>
                </a:lnTo>
                <a:lnTo>
                  <a:pt x="33527" y="0"/>
                </a:lnTo>
                <a:close/>
              </a:path>
            </a:pathLst>
          </a:custGeom>
          <a:solidFill>
            <a:srgbClr val="4264DE">
              <a:alpha val="10195"/>
            </a:srgbClr>
          </a:solidFill>
        </p:spPr>
        <p:txBody>
          <a:bodyPr wrap="square" lIns="0" tIns="0" rIns="0" bIns="0" rtlCol="0"/>
          <a:lstStyle/>
          <a:p>
            <a:endParaRPr/>
          </a:p>
        </p:txBody>
      </p:sp>
      <p:sp>
        <p:nvSpPr>
          <p:cNvPr id="473" name="object 473"/>
          <p:cNvSpPr/>
          <p:nvPr/>
        </p:nvSpPr>
        <p:spPr>
          <a:xfrm>
            <a:off x="8438388" y="6370320"/>
            <a:ext cx="50800" cy="78105"/>
          </a:xfrm>
          <a:custGeom>
            <a:avLst/>
            <a:gdLst/>
            <a:ahLst/>
            <a:cxnLst/>
            <a:rect l="l" t="t" r="r" b="b"/>
            <a:pathLst>
              <a:path w="50800" h="78104">
                <a:moveTo>
                  <a:pt x="32638" y="0"/>
                </a:moveTo>
                <a:lnTo>
                  <a:pt x="17652" y="0"/>
                </a:lnTo>
                <a:lnTo>
                  <a:pt x="11810" y="2590"/>
                </a:lnTo>
                <a:lnTo>
                  <a:pt x="0" y="38734"/>
                </a:lnTo>
                <a:lnTo>
                  <a:pt x="440" y="48929"/>
                </a:lnTo>
                <a:lnTo>
                  <a:pt x="17652" y="77723"/>
                </a:lnTo>
                <a:lnTo>
                  <a:pt x="32638" y="77723"/>
                </a:lnTo>
                <a:lnTo>
                  <a:pt x="38480" y="75133"/>
                </a:lnTo>
                <a:lnTo>
                  <a:pt x="42671" y="69938"/>
                </a:lnTo>
                <a:lnTo>
                  <a:pt x="45296" y="65620"/>
                </a:lnTo>
                <a:lnTo>
                  <a:pt x="23367" y="65620"/>
                </a:lnTo>
                <a:lnTo>
                  <a:pt x="21701" y="65062"/>
                </a:lnTo>
                <a:lnTo>
                  <a:pt x="18922" y="62852"/>
                </a:lnTo>
                <a:lnTo>
                  <a:pt x="17779" y="60629"/>
                </a:lnTo>
                <a:lnTo>
                  <a:pt x="16001" y="53949"/>
                </a:lnTo>
                <a:lnTo>
                  <a:pt x="15586" y="48929"/>
                </a:lnTo>
                <a:lnTo>
                  <a:pt x="15591" y="28735"/>
                </a:lnTo>
                <a:lnTo>
                  <a:pt x="23367" y="12103"/>
                </a:lnTo>
                <a:lnTo>
                  <a:pt x="45324" y="12103"/>
                </a:lnTo>
                <a:lnTo>
                  <a:pt x="42798" y="7886"/>
                </a:lnTo>
                <a:lnTo>
                  <a:pt x="38480" y="2628"/>
                </a:lnTo>
                <a:lnTo>
                  <a:pt x="32638" y="0"/>
                </a:lnTo>
                <a:close/>
              </a:path>
              <a:path w="50800" h="78104">
                <a:moveTo>
                  <a:pt x="45324" y="12103"/>
                </a:moveTo>
                <a:lnTo>
                  <a:pt x="26923" y="12103"/>
                </a:lnTo>
                <a:lnTo>
                  <a:pt x="28575" y="12661"/>
                </a:lnTo>
                <a:lnTo>
                  <a:pt x="31368" y="14909"/>
                </a:lnTo>
                <a:lnTo>
                  <a:pt x="32511" y="17144"/>
                </a:lnTo>
                <a:lnTo>
                  <a:pt x="34289" y="23825"/>
                </a:lnTo>
                <a:lnTo>
                  <a:pt x="34696" y="28735"/>
                </a:lnTo>
                <a:lnTo>
                  <a:pt x="34708" y="48929"/>
                </a:lnTo>
                <a:lnTo>
                  <a:pt x="34289" y="54152"/>
                </a:lnTo>
                <a:lnTo>
                  <a:pt x="33273" y="57886"/>
                </a:lnTo>
                <a:lnTo>
                  <a:pt x="32511" y="60794"/>
                </a:lnTo>
                <a:lnTo>
                  <a:pt x="31368" y="62814"/>
                </a:lnTo>
                <a:lnTo>
                  <a:pt x="28575" y="65062"/>
                </a:lnTo>
                <a:lnTo>
                  <a:pt x="26923" y="65620"/>
                </a:lnTo>
                <a:lnTo>
                  <a:pt x="45296" y="65620"/>
                </a:lnTo>
                <a:lnTo>
                  <a:pt x="46005" y="64454"/>
                </a:lnTo>
                <a:lnTo>
                  <a:pt x="48386" y="57451"/>
                </a:lnTo>
                <a:lnTo>
                  <a:pt x="49815" y="48929"/>
                </a:lnTo>
                <a:lnTo>
                  <a:pt x="50291"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474" name="object 474"/>
          <p:cNvSpPr/>
          <p:nvPr/>
        </p:nvSpPr>
        <p:spPr>
          <a:xfrm>
            <a:off x="8619743" y="6370320"/>
            <a:ext cx="33655" cy="78105"/>
          </a:xfrm>
          <a:custGeom>
            <a:avLst/>
            <a:gdLst/>
            <a:ahLst/>
            <a:cxnLst/>
            <a:rect l="l" t="t" r="r" b="b"/>
            <a:pathLst>
              <a:path w="33654" h="78104">
                <a:moveTo>
                  <a:pt x="33527" y="0"/>
                </a:moveTo>
                <a:lnTo>
                  <a:pt x="21716" y="0"/>
                </a:lnTo>
                <a:lnTo>
                  <a:pt x="19938" y="4711"/>
                </a:lnTo>
                <a:lnTo>
                  <a:pt x="16890" y="8839"/>
                </a:lnTo>
                <a:lnTo>
                  <a:pt x="8000" y="15925"/>
                </a:lnTo>
                <a:lnTo>
                  <a:pt x="3809" y="18326"/>
                </a:lnTo>
                <a:lnTo>
                  <a:pt x="0" y="19583"/>
                </a:lnTo>
                <a:lnTo>
                  <a:pt x="0" y="33058"/>
                </a:lnTo>
                <a:lnTo>
                  <a:pt x="7238" y="30619"/>
                </a:lnTo>
                <a:lnTo>
                  <a:pt x="13588" y="26873"/>
                </a:lnTo>
                <a:lnTo>
                  <a:pt x="18923" y="21805"/>
                </a:lnTo>
                <a:lnTo>
                  <a:pt x="18923" y="77723"/>
                </a:lnTo>
                <a:lnTo>
                  <a:pt x="33527" y="77723"/>
                </a:lnTo>
                <a:lnTo>
                  <a:pt x="33527" y="0"/>
                </a:lnTo>
                <a:close/>
              </a:path>
            </a:pathLst>
          </a:custGeom>
          <a:solidFill>
            <a:srgbClr val="4264DE">
              <a:alpha val="10195"/>
            </a:srgbClr>
          </a:solidFill>
        </p:spPr>
        <p:txBody>
          <a:bodyPr wrap="square" lIns="0" tIns="0" rIns="0" bIns="0" rtlCol="0"/>
          <a:lstStyle/>
          <a:p>
            <a:endParaRPr/>
          </a:p>
        </p:txBody>
      </p:sp>
      <p:sp>
        <p:nvSpPr>
          <p:cNvPr id="475" name="object 475"/>
          <p:cNvSpPr/>
          <p:nvPr/>
        </p:nvSpPr>
        <p:spPr>
          <a:xfrm>
            <a:off x="8785859" y="6370320"/>
            <a:ext cx="48895" cy="78105"/>
          </a:xfrm>
          <a:custGeom>
            <a:avLst/>
            <a:gdLst/>
            <a:ahLst/>
            <a:cxnLst/>
            <a:rect l="l" t="t" r="r" b="b"/>
            <a:pathLst>
              <a:path w="48895" h="78104">
                <a:moveTo>
                  <a:pt x="31623" y="0"/>
                </a:moveTo>
                <a:lnTo>
                  <a:pt x="17145" y="0"/>
                </a:lnTo>
                <a:lnTo>
                  <a:pt x="11430" y="2590"/>
                </a:lnTo>
                <a:lnTo>
                  <a:pt x="0" y="38734"/>
                </a:lnTo>
                <a:lnTo>
                  <a:pt x="438" y="48929"/>
                </a:lnTo>
                <a:lnTo>
                  <a:pt x="17018" y="77723"/>
                </a:lnTo>
                <a:lnTo>
                  <a:pt x="31623" y="77723"/>
                </a:lnTo>
                <a:lnTo>
                  <a:pt x="37338" y="75133"/>
                </a:lnTo>
                <a:lnTo>
                  <a:pt x="41401" y="69938"/>
                </a:lnTo>
                <a:lnTo>
                  <a:pt x="43953" y="65620"/>
                </a:lnTo>
                <a:lnTo>
                  <a:pt x="22606" y="65620"/>
                </a:lnTo>
                <a:lnTo>
                  <a:pt x="21065" y="65062"/>
                </a:lnTo>
                <a:lnTo>
                  <a:pt x="15182" y="48929"/>
                </a:lnTo>
                <a:lnTo>
                  <a:pt x="15186" y="28735"/>
                </a:lnTo>
                <a:lnTo>
                  <a:pt x="22606" y="12103"/>
                </a:lnTo>
                <a:lnTo>
                  <a:pt x="43911" y="12103"/>
                </a:lnTo>
                <a:lnTo>
                  <a:pt x="41401" y="7886"/>
                </a:lnTo>
                <a:lnTo>
                  <a:pt x="37338" y="2628"/>
                </a:lnTo>
                <a:lnTo>
                  <a:pt x="31623" y="0"/>
                </a:lnTo>
                <a:close/>
              </a:path>
              <a:path w="48895" h="78104">
                <a:moveTo>
                  <a:pt x="43911" y="12103"/>
                </a:moveTo>
                <a:lnTo>
                  <a:pt x="26162" y="12103"/>
                </a:lnTo>
                <a:lnTo>
                  <a:pt x="27686" y="12661"/>
                </a:lnTo>
                <a:lnTo>
                  <a:pt x="28956" y="13779"/>
                </a:lnTo>
                <a:lnTo>
                  <a:pt x="33588" y="48929"/>
                </a:lnTo>
                <a:lnTo>
                  <a:pt x="33274" y="54152"/>
                </a:lnTo>
                <a:lnTo>
                  <a:pt x="32258" y="57886"/>
                </a:lnTo>
                <a:lnTo>
                  <a:pt x="31496" y="60794"/>
                </a:lnTo>
                <a:lnTo>
                  <a:pt x="30353" y="62814"/>
                </a:lnTo>
                <a:lnTo>
                  <a:pt x="29051" y="63969"/>
                </a:lnTo>
                <a:lnTo>
                  <a:pt x="27651" y="65074"/>
                </a:lnTo>
                <a:lnTo>
                  <a:pt x="26162" y="65620"/>
                </a:lnTo>
                <a:lnTo>
                  <a:pt x="43953" y="65620"/>
                </a:lnTo>
                <a:lnTo>
                  <a:pt x="44642" y="64454"/>
                </a:lnTo>
                <a:lnTo>
                  <a:pt x="46942" y="57451"/>
                </a:lnTo>
                <a:lnTo>
                  <a:pt x="48313" y="48929"/>
                </a:lnTo>
                <a:lnTo>
                  <a:pt x="48768"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476" name="object 476"/>
          <p:cNvSpPr/>
          <p:nvPr/>
        </p:nvSpPr>
        <p:spPr>
          <a:xfrm>
            <a:off x="8967216" y="6370320"/>
            <a:ext cx="33655" cy="78105"/>
          </a:xfrm>
          <a:custGeom>
            <a:avLst/>
            <a:gdLst/>
            <a:ahLst/>
            <a:cxnLst/>
            <a:rect l="l" t="t" r="r" b="b"/>
            <a:pathLst>
              <a:path w="33654" h="78104">
                <a:moveTo>
                  <a:pt x="33527" y="0"/>
                </a:moveTo>
                <a:lnTo>
                  <a:pt x="21716" y="0"/>
                </a:lnTo>
                <a:lnTo>
                  <a:pt x="19938" y="4711"/>
                </a:lnTo>
                <a:lnTo>
                  <a:pt x="16890" y="8839"/>
                </a:lnTo>
                <a:lnTo>
                  <a:pt x="8000" y="15925"/>
                </a:lnTo>
                <a:lnTo>
                  <a:pt x="3809" y="18326"/>
                </a:lnTo>
                <a:lnTo>
                  <a:pt x="0" y="19583"/>
                </a:lnTo>
                <a:lnTo>
                  <a:pt x="0" y="33058"/>
                </a:lnTo>
                <a:lnTo>
                  <a:pt x="7238" y="30619"/>
                </a:lnTo>
                <a:lnTo>
                  <a:pt x="13588" y="26873"/>
                </a:lnTo>
                <a:lnTo>
                  <a:pt x="18923" y="21805"/>
                </a:lnTo>
                <a:lnTo>
                  <a:pt x="18923" y="77723"/>
                </a:lnTo>
                <a:lnTo>
                  <a:pt x="33527" y="77723"/>
                </a:lnTo>
                <a:lnTo>
                  <a:pt x="33527" y="0"/>
                </a:lnTo>
                <a:close/>
              </a:path>
            </a:pathLst>
          </a:custGeom>
          <a:solidFill>
            <a:srgbClr val="4264DE">
              <a:alpha val="10195"/>
            </a:srgbClr>
          </a:solidFill>
        </p:spPr>
        <p:txBody>
          <a:bodyPr wrap="square" lIns="0" tIns="0" rIns="0" bIns="0" rtlCol="0"/>
          <a:lstStyle/>
          <a:p>
            <a:endParaRPr/>
          </a:p>
        </p:txBody>
      </p:sp>
      <p:sp>
        <p:nvSpPr>
          <p:cNvPr id="477" name="object 477"/>
          <p:cNvSpPr/>
          <p:nvPr/>
        </p:nvSpPr>
        <p:spPr>
          <a:xfrm>
            <a:off x="9131807" y="6370320"/>
            <a:ext cx="50800" cy="78105"/>
          </a:xfrm>
          <a:custGeom>
            <a:avLst/>
            <a:gdLst/>
            <a:ahLst/>
            <a:cxnLst/>
            <a:rect l="l" t="t" r="r" b="b"/>
            <a:pathLst>
              <a:path w="50800" h="78104">
                <a:moveTo>
                  <a:pt x="32639" y="0"/>
                </a:moveTo>
                <a:lnTo>
                  <a:pt x="17652" y="0"/>
                </a:lnTo>
                <a:lnTo>
                  <a:pt x="11811" y="2590"/>
                </a:lnTo>
                <a:lnTo>
                  <a:pt x="0" y="38734"/>
                </a:lnTo>
                <a:lnTo>
                  <a:pt x="440" y="48929"/>
                </a:lnTo>
                <a:lnTo>
                  <a:pt x="17652" y="77723"/>
                </a:lnTo>
                <a:lnTo>
                  <a:pt x="32639" y="77723"/>
                </a:lnTo>
                <a:lnTo>
                  <a:pt x="38481" y="75133"/>
                </a:lnTo>
                <a:lnTo>
                  <a:pt x="42672" y="69938"/>
                </a:lnTo>
                <a:lnTo>
                  <a:pt x="45296" y="65620"/>
                </a:lnTo>
                <a:lnTo>
                  <a:pt x="23368" y="65620"/>
                </a:lnTo>
                <a:lnTo>
                  <a:pt x="21701" y="65062"/>
                </a:lnTo>
                <a:lnTo>
                  <a:pt x="18923" y="62852"/>
                </a:lnTo>
                <a:lnTo>
                  <a:pt x="17780" y="60629"/>
                </a:lnTo>
                <a:lnTo>
                  <a:pt x="16001" y="53949"/>
                </a:lnTo>
                <a:lnTo>
                  <a:pt x="15586" y="48929"/>
                </a:lnTo>
                <a:lnTo>
                  <a:pt x="15591" y="28735"/>
                </a:lnTo>
                <a:lnTo>
                  <a:pt x="23368" y="12103"/>
                </a:lnTo>
                <a:lnTo>
                  <a:pt x="45324" y="12103"/>
                </a:lnTo>
                <a:lnTo>
                  <a:pt x="42799" y="7886"/>
                </a:lnTo>
                <a:lnTo>
                  <a:pt x="38481" y="2628"/>
                </a:lnTo>
                <a:lnTo>
                  <a:pt x="32639" y="0"/>
                </a:lnTo>
                <a:close/>
              </a:path>
              <a:path w="50800" h="78104">
                <a:moveTo>
                  <a:pt x="45324" y="12103"/>
                </a:moveTo>
                <a:lnTo>
                  <a:pt x="26924" y="12103"/>
                </a:lnTo>
                <a:lnTo>
                  <a:pt x="28575" y="12661"/>
                </a:lnTo>
                <a:lnTo>
                  <a:pt x="31369" y="14909"/>
                </a:lnTo>
                <a:lnTo>
                  <a:pt x="32512" y="17144"/>
                </a:lnTo>
                <a:lnTo>
                  <a:pt x="34290" y="23825"/>
                </a:lnTo>
                <a:lnTo>
                  <a:pt x="34696" y="28735"/>
                </a:lnTo>
                <a:lnTo>
                  <a:pt x="34708" y="48929"/>
                </a:lnTo>
                <a:lnTo>
                  <a:pt x="34290" y="54152"/>
                </a:lnTo>
                <a:lnTo>
                  <a:pt x="33274" y="57886"/>
                </a:lnTo>
                <a:lnTo>
                  <a:pt x="32512" y="60794"/>
                </a:lnTo>
                <a:lnTo>
                  <a:pt x="31369" y="62814"/>
                </a:lnTo>
                <a:lnTo>
                  <a:pt x="28575" y="65062"/>
                </a:lnTo>
                <a:lnTo>
                  <a:pt x="26924" y="65620"/>
                </a:lnTo>
                <a:lnTo>
                  <a:pt x="45296" y="65620"/>
                </a:lnTo>
                <a:lnTo>
                  <a:pt x="46005" y="64454"/>
                </a:lnTo>
                <a:lnTo>
                  <a:pt x="48386" y="57451"/>
                </a:lnTo>
                <a:lnTo>
                  <a:pt x="49815" y="48929"/>
                </a:lnTo>
                <a:lnTo>
                  <a:pt x="50292"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478" name="object 478"/>
          <p:cNvSpPr/>
          <p:nvPr/>
        </p:nvSpPr>
        <p:spPr>
          <a:xfrm>
            <a:off x="9313164" y="6370320"/>
            <a:ext cx="33655" cy="78105"/>
          </a:xfrm>
          <a:custGeom>
            <a:avLst/>
            <a:gdLst/>
            <a:ahLst/>
            <a:cxnLst/>
            <a:rect l="l" t="t" r="r" b="b"/>
            <a:pathLst>
              <a:path w="33654" h="78104">
                <a:moveTo>
                  <a:pt x="33527" y="0"/>
                </a:moveTo>
                <a:lnTo>
                  <a:pt x="21716" y="0"/>
                </a:lnTo>
                <a:lnTo>
                  <a:pt x="19938" y="4711"/>
                </a:lnTo>
                <a:lnTo>
                  <a:pt x="16890" y="8839"/>
                </a:lnTo>
                <a:lnTo>
                  <a:pt x="8000" y="15925"/>
                </a:lnTo>
                <a:lnTo>
                  <a:pt x="3809" y="18326"/>
                </a:lnTo>
                <a:lnTo>
                  <a:pt x="0" y="19583"/>
                </a:lnTo>
                <a:lnTo>
                  <a:pt x="0" y="33058"/>
                </a:lnTo>
                <a:lnTo>
                  <a:pt x="7238" y="30619"/>
                </a:lnTo>
                <a:lnTo>
                  <a:pt x="13588" y="26873"/>
                </a:lnTo>
                <a:lnTo>
                  <a:pt x="18922" y="21805"/>
                </a:lnTo>
                <a:lnTo>
                  <a:pt x="18922" y="77723"/>
                </a:lnTo>
                <a:lnTo>
                  <a:pt x="33527" y="77723"/>
                </a:lnTo>
                <a:lnTo>
                  <a:pt x="33527" y="0"/>
                </a:lnTo>
                <a:close/>
              </a:path>
            </a:pathLst>
          </a:custGeom>
          <a:solidFill>
            <a:srgbClr val="4264DE">
              <a:alpha val="10195"/>
            </a:srgbClr>
          </a:solidFill>
        </p:spPr>
        <p:txBody>
          <a:bodyPr wrap="square" lIns="0" tIns="0" rIns="0" bIns="0" rtlCol="0"/>
          <a:lstStyle/>
          <a:p>
            <a:endParaRPr/>
          </a:p>
        </p:txBody>
      </p:sp>
      <p:sp>
        <p:nvSpPr>
          <p:cNvPr id="479" name="object 479"/>
          <p:cNvSpPr/>
          <p:nvPr/>
        </p:nvSpPr>
        <p:spPr>
          <a:xfrm>
            <a:off x="9479280" y="6370320"/>
            <a:ext cx="48895" cy="78105"/>
          </a:xfrm>
          <a:custGeom>
            <a:avLst/>
            <a:gdLst/>
            <a:ahLst/>
            <a:cxnLst/>
            <a:rect l="l" t="t" r="r" b="b"/>
            <a:pathLst>
              <a:path w="48895" h="78104">
                <a:moveTo>
                  <a:pt x="31623" y="0"/>
                </a:moveTo>
                <a:lnTo>
                  <a:pt x="17145" y="0"/>
                </a:lnTo>
                <a:lnTo>
                  <a:pt x="11429" y="2590"/>
                </a:lnTo>
                <a:lnTo>
                  <a:pt x="0" y="38734"/>
                </a:lnTo>
                <a:lnTo>
                  <a:pt x="438" y="48929"/>
                </a:lnTo>
                <a:lnTo>
                  <a:pt x="17018" y="77723"/>
                </a:lnTo>
                <a:lnTo>
                  <a:pt x="31623" y="77723"/>
                </a:lnTo>
                <a:lnTo>
                  <a:pt x="37338" y="75133"/>
                </a:lnTo>
                <a:lnTo>
                  <a:pt x="41401" y="69938"/>
                </a:lnTo>
                <a:lnTo>
                  <a:pt x="43953" y="65620"/>
                </a:lnTo>
                <a:lnTo>
                  <a:pt x="22605" y="65620"/>
                </a:lnTo>
                <a:lnTo>
                  <a:pt x="21065" y="65062"/>
                </a:lnTo>
                <a:lnTo>
                  <a:pt x="15182" y="48929"/>
                </a:lnTo>
                <a:lnTo>
                  <a:pt x="15186" y="28735"/>
                </a:lnTo>
                <a:lnTo>
                  <a:pt x="22605" y="12103"/>
                </a:lnTo>
                <a:lnTo>
                  <a:pt x="43911" y="12103"/>
                </a:lnTo>
                <a:lnTo>
                  <a:pt x="41401" y="7886"/>
                </a:lnTo>
                <a:lnTo>
                  <a:pt x="37338" y="2628"/>
                </a:lnTo>
                <a:lnTo>
                  <a:pt x="31623" y="0"/>
                </a:lnTo>
                <a:close/>
              </a:path>
              <a:path w="48895" h="78104">
                <a:moveTo>
                  <a:pt x="43911" y="12103"/>
                </a:moveTo>
                <a:lnTo>
                  <a:pt x="26162" y="12103"/>
                </a:lnTo>
                <a:lnTo>
                  <a:pt x="27686" y="12661"/>
                </a:lnTo>
                <a:lnTo>
                  <a:pt x="29083" y="13779"/>
                </a:lnTo>
                <a:lnTo>
                  <a:pt x="33588" y="48929"/>
                </a:lnTo>
                <a:lnTo>
                  <a:pt x="33274" y="54152"/>
                </a:lnTo>
                <a:lnTo>
                  <a:pt x="32258" y="57886"/>
                </a:lnTo>
                <a:lnTo>
                  <a:pt x="31496" y="60794"/>
                </a:lnTo>
                <a:lnTo>
                  <a:pt x="30352" y="62814"/>
                </a:lnTo>
                <a:lnTo>
                  <a:pt x="29051" y="63969"/>
                </a:lnTo>
                <a:lnTo>
                  <a:pt x="27651" y="65074"/>
                </a:lnTo>
                <a:lnTo>
                  <a:pt x="26162" y="65620"/>
                </a:lnTo>
                <a:lnTo>
                  <a:pt x="43953" y="65620"/>
                </a:lnTo>
                <a:lnTo>
                  <a:pt x="44642" y="64454"/>
                </a:lnTo>
                <a:lnTo>
                  <a:pt x="46942" y="57451"/>
                </a:lnTo>
                <a:lnTo>
                  <a:pt x="48313" y="48929"/>
                </a:lnTo>
                <a:lnTo>
                  <a:pt x="48768"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480" name="object 480"/>
          <p:cNvSpPr/>
          <p:nvPr/>
        </p:nvSpPr>
        <p:spPr>
          <a:xfrm>
            <a:off x="9845040" y="6370320"/>
            <a:ext cx="33655" cy="78105"/>
          </a:xfrm>
          <a:custGeom>
            <a:avLst/>
            <a:gdLst/>
            <a:ahLst/>
            <a:cxnLst/>
            <a:rect l="l" t="t" r="r" b="b"/>
            <a:pathLst>
              <a:path w="33654" h="78104">
                <a:moveTo>
                  <a:pt x="33527" y="0"/>
                </a:moveTo>
                <a:lnTo>
                  <a:pt x="21716" y="0"/>
                </a:lnTo>
                <a:lnTo>
                  <a:pt x="19938" y="4711"/>
                </a:lnTo>
                <a:lnTo>
                  <a:pt x="16890" y="8839"/>
                </a:lnTo>
                <a:lnTo>
                  <a:pt x="8000" y="15925"/>
                </a:lnTo>
                <a:lnTo>
                  <a:pt x="3809" y="18326"/>
                </a:lnTo>
                <a:lnTo>
                  <a:pt x="0" y="19583"/>
                </a:lnTo>
                <a:lnTo>
                  <a:pt x="0" y="33058"/>
                </a:lnTo>
                <a:lnTo>
                  <a:pt x="7238" y="30619"/>
                </a:lnTo>
                <a:lnTo>
                  <a:pt x="13588" y="26873"/>
                </a:lnTo>
                <a:lnTo>
                  <a:pt x="18923" y="21805"/>
                </a:lnTo>
                <a:lnTo>
                  <a:pt x="18923" y="77723"/>
                </a:lnTo>
                <a:lnTo>
                  <a:pt x="33527" y="77723"/>
                </a:lnTo>
                <a:lnTo>
                  <a:pt x="33527" y="0"/>
                </a:lnTo>
                <a:close/>
              </a:path>
            </a:pathLst>
          </a:custGeom>
          <a:solidFill>
            <a:srgbClr val="4264DE">
              <a:alpha val="10195"/>
            </a:srgbClr>
          </a:solidFill>
        </p:spPr>
        <p:txBody>
          <a:bodyPr wrap="square" lIns="0" tIns="0" rIns="0" bIns="0" rtlCol="0"/>
          <a:lstStyle/>
          <a:p>
            <a:endParaRPr/>
          </a:p>
        </p:txBody>
      </p:sp>
      <p:sp>
        <p:nvSpPr>
          <p:cNvPr id="481" name="object 481"/>
          <p:cNvSpPr/>
          <p:nvPr/>
        </p:nvSpPr>
        <p:spPr>
          <a:xfrm>
            <a:off x="9663683" y="6370320"/>
            <a:ext cx="48895" cy="78105"/>
          </a:xfrm>
          <a:custGeom>
            <a:avLst/>
            <a:gdLst/>
            <a:ahLst/>
            <a:cxnLst/>
            <a:rect l="l" t="t" r="r" b="b"/>
            <a:pathLst>
              <a:path w="48895" h="78104">
                <a:moveTo>
                  <a:pt x="31623" y="0"/>
                </a:moveTo>
                <a:lnTo>
                  <a:pt x="17145" y="0"/>
                </a:lnTo>
                <a:lnTo>
                  <a:pt x="11430" y="2590"/>
                </a:lnTo>
                <a:lnTo>
                  <a:pt x="0" y="38734"/>
                </a:lnTo>
                <a:lnTo>
                  <a:pt x="438" y="48929"/>
                </a:lnTo>
                <a:lnTo>
                  <a:pt x="17018" y="77723"/>
                </a:lnTo>
                <a:lnTo>
                  <a:pt x="31623" y="77723"/>
                </a:lnTo>
                <a:lnTo>
                  <a:pt x="37338" y="75133"/>
                </a:lnTo>
                <a:lnTo>
                  <a:pt x="41401" y="69938"/>
                </a:lnTo>
                <a:lnTo>
                  <a:pt x="43953" y="65620"/>
                </a:lnTo>
                <a:lnTo>
                  <a:pt x="22606" y="65620"/>
                </a:lnTo>
                <a:lnTo>
                  <a:pt x="21065" y="65062"/>
                </a:lnTo>
                <a:lnTo>
                  <a:pt x="15182" y="48929"/>
                </a:lnTo>
                <a:lnTo>
                  <a:pt x="15186" y="28735"/>
                </a:lnTo>
                <a:lnTo>
                  <a:pt x="22606" y="12103"/>
                </a:lnTo>
                <a:lnTo>
                  <a:pt x="43911" y="12103"/>
                </a:lnTo>
                <a:lnTo>
                  <a:pt x="41401" y="7886"/>
                </a:lnTo>
                <a:lnTo>
                  <a:pt x="37338" y="2628"/>
                </a:lnTo>
                <a:lnTo>
                  <a:pt x="31623" y="0"/>
                </a:lnTo>
                <a:close/>
              </a:path>
              <a:path w="48895" h="78104">
                <a:moveTo>
                  <a:pt x="43911" y="12103"/>
                </a:moveTo>
                <a:lnTo>
                  <a:pt x="26162" y="12103"/>
                </a:lnTo>
                <a:lnTo>
                  <a:pt x="27686" y="12661"/>
                </a:lnTo>
                <a:lnTo>
                  <a:pt x="29083" y="13779"/>
                </a:lnTo>
                <a:lnTo>
                  <a:pt x="33588" y="48929"/>
                </a:lnTo>
                <a:lnTo>
                  <a:pt x="33274" y="54152"/>
                </a:lnTo>
                <a:lnTo>
                  <a:pt x="32258" y="57886"/>
                </a:lnTo>
                <a:lnTo>
                  <a:pt x="31496" y="60794"/>
                </a:lnTo>
                <a:lnTo>
                  <a:pt x="30352" y="62814"/>
                </a:lnTo>
                <a:lnTo>
                  <a:pt x="29051" y="63969"/>
                </a:lnTo>
                <a:lnTo>
                  <a:pt x="27651" y="65074"/>
                </a:lnTo>
                <a:lnTo>
                  <a:pt x="26162" y="65620"/>
                </a:lnTo>
                <a:lnTo>
                  <a:pt x="43953" y="65620"/>
                </a:lnTo>
                <a:lnTo>
                  <a:pt x="44642" y="64454"/>
                </a:lnTo>
                <a:lnTo>
                  <a:pt x="46942" y="57451"/>
                </a:lnTo>
                <a:lnTo>
                  <a:pt x="48313" y="48929"/>
                </a:lnTo>
                <a:lnTo>
                  <a:pt x="48768"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482" name="object 482"/>
          <p:cNvSpPr/>
          <p:nvPr/>
        </p:nvSpPr>
        <p:spPr>
          <a:xfrm>
            <a:off x="10006583" y="6370320"/>
            <a:ext cx="33655" cy="78105"/>
          </a:xfrm>
          <a:custGeom>
            <a:avLst/>
            <a:gdLst/>
            <a:ahLst/>
            <a:cxnLst/>
            <a:rect l="l" t="t" r="r" b="b"/>
            <a:pathLst>
              <a:path w="33654" h="78104">
                <a:moveTo>
                  <a:pt x="33527" y="0"/>
                </a:moveTo>
                <a:lnTo>
                  <a:pt x="21717" y="0"/>
                </a:lnTo>
                <a:lnTo>
                  <a:pt x="19939" y="4711"/>
                </a:lnTo>
                <a:lnTo>
                  <a:pt x="16891" y="8839"/>
                </a:lnTo>
                <a:lnTo>
                  <a:pt x="8000" y="15925"/>
                </a:lnTo>
                <a:lnTo>
                  <a:pt x="3810" y="18326"/>
                </a:lnTo>
                <a:lnTo>
                  <a:pt x="0" y="19583"/>
                </a:lnTo>
                <a:lnTo>
                  <a:pt x="0" y="33058"/>
                </a:lnTo>
                <a:lnTo>
                  <a:pt x="7239" y="30619"/>
                </a:lnTo>
                <a:lnTo>
                  <a:pt x="13589" y="26873"/>
                </a:lnTo>
                <a:lnTo>
                  <a:pt x="18923" y="21805"/>
                </a:lnTo>
                <a:lnTo>
                  <a:pt x="18923" y="77723"/>
                </a:lnTo>
                <a:lnTo>
                  <a:pt x="33527" y="77723"/>
                </a:lnTo>
                <a:lnTo>
                  <a:pt x="33527" y="0"/>
                </a:lnTo>
                <a:close/>
              </a:path>
            </a:pathLst>
          </a:custGeom>
          <a:solidFill>
            <a:srgbClr val="4264DE">
              <a:alpha val="10195"/>
            </a:srgbClr>
          </a:solidFill>
        </p:spPr>
        <p:txBody>
          <a:bodyPr wrap="square" lIns="0" tIns="0" rIns="0" bIns="0" rtlCol="0"/>
          <a:lstStyle/>
          <a:p>
            <a:endParaRPr/>
          </a:p>
        </p:txBody>
      </p:sp>
      <p:sp>
        <p:nvSpPr>
          <p:cNvPr id="483" name="object 483"/>
          <p:cNvSpPr/>
          <p:nvPr/>
        </p:nvSpPr>
        <p:spPr>
          <a:xfrm>
            <a:off x="10172700" y="6370320"/>
            <a:ext cx="48895" cy="78105"/>
          </a:xfrm>
          <a:custGeom>
            <a:avLst/>
            <a:gdLst/>
            <a:ahLst/>
            <a:cxnLst/>
            <a:rect l="l" t="t" r="r" b="b"/>
            <a:pathLst>
              <a:path w="48895" h="78104">
                <a:moveTo>
                  <a:pt x="31623" y="0"/>
                </a:moveTo>
                <a:lnTo>
                  <a:pt x="17145" y="0"/>
                </a:lnTo>
                <a:lnTo>
                  <a:pt x="11429" y="2590"/>
                </a:lnTo>
                <a:lnTo>
                  <a:pt x="0" y="38734"/>
                </a:lnTo>
                <a:lnTo>
                  <a:pt x="438" y="48929"/>
                </a:lnTo>
                <a:lnTo>
                  <a:pt x="17018" y="77723"/>
                </a:lnTo>
                <a:lnTo>
                  <a:pt x="31623" y="77723"/>
                </a:lnTo>
                <a:lnTo>
                  <a:pt x="37338" y="75133"/>
                </a:lnTo>
                <a:lnTo>
                  <a:pt x="41401" y="69938"/>
                </a:lnTo>
                <a:lnTo>
                  <a:pt x="43953" y="65620"/>
                </a:lnTo>
                <a:lnTo>
                  <a:pt x="22605" y="65620"/>
                </a:lnTo>
                <a:lnTo>
                  <a:pt x="21065" y="65062"/>
                </a:lnTo>
                <a:lnTo>
                  <a:pt x="15182" y="48929"/>
                </a:lnTo>
                <a:lnTo>
                  <a:pt x="15186" y="28735"/>
                </a:lnTo>
                <a:lnTo>
                  <a:pt x="22605" y="12103"/>
                </a:lnTo>
                <a:lnTo>
                  <a:pt x="43911" y="12103"/>
                </a:lnTo>
                <a:lnTo>
                  <a:pt x="41401" y="7886"/>
                </a:lnTo>
                <a:lnTo>
                  <a:pt x="37338" y="2628"/>
                </a:lnTo>
                <a:lnTo>
                  <a:pt x="31623" y="0"/>
                </a:lnTo>
                <a:close/>
              </a:path>
              <a:path w="48895" h="78104">
                <a:moveTo>
                  <a:pt x="43911" y="12103"/>
                </a:moveTo>
                <a:lnTo>
                  <a:pt x="26161" y="12103"/>
                </a:lnTo>
                <a:lnTo>
                  <a:pt x="27685" y="12661"/>
                </a:lnTo>
                <a:lnTo>
                  <a:pt x="28955" y="13779"/>
                </a:lnTo>
                <a:lnTo>
                  <a:pt x="33588" y="48929"/>
                </a:lnTo>
                <a:lnTo>
                  <a:pt x="33274" y="54152"/>
                </a:lnTo>
                <a:lnTo>
                  <a:pt x="32257" y="57886"/>
                </a:lnTo>
                <a:lnTo>
                  <a:pt x="31496" y="60794"/>
                </a:lnTo>
                <a:lnTo>
                  <a:pt x="30352" y="62814"/>
                </a:lnTo>
                <a:lnTo>
                  <a:pt x="29051" y="63969"/>
                </a:lnTo>
                <a:lnTo>
                  <a:pt x="27651" y="65074"/>
                </a:lnTo>
                <a:lnTo>
                  <a:pt x="26161" y="65620"/>
                </a:lnTo>
                <a:lnTo>
                  <a:pt x="43953" y="65620"/>
                </a:lnTo>
                <a:lnTo>
                  <a:pt x="44642" y="64454"/>
                </a:lnTo>
                <a:lnTo>
                  <a:pt x="46942" y="57451"/>
                </a:lnTo>
                <a:lnTo>
                  <a:pt x="48313" y="48929"/>
                </a:lnTo>
                <a:lnTo>
                  <a:pt x="48768"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484" name="object 484"/>
          <p:cNvSpPr/>
          <p:nvPr/>
        </p:nvSpPr>
        <p:spPr>
          <a:xfrm>
            <a:off x="10354056" y="6370320"/>
            <a:ext cx="33655" cy="78105"/>
          </a:xfrm>
          <a:custGeom>
            <a:avLst/>
            <a:gdLst/>
            <a:ahLst/>
            <a:cxnLst/>
            <a:rect l="l" t="t" r="r" b="b"/>
            <a:pathLst>
              <a:path w="33654" h="78104">
                <a:moveTo>
                  <a:pt x="33527" y="0"/>
                </a:moveTo>
                <a:lnTo>
                  <a:pt x="21717" y="0"/>
                </a:lnTo>
                <a:lnTo>
                  <a:pt x="19939" y="4711"/>
                </a:lnTo>
                <a:lnTo>
                  <a:pt x="16891" y="8839"/>
                </a:lnTo>
                <a:lnTo>
                  <a:pt x="8000" y="15925"/>
                </a:lnTo>
                <a:lnTo>
                  <a:pt x="3810" y="18326"/>
                </a:lnTo>
                <a:lnTo>
                  <a:pt x="0" y="19583"/>
                </a:lnTo>
                <a:lnTo>
                  <a:pt x="0" y="33058"/>
                </a:lnTo>
                <a:lnTo>
                  <a:pt x="7239" y="30619"/>
                </a:lnTo>
                <a:lnTo>
                  <a:pt x="13589" y="26873"/>
                </a:lnTo>
                <a:lnTo>
                  <a:pt x="18923" y="21805"/>
                </a:lnTo>
                <a:lnTo>
                  <a:pt x="18923" y="77723"/>
                </a:lnTo>
                <a:lnTo>
                  <a:pt x="33527" y="77723"/>
                </a:lnTo>
                <a:lnTo>
                  <a:pt x="33527" y="0"/>
                </a:lnTo>
                <a:close/>
              </a:path>
            </a:pathLst>
          </a:custGeom>
          <a:solidFill>
            <a:srgbClr val="4264DE">
              <a:alpha val="10195"/>
            </a:srgbClr>
          </a:solidFill>
        </p:spPr>
        <p:txBody>
          <a:bodyPr wrap="square" lIns="0" tIns="0" rIns="0" bIns="0" rtlCol="0"/>
          <a:lstStyle/>
          <a:p>
            <a:endParaRPr/>
          </a:p>
        </p:txBody>
      </p:sp>
      <p:sp>
        <p:nvSpPr>
          <p:cNvPr id="485" name="object 485"/>
          <p:cNvSpPr/>
          <p:nvPr/>
        </p:nvSpPr>
        <p:spPr>
          <a:xfrm>
            <a:off x="10518647" y="6370320"/>
            <a:ext cx="50800" cy="78105"/>
          </a:xfrm>
          <a:custGeom>
            <a:avLst/>
            <a:gdLst/>
            <a:ahLst/>
            <a:cxnLst/>
            <a:rect l="l" t="t" r="r" b="b"/>
            <a:pathLst>
              <a:path w="50800" h="78104">
                <a:moveTo>
                  <a:pt x="32638" y="0"/>
                </a:moveTo>
                <a:lnTo>
                  <a:pt x="17652" y="0"/>
                </a:lnTo>
                <a:lnTo>
                  <a:pt x="11810" y="2590"/>
                </a:lnTo>
                <a:lnTo>
                  <a:pt x="0" y="38734"/>
                </a:lnTo>
                <a:lnTo>
                  <a:pt x="440" y="48929"/>
                </a:lnTo>
                <a:lnTo>
                  <a:pt x="17652" y="77723"/>
                </a:lnTo>
                <a:lnTo>
                  <a:pt x="32638" y="77723"/>
                </a:lnTo>
                <a:lnTo>
                  <a:pt x="38480" y="75133"/>
                </a:lnTo>
                <a:lnTo>
                  <a:pt x="42672" y="69938"/>
                </a:lnTo>
                <a:lnTo>
                  <a:pt x="45296" y="65620"/>
                </a:lnTo>
                <a:lnTo>
                  <a:pt x="23368" y="65620"/>
                </a:lnTo>
                <a:lnTo>
                  <a:pt x="21701" y="65062"/>
                </a:lnTo>
                <a:lnTo>
                  <a:pt x="18923" y="62852"/>
                </a:lnTo>
                <a:lnTo>
                  <a:pt x="17779" y="60629"/>
                </a:lnTo>
                <a:lnTo>
                  <a:pt x="16001" y="53949"/>
                </a:lnTo>
                <a:lnTo>
                  <a:pt x="15586" y="48929"/>
                </a:lnTo>
                <a:lnTo>
                  <a:pt x="15591" y="28735"/>
                </a:lnTo>
                <a:lnTo>
                  <a:pt x="23368" y="12103"/>
                </a:lnTo>
                <a:lnTo>
                  <a:pt x="45324" y="12103"/>
                </a:lnTo>
                <a:lnTo>
                  <a:pt x="42799" y="7886"/>
                </a:lnTo>
                <a:lnTo>
                  <a:pt x="38480" y="2628"/>
                </a:lnTo>
                <a:lnTo>
                  <a:pt x="32638" y="0"/>
                </a:lnTo>
                <a:close/>
              </a:path>
              <a:path w="50800" h="78104">
                <a:moveTo>
                  <a:pt x="45324" y="12103"/>
                </a:moveTo>
                <a:lnTo>
                  <a:pt x="26924" y="12103"/>
                </a:lnTo>
                <a:lnTo>
                  <a:pt x="28575" y="12661"/>
                </a:lnTo>
                <a:lnTo>
                  <a:pt x="31369" y="14909"/>
                </a:lnTo>
                <a:lnTo>
                  <a:pt x="32511" y="17144"/>
                </a:lnTo>
                <a:lnTo>
                  <a:pt x="34290" y="23825"/>
                </a:lnTo>
                <a:lnTo>
                  <a:pt x="34696" y="28735"/>
                </a:lnTo>
                <a:lnTo>
                  <a:pt x="34708" y="48929"/>
                </a:lnTo>
                <a:lnTo>
                  <a:pt x="34290" y="54152"/>
                </a:lnTo>
                <a:lnTo>
                  <a:pt x="33274" y="57886"/>
                </a:lnTo>
                <a:lnTo>
                  <a:pt x="32511" y="60794"/>
                </a:lnTo>
                <a:lnTo>
                  <a:pt x="31369" y="62814"/>
                </a:lnTo>
                <a:lnTo>
                  <a:pt x="28575" y="65062"/>
                </a:lnTo>
                <a:lnTo>
                  <a:pt x="26924" y="65620"/>
                </a:lnTo>
                <a:lnTo>
                  <a:pt x="45296" y="65620"/>
                </a:lnTo>
                <a:lnTo>
                  <a:pt x="46005" y="64454"/>
                </a:lnTo>
                <a:lnTo>
                  <a:pt x="48386" y="57451"/>
                </a:lnTo>
                <a:lnTo>
                  <a:pt x="49815" y="48929"/>
                </a:lnTo>
                <a:lnTo>
                  <a:pt x="50292"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486" name="object 486"/>
          <p:cNvSpPr/>
          <p:nvPr/>
        </p:nvSpPr>
        <p:spPr>
          <a:xfrm>
            <a:off x="10700004" y="6370320"/>
            <a:ext cx="33655" cy="78105"/>
          </a:xfrm>
          <a:custGeom>
            <a:avLst/>
            <a:gdLst/>
            <a:ahLst/>
            <a:cxnLst/>
            <a:rect l="l" t="t" r="r" b="b"/>
            <a:pathLst>
              <a:path w="33654" h="78104">
                <a:moveTo>
                  <a:pt x="33527" y="0"/>
                </a:moveTo>
                <a:lnTo>
                  <a:pt x="21717" y="0"/>
                </a:lnTo>
                <a:lnTo>
                  <a:pt x="19939" y="4711"/>
                </a:lnTo>
                <a:lnTo>
                  <a:pt x="16891" y="8839"/>
                </a:lnTo>
                <a:lnTo>
                  <a:pt x="8000" y="15925"/>
                </a:lnTo>
                <a:lnTo>
                  <a:pt x="3810" y="18326"/>
                </a:lnTo>
                <a:lnTo>
                  <a:pt x="0" y="19583"/>
                </a:lnTo>
                <a:lnTo>
                  <a:pt x="0" y="33058"/>
                </a:lnTo>
                <a:lnTo>
                  <a:pt x="7239" y="30619"/>
                </a:lnTo>
                <a:lnTo>
                  <a:pt x="13589" y="26873"/>
                </a:lnTo>
                <a:lnTo>
                  <a:pt x="18923" y="21805"/>
                </a:lnTo>
                <a:lnTo>
                  <a:pt x="18923" y="77723"/>
                </a:lnTo>
                <a:lnTo>
                  <a:pt x="33527" y="77723"/>
                </a:lnTo>
                <a:lnTo>
                  <a:pt x="33527" y="0"/>
                </a:lnTo>
                <a:close/>
              </a:path>
            </a:pathLst>
          </a:custGeom>
          <a:solidFill>
            <a:srgbClr val="4264DE">
              <a:alpha val="10195"/>
            </a:srgbClr>
          </a:solidFill>
        </p:spPr>
        <p:txBody>
          <a:bodyPr wrap="square" lIns="0" tIns="0" rIns="0" bIns="0" rtlCol="0"/>
          <a:lstStyle/>
          <a:p>
            <a:endParaRPr/>
          </a:p>
        </p:txBody>
      </p:sp>
      <p:sp>
        <p:nvSpPr>
          <p:cNvPr id="487" name="object 487"/>
          <p:cNvSpPr/>
          <p:nvPr/>
        </p:nvSpPr>
        <p:spPr>
          <a:xfrm>
            <a:off x="10866119" y="6370320"/>
            <a:ext cx="48895" cy="78105"/>
          </a:xfrm>
          <a:custGeom>
            <a:avLst/>
            <a:gdLst/>
            <a:ahLst/>
            <a:cxnLst/>
            <a:rect l="l" t="t" r="r" b="b"/>
            <a:pathLst>
              <a:path w="48895" h="78104">
                <a:moveTo>
                  <a:pt x="31623" y="0"/>
                </a:moveTo>
                <a:lnTo>
                  <a:pt x="17145" y="0"/>
                </a:lnTo>
                <a:lnTo>
                  <a:pt x="11429" y="2590"/>
                </a:lnTo>
                <a:lnTo>
                  <a:pt x="0" y="38734"/>
                </a:lnTo>
                <a:lnTo>
                  <a:pt x="438" y="48929"/>
                </a:lnTo>
                <a:lnTo>
                  <a:pt x="17018" y="77723"/>
                </a:lnTo>
                <a:lnTo>
                  <a:pt x="31623" y="77723"/>
                </a:lnTo>
                <a:lnTo>
                  <a:pt x="37337" y="75133"/>
                </a:lnTo>
                <a:lnTo>
                  <a:pt x="41401" y="69938"/>
                </a:lnTo>
                <a:lnTo>
                  <a:pt x="43953" y="65620"/>
                </a:lnTo>
                <a:lnTo>
                  <a:pt x="22605" y="65620"/>
                </a:lnTo>
                <a:lnTo>
                  <a:pt x="21065" y="65062"/>
                </a:lnTo>
                <a:lnTo>
                  <a:pt x="15182" y="48929"/>
                </a:lnTo>
                <a:lnTo>
                  <a:pt x="15186" y="28735"/>
                </a:lnTo>
                <a:lnTo>
                  <a:pt x="22605" y="12103"/>
                </a:lnTo>
                <a:lnTo>
                  <a:pt x="43911" y="12103"/>
                </a:lnTo>
                <a:lnTo>
                  <a:pt x="41401" y="7886"/>
                </a:lnTo>
                <a:lnTo>
                  <a:pt x="37337" y="2628"/>
                </a:lnTo>
                <a:lnTo>
                  <a:pt x="31623" y="0"/>
                </a:lnTo>
                <a:close/>
              </a:path>
              <a:path w="48895" h="78104">
                <a:moveTo>
                  <a:pt x="43911" y="12103"/>
                </a:moveTo>
                <a:lnTo>
                  <a:pt x="26161" y="12103"/>
                </a:lnTo>
                <a:lnTo>
                  <a:pt x="27685" y="12661"/>
                </a:lnTo>
                <a:lnTo>
                  <a:pt x="29082" y="13779"/>
                </a:lnTo>
                <a:lnTo>
                  <a:pt x="33588" y="48929"/>
                </a:lnTo>
                <a:lnTo>
                  <a:pt x="33274" y="54152"/>
                </a:lnTo>
                <a:lnTo>
                  <a:pt x="32257" y="57886"/>
                </a:lnTo>
                <a:lnTo>
                  <a:pt x="31496" y="60794"/>
                </a:lnTo>
                <a:lnTo>
                  <a:pt x="30352" y="62814"/>
                </a:lnTo>
                <a:lnTo>
                  <a:pt x="29051" y="63969"/>
                </a:lnTo>
                <a:lnTo>
                  <a:pt x="27651" y="65074"/>
                </a:lnTo>
                <a:lnTo>
                  <a:pt x="26161" y="65620"/>
                </a:lnTo>
                <a:lnTo>
                  <a:pt x="43953" y="65620"/>
                </a:lnTo>
                <a:lnTo>
                  <a:pt x="44642" y="64454"/>
                </a:lnTo>
                <a:lnTo>
                  <a:pt x="46942" y="57451"/>
                </a:lnTo>
                <a:lnTo>
                  <a:pt x="48313" y="48929"/>
                </a:lnTo>
                <a:lnTo>
                  <a:pt x="48768"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488" name="object 488"/>
          <p:cNvSpPr/>
          <p:nvPr/>
        </p:nvSpPr>
        <p:spPr>
          <a:xfrm>
            <a:off x="11047476" y="6370320"/>
            <a:ext cx="33655" cy="78105"/>
          </a:xfrm>
          <a:custGeom>
            <a:avLst/>
            <a:gdLst/>
            <a:ahLst/>
            <a:cxnLst/>
            <a:rect l="l" t="t" r="r" b="b"/>
            <a:pathLst>
              <a:path w="33654" h="78104">
                <a:moveTo>
                  <a:pt x="33527" y="0"/>
                </a:moveTo>
                <a:lnTo>
                  <a:pt x="21717" y="0"/>
                </a:lnTo>
                <a:lnTo>
                  <a:pt x="19939" y="4711"/>
                </a:lnTo>
                <a:lnTo>
                  <a:pt x="16891" y="8839"/>
                </a:lnTo>
                <a:lnTo>
                  <a:pt x="8000" y="15925"/>
                </a:lnTo>
                <a:lnTo>
                  <a:pt x="3809" y="18326"/>
                </a:lnTo>
                <a:lnTo>
                  <a:pt x="0" y="19583"/>
                </a:lnTo>
                <a:lnTo>
                  <a:pt x="0" y="33058"/>
                </a:lnTo>
                <a:lnTo>
                  <a:pt x="7239" y="30619"/>
                </a:lnTo>
                <a:lnTo>
                  <a:pt x="13589" y="26873"/>
                </a:lnTo>
                <a:lnTo>
                  <a:pt x="18923" y="21805"/>
                </a:lnTo>
                <a:lnTo>
                  <a:pt x="18923" y="77723"/>
                </a:lnTo>
                <a:lnTo>
                  <a:pt x="33527" y="77723"/>
                </a:lnTo>
                <a:lnTo>
                  <a:pt x="33527" y="0"/>
                </a:lnTo>
                <a:close/>
              </a:path>
            </a:pathLst>
          </a:custGeom>
          <a:solidFill>
            <a:srgbClr val="4264DE">
              <a:alpha val="10195"/>
            </a:srgbClr>
          </a:solidFill>
        </p:spPr>
        <p:txBody>
          <a:bodyPr wrap="square" lIns="0" tIns="0" rIns="0" bIns="0" rtlCol="0"/>
          <a:lstStyle/>
          <a:p>
            <a:endParaRPr/>
          </a:p>
        </p:txBody>
      </p:sp>
      <p:sp>
        <p:nvSpPr>
          <p:cNvPr id="489" name="object 489"/>
          <p:cNvSpPr/>
          <p:nvPr/>
        </p:nvSpPr>
        <p:spPr>
          <a:xfrm>
            <a:off x="11212068" y="6370320"/>
            <a:ext cx="50800" cy="78105"/>
          </a:xfrm>
          <a:custGeom>
            <a:avLst/>
            <a:gdLst/>
            <a:ahLst/>
            <a:cxnLst/>
            <a:rect l="l" t="t" r="r" b="b"/>
            <a:pathLst>
              <a:path w="50800" h="78104">
                <a:moveTo>
                  <a:pt x="32638" y="0"/>
                </a:moveTo>
                <a:lnTo>
                  <a:pt x="17652" y="0"/>
                </a:lnTo>
                <a:lnTo>
                  <a:pt x="11810" y="2590"/>
                </a:lnTo>
                <a:lnTo>
                  <a:pt x="0" y="38734"/>
                </a:lnTo>
                <a:lnTo>
                  <a:pt x="440" y="48929"/>
                </a:lnTo>
                <a:lnTo>
                  <a:pt x="17652" y="77723"/>
                </a:lnTo>
                <a:lnTo>
                  <a:pt x="32638" y="77723"/>
                </a:lnTo>
                <a:lnTo>
                  <a:pt x="38480" y="75133"/>
                </a:lnTo>
                <a:lnTo>
                  <a:pt x="42672" y="69938"/>
                </a:lnTo>
                <a:lnTo>
                  <a:pt x="45296" y="65620"/>
                </a:lnTo>
                <a:lnTo>
                  <a:pt x="23367" y="65620"/>
                </a:lnTo>
                <a:lnTo>
                  <a:pt x="21701" y="65062"/>
                </a:lnTo>
                <a:lnTo>
                  <a:pt x="18923" y="62852"/>
                </a:lnTo>
                <a:lnTo>
                  <a:pt x="17779" y="60629"/>
                </a:lnTo>
                <a:lnTo>
                  <a:pt x="16001" y="53949"/>
                </a:lnTo>
                <a:lnTo>
                  <a:pt x="15586" y="48929"/>
                </a:lnTo>
                <a:lnTo>
                  <a:pt x="15591" y="28735"/>
                </a:lnTo>
                <a:lnTo>
                  <a:pt x="23367" y="12103"/>
                </a:lnTo>
                <a:lnTo>
                  <a:pt x="45324" y="12103"/>
                </a:lnTo>
                <a:lnTo>
                  <a:pt x="42799" y="7886"/>
                </a:lnTo>
                <a:lnTo>
                  <a:pt x="38480" y="2628"/>
                </a:lnTo>
                <a:lnTo>
                  <a:pt x="32638" y="0"/>
                </a:lnTo>
                <a:close/>
              </a:path>
              <a:path w="50800" h="78104">
                <a:moveTo>
                  <a:pt x="45324" y="12103"/>
                </a:moveTo>
                <a:lnTo>
                  <a:pt x="26924" y="12103"/>
                </a:lnTo>
                <a:lnTo>
                  <a:pt x="28575" y="12661"/>
                </a:lnTo>
                <a:lnTo>
                  <a:pt x="31368" y="14909"/>
                </a:lnTo>
                <a:lnTo>
                  <a:pt x="32511" y="17144"/>
                </a:lnTo>
                <a:lnTo>
                  <a:pt x="34289" y="23825"/>
                </a:lnTo>
                <a:lnTo>
                  <a:pt x="34696" y="28735"/>
                </a:lnTo>
                <a:lnTo>
                  <a:pt x="34708" y="48929"/>
                </a:lnTo>
                <a:lnTo>
                  <a:pt x="34289" y="54152"/>
                </a:lnTo>
                <a:lnTo>
                  <a:pt x="33274" y="57886"/>
                </a:lnTo>
                <a:lnTo>
                  <a:pt x="32511" y="60794"/>
                </a:lnTo>
                <a:lnTo>
                  <a:pt x="31368" y="62814"/>
                </a:lnTo>
                <a:lnTo>
                  <a:pt x="28575" y="65062"/>
                </a:lnTo>
                <a:lnTo>
                  <a:pt x="26924" y="65620"/>
                </a:lnTo>
                <a:lnTo>
                  <a:pt x="45296" y="65620"/>
                </a:lnTo>
                <a:lnTo>
                  <a:pt x="46005" y="64454"/>
                </a:lnTo>
                <a:lnTo>
                  <a:pt x="48386" y="57451"/>
                </a:lnTo>
                <a:lnTo>
                  <a:pt x="49815" y="48929"/>
                </a:lnTo>
                <a:lnTo>
                  <a:pt x="50291"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490" name="object 490"/>
          <p:cNvSpPr/>
          <p:nvPr/>
        </p:nvSpPr>
        <p:spPr>
          <a:xfrm>
            <a:off x="11393423" y="6370320"/>
            <a:ext cx="33655" cy="78105"/>
          </a:xfrm>
          <a:custGeom>
            <a:avLst/>
            <a:gdLst/>
            <a:ahLst/>
            <a:cxnLst/>
            <a:rect l="l" t="t" r="r" b="b"/>
            <a:pathLst>
              <a:path w="33654" h="78104">
                <a:moveTo>
                  <a:pt x="33527" y="0"/>
                </a:moveTo>
                <a:lnTo>
                  <a:pt x="21717" y="0"/>
                </a:lnTo>
                <a:lnTo>
                  <a:pt x="19939" y="4711"/>
                </a:lnTo>
                <a:lnTo>
                  <a:pt x="16891" y="8839"/>
                </a:lnTo>
                <a:lnTo>
                  <a:pt x="8000" y="15925"/>
                </a:lnTo>
                <a:lnTo>
                  <a:pt x="3809" y="18326"/>
                </a:lnTo>
                <a:lnTo>
                  <a:pt x="0" y="19583"/>
                </a:lnTo>
                <a:lnTo>
                  <a:pt x="0" y="33058"/>
                </a:lnTo>
                <a:lnTo>
                  <a:pt x="7239" y="30619"/>
                </a:lnTo>
                <a:lnTo>
                  <a:pt x="13589" y="26873"/>
                </a:lnTo>
                <a:lnTo>
                  <a:pt x="18923" y="21805"/>
                </a:lnTo>
                <a:lnTo>
                  <a:pt x="18923" y="77723"/>
                </a:lnTo>
                <a:lnTo>
                  <a:pt x="33527" y="77723"/>
                </a:lnTo>
                <a:lnTo>
                  <a:pt x="33527" y="0"/>
                </a:lnTo>
                <a:close/>
              </a:path>
            </a:pathLst>
          </a:custGeom>
          <a:solidFill>
            <a:srgbClr val="4264DE">
              <a:alpha val="10195"/>
            </a:srgbClr>
          </a:solidFill>
        </p:spPr>
        <p:txBody>
          <a:bodyPr wrap="square" lIns="0" tIns="0" rIns="0" bIns="0" rtlCol="0"/>
          <a:lstStyle/>
          <a:p>
            <a:endParaRPr/>
          </a:p>
        </p:txBody>
      </p:sp>
      <p:sp>
        <p:nvSpPr>
          <p:cNvPr id="491" name="object 491"/>
          <p:cNvSpPr/>
          <p:nvPr/>
        </p:nvSpPr>
        <p:spPr>
          <a:xfrm>
            <a:off x="11559540" y="6370320"/>
            <a:ext cx="48895" cy="78105"/>
          </a:xfrm>
          <a:custGeom>
            <a:avLst/>
            <a:gdLst/>
            <a:ahLst/>
            <a:cxnLst/>
            <a:rect l="l" t="t" r="r" b="b"/>
            <a:pathLst>
              <a:path w="48895" h="78104">
                <a:moveTo>
                  <a:pt x="31623" y="0"/>
                </a:moveTo>
                <a:lnTo>
                  <a:pt x="17144" y="0"/>
                </a:lnTo>
                <a:lnTo>
                  <a:pt x="11429" y="2590"/>
                </a:lnTo>
                <a:lnTo>
                  <a:pt x="0" y="38734"/>
                </a:lnTo>
                <a:lnTo>
                  <a:pt x="438" y="48929"/>
                </a:lnTo>
                <a:lnTo>
                  <a:pt x="17017" y="77723"/>
                </a:lnTo>
                <a:lnTo>
                  <a:pt x="31623" y="77723"/>
                </a:lnTo>
                <a:lnTo>
                  <a:pt x="37337" y="75133"/>
                </a:lnTo>
                <a:lnTo>
                  <a:pt x="41401" y="69938"/>
                </a:lnTo>
                <a:lnTo>
                  <a:pt x="43953" y="65620"/>
                </a:lnTo>
                <a:lnTo>
                  <a:pt x="22605" y="65620"/>
                </a:lnTo>
                <a:lnTo>
                  <a:pt x="21065" y="65062"/>
                </a:lnTo>
                <a:lnTo>
                  <a:pt x="15182" y="48929"/>
                </a:lnTo>
                <a:lnTo>
                  <a:pt x="15186" y="28735"/>
                </a:lnTo>
                <a:lnTo>
                  <a:pt x="22605" y="12103"/>
                </a:lnTo>
                <a:lnTo>
                  <a:pt x="43911" y="12103"/>
                </a:lnTo>
                <a:lnTo>
                  <a:pt x="41401" y="7886"/>
                </a:lnTo>
                <a:lnTo>
                  <a:pt x="37337" y="2628"/>
                </a:lnTo>
                <a:lnTo>
                  <a:pt x="31623" y="0"/>
                </a:lnTo>
                <a:close/>
              </a:path>
              <a:path w="48895" h="78104">
                <a:moveTo>
                  <a:pt x="43911" y="12103"/>
                </a:moveTo>
                <a:lnTo>
                  <a:pt x="26161" y="12103"/>
                </a:lnTo>
                <a:lnTo>
                  <a:pt x="27685" y="12661"/>
                </a:lnTo>
                <a:lnTo>
                  <a:pt x="28955" y="13779"/>
                </a:lnTo>
                <a:lnTo>
                  <a:pt x="33588" y="48929"/>
                </a:lnTo>
                <a:lnTo>
                  <a:pt x="33274" y="54152"/>
                </a:lnTo>
                <a:lnTo>
                  <a:pt x="32257" y="57886"/>
                </a:lnTo>
                <a:lnTo>
                  <a:pt x="31495" y="60794"/>
                </a:lnTo>
                <a:lnTo>
                  <a:pt x="30352" y="62814"/>
                </a:lnTo>
                <a:lnTo>
                  <a:pt x="29051" y="63969"/>
                </a:lnTo>
                <a:lnTo>
                  <a:pt x="27651" y="65074"/>
                </a:lnTo>
                <a:lnTo>
                  <a:pt x="26161" y="65620"/>
                </a:lnTo>
                <a:lnTo>
                  <a:pt x="43953" y="65620"/>
                </a:lnTo>
                <a:lnTo>
                  <a:pt x="44642" y="64454"/>
                </a:lnTo>
                <a:lnTo>
                  <a:pt x="46942" y="57451"/>
                </a:lnTo>
                <a:lnTo>
                  <a:pt x="48313" y="48929"/>
                </a:lnTo>
                <a:lnTo>
                  <a:pt x="48767"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492" name="object 492"/>
          <p:cNvSpPr/>
          <p:nvPr/>
        </p:nvSpPr>
        <p:spPr>
          <a:xfrm>
            <a:off x="11740895" y="6370320"/>
            <a:ext cx="33655" cy="78105"/>
          </a:xfrm>
          <a:custGeom>
            <a:avLst/>
            <a:gdLst/>
            <a:ahLst/>
            <a:cxnLst/>
            <a:rect l="l" t="t" r="r" b="b"/>
            <a:pathLst>
              <a:path w="33654" h="78104">
                <a:moveTo>
                  <a:pt x="33527" y="0"/>
                </a:moveTo>
                <a:lnTo>
                  <a:pt x="21717" y="0"/>
                </a:lnTo>
                <a:lnTo>
                  <a:pt x="19938" y="4711"/>
                </a:lnTo>
                <a:lnTo>
                  <a:pt x="16890" y="8839"/>
                </a:lnTo>
                <a:lnTo>
                  <a:pt x="8000" y="15925"/>
                </a:lnTo>
                <a:lnTo>
                  <a:pt x="3809" y="18326"/>
                </a:lnTo>
                <a:lnTo>
                  <a:pt x="0" y="19583"/>
                </a:lnTo>
                <a:lnTo>
                  <a:pt x="0" y="33058"/>
                </a:lnTo>
                <a:lnTo>
                  <a:pt x="7238" y="30619"/>
                </a:lnTo>
                <a:lnTo>
                  <a:pt x="13588" y="26873"/>
                </a:lnTo>
                <a:lnTo>
                  <a:pt x="18923" y="21805"/>
                </a:lnTo>
                <a:lnTo>
                  <a:pt x="18923" y="77723"/>
                </a:lnTo>
                <a:lnTo>
                  <a:pt x="33527" y="77723"/>
                </a:lnTo>
                <a:lnTo>
                  <a:pt x="33527" y="0"/>
                </a:lnTo>
                <a:close/>
              </a:path>
            </a:pathLst>
          </a:custGeom>
          <a:solidFill>
            <a:srgbClr val="4264DE">
              <a:alpha val="10195"/>
            </a:srgbClr>
          </a:solidFill>
        </p:spPr>
        <p:txBody>
          <a:bodyPr wrap="square" lIns="0" tIns="0" rIns="0" bIns="0" rtlCol="0"/>
          <a:lstStyle/>
          <a:p>
            <a:endParaRPr/>
          </a:p>
        </p:txBody>
      </p:sp>
      <p:sp>
        <p:nvSpPr>
          <p:cNvPr id="493" name="object 493"/>
          <p:cNvSpPr/>
          <p:nvPr/>
        </p:nvSpPr>
        <p:spPr>
          <a:xfrm>
            <a:off x="11905488" y="6370320"/>
            <a:ext cx="50800" cy="78105"/>
          </a:xfrm>
          <a:custGeom>
            <a:avLst/>
            <a:gdLst/>
            <a:ahLst/>
            <a:cxnLst/>
            <a:rect l="l" t="t" r="r" b="b"/>
            <a:pathLst>
              <a:path w="50800" h="78104">
                <a:moveTo>
                  <a:pt x="32638" y="0"/>
                </a:moveTo>
                <a:lnTo>
                  <a:pt x="17652" y="0"/>
                </a:lnTo>
                <a:lnTo>
                  <a:pt x="11810" y="2590"/>
                </a:lnTo>
                <a:lnTo>
                  <a:pt x="0" y="38734"/>
                </a:lnTo>
                <a:lnTo>
                  <a:pt x="440" y="48929"/>
                </a:lnTo>
                <a:lnTo>
                  <a:pt x="17652" y="77723"/>
                </a:lnTo>
                <a:lnTo>
                  <a:pt x="32638" y="77723"/>
                </a:lnTo>
                <a:lnTo>
                  <a:pt x="38480" y="75133"/>
                </a:lnTo>
                <a:lnTo>
                  <a:pt x="42671" y="69938"/>
                </a:lnTo>
                <a:lnTo>
                  <a:pt x="45296" y="65620"/>
                </a:lnTo>
                <a:lnTo>
                  <a:pt x="23367" y="65620"/>
                </a:lnTo>
                <a:lnTo>
                  <a:pt x="21701" y="65062"/>
                </a:lnTo>
                <a:lnTo>
                  <a:pt x="18922" y="62852"/>
                </a:lnTo>
                <a:lnTo>
                  <a:pt x="17779" y="60629"/>
                </a:lnTo>
                <a:lnTo>
                  <a:pt x="16001" y="53949"/>
                </a:lnTo>
                <a:lnTo>
                  <a:pt x="15586" y="48929"/>
                </a:lnTo>
                <a:lnTo>
                  <a:pt x="15591" y="28735"/>
                </a:lnTo>
                <a:lnTo>
                  <a:pt x="23367" y="12103"/>
                </a:lnTo>
                <a:lnTo>
                  <a:pt x="45324" y="12103"/>
                </a:lnTo>
                <a:lnTo>
                  <a:pt x="42798" y="7886"/>
                </a:lnTo>
                <a:lnTo>
                  <a:pt x="38480" y="2628"/>
                </a:lnTo>
                <a:lnTo>
                  <a:pt x="32638" y="0"/>
                </a:lnTo>
                <a:close/>
              </a:path>
              <a:path w="50800" h="78104">
                <a:moveTo>
                  <a:pt x="45324" y="12103"/>
                </a:moveTo>
                <a:lnTo>
                  <a:pt x="26923" y="12103"/>
                </a:lnTo>
                <a:lnTo>
                  <a:pt x="28575" y="12661"/>
                </a:lnTo>
                <a:lnTo>
                  <a:pt x="31368" y="14909"/>
                </a:lnTo>
                <a:lnTo>
                  <a:pt x="32511" y="17144"/>
                </a:lnTo>
                <a:lnTo>
                  <a:pt x="34289" y="23825"/>
                </a:lnTo>
                <a:lnTo>
                  <a:pt x="34696" y="28735"/>
                </a:lnTo>
                <a:lnTo>
                  <a:pt x="34708" y="48929"/>
                </a:lnTo>
                <a:lnTo>
                  <a:pt x="34289" y="54152"/>
                </a:lnTo>
                <a:lnTo>
                  <a:pt x="33273" y="57886"/>
                </a:lnTo>
                <a:lnTo>
                  <a:pt x="32511" y="60794"/>
                </a:lnTo>
                <a:lnTo>
                  <a:pt x="31368" y="62814"/>
                </a:lnTo>
                <a:lnTo>
                  <a:pt x="28575" y="65062"/>
                </a:lnTo>
                <a:lnTo>
                  <a:pt x="26923" y="65620"/>
                </a:lnTo>
                <a:lnTo>
                  <a:pt x="45296" y="65620"/>
                </a:lnTo>
                <a:lnTo>
                  <a:pt x="46005" y="64454"/>
                </a:lnTo>
                <a:lnTo>
                  <a:pt x="48386" y="57451"/>
                </a:lnTo>
                <a:lnTo>
                  <a:pt x="49815" y="48929"/>
                </a:lnTo>
                <a:lnTo>
                  <a:pt x="50291"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494" name="object 494"/>
          <p:cNvSpPr/>
          <p:nvPr/>
        </p:nvSpPr>
        <p:spPr>
          <a:xfrm>
            <a:off x="12086843" y="6370320"/>
            <a:ext cx="33655" cy="78105"/>
          </a:xfrm>
          <a:custGeom>
            <a:avLst/>
            <a:gdLst/>
            <a:ahLst/>
            <a:cxnLst/>
            <a:rect l="l" t="t" r="r" b="b"/>
            <a:pathLst>
              <a:path w="33654" h="78104">
                <a:moveTo>
                  <a:pt x="33527" y="0"/>
                </a:moveTo>
                <a:lnTo>
                  <a:pt x="21716" y="0"/>
                </a:lnTo>
                <a:lnTo>
                  <a:pt x="19938" y="4711"/>
                </a:lnTo>
                <a:lnTo>
                  <a:pt x="16890" y="8839"/>
                </a:lnTo>
                <a:lnTo>
                  <a:pt x="8000" y="15925"/>
                </a:lnTo>
                <a:lnTo>
                  <a:pt x="3809" y="18326"/>
                </a:lnTo>
                <a:lnTo>
                  <a:pt x="0" y="19583"/>
                </a:lnTo>
                <a:lnTo>
                  <a:pt x="0" y="33058"/>
                </a:lnTo>
                <a:lnTo>
                  <a:pt x="7238" y="30619"/>
                </a:lnTo>
                <a:lnTo>
                  <a:pt x="13588" y="26873"/>
                </a:lnTo>
                <a:lnTo>
                  <a:pt x="18923" y="21805"/>
                </a:lnTo>
                <a:lnTo>
                  <a:pt x="18923" y="77723"/>
                </a:lnTo>
                <a:lnTo>
                  <a:pt x="33527" y="77723"/>
                </a:lnTo>
                <a:lnTo>
                  <a:pt x="33527" y="0"/>
                </a:lnTo>
                <a:close/>
              </a:path>
            </a:pathLst>
          </a:custGeom>
          <a:solidFill>
            <a:srgbClr val="4264DE">
              <a:alpha val="10195"/>
            </a:srgbClr>
          </a:solidFill>
        </p:spPr>
        <p:txBody>
          <a:bodyPr wrap="square" lIns="0" tIns="0" rIns="0" bIns="0" rtlCol="0"/>
          <a:lstStyle/>
          <a:p>
            <a:endParaRPr/>
          </a:p>
        </p:txBody>
      </p:sp>
      <p:sp>
        <p:nvSpPr>
          <p:cNvPr id="495" name="object 495"/>
          <p:cNvSpPr/>
          <p:nvPr/>
        </p:nvSpPr>
        <p:spPr>
          <a:xfrm>
            <a:off x="118871" y="6780274"/>
            <a:ext cx="48895" cy="78105"/>
          </a:xfrm>
          <a:custGeom>
            <a:avLst/>
            <a:gdLst/>
            <a:ahLst/>
            <a:cxnLst/>
            <a:rect l="l" t="t" r="r" b="b"/>
            <a:pathLst>
              <a:path w="48894" h="78104">
                <a:moveTo>
                  <a:pt x="31661" y="0"/>
                </a:moveTo>
                <a:lnTo>
                  <a:pt x="17106" y="0"/>
                </a:lnTo>
                <a:lnTo>
                  <a:pt x="11442" y="2597"/>
                </a:lnTo>
                <a:lnTo>
                  <a:pt x="0" y="38732"/>
                </a:lnTo>
                <a:lnTo>
                  <a:pt x="430" y="48928"/>
                </a:lnTo>
                <a:lnTo>
                  <a:pt x="17081" y="77724"/>
                </a:lnTo>
                <a:lnTo>
                  <a:pt x="31661" y="77724"/>
                </a:lnTo>
                <a:lnTo>
                  <a:pt x="37325" y="75128"/>
                </a:lnTo>
                <a:lnTo>
                  <a:pt x="41389" y="69935"/>
                </a:lnTo>
                <a:lnTo>
                  <a:pt x="43924" y="65626"/>
                </a:lnTo>
                <a:lnTo>
                  <a:pt x="22644" y="65626"/>
                </a:lnTo>
                <a:lnTo>
                  <a:pt x="21084" y="65064"/>
                </a:lnTo>
                <a:lnTo>
                  <a:pt x="18402" y="62857"/>
                </a:lnTo>
                <a:lnTo>
                  <a:pt x="17284" y="60633"/>
                </a:lnTo>
                <a:lnTo>
                  <a:pt x="15506" y="53953"/>
                </a:lnTo>
                <a:lnTo>
                  <a:pt x="15142" y="48928"/>
                </a:lnTo>
                <a:lnTo>
                  <a:pt x="15157" y="28738"/>
                </a:lnTo>
                <a:lnTo>
                  <a:pt x="22644" y="12098"/>
                </a:lnTo>
                <a:lnTo>
                  <a:pt x="43919" y="12098"/>
                </a:lnTo>
                <a:lnTo>
                  <a:pt x="41440" y="7891"/>
                </a:lnTo>
                <a:lnTo>
                  <a:pt x="37338" y="2630"/>
                </a:lnTo>
                <a:lnTo>
                  <a:pt x="31661" y="0"/>
                </a:lnTo>
                <a:close/>
              </a:path>
              <a:path w="48894" h="78104">
                <a:moveTo>
                  <a:pt x="43919" y="12098"/>
                </a:moveTo>
                <a:lnTo>
                  <a:pt x="26123" y="12098"/>
                </a:lnTo>
                <a:lnTo>
                  <a:pt x="27673" y="12660"/>
                </a:lnTo>
                <a:lnTo>
                  <a:pt x="30365" y="14911"/>
                </a:lnTo>
                <a:lnTo>
                  <a:pt x="31483" y="17142"/>
                </a:lnTo>
                <a:lnTo>
                  <a:pt x="33261" y="23822"/>
                </a:lnTo>
                <a:lnTo>
                  <a:pt x="33617" y="28738"/>
                </a:lnTo>
                <a:lnTo>
                  <a:pt x="33618" y="48928"/>
                </a:lnTo>
                <a:lnTo>
                  <a:pt x="33210" y="54152"/>
                </a:lnTo>
                <a:lnTo>
                  <a:pt x="31470" y="60798"/>
                </a:lnTo>
                <a:lnTo>
                  <a:pt x="30416" y="62814"/>
                </a:lnTo>
                <a:lnTo>
                  <a:pt x="27649" y="65073"/>
                </a:lnTo>
                <a:lnTo>
                  <a:pt x="26123" y="65626"/>
                </a:lnTo>
                <a:lnTo>
                  <a:pt x="43924" y="65626"/>
                </a:lnTo>
                <a:lnTo>
                  <a:pt x="44615" y="64452"/>
                </a:lnTo>
                <a:lnTo>
                  <a:pt x="46921" y="57449"/>
                </a:lnTo>
                <a:lnTo>
                  <a:pt x="48306" y="48928"/>
                </a:lnTo>
                <a:lnTo>
                  <a:pt x="48768" y="38888"/>
                </a:lnTo>
                <a:lnTo>
                  <a:pt x="48295" y="28738"/>
                </a:lnTo>
                <a:lnTo>
                  <a:pt x="46916" y="20249"/>
                </a:lnTo>
                <a:lnTo>
                  <a:pt x="44647" y="13333"/>
                </a:lnTo>
                <a:lnTo>
                  <a:pt x="43919" y="12098"/>
                </a:lnTo>
                <a:close/>
              </a:path>
            </a:pathLst>
          </a:custGeom>
          <a:solidFill>
            <a:srgbClr val="4264DE">
              <a:alpha val="10195"/>
            </a:srgbClr>
          </a:solidFill>
        </p:spPr>
        <p:txBody>
          <a:bodyPr wrap="square" lIns="0" tIns="0" rIns="0" bIns="0" rtlCol="0"/>
          <a:lstStyle/>
          <a:p>
            <a:endParaRPr/>
          </a:p>
        </p:txBody>
      </p:sp>
      <p:sp>
        <p:nvSpPr>
          <p:cNvPr id="496" name="object 496"/>
          <p:cNvSpPr/>
          <p:nvPr/>
        </p:nvSpPr>
        <p:spPr>
          <a:xfrm>
            <a:off x="300227" y="6780274"/>
            <a:ext cx="33655" cy="78105"/>
          </a:xfrm>
          <a:custGeom>
            <a:avLst/>
            <a:gdLst/>
            <a:ahLst/>
            <a:cxnLst/>
            <a:rect l="l" t="t" r="r" b="b"/>
            <a:pathLst>
              <a:path w="33654" h="78104">
                <a:moveTo>
                  <a:pt x="33528" y="0"/>
                </a:moveTo>
                <a:lnTo>
                  <a:pt x="21653" y="0"/>
                </a:lnTo>
                <a:lnTo>
                  <a:pt x="19989" y="4716"/>
                </a:lnTo>
                <a:lnTo>
                  <a:pt x="16916" y="8844"/>
                </a:lnTo>
                <a:lnTo>
                  <a:pt x="7962" y="15920"/>
                </a:lnTo>
                <a:lnTo>
                  <a:pt x="3822" y="18322"/>
                </a:lnTo>
                <a:lnTo>
                  <a:pt x="0" y="19589"/>
                </a:lnTo>
                <a:lnTo>
                  <a:pt x="0" y="33054"/>
                </a:lnTo>
                <a:lnTo>
                  <a:pt x="7251" y="30626"/>
                </a:lnTo>
                <a:lnTo>
                  <a:pt x="13550" y="26877"/>
                </a:lnTo>
                <a:lnTo>
                  <a:pt x="18897" y="21807"/>
                </a:lnTo>
                <a:lnTo>
                  <a:pt x="18897" y="77724"/>
                </a:lnTo>
                <a:lnTo>
                  <a:pt x="33528" y="77724"/>
                </a:lnTo>
                <a:lnTo>
                  <a:pt x="33528" y="0"/>
                </a:lnTo>
                <a:close/>
              </a:path>
            </a:pathLst>
          </a:custGeom>
          <a:solidFill>
            <a:srgbClr val="4264DE">
              <a:alpha val="10195"/>
            </a:srgbClr>
          </a:solidFill>
        </p:spPr>
        <p:txBody>
          <a:bodyPr wrap="square" lIns="0" tIns="0" rIns="0" bIns="0" rtlCol="0"/>
          <a:lstStyle/>
          <a:p>
            <a:endParaRPr/>
          </a:p>
        </p:txBody>
      </p:sp>
      <p:sp>
        <p:nvSpPr>
          <p:cNvPr id="497" name="object 497"/>
          <p:cNvSpPr/>
          <p:nvPr/>
        </p:nvSpPr>
        <p:spPr>
          <a:xfrm>
            <a:off x="464819" y="6780274"/>
            <a:ext cx="50800" cy="78105"/>
          </a:xfrm>
          <a:custGeom>
            <a:avLst/>
            <a:gdLst/>
            <a:ahLst/>
            <a:cxnLst/>
            <a:rect l="l" t="t" r="r" b="b"/>
            <a:pathLst>
              <a:path w="50800" h="78104">
                <a:moveTo>
                  <a:pt x="32651" y="0"/>
                </a:moveTo>
                <a:lnTo>
                  <a:pt x="17640" y="0"/>
                </a:lnTo>
                <a:lnTo>
                  <a:pt x="11798" y="2597"/>
                </a:lnTo>
                <a:lnTo>
                  <a:pt x="0" y="38732"/>
                </a:lnTo>
                <a:lnTo>
                  <a:pt x="444" y="48928"/>
                </a:lnTo>
                <a:lnTo>
                  <a:pt x="17614" y="77724"/>
                </a:lnTo>
                <a:lnTo>
                  <a:pt x="32651" y="77724"/>
                </a:lnTo>
                <a:lnTo>
                  <a:pt x="38493" y="75128"/>
                </a:lnTo>
                <a:lnTo>
                  <a:pt x="42684" y="69935"/>
                </a:lnTo>
                <a:lnTo>
                  <a:pt x="45298" y="65626"/>
                </a:lnTo>
                <a:lnTo>
                  <a:pt x="23355" y="65626"/>
                </a:lnTo>
                <a:lnTo>
                  <a:pt x="21744" y="65064"/>
                </a:lnTo>
                <a:lnTo>
                  <a:pt x="18973" y="62857"/>
                </a:lnTo>
                <a:lnTo>
                  <a:pt x="17818" y="60633"/>
                </a:lnTo>
                <a:lnTo>
                  <a:pt x="15989" y="53953"/>
                </a:lnTo>
                <a:lnTo>
                  <a:pt x="15614" y="48928"/>
                </a:lnTo>
                <a:lnTo>
                  <a:pt x="15629" y="28738"/>
                </a:lnTo>
                <a:lnTo>
                  <a:pt x="23355" y="12098"/>
                </a:lnTo>
                <a:lnTo>
                  <a:pt x="45292" y="12098"/>
                </a:lnTo>
                <a:lnTo>
                  <a:pt x="42735" y="7891"/>
                </a:lnTo>
                <a:lnTo>
                  <a:pt x="38506" y="2630"/>
                </a:lnTo>
                <a:lnTo>
                  <a:pt x="32651" y="0"/>
                </a:lnTo>
                <a:close/>
              </a:path>
              <a:path w="50800" h="78104">
                <a:moveTo>
                  <a:pt x="45292" y="12098"/>
                </a:moveTo>
                <a:lnTo>
                  <a:pt x="26936" y="12098"/>
                </a:lnTo>
                <a:lnTo>
                  <a:pt x="28536" y="12660"/>
                </a:lnTo>
                <a:lnTo>
                  <a:pt x="31318" y="14911"/>
                </a:lnTo>
                <a:lnTo>
                  <a:pt x="32473" y="17142"/>
                </a:lnTo>
                <a:lnTo>
                  <a:pt x="34302" y="23822"/>
                </a:lnTo>
                <a:lnTo>
                  <a:pt x="34668" y="28738"/>
                </a:lnTo>
                <a:lnTo>
                  <a:pt x="34670" y="48928"/>
                </a:lnTo>
                <a:lnTo>
                  <a:pt x="34251" y="54152"/>
                </a:lnTo>
                <a:lnTo>
                  <a:pt x="33223" y="57890"/>
                </a:lnTo>
                <a:lnTo>
                  <a:pt x="32448" y="60798"/>
                </a:lnTo>
                <a:lnTo>
                  <a:pt x="31356" y="62814"/>
                </a:lnTo>
                <a:lnTo>
                  <a:pt x="28525" y="65073"/>
                </a:lnTo>
                <a:lnTo>
                  <a:pt x="26936" y="65626"/>
                </a:lnTo>
                <a:lnTo>
                  <a:pt x="45298" y="65626"/>
                </a:lnTo>
                <a:lnTo>
                  <a:pt x="46011" y="64452"/>
                </a:lnTo>
                <a:lnTo>
                  <a:pt x="48388" y="57449"/>
                </a:lnTo>
                <a:lnTo>
                  <a:pt x="49815" y="48928"/>
                </a:lnTo>
                <a:lnTo>
                  <a:pt x="50292" y="38888"/>
                </a:lnTo>
                <a:lnTo>
                  <a:pt x="49804" y="28738"/>
                </a:lnTo>
                <a:lnTo>
                  <a:pt x="48382" y="20249"/>
                </a:lnTo>
                <a:lnTo>
                  <a:pt x="46043" y="13333"/>
                </a:lnTo>
                <a:lnTo>
                  <a:pt x="45292" y="12098"/>
                </a:lnTo>
                <a:close/>
              </a:path>
            </a:pathLst>
          </a:custGeom>
          <a:solidFill>
            <a:srgbClr val="4264DE">
              <a:alpha val="10195"/>
            </a:srgbClr>
          </a:solidFill>
        </p:spPr>
        <p:txBody>
          <a:bodyPr wrap="square" lIns="0" tIns="0" rIns="0" bIns="0" rtlCol="0"/>
          <a:lstStyle/>
          <a:p>
            <a:endParaRPr/>
          </a:p>
        </p:txBody>
      </p:sp>
      <p:sp>
        <p:nvSpPr>
          <p:cNvPr id="498" name="object 498"/>
          <p:cNvSpPr/>
          <p:nvPr/>
        </p:nvSpPr>
        <p:spPr>
          <a:xfrm>
            <a:off x="646176" y="6780274"/>
            <a:ext cx="33655" cy="78105"/>
          </a:xfrm>
          <a:custGeom>
            <a:avLst/>
            <a:gdLst/>
            <a:ahLst/>
            <a:cxnLst/>
            <a:rect l="l" t="t" r="r" b="b"/>
            <a:pathLst>
              <a:path w="33654" h="78104">
                <a:moveTo>
                  <a:pt x="33528" y="0"/>
                </a:moveTo>
                <a:lnTo>
                  <a:pt x="21653" y="0"/>
                </a:lnTo>
                <a:lnTo>
                  <a:pt x="19989" y="4716"/>
                </a:lnTo>
                <a:lnTo>
                  <a:pt x="16916" y="8844"/>
                </a:lnTo>
                <a:lnTo>
                  <a:pt x="7962" y="15920"/>
                </a:lnTo>
                <a:lnTo>
                  <a:pt x="3822" y="18322"/>
                </a:lnTo>
                <a:lnTo>
                  <a:pt x="0" y="19589"/>
                </a:lnTo>
                <a:lnTo>
                  <a:pt x="0" y="33054"/>
                </a:lnTo>
                <a:lnTo>
                  <a:pt x="7251" y="30626"/>
                </a:lnTo>
                <a:lnTo>
                  <a:pt x="13550" y="26877"/>
                </a:lnTo>
                <a:lnTo>
                  <a:pt x="18897" y="21807"/>
                </a:lnTo>
                <a:lnTo>
                  <a:pt x="18897" y="77724"/>
                </a:lnTo>
                <a:lnTo>
                  <a:pt x="33528" y="77724"/>
                </a:lnTo>
                <a:lnTo>
                  <a:pt x="33528" y="0"/>
                </a:lnTo>
                <a:close/>
              </a:path>
            </a:pathLst>
          </a:custGeom>
          <a:solidFill>
            <a:srgbClr val="4264DE">
              <a:alpha val="10195"/>
            </a:srgbClr>
          </a:solidFill>
        </p:spPr>
        <p:txBody>
          <a:bodyPr wrap="square" lIns="0" tIns="0" rIns="0" bIns="0" rtlCol="0"/>
          <a:lstStyle/>
          <a:p>
            <a:endParaRPr/>
          </a:p>
        </p:txBody>
      </p:sp>
      <p:sp>
        <p:nvSpPr>
          <p:cNvPr id="499" name="object 499"/>
          <p:cNvSpPr/>
          <p:nvPr/>
        </p:nvSpPr>
        <p:spPr>
          <a:xfrm>
            <a:off x="812291" y="6780274"/>
            <a:ext cx="48895" cy="78105"/>
          </a:xfrm>
          <a:custGeom>
            <a:avLst/>
            <a:gdLst/>
            <a:ahLst/>
            <a:cxnLst/>
            <a:rect l="l" t="t" r="r" b="b"/>
            <a:pathLst>
              <a:path w="48894" h="78104">
                <a:moveTo>
                  <a:pt x="31661" y="0"/>
                </a:moveTo>
                <a:lnTo>
                  <a:pt x="17106" y="0"/>
                </a:lnTo>
                <a:lnTo>
                  <a:pt x="11442" y="2597"/>
                </a:lnTo>
                <a:lnTo>
                  <a:pt x="0" y="38732"/>
                </a:lnTo>
                <a:lnTo>
                  <a:pt x="430" y="48928"/>
                </a:lnTo>
                <a:lnTo>
                  <a:pt x="17081" y="77724"/>
                </a:lnTo>
                <a:lnTo>
                  <a:pt x="31661" y="77724"/>
                </a:lnTo>
                <a:lnTo>
                  <a:pt x="37325" y="75128"/>
                </a:lnTo>
                <a:lnTo>
                  <a:pt x="41389" y="69935"/>
                </a:lnTo>
                <a:lnTo>
                  <a:pt x="43924" y="65626"/>
                </a:lnTo>
                <a:lnTo>
                  <a:pt x="22644" y="65626"/>
                </a:lnTo>
                <a:lnTo>
                  <a:pt x="21084" y="65064"/>
                </a:lnTo>
                <a:lnTo>
                  <a:pt x="18402" y="62857"/>
                </a:lnTo>
                <a:lnTo>
                  <a:pt x="17284" y="60633"/>
                </a:lnTo>
                <a:lnTo>
                  <a:pt x="15506" y="53953"/>
                </a:lnTo>
                <a:lnTo>
                  <a:pt x="15142" y="48928"/>
                </a:lnTo>
                <a:lnTo>
                  <a:pt x="15157" y="28738"/>
                </a:lnTo>
                <a:lnTo>
                  <a:pt x="22644" y="12098"/>
                </a:lnTo>
                <a:lnTo>
                  <a:pt x="43919" y="12098"/>
                </a:lnTo>
                <a:lnTo>
                  <a:pt x="41440" y="7891"/>
                </a:lnTo>
                <a:lnTo>
                  <a:pt x="37338" y="2630"/>
                </a:lnTo>
                <a:lnTo>
                  <a:pt x="31661" y="0"/>
                </a:lnTo>
                <a:close/>
              </a:path>
              <a:path w="48894" h="78104">
                <a:moveTo>
                  <a:pt x="43919" y="12098"/>
                </a:moveTo>
                <a:lnTo>
                  <a:pt x="26123" y="12098"/>
                </a:lnTo>
                <a:lnTo>
                  <a:pt x="27673" y="12660"/>
                </a:lnTo>
                <a:lnTo>
                  <a:pt x="30365" y="14911"/>
                </a:lnTo>
                <a:lnTo>
                  <a:pt x="31483" y="17142"/>
                </a:lnTo>
                <a:lnTo>
                  <a:pt x="33261" y="23822"/>
                </a:lnTo>
                <a:lnTo>
                  <a:pt x="33617" y="28738"/>
                </a:lnTo>
                <a:lnTo>
                  <a:pt x="33618" y="48928"/>
                </a:lnTo>
                <a:lnTo>
                  <a:pt x="33210" y="54152"/>
                </a:lnTo>
                <a:lnTo>
                  <a:pt x="31470" y="60798"/>
                </a:lnTo>
                <a:lnTo>
                  <a:pt x="30416" y="62814"/>
                </a:lnTo>
                <a:lnTo>
                  <a:pt x="27649" y="65073"/>
                </a:lnTo>
                <a:lnTo>
                  <a:pt x="26123" y="65626"/>
                </a:lnTo>
                <a:lnTo>
                  <a:pt x="43924" y="65626"/>
                </a:lnTo>
                <a:lnTo>
                  <a:pt x="44615" y="64452"/>
                </a:lnTo>
                <a:lnTo>
                  <a:pt x="46921" y="57449"/>
                </a:lnTo>
                <a:lnTo>
                  <a:pt x="48306" y="48928"/>
                </a:lnTo>
                <a:lnTo>
                  <a:pt x="48767" y="38888"/>
                </a:lnTo>
                <a:lnTo>
                  <a:pt x="48295" y="28738"/>
                </a:lnTo>
                <a:lnTo>
                  <a:pt x="46916" y="20249"/>
                </a:lnTo>
                <a:lnTo>
                  <a:pt x="44647" y="13333"/>
                </a:lnTo>
                <a:lnTo>
                  <a:pt x="43919" y="12098"/>
                </a:lnTo>
                <a:close/>
              </a:path>
            </a:pathLst>
          </a:custGeom>
          <a:solidFill>
            <a:srgbClr val="4264DE">
              <a:alpha val="10195"/>
            </a:srgbClr>
          </a:solidFill>
        </p:spPr>
        <p:txBody>
          <a:bodyPr wrap="square" lIns="0" tIns="0" rIns="0" bIns="0" rtlCol="0"/>
          <a:lstStyle/>
          <a:p>
            <a:endParaRPr/>
          </a:p>
        </p:txBody>
      </p:sp>
      <p:sp>
        <p:nvSpPr>
          <p:cNvPr id="500" name="object 500"/>
          <p:cNvSpPr/>
          <p:nvPr/>
        </p:nvSpPr>
        <p:spPr>
          <a:xfrm>
            <a:off x="993647" y="6780274"/>
            <a:ext cx="33655" cy="78105"/>
          </a:xfrm>
          <a:custGeom>
            <a:avLst/>
            <a:gdLst/>
            <a:ahLst/>
            <a:cxnLst/>
            <a:rect l="l" t="t" r="r" b="b"/>
            <a:pathLst>
              <a:path w="33655" h="78104">
                <a:moveTo>
                  <a:pt x="33528" y="0"/>
                </a:moveTo>
                <a:lnTo>
                  <a:pt x="21653" y="0"/>
                </a:lnTo>
                <a:lnTo>
                  <a:pt x="19989" y="4716"/>
                </a:lnTo>
                <a:lnTo>
                  <a:pt x="16916" y="8844"/>
                </a:lnTo>
                <a:lnTo>
                  <a:pt x="7962" y="15920"/>
                </a:lnTo>
                <a:lnTo>
                  <a:pt x="3822" y="18322"/>
                </a:lnTo>
                <a:lnTo>
                  <a:pt x="0" y="19589"/>
                </a:lnTo>
                <a:lnTo>
                  <a:pt x="0" y="33054"/>
                </a:lnTo>
                <a:lnTo>
                  <a:pt x="7251" y="30626"/>
                </a:lnTo>
                <a:lnTo>
                  <a:pt x="13550" y="26877"/>
                </a:lnTo>
                <a:lnTo>
                  <a:pt x="18897" y="21807"/>
                </a:lnTo>
                <a:lnTo>
                  <a:pt x="18897" y="77724"/>
                </a:lnTo>
                <a:lnTo>
                  <a:pt x="33528" y="77724"/>
                </a:lnTo>
                <a:lnTo>
                  <a:pt x="33528" y="0"/>
                </a:lnTo>
                <a:close/>
              </a:path>
            </a:pathLst>
          </a:custGeom>
          <a:solidFill>
            <a:srgbClr val="4264DE">
              <a:alpha val="10195"/>
            </a:srgbClr>
          </a:solidFill>
        </p:spPr>
        <p:txBody>
          <a:bodyPr wrap="square" lIns="0" tIns="0" rIns="0" bIns="0" rtlCol="0"/>
          <a:lstStyle/>
          <a:p>
            <a:endParaRPr/>
          </a:p>
        </p:txBody>
      </p:sp>
      <p:sp>
        <p:nvSpPr>
          <p:cNvPr id="501" name="object 501"/>
          <p:cNvSpPr/>
          <p:nvPr/>
        </p:nvSpPr>
        <p:spPr>
          <a:xfrm>
            <a:off x="1158239" y="6780274"/>
            <a:ext cx="50800" cy="78105"/>
          </a:xfrm>
          <a:custGeom>
            <a:avLst/>
            <a:gdLst/>
            <a:ahLst/>
            <a:cxnLst/>
            <a:rect l="l" t="t" r="r" b="b"/>
            <a:pathLst>
              <a:path w="50800" h="78104">
                <a:moveTo>
                  <a:pt x="32651" y="0"/>
                </a:moveTo>
                <a:lnTo>
                  <a:pt x="17640" y="0"/>
                </a:lnTo>
                <a:lnTo>
                  <a:pt x="11798" y="2597"/>
                </a:lnTo>
                <a:lnTo>
                  <a:pt x="0" y="38732"/>
                </a:lnTo>
                <a:lnTo>
                  <a:pt x="444" y="48928"/>
                </a:lnTo>
                <a:lnTo>
                  <a:pt x="17614" y="77724"/>
                </a:lnTo>
                <a:lnTo>
                  <a:pt x="32651" y="77724"/>
                </a:lnTo>
                <a:lnTo>
                  <a:pt x="38493" y="75128"/>
                </a:lnTo>
                <a:lnTo>
                  <a:pt x="42684" y="69935"/>
                </a:lnTo>
                <a:lnTo>
                  <a:pt x="45298" y="65626"/>
                </a:lnTo>
                <a:lnTo>
                  <a:pt x="23355" y="65626"/>
                </a:lnTo>
                <a:lnTo>
                  <a:pt x="21744" y="65064"/>
                </a:lnTo>
                <a:lnTo>
                  <a:pt x="18973" y="62857"/>
                </a:lnTo>
                <a:lnTo>
                  <a:pt x="17818" y="60633"/>
                </a:lnTo>
                <a:lnTo>
                  <a:pt x="15989" y="53953"/>
                </a:lnTo>
                <a:lnTo>
                  <a:pt x="15614" y="48928"/>
                </a:lnTo>
                <a:lnTo>
                  <a:pt x="15629" y="28738"/>
                </a:lnTo>
                <a:lnTo>
                  <a:pt x="23355" y="12098"/>
                </a:lnTo>
                <a:lnTo>
                  <a:pt x="45292" y="12098"/>
                </a:lnTo>
                <a:lnTo>
                  <a:pt x="42735" y="7891"/>
                </a:lnTo>
                <a:lnTo>
                  <a:pt x="38506" y="2630"/>
                </a:lnTo>
                <a:lnTo>
                  <a:pt x="32651" y="0"/>
                </a:lnTo>
                <a:close/>
              </a:path>
              <a:path w="50800" h="78104">
                <a:moveTo>
                  <a:pt x="45292" y="12098"/>
                </a:moveTo>
                <a:lnTo>
                  <a:pt x="26936" y="12098"/>
                </a:lnTo>
                <a:lnTo>
                  <a:pt x="28536" y="12660"/>
                </a:lnTo>
                <a:lnTo>
                  <a:pt x="31318" y="14911"/>
                </a:lnTo>
                <a:lnTo>
                  <a:pt x="32473" y="17142"/>
                </a:lnTo>
                <a:lnTo>
                  <a:pt x="34302" y="23822"/>
                </a:lnTo>
                <a:lnTo>
                  <a:pt x="34668" y="28738"/>
                </a:lnTo>
                <a:lnTo>
                  <a:pt x="34670" y="48928"/>
                </a:lnTo>
                <a:lnTo>
                  <a:pt x="34251" y="54152"/>
                </a:lnTo>
                <a:lnTo>
                  <a:pt x="33223" y="57890"/>
                </a:lnTo>
                <a:lnTo>
                  <a:pt x="32448" y="60798"/>
                </a:lnTo>
                <a:lnTo>
                  <a:pt x="31356" y="62814"/>
                </a:lnTo>
                <a:lnTo>
                  <a:pt x="28525" y="65073"/>
                </a:lnTo>
                <a:lnTo>
                  <a:pt x="26936" y="65626"/>
                </a:lnTo>
                <a:lnTo>
                  <a:pt x="45298" y="65626"/>
                </a:lnTo>
                <a:lnTo>
                  <a:pt x="46011" y="64452"/>
                </a:lnTo>
                <a:lnTo>
                  <a:pt x="48388" y="57449"/>
                </a:lnTo>
                <a:lnTo>
                  <a:pt x="49815" y="48928"/>
                </a:lnTo>
                <a:lnTo>
                  <a:pt x="50291" y="38888"/>
                </a:lnTo>
                <a:lnTo>
                  <a:pt x="49804" y="28738"/>
                </a:lnTo>
                <a:lnTo>
                  <a:pt x="48382" y="20249"/>
                </a:lnTo>
                <a:lnTo>
                  <a:pt x="46043" y="13333"/>
                </a:lnTo>
                <a:lnTo>
                  <a:pt x="45292" y="12098"/>
                </a:lnTo>
                <a:close/>
              </a:path>
            </a:pathLst>
          </a:custGeom>
          <a:solidFill>
            <a:srgbClr val="4264DE">
              <a:alpha val="10195"/>
            </a:srgbClr>
          </a:solidFill>
        </p:spPr>
        <p:txBody>
          <a:bodyPr wrap="square" lIns="0" tIns="0" rIns="0" bIns="0" rtlCol="0"/>
          <a:lstStyle/>
          <a:p>
            <a:endParaRPr/>
          </a:p>
        </p:txBody>
      </p:sp>
      <p:sp>
        <p:nvSpPr>
          <p:cNvPr id="502" name="object 502"/>
          <p:cNvSpPr/>
          <p:nvPr/>
        </p:nvSpPr>
        <p:spPr>
          <a:xfrm>
            <a:off x="1339596" y="6780274"/>
            <a:ext cx="33655" cy="78105"/>
          </a:xfrm>
          <a:custGeom>
            <a:avLst/>
            <a:gdLst/>
            <a:ahLst/>
            <a:cxnLst/>
            <a:rect l="l" t="t" r="r" b="b"/>
            <a:pathLst>
              <a:path w="33655" h="78104">
                <a:moveTo>
                  <a:pt x="33528" y="0"/>
                </a:moveTo>
                <a:lnTo>
                  <a:pt x="21716" y="0"/>
                </a:lnTo>
                <a:lnTo>
                  <a:pt x="19938" y="4716"/>
                </a:lnTo>
                <a:lnTo>
                  <a:pt x="16890" y="8844"/>
                </a:lnTo>
                <a:lnTo>
                  <a:pt x="8000" y="15920"/>
                </a:lnTo>
                <a:lnTo>
                  <a:pt x="3809" y="18322"/>
                </a:lnTo>
                <a:lnTo>
                  <a:pt x="0" y="19589"/>
                </a:lnTo>
                <a:lnTo>
                  <a:pt x="0" y="33054"/>
                </a:lnTo>
                <a:lnTo>
                  <a:pt x="7238" y="30626"/>
                </a:lnTo>
                <a:lnTo>
                  <a:pt x="13588" y="26877"/>
                </a:lnTo>
                <a:lnTo>
                  <a:pt x="18922" y="21807"/>
                </a:lnTo>
                <a:lnTo>
                  <a:pt x="18922" y="77724"/>
                </a:lnTo>
                <a:lnTo>
                  <a:pt x="33528" y="77724"/>
                </a:lnTo>
                <a:lnTo>
                  <a:pt x="33528" y="0"/>
                </a:lnTo>
                <a:close/>
              </a:path>
            </a:pathLst>
          </a:custGeom>
          <a:solidFill>
            <a:srgbClr val="4264DE">
              <a:alpha val="10195"/>
            </a:srgbClr>
          </a:solidFill>
        </p:spPr>
        <p:txBody>
          <a:bodyPr wrap="square" lIns="0" tIns="0" rIns="0" bIns="0" rtlCol="0"/>
          <a:lstStyle/>
          <a:p>
            <a:endParaRPr/>
          </a:p>
        </p:txBody>
      </p:sp>
      <p:sp>
        <p:nvSpPr>
          <p:cNvPr id="503" name="object 503"/>
          <p:cNvSpPr/>
          <p:nvPr/>
        </p:nvSpPr>
        <p:spPr>
          <a:xfrm>
            <a:off x="1505711" y="6780274"/>
            <a:ext cx="48895" cy="78105"/>
          </a:xfrm>
          <a:custGeom>
            <a:avLst/>
            <a:gdLst/>
            <a:ahLst/>
            <a:cxnLst/>
            <a:rect l="l" t="t" r="r" b="b"/>
            <a:pathLst>
              <a:path w="48894" h="78104">
                <a:moveTo>
                  <a:pt x="31622" y="0"/>
                </a:moveTo>
                <a:lnTo>
                  <a:pt x="17144" y="0"/>
                </a:lnTo>
                <a:lnTo>
                  <a:pt x="11429" y="2597"/>
                </a:lnTo>
                <a:lnTo>
                  <a:pt x="0" y="38732"/>
                </a:lnTo>
                <a:lnTo>
                  <a:pt x="438" y="48928"/>
                </a:lnTo>
                <a:lnTo>
                  <a:pt x="17018" y="77724"/>
                </a:lnTo>
                <a:lnTo>
                  <a:pt x="31622" y="77724"/>
                </a:lnTo>
                <a:lnTo>
                  <a:pt x="37337" y="75128"/>
                </a:lnTo>
                <a:lnTo>
                  <a:pt x="41401" y="69935"/>
                </a:lnTo>
                <a:lnTo>
                  <a:pt x="43948" y="65626"/>
                </a:lnTo>
                <a:lnTo>
                  <a:pt x="22606" y="65626"/>
                </a:lnTo>
                <a:lnTo>
                  <a:pt x="21071" y="65064"/>
                </a:lnTo>
                <a:lnTo>
                  <a:pt x="15181" y="48928"/>
                </a:lnTo>
                <a:lnTo>
                  <a:pt x="15186" y="28738"/>
                </a:lnTo>
                <a:lnTo>
                  <a:pt x="22606" y="12098"/>
                </a:lnTo>
                <a:lnTo>
                  <a:pt x="43906" y="12098"/>
                </a:lnTo>
                <a:lnTo>
                  <a:pt x="41401" y="7891"/>
                </a:lnTo>
                <a:lnTo>
                  <a:pt x="37337" y="2630"/>
                </a:lnTo>
                <a:lnTo>
                  <a:pt x="31622" y="0"/>
                </a:lnTo>
                <a:close/>
              </a:path>
              <a:path w="48894" h="78104">
                <a:moveTo>
                  <a:pt x="43906" y="12098"/>
                </a:moveTo>
                <a:lnTo>
                  <a:pt x="26162" y="12098"/>
                </a:lnTo>
                <a:lnTo>
                  <a:pt x="27685" y="12660"/>
                </a:lnTo>
                <a:lnTo>
                  <a:pt x="29082" y="13784"/>
                </a:lnTo>
                <a:lnTo>
                  <a:pt x="33588" y="48928"/>
                </a:lnTo>
                <a:lnTo>
                  <a:pt x="33274" y="54152"/>
                </a:lnTo>
                <a:lnTo>
                  <a:pt x="32257" y="57890"/>
                </a:lnTo>
                <a:lnTo>
                  <a:pt x="31496" y="60798"/>
                </a:lnTo>
                <a:lnTo>
                  <a:pt x="30353" y="62814"/>
                </a:lnTo>
                <a:lnTo>
                  <a:pt x="29049" y="63966"/>
                </a:lnTo>
                <a:lnTo>
                  <a:pt x="27662" y="65073"/>
                </a:lnTo>
                <a:lnTo>
                  <a:pt x="26162" y="65626"/>
                </a:lnTo>
                <a:lnTo>
                  <a:pt x="43948" y="65626"/>
                </a:lnTo>
                <a:lnTo>
                  <a:pt x="44642" y="64452"/>
                </a:lnTo>
                <a:lnTo>
                  <a:pt x="46942" y="57449"/>
                </a:lnTo>
                <a:lnTo>
                  <a:pt x="48313" y="48928"/>
                </a:lnTo>
                <a:lnTo>
                  <a:pt x="48768" y="38888"/>
                </a:lnTo>
                <a:lnTo>
                  <a:pt x="48298" y="28738"/>
                </a:lnTo>
                <a:lnTo>
                  <a:pt x="46921" y="20249"/>
                </a:lnTo>
                <a:lnTo>
                  <a:pt x="44642" y="13333"/>
                </a:lnTo>
                <a:lnTo>
                  <a:pt x="43906" y="12098"/>
                </a:lnTo>
                <a:close/>
              </a:path>
            </a:pathLst>
          </a:custGeom>
          <a:solidFill>
            <a:srgbClr val="4264DE">
              <a:alpha val="10195"/>
            </a:srgbClr>
          </a:solidFill>
        </p:spPr>
        <p:txBody>
          <a:bodyPr wrap="square" lIns="0" tIns="0" rIns="0" bIns="0" rtlCol="0"/>
          <a:lstStyle/>
          <a:p>
            <a:endParaRPr/>
          </a:p>
        </p:txBody>
      </p:sp>
      <p:sp>
        <p:nvSpPr>
          <p:cNvPr id="504" name="object 504"/>
          <p:cNvSpPr/>
          <p:nvPr/>
        </p:nvSpPr>
        <p:spPr>
          <a:xfrm>
            <a:off x="1687067" y="6780274"/>
            <a:ext cx="33655" cy="78105"/>
          </a:xfrm>
          <a:custGeom>
            <a:avLst/>
            <a:gdLst/>
            <a:ahLst/>
            <a:cxnLst/>
            <a:rect l="l" t="t" r="r" b="b"/>
            <a:pathLst>
              <a:path w="33655" h="78104">
                <a:moveTo>
                  <a:pt x="33527" y="0"/>
                </a:moveTo>
                <a:lnTo>
                  <a:pt x="21717" y="0"/>
                </a:lnTo>
                <a:lnTo>
                  <a:pt x="19938" y="4716"/>
                </a:lnTo>
                <a:lnTo>
                  <a:pt x="16890" y="8844"/>
                </a:lnTo>
                <a:lnTo>
                  <a:pt x="8000" y="15920"/>
                </a:lnTo>
                <a:lnTo>
                  <a:pt x="3809" y="18322"/>
                </a:lnTo>
                <a:lnTo>
                  <a:pt x="0" y="19589"/>
                </a:lnTo>
                <a:lnTo>
                  <a:pt x="0" y="33054"/>
                </a:lnTo>
                <a:lnTo>
                  <a:pt x="7238" y="30626"/>
                </a:lnTo>
                <a:lnTo>
                  <a:pt x="13588" y="26877"/>
                </a:lnTo>
                <a:lnTo>
                  <a:pt x="18923" y="21807"/>
                </a:lnTo>
                <a:lnTo>
                  <a:pt x="18923" y="77724"/>
                </a:lnTo>
                <a:lnTo>
                  <a:pt x="33527" y="77724"/>
                </a:lnTo>
                <a:lnTo>
                  <a:pt x="33527" y="0"/>
                </a:lnTo>
                <a:close/>
              </a:path>
            </a:pathLst>
          </a:custGeom>
          <a:solidFill>
            <a:srgbClr val="4264DE">
              <a:alpha val="10195"/>
            </a:srgbClr>
          </a:solidFill>
        </p:spPr>
        <p:txBody>
          <a:bodyPr wrap="square" lIns="0" tIns="0" rIns="0" bIns="0" rtlCol="0"/>
          <a:lstStyle/>
          <a:p>
            <a:endParaRPr/>
          </a:p>
        </p:txBody>
      </p:sp>
      <p:sp>
        <p:nvSpPr>
          <p:cNvPr id="505" name="object 505"/>
          <p:cNvSpPr/>
          <p:nvPr/>
        </p:nvSpPr>
        <p:spPr>
          <a:xfrm>
            <a:off x="1851660" y="6780274"/>
            <a:ext cx="50800" cy="78105"/>
          </a:xfrm>
          <a:custGeom>
            <a:avLst/>
            <a:gdLst/>
            <a:ahLst/>
            <a:cxnLst/>
            <a:rect l="l" t="t" r="r" b="b"/>
            <a:pathLst>
              <a:path w="50800" h="78104">
                <a:moveTo>
                  <a:pt x="32638" y="0"/>
                </a:moveTo>
                <a:lnTo>
                  <a:pt x="17652" y="0"/>
                </a:lnTo>
                <a:lnTo>
                  <a:pt x="11810" y="2597"/>
                </a:lnTo>
                <a:lnTo>
                  <a:pt x="0" y="38732"/>
                </a:lnTo>
                <a:lnTo>
                  <a:pt x="440" y="48928"/>
                </a:lnTo>
                <a:lnTo>
                  <a:pt x="17652" y="77724"/>
                </a:lnTo>
                <a:lnTo>
                  <a:pt x="32638" y="77724"/>
                </a:lnTo>
                <a:lnTo>
                  <a:pt x="38481" y="75128"/>
                </a:lnTo>
                <a:lnTo>
                  <a:pt x="42671" y="69935"/>
                </a:lnTo>
                <a:lnTo>
                  <a:pt x="45291" y="65626"/>
                </a:lnTo>
                <a:lnTo>
                  <a:pt x="23367" y="65626"/>
                </a:lnTo>
                <a:lnTo>
                  <a:pt x="21706" y="65064"/>
                </a:lnTo>
                <a:lnTo>
                  <a:pt x="18922" y="62857"/>
                </a:lnTo>
                <a:lnTo>
                  <a:pt x="17779" y="60633"/>
                </a:lnTo>
                <a:lnTo>
                  <a:pt x="16001" y="53953"/>
                </a:lnTo>
                <a:lnTo>
                  <a:pt x="15585" y="48928"/>
                </a:lnTo>
                <a:lnTo>
                  <a:pt x="15591" y="28738"/>
                </a:lnTo>
                <a:lnTo>
                  <a:pt x="23367" y="12098"/>
                </a:lnTo>
                <a:lnTo>
                  <a:pt x="45318" y="12098"/>
                </a:lnTo>
                <a:lnTo>
                  <a:pt x="42798" y="7891"/>
                </a:lnTo>
                <a:lnTo>
                  <a:pt x="38481" y="2630"/>
                </a:lnTo>
                <a:lnTo>
                  <a:pt x="32638" y="0"/>
                </a:lnTo>
                <a:close/>
              </a:path>
              <a:path w="50800" h="78104">
                <a:moveTo>
                  <a:pt x="45318" y="12098"/>
                </a:moveTo>
                <a:lnTo>
                  <a:pt x="26923" y="12098"/>
                </a:lnTo>
                <a:lnTo>
                  <a:pt x="28575" y="12660"/>
                </a:lnTo>
                <a:lnTo>
                  <a:pt x="31368" y="14911"/>
                </a:lnTo>
                <a:lnTo>
                  <a:pt x="32512" y="17142"/>
                </a:lnTo>
                <a:lnTo>
                  <a:pt x="34289" y="23822"/>
                </a:lnTo>
                <a:lnTo>
                  <a:pt x="34696" y="28738"/>
                </a:lnTo>
                <a:lnTo>
                  <a:pt x="34708" y="48928"/>
                </a:lnTo>
                <a:lnTo>
                  <a:pt x="34289" y="54152"/>
                </a:lnTo>
                <a:lnTo>
                  <a:pt x="33273" y="57890"/>
                </a:lnTo>
                <a:lnTo>
                  <a:pt x="32512" y="60798"/>
                </a:lnTo>
                <a:lnTo>
                  <a:pt x="31368" y="62814"/>
                </a:lnTo>
                <a:lnTo>
                  <a:pt x="28550" y="65073"/>
                </a:lnTo>
                <a:lnTo>
                  <a:pt x="26923" y="65626"/>
                </a:lnTo>
                <a:lnTo>
                  <a:pt x="45291" y="65626"/>
                </a:lnTo>
                <a:lnTo>
                  <a:pt x="46005" y="64452"/>
                </a:lnTo>
                <a:lnTo>
                  <a:pt x="48387" y="57449"/>
                </a:lnTo>
                <a:lnTo>
                  <a:pt x="49815" y="48928"/>
                </a:lnTo>
                <a:lnTo>
                  <a:pt x="50291" y="38888"/>
                </a:lnTo>
                <a:lnTo>
                  <a:pt x="49802" y="28738"/>
                </a:lnTo>
                <a:lnTo>
                  <a:pt x="48381" y="20249"/>
                </a:lnTo>
                <a:lnTo>
                  <a:pt x="46059" y="13333"/>
                </a:lnTo>
                <a:lnTo>
                  <a:pt x="45318" y="12098"/>
                </a:lnTo>
                <a:close/>
              </a:path>
            </a:pathLst>
          </a:custGeom>
          <a:solidFill>
            <a:srgbClr val="4264DE">
              <a:alpha val="10195"/>
            </a:srgbClr>
          </a:solidFill>
        </p:spPr>
        <p:txBody>
          <a:bodyPr wrap="square" lIns="0" tIns="0" rIns="0" bIns="0" rtlCol="0"/>
          <a:lstStyle/>
          <a:p>
            <a:endParaRPr/>
          </a:p>
        </p:txBody>
      </p:sp>
      <p:sp>
        <p:nvSpPr>
          <p:cNvPr id="506" name="object 506"/>
          <p:cNvSpPr/>
          <p:nvPr/>
        </p:nvSpPr>
        <p:spPr>
          <a:xfrm>
            <a:off x="2033016" y="6780274"/>
            <a:ext cx="33655" cy="78105"/>
          </a:xfrm>
          <a:custGeom>
            <a:avLst/>
            <a:gdLst/>
            <a:ahLst/>
            <a:cxnLst/>
            <a:rect l="l" t="t" r="r" b="b"/>
            <a:pathLst>
              <a:path w="33655" h="78104">
                <a:moveTo>
                  <a:pt x="33527" y="0"/>
                </a:moveTo>
                <a:lnTo>
                  <a:pt x="21716" y="0"/>
                </a:lnTo>
                <a:lnTo>
                  <a:pt x="19938" y="4716"/>
                </a:lnTo>
                <a:lnTo>
                  <a:pt x="16890" y="8844"/>
                </a:lnTo>
                <a:lnTo>
                  <a:pt x="8000" y="15920"/>
                </a:lnTo>
                <a:lnTo>
                  <a:pt x="3809" y="18322"/>
                </a:lnTo>
                <a:lnTo>
                  <a:pt x="0" y="19589"/>
                </a:lnTo>
                <a:lnTo>
                  <a:pt x="0" y="33054"/>
                </a:lnTo>
                <a:lnTo>
                  <a:pt x="7238" y="30626"/>
                </a:lnTo>
                <a:lnTo>
                  <a:pt x="13588" y="26877"/>
                </a:lnTo>
                <a:lnTo>
                  <a:pt x="18922" y="21807"/>
                </a:lnTo>
                <a:lnTo>
                  <a:pt x="18922" y="77724"/>
                </a:lnTo>
                <a:lnTo>
                  <a:pt x="33527" y="77724"/>
                </a:lnTo>
                <a:lnTo>
                  <a:pt x="33527" y="0"/>
                </a:lnTo>
                <a:close/>
              </a:path>
            </a:pathLst>
          </a:custGeom>
          <a:solidFill>
            <a:srgbClr val="4264DE">
              <a:alpha val="10195"/>
            </a:srgbClr>
          </a:solidFill>
        </p:spPr>
        <p:txBody>
          <a:bodyPr wrap="square" lIns="0" tIns="0" rIns="0" bIns="0" rtlCol="0"/>
          <a:lstStyle/>
          <a:p>
            <a:endParaRPr/>
          </a:p>
        </p:txBody>
      </p:sp>
      <p:sp>
        <p:nvSpPr>
          <p:cNvPr id="507" name="object 507"/>
          <p:cNvSpPr/>
          <p:nvPr/>
        </p:nvSpPr>
        <p:spPr>
          <a:xfrm>
            <a:off x="2199132" y="6780274"/>
            <a:ext cx="48895" cy="78105"/>
          </a:xfrm>
          <a:custGeom>
            <a:avLst/>
            <a:gdLst/>
            <a:ahLst/>
            <a:cxnLst/>
            <a:rect l="l" t="t" r="r" b="b"/>
            <a:pathLst>
              <a:path w="48894" h="78104">
                <a:moveTo>
                  <a:pt x="31623" y="0"/>
                </a:moveTo>
                <a:lnTo>
                  <a:pt x="17144" y="0"/>
                </a:lnTo>
                <a:lnTo>
                  <a:pt x="11430" y="2597"/>
                </a:lnTo>
                <a:lnTo>
                  <a:pt x="0" y="38732"/>
                </a:lnTo>
                <a:lnTo>
                  <a:pt x="438" y="48928"/>
                </a:lnTo>
                <a:lnTo>
                  <a:pt x="17018" y="77724"/>
                </a:lnTo>
                <a:lnTo>
                  <a:pt x="31623" y="77724"/>
                </a:lnTo>
                <a:lnTo>
                  <a:pt x="37337" y="75128"/>
                </a:lnTo>
                <a:lnTo>
                  <a:pt x="41401" y="69935"/>
                </a:lnTo>
                <a:lnTo>
                  <a:pt x="43948" y="65626"/>
                </a:lnTo>
                <a:lnTo>
                  <a:pt x="22606" y="65626"/>
                </a:lnTo>
                <a:lnTo>
                  <a:pt x="21071" y="65064"/>
                </a:lnTo>
                <a:lnTo>
                  <a:pt x="15181" y="48928"/>
                </a:lnTo>
                <a:lnTo>
                  <a:pt x="15186" y="28738"/>
                </a:lnTo>
                <a:lnTo>
                  <a:pt x="22606" y="12098"/>
                </a:lnTo>
                <a:lnTo>
                  <a:pt x="43906" y="12098"/>
                </a:lnTo>
                <a:lnTo>
                  <a:pt x="41401" y="7891"/>
                </a:lnTo>
                <a:lnTo>
                  <a:pt x="37337" y="2630"/>
                </a:lnTo>
                <a:lnTo>
                  <a:pt x="31623" y="0"/>
                </a:lnTo>
                <a:close/>
              </a:path>
              <a:path w="48894" h="78104">
                <a:moveTo>
                  <a:pt x="43906" y="12098"/>
                </a:moveTo>
                <a:lnTo>
                  <a:pt x="26162" y="12098"/>
                </a:lnTo>
                <a:lnTo>
                  <a:pt x="27686" y="12660"/>
                </a:lnTo>
                <a:lnTo>
                  <a:pt x="29082" y="13784"/>
                </a:lnTo>
                <a:lnTo>
                  <a:pt x="33588" y="48928"/>
                </a:lnTo>
                <a:lnTo>
                  <a:pt x="33274" y="54152"/>
                </a:lnTo>
                <a:lnTo>
                  <a:pt x="32257" y="57890"/>
                </a:lnTo>
                <a:lnTo>
                  <a:pt x="31495" y="60798"/>
                </a:lnTo>
                <a:lnTo>
                  <a:pt x="30353" y="62814"/>
                </a:lnTo>
                <a:lnTo>
                  <a:pt x="29049" y="63966"/>
                </a:lnTo>
                <a:lnTo>
                  <a:pt x="27662" y="65073"/>
                </a:lnTo>
                <a:lnTo>
                  <a:pt x="26162" y="65626"/>
                </a:lnTo>
                <a:lnTo>
                  <a:pt x="43948" y="65626"/>
                </a:lnTo>
                <a:lnTo>
                  <a:pt x="44642" y="64452"/>
                </a:lnTo>
                <a:lnTo>
                  <a:pt x="46942" y="57449"/>
                </a:lnTo>
                <a:lnTo>
                  <a:pt x="48313" y="48928"/>
                </a:lnTo>
                <a:lnTo>
                  <a:pt x="48768" y="38888"/>
                </a:lnTo>
                <a:lnTo>
                  <a:pt x="48298" y="28738"/>
                </a:lnTo>
                <a:lnTo>
                  <a:pt x="46921" y="20249"/>
                </a:lnTo>
                <a:lnTo>
                  <a:pt x="44642" y="13333"/>
                </a:lnTo>
                <a:lnTo>
                  <a:pt x="43906" y="12098"/>
                </a:lnTo>
                <a:close/>
              </a:path>
            </a:pathLst>
          </a:custGeom>
          <a:solidFill>
            <a:srgbClr val="4264DE">
              <a:alpha val="10195"/>
            </a:srgbClr>
          </a:solidFill>
        </p:spPr>
        <p:txBody>
          <a:bodyPr wrap="square" lIns="0" tIns="0" rIns="0" bIns="0" rtlCol="0"/>
          <a:lstStyle/>
          <a:p>
            <a:endParaRPr/>
          </a:p>
        </p:txBody>
      </p:sp>
      <p:sp>
        <p:nvSpPr>
          <p:cNvPr id="508" name="object 508"/>
          <p:cNvSpPr/>
          <p:nvPr/>
        </p:nvSpPr>
        <p:spPr>
          <a:xfrm>
            <a:off x="2380488" y="6780274"/>
            <a:ext cx="33655" cy="78105"/>
          </a:xfrm>
          <a:custGeom>
            <a:avLst/>
            <a:gdLst/>
            <a:ahLst/>
            <a:cxnLst/>
            <a:rect l="l" t="t" r="r" b="b"/>
            <a:pathLst>
              <a:path w="33655" h="78104">
                <a:moveTo>
                  <a:pt x="33528" y="0"/>
                </a:moveTo>
                <a:lnTo>
                  <a:pt x="21717" y="0"/>
                </a:lnTo>
                <a:lnTo>
                  <a:pt x="19938" y="4716"/>
                </a:lnTo>
                <a:lnTo>
                  <a:pt x="16891" y="8844"/>
                </a:lnTo>
                <a:lnTo>
                  <a:pt x="8000" y="15920"/>
                </a:lnTo>
                <a:lnTo>
                  <a:pt x="3810" y="18322"/>
                </a:lnTo>
                <a:lnTo>
                  <a:pt x="0" y="19589"/>
                </a:lnTo>
                <a:lnTo>
                  <a:pt x="0" y="33054"/>
                </a:lnTo>
                <a:lnTo>
                  <a:pt x="7238" y="30626"/>
                </a:lnTo>
                <a:lnTo>
                  <a:pt x="13588" y="26877"/>
                </a:lnTo>
                <a:lnTo>
                  <a:pt x="18923" y="21807"/>
                </a:lnTo>
                <a:lnTo>
                  <a:pt x="18923" y="77724"/>
                </a:lnTo>
                <a:lnTo>
                  <a:pt x="33528" y="77724"/>
                </a:lnTo>
                <a:lnTo>
                  <a:pt x="33528" y="0"/>
                </a:lnTo>
                <a:close/>
              </a:path>
            </a:pathLst>
          </a:custGeom>
          <a:solidFill>
            <a:srgbClr val="4264DE">
              <a:alpha val="10195"/>
            </a:srgbClr>
          </a:solidFill>
        </p:spPr>
        <p:txBody>
          <a:bodyPr wrap="square" lIns="0" tIns="0" rIns="0" bIns="0" rtlCol="0"/>
          <a:lstStyle/>
          <a:p>
            <a:endParaRPr/>
          </a:p>
        </p:txBody>
      </p:sp>
      <p:sp>
        <p:nvSpPr>
          <p:cNvPr id="509" name="object 509"/>
          <p:cNvSpPr/>
          <p:nvPr/>
        </p:nvSpPr>
        <p:spPr>
          <a:xfrm>
            <a:off x="2545079" y="6780274"/>
            <a:ext cx="50800" cy="78105"/>
          </a:xfrm>
          <a:custGeom>
            <a:avLst/>
            <a:gdLst/>
            <a:ahLst/>
            <a:cxnLst/>
            <a:rect l="l" t="t" r="r" b="b"/>
            <a:pathLst>
              <a:path w="50800" h="78104">
                <a:moveTo>
                  <a:pt x="32638" y="0"/>
                </a:moveTo>
                <a:lnTo>
                  <a:pt x="17652" y="0"/>
                </a:lnTo>
                <a:lnTo>
                  <a:pt x="11811" y="2597"/>
                </a:lnTo>
                <a:lnTo>
                  <a:pt x="0" y="38732"/>
                </a:lnTo>
                <a:lnTo>
                  <a:pt x="440" y="48928"/>
                </a:lnTo>
                <a:lnTo>
                  <a:pt x="17652" y="77724"/>
                </a:lnTo>
                <a:lnTo>
                  <a:pt x="32638" y="77724"/>
                </a:lnTo>
                <a:lnTo>
                  <a:pt x="38481" y="75128"/>
                </a:lnTo>
                <a:lnTo>
                  <a:pt x="42671" y="69935"/>
                </a:lnTo>
                <a:lnTo>
                  <a:pt x="45291" y="65626"/>
                </a:lnTo>
                <a:lnTo>
                  <a:pt x="23368" y="65626"/>
                </a:lnTo>
                <a:lnTo>
                  <a:pt x="21706" y="65064"/>
                </a:lnTo>
                <a:lnTo>
                  <a:pt x="18922" y="62857"/>
                </a:lnTo>
                <a:lnTo>
                  <a:pt x="17780" y="60633"/>
                </a:lnTo>
                <a:lnTo>
                  <a:pt x="16001" y="53953"/>
                </a:lnTo>
                <a:lnTo>
                  <a:pt x="15585" y="48928"/>
                </a:lnTo>
                <a:lnTo>
                  <a:pt x="15591" y="28738"/>
                </a:lnTo>
                <a:lnTo>
                  <a:pt x="23368" y="12098"/>
                </a:lnTo>
                <a:lnTo>
                  <a:pt x="45318" y="12098"/>
                </a:lnTo>
                <a:lnTo>
                  <a:pt x="42799" y="7891"/>
                </a:lnTo>
                <a:lnTo>
                  <a:pt x="38481" y="2630"/>
                </a:lnTo>
                <a:lnTo>
                  <a:pt x="32638" y="0"/>
                </a:lnTo>
                <a:close/>
              </a:path>
              <a:path w="50800" h="78104">
                <a:moveTo>
                  <a:pt x="45318" y="12098"/>
                </a:moveTo>
                <a:lnTo>
                  <a:pt x="26924" y="12098"/>
                </a:lnTo>
                <a:lnTo>
                  <a:pt x="28575" y="12660"/>
                </a:lnTo>
                <a:lnTo>
                  <a:pt x="31368" y="14911"/>
                </a:lnTo>
                <a:lnTo>
                  <a:pt x="32512" y="17142"/>
                </a:lnTo>
                <a:lnTo>
                  <a:pt x="34289" y="23822"/>
                </a:lnTo>
                <a:lnTo>
                  <a:pt x="34696" y="28738"/>
                </a:lnTo>
                <a:lnTo>
                  <a:pt x="34708" y="48928"/>
                </a:lnTo>
                <a:lnTo>
                  <a:pt x="34289" y="54152"/>
                </a:lnTo>
                <a:lnTo>
                  <a:pt x="33274" y="57890"/>
                </a:lnTo>
                <a:lnTo>
                  <a:pt x="32512" y="60798"/>
                </a:lnTo>
                <a:lnTo>
                  <a:pt x="31368" y="62814"/>
                </a:lnTo>
                <a:lnTo>
                  <a:pt x="28550" y="65073"/>
                </a:lnTo>
                <a:lnTo>
                  <a:pt x="26924" y="65626"/>
                </a:lnTo>
                <a:lnTo>
                  <a:pt x="45291" y="65626"/>
                </a:lnTo>
                <a:lnTo>
                  <a:pt x="46005" y="64452"/>
                </a:lnTo>
                <a:lnTo>
                  <a:pt x="48387" y="57449"/>
                </a:lnTo>
                <a:lnTo>
                  <a:pt x="49815" y="48928"/>
                </a:lnTo>
                <a:lnTo>
                  <a:pt x="50292" y="38888"/>
                </a:lnTo>
                <a:lnTo>
                  <a:pt x="49802" y="28738"/>
                </a:lnTo>
                <a:lnTo>
                  <a:pt x="48381" y="20249"/>
                </a:lnTo>
                <a:lnTo>
                  <a:pt x="46059" y="13333"/>
                </a:lnTo>
                <a:lnTo>
                  <a:pt x="45318" y="12098"/>
                </a:lnTo>
                <a:close/>
              </a:path>
            </a:pathLst>
          </a:custGeom>
          <a:solidFill>
            <a:srgbClr val="4264DE">
              <a:alpha val="10195"/>
            </a:srgbClr>
          </a:solidFill>
        </p:spPr>
        <p:txBody>
          <a:bodyPr wrap="square" lIns="0" tIns="0" rIns="0" bIns="0" rtlCol="0"/>
          <a:lstStyle/>
          <a:p>
            <a:endParaRPr/>
          </a:p>
        </p:txBody>
      </p:sp>
      <p:sp>
        <p:nvSpPr>
          <p:cNvPr id="510" name="object 510"/>
          <p:cNvSpPr/>
          <p:nvPr/>
        </p:nvSpPr>
        <p:spPr>
          <a:xfrm>
            <a:off x="2726435" y="6780274"/>
            <a:ext cx="33655" cy="78105"/>
          </a:xfrm>
          <a:custGeom>
            <a:avLst/>
            <a:gdLst/>
            <a:ahLst/>
            <a:cxnLst/>
            <a:rect l="l" t="t" r="r" b="b"/>
            <a:pathLst>
              <a:path w="33655" h="78104">
                <a:moveTo>
                  <a:pt x="33527" y="0"/>
                </a:moveTo>
                <a:lnTo>
                  <a:pt x="21716" y="0"/>
                </a:lnTo>
                <a:lnTo>
                  <a:pt x="19938" y="4716"/>
                </a:lnTo>
                <a:lnTo>
                  <a:pt x="16890" y="8844"/>
                </a:lnTo>
                <a:lnTo>
                  <a:pt x="8000" y="15920"/>
                </a:lnTo>
                <a:lnTo>
                  <a:pt x="3809" y="18322"/>
                </a:lnTo>
                <a:lnTo>
                  <a:pt x="0" y="19589"/>
                </a:lnTo>
                <a:lnTo>
                  <a:pt x="0" y="33054"/>
                </a:lnTo>
                <a:lnTo>
                  <a:pt x="7238" y="30626"/>
                </a:lnTo>
                <a:lnTo>
                  <a:pt x="13588" y="26877"/>
                </a:lnTo>
                <a:lnTo>
                  <a:pt x="18922" y="21807"/>
                </a:lnTo>
                <a:lnTo>
                  <a:pt x="18922" y="77724"/>
                </a:lnTo>
                <a:lnTo>
                  <a:pt x="33527" y="77724"/>
                </a:lnTo>
                <a:lnTo>
                  <a:pt x="33527" y="0"/>
                </a:lnTo>
                <a:close/>
              </a:path>
            </a:pathLst>
          </a:custGeom>
          <a:solidFill>
            <a:srgbClr val="4264DE">
              <a:alpha val="10195"/>
            </a:srgbClr>
          </a:solidFill>
        </p:spPr>
        <p:txBody>
          <a:bodyPr wrap="square" lIns="0" tIns="0" rIns="0" bIns="0" rtlCol="0"/>
          <a:lstStyle/>
          <a:p>
            <a:endParaRPr/>
          </a:p>
        </p:txBody>
      </p:sp>
      <p:sp>
        <p:nvSpPr>
          <p:cNvPr id="511" name="object 511"/>
          <p:cNvSpPr/>
          <p:nvPr/>
        </p:nvSpPr>
        <p:spPr>
          <a:xfrm>
            <a:off x="2892551" y="6780274"/>
            <a:ext cx="48895" cy="78105"/>
          </a:xfrm>
          <a:custGeom>
            <a:avLst/>
            <a:gdLst/>
            <a:ahLst/>
            <a:cxnLst/>
            <a:rect l="l" t="t" r="r" b="b"/>
            <a:pathLst>
              <a:path w="48894" h="78104">
                <a:moveTo>
                  <a:pt x="31623" y="0"/>
                </a:moveTo>
                <a:lnTo>
                  <a:pt x="17145" y="0"/>
                </a:lnTo>
                <a:lnTo>
                  <a:pt x="11430" y="2597"/>
                </a:lnTo>
                <a:lnTo>
                  <a:pt x="0" y="38732"/>
                </a:lnTo>
                <a:lnTo>
                  <a:pt x="438" y="48928"/>
                </a:lnTo>
                <a:lnTo>
                  <a:pt x="17018" y="77724"/>
                </a:lnTo>
                <a:lnTo>
                  <a:pt x="31623" y="77724"/>
                </a:lnTo>
                <a:lnTo>
                  <a:pt x="37337" y="75128"/>
                </a:lnTo>
                <a:lnTo>
                  <a:pt x="41402" y="69935"/>
                </a:lnTo>
                <a:lnTo>
                  <a:pt x="43948" y="65626"/>
                </a:lnTo>
                <a:lnTo>
                  <a:pt x="22606" y="65626"/>
                </a:lnTo>
                <a:lnTo>
                  <a:pt x="21071" y="65064"/>
                </a:lnTo>
                <a:lnTo>
                  <a:pt x="15181" y="48928"/>
                </a:lnTo>
                <a:lnTo>
                  <a:pt x="15186" y="28738"/>
                </a:lnTo>
                <a:lnTo>
                  <a:pt x="22606" y="12098"/>
                </a:lnTo>
                <a:lnTo>
                  <a:pt x="43906" y="12098"/>
                </a:lnTo>
                <a:lnTo>
                  <a:pt x="41402" y="7891"/>
                </a:lnTo>
                <a:lnTo>
                  <a:pt x="37337" y="2630"/>
                </a:lnTo>
                <a:lnTo>
                  <a:pt x="31623" y="0"/>
                </a:lnTo>
                <a:close/>
              </a:path>
              <a:path w="48894" h="78104">
                <a:moveTo>
                  <a:pt x="43906" y="12098"/>
                </a:moveTo>
                <a:lnTo>
                  <a:pt x="26162" y="12098"/>
                </a:lnTo>
                <a:lnTo>
                  <a:pt x="27686" y="12660"/>
                </a:lnTo>
                <a:lnTo>
                  <a:pt x="29083" y="13784"/>
                </a:lnTo>
                <a:lnTo>
                  <a:pt x="33588" y="48928"/>
                </a:lnTo>
                <a:lnTo>
                  <a:pt x="33274" y="54152"/>
                </a:lnTo>
                <a:lnTo>
                  <a:pt x="32258" y="57890"/>
                </a:lnTo>
                <a:lnTo>
                  <a:pt x="31496" y="60798"/>
                </a:lnTo>
                <a:lnTo>
                  <a:pt x="30353" y="62814"/>
                </a:lnTo>
                <a:lnTo>
                  <a:pt x="29049" y="63966"/>
                </a:lnTo>
                <a:lnTo>
                  <a:pt x="27662" y="65073"/>
                </a:lnTo>
                <a:lnTo>
                  <a:pt x="26162" y="65626"/>
                </a:lnTo>
                <a:lnTo>
                  <a:pt x="43948" y="65626"/>
                </a:lnTo>
                <a:lnTo>
                  <a:pt x="44642" y="64452"/>
                </a:lnTo>
                <a:lnTo>
                  <a:pt x="46942" y="57449"/>
                </a:lnTo>
                <a:lnTo>
                  <a:pt x="48313" y="48928"/>
                </a:lnTo>
                <a:lnTo>
                  <a:pt x="48768" y="38888"/>
                </a:lnTo>
                <a:lnTo>
                  <a:pt x="48298" y="28738"/>
                </a:lnTo>
                <a:lnTo>
                  <a:pt x="46921" y="20249"/>
                </a:lnTo>
                <a:lnTo>
                  <a:pt x="44642" y="13333"/>
                </a:lnTo>
                <a:lnTo>
                  <a:pt x="43906" y="12098"/>
                </a:lnTo>
                <a:close/>
              </a:path>
            </a:pathLst>
          </a:custGeom>
          <a:solidFill>
            <a:srgbClr val="4264DE">
              <a:alpha val="10195"/>
            </a:srgbClr>
          </a:solidFill>
        </p:spPr>
        <p:txBody>
          <a:bodyPr wrap="square" lIns="0" tIns="0" rIns="0" bIns="0" rtlCol="0"/>
          <a:lstStyle/>
          <a:p>
            <a:endParaRPr/>
          </a:p>
        </p:txBody>
      </p:sp>
      <p:sp>
        <p:nvSpPr>
          <p:cNvPr id="512" name="object 512"/>
          <p:cNvSpPr/>
          <p:nvPr/>
        </p:nvSpPr>
        <p:spPr>
          <a:xfrm>
            <a:off x="3073907" y="6780274"/>
            <a:ext cx="33655" cy="78105"/>
          </a:xfrm>
          <a:custGeom>
            <a:avLst/>
            <a:gdLst/>
            <a:ahLst/>
            <a:cxnLst/>
            <a:rect l="l" t="t" r="r" b="b"/>
            <a:pathLst>
              <a:path w="33655" h="78104">
                <a:moveTo>
                  <a:pt x="33528" y="0"/>
                </a:moveTo>
                <a:lnTo>
                  <a:pt x="21717" y="0"/>
                </a:lnTo>
                <a:lnTo>
                  <a:pt x="19939" y="4716"/>
                </a:lnTo>
                <a:lnTo>
                  <a:pt x="16891" y="8844"/>
                </a:lnTo>
                <a:lnTo>
                  <a:pt x="8000" y="15920"/>
                </a:lnTo>
                <a:lnTo>
                  <a:pt x="3810" y="18322"/>
                </a:lnTo>
                <a:lnTo>
                  <a:pt x="0" y="19589"/>
                </a:lnTo>
                <a:lnTo>
                  <a:pt x="0" y="33054"/>
                </a:lnTo>
                <a:lnTo>
                  <a:pt x="7239" y="30626"/>
                </a:lnTo>
                <a:lnTo>
                  <a:pt x="13589" y="26877"/>
                </a:lnTo>
                <a:lnTo>
                  <a:pt x="18923" y="21807"/>
                </a:lnTo>
                <a:lnTo>
                  <a:pt x="18923" y="77724"/>
                </a:lnTo>
                <a:lnTo>
                  <a:pt x="33528" y="77724"/>
                </a:lnTo>
                <a:lnTo>
                  <a:pt x="33528" y="0"/>
                </a:lnTo>
                <a:close/>
              </a:path>
            </a:pathLst>
          </a:custGeom>
          <a:solidFill>
            <a:srgbClr val="4264DE">
              <a:alpha val="10195"/>
            </a:srgbClr>
          </a:solidFill>
        </p:spPr>
        <p:txBody>
          <a:bodyPr wrap="square" lIns="0" tIns="0" rIns="0" bIns="0" rtlCol="0"/>
          <a:lstStyle/>
          <a:p>
            <a:endParaRPr/>
          </a:p>
        </p:txBody>
      </p:sp>
      <p:sp>
        <p:nvSpPr>
          <p:cNvPr id="513" name="object 513"/>
          <p:cNvSpPr/>
          <p:nvPr/>
        </p:nvSpPr>
        <p:spPr>
          <a:xfrm>
            <a:off x="3238500" y="6780274"/>
            <a:ext cx="50800" cy="78105"/>
          </a:xfrm>
          <a:custGeom>
            <a:avLst/>
            <a:gdLst/>
            <a:ahLst/>
            <a:cxnLst/>
            <a:rect l="l" t="t" r="r" b="b"/>
            <a:pathLst>
              <a:path w="50800" h="78104">
                <a:moveTo>
                  <a:pt x="32638" y="0"/>
                </a:moveTo>
                <a:lnTo>
                  <a:pt x="17652" y="0"/>
                </a:lnTo>
                <a:lnTo>
                  <a:pt x="11811" y="2597"/>
                </a:lnTo>
                <a:lnTo>
                  <a:pt x="0" y="38732"/>
                </a:lnTo>
                <a:lnTo>
                  <a:pt x="440" y="48928"/>
                </a:lnTo>
                <a:lnTo>
                  <a:pt x="17652" y="77724"/>
                </a:lnTo>
                <a:lnTo>
                  <a:pt x="32638" y="77724"/>
                </a:lnTo>
                <a:lnTo>
                  <a:pt x="38480" y="75128"/>
                </a:lnTo>
                <a:lnTo>
                  <a:pt x="42672" y="69935"/>
                </a:lnTo>
                <a:lnTo>
                  <a:pt x="45291" y="65626"/>
                </a:lnTo>
                <a:lnTo>
                  <a:pt x="23367" y="65626"/>
                </a:lnTo>
                <a:lnTo>
                  <a:pt x="21706" y="65064"/>
                </a:lnTo>
                <a:lnTo>
                  <a:pt x="18923" y="62857"/>
                </a:lnTo>
                <a:lnTo>
                  <a:pt x="17779" y="60633"/>
                </a:lnTo>
                <a:lnTo>
                  <a:pt x="16001" y="53953"/>
                </a:lnTo>
                <a:lnTo>
                  <a:pt x="15585" y="48928"/>
                </a:lnTo>
                <a:lnTo>
                  <a:pt x="15591" y="28738"/>
                </a:lnTo>
                <a:lnTo>
                  <a:pt x="23367" y="12098"/>
                </a:lnTo>
                <a:lnTo>
                  <a:pt x="45318" y="12098"/>
                </a:lnTo>
                <a:lnTo>
                  <a:pt x="42799" y="7891"/>
                </a:lnTo>
                <a:lnTo>
                  <a:pt x="38480" y="2630"/>
                </a:lnTo>
                <a:lnTo>
                  <a:pt x="32638" y="0"/>
                </a:lnTo>
                <a:close/>
              </a:path>
              <a:path w="50800" h="78104">
                <a:moveTo>
                  <a:pt x="45318" y="12098"/>
                </a:moveTo>
                <a:lnTo>
                  <a:pt x="26924" y="12098"/>
                </a:lnTo>
                <a:lnTo>
                  <a:pt x="28575" y="12660"/>
                </a:lnTo>
                <a:lnTo>
                  <a:pt x="31369" y="14911"/>
                </a:lnTo>
                <a:lnTo>
                  <a:pt x="32512" y="17142"/>
                </a:lnTo>
                <a:lnTo>
                  <a:pt x="34289" y="23822"/>
                </a:lnTo>
                <a:lnTo>
                  <a:pt x="34696" y="28738"/>
                </a:lnTo>
                <a:lnTo>
                  <a:pt x="34708" y="48928"/>
                </a:lnTo>
                <a:lnTo>
                  <a:pt x="34289" y="54152"/>
                </a:lnTo>
                <a:lnTo>
                  <a:pt x="33274" y="57890"/>
                </a:lnTo>
                <a:lnTo>
                  <a:pt x="32512" y="60798"/>
                </a:lnTo>
                <a:lnTo>
                  <a:pt x="31369" y="62814"/>
                </a:lnTo>
                <a:lnTo>
                  <a:pt x="28550" y="65073"/>
                </a:lnTo>
                <a:lnTo>
                  <a:pt x="26924" y="65626"/>
                </a:lnTo>
                <a:lnTo>
                  <a:pt x="45291" y="65626"/>
                </a:lnTo>
                <a:lnTo>
                  <a:pt x="46005" y="64452"/>
                </a:lnTo>
                <a:lnTo>
                  <a:pt x="48386" y="57449"/>
                </a:lnTo>
                <a:lnTo>
                  <a:pt x="49815" y="48928"/>
                </a:lnTo>
                <a:lnTo>
                  <a:pt x="50291" y="38888"/>
                </a:lnTo>
                <a:lnTo>
                  <a:pt x="49802" y="28738"/>
                </a:lnTo>
                <a:lnTo>
                  <a:pt x="48381" y="20249"/>
                </a:lnTo>
                <a:lnTo>
                  <a:pt x="46059" y="13333"/>
                </a:lnTo>
                <a:lnTo>
                  <a:pt x="45318" y="12098"/>
                </a:lnTo>
                <a:close/>
              </a:path>
            </a:pathLst>
          </a:custGeom>
          <a:solidFill>
            <a:srgbClr val="4264DE">
              <a:alpha val="10195"/>
            </a:srgbClr>
          </a:solidFill>
        </p:spPr>
        <p:txBody>
          <a:bodyPr wrap="square" lIns="0" tIns="0" rIns="0" bIns="0" rtlCol="0"/>
          <a:lstStyle/>
          <a:p>
            <a:endParaRPr/>
          </a:p>
        </p:txBody>
      </p:sp>
      <p:sp>
        <p:nvSpPr>
          <p:cNvPr id="514" name="object 514"/>
          <p:cNvSpPr/>
          <p:nvPr/>
        </p:nvSpPr>
        <p:spPr>
          <a:xfrm>
            <a:off x="3419855" y="6780274"/>
            <a:ext cx="33655" cy="78105"/>
          </a:xfrm>
          <a:custGeom>
            <a:avLst/>
            <a:gdLst/>
            <a:ahLst/>
            <a:cxnLst/>
            <a:rect l="l" t="t" r="r" b="b"/>
            <a:pathLst>
              <a:path w="33654" h="78104">
                <a:moveTo>
                  <a:pt x="33528" y="0"/>
                </a:moveTo>
                <a:lnTo>
                  <a:pt x="21717" y="0"/>
                </a:lnTo>
                <a:lnTo>
                  <a:pt x="19939" y="4716"/>
                </a:lnTo>
                <a:lnTo>
                  <a:pt x="16891" y="8844"/>
                </a:lnTo>
                <a:lnTo>
                  <a:pt x="8001" y="15920"/>
                </a:lnTo>
                <a:lnTo>
                  <a:pt x="3810" y="18322"/>
                </a:lnTo>
                <a:lnTo>
                  <a:pt x="0" y="19589"/>
                </a:lnTo>
                <a:lnTo>
                  <a:pt x="0" y="33054"/>
                </a:lnTo>
                <a:lnTo>
                  <a:pt x="7239" y="30626"/>
                </a:lnTo>
                <a:lnTo>
                  <a:pt x="13589" y="26877"/>
                </a:lnTo>
                <a:lnTo>
                  <a:pt x="18923" y="21807"/>
                </a:lnTo>
                <a:lnTo>
                  <a:pt x="18923" y="77724"/>
                </a:lnTo>
                <a:lnTo>
                  <a:pt x="33528" y="77724"/>
                </a:lnTo>
                <a:lnTo>
                  <a:pt x="33528" y="0"/>
                </a:lnTo>
                <a:close/>
              </a:path>
            </a:pathLst>
          </a:custGeom>
          <a:solidFill>
            <a:srgbClr val="4264DE">
              <a:alpha val="10195"/>
            </a:srgbClr>
          </a:solidFill>
        </p:spPr>
        <p:txBody>
          <a:bodyPr wrap="square" lIns="0" tIns="0" rIns="0" bIns="0" rtlCol="0"/>
          <a:lstStyle/>
          <a:p>
            <a:endParaRPr/>
          </a:p>
        </p:txBody>
      </p:sp>
      <p:sp>
        <p:nvSpPr>
          <p:cNvPr id="515" name="object 515"/>
          <p:cNvSpPr/>
          <p:nvPr/>
        </p:nvSpPr>
        <p:spPr>
          <a:xfrm>
            <a:off x="3585971" y="6780274"/>
            <a:ext cx="48895" cy="78105"/>
          </a:xfrm>
          <a:custGeom>
            <a:avLst/>
            <a:gdLst/>
            <a:ahLst/>
            <a:cxnLst/>
            <a:rect l="l" t="t" r="r" b="b"/>
            <a:pathLst>
              <a:path w="48895" h="78104">
                <a:moveTo>
                  <a:pt x="31623" y="0"/>
                </a:moveTo>
                <a:lnTo>
                  <a:pt x="17144" y="0"/>
                </a:lnTo>
                <a:lnTo>
                  <a:pt x="11429" y="2597"/>
                </a:lnTo>
                <a:lnTo>
                  <a:pt x="0" y="38732"/>
                </a:lnTo>
                <a:lnTo>
                  <a:pt x="438" y="48928"/>
                </a:lnTo>
                <a:lnTo>
                  <a:pt x="17017" y="77724"/>
                </a:lnTo>
                <a:lnTo>
                  <a:pt x="31623" y="77724"/>
                </a:lnTo>
                <a:lnTo>
                  <a:pt x="37337" y="75128"/>
                </a:lnTo>
                <a:lnTo>
                  <a:pt x="41401" y="69935"/>
                </a:lnTo>
                <a:lnTo>
                  <a:pt x="43948" y="65626"/>
                </a:lnTo>
                <a:lnTo>
                  <a:pt x="22605" y="65626"/>
                </a:lnTo>
                <a:lnTo>
                  <a:pt x="21071" y="65064"/>
                </a:lnTo>
                <a:lnTo>
                  <a:pt x="15181" y="48928"/>
                </a:lnTo>
                <a:lnTo>
                  <a:pt x="15186" y="28738"/>
                </a:lnTo>
                <a:lnTo>
                  <a:pt x="22605" y="12098"/>
                </a:lnTo>
                <a:lnTo>
                  <a:pt x="43906" y="12098"/>
                </a:lnTo>
                <a:lnTo>
                  <a:pt x="41401" y="7891"/>
                </a:lnTo>
                <a:lnTo>
                  <a:pt x="37337" y="2630"/>
                </a:lnTo>
                <a:lnTo>
                  <a:pt x="31623" y="0"/>
                </a:lnTo>
                <a:close/>
              </a:path>
              <a:path w="48895" h="78104">
                <a:moveTo>
                  <a:pt x="43906" y="12098"/>
                </a:moveTo>
                <a:lnTo>
                  <a:pt x="26162" y="12098"/>
                </a:lnTo>
                <a:lnTo>
                  <a:pt x="27686" y="12660"/>
                </a:lnTo>
                <a:lnTo>
                  <a:pt x="29082" y="13784"/>
                </a:lnTo>
                <a:lnTo>
                  <a:pt x="33588" y="48928"/>
                </a:lnTo>
                <a:lnTo>
                  <a:pt x="33274" y="54152"/>
                </a:lnTo>
                <a:lnTo>
                  <a:pt x="32257" y="57890"/>
                </a:lnTo>
                <a:lnTo>
                  <a:pt x="31495" y="60798"/>
                </a:lnTo>
                <a:lnTo>
                  <a:pt x="30352" y="62814"/>
                </a:lnTo>
                <a:lnTo>
                  <a:pt x="29049" y="63966"/>
                </a:lnTo>
                <a:lnTo>
                  <a:pt x="27662" y="65073"/>
                </a:lnTo>
                <a:lnTo>
                  <a:pt x="26162" y="65626"/>
                </a:lnTo>
                <a:lnTo>
                  <a:pt x="43948" y="65626"/>
                </a:lnTo>
                <a:lnTo>
                  <a:pt x="44642" y="64452"/>
                </a:lnTo>
                <a:lnTo>
                  <a:pt x="46942" y="57449"/>
                </a:lnTo>
                <a:lnTo>
                  <a:pt x="48313" y="48928"/>
                </a:lnTo>
                <a:lnTo>
                  <a:pt x="48767" y="38888"/>
                </a:lnTo>
                <a:lnTo>
                  <a:pt x="48298" y="28738"/>
                </a:lnTo>
                <a:lnTo>
                  <a:pt x="46921" y="20249"/>
                </a:lnTo>
                <a:lnTo>
                  <a:pt x="44642" y="13333"/>
                </a:lnTo>
                <a:lnTo>
                  <a:pt x="43906" y="12098"/>
                </a:lnTo>
                <a:close/>
              </a:path>
            </a:pathLst>
          </a:custGeom>
          <a:solidFill>
            <a:srgbClr val="4264DE">
              <a:alpha val="10195"/>
            </a:srgbClr>
          </a:solidFill>
        </p:spPr>
        <p:txBody>
          <a:bodyPr wrap="square" lIns="0" tIns="0" rIns="0" bIns="0" rtlCol="0"/>
          <a:lstStyle/>
          <a:p>
            <a:endParaRPr/>
          </a:p>
        </p:txBody>
      </p:sp>
      <p:sp>
        <p:nvSpPr>
          <p:cNvPr id="516" name="object 516"/>
          <p:cNvSpPr/>
          <p:nvPr/>
        </p:nvSpPr>
        <p:spPr>
          <a:xfrm>
            <a:off x="3767328" y="6780274"/>
            <a:ext cx="33655" cy="78105"/>
          </a:xfrm>
          <a:custGeom>
            <a:avLst/>
            <a:gdLst/>
            <a:ahLst/>
            <a:cxnLst/>
            <a:rect l="l" t="t" r="r" b="b"/>
            <a:pathLst>
              <a:path w="33654" h="78104">
                <a:moveTo>
                  <a:pt x="33527" y="0"/>
                </a:moveTo>
                <a:lnTo>
                  <a:pt x="21717" y="0"/>
                </a:lnTo>
                <a:lnTo>
                  <a:pt x="19938" y="4716"/>
                </a:lnTo>
                <a:lnTo>
                  <a:pt x="16891" y="8844"/>
                </a:lnTo>
                <a:lnTo>
                  <a:pt x="8000" y="15920"/>
                </a:lnTo>
                <a:lnTo>
                  <a:pt x="3810" y="18322"/>
                </a:lnTo>
                <a:lnTo>
                  <a:pt x="0" y="19589"/>
                </a:lnTo>
                <a:lnTo>
                  <a:pt x="0" y="33054"/>
                </a:lnTo>
                <a:lnTo>
                  <a:pt x="7238" y="30626"/>
                </a:lnTo>
                <a:lnTo>
                  <a:pt x="13588" y="26877"/>
                </a:lnTo>
                <a:lnTo>
                  <a:pt x="18923" y="21807"/>
                </a:lnTo>
                <a:lnTo>
                  <a:pt x="18923" y="77724"/>
                </a:lnTo>
                <a:lnTo>
                  <a:pt x="33527" y="77724"/>
                </a:lnTo>
                <a:lnTo>
                  <a:pt x="33527" y="0"/>
                </a:lnTo>
                <a:close/>
              </a:path>
            </a:pathLst>
          </a:custGeom>
          <a:solidFill>
            <a:srgbClr val="4264DE">
              <a:alpha val="10195"/>
            </a:srgbClr>
          </a:solidFill>
        </p:spPr>
        <p:txBody>
          <a:bodyPr wrap="square" lIns="0" tIns="0" rIns="0" bIns="0" rtlCol="0"/>
          <a:lstStyle/>
          <a:p>
            <a:endParaRPr/>
          </a:p>
        </p:txBody>
      </p:sp>
      <p:sp>
        <p:nvSpPr>
          <p:cNvPr id="517" name="object 517"/>
          <p:cNvSpPr/>
          <p:nvPr/>
        </p:nvSpPr>
        <p:spPr>
          <a:xfrm>
            <a:off x="3931920" y="6780274"/>
            <a:ext cx="50800" cy="78105"/>
          </a:xfrm>
          <a:custGeom>
            <a:avLst/>
            <a:gdLst/>
            <a:ahLst/>
            <a:cxnLst/>
            <a:rect l="l" t="t" r="r" b="b"/>
            <a:pathLst>
              <a:path w="50800" h="78104">
                <a:moveTo>
                  <a:pt x="32638" y="0"/>
                </a:moveTo>
                <a:lnTo>
                  <a:pt x="17652" y="0"/>
                </a:lnTo>
                <a:lnTo>
                  <a:pt x="11810" y="2597"/>
                </a:lnTo>
                <a:lnTo>
                  <a:pt x="0" y="38732"/>
                </a:lnTo>
                <a:lnTo>
                  <a:pt x="440" y="48928"/>
                </a:lnTo>
                <a:lnTo>
                  <a:pt x="17652" y="77724"/>
                </a:lnTo>
                <a:lnTo>
                  <a:pt x="32638" y="77724"/>
                </a:lnTo>
                <a:lnTo>
                  <a:pt x="38480" y="75128"/>
                </a:lnTo>
                <a:lnTo>
                  <a:pt x="42671" y="69935"/>
                </a:lnTo>
                <a:lnTo>
                  <a:pt x="45291" y="65626"/>
                </a:lnTo>
                <a:lnTo>
                  <a:pt x="23367" y="65626"/>
                </a:lnTo>
                <a:lnTo>
                  <a:pt x="21706" y="65064"/>
                </a:lnTo>
                <a:lnTo>
                  <a:pt x="18922" y="62857"/>
                </a:lnTo>
                <a:lnTo>
                  <a:pt x="17779" y="60633"/>
                </a:lnTo>
                <a:lnTo>
                  <a:pt x="16001" y="53953"/>
                </a:lnTo>
                <a:lnTo>
                  <a:pt x="15585" y="48928"/>
                </a:lnTo>
                <a:lnTo>
                  <a:pt x="15591" y="28738"/>
                </a:lnTo>
                <a:lnTo>
                  <a:pt x="23367" y="12098"/>
                </a:lnTo>
                <a:lnTo>
                  <a:pt x="45318" y="12098"/>
                </a:lnTo>
                <a:lnTo>
                  <a:pt x="42799" y="7891"/>
                </a:lnTo>
                <a:lnTo>
                  <a:pt x="38480" y="2630"/>
                </a:lnTo>
                <a:lnTo>
                  <a:pt x="32638" y="0"/>
                </a:lnTo>
                <a:close/>
              </a:path>
              <a:path w="50800" h="78104">
                <a:moveTo>
                  <a:pt x="45318" y="12098"/>
                </a:moveTo>
                <a:lnTo>
                  <a:pt x="26924" y="12098"/>
                </a:lnTo>
                <a:lnTo>
                  <a:pt x="28575" y="12660"/>
                </a:lnTo>
                <a:lnTo>
                  <a:pt x="31368" y="14911"/>
                </a:lnTo>
                <a:lnTo>
                  <a:pt x="32512" y="17142"/>
                </a:lnTo>
                <a:lnTo>
                  <a:pt x="34289" y="23822"/>
                </a:lnTo>
                <a:lnTo>
                  <a:pt x="34696" y="28738"/>
                </a:lnTo>
                <a:lnTo>
                  <a:pt x="34708" y="48928"/>
                </a:lnTo>
                <a:lnTo>
                  <a:pt x="34289" y="54152"/>
                </a:lnTo>
                <a:lnTo>
                  <a:pt x="33274" y="57890"/>
                </a:lnTo>
                <a:lnTo>
                  <a:pt x="32512" y="60798"/>
                </a:lnTo>
                <a:lnTo>
                  <a:pt x="31368" y="62814"/>
                </a:lnTo>
                <a:lnTo>
                  <a:pt x="28550" y="65073"/>
                </a:lnTo>
                <a:lnTo>
                  <a:pt x="26924" y="65626"/>
                </a:lnTo>
                <a:lnTo>
                  <a:pt x="45291" y="65626"/>
                </a:lnTo>
                <a:lnTo>
                  <a:pt x="46005" y="64452"/>
                </a:lnTo>
                <a:lnTo>
                  <a:pt x="48386" y="57449"/>
                </a:lnTo>
                <a:lnTo>
                  <a:pt x="49815" y="48928"/>
                </a:lnTo>
                <a:lnTo>
                  <a:pt x="50291" y="38888"/>
                </a:lnTo>
                <a:lnTo>
                  <a:pt x="49802" y="28738"/>
                </a:lnTo>
                <a:lnTo>
                  <a:pt x="48381" y="20249"/>
                </a:lnTo>
                <a:lnTo>
                  <a:pt x="46059" y="13333"/>
                </a:lnTo>
                <a:lnTo>
                  <a:pt x="45318" y="12098"/>
                </a:lnTo>
                <a:close/>
              </a:path>
            </a:pathLst>
          </a:custGeom>
          <a:solidFill>
            <a:srgbClr val="4264DE">
              <a:alpha val="10195"/>
            </a:srgbClr>
          </a:solidFill>
        </p:spPr>
        <p:txBody>
          <a:bodyPr wrap="square" lIns="0" tIns="0" rIns="0" bIns="0" rtlCol="0"/>
          <a:lstStyle/>
          <a:p>
            <a:endParaRPr/>
          </a:p>
        </p:txBody>
      </p:sp>
      <p:sp>
        <p:nvSpPr>
          <p:cNvPr id="518" name="object 518"/>
          <p:cNvSpPr/>
          <p:nvPr/>
        </p:nvSpPr>
        <p:spPr>
          <a:xfrm>
            <a:off x="4113276" y="6780274"/>
            <a:ext cx="33655" cy="78105"/>
          </a:xfrm>
          <a:custGeom>
            <a:avLst/>
            <a:gdLst/>
            <a:ahLst/>
            <a:cxnLst/>
            <a:rect l="l" t="t" r="r" b="b"/>
            <a:pathLst>
              <a:path w="33654" h="78104">
                <a:moveTo>
                  <a:pt x="33527" y="0"/>
                </a:moveTo>
                <a:lnTo>
                  <a:pt x="21716" y="0"/>
                </a:lnTo>
                <a:lnTo>
                  <a:pt x="19938" y="4716"/>
                </a:lnTo>
                <a:lnTo>
                  <a:pt x="16890" y="8844"/>
                </a:lnTo>
                <a:lnTo>
                  <a:pt x="8000" y="15920"/>
                </a:lnTo>
                <a:lnTo>
                  <a:pt x="3810" y="18322"/>
                </a:lnTo>
                <a:lnTo>
                  <a:pt x="0" y="19589"/>
                </a:lnTo>
                <a:lnTo>
                  <a:pt x="0" y="33054"/>
                </a:lnTo>
                <a:lnTo>
                  <a:pt x="7238" y="30626"/>
                </a:lnTo>
                <a:lnTo>
                  <a:pt x="13588" y="26877"/>
                </a:lnTo>
                <a:lnTo>
                  <a:pt x="18923" y="21807"/>
                </a:lnTo>
                <a:lnTo>
                  <a:pt x="18923" y="77724"/>
                </a:lnTo>
                <a:lnTo>
                  <a:pt x="33527" y="77724"/>
                </a:lnTo>
                <a:lnTo>
                  <a:pt x="33527" y="0"/>
                </a:lnTo>
                <a:close/>
              </a:path>
            </a:pathLst>
          </a:custGeom>
          <a:solidFill>
            <a:srgbClr val="4264DE">
              <a:alpha val="10195"/>
            </a:srgbClr>
          </a:solidFill>
        </p:spPr>
        <p:txBody>
          <a:bodyPr wrap="square" lIns="0" tIns="0" rIns="0" bIns="0" rtlCol="0"/>
          <a:lstStyle/>
          <a:p>
            <a:endParaRPr/>
          </a:p>
        </p:txBody>
      </p:sp>
      <p:sp>
        <p:nvSpPr>
          <p:cNvPr id="519" name="object 519"/>
          <p:cNvSpPr/>
          <p:nvPr/>
        </p:nvSpPr>
        <p:spPr>
          <a:xfrm>
            <a:off x="4279391" y="6780274"/>
            <a:ext cx="48895" cy="78105"/>
          </a:xfrm>
          <a:custGeom>
            <a:avLst/>
            <a:gdLst/>
            <a:ahLst/>
            <a:cxnLst/>
            <a:rect l="l" t="t" r="r" b="b"/>
            <a:pathLst>
              <a:path w="48895" h="78104">
                <a:moveTo>
                  <a:pt x="31623" y="0"/>
                </a:moveTo>
                <a:lnTo>
                  <a:pt x="17145" y="0"/>
                </a:lnTo>
                <a:lnTo>
                  <a:pt x="11430" y="2597"/>
                </a:lnTo>
                <a:lnTo>
                  <a:pt x="0" y="38732"/>
                </a:lnTo>
                <a:lnTo>
                  <a:pt x="438" y="48928"/>
                </a:lnTo>
                <a:lnTo>
                  <a:pt x="17018" y="77724"/>
                </a:lnTo>
                <a:lnTo>
                  <a:pt x="31623" y="77724"/>
                </a:lnTo>
                <a:lnTo>
                  <a:pt x="37337" y="75128"/>
                </a:lnTo>
                <a:lnTo>
                  <a:pt x="41402" y="69935"/>
                </a:lnTo>
                <a:lnTo>
                  <a:pt x="43948" y="65626"/>
                </a:lnTo>
                <a:lnTo>
                  <a:pt x="22606" y="65626"/>
                </a:lnTo>
                <a:lnTo>
                  <a:pt x="21071" y="65064"/>
                </a:lnTo>
                <a:lnTo>
                  <a:pt x="15181" y="48928"/>
                </a:lnTo>
                <a:lnTo>
                  <a:pt x="15186" y="28738"/>
                </a:lnTo>
                <a:lnTo>
                  <a:pt x="22606" y="12098"/>
                </a:lnTo>
                <a:lnTo>
                  <a:pt x="43906" y="12098"/>
                </a:lnTo>
                <a:lnTo>
                  <a:pt x="41402" y="7891"/>
                </a:lnTo>
                <a:lnTo>
                  <a:pt x="37337" y="2630"/>
                </a:lnTo>
                <a:lnTo>
                  <a:pt x="31623" y="0"/>
                </a:lnTo>
                <a:close/>
              </a:path>
              <a:path w="48895" h="78104">
                <a:moveTo>
                  <a:pt x="43906" y="12098"/>
                </a:moveTo>
                <a:lnTo>
                  <a:pt x="26162" y="12098"/>
                </a:lnTo>
                <a:lnTo>
                  <a:pt x="27686" y="12660"/>
                </a:lnTo>
                <a:lnTo>
                  <a:pt x="29083" y="13784"/>
                </a:lnTo>
                <a:lnTo>
                  <a:pt x="33588" y="48928"/>
                </a:lnTo>
                <a:lnTo>
                  <a:pt x="33274" y="54152"/>
                </a:lnTo>
                <a:lnTo>
                  <a:pt x="32258" y="57890"/>
                </a:lnTo>
                <a:lnTo>
                  <a:pt x="31496" y="60798"/>
                </a:lnTo>
                <a:lnTo>
                  <a:pt x="30353" y="62814"/>
                </a:lnTo>
                <a:lnTo>
                  <a:pt x="29049" y="63966"/>
                </a:lnTo>
                <a:lnTo>
                  <a:pt x="27662" y="65073"/>
                </a:lnTo>
                <a:lnTo>
                  <a:pt x="26162" y="65626"/>
                </a:lnTo>
                <a:lnTo>
                  <a:pt x="43948" y="65626"/>
                </a:lnTo>
                <a:lnTo>
                  <a:pt x="44642" y="64452"/>
                </a:lnTo>
                <a:lnTo>
                  <a:pt x="46942" y="57449"/>
                </a:lnTo>
                <a:lnTo>
                  <a:pt x="48313" y="48928"/>
                </a:lnTo>
                <a:lnTo>
                  <a:pt x="48768" y="38888"/>
                </a:lnTo>
                <a:lnTo>
                  <a:pt x="48298" y="28738"/>
                </a:lnTo>
                <a:lnTo>
                  <a:pt x="46921" y="20249"/>
                </a:lnTo>
                <a:lnTo>
                  <a:pt x="44642" y="13333"/>
                </a:lnTo>
                <a:lnTo>
                  <a:pt x="43906" y="12098"/>
                </a:lnTo>
                <a:close/>
              </a:path>
            </a:pathLst>
          </a:custGeom>
          <a:solidFill>
            <a:srgbClr val="4264DE">
              <a:alpha val="10195"/>
            </a:srgbClr>
          </a:solidFill>
        </p:spPr>
        <p:txBody>
          <a:bodyPr wrap="square" lIns="0" tIns="0" rIns="0" bIns="0" rtlCol="0"/>
          <a:lstStyle/>
          <a:p>
            <a:endParaRPr/>
          </a:p>
        </p:txBody>
      </p:sp>
      <p:sp>
        <p:nvSpPr>
          <p:cNvPr id="520" name="object 520"/>
          <p:cNvSpPr/>
          <p:nvPr/>
        </p:nvSpPr>
        <p:spPr>
          <a:xfrm>
            <a:off x="4460747" y="6780274"/>
            <a:ext cx="33655" cy="78105"/>
          </a:xfrm>
          <a:custGeom>
            <a:avLst/>
            <a:gdLst/>
            <a:ahLst/>
            <a:cxnLst/>
            <a:rect l="l" t="t" r="r" b="b"/>
            <a:pathLst>
              <a:path w="33654" h="78104">
                <a:moveTo>
                  <a:pt x="33527" y="0"/>
                </a:moveTo>
                <a:lnTo>
                  <a:pt x="21716" y="0"/>
                </a:lnTo>
                <a:lnTo>
                  <a:pt x="19938" y="4716"/>
                </a:lnTo>
                <a:lnTo>
                  <a:pt x="16890" y="8844"/>
                </a:lnTo>
                <a:lnTo>
                  <a:pt x="8000" y="15920"/>
                </a:lnTo>
                <a:lnTo>
                  <a:pt x="3810" y="18322"/>
                </a:lnTo>
                <a:lnTo>
                  <a:pt x="0" y="19589"/>
                </a:lnTo>
                <a:lnTo>
                  <a:pt x="0" y="33054"/>
                </a:lnTo>
                <a:lnTo>
                  <a:pt x="7238" y="30626"/>
                </a:lnTo>
                <a:lnTo>
                  <a:pt x="13588" y="26877"/>
                </a:lnTo>
                <a:lnTo>
                  <a:pt x="18923" y="21807"/>
                </a:lnTo>
                <a:lnTo>
                  <a:pt x="18923" y="77724"/>
                </a:lnTo>
                <a:lnTo>
                  <a:pt x="33527" y="77724"/>
                </a:lnTo>
                <a:lnTo>
                  <a:pt x="33527" y="0"/>
                </a:lnTo>
                <a:close/>
              </a:path>
            </a:pathLst>
          </a:custGeom>
          <a:solidFill>
            <a:srgbClr val="4264DE">
              <a:alpha val="10195"/>
            </a:srgbClr>
          </a:solidFill>
        </p:spPr>
        <p:txBody>
          <a:bodyPr wrap="square" lIns="0" tIns="0" rIns="0" bIns="0" rtlCol="0"/>
          <a:lstStyle/>
          <a:p>
            <a:endParaRPr/>
          </a:p>
        </p:txBody>
      </p:sp>
      <p:sp>
        <p:nvSpPr>
          <p:cNvPr id="521" name="object 521"/>
          <p:cNvSpPr/>
          <p:nvPr/>
        </p:nvSpPr>
        <p:spPr>
          <a:xfrm>
            <a:off x="4625340" y="6780274"/>
            <a:ext cx="50800" cy="78105"/>
          </a:xfrm>
          <a:custGeom>
            <a:avLst/>
            <a:gdLst/>
            <a:ahLst/>
            <a:cxnLst/>
            <a:rect l="l" t="t" r="r" b="b"/>
            <a:pathLst>
              <a:path w="50800" h="78104">
                <a:moveTo>
                  <a:pt x="32638" y="0"/>
                </a:moveTo>
                <a:lnTo>
                  <a:pt x="17652" y="0"/>
                </a:lnTo>
                <a:lnTo>
                  <a:pt x="11811" y="2597"/>
                </a:lnTo>
                <a:lnTo>
                  <a:pt x="0" y="38732"/>
                </a:lnTo>
                <a:lnTo>
                  <a:pt x="440" y="48928"/>
                </a:lnTo>
                <a:lnTo>
                  <a:pt x="17652" y="77724"/>
                </a:lnTo>
                <a:lnTo>
                  <a:pt x="32638" y="77724"/>
                </a:lnTo>
                <a:lnTo>
                  <a:pt x="38481" y="75128"/>
                </a:lnTo>
                <a:lnTo>
                  <a:pt x="42672" y="69935"/>
                </a:lnTo>
                <a:lnTo>
                  <a:pt x="45291" y="65626"/>
                </a:lnTo>
                <a:lnTo>
                  <a:pt x="23368" y="65626"/>
                </a:lnTo>
                <a:lnTo>
                  <a:pt x="21706" y="65064"/>
                </a:lnTo>
                <a:lnTo>
                  <a:pt x="18923" y="62857"/>
                </a:lnTo>
                <a:lnTo>
                  <a:pt x="17780" y="60633"/>
                </a:lnTo>
                <a:lnTo>
                  <a:pt x="16001" y="53953"/>
                </a:lnTo>
                <a:lnTo>
                  <a:pt x="15585" y="48928"/>
                </a:lnTo>
                <a:lnTo>
                  <a:pt x="15591" y="28738"/>
                </a:lnTo>
                <a:lnTo>
                  <a:pt x="23368" y="12098"/>
                </a:lnTo>
                <a:lnTo>
                  <a:pt x="45318" y="12098"/>
                </a:lnTo>
                <a:lnTo>
                  <a:pt x="42799" y="7891"/>
                </a:lnTo>
                <a:lnTo>
                  <a:pt x="38481" y="2630"/>
                </a:lnTo>
                <a:lnTo>
                  <a:pt x="32638" y="0"/>
                </a:lnTo>
                <a:close/>
              </a:path>
              <a:path w="50800" h="78104">
                <a:moveTo>
                  <a:pt x="45318" y="12098"/>
                </a:moveTo>
                <a:lnTo>
                  <a:pt x="26924" y="12098"/>
                </a:lnTo>
                <a:lnTo>
                  <a:pt x="28575" y="12660"/>
                </a:lnTo>
                <a:lnTo>
                  <a:pt x="31369" y="14911"/>
                </a:lnTo>
                <a:lnTo>
                  <a:pt x="32512" y="17142"/>
                </a:lnTo>
                <a:lnTo>
                  <a:pt x="34289" y="23822"/>
                </a:lnTo>
                <a:lnTo>
                  <a:pt x="34696" y="28738"/>
                </a:lnTo>
                <a:lnTo>
                  <a:pt x="34708" y="48928"/>
                </a:lnTo>
                <a:lnTo>
                  <a:pt x="34289" y="54152"/>
                </a:lnTo>
                <a:lnTo>
                  <a:pt x="33274" y="57890"/>
                </a:lnTo>
                <a:lnTo>
                  <a:pt x="32512" y="60798"/>
                </a:lnTo>
                <a:lnTo>
                  <a:pt x="31369" y="62814"/>
                </a:lnTo>
                <a:lnTo>
                  <a:pt x="28550" y="65073"/>
                </a:lnTo>
                <a:lnTo>
                  <a:pt x="26924" y="65626"/>
                </a:lnTo>
                <a:lnTo>
                  <a:pt x="45291" y="65626"/>
                </a:lnTo>
                <a:lnTo>
                  <a:pt x="46005" y="64452"/>
                </a:lnTo>
                <a:lnTo>
                  <a:pt x="48387" y="57449"/>
                </a:lnTo>
                <a:lnTo>
                  <a:pt x="49815" y="48928"/>
                </a:lnTo>
                <a:lnTo>
                  <a:pt x="50292" y="38888"/>
                </a:lnTo>
                <a:lnTo>
                  <a:pt x="49802" y="28738"/>
                </a:lnTo>
                <a:lnTo>
                  <a:pt x="48381" y="20249"/>
                </a:lnTo>
                <a:lnTo>
                  <a:pt x="46059" y="13333"/>
                </a:lnTo>
                <a:lnTo>
                  <a:pt x="45318" y="12098"/>
                </a:lnTo>
                <a:close/>
              </a:path>
            </a:pathLst>
          </a:custGeom>
          <a:solidFill>
            <a:srgbClr val="4264DE">
              <a:alpha val="10195"/>
            </a:srgbClr>
          </a:solidFill>
        </p:spPr>
        <p:txBody>
          <a:bodyPr wrap="square" lIns="0" tIns="0" rIns="0" bIns="0" rtlCol="0"/>
          <a:lstStyle/>
          <a:p>
            <a:endParaRPr/>
          </a:p>
        </p:txBody>
      </p:sp>
      <p:sp>
        <p:nvSpPr>
          <p:cNvPr id="522" name="object 522"/>
          <p:cNvSpPr/>
          <p:nvPr/>
        </p:nvSpPr>
        <p:spPr>
          <a:xfrm>
            <a:off x="4806696" y="6780274"/>
            <a:ext cx="33655" cy="78105"/>
          </a:xfrm>
          <a:custGeom>
            <a:avLst/>
            <a:gdLst/>
            <a:ahLst/>
            <a:cxnLst/>
            <a:rect l="l" t="t" r="r" b="b"/>
            <a:pathLst>
              <a:path w="33654" h="78104">
                <a:moveTo>
                  <a:pt x="33527" y="0"/>
                </a:moveTo>
                <a:lnTo>
                  <a:pt x="21716" y="0"/>
                </a:lnTo>
                <a:lnTo>
                  <a:pt x="19938" y="4716"/>
                </a:lnTo>
                <a:lnTo>
                  <a:pt x="16890" y="8844"/>
                </a:lnTo>
                <a:lnTo>
                  <a:pt x="8000" y="15920"/>
                </a:lnTo>
                <a:lnTo>
                  <a:pt x="3809" y="18322"/>
                </a:lnTo>
                <a:lnTo>
                  <a:pt x="0" y="19589"/>
                </a:lnTo>
                <a:lnTo>
                  <a:pt x="0" y="33054"/>
                </a:lnTo>
                <a:lnTo>
                  <a:pt x="7238" y="30626"/>
                </a:lnTo>
                <a:lnTo>
                  <a:pt x="13588" y="26877"/>
                </a:lnTo>
                <a:lnTo>
                  <a:pt x="18923" y="21807"/>
                </a:lnTo>
                <a:lnTo>
                  <a:pt x="18923" y="77724"/>
                </a:lnTo>
                <a:lnTo>
                  <a:pt x="33527" y="77724"/>
                </a:lnTo>
                <a:lnTo>
                  <a:pt x="33527" y="0"/>
                </a:lnTo>
                <a:close/>
              </a:path>
            </a:pathLst>
          </a:custGeom>
          <a:solidFill>
            <a:srgbClr val="4264DE">
              <a:alpha val="10195"/>
            </a:srgbClr>
          </a:solidFill>
        </p:spPr>
        <p:txBody>
          <a:bodyPr wrap="square" lIns="0" tIns="0" rIns="0" bIns="0" rtlCol="0"/>
          <a:lstStyle/>
          <a:p>
            <a:endParaRPr/>
          </a:p>
        </p:txBody>
      </p:sp>
      <p:sp>
        <p:nvSpPr>
          <p:cNvPr id="523" name="object 523"/>
          <p:cNvSpPr/>
          <p:nvPr/>
        </p:nvSpPr>
        <p:spPr>
          <a:xfrm>
            <a:off x="4972811" y="6780274"/>
            <a:ext cx="48895" cy="78105"/>
          </a:xfrm>
          <a:custGeom>
            <a:avLst/>
            <a:gdLst/>
            <a:ahLst/>
            <a:cxnLst/>
            <a:rect l="l" t="t" r="r" b="b"/>
            <a:pathLst>
              <a:path w="48895" h="78104">
                <a:moveTo>
                  <a:pt x="31623" y="0"/>
                </a:moveTo>
                <a:lnTo>
                  <a:pt x="17145" y="0"/>
                </a:lnTo>
                <a:lnTo>
                  <a:pt x="11429" y="2597"/>
                </a:lnTo>
                <a:lnTo>
                  <a:pt x="0" y="38732"/>
                </a:lnTo>
                <a:lnTo>
                  <a:pt x="438" y="48928"/>
                </a:lnTo>
                <a:lnTo>
                  <a:pt x="17017" y="77724"/>
                </a:lnTo>
                <a:lnTo>
                  <a:pt x="31623" y="77724"/>
                </a:lnTo>
                <a:lnTo>
                  <a:pt x="37337" y="75128"/>
                </a:lnTo>
                <a:lnTo>
                  <a:pt x="41401" y="69935"/>
                </a:lnTo>
                <a:lnTo>
                  <a:pt x="43948" y="65626"/>
                </a:lnTo>
                <a:lnTo>
                  <a:pt x="22605" y="65626"/>
                </a:lnTo>
                <a:lnTo>
                  <a:pt x="21071" y="65064"/>
                </a:lnTo>
                <a:lnTo>
                  <a:pt x="15181" y="48928"/>
                </a:lnTo>
                <a:lnTo>
                  <a:pt x="15186" y="28738"/>
                </a:lnTo>
                <a:lnTo>
                  <a:pt x="22605" y="12098"/>
                </a:lnTo>
                <a:lnTo>
                  <a:pt x="43906" y="12098"/>
                </a:lnTo>
                <a:lnTo>
                  <a:pt x="41401" y="7891"/>
                </a:lnTo>
                <a:lnTo>
                  <a:pt x="37337" y="2630"/>
                </a:lnTo>
                <a:lnTo>
                  <a:pt x="31623" y="0"/>
                </a:lnTo>
                <a:close/>
              </a:path>
              <a:path w="48895" h="78104">
                <a:moveTo>
                  <a:pt x="43906" y="12098"/>
                </a:moveTo>
                <a:lnTo>
                  <a:pt x="26162" y="12098"/>
                </a:lnTo>
                <a:lnTo>
                  <a:pt x="27686" y="12660"/>
                </a:lnTo>
                <a:lnTo>
                  <a:pt x="29083" y="13784"/>
                </a:lnTo>
                <a:lnTo>
                  <a:pt x="33588" y="48928"/>
                </a:lnTo>
                <a:lnTo>
                  <a:pt x="33274" y="54152"/>
                </a:lnTo>
                <a:lnTo>
                  <a:pt x="32258" y="57890"/>
                </a:lnTo>
                <a:lnTo>
                  <a:pt x="31496" y="60798"/>
                </a:lnTo>
                <a:lnTo>
                  <a:pt x="30352" y="62814"/>
                </a:lnTo>
                <a:lnTo>
                  <a:pt x="29049" y="63966"/>
                </a:lnTo>
                <a:lnTo>
                  <a:pt x="27662" y="65073"/>
                </a:lnTo>
                <a:lnTo>
                  <a:pt x="26162" y="65626"/>
                </a:lnTo>
                <a:lnTo>
                  <a:pt x="43948" y="65626"/>
                </a:lnTo>
                <a:lnTo>
                  <a:pt x="44642" y="64452"/>
                </a:lnTo>
                <a:lnTo>
                  <a:pt x="46942" y="57449"/>
                </a:lnTo>
                <a:lnTo>
                  <a:pt x="48313" y="48928"/>
                </a:lnTo>
                <a:lnTo>
                  <a:pt x="48767" y="38888"/>
                </a:lnTo>
                <a:lnTo>
                  <a:pt x="48298" y="28738"/>
                </a:lnTo>
                <a:lnTo>
                  <a:pt x="46921" y="20249"/>
                </a:lnTo>
                <a:lnTo>
                  <a:pt x="44642" y="13333"/>
                </a:lnTo>
                <a:lnTo>
                  <a:pt x="43906" y="12098"/>
                </a:lnTo>
                <a:close/>
              </a:path>
            </a:pathLst>
          </a:custGeom>
          <a:solidFill>
            <a:srgbClr val="4264DE">
              <a:alpha val="10195"/>
            </a:srgbClr>
          </a:solidFill>
        </p:spPr>
        <p:txBody>
          <a:bodyPr wrap="square" lIns="0" tIns="0" rIns="0" bIns="0" rtlCol="0"/>
          <a:lstStyle/>
          <a:p>
            <a:endParaRPr/>
          </a:p>
        </p:txBody>
      </p:sp>
      <p:sp>
        <p:nvSpPr>
          <p:cNvPr id="524" name="object 524"/>
          <p:cNvSpPr/>
          <p:nvPr/>
        </p:nvSpPr>
        <p:spPr>
          <a:xfrm>
            <a:off x="5154167" y="6780274"/>
            <a:ext cx="33655" cy="78105"/>
          </a:xfrm>
          <a:custGeom>
            <a:avLst/>
            <a:gdLst/>
            <a:ahLst/>
            <a:cxnLst/>
            <a:rect l="l" t="t" r="r" b="b"/>
            <a:pathLst>
              <a:path w="33654" h="78104">
                <a:moveTo>
                  <a:pt x="33528" y="0"/>
                </a:moveTo>
                <a:lnTo>
                  <a:pt x="21717" y="0"/>
                </a:lnTo>
                <a:lnTo>
                  <a:pt x="19939" y="4716"/>
                </a:lnTo>
                <a:lnTo>
                  <a:pt x="16891" y="8844"/>
                </a:lnTo>
                <a:lnTo>
                  <a:pt x="8001" y="15920"/>
                </a:lnTo>
                <a:lnTo>
                  <a:pt x="3810" y="18322"/>
                </a:lnTo>
                <a:lnTo>
                  <a:pt x="0" y="19589"/>
                </a:lnTo>
                <a:lnTo>
                  <a:pt x="0" y="33054"/>
                </a:lnTo>
                <a:lnTo>
                  <a:pt x="7239" y="30626"/>
                </a:lnTo>
                <a:lnTo>
                  <a:pt x="13589" y="26877"/>
                </a:lnTo>
                <a:lnTo>
                  <a:pt x="18923" y="21807"/>
                </a:lnTo>
                <a:lnTo>
                  <a:pt x="18923" y="77724"/>
                </a:lnTo>
                <a:lnTo>
                  <a:pt x="33528" y="77724"/>
                </a:lnTo>
                <a:lnTo>
                  <a:pt x="33528" y="0"/>
                </a:lnTo>
                <a:close/>
              </a:path>
            </a:pathLst>
          </a:custGeom>
          <a:solidFill>
            <a:srgbClr val="4264DE">
              <a:alpha val="10195"/>
            </a:srgbClr>
          </a:solidFill>
        </p:spPr>
        <p:txBody>
          <a:bodyPr wrap="square" lIns="0" tIns="0" rIns="0" bIns="0" rtlCol="0"/>
          <a:lstStyle/>
          <a:p>
            <a:endParaRPr/>
          </a:p>
        </p:txBody>
      </p:sp>
      <p:sp>
        <p:nvSpPr>
          <p:cNvPr id="525" name="object 525"/>
          <p:cNvSpPr/>
          <p:nvPr/>
        </p:nvSpPr>
        <p:spPr>
          <a:xfrm>
            <a:off x="5318759" y="6780274"/>
            <a:ext cx="50800" cy="78105"/>
          </a:xfrm>
          <a:custGeom>
            <a:avLst/>
            <a:gdLst/>
            <a:ahLst/>
            <a:cxnLst/>
            <a:rect l="l" t="t" r="r" b="b"/>
            <a:pathLst>
              <a:path w="50800" h="78104">
                <a:moveTo>
                  <a:pt x="32638" y="0"/>
                </a:moveTo>
                <a:lnTo>
                  <a:pt x="17652" y="0"/>
                </a:lnTo>
                <a:lnTo>
                  <a:pt x="11811" y="2597"/>
                </a:lnTo>
                <a:lnTo>
                  <a:pt x="0" y="38732"/>
                </a:lnTo>
                <a:lnTo>
                  <a:pt x="440" y="48928"/>
                </a:lnTo>
                <a:lnTo>
                  <a:pt x="17652" y="77724"/>
                </a:lnTo>
                <a:lnTo>
                  <a:pt x="32638" y="77724"/>
                </a:lnTo>
                <a:lnTo>
                  <a:pt x="38480" y="75128"/>
                </a:lnTo>
                <a:lnTo>
                  <a:pt x="42672" y="69935"/>
                </a:lnTo>
                <a:lnTo>
                  <a:pt x="45291" y="65626"/>
                </a:lnTo>
                <a:lnTo>
                  <a:pt x="23367" y="65626"/>
                </a:lnTo>
                <a:lnTo>
                  <a:pt x="21706" y="65064"/>
                </a:lnTo>
                <a:lnTo>
                  <a:pt x="18923" y="62857"/>
                </a:lnTo>
                <a:lnTo>
                  <a:pt x="17779" y="60633"/>
                </a:lnTo>
                <a:lnTo>
                  <a:pt x="16001" y="53953"/>
                </a:lnTo>
                <a:lnTo>
                  <a:pt x="15585" y="48928"/>
                </a:lnTo>
                <a:lnTo>
                  <a:pt x="15591" y="28738"/>
                </a:lnTo>
                <a:lnTo>
                  <a:pt x="23367" y="12098"/>
                </a:lnTo>
                <a:lnTo>
                  <a:pt x="45318" y="12098"/>
                </a:lnTo>
                <a:lnTo>
                  <a:pt x="42799" y="7891"/>
                </a:lnTo>
                <a:lnTo>
                  <a:pt x="38480" y="2630"/>
                </a:lnTo>
                <a:lnTo>
                  <a:pt x="32638" y="0"/>
                </a:lnTo>
                <a:close/>
              </a:path>
              <a:path w="50800" h="78104">
                <a:moveTo>
                  <a:pt x="45318" y="12098"/>
                </a:moveTo>
                <a:lnTo>
                  <a:pt x="26924" y="12098"/>
                </a:lnTo>
                <a:lnTo>
                  <a:pt x="28575" y="12660"/>
                </a:lnTo>
                <a:lnTo>
                  <a:pt x="31368" y="14911"/>
                </a:lnTo>
                <a:lnTo>
                  <a:pt x="32512" y="17142"/>
                </a:lnTo>
                <a:lnTo>
                  <a:pt x="34289" y="23822"/>
                </a:lnTo>
                <a:lnTo>
                  <a:pt x="34696" y="28738"/>
                </a:lnTo>
                <a:lnTo>
                  <a:pt x="34708" y="48928"/>
                </a:lnTo>
                <a:lnTo>
                  <a:pt x="34289" y="54152"/>
                </a:lnTo>
                <a:lnTo>
                  <a:pt x="33274" y="57890"/>
                </a:lnTo>
                <a:lnTo>
                  <a:pt x="32512" y="60798"/>
                </a:lnTo>
                <a:lnTo>
                  <a:pt x="31368" y="62814"/>
                </a:lnTo>
                <a:lnTo>
                  <a:pt x="28550" y="65073"/>
                </a:lnTo>
                <a:lnTo>
                  <a:pt x="26924" y="65626"/>
                </a:lnTo>
                <a:lnTo>
                  <a:pt x="45291" y="65626"/>
                </a:lnTo>
                <a:lnTo>
                  <a:pt x="46005" y="64452"/>
                </a:lnTo>
                <a:lnTo>
                  <a:pt x="48386" y="57449"/>
                </a:lnTo>
                <a:lnTo>
                  <a:pt x="49815" y="48928"/>
                </a:lnTo>
                <a:lnTo>
                  <a:pt x="50291" y="38888"/>
                </a:lnTo>
                <a:lnTo>
                  <a:pt x="49802" y="28738"/>
                </a:lnTo>
                <a:lnTo>
                  <a:pt x="48381" y="20249"/>
                </a:lnTo>
                <a:lnTo>
                  <a:pt x="46059" y="13333"/>
                </a:lnTo>
                <a:lnTo>
                  <a:pt x="45318" y="12098"/>
                </a:lnTo>
                <a:close/>
              </a:path>
            </a:pathLst>
          </a:custGeom>
          <a:solidFill>
            <a:srgbClr val="4264DE">
              <a:alpha val="10195"/>
            </a:srgbClr>
          </a:solidFill>
        </p:spPr>
        <p:txBody>
          <a:bodyPr wrap="square" lIns="0" tIns="0" rIns="0" bIns="0" rtlCol="0"/>
          <a:lstStyle/>
          <a:p>
            <a:endParaRPr/>
          </a:p>
        </p:txBody>
      </p:sp>
      <p:sp>
        <p:nvSpPr>
          <p:cNvPr id="526" name="object 526"/>
          <p:cNvSpPr/>
          <p:nvPr/>
        </p:nvSpPr>
        <p:spPr>
          <a:xfrm>
            <a:off x="5500115" y="6780274"/>
            <a:ext cx="33655" cy="78105"/>
          </a:xfrm>
          <a:custGeom>
            <a:avLst/>
            <a:gdLst/>
            <a:ahLst/>
            <a:cxnLst/>
            <a:rect l="l" t="t" r="r" b="b"/>
            <a:pathLst>
              <a:path w="33654" h="78104">
                <a:moveTo>
                  <a:pt x="33528" y="0"/>
                </a:moveTo>
                <a:lnTo>
                  <a:pt x="21717" y="0"/>
                </a:lnTo>
                <a:lnTo>
                  <a:pt x="19938" y="4716"/>
                </a:lnTo>
                <a:lnTo>
                  <a:pt x="16891" y="8844"/>
                </a:lnTo>
                <a:lnTo>
                  <a:pt x="8000" y="15920"/>
                </a:lnTo>
                <a:lnTo>
                  <a:pt x="3810" y="18322"/>
                </a:lnTo>
                <a:lnTo>
                  <a:pt x="0" y="19589"/>
                </a:lnTo>
                <a:lnTo>
                  <a:pt x="0" y="33054"/>
                </a:lnTo>
                <a:lnTo>
                  <a:pt x="7238" y="30626"/>
                </a:lnTo>
                <a:lnTo>
                  <a:pt x="13588" y="26877"/>
                </a:lnTo>
                <a:lnTo>
                  <a:pt x="18923" y="21807"/>
                </a:lnTo>
                <a:lnTo>
                  <a:pt x="18923" y="77724"/>
                </a:lnTo>
                <a:lnTo>
                  <a:pt x="33528" y="77724"/>
                </a:lnTo>
                <a:lnTo>
                  <a:pt x="33528" y="0"/>
                </a:lnTo>
                <a:close/>
              </a:path>
            </a:pathLst>
          </a:custGeom>
          <a:solidFill>
            <a:srgbClr val="4264DE">
              <a:alpha val="10195"/>
            </a:srgbClr>
          </a:solidFill>
        </p:spPr>
        <p:txBody>
          <a:bodyPr wrap="square" lIns="0" tIns="0" rIns="0" bIns="0" rtlCol="0"/>
          <a:lstStyle/>
          <a:p>
            <a:endParaRPr/>
          </a:p>
        </p:txBody>
      </p:sp>
      <p:sp>
        <p:nvSpPr>
          <p:cNvPr id="527" name="object 527"/>
          <p:cNvSpPr/>
          <p:nvPr/>
        </p:nvSpPr>
        <p:spPr>
          <a:xfrm>
            <a:off x="5666232" y="6780274"/>
            <a:ext cx="48895" cy="78105"/>
          </a:xfrm>
          <a:custGeom>
            <a:avLst/>
            <a:gdLst/>
            <a:ahLst/>
            <a:cxnLst/>
            <a:rect l="l" t="t" r="r" b="b"/>
            <a:pathLst>
              <a:path w="48895" h="78104">
                <a:moveTo>
                  <a:pt x="31622" y="0"/>
                </a:moveTo>
                <a:lnTo>
                  <a:pt x="17144" y="0"/>
                </a:lnTo>
                <a:lnTo>
                  <a:pt x="11429" y="2597"/>
                </a:lnTo>
                <a:lnTo>
                  <a:pt x="0" y="38732"/>
                </a:lnTo>
                <a:lnTo>
                  <a:pt x="438" y="48928"/>
                </a:lnTo>
                <a:lnTo>
                  <a:pt x="17017" y="77724"/>
                </a:lnTo>
                <a:lnTo>
                  <a:pt x="31622" y="77724"/>
                </a:lnTo>
                <a:lnTo>
                  <a:pt x="37337" y="75128"/>
                </a:lnTo>
                <a:lnTo>
                  <a:pt x="41401" y="69935"/>
                </a:lnTo>
                <a:lnTo>
                  <a:pt x="43948" y="65626"/>
                </a:lnTo>
                <a:lnTo>
                  <a:pt x="22605" y="65626"/>
                </a:lnTo>
                <a:lnTo>
                  <a:pt x="21071" y="65064"/>
                </a:lnTo>
                <a:lnTo>
                  <a:pt x="15181" y="48928"/>
                </a:lnTo>
                <a:lnTo>
                  <a:pt x="15186" y="28738"/>
                </a:lnTo>
                <a:lnTo>
                  <a:pt x="22605" y="12098"/>
                </a:lnTo>
                <a:lnTo>
                  <a:pt x="43906" y="12098"/>
                </a:lnTo>
                <a:lnTo>
                  <a:pt x="41401" y="7891"/>
                </a:lnTo>
                <a:lnTo>
                  <a:pt x="37337" y="2630"/>
                </a:lnTo>
                <a:lnTo>
                  <a:pt x="31622" y="0"/>
                </a:lnTo>
                <a:close/>
              </a:path>
              <a:path w="48895" h="78104">
                <a:moveTo>
                  <a:pt x="43906" y="12098"/>
                </a:moveTo>
                <a:lnTo>
                  <a:pt x="26162" y="12098"/>
                </a:lnTo>
                <a:lnTo>
                  <a:pt x="27685" y="12660"/>
                </a:lnTo>
                <a:lnTo>
                  <a:pt x="29082" y="13784"/>
                </a:lnTo>
                <a:lnTo>
                  <a:pt x="33588" y="48928"/>
                </a:lnTo>
                <a:lnTo>
                  <a:pt x="33273" y="54152"/>
                </a:lnTo>
                <a:lnTo>
                  <a:pt x="32257" y="57890"/>
                </a:lnTo>
                <a:lnTo>
                  <a:pt x="31495" y="60798"/>
                </a:lnTo>
                <a:lnTo>
                  <a:pt x="30352" y="62814"/>
                </a:lnTo>
                <a:lnTo>
                  <a:pt x="29049" y="63966"/>
                </a:lnTo>
                <a:lnTo>
                  <a:pt x="27662" y="65073"/>
                </a:lnTo>
                <a:lnTo>
                  <a:pt x="26162" y="65626"/>
                </a:lnTo>
                <a:lnTo>
                  <a:pt x="43948" y="65626"/>
                </a:lnTo>
                <a:lnTo>
                  <a:pt x="44642" y="64452"/>
                </a:lnTo>
                <a:lnTo>
                  <a:pt x="46942" y="57449"/>
                </a:lnTo>
                <a:lnTo>
                  <a:pt x="48313" y="48928"/>
                </a:lnTo>
                <a:lnTo>
                  <a:pt x="48767" y="38888"/>
                </a:lnTo>
                <a:lnTo>
                  <a:pt x="48298" y="28738"/>
                </a:lnTo>
                <a:lnTo>
                  <a:pt x="46921" y="20249"/>
                </a:lnTo>
                <a:lnTo>
                  <a:pt x="44642" y="13333"/>
                </a:lnTo>
                <a:lnTo>
                  <a:pt x="43906" y="12098"/>
                </a:lnTo>
                <a:close/>
              </a:path>
            </a:pathLst>
          </a:custGeom>
          <a:solidFill>
            <a:srgbClr val="4264DE">
              <a:alpha val="10195"/>
            </a:srgbClr>
          </a:solidFill>
        </p:spPr>
        <p:txBody>
          <a:bodyPr wrap="square" lIns="0" tIns="0" rIns="0" bIns="0" rtlCol="0"/>
          <a:lstStyle/>
          <a:p>
            <a:endParaRPr/>
          </a:p>
        </p:txBody>
      </p:sp>
      <p:sp>
        <p:nvSpPr>
          <p:cNvPr id="528" name="object 528"/>
          <p:cNvSpPr/>
          <p:nvPr/>
        </p:nvSpPr>
        <p:spPr>
          <a:xfrm>
            <a:off x="5847588" y="6780274"/>
            <a:ext cx="33655" cy="78105"/>
          </a:xfrm>
          <a:custGeom>
            <a:avLst/>
            <a:gdLst/>
            <a:ahLst/>
            <a:cxnLst/>
            <a:rect l="l" t="t" r="r" b="b"/>
            <a:pathLst>
              <a:path w="33654" h="78104">
                <a:moveTo>
                  <a:pt x="33527" y="0"/>
                </a:moveTo>
                <a:lnTo>
                  <a:pt x="21716" y="0"/>
                </a:lnTo>
                <a:lnTo>
                  <a:pt x="19938" y="4716"/>
                </a:lnTo>
                <a:lnTo>
                  <a:pt x="16890" y="8844"/>
                </a:lnTo>
                <a:lnTo>
                  <a:pt x="8000" y="15920"/>
                </a:lnTo>
                <a:lnTo>
                  <a:pt x="3810" y="18322"/>
                </a:lnTo>
                <a:lnTo>
                  <a:pt x="0" y="19589"/>
                </a:lnTo>
                <a:lnTo>
                  <a:pt x="0" y="33054"/>
                </a:lnTo>
                <a:lnTo>
                  <a:pt x="7238" y="30626"/>
                </a:lnTo>
                <a:lnTo>
                  <a:pt x="13588" y="26877"/>
                </a:lnTo>
                <a:lnTo>
                  <a:pt x="18923" y="21807"/>
                </a:lnTo>
                <a:lnTo>
                  <a:pt x="18923" y="77724"/>
                </a:lnTo>
                <a:lnTo>
                  <a:pt x="33527" y="77724"/>
                </a:lnTo>
                <a:lnTo>
                  <a:pt x="33527" y="0"/>
                </a:lnTo>
                <a:close/>
              </a:path>
            </a:pathLst>
          </a:custGeom>
          <a:solidFill>
            <a:srgbClr val="4264DE">
              <a:alpha val="10195"/>
            </a:srgbClr>
          </a:solidFill>
        </p:spPr>
        <p:txBody>
          <a:bodyPr wrap="square" lIns="0" tIns="0" rIns="0" bIns="0" rtlCol="0"/>
          <a:lstStyle/>
          <a:p>
            <a:endParaRPr/>
          </a:p>
        </p:txBody>
      </p:sp>
      <p:sp>
        <p:nvSpPr>
          <p:cNvPr id="529" name="object 529"/>
          <p:cNvSpPr/>
          <p:nvPr/>
        </p:nvSpPr>
        <p:spPr>
          <a:xfrm>
            <a:off x="6012179" y="6780274"/>
            <a:ext cx="50800" cy="78105"/>
          </a:xfrm>
          <a:custGeom>
            <a:avLst/>
            <a:gdLst/>
            <a:ahLst/>
            <a:cxnLst/>
            <a:rect l="l" t="t" r="r" b="b"/>
            <a:pathLst>
              <a:path w="50800" h="78104">
                <a:moveTo>
                  <a:pt x="32639" y="0"/>
                </a:moveTo>
                <a:lnTo>
                  <a:pt x="17653" y="0"/>
                </a:lnTo>
                <a:lnTo>
                  <a:pt x="11811" y="2597"/>
                </a:lnTo>
                <a:lnTo>
                  <a:pt x="0" y="38732"/>
                </a:lnTo>
                <a:lnTo>
                  <a:pt x="440" y="48928"/>
                </a:lnTo>
                <a:lnTo>
                  <a:pt x="17653" y="77724"/>
                </a:lnTo>
                <a:lnTo>
                  <a:pt x="32639" y="77724"/>
                </a:lnTo>
                <a:lnTo>
                  <a:pt x="38481" y="75128"/>
                </a:lnTo>
                <a:lnTo>
                  <a:pt x="42672" y="69935"/>
                </a:lnTo>
                <a:lnTo>
                  <a:pt x="45291" y="65626"/>
                </a:lnTo>
                <a:lnTo>
                  <a:pt x="23368" y="65626"/>
                </a:lnTo>
                <a:lnTo>
                  <a:pt x="21706" y="65064"/>
                </a:lnTo>
                <a:lnTo>
                  <a:pt x="18923" y="62857"/>
                </a:lnTo>
                <a:lnTo>
                  <a:pt x="17780" y="60633"/>
                </a:lnTo>
                <a:lnTo>
                  <a:pt x="16002" y="53953"/>
                </a:lnTo>
                <a:lnTo>
                  <a:pt x="15585" y="48928"/>
                </a:lnTo>
                <a:lnTo>
                  <a:pt x="15591" y="28738"/>
                </a:lnTo>
                <a:lnTo>
                  <a:pt x="23368" y="12098"/>
                </a:lnTo>
                <a:lnTo>
                  <a:pt x="45318" y="12098"/>
                </a:lnTo>
                <a:lnTo>
                  <a:pt x="42799" y="7891"/>
                </a:lnTo>
                <a:lnTo>
                  <a:pt x="38481" y="2630"/>
                </a:lnTo>
                <a:lnTo>
                  <a:pt x="32639" y="0"/>
                </a:lnTo>
                <a:close/>
              </a:path>
              <a:path w="50800" h="78104">
                <a:moveTo>
                  <a:pt x="45318" y="12098"/>
                </a:moveTo>
                <a:lnTo>
                  <a:pt x="26924" y="12098"/>
                </a:lnTo>
                <a:lnTo>
                  <a:pt x="28575" y="12660"/>
                </a:lnTo>
                <a:lnTo>
                  <a:pt x="31369" y="14911"/>
                </a:lnTo>
                <a:lnTo>
                  <a:pt x="32512" y="17142"/>
                </a:lnTo>
                <a:lnTo>
                  <a:pt x="34290" y="23822"/>
                </a:lnTo>
                <a:lnTo>
                  <a:pt x="34696" y="28738"/>
                </a:lnTo>
                <a:lnTo>
                  <a:pt x="34708" y="48928"/>
                </a:lnTo>
                <a:lnTo>
                  <a:pt x="34290" y="54152"/>
                </a:lnTo>
                <a:lnTo>
                  <a:pt x="33274" y="57890"/>
                </a:lnTo>
                <a:lnTo>
                  <a:pt x="32512" y="60798"/>
                </a:lnTo>
                <a:lnTo>
                  <a:pt x="31369" y="62814"/>
                </a:lnTo>
                <a:lnTo>
                  <a:pt x="28550" y="65073"/>
                </a:lnTo>
                <a:lnTo>
                  <a:pt x="26924" y="65626"/>
                </a:lnTo>
                <a:lnTo>
                  <a:pt x="45291" y="65626"/>
                </a:lnTo>
                <a:lnTo>
                  <a:pt x="46005" y="64452"/>
                </a:lnTo>
                <a:lnTo>
                  <a:pt x="48387" y="57449"/>
                </a:lnTo>
                <a:lnTo>
                  <a:pt x="49815" y="48928"/>
                </a:lnTo>
                <a:lnTo>
                  <a:pt x="50292" y="38888"/>
                </a:lnTo>
                <a:lnTo>
                  <a:pt x="49802" y="28738"/>
                </a:lnTo>
                <a:lnTo>
                  <a:pt x="48381" y="20249"/>
                </a:lnTo>
                <a:lnTo>
                  <a:pt x="46059" y="13333"/>
                </a:lnTo>
                <a:lnTo>
                  <a:pt x="45318" y="12098"/>
                </a:lnTo>
                <a:close/>
              </a:path>
            </a:pathLst>
          </a:custGeom>
          <a:solidFill>
            <a:srgbClr val="4264DE">
              <a:alpha val="10195"/>
            </a:srgbClr>
          </a:solidFill>
        </p:spPr>
        <p:txBody>
          <a:bodyPr wrap="square" lIns="0" tIns="0" rIns="0" bIns="0" rtlCol="0"/>
          <a:lstStyle/>
          <a:p>
            <a:endParaRPr/>
          </a:p>
        </p:txBody>
      </p:sp>
      <p:sp>
        <p:nvSpPr>
          <p:cNvPr id="530" name="object 530"/>
          <p:cNvSpPr/>
          <p:nvPr/>
        </p:nvSpPr>
        <p:spPr>
          <a:xfrm>
            <a:off x="6193535" y="6780274"/>
            <a:ext cx="33655" cy="78105"/>
          </a:xfrm>
          <a:custGeom>
            <a:avLst/>
            <a:gdLst/>
            <a:ahLst/>
            <a:cxnLst/>
            <a:rect l="l" t="t" r="r" b="b"/>
            <a:pathLst>
              <a:path w="33654" h="78104">
                <a:moveTo>
                  <a:pt x="33527" y="0"/>
                </a:moveTo>
                <a:lnTo>
                  <a:pt x="21716" y="0"/>
                </a:lnTo>
                <a:lnTo>
                  <a:pt x="19938" y="4716"/>
                </a:lnTo>
                <a:lnTo>
                  <a:pt x="16890" y="8844"/>
                </a:lnTo>
                <a:lnTo>
                  <a:pt x="8000" y="15920"/>
                </a:lnTo>
                <a:lnTo>
                  <a:pt x="3810" y="18322"/>
                </a:lnTo>
                <a:lnTo>
                  <a:pt x="0" y="19589"/>
                </a:lnTo>
                <a:lnTo>
                  <a:pt x="0" y="33054"/>
                </a:lnTo>
                <a:lnTo>
                  <a:pt x="7238" y="30626"/>
                </a:lnTo>
                <a:lnTo>
                  <a:pt x="13588" y="26877"/>
                </a:lnTo>
                <a:lnTo>
                  <a:pt x="18923" y="21807"/>
                </a:lnTo>
                <a:lnTo>
                  <a:pt x="18923" y="77724"/>
                </a:lnTo>
                <a:lnTo>
                  <a:pt x="33527" y="77724"/>
                </a:lnTo>
                <a:lnTo>
                  <a:pt x="33527" y="0"/>
                </a:lnTo>
                <a:close/>
              </a:path>
            </a:pathLst>
          </a:custGeom>
          <a:solidFill>
            <a:srgbClr val="4264DE">
              <a:alpha val="10195"/>
            </a:srgbClr>
          </a:solidFill>
        </p:spPr>
        <p:txBody>
          <a:bodyPr wrap="square" lIns="0" tIns="0" rIns="0" bIns="0" rtlCol="0"/>
          <a:lstStyle/>
          <a:p>
            <a:endParaRPr/>
          </a:p>
        </p:txBody>
      </p:sp>
      <p:sp>
        <p:nvSpPr>
          <p:cNvPr id="531" name="object 531"/>
          <p:cNvSpPr/>
          <p:nvPr/>
        </p:nvSpPr>
        <p:spPr>
          <a:xfrm>
            <a:off x="6358128" y="6780274"/>
            <a:ext cx="50800" cy="78105"/>
          </a:xfrm>
          <a:custGeom>
            <a:avLst/>
            <a:gdLst/>
            <a:ahLst/>
            <a:cxnLst/>
            <a:rect l="l" t="t" r="r" b="b"/>
            <a:pathLst>
              <a:path w="50800" h="78104">
                <a:moveTo>
                  <a:pt x="32638" y="0"/>
                </a:moveTo>
                <a:lnTo>
                  <a:pt x="17652" y="0"/>
                </a:lnTo>
                <a:lnTo>
                  <a:pt x="11811" y="2597"/>
                </a:lnTo>
                <a:lnTo>
                  <a:pt x="0" y="38732"/>
                </a:lnTo>
                <a:lnTo>
                  <a:pt x="440" y="48928"/>
                </a:lnTo>
                <a:lnTo>
                  <a:pt x="17652" y="77724"/>
                </a:lnTo>
                <a:lnTo>
                  <a:pt x="32638" y="77724"/>
                </a:lnTo>
                <a:lnTo>
                  <a:pt x="38481" y="75128"/>
                </a:lnTo>
                <a:lnTo>
                  <a:pt x="42672" y="69935"/>
                </a:lnTo>
                <a:lnTo>
                  <a:pt x="45291" y="65626"/>
                </a:lnTo>
                <a:lnTo>
                  <a:pt x="23368" y="65626"/>
                </a:lnTo>
                <a:lnTo>
                  <a:pt x="21706" y="65064"/>
                </a:lnTo>
                <a:lnTo>
                  <a:pt x="18923" y="62857"/>
                </a:lnTo>
                <a:lnTo>
                  <a:pt x="17780" y="60633"/>
                </a:lnTo>
                <a:lnTo>
                  <a:pt x="16001" y="53953"/>
                </a:lnTo>
                <a:lnTo>
                  <a:pt x="15585" y="48928"/>
                </a:lnTo>
                <a:lnTo>
                  <a:pt x="15591" y="28738"/>
                </a:lnTo>
                <a:lnTo>
                  <a:pt x="23368" y="12098"/>
                </a:lnTo>
                <a:lnTo>
                  <a:pt x="45318" y="12098"/>
                </a:lnTo>
                <a:lnTo>
                  <a:pt x="42799" y="7891"/>
                </a:lnTo>
                <a:lnTo>
                  <a:pt x="38481" y="2630"/>
                </a:lnTo>
                <a:lnTo>
                  <a:pt x="32638" y="0"/>
                </a:lnTo>
                <a:close/>
              </a:path>
              <a:path w="50800" h="78104">
                <a:moveTo>
                  <a:pt x="45318" y="12098"/>
                </a:moveTo>
                <a:lnTo>
                  <a:pt x="26924" y="12098"/>
                </a:lnTo>
                <a:lnTo>
                  <a:pt x="28575" y="12660"/>
                </a:lnTo>
                <a:lnTo>
                  <a:pt x="31369" y="14911"/>
                </a:lnTo>
                <a:lnTo>
                  <a:pt x="32512" y="17142"/>
                </a:lnTo>
                <a:lnTo>
                  <a:pt x="34289" y="23822"/>
                </a:lnTo>
                <a:lnTo>
                  <a:pt x="34696" y="28738"/>
                </a:lnTo>
                <a:lnTo>
                  <a:pt x="34708" y="48928"/>
                </a:lnTo>
                <a:lnTo>
                  <a:pt x="34289" y="54152"/>
                </a:lnTo>
                <a:lnTo>
                  <a:pt x="33274" y="57890"/>
                </a:lnTo>
                <a:lnTo>
                  <a:pt x="32512" y="60798"/>
                </a:lnTo>
                <a:lnTo>
                  <a:pt x="31369" y="62814"/>
                </a:lnTo>
                <a:lnTo>
                  <a:pt x="28550" y="65073"/>
                </a:lnTo>
                <a:lnTo>
                  <a:pt x="26924" y="65626"/>
                </a:lnTo>
                <a:lnTo>
                  <a:pt x="45291" y="65626"/>
                </a:lnTo>
                <a:lnTo>
                  <a:pt x="46005" y="64452"/>
                </a:lnTo>
                <a:lnTo>
                  <a:pt x="48387" y="57449"/>
                </a:lnTo>
                <a:lnTo>
                  <a:pt x="49815" y="48928"/>
                </a:lnTo>
                <a:lnTo>
                  <a:pt x="50292" y="38888"/>
                </a:lnTo>
                <a:lnTo>
                  <a:pt x="49802" y="28738"/>
                </a:lnTo>
                <a:lnTo>
                  <a:pt x="48381" y="20249"/>
                </a:lnTo>
                <a:lnTo>
                  <a:pt x="46059" y="13333"/>
                </a:lnTo>
                <a:lnTo>
                  <a:pt x="45318" y="12098"/>
                </a:lnTo>
                <a:close/>
              </a:path>
            </a:pathLst>
          </a:custGeom>
          <a:solidFill>
            <a:srgbClr val="4264DE">
              <a:alpha val="10195"/>
            </a:srgbClr>
          </a:solidFill>
        </p:spPr>
        <p:txBody>
          <a:bodyPr wrap="square" lIns="0" tIns="0" rIns="0" bIns="0" rtlCol="0"/>
          <a:lstStyle/>
          <a:p>
            <a:endParaRPr/>
          </a:p>
        </p:txBody>
      </p:sp>
      <p:sp>
        <p:nvSpPr>
          <p:cNvPr id="532" name="object 532"/>
          <p:cNvSpPr/>
          <p:nvPr/>
        </p:nvSpPr>
        <p:spPr>
          <a:xfrm>
            <a:off x="6539483" y="6780274"/>
            <a:ext cx="33655" cy="78105"/>
          </a:xfrm>
          <a:custGeom>
            <a:avLst/>
            <a:gdLst/>
            <a:ahLst/>
            <a:cxnLst/>
            <a:rect l="l" t="t" r="r" b="b"/>
            <a:pathLst>
              <a:path w="33654" h="78104">
                <a:moveTo>
                  <a:pt x="33527" y="0"/>
                </a:moveTo>
                <a:lnTo>
                  <a:pt x="21717" y="0"/>
                </a:lnTo>
                <a:lnTo>
                  <a:pt x="19939" y="4716"/>
                </a:lnTo>
                <a:lnTo>
                  <a:pt x="16891" y="8844"/>
                </a:lnTo>
                <a:lnTo>
                  <a:pt x="8000" y="15920"/>
                </a:lnTo>
                <a:lnTo>
                  <a:pt x="3810" y="18322"/>
                </a:lnTo>
                <a:lnTo>
                  <a:pt x="0" y="19589"/>
                </a:lnTo>
                <a:lnTo>
                  <a:pt x="0" y="33054"/>
                </a:lnTo>
                <a:lnTo>
                  <a:pt x="7239" y="30626"/>
                </a:lnTo>
                <a:lnTo>
                  <a:pt x="13589" y="26877"/>
                </a:lnTo>
                <a:lnTo>
                  <a:pt x="18923" y="21807"/>
                </a:lnTo>
                <a:lnTo>
                  <a:pt x="18923" y="77724"/>
                </a:lnTo>
                <a:lnTo>
                  <a:pt x="33527" y="77724"/>
                </a:lnTo>
                <a:lnTo>
                  <a:pt x="33527" y="0"/>
                </a:lnTo>
                <a:close/>
              </a:path>
            </a:pathLst>
          </a:custGeom>
          <a:solidFill>
            <a:srgbClr val="4264DE">
              <a:alpha val="10195"/>
            </a:srgbClr>
          </a:solidFill>
        </p:spPr>
        <p:txBody>
          <a:bodyPr wrap="square" lIns="0" tIns="0" rIns="0" bIns="0" rtlCol="0"/>
          <a:lstStyle/>
          <a:p>
            <a:endParaRPr/>
          </a:p>
        </p:txBody>
      </p:sp>
      <p:sp>
        <p:nvSpPr>
          <p:cNvPr id="533" name="object 533"/>
          <p:cNvSpPr/>
          <p:nvPr/>
        </p:nvSpPr>
        <p:spPr>
          <a:xfrm>
            <a:off x="6705600" y="6780274"/>
            <a:ext cx="50800" cy="78105"/>
          </a:xfrm>
          <a:custGeom>
            <a:avLst/>
            <a:gdLst/>
            <a:ahLst/>
            <a:cxnLst/>
            <a:rect l="l" t="t" r="r" b="b"/>
            <a:pathLst>
              <a:path w="50800" h="78104">
                <a:moveTo>
                  <a:pt x="32639" y="0"/>
                </a:moveTo>
                <a:lnTo>
                  <a:pt x="17652" y="0"/>
                </a:lnTo>
                <a:lnTo>
                  <a:pt x="11810" y="2597"/>
                </a:lnTo>
                <a:lnTo>
                  <a:pt x="0" y="38732"/>
                </a:lnTo>
                <a:lnTo>
                  <a:pt x="440" y="48928"/>
                </a:lnTo>
                <a:lnTo>
                  <a:pt x="17652" y="77724"/>
                </a:lnTo>
                <a:lnTo>
                  <a:pt x="32639" y="77724"/>
                </a:lnTo>
                <a:lnTo>
                  <a:pt x="38480" y="75128"/>
                </a:lnTo>
                <a:lnTo>
                  <a:pt x="42672" y="69935"/>
                </a:lnTo>
                <a:lnTo>
                  <a:pt x="45291" y="65626"/>
                </a:lnTo>
                <a:lnTo>
                  <a:pt x="23368" y="65626"/>
                </a:lnTo>
                <a:lnTo>
                  <a:pt x="21706" y="65064"/>
                </a:lnTo>
                <a:lnTo>
                  <a:pt x="18923" y="62857"/>
                </a:lnTo>
                <a:lnTo>
                  <a:pt x="17779" y="60633"/>
                </a:lnTo>
                <a:lnTo>
                  <a:pt x="16001" y="53953"/>
                </a:lnTo>
                <a:lnTo>
                  <a:pt x="15585" y="48928"/>
                </a:lnTo>
                <a:lnTo>
                  <a:pt x="15591" y="28738"/>
                </a:lnTo>
                <a:lnTo>
                  <a:pt x="23368" y="12098"/>
                </a:lnTo>
                <a:lnTo>
                  <a:pt x="45318" y="12098"/>
                </a:lnTo>
                <a:lnTo>
                  <a:pt x="42799" y="7891"/>
                </a:lnTo>
                <a:lnTo>
                  <a:pt x="38480" y="2630"/>
                </a:lnTo>
                <a:lnTo>
                  <a:pt x="32639" y="0"/>
                </a:lnTo>
                <a:close/>
              </a:path>
              <a:path w="50800" h="78104">
                <a:moveTo>
                  <a:pt x="45318" y="12098"/>
                </a:moveTo>
                <a:lnTo>
                  <a:pt x="26924" y="12098"/>
                </a:lnTo>
                <a:lnTo>
                  <a:pt x="28575" y="12660"/>
                </a:lnTo>
                <a:lnTo>
                  <a:pt x="31369" y="14911"/>
                </a:lnTo>
                <a:lnTo>
                  <a:pt x="32511" y="17142"/>
                </a:lnTo>
                <a:lnTo>
                  <a:pt x="34290" y="23822"/>
                </a:lnTo>
                <a:lnTo>
                  <a:pt x="34696" y="28738"/>
                </a:lnTo>
                <a:lnTo>
                  <a:pt x="34708" y="48928"/>
                </a:lnTo>
                <a:lnTo>
                  <a:pt x="34290" y="54152"/>
                </a:lnTo>
                <a:lnTo>
                  <a:pt x="33274" y="57890"/>
                </a:lnTo>
                <a:lnTo>
                  <a:pt x="32511" y="60798"/>
                </a:lnTo>
                <a:lnTo>
                  <a:pt x="31369" y="62814"/>
                </a:lnTo>
                <a:lnTo>
                  <a:pt x="28550" y="65073"/>
                </a:lnTo>
                <a:lnTo>
                  <a:pt x="26924" y="65626"/>
                </a:lnTo>
                <a:lnTo>
                  <a:pt x="45291" y="65626"/>
                </a:lnTo>
                <a:lnTo>
                  <a:pt x="46005" y="64452"/>
                </a:lnTo>
                <a:lnTo>
                  <a:pt x="48386" y="57449"/>
                </a:lnTo>
                <a:lnTo>
                  <a:pt x="49815" y="48928"/>
                </a:lnTo>
                <a:lnTo>
                  <a:pt x="50292" y="38888"/>
                </a:lnTo>
                <a:lnTo>
                  <a:pt x="49802" y="28738"/>
                </a:lnTo>
                <a:lnTo>
                  <a:pt x="48381" y="20249"/>
                </a:lnTo>
                <a:lnTo>
                  <a:pt x="46059" y="13333"/>
                </a:lnTo>
                <a:lnTo>
                  <a:pt x="45318" y="12098"/>
                </a:lnTo>
                <a:close/>
              </a:path>
            </a:pathLst>
          </a:custGeom>
          <a:solidFill>
            <a:srgbClr val="4264DE">
              <a:alpha val="10195"/>
            </a:srgbClr>
          </a:solidFill>
        </p:spPr>
        <p:txBody>
          <a:bodyPr wrap="square" lIns="0" tIns="0" rIns="0" bIns="0" rtlCol="0"/>
          <a:lstStyle/>
          <a:p>
            <a:endParaRPr/>
          </a:p>
        </p:txBody>
      </p:sp>
      <p:sp>
        <p:nvSpPr>
          <p:cNvPr id="534" name="object 534"/>
          <p:cNvSpPr/>
          <p:nvPr/>
        </p:nvSpPr>
        <p:spPr>
          <a:xfrm>
            <a:off x="6886956" y="6780274"/>
            <a:ext cx="33655" cy="78105"/>
          </a:xfrm>
          <a:custGeom>
            <a:avLst/>
            <a:gdLst/>
            <a:ahLst/>
            <a:cxnLst/>
            <a:rect l="l" t="t" r="r" b="b"/>
            <a:pathLst>
              <a:path w="33654" h="78104">
                <a:moveTo>
                  <a:pt x="33527" y="0"/>
                </a:moveTo>
                <a:lnTo>
                  <a:pt x="21717" y="0"/>
                </a:lnTo>
                <a:lnTo>
                  <a:pt x="19939" y="4716"/>
                </a:lnTo>
                <a:lnTo>
                  <a:pt x="16891" y="8844"/>
                </a:lnTo>
                <a:lnTo>
                  <a:pt x="8000" y="15920"/>
                </a:lnTo>
                <a:lnTo>
                  <a:pt x="3810" y="18322"/>
                </a:lnTo>
                <a:lnTo>
                  <a:pt x="0" y="19589"/>
                </a:lnTo>
                <a:lnTo>
                  <a:pt x="0" y="33054"/>
                </a:lnTo>
                <a:lnTo>
                  <a:pt x="7239" y="30626"/>
                </a:lnTo>
                <a:lnTo>
                  <a:pt x="13589" y="26877"/>
                </a:lnTo>
                <a:lnTo>
                  <a:pt x="18923" y="21807"/>
                </a:lnTo>
                <a:lnTo>
                  <a:pt x="18923" y="77724"/>
                </a:lnTo>
                <a:lnTo>
                  <a:pt x="33527" y="77724"/>
                </a:lnTo>
                <a:lnTo>
                  <a:pt x="33527" y="0"/>
                </a:lnTo>
                <a:close/>
              </a:path>
            </a:pathLst>
          </a:custGeom>
          <a:solidFill>
            <a:srgbClr val="4264DE">
              <a:alpha val="10195"/>
            </a:srgbClr>
          </a:solidFill>
        </p:spPr>
        <p:txBody>
          <a:bodyPr wrap="square" lIns="0" tIns="0" rIns="0" bIns="0" rtlCol="0"/>
          <a:lstStyle/>
          <a:p>
            <a:endParaRPr/>
          </a:p>
        </p:txBody>
      </p:sp>
      <p:sp>
        <p:nvSpPr>
          <p:cNvPr id="535" name="object 535"/>
          <p:cNvSpPr/>
          <p:nvPr/>
        </p:nvSpPr>
        <p:spPr>
          <a:xfrm>
            <a:off x="7051547" y="6780274"/>
            <a:ext cx="50800" cy="78105"/>
          </a:xfrm>
          <a:custGeom>
            <a:avLst/>
            <a:gdLst/>
            <a:ahLst/>
            <a:cxnLst/>
            <a:rect l="l" t="t" r="r" b="b"/>
            <a:pathLst>
              <a:path w="50800" h="78104">
                <a:moveTo>
                  <a:pt x="32638" y="0"/>
                </a:moveTo>
                <a:lnTo>
                  <a:pt x="17652" y="0"/>
                </a:lnTo>
                <a:lnTo>
                  <a:pt x="11810" y="2597"/>
                </a:lnTo>
                <a:lnTo>
                  <a:pt x="0" y="38732"/>
                </a:lnTo>
                <a:lnTo>
                  <a:pt x="440" y="48928"/>
                </a:lnTo>
                <a:lnTo>
                  <a:pt x="17652" y="77724"/>
                </a:lnTo>
                <a:lnTo>
                  <a:pt x="32638" y="77724"/>
                </a:lnTo>
                <a:lnTo>
                  <a:pt x="38480" y="75128"/>
                </a:lnTo>
                <a:lnTo>
                  <a:pt x="42672" y="69935"/>
                </a:lnTo>
                <a:lnTo>
                  <a:pt x="45291" y="65626"/>
                </a:lnTo>
                <a:lnTo>
                  <a:pt x="23368" y="65626"/>
                </a:lnTo>
                <a:lnTo>
                  <a:pt x="21706" y="65064"/>
                </a:lnTo>
                <a:lnTo>
                  <a:pt x="18923" y="62857"/>
                </a:lnTo>
                <a:lnTo>
                  <a:pt x="17779" y="60633"/>
                </a:lnTo>
                <a:lnTo>
                  <a:pt x="16001" y="53953"/>
                </a:lnTo>
                <a:lnTo>
                  <a:pt x="15585" y="48928"/>
                </a:lnTo>
                <a:lnTo>
                  <a:pt x="15591" y="28738"/>
                </a:lnTo>
                <a:lnTo>
                  <a:pt x="23368" y="12098"/>
                </a:lnTo>
                <a:lnTo>
                  <a:pt x="45318" y="12098"/>
                </a:lnTo>
                <a:lnTo>
                  <a:pt x="42799" y="7891"/>
                </a:lnTo>
                <a:lnTo>
                  <a:pt x="38480" y="2630"/>
                </a:lnTo>
                <a:lnTo>
                  <a:pt x="32638" y="0"/>
                </a:lnTo>
                <a:close/>
              </a:path>
              <a:path w="50800" h="78104">
                <a:moveTo>
                  <a:pt x="45318" y="12098"/>
                </a:moveTo>
                <a:lnTo>
                  <a:pt x="26924" y="12098"/>
                </a:lnTo>
                <a:lnTo>
                  <a:pt x="28575" y="12660"/>
                </a:lnTo>
                <a:lnTo>
                  <a:pt x="31369" y="14911"/>
                </a:lnTo>
                <a:lnTo>
                  <a:pt x="32511" y="17142"/>
                </a:lnTo>
                <a:lnTo>
                  <a:pt x="34290" y="23822"/>
                </a:lnTo>
                <a:lnTo>
                  <a:pt x="34696" y="28738"/>
                </a:lnTo>
                <a:lnTo>
                  <a:pt x="34708" y="48928"/>
                </a:lnTo>
                <a:lnTo>
                  <a:pt x="34290" y="54152"/>
                </a:lnTo>
                <a:lnTo>
                  <a:pt x="33274" y="57890"/>
                </a:lnTo>
                <a:lnTo>
                  <a:pt x="32511" y="60798"/>
                </a:lnTo>
                <a:lnTo>
                  <a:pt x="31369" y="62814"/>
                </a:lnTo>
                <a:lnTo>
                  <a:pt x="28550" y="65073"/>
                </a:lnTo>
                <a:lnTo>
                  <a:pt x="26924" y="65626"/>
                </a:lnTo>
                <a:lnTo>
                  <a:pt x="45291" y="65626"/>
                </a:lnTo>
                <a:lnTo>
                  <a:pt x="46005" y="64452"/>
                </a:lnTo>
                <a:lnTo>
                  <a:pt x="48386" y="57449"/>
                </a:lnTo>
                <a:lnTo>
                  <a:pt x="49815" y="48928"/>
                </a:lnTo>
                <a:lnTo>
                  <a:pt x="50292" y="38888"/>
                </a:lnTo>
                <a:lnTo>
                  <a:pt x="49802" y="28738"/>
                </a:lnTo>
                <a:lnTo>
                  <a:pt x="48381" y="20249"/>
                </a:lnTo>
                <a:lnTo>
                  <a:pt x="46059" y="13333"/>
                </a:lnTo>
                <a:lnTo>
                  <a:pt x="45318" y="12098"/>
                </a:lnTo>
                <a:close/>
              </a:path>
            </a:pathLst>
          </a:custGeom>
          <a:solidFill>
            <a:srgbClr val="4264DE">
              <a:alpha val="10195"/>
            </a:srgbClr>
          </a:solidFill>
        </p:spPr>
        <p:txBody>
          <a:bodyPr wrap="square" lIns="0" tIns="0" rIns="0" bIns="0" rtlCol="0"/>
          <a:lstStyle/>
          <a:p>
            <a:endParaRPr/>
          </a:p>
        </p:txBody>
      </p:sp>
      <p:sp>
        <p:nvSpPr>
          <p:cNvPr id="536" name="object 536"/>
          <p:cNvSpPr/>
          <p:nvPr/>
        </p:nvSpPr>
        <p:spPr>
          <a:xfrm>
            <a:off x="7232904" y="6780274"/>
            <a:ext cx="33655" cy="78105"/>
          </a:xfrm>
          <a:custGeom>
            <a:avLst/>
            <a:gdLst/>
            <a:ahLst/>
            <a:cxnLst/>
            <a:rect l="l" t="t" r="r" b="b"/>
            <a:pathLst>
              <a:path w="33654" h="78104">
                <a:moveTo>
                  <a:pt x="33527" y="0"/>
                </a:moveTo>
                <a:lnTo>
                  <a:pt x="21717" y="0"/>
                </a:lnTo>
                <a:lnTo>
                  <a:pt x="19939" y="4716"/>
                </a:lnTo>
                <a:lnTo>
                  <a:pt x="16891" y="8844"/>
                </a:lnTo>
                <a:lnTo>
                  <a:pt x="8000" y="15920"/>
                </a:lnTo>
                <a:lnTo>
                  <a:pt x="3810" y="18322"/>
                </a:lnTo>
                <a:lnTo>
                  <a:pt x="0" y="19589"/>
                </a:lnTo>
                <a:lnTo>
                  <a:pt x="0" y="33054"/>
                </a:lnTo>
                <a:lnTo>
                  <a:pt x="7239" y="30626"/>
                </a:lnTo>
                <a:lnTo>
                  <a:pt x="13589" y="26877"/>
                </a:lnTo>
                <a:lnTo>
                  <a:pt x="18923" y="21807"/>
                </a:lnTo>
                <a:lnTo>
                  <a:pt x="18923" y="77724"/>
                </a:lnTo>
                <a:lnTo>
                  <a:pt x="33527" y="77724"/>
                </a:lnTo>
                <a:lnTo>
                  <a:pt x="33527" y="0"/>
                </a:lnTo>
                <a:close/>
              </a:path>
            </a:pathLst>
          </a:custGeom>
          <a:solidFill>
            <a:srgbClr val="4264DE">
              <a:alpha val="10195"/>
            </a:srgbClr>
          </a:solidFill>
        </p:spPr>
        <p:txBody>
          <a:bodyPr wrap="square" lIns="0" tIns="0" rIns="0" bIns="0" rtlCol="0"/>
          <a:lstStyle/>
          <a:p>
            <a:endParaRPr/>
          </a:p>
        </p:txBody>
      </p:sp>
      <p:sp>
        <p:nvSpPr>
          <p:cNvPr id="537" name="object 537"/>
          <p:cNvSpPr/>
          <p:nvPr/>
        </p:nvSpPr>
        <p:spPr>
          <a:xfrm>
            <a:off x="7399019" y="6780274"/>
            <a:ext cx="48895" cy="78105"/>
          </a:xfrm>
          <a:custGeom>
            <a:avLst/>
            <a:gdLst/>
            <a:ahLst/>
            <a:cxnLst/>
            <a:rect l="l" t="t" r="r" b="b"/>
            <a:pathLst>
              <a:path w="48895" h="78104">
                <a:moveTo>
                  <a:pt x="31623" y="0"/>
                </a:moveTo>
                <a:lnTo>
                  <a:pt x="17145" y="0"/>
                </a:lnTo>
                <a:lnTo>
                  <a:pt x="11429" y="2597"/>
                </a:lnTo>
                <a:lnTo>
                  <a:pt x="0" y="38732"/>
                </a:lnTo>
                <a:lnTo>
                  <a:pt x="438" y="48928"/>
                </a:lnTo>
                <a:lnTo>
                  <a:pt x="17018" y="77724"/>
                </a:lnTo>
                <a:lnTo>
                  <a:pt x="31623" y="77724"/>
                </a:lnTo>
                <a:lnTo>
                  <a:pt x="37337" y="75128"/>
                </a:lnTo>
                <a:lnTo>
                  <a:pt x="41401" y="69935"/>
                </a:lnTo>
                <a:lnTo>
                  <a:pt x="43948" y="65626"/>
                </a:lnTo>
                <a:lnTo>
                  <a:pt x="22605" y="65626"/>
                </a:lnTo>
                <a:lnTo>
                  <a:pt x="21071" y="65064"/>
                </a:lnTo>
                <a:lnTo>
                  <a:pt x="15181" y="48928"/>
                </a:lnTo>
                <a:lnTo>
                  <a:pt x="15186" y="28738"/>
                </a:lnTo>
                <a:lnTo>
                  <a:pt x="22605" y="12098"/>
                </a:lnTo>
                <a:lnTo>
                  <a:pt x="43906" y="12098"/>
                </a:lnTo>
                <a:lnTo>
                  <a:pt x="41401" y="7891"/>
                </a:lnTo>
                <a:lnTo>
                  <a:pt x="37337" y="2630"/>
                </a:lnTo>
                <a:lnTo>
                  <a:pt x="31623" y="0"/>
                </a:lnTo>
                <a:close/>
              </a:path>
              <a:path w="48895" h="78104">
                <a:moveTo>
                  <a:pt x="43906" y="12098"/>
                </a:moveTo>
                <a:lnTo>
                  <a:pt x="26161" y="12098"/>
                </a:lnTo>
                <a:lnTo>
                  <a:pt x="27685" y="12660"/>
                </a:lnTo>
                <a:lnTo>
                  <a:pt x="29082" y="13784"/>
                </a:lnTo>
                <a:lnTo>
                  <a:pt x="33588" y="48928"/>
                </a:lnTo>
                <a:lnTo>
                  <a:pt x="33274" y="54152"/>
                </a:lnTo>
                <a:lnTo>
                  <a:pt x="32257" y="57890"/>
                </a:lnTo>
                <a:lnTo>
                  <a:pt x="31496" y="60798"/>
                </a:lnTo>
                <a:lnTo>
                  <a:pt x="30352" y="62814"/>
                </a:lnTo>
                <a:lnTo>
                  <a:pt x="29049" y="63966"/>
                </a:lnTo>
                <a:lnTo>
                  <a:pt x="27662" y="65073"/>
                </a:lnTo>
                <a:lnTo>
                  <a:pt x="26161" y="65626"/>
                </a:lnTo>
                <a:lnTo>
                  <a:pt x="43948" y="65626"/>
                </a:lnTo>
                <a:lnTo>
                  <a:pt x="44642" y="64452"/>
                </a:lnTo>
                <a:lnTo>
                  <a:pt x="46942" y="57449"/>
                </a:lnTo>
                <a:lnTo>
                  <a:pt x="48313" y="48928"/>
                </a:lnTo>
                <a:lnTo>
                  <a:pt x="48768" y="38888"/>
                </a:lnTo>
                <a:lnTo>
                  <a:pt x="48298" y="28738"/>
                </a:lnTo>
                <a:lnTo>
                  <a:pt x="46921" y="20249"/>
                </a:lnTo>
                <a:lnTo>
                  <a:pt x="44642" y="13333"/>
                </a:lnTo>
                <a:lnTo>
                  <a:pt x="43906" y="12098"/>
                </a:lnTo>
                <a:close/>
              </a:path>
            </a:pathLst>
          </a:custGeom>
          <a:solidFill>
            <a:srgbClr val="4264DE">
              <a:alpha val="10195"/>
            </a:srgbClr>
          </a:solidFill>
        </p:spPr>
        <p:txBody>
          <a:bodyPr wrap="square" lIns="0" tIns="0" rIns="0" bIns="0" rtlCol="0"/>
          <a:lstStyle/>
          <a:p>
            <a:endParaRPr/>
          </a:p>
        </p:txBody>
      </p:sp>
      <p:sp>
        <p:nvSpPr>
          <p:cNvPr id="538" name="object 538"/>
          <p:cNvSpPr/>
          <p:nvPr/>
        </p:nvSpPr>
        <p:spPr>
          <a:xfrm>
            <a:off x="7580376" y="6780274"/>
            <a:ext cx="33655" cy="78105"/>
          </a:xfrm>
          <a:custGeom>
            <a:avLst/>
            <a:gdLst/>
            <a:ahLst/>
            <a:cxnLst/>
            <a:rect l="l" t="t" r="r" b="b"/>
            <a:pathLst>
              <a:path w="33654" h="78104">
                <a:moveTo>
                  <a:pt x="33527" y="0"/>
                </a:moveTo>
                <a:lnTo>
                  <a:pt x="21717" y="0"/>
                </a:lnTo>
                <a:lnTo>
                  <a:pt x="19939" y="4716"/>
                </a:lnTo>
                <a:lnTo>
                  <a:pt x="16891" y="8844"/>
                </a:lnTo>
                <a:lnTo>
                  <a:pt x="8000" y="15920"/>
                </a:lnTo>
                <a:lnTo>
                  <a:pt x="3809" y="18322"/>
                </a:lnTo>
                <a:lnTo>
                  <a:pt x="0" y="19589"/>
                </a:lnTo>
                <a:lnTo>
                  <a:pt x="0" y="33054"/>
                </a:lnTo>
                <a:lnTo>
                  <a:pt x="7239" y="30626"/>
                </a:lnTo>
                <a:lnTo>
                  <a:pt x="13589" y="26877"/>
                </a:lnTo>
                <a:lnTo>
                  <a:pt x="18923" y="21807"/>
                </a:lnTo>
                <a:lnTo>
                  <a:pt x="18923" y="77724"/>
                </a:lnTo>
                <a:lnTo>
                  <a:pt x="33527" y="77724"/>
                </a:lnTo>
                <a:lnTo>
                  <a:pt x="33527" y="0"/>
                </a:lnTo>
                <a:close/>
              </a:path>
            </a:pathLst>
          </a:custGeom>
          <a:solidFill>
            <a:srgbClr val="4264DE">
              <a:alpha val="10195"/>
            </a:srgbClr>
          </a:solidFill>
        </p:spPr>
        <p:txBody>
          <a:bodyPr wrap="square" lIns="0" tIns="0" rIns="0" bIns="0" rtlCol="0"/>
          <a:lstStyle/>
          <a:p>
            <a:endParaRPr/>
          </a:p>
        </p:txBody>
      </p:sp>
      <p:sp>
        <p:nvSpPr>
          <p:cNvPr id="539" name="object 539"/>
          <p:cNvSpPr/>
          <p:nvPr/>
        </p:nvSpPr>
        <p:spPr>
          <a:xfrm>
            <a:off x="7744968" y="6780274"/>
            <a:ext cx="50800" cy="78105"/>
          </a:xfrm>
          <a:custGeom>
            <a:avLst/>
            <a:gdLst/>
            <a:ahLst/>
            <a:cxnLst/>
            <a:rect l="l" t="t" r="r" b="b"/>
            <a:pathLst>
              <a:path w="50800" h="78104">
                <a:moveTo>
                  <a:pt x="32638" y="0"/>
                </a:moveTo>
                <a:lnTo>
                  <a:pt x="17652" y="0"/>
                </a:lnTo>
                <a:lnTo>
                  <a:pt x="11810" y="2597"/>
                </a:lnTo>
                <a:lnTo>
                  <a:pt x="0" y="38732"/>
                </a:lnTo>
                <a:lnTo>
                  <a:pt x="440" y="48928"/>
                </a:lnTo>
                <a:lnTo>
                  <a:pt x="17652" y="77724"/>
                </a:lnTo>
                <a:lnTo>
                  <a:pt x="32638" y="77724"/>
                </a:lnTo>
                <a:lnTo>
                  <a:pt x="38480" y="75128"/>
                </a:lnTo>
                <a:lnTo>
                  <a:pt x="42672" y="69935"/>
                </a:lnTo>
                <a:lnTo>
                  <a:pt x="45291" y="65626"/>
                </a:lnTo>
                <a:lnTo>
                  <a:pt x="23367" y="65626"/>
                </a:lnTo>
                <a:lnTo>
                  <a:pt x="21706" y="65064"/>
                </a:lnTo>
                <a:lnTo>
                  <a:pt x="18923" y="62857"/>
                </a:lnTo>
                <a:lnTo>
                  <a:pt x="17779" y="60633"/>
                </a:lnTo>
                <a:lnTo>
                  <a:pt x="16001" y="53953"/>
                </a:lnTo>
                <a:lnTo>
                  <a:pt x="15585" y="48928"/>
                </a:lnTo>
                <a:lnTo>
                  <a:pt x="15591" y="28738"/>
                </a:lnTo>
                <a:lnTo>
                  <a:pt x="23367" y="12098"/>
                </a:lnTo>
                <a:lnTo>
                  <a:pt x="45318" y="12098"/>
                </a:lnTo>
                <a:lnTo>
                  <a:pt x="42799" y="7891"/>
                </a:lnTo>
                <a:lnTo>
                  <a:pt x="38480" y="2630"/>
                </a:lnTo>
                <a:lnTo>
                  <a:pt x="32638" y="0"/>
                </a:lnTo>
                <a:close/>
              </a:path>
              <a:path w="50800" h="78104">
                <a:moveTo>
                  <a:pt x="45318" y="12098"/>
                </a:moveTo>
                <a:lnTo>
                  <a:pt x="26924" y="12098"/>
                </a:lnTo>
                <a:lnTo>
                  <a:pt x="28575" y="12660"/>
                </a:lnTo>
                <a:lnTo>
                  <a:pt x="31368" y="14911"/>
                </a:lnTo>
                <a:lnTo>
                  <a:pt x="32511" y="17142"/>
                </a:lnTo>
                <a:lnTo>
                  <a:pt x="34289" y="23822"/>
                </a:lnTo>
                <a:lnTo>
                  <a:pt x="34696" y="28738"/>
                </a:lnTo>
                <a:lnTo>
                  <a:pt x="34708" y="48928"/>
                </a:lnTo>
                <a:lnTo>
                  <a:pt x="34289" y="54152"/>
                </a:lnTo>
                <a:lnTo>
                  <a:pt x="33274" y="57890"/>
                </a:lnTo>
                <a:lnTo>
                  <a:pt x="32511" y="60798"/>
                </a:lnTo>
                <a:lnTo>
                  <a:pt x="31368" y="62814"/>
                </a:lnTo>
                <a:lnTo>
                  <a:pt x="28550" y="65073"/>
                </a:lnTo>
                <a:lnTo>
                  <a:pt x="26924" y="65626"/>
                </a:lnTo>
                <a:lnTo>
                  <a:pt x="45291" y="65626"/>
                </a:lnTo>
                <a:lnTo>
                  <a:pt x="46005" y="64452"/>
                </a:lnTo>
                <a:lnTo>
                  <a:pt x="48386" y="57449"/>
                </a:lnTo>
                <a:lnTo>
                  <a:pt x="49815" y="48928"/>
                </a:lnTo>
                <a:lnTo>
                  <a:pt x="50291" y="38888"/>
                </a:lnTo>
                <a:lnTo>
                  <a:pt x="49802" y="28738"/>
                </a:lnTo>
                <a:lnTo>
                  <a:pt x="48381" y="20249"/>
                </a:lnTo>
                <a:lnTo>
                  <a:pt x="46059" y="13333"/>
                </a:lnTo>
                <a:lnTo>
                  <a:pt x="45318" y="12098"/>
                </a:lnTo>
                <a:close/>
              </a:path>
            </a:pathLst>
          </a:custGeom>
          <a:solidFill>
            <a:srgbClr val="4264DE">
              <a:alpha val="10195"/>
            </a:srgbClr>
          </a:solidFill>
        </p:spPr>
        <p:txBody>
          <a:bodyPr wrap="square" lIns="0" tIns="0" rIns="0" bIns="0" rtlCol="0"/>
          <a:lstStyle/>
          <a:p>
            <a:endParaRPr/>
          </a:p>
        </p:txBody>
      </p:sp>
      <p:sp>
        <p:nvSpPr>
          <p:cNvPr id="540" name="object 540"/>
          <p:cNvSpPr/>
          <p:nvPr/>
        </p:nvSpPr>
        <p:spPr>
          <a:xfrm>
            <a:off x="7926323" y="6780274"/>
            <a:ext cx="33655" cy="78105"/>
          </a:xfrm>
          <a:custGeom>
            <a:avLst/>
            <a:gdLst/>
            <a:ahLst/>
            <a:cxnLst/>
            <a:rect l="l" t="t" r="r" b="b"/>
            <a:pathLst>
              <a:path w="33654" h="78104">
                <a:moveTo>
                  <a:pt x="33527" y="0"/>
                </a:moveTo>
                <a:lnTo>
                  <a:pt x="21717" y="0"/>
                </a:lnTo>
                <a:lnTo>
                  <a:pt x="19939" y="4716"/>
                </a:lnTo>
                <a:lnTo>
                  <a:pt x="16891" y="8844"/>
                </a:lnTo>
                <a:lnTo>
                  <a:pt x="8000" y="15920"/>
                </a:lnTo>
                <a:lnTo>
                  <a:pt x="3809" y="18322"/>
                </a:lnTo>
                <a:lnTo>
                  <a:pt x="0" y="19589"/>
                </a:lnTo>
                <a:lnTo>
                  <a:pt x="0" y="33054"/>
                </a:lnTo>
                <a:lnTo>
                  <a:pt x="7239" y="30626"/>
                </a:lnTo>
                <a:lnTo>
                  <a:pt x="13589" y="26877"/>
                </a:lnTo>
                <a:lnTo>
                  <a:pt x="18923" y="21807"/>
                </a:lnTo>
                <a:lnTo>
                  <a:pt x="18923" y="77724"/>
                </a:lnTo>
                <a:lnTo>
                  <a:pt x="33527" y="77724"/>
                </a:lnTo>
                <a:lnTo>
                  <a:pt x="33527" y="0"/>
                </a:lnTo>
                <a:close/>
              </a:path>
            </a:pathLst>
          </a:custGeom>
          <a:solidFill>
            <a:srgbClr val="4264DE">
              <a:alpha val="10195"/>
            </a:srgbClr>
          </a:solidFill>
        </p:spPr>
        <p:txBody>
          <a:bodyPr wrap="square" lIns="0" tIns="0" rIns="0" bIns="0" rtlCol="0"/>
          <a:lstStyle/>
          <a:p>
            <a:endParaRPr/>
          </a:p>
        </p:txBody>
      </p:sp>
      <p:sp>
        <p:nvSpPr>
          <p:cNvPr id="541" name="object 541"/>
          <p:cNvSpPr/>
          <p:nvPr/>
        </p:nvSpPr>
        <p:spPr>
          <a:xfrm>
            <a:off x="8092440" y="6780274"/>
            <a:ext cx="48895" cy="78105"/>
          </a:xfrm>
          <a:custGeom>
            <a:avLst/>
            <a:gdLst/>
            <a:ahLst/>
            <a:cxnLst/>
            <a:rect l="l" t="t" r="r" b="b"/>
            <a:pathLst>
              <a:path w="48895" h="78104">
                <a:moveTo>
                  <a:pt x="31623" y="0"/>
                </a:moveTo>
                <a:lnTo>
                  <a:pt x="17144" y="0"/>
                </a:lnTo>
                <a:lnTo>
                  <a:pt x="11429" y="2597"/>
                </a:lnTo>
                <a:lnTo>
                  <a:pt x="0" y="38732"/>
                </a:lnTo>
                <a:lnTo>
                  <a:pt x="438" y="48928"/>
                </a:lnTo>
                <a:lnTo>
                  <a:pt x="17017" y="77724"/>
                </a:lnTo>
                <a:lnTo>
                  <a:pt x="31623" y="77724"/>
                </a:lnTo>
                <a:lnTo>
                  <a:pt x="37337" y="75128"/>
                </a:lnTo>
                <a:lnTo>
                  <a:pt x="41401" y="69935"/>
                </a:lnTo>
                <a:lnTo>
                  <a:pt x="43948" y="65626"/>
                </a:lnTo>
                <a:lnTo>
                  <a:pt x="22605" y="65626"/>
                </a:lnTo>
                <a:lnTo>
                  <a:pt x="21071" y="65064"/>
                </a:lnTo>
                <a:lnTo>
                  <a:pt x="15181" y="48928"/>
                </a:lnTo>
                <a:lnTo>
                  <a:pt x="15186" y="28738"/>
                </a:lnTo>
                <a:lnTo>
                  <a:pt x="22605" y="12098"/>
                </a:lnTo>
                <a:lnTo>
                  <a:pt x="43906" y="12098"/>
                </a:lnTo>
                <a:lnTo>
                  <a:pt x="41401" y="7891"/>
                </a:lnTo>
                <a:lnTo>
                  <a:pt x="37337" y="2630"/>
                </a:lnTo>
                <a:lnTo>
                  <a:pt x="31623" y="0"/>
                </a:lnTo>
                <a:close/>
              </a:path>
              <a:path w="48895" h="78104">
                <a:moveTo>
                  <a:pt x="43906" y="12098"/>
                </a:moveTo>
                <a:lnTo>
                  <a:pt x="26161" y="12098"/>
                </a:lnTo>
                <a:lnTo>
                  <a:pt x="27685" y="12660"/>
                </a:lnTo>
                <a:lnTo>
                  <a:pt x="28955" y="13784"/>
                </a:lnTo>
                <a:lnTo>
                  <a:pt x="33588" y="48928"/>
                </a:lnTo>
                <a:lnTo>
                  <a:pt x="33274" y="54152"/>
                </a:lnTo>
                <a:lnTo>
                  <a:pt x="32257" y="57890"/>
                </a:lnTo>
                <a:lnTo>
                  <a:pt x="31495" y="60798"/>
                </a:lnTo>
                <a:lnTo>
                  <a:pt x="30352" y="62814"/>
                </a:lnTo>
                <a:lnTo>
                  <a:pt x="29049" y="63966"/>
                </a:lnTo>
                <a:lnTo>
                  <a:pt x="27662" y="65073"/>
                </a:lnTo>
                <a:lnTo>
                  <a:pt x="26161" y="65626"/>
                </a:lnTo>
                <a:lnTo>
                  <a:pt x="43948" y="65626"/>
                </a:lnTo>
                <a:lnTo>
                  <a:pt x="44642" y="64452"/>
                </a:lnTo>
                <a:lnTo>
                  <a:pt x="46942" y="57449"/>
                </a:lnTo>
                <a:lnTo>
                  <a:pt x="48313" y="48928"/>
                </a:lnTo>
                <a:lnTo>
                  <a:pt x="48767" y="38888"/>
                </a:lnTo>
                <a:lnTo>
                  <a:pt x="48298" y="28738"/>
                </a:lnTo>
                <a:lnTo>
                  <a:pt x="46921" y="20249"/>
                </a:lnTo>
                <a:lnTo>
                  <a:pt x="44642" y="13333"/>
                </a:lnTo>
                <a:lnTo>
                  <a:pt x="43906" y="12098"/>
                </a:lnTo>
                <a:close/>
              </a:path>
            </a:pathLst>
          </a:custGeom>
          <a:solidFill>
            <a:srgbClr val="4264DE">
              <a:alpha val="10195"/>
            </a:srgbClr>
          </a:solidFill>
        </p:spPr>
        <p:txBody>
          <a:bodyPr wrap="square" lIns="0" tIns="0" rIns="0" bIns="0" rtlCol="0"/>
          <a:lstStyle/>
          <a:p>
            <a:endParaRPr/>
          </a:p>
        </p:txBody>
      </p:sp>
      <p:sp>
        <p:nvSpPr>
          <p:cNvPr id="542" name="object 542"/>
          <p:cNvSpPr/>
          <p:nvPr/>
        </p:nvSpPr>
        <p:spPr>
          <a:xfrm>
            <a:off x="8273795" y="6780274"/>
            <a:ext cx="33655" cy="78105"/>
          </a:xfrm>
          <a:custGeom>
            <a:avLst/>
            <a:gdLst/>
            <a:ahLst/>
            <a:cxnLst/>
            <a:rect l="l" t="t" r="r" b="b"/>
            <a:pathLst>
              <a:path w="33654" h="78104">
                <a:moveTo>
                  <a:pt x="33527" y="0"/>
                </a:moveTo>
                <a:lnTo>
                  <a:pt x="21717" y="0"/>
                </a:lnTo>
                <a:lnTo>
                  <a:pt x="19938" y="4716"/>
                </a:lnTo>
                <a:lnTo>
                  <a:pt x="16890" y="8844"/>
                </a:lnTo>
                <a:lnTo>
                  <a:pt x="8000" y="15920"/>
                </a:lnTo>
                <a:lnTo>
                  <a:pt x="3809" y="18322"/>
                </a:lnTo>
                <a:lnTo>
                  <a:pt x="0" y="19589"/>
                </a:lnTo>
                <a:lnTo>
                  <a:pt x="0" y="33054"/>
                </a:lnTo>
                <a:lnTo>
                  <a:pt x="7238" y="30626"/>
                </a:lnTo>
                <a:lnTo>
                  <a:pt x="13588" y="26877"/>
                </a:lnTo>
                <a:lnTo>
                  <a:pt x="18923" y="21807"/>
                </a:lnTo>
                <a:lnTo>
                  <a:pt x="18923" y="77724"/>
                </a:lnTo>
                <a:lnTo>
                  <a:pt x="33527" y="77724"/>
                </a:lnTo>
                <a:lnTo>
                  <a:pt x="33527" y="0"/>
                </a:lnTo>
                <a:close/>
              </a:path>
            </a:pathLst>
          </a:custGeom>
          <a:solidFill>
            <a:srgbClr val="4264DE">
              <a:alpha val="10195"/>
            </a:srgbClr>
          </a:solidFill>
        </p:spPr>
        <p:txBody>
          <a:bodyPr wrap="square" lIns="0" tIns="0" rIns="0" bIns="0" rtlCol="0"/>
          <a:lstStyle/>
          <a:p>
            <a:endParaRPr/>
          </a:p>
        </p:txBody>
      </p:sp>
      <p:sp>
        <p:nvSpPr>
          <p:cNvPr id="543" name="object 543"/>
          <p:cNvSpPr/>
          <p:nvPr/>
        </p:nvSpPr>
        <p:spPr>
          <a:xfrm>
            <a:off x="8438388" y="6780274"/>
            <a:ext cx="50800" cy="78105"/>
          </a:xfrm>
          <a:custGeom>
            <a:avLst/>
            <a:gdLst/>
            <a:ahLst/>
            <a:cxnLst/>
            <a:rect l="l" t="t" r="r" b="b"/>
            <a:pathLst>
              <a:path w="50800" h="78104">
                <a:moveTo>
                  <a:pt x="32638" y="0"/>
                </a:moveTo>
                <a:lnTo>
                  <a:pt x="17652" y="0"/>
                </a:lnTo>
                <a:lnTo>
                  <a:pt x="11810" y="2597"/>
                </a:lnTo>
                <a:lnTo>
                  <a:pt x="0" y="38732"/>
                </a:lnTo>
                <a:lnTo>
                  <a:pt x="440" y="48928"/>
                </a:lnTo>
                <a:lnTo>
                  <a:pt x="17652" y="77724"/>
                </a:lnTo>
                <a:lnTo>
                  <a:pt x="32638" y="77724"/>
                </a:lnTo>
                <a:lnTo>
                  <a:pt x="38480" y="75128"/>
                </a:lnTo>
                <a:lnTo>
                  <a:pt x="42671" y="69935"/>
                </a:lnTo>
                <a:lnTo>
                  <a:pt x="45291" y="65626"/>
                </a:lnTo>
                <a:lnTo>
                  <a:pt x="23367" y="65626"/>
                </a:lnTo>
                <a:lnTo>
                  <a:pt x="21706" y="65064"/>
                </a:lnTo>
                <a:lnTo>
                  <a:pt x="18922" y="62857"/>
                </a:lnTo>
                <a:lnTo>
                  <a:pt x="17779" y="60633"/>
                </a:lnTo>
                <a:lnTo>
                  <a:pt x="16001" y="53953"/>
                </a:lnTo>
                <a:lnTo>
                  <a:pt x="15585" y="48928"/>
                </a:lnTo>
                <a:lnTo>
                  <a:pt x="15591" y="28738"/>
                </a:lnTo>
                <a:lnTo>
                  <a:pt x="23367" y="12098"/>
                </a:lnTo>
                <a:lnTo>
                  <a:pt x="45318" y="12098"/>
                </a:lnTo>
                <a:lnTo>
                  <a:pt x="42798" y="7891"/>
                </a:lnTo>
                <a:lnTo>
                  <a:pt x="38480" y="2630"/>
                </a:lnTo>
                <a:lnTo>
                  <a:pt x="32638" y="0"/>
                </a:lnTo>
                <a:close/>
              </a:path>
              <a:path w="50800" h="78104">
                <a:moveTo>
                  <a:pt x="45318" y="12098"/>
                </a:moveTo>
                <a:lnTo>
                  <a:pt x="26923" y="12098"/>
                </a:lnTo>
                <a:lnTo>
                  <a:pt x="28575" y="12660"/>
                </a:lnTo>
                <a:lnTo>
                  <a:pt x="31368" y="14911"/>
                </a:lnTo>
                <a:lnTo>
                  <a:pt x="32511" y="17142"/>
                </a:lnTo>
                <a:lnTo>
                  <a:pt x="34289" y="23822"/>
                </a:lnTo>
                <a:lnTo>
                  <a:pt x="34696" y="28738"/>
                </a:lnTo>
                <a:lnTo>
                  <a:pt x="34708" y="48928"/>
                </a:lnTo>
                <a:lnTo>
                  <a:pt x="34289" y="54152"/>
                </a:lnTo>
                <a:lnTo>
                  <a:pt x="33273" y="57890"/>
                </a:lnTo>
                <a:lnTo>
                  <a:pt x="32511" y="60798"/>
                </a:lnTo>
                <a:lnTo>
                  <a:pt x="31368" y="62814"/>
                </a:lnTo>
                <a:lnTo>
                  <a:pt x="28550" y="65073"/>
                </a:lnTo>
                <a:lnTo>
                  <a:pt x="26923" y="65626"/>
                </a:lnTo>
                <a:lnTo>
                  <a:pt x="45291" y="65626"/>
                </a:lnTo>
                <a:lnTo>
                  <a:pt x="46005" y="64452"/>
                </a:lnTo>
                <a:lnTo>
                  <a:pt x="48386" y="57449"/>
                </a:lnTo>
                <a:lnTo>
                  <a:pt x="49815" y="48928"/>
                </a:lnTo>
                <a:lnTo>
                  <a:pt x="50291" y="38888"/>
                </a:lnTo>
                <a:lnTo>
                  <a:pt x="49802" y="28738"/>
                </a:lnTo>
                <a:lnTo>
                  <a:pt x="48381" y="20249"/>
                </a:lnTo>
                <a:lnTo>
                  <a:pt x="46059" y="13333"/>
                </a:lnTo>
                <a:lnTo>
                  <a:pt x="45318" y="12098"/>
                </a:lnTo>
                <a:close/>
              </a:path>
            </a:pathLst>
          </a:custGeom>
          <a:solidFill>
            <a:srgbClr val="4264DE">
              <a:alpha val="10195"/>
            </a:srgbClr>
          </a:solidFill>
        </p:spPr>
        <p:txBody>
          <a:bodyPr wrap="square" lIns="0" tIns="0" rIns="0" bIns="0" rtlCol="0"/>
          <a:lstStyle/>
          <a:p>
            <a:endParaRPr/>
          </a:p>
        </p:txBody>
      </p:sp>
      <p:sp>
        <p:nvSpPr>
          <p:cNvPr id="544" name="object 544"/>
          <p:cNvSpPr/>
          <p:nvPr/>
        </p:nvSpPr>
        <p:spPr>
          <a:xfrm>
            <a:off x="8619743" y="6780274"/>
            <a:ext cx="33655" cy="78105"/>
          </a:xfrm>
          <a:custGeom>
            <a:avLst/>
            <a:gdLst/>
            <a:ahLst/>
            <a:cxnLst/>
            <a:rect l="l" t="t" r="r" b="b"/>
            <a:pathLst>
              <a:path w="33654" h="78104">
                <a:moveTo>
                  <a:pt x="33527" y="0"/>
                </a:moveTo>
                <a:lnTo>
                  <a:pt x="21716" y="0"/>
                </a:lnTo>
                <a:lnTo>
                  <a:pt x="19938" y="4716"/>
                </a:lnTo>
                <a:lnTo>
                  <a:pt x="16890" y="8844"/>
                </a:lnTo>
                <a:lnTo>
                  <a:pt x="8000" y="15920"/>
                </a:lnTo>
                <a:lnTo>
                  <a:pt x="3809" y="18322"/>
                </a:lnTo>
                <a:lnTo>
                  <a:pt x="0" y="19589"/>
                </a:lnTo>
                <a:lnTo>
                  <a:pt x="0" y="33054"/>
                </a:lnTo>
                <a:lnTo>
                  <a:pt x="7238" y="30626"/>
                </a:lnTo>
                <a:lnTo>
                  <a:pt x="13588" y="26877"/>
                </a:lnTo>
                <a:lnTo>
                  <a:pt x="18923" y="21807"/>
                </a:lnTo>
                <a:lnTo>
                  <a:pt x="18923" y="77724"/>
                </a:lnTo>
                <a:lnTo>
                  <a:pt x="33527" y="77724"/>
                </a:lnTo>
                <a:lnTo>
                  <a:pt x="33527" y="0"/>
                </a:lnTo>
                <a:close/>
              </a:path>
            </a:pathLst>
          </a:custGeom>
          <a:solidFill>
            <a:srgbClr val="4264DE">
              <a:alpha val="10195"/>
            </a:srgbClr>
          </a:solidFill>
        </p:spPr>
        <p:txBody>
          <a:bodyPr wrap="square" lIns="0" tIns="0" rIns="0" bIns="0" rtlCol="0"/>
          <a:lstStyle/>
          <a:p>
            <a:endParaRPr/>
          </a:p>
        </p:txBody>
      </p:sp>
      <p:sp>
        <p:nvSpPr>
          <p:cNvPr id="545" name="object 545"/>
          <p:cNvSpPr/>
          <p:nvPr/>
        </p:nvSpPr>
        <p:spPr>
          <a:xfrm>
            <a:off x="8785859" y="6780274"/>
            <a:ext cx="48895" cy="78105"/>
          </a:xfrm>
          <a:custGeom>
            <a:avLst/>
            <a:gdLst/>
            <a:ahLst/>
            <a:cxnLst/>
            <a:rect l="l" t="t" r="r" b="b"/>
            <a:pathLst>
              <a:path w="48895" h="78104">
                <a:moveTo>
                  <a:pt x="31623" y="0"/>
                </a:moveTo>
                <a:lnTo>
                  <a:pt x="17145" y="0"/>
                </a:lnTo>
                <a:lnTo>
                  <a:pt x="11430" y="2597"/>
                </a:lnTo>
                <a:lnTo>
                  <a:pt x="0" y="38732"/>
                </a:lnTo>
                <a:lnTo>
                  <a:pt x="438" y="48928"/>
                </a:lnTo>
                <a:lnTo>
                  <a:pt x="17018" y="77724"/>
                </a:lnTo>
                <a:lnTo>
                  <a:pt x="31623" y="77724"/>
                </a:lnTo>
                <a:lnTo>
                  <a:pt x="37338" y="75128"/>
                </a:lnTo>
                <a:lnTo>
                  <a:pt x="41401" y="69935"/>
                </a:lnTo>
                <a:lnTo>
                  <a:pt x="43948" y="65626"/>
                </a:lnTo>
                <a:lnTo>
                  <a:pt x="22606" y="65626"/>
                </a:lnTo>
                <a:lnTo>
                  <a:pt x="21071" y="65064"/>
                </a:lnTo>
                <a:lnTo>
                  <a:pt x="15181" y="48928"/>
                </a:lnTo>
                <a:lnTo>
                  <a:pt x="15186" y="28738"/>
                </a:lnTo>
                <a:lnTo>
                  <a:pt x="22606" y="12098"/>
                </a:lnTo>
                <a:lnTo>
                  <a:pt x="43906" y="12098"/>
                </a:lnTo>
                <a:lnTo>
                  <a:pt x="41401" y="7891"/>
                </a:lnTo>
                <a:lnTo>
                  <a:pt x="37338" y="2630"/>
                </a:lnTo>
                <a:lnTo>
                  <a:pt x="31623" y="0"/>
                </a:lnTo>
                <a:close/>
              </a:path>
              <a:path w="48895" h="78104">
                <a:moveTo>
                  <a:pt x="43906" y="12098"/>
                </a:moveTo>
                <a:lnTo>
                  <a:pt x="26162" y="12098"/>
                </a:lnTo>
                <a:lnTo>
                  <a:pt x="27686" y="12660"/>
                </a:lnTo>
                <a:lnTo>
                  <a:pt x="28956" y="13784"/>
                </a:lnTo>
                <a:lnTo>
                  <a:pt x="33588" y="48928"/>
                </a:lnTo>
                <a:lnTo>
                  <a:pt x="33274" y="54152"/>
                </a:lnTo>
                <a:lnTo>
                  <a:pt x="32258" y="57890"/>
                </a:lnTo>
                <a:lnTo>
                  <a:pt x="31496" y="60798"/>
                </a:lnTo>
                <a:lnTo>
                  <a:pt x="30353" y="62814"/>
                </a:lnTo>
                <a:lnTo>
                  <a:pt x="29049" y="63966"/>
                </a:lnTo>
                <a:lnTo>
                  <a:pt x="27662" y="65073"/>
                </a:lnTo>
                <a:lnTo>
                  <a:pt x="26162" y="65626"/>
                </a:lnTo>
                <a:lnTo>
                  <a:pt x="43948" y="65626"/>
                </a:lnTo>
                <a:lnTo>
                  <a:pt x="44642" y="64452"/>
                </a:lnTo>
                <a:lnTo>
                  <a:pt x="46942" y="57449"/>
                </a:lnTo>
                <a:lnTo>
                  <a:pt x="48313" y="48928"/>
                </a:lnTo>
                <a:lnTo>
                  <a:pt x="48768" y="38888"/>
                </a:lnTo>
                <a:lnTo>
                  <a:pt x="48298" y="28738"/>
                </a:lnTo>
                <a:lnTo>
                  <a:pt x="46921" y="20249"/>
                </a:lnTo>
                <a:lnTo>
                  <a:pt x="44642" y="13333"/>
                </a:lnTo>
                <a:lnTo>
                  <a:pt x="43906" y="12098"/>
                </a:lnTo>
                <a:close/>
              </a:path>
            </a:pathLst>
          </a:custGeom>
          <a:solidFill>
            <a:srgbClr val="4264DE">
              <a:alpha val="10195"/>
            </a:srgbClr>
          </a:solidFill>
        </p:spPr>
        <p:txBody>
          <a:bodyPr wrap="square" lIns="0" tIns="0" rIns="0" bIns="0" rtlCol="0"/>
          <a:lstStyle/>
          <a:p>
            <a:endParaRPr/>
          </a:p>
        </p:txBody>
      </p:sp>
      <p:sp>
        <p:nvSpPr>
          <p:cNvPr id="546" name="object 546"/>
          <p:cNvSpPr/>
          <p:nvPr/>
        </p:nvSpPr>
        <p:spPr>
          <a:xfrm>
            <a:off x="8967216" y="6780274"/>
            <a:ext cx="33655" cy="78105"/>
          </a:xfrm>
          <a:custGeom>
            <a:avLst/>
            <a:gdLst/>
            <a:ahLst/>
            <a:cxnLst/>
            <a:rect l="l" t="t" r="r" b="b"/>
            <a:pathLst>
              <a:path w="33654" h="78104">
                <a:moveTo>
                  <a:pt x="33527" y="0"/>
                </a:moveTo>
                <a:lnTo>
                  <a:pt x="21716" y="0"/>
                </a:lnTo>
                <a:lnTo>
                  <a:pt x="19938" y="4716"/>
                </a:lnTo>
                <a:lnTo>
                  <a:pt x="16890" y="8844"/>
                </a:lnTo>
                <a:lnTo>
                  <a:pt x="8000" y="15920"/>
                </a:lnTo>
                <a:lnTo>
                  <a:pt x="3809" y="18322"/>
                </a:lnTo>
                <a:lnTo>
                  <a:pt x="0" y="19589"/>
                </a:lnTo>
                <a:lnTo>
                  <a:pt x="0" y="33054"/>
                </a:lnTo>
                <a:lnTo>
                  <a:pt x="7238" y="30626"/>
                </a:lnTo>
                <a:lnTo>
                  <a:pt x="13588" y="26877"/>
                </a:lnTo>
                <a:lnTo>
                  <a:pt x="18923" y="21807"/>
                </a:lnTo>
                <a:lnTo>
                  <a:pt x="18923" y="77724"/>
                </a:lnTo>
                <a:lnTo>
                  <a:pt x="33527" y="77724"/>
                </a:lnTo>
                <a:lnTo>
                  <a:pt x="33527" y="0"/>
                </a:lnTo>
                <a:close/>
              </a:path>
            </a:pathLst>
          </a:custGeom>
          <a:solidFill>
            <a:srgbClr val="4264DE">
              <a:alpha val="10195"/>
            </a:srgbClr>
          </a:solidFill>
        </p:spPr>
        <p:txBody>
          <a:bodyPr wrap="square" lIns="0" tIns="0" rIns="0" bIns="0" rtlCol="0"/>
          <a:lstStyle/>
          <a:p>
            <a:endParaRPr/>
          </a:p>
        </p:txBody>
      </p:sp>
      <p:sp>
        <p:nvSpPr>
          <p:cNvPr id="547" name="object 547"/>
          <p:cNvSpPr/>
          <p:nvPr/>
        </p:nvSpPr>
        <p:spPr>
          <a:xfrm>
            <a:off x="9131807" y="6780274"/>
            <a:ext cx="50800" cy="78105"/>
          </a:xfrm>
          <a:custGeom>
            <a:avLst/>
            <a:gdLst/>
            <a:ahLst/>
            <a:cxnLst/>
            <a:rect l="l" t="t" r="r" b="b"/>
            <a:pathLst>
              <a:path w="50800" h="78104">
                <a:moveTo>
                  <a:pt x="32639" y="0"/>
                </a:moveTo>
                <a:lnTo>
                  <a:pt x="17652" y="0"/>
                </a:lnTo>
                <a:lnTo>
                  <a:pt x="11811" y="2597"/>
                </a:lnTo>
                <a:lnTo>
                  <a:pt x="0" y="38732"/>
                </a:lnTo>
                <a:lnTo>
                  <a:pt x="440" y="48928"/>
                </a:lnTo>
                <a:lnTo>
                  <a:pt x="17652" y="77724"/>
                </a:lnTo>
                <a:lnTo>
                  <a:pt x="32639" y="77724"/>
                </a:lnTo>
                <a:lnTo>
                  <a:pt x="38481" y="75128"/>
                </a:lnTo>
                <a:lnTo>
                  <a:pt x="42672" y="69935"/>
                </a:lnTo>
                <a:lnTo>
                  <a:pt x="45291" y="65626"/>
                </a:lnTo>
                <a:lnTo>
                  <a:pt x="23368" y="65626"/>
                </a:lnTo>
                <a:lnTo>
                  <a:pt x="21706" y="65064"/>
                </a:lnTo>
                <a:lnTo>
                  <a:pt x="18923" y="62857"/>
                </a:lnTo>
                <a:lnTo>
                  <a:pt x="17780" y="60633"/>
                </a:lnTo>
                <a:lnTo>
                  <a:pt x="16001" y="53953"/>
                </a:lnTo>
                <a:lnTo>
                  <a:pt x="15585" y="48928"/>
                </a:lnTo>
                <a:lnTo>
                  <a:pt x="15591" y="28738"/>
                </a:lnTo>
                <a:lnTo>
                  <a:pt x="23368" y="12098"/>
                </a:lnTo>
                <a:lnTo>
                  <a:pt x="45318" y="12098"/>
                </a:lnTo>
                <a:lnTo>
                  <a:pt x="42799" y="7891"/>
                </a:lnTo>
                <a:lnTo>
                  <a:pt x="38481" y="2630"/>
                </a:lnTo>
                <a:lnTo>
                  <a:pt x="32639" y="0"/>
                </a:lnTo>
                <a:close/>
              </a:path>
              <a:path w="50800" h="78104">
                <a:moveTo>
                  <a:pt x="45318" y="12098"/>
                </a:moveTo>
                <a:lnTo>
                  <a:pt x="26924" y="12098"/>
                </a:lnTo>
                <a:lnTo>
                  <a:pt x="28575" y="12660"/>
                </a:lnTo>
                <a:lnTo>
                  <a:pt x="31369" y="14911"/>
                </a:lnTo>
                <a:lnTo>
                  <a:pt x="32512" y="17142"/>
                </a:lnTo>
                <a:lnTo>
                  <a:pt x="34290" y="23822"/>
                </a:lnTo>
                <a:lnTo>
                  <a:pt x="34696" y="28738"/>
                </a:lnTo>
                <a:lnTo>
                  <a:pt x="34708" y="48928"/>
                </a:lnTo>
                <a:lnTo>
                  <a:pt x="34290" y="54152"/>
                </a:lnTo>
                <a:lnTo>
                  <a:pt x="33274" y="57890"/>
                </a:lnTo>
                <a:lnTo>
                  <a:pt x="32512" y="60798"/>
                </a:lnTo>
                <a:lnTo>
                  <a:pt x="31369" y="62814"/>
                </a:lnTo>
                <a:lnTo>
                  <a:pt x="28550" y="65073"/>
                </a:lnTo>
                <a:lnTo>
                  <a:pt x="26924" y="65626"/>
                </a:lnTo>
                <a:lnTo>
                  <a:pt x="45291" y="65626"/>
                </a:lnTo>
                <a:lnTo>
                  <a:pt x="46005" y="64452"/>
                </a:lnTo>
                <a:lnTo>
                  <a:pt x="48386" y="57449"/>
                </a:lnTo>
                <a:lnTo>
                  <a:pt x="49815" y="48928"/>
                </a:lnTo>
                <a:lnTo>
                  <a:pt x="50292" y="38888"/>
                </a:lnTo>
                <a:lnTo>
                  <a:pt x="49802" y="28738"/>
                </a:lnTo>
                <a:lnTo>
                  <a:pt x="48381" y="20249"/>
                </a:lnTo>
                <a:lnTo>
                  <a:pt x="46059" y="13333"/>
                </a:lnTo>
                <a:lnTo>
                  <a:pt x="45318" y="12098"/>
                </a:lnTo>
                <a:close/>
              </a:path>
            </a:pathLst>
          </a:custGeom>
          <a:solidFill>
            <a:srgbClr val="4264DE">
              <a:alpha val="10195"/>
            </a:srgbClr>
          </a:solidFill>
        </p:spPr>
        <p:txBody>
          <a:bodyPr wrap="square" lIns="0" tIns="0" rIns="0" bIns="0" rtlCol="0"/>
          <a:lstStyle/>
          <a:p>
            <a:endParaRPr/>
          </a:p>
        </p:txBody>
      </p:sp>
      <p:sp>
        <p:nvSpPr>
          <p:cNvPr id="548" name="object 548"/>
          <p:cNvSpPr/>
          <p:nvPr/>
        </p:nvSpPr>
        <p:spPr>
          <a:xfrm>
            <a:off x="9313164" y="6780274"/>
            <a:ext cx="33655" cy="78105"/>
          </a:xfrm>
          <a:custGeom>
            <a:avLst/>
            <a:gdLst/>
            <a:ahLst/>
            <a:cxnLst/>
            <a:rect l="l" t="t" r="r" b="b"/>
            <a:pathLst>
              <a:path w="33654" h="78104">
                <a:moveTo>
                  <a:pt x="33527" y="0"/>
                </a:moveTo>
                <a:lnTo>
                  <a:pt x="21716" y="0"/>
                </a:lnTo>
                <a:lnTo>
                  <a:pt x="19938" y="4716"/>
                </a:lnTo>
                <a:lnTo>
                  <a:pt x="16890" y="8844"/>
                </a:lnTo>
                <a:lnTo>
                  <a:pt x="8000" y="15920"/>
                </a:lnTo>
                <a:lnTo>
                  <a:pt x="3809" y="18322"/>
                </a:lnTo>
                <a:lnTo>
                  <a:pt x="0" y="19589"/>
                </a:lnTo>
                <a:lnTo>
                  <a:pt x="0" y="33054"/>
                </a:lnTo>
                <a:lnTo>
                  <a:pt x="7238" y="30626"/>
                </a:lnTo>
                <a:lnTo>
                  <a:pt x="13588" y="26877"/>
                </a:lnTo>
                <a:lnTo>
                  <a:pt x="18922" y="21807"/>
                </a:lnTo>
                <a:lnTo>
                  <a:pt x="18922" y="77724"/>
                </a:lnTo>
                <a:lnTo>
                  <a:pt x="33527" y="77724"/>
                </a:lnTo>
                <a:lnTo>
                  <a:pt x="33527" y="0"/>
                </a:lnTo>
                <a:close/>
              </a:path>
            </a:pathLst>
          </a:custGeom>
          <a:solidFill>
            <a:srgbClr val="4264DE">
              <a:alpha val="10195"/>
            </a:srgbClr>
          </a:solidFill>
        </p:spPr>
        <p:txBody>
          <a:bodyPr wrap="square" lIns="0" tIns="0" rIns="0" bIns="0" rtlCol="0"/>
          <a:lstStyle/>
          <a:p>
            <a:endParaRPr/>
          </a:p>
        </p:txBody>
      </p:sp>
      <p:sp>
        <p:nvSpPr>
          <p:cNvPr id="549" name="object 549"/>
          <p:cNvSpPr/>
          <p:nvPr/>
        </p:nvSpPr>
        <p:spPr>
          <a:xfrm>
            <a:off x="9479280" y="6780274"/>
            <a:ext cx="48895" cy="78105"/>
          </a:xfrm>
          <a:custGeom>
            <a:avLst/>
            <a:gdLst/>
            <a:ahLst/>
            <a:cxnLst/>
            <a:rect l="l" t="t" r="r" b="b"/>
            <a:pathLst>
              <a:path w="48895" h="78104">
                <a:moveTo>
                  <a:pt x="31623" y="0"/>
                </a:moveTo>
                <a:lnTo>
                  <a:pt x="17145" y="0"/>
                </a:lnTo>
                <a:lnTo>
                  <a:pt x="11429" y="2597"/>
                </a:lnTo>
                <a:lnTo>
                  <a:pt x="0" y="38732"/>
                </a:lnTo>
                <a:lnTo>
                  <a:pt x="438" y="48928"/>
                </a:lnTo>
                <a:lnTo>
                  <a:pt x="17018" y="77724"/>
                </a:lnTo>
                <a:lnTo>
                  <a:pt x="31623" y="77724"/>
                </a:lnTo>
                <a:lnTo>
                  <a:pt x="37338" y="75128"/>
                </a:lnTo>
                <a:lnTo>
                  <a:pt x="41401" y="69935"/>
                </a:lnTo>
                <a:lnTo>
                  <a:pt x="43948" y="65626"/>
                </a:lnTo>
                <a:lnTo>
                  <a:pt x="22605" y="65626"/>
                </a:lnTo>
                <a:lnTo>
                  <a:pt x="21071" y="65064"/>
                </a:lnTo>
                <a:lnTo>
                  <a:pt x="15181" y="48928"/>
                </a:lnTo>
                <a:lnTo>
                  <a:pt x="15186" y="28738"/>
                </a:lnTo>
                <a:lnTo>
                  <a:pt x="22605" y="12098"/>
                </a:lnTo>
                <a:lnTo>
                  <a:pt x="43906" y="12098"/>
                </a:lnTo>
                <a:lnTo>
                  <a:pt x="41401" y="7891"/>
                </a:lnTo>
                <a:lnTo>
                  <a:pt x="37338" y="2630"/>
                </a:lnTo>
                <a:lnTo>
                  <a:pt x="31623" y="0"/>
                </a:lnTo>
                <a:close/>
              </a:path>
              <a:path w="48895" h="78104">
                <a:moveTo>
                  <a:pt x="43906" y="12098"/>
                </a:moveTo>
                <a:lnTo>
                  <a:pt x="26162" y="12098"/>
                </a:lnTo>
                <a:lnTo>
                  <a:pt x="27686" y="12660"/>
                </a:lnTo>
                <a:lnTo>
                  <a:pt x="29083" y="13784"/>
                </a:lnTo>
                <a:lnTo>
                  <a:pt x="33588" y="48928"/>
                </a:lnTo>
                <a:lnTo>
                  <a:pt x="33274" y="54152"/>
                </a:lnTo>
                <a:lnTo>
                  <a:pt x="32258" y="57890"/>
                </a:lnTo>
                <a:lnTo>
                  <a:pt x="31496" y="60798"/>
                </a:lnTo>
                <a:lnTo>
                  <a:pt x="30352" y="62814"/>
                </a:lnTo>
                <a:lnTo>
                  <a:pt x="29049" y="63966"/>
                </a:lnTo>
                <a:lnTo>
                  <a:pt x="27662" y="65073"/>
                </a:lnTo>
                <a:lnTo>
                  <a:pt x="26162" y="65626"/>
                </a:lnTo>
                <a:lnTo>
                  <a:pt x="43948" y="65626"/>
                </a:lnTo>
                <a:lnTo>
                  <a:pt x="44642" y="64452"/>
                </a:lnTo>
                <a:lnTo>
                  <a:pt x="46942" y="57449"/>
                </a:lnTo>
                <a:lnTo>
                  <a:pt x="48313" y="48928"/>
                </a:lnTo>
                <a:lnTo>
                  <a:pt x="48768" y="38888"/>
                </a:lnTo>
                <a:lnTo>
                  <a:pt x="48298" y="28738"/>
                </a:lnTo>
                <a:lnTo>
                  <a:pt x="46921" y="20249"/>
                </a:lnTo>
                <a:lnTo>
                  <a:pt x="44642" y="13333"/>
                </a:lnTo>
                <a:lnTo>
                  <a:pt x="43906" y="12098"/>
                </a:lnTo>
                <a:close/>
              </a:path>
            </a:pathLst>
          </a:custGeom>
          <a:solidFill>
            <a:srgbClr val="4264DE">
              <a:alpha val="10195"/>
            </a:srgbClr>
          </a:solidFill>
        </p:spPr>
        <p:txBody>
          <a:bodyPr wrap="square" lIns="0" tIns="0" rIns="0" bIns="0" rtlCol="0"/>
          <a:lstStyle/>
          <a:p>
            <a:endParaRPr/>
          </a:p>
        </p:txBody>
      </p:sp>
      <p:sp>
        <p:nvSpPr>
          <p:cNvPr id="550" name="object 550"/>
          <p:cNvSpPr/>
          <p:nvPr/>
        </p:nvSpPr>
        <p:spPr>
          <a:xfrm>
            <a:off x="9845040" y="6780274"/>
            <a:ext cx="33655" cy="78105"/>
          </a:xfrm>
          <a:custGeom>
            <a:avLst/>
            <a:gdLst/>
            <a:ahLst/>
            <a:cxnLst/>
            <a:rect l="l" t="t" r="r" b="b"/>
            <a:pathLst>
              <a:path w="33654" h="78104">
                <a:moveTo>
                  <a:pt x="33527" y="0"/>
                </a:moveTo>
                <a:lnTo>
                  <a:pt x="21716" y="0"/>
                </a:lnTo>
                <a:lnTo>
                  <a:pt x="19938" y="4716"/>
                </a:lnTo>
                <a:lnTo>
                  <a:pt x="16890" y="8844"/>
                </a:lnTo>
                <a:lnTo>
                  <a:pt x="8000" y="15920"/>
                </a:lnTo>
                <a:lnTo>
                  <a:pt x="3809" y="18322"/>
                </a:lnTo>
                <a:lnTo>
                  <a:pt x="0" y="19589"/>
                </a:lnTo>
                <a:lnTo>
                  <a:pt x="0" y="33054"/>
                </a:lnTo>
                <a:lnTo>
                  <a:pt x="7238" y="30626"/>
                </a:lnTo>
                <a:lnTo>
                  <a:pt x="13588" y="26877"/>
                </a:lnTo>
                <a:lnTo>
                  <a:pt x="18923" y="21807"/>
                </a:lnTo>
                <a:lnTo>
                  <a:pt x="18923" y="77724"/>
                </a:lnTo>
                <a:lnTo>
                  <a:pt x="33527" y="77724"/>
                </a:lnTo>
                <a:lnTo>
                  <a:pt x="33527" y="0"/>
                </a:lnTo>
                <a:close/>
              </a:path>
            </a:pathLst>
          </a:custGeom>
          <a:solidFill>
            <a:srgbClr val="4264DE">
              <a:alpha val="10195"/>
            </a:srgbClr>
          </a:solidFill>
        </p:spPr>
        <p:txBody>
          <a:bodyPr wrap="square" lIns="0" tIns="0" rIns="0" bIns="0" rtlCol="0"/>
          <a:lstStyle/>
          <a:p>
            <a:endParaRPr/>
          </a:p>
        </p:txBody>
      </p:sp>
      <p:sp>
        <p:nvSpPr>
          <p:cNvPr id="551" name="object 551"/>
          <p:cNvSpPr/>
          <p:nvPr/>
        </p:nvSpPr>
        <p:spPr>
          <a:xfrm>
            <a:off x="9663683" y="6780274"/>
            <a:ext cx="48895" cy="78105"/>
          </a:xfrm>
          <a:custGeom>
            <a:avLst/>
            <a:gdLst/>
            <a:ahLst/>
            <a:cxnLst/>
            <a:rect l="l" t="t" r="r" b="b"/>
            <a:pathLst>
              <a:path w="48895" h="78104">
                <a:moveTo>
                  <a:pt x="31623" y="0"/>
                </a:moveTo>
                <a:lnTo>
                  <a:pt x="17145" y="0"/>
                </a:lnTo>
                <a:lnTo>
                  <a:pt x="11430" y="2597"/>
                </a:lnTo>
                <a:lnTo>
                  <a:pt x="0" y="38732"/>
                </a:lnTo>
                <a:lnTo>
                  <a:pt x="438" y="48928"/>
                </a:lnTo>
                <a:lnTo>
                  <a:pt x="17018" y="77724"/>
                </a:lnTo>
                <a:lnTo>
                  <a:pt x="31623" y="77724"/>
                </a:lnTo>
                <a:lnTo>
                  <a:pt x="37338" y="75128"/>
                </a:lnTo>
                <a:lnTo>
                  <a:pt x="41401" y="69935"/>
                </a:lnTo>
                <a:lnTo>
                  <a:pt x="43948" y="65626"/>
                </a:lnTo>
                <a:lnTo>
                  <a:pt x="22606" y="65626"/>
                </a:lnTo>
                <a:lnTo>
                  <a:pt x="21071" y="65064"/>
                </a:lnTo>
                <a:lnTo>
                  <a:pt x="15181" y="48928"/>
                </a:lnTo>
                <a:lnTo>
                  <a:pt x="15186" y="28738"/>
                </a:lnTo>
                <a:lnTo>
                  <a:pt x="22606" y="12098"/>
                </a:lnTo>
                <a:lnTo>
                  <a:pt x="43906" y="12098"/>
                </a:lnTo>
                <a:lnTo>
                  <a:pt x="41401" y="7891"/>
                </a:lnTo>
                <a:lnTo>
                  <a:pt x="37338" y="2630"/>
                </a:lnTo>
                <a:lnTo>
                  <a:pt x="31623" y="0"/>
                </a:lnTo>
                <a:close/>
              </a:path>
              <a:path w="48895" h="78104">
                <a:moveTo>
                  <a:pt x="43906" y="12098"/>
                </a:moveTo>
                <a:lnTo>
                  <a:pt x="26162" y="12098"/>
                </a:lnTo>
                <a:lnTo>
                  <a:pt x="27686" y="12660"/>
                </a:lnTo>
                <a:lnTo>
                  <a:pt x="29083" y="13784"/>
                </a:lnTo>
                <a:lnTo>
                  <a:pt x="33588" y="48928"/>
                </a:lnTo>
                <a:lnTo>
                  <a:pt x="33274" y="54152"/>
                </a:lnTo>
                <a:lnTo>
                  <a:pt x="32258" y="57890"/>
                </a:lnTo>
                <a:lnTo>
                  <a:pt x="31496" y="60798"/>
                </a:lnTo>
                <a:lnTo>
                  <a:pt x="30352" y="62814"/>
                </a:lnTo>
                <a:lnTo>
                  <a:pt x="29049" y="63966"/>
                </a:lnTo>
                <a:lnTo>
                  <a:pt x="27662" y="65073"/>
                </a:lnTo>
                <a:lnTo>
                  <a:pt x="26162" y="65626"/>
                </a:lnTo>
                <a:lnTo>
                  <a:pt x="43948" y="65626"/>
                </a:lnTo>
                <a:lnTo>
                  <a:pt x="44642" y="64452"/>
                </a:lnTo>
                <a:lnTo>
                  <a:pt x="46942" y="57449"/>
                </a:lnTo>
                <a:lnTo>
                  <a:pt x="48313" y="48928"/>
                </a:lnTo>
                <a:lnTo>
                  <a:pt x="48768" y="38888"/>
                </a:lnTo>
                <a:lnTo>
                  <a:pt x="48298" y="28738"/>
                </a:lnTo>
                <a:lnTo>
                  <a:pt x="46921" y="20249"/>
                </a:lnTo>
                <a:lnTo>
                  <a:pt x="44642" y="13333"/>
                </a:lnTo>
                <a:lnTo>
                  <a:pt x="43906" y="12098"/>
                </a:lnTo>
                <a:close/>
              </a:path>
            </a:pathLst>
          </a:custGeom>
          <a:solidFill>
            <a:srgbClr val="4264DE">
              <a:alpha val="10195"/>
            </a:srgbClr>
          </a:solidFill>
        </p:spPr>
        <p:txBody>
          <a:bodyPr wrap="square" lIns="0" tIns="0" rIns="0" bIns="0" rtlCol="0"/>
          <a:lstStyle/>
          <a:p>
            <a:endParaRPr/>
          </a:p>
        </p:txBody>
      </p:sp>
      <p:sp>
        <p:nvSpPr>
          <p:cNvPr id="552" name="object 552"/>
          <p:cNvSpPr/>
          <p:nvPr/>
        </p:nvSpPr>
        <p:spPr>
          <a:xfrm>
            <a:off x="10006583" y="6780274"/>
            <a:ext cx="33655" cy="78105"/>
          </a:xfrm>
          <a:custGeom>
            <a:avLst/>
            <a:gdLst/>
            <a:ahLst/>
            <a:cxnLst/>
            <a:rect l="l" t="t" r="r" b="b"/>
            <a:pathLst>
              <a:path w="33654" h="78104">
                <a:moveTo>
                  <a:pt x="33527" y="0"/>
                </a:moveTo>
                <a:lnTo>
                  <a:pt x="21717" y="0"/>
                </a:lnTo>
                <a:lnTo>
                  <a:pt x="19939" y="4716"/>
                </a:lnTo>
                <a:lnTo>
                  <a:pt x="16891" y="8844"/>
                </a:lnTo>
                <a:lnTo>
                  <a:pt x="8000" y="15920"/>
                </a:lnTo>
                <a:lnTo>
                  <a:pt x="3810" y="18322"/>
                </a:lnTo>
                <a:lnTo>
                  <a:pt x="0" y="19589"/>
                </a:lnTo>
                <a:lnTo>
                  <a:pt x="0" y="33054"/>
                </a:lnTo>
                <a:lnTo>
                  <a:pt x="7239" y="30626"/>
                </a:lnTo>
                <a:lnTo>
                  <a:pt x="13589" y="26877"/>
                </a:lnTo>
                <a:lnTo>
                  <a:pt x="18923" y="21807"/>
                </a:lnTo>
                <a:lnTo>
                  <a:pt x="18923" y="77724"/>
                </a:lnTo>
                <a:lnTo>
                  <a:pt x="33527" y="77724"/>
                </a:lnTo>
                <a:lnTo>
                  <a:pt x="33527" y="0"/>
                </a:lnTo>
                <a:close/>
              </a:path>
            </a:pathLst>
          </a:custGeom>
          <a:solidFill>
            <a:srgbClr val="4264DE">
              <a:alpha val="10195"/>
            </a:srgbClr>
          </a:solidFill>
        </p:spPr>
        <p:txBody>
          <a:bodyPr wrap="square" lIns="0" tIns="0" rIns="0" bIns="0" rtlCol="0"/>
          <a:lstStyle/>
          <a:p>
            <a:endParaRPr/>
          </a:p>
        </p:txBody>
      </p:sp>
      <p:sp>
        <p:nvSpPr>
          <p:cNvPr id="553" name="object 553"/>
          <p:cNvSpPr/>
          <p:nvPr/>
        </p:nvSpPr>
        <p:spPr>
          <a:xfrm>
            <a:off x="10172700" y="6780274"/>
            <a:ext cx="48895" cy="78105"/>
          </a:xfrm>
          <a:custGeom>
            <a:avLst/>
            <a:gdLst/>
            <a:ahLst/>
            <a:cxnLst/>
            <a:rect l="l" t="t" r="r" b="b"/>
            <a:pathLst>
              <a:path w="48895" h="78104">
                <a:moveTo>
                  <a:pt x="31623" y="0"/>
                </a:moveTo>
                <a:lnTo>
                  <a:pt x="17145" y="0"/>
                </a:lnTo>
                <a:lnTo>
                  <a:pt x="11429" y="2597"/>
                </a:lnTo>
                <a:lnTo>
                  <a:pt x="0" y="38732"/>
                </a:lnTo>
                <a:lnTo>
                  <a:pt x="438" y="48928"/>
                </a:lnTo>
                <a:lnTo>
                  <a:pt x="17018" y="77724"/>
                </a:lnTo>
                <a:lnTo>
                  <a:pt x="31623" y="77724"/>
                </a:lnTo>
                <a:lnTo>
                  <a:pt x="37338" y="75128"/>
                </a:lnTo>
                <a:lnTo>
                  <a:pt x="41401" y="69935"/>
                </a:lnTo>
                <a:lnTo>
                  <a:pt x="43948" y="65626"/>
                </a:lnTo>
                <a:lnTo>
                  <a:pt x="22605" y="65626"/>
                </a:lnTo>
                <a:lnTo>
                  <a:pt x="21071" y="65064"/>
                </a:lnTo>
                <a:lnTo>
                  <a:pt x="15181" y="48928"/>
                </a:lnTo>
                <a:lnTo>
                  <a:pt x="15186" y="28738"/>
                </a:lnTo>
                <a:lnTo>
                  <a:pt x="22605" y="12098"/>
                </a:lnTo>
                <a:lnTo>
                  <a:pt x="43906" y="12098"/>
                </a:lnTo>
                <a:lnTo>
                  <a:pt x="41401" y="7891"/>
                </a:lnTo>
                <a:lnTo>
                  <a:pt x="37338" y="2630"/>
                </a:lnTo>
                <a:lnTo>
                  <a:pt x="31623" y="0"/>
                </a:lnTo>
                <a:close/>
              </a:path>
              <a:path w="48895" h="78104">
                <a:moveTo>
                  <a:pt x="43906" y="12098"/>
                </a:moveTo>
                <a:lnTo>
                  <a:pt x="26161" y="12098"/>
                </a:lnTo>
                <a:lnTo>
                  <a:pt x="27685" y="12660"/>
                </a:lnTo>
                <a:lnTo>
                  <a:pt x="28955" y="13784"/>
                </a:lnTo>
                <a:lnTo>
                  <a:pt x="33588" y="48928"/>
                </a:lnTo>
                <a:lnTo>
                  <a:pt x="33274" y="54152"/>
                </a:lnTo>
                <a:lnTo>
                  <a:pt x="32257" y="57890"/>
                </a:lnTo>
                <a:lnTo>
                  <a:pt x="31496" y="60798"/>
                </a:lnTo>
                <a:lnTo>
                  <a:pt x="30352" y="62814"/>
                </a:lnTo>
                <a:lnTo>
                  <a:pt x="29049" y="63966"/>
                </a:lnTo>
                <a:lnTo>
                  <a:pt x="27662" y="65073"/>
                </a:lnTo>
                <a:lnTo>
                  <a:pt x="26161" y="65626"/>
                </a:lnTo>
                <a:lnTo>
                  <a:pt x="43948" y="65626"/>
                </a:lnTo>
                <a:lnTo>
                  <a:pt x="44642" y="64452"/>
                </a:lnTo>
                <a:lnTo>
                  <a:pt x="46942" y="57449"/>
                </a:lnTo>
                <a:lnTo>
                  <a:pt x="48313" y="48928"/>
                </a:lnTo>
                <a:lnTo>
                  <a:pt x="48768" y="38888"/>
                </a:lnTo>
                <a:lnTo>
                  <a:pt x="48298" y="28738"/>
                </a:lnTo>
                <a:lnTo>
                  <a:pt x="46921" y="20249"/>
                </a:lnTo>
                <a:lnTo>
                  <a:pt x="44642" y="13333"/>
                </a:lnTo>
                <a:lnTo>
                  <a:pt x="43906" y="12098"/>
                </a:lnTo>
                <a:close/>
              </a:path>
            </a:pathLst>
          </a:custGeom>
          <a:solidFill>
            <a:srgbClr val="4264DE">
              <a:alpha val="10195"/>
            </a:srgbClr>
          </a:solidFill>
        </p:spPr>
        <p:txBody>
          <a:bodyPr wrap="square" lIns="0" tIns="0" rIns="0" bIns="0" rtlCol="0"/>
          <a:lstStyle/>
          <a:p>
            <a:endParaRPr/>
          </a:p>
        </p:txBody>
      </p:sp>
      <p:sp>
        <p:nvSpPr>
          <p:cNvPr id="554" name="object 554"/>
          <p:cNvSpPr/>
          <p:nvPr/>
        </p:nvSpPr>
        <p:spPr>
          <a:xfrm>
            <a:off x="10354056" y="6780274"/>
            <a:ext cx="33655" cy="78105"/>
          </a:xfrm>
          <a:custGeom>
            <a:avLst/>
            <a:gdLst/>
            <a:ahLst/>
            <a:cxnLst/>
            <a:rect l="l" t="t" r="r" b="b"/>
            <a:pathLst>
              <a:path w="33654" h="78104">
                <a:moveTo>
                  <a:pt x="33527" y="0"/>
                </a:moveTo>
                <a:lnTo>
                  <a:pt x="21717" y="0"/>
                </a:lnTo>
                <a:lnTo>
                  <a:pt x="19939" y="4716"/>
                </a:lnTo>
                <a:lnTo>
                  <a:pt x="16891" y="8844"/>
                </a:lnTo>
                <a:lnTo>
                  <a:pt x="8000" y="15920"/>
                </a:lnTo>
                <a:lnTo>
                  <a:pt x="3810" y="18322"/>
                </a:lnTo>
                <a:lnTo>
                  <a:pt x="0" y="19589"/>
                </a:lnTo>
                <a:lnTo>
                  <a:pt x="0" y="33054"/>
                </a:lnTo>
                <a:lnTo>
                  <a:pt x="7239" y="30626"/>
                </a:lnTo>
                <a:lnTo>
                  <a:pt x="13589" y="26877"/>
                </a:lnTo>
                <a:lnTo>
                  <a:pt x="18923" y="21807"/>
                </a:lnTo>
                <a:lnTo>
                  <a:pt x="18923" y="77724"/>
                </a:lnTo>
                <a:lnTo>
                  <a:pt x="33527" y="77724"/>
                </a:lnTo>
                <a:lnTo>
                  <a:pt x="33527" y="0"/>
                </a:lnTo>
                <a:close/>
              </a:path>
            </a:pathLst>
          </a:custGeom>
          <a:solidFill>
            <a:srgbClr val="4264DE">
              <a:alpha val="10195"/>
            </a:srgbClr>
          </a:solidFill>
        </p:spPr>
        <p:txBody>
          <a:bodyPr wrap="square" lIns="0" tIns="0" rIns="0" bIns="0" rtlCol="0"/>
          <a:lstStyle/>
          <a:p>
            <a:endParaRPr/>
          </a:p>
        </p:txBody>
      </p:sp>
      <p:sp>
        <p:nvSpPr>
          <p:cNvPr id="555" name="object 555"/>
          <p:cNvSpPr/>
          <p:nvPr/>
        </p:nvSpPr>
        <p:spPr>
          <a:xfrm>
            <a:off x="10518647" y="6780274"/>
            <a:ext cx="50800" cy="78105"/>
          </a:xfrm>
          <a:custGeom>
            <a:avLst/>
            <a:gdLst/>
            <a:ahLst/>
            <a:cxnLst/>
            <a:rect l="l" t="t" r="r" b="b"/>
            <a:pathLst>
              <a:path w="50800" h="78104">
                <a:moveTo>
                  <a:pt x="32638" y="0"/>
                </a:moveTo>
                <a:lnTo>
                  <a:pt x="17652" y="0"/>
                </a:lnTo>
                <a:lnTo>
                  <a:pt x="11810" y="2597"/>
                </a:lnTo>
                <a:lnTo>
                  <a:pt x="0" y="38732"/>
                </a:lnTo>
                <a:lnTo>
                  <a:pt x="440" y="48928"/>
                </a:lnTo>
                <a:lnTo>
                  <a:pt x="17652" y="77724"/>
                </a:lnTo>
                <a:lnTo>
                  <a:pt x="32638" y="77724"/>
                </a:lnTo>
                <a:lnTo>
                  <a:pt x="38480" y="75128"/>
                </a:lnTo>
                <a:lnTo>
                  <a:pt x="42672" y="69935"/>
                </a:lnTo>
                <a:lnTo>
                  <a:pt x="45291" y="65626"/>
                </a:lnTo>
                <a:lnTo>
                  <a:pt x="23368" y="65626"/>
                </a:lnTo>
                <a:lnTo>
                  <a:pt x="21706" y="65064"/>
                </a:lnTo>
                <a:lnTo>
                  <a:pt x="18923" y="62857"/>
                </a:lnTo>
                <a:lnTo>
                  <a:pt x="17779" y="60633"/>
                </a:lnTo>
                <a:lnTo>
                  <a:pt x="16001" y="53953"/>
                </a:lnTo>
                <a:lnTo>
                  <a:pt x="15585" y="48928"/>
                </a:lnTo>
                <a:lnTo>
                  <a:pt x="15591" y="28738"/>
                </a:lnTo>
                <a:lnTo>
                  <a:pt x="23368" y="12098"/>
                </a:lnTo>
                <a:lnTo>
                  <a:pt x="45318" y="12098"/>
                </a:lnTo>
                <a:lnTo>
                  <a:pt x="42799" y="7891"/>
                </a:lnTo>
                <a:lnTo>
                  <a:pt x="38480" y="2630"/>
                </a:lnTo>
                <a:lnTo>
                  <a:pt x="32638" y="0"/>
                </a:lnTo>
                <a:close/>
              </a:path>
              <a:path w="50800" h="78104">
                <a:moveTo>
                  <a:pt x="45318" y="12098"/>
                </a:moveTo>
                <a:lnTo>
                  <a:pt x="26924" y="12098"/>
                </a:lnTo>
                <a:lnTo>
                  <a:pt x="28575" y="12660"/>
                </a:lnTo>
                <a:lnTo>
                  <a:pt x="31369" y="14911"/>
                </a:lnTo>
                <a:lnTo>
                  <a:pt x="32511" y="17142"/>
                </a:lnTo>
                <a:lnTo>
                  <a:pt x="34290" y="23822"/>
                </a:lnTo>
                <a:lnTo>
                  <a:pt x="34696" y="28738"/>
                </a:lnTo>
                <a:lnTo>
                  <a:pt x="34708" y="48928"/>
                </a:lnTo>
                <a:lnTo>
                  <a:pt x="34290" y="54152"/>
                </a:lnTo>
                <a:lnTo>
                  <a:pt x="33274" y="57890"/>
                </a:lnTo>
                <a:lnTo>
                  <a:pt x="32511" y="60798"/>
                </a:lnTo>
                <a:lnTo>
                  <a:pt x="31369" y="62814"/>
                </a:lnTo>
                <a:lnTo>
                  <a:pt x="28550" y="65073"/>
                </a:lnTo>
                <a:lnTo>
                  <a:pt x="26924" y="65626"/>
                </a:lnTo>
                <a:lnTo>
                  <a:pt x="45291" y="65626"/>
                </a:lnTo>
                <a:lnTo>
                  <a:pt x="46005" y="64452"/>
                </a:lnTo>
                <a:lnTo>
                  <a:pt x="48386" y="57449"/>
                </a:lnTo>
                <a:lnTo>
                  <a:pt x="49815" y="48928"/>
                </a:lnTo>
                <a:lnTo>
                  <a:pt x="50292" y="38888"/>
                </a:lnTo>
                <a:lnTo>
                  <a:pt x="49802" y="28738"/>
                </a:lnTo>
                <a:lnTo>
                  <a:pt x="48381" y="20249"/>
                </a:lnTo>
                <a:lnTo>
                  <a:pt x="46059" y="13333"/>
                </a:lnTo>
                <a:lnTo>
                  <a:pt x="45318" y="12098"/>
                </a:lnTo>
                <a:close/>
              </a:path>
            </a:pathLst>
          </a:custGeom>
          <a:solidFill>
            <a:srgbClr val="4264DE">
              <a:alpha val="10195"/>
            </a:srgbClr>
          </a:solidFill>
        </p:spPr>
        <p:txBody>
          <a:bodyPr wrap="square" lIns="0" tIns="0" rIns="0" bIns="0" rtlCol="0"/>
          <a:lstStyle/>
          <a:p>
            <a:endParaRPr/>
          </a:p>
        </p:txBody>
      </p:sp>
      <p:sp>
        <p:nvSpPr>
          <p:cNvPr id="556" name="object 556"/>
          <p:cNvSpPr/>
          <p:nvPr/>
        </p:nvSpPr>
        <p:spPr>
          <a:xfrm>
            <a:off x="10700004" y="6780274"/>
            <a:ext cx="33655" cy="78105"/>
          </a:xfrm>
          <a:custGeom>
            <a:avLst/>
            <a:gdLst/>
            <a:ahLst/>
            <a:cxnLst/>
            <a:rect l="l" t="t" r="r" b="b"/>
            <a:pathLst>
              <a:path w="33654" h="78104">
                <a:moveTo>
                  <a:pt x="33527" y="0"/>
                </a:moveTo>
                <a:lnTo>
                  <a:pt x="21717" y="0"/>
                </a:lnTo>
                <a:lnTo>
                  <a:pt x="19939" y="4716"/>
                </a:lnTo>
                <a:lnTo>
                  <a:pt x="16891" y="8844"/>
                </a:lnTo>
                <a:lnTo>
                  <a:pt x="8000" y="15920"/>
                </a:lnTo>
                <a:lnTo>
                  <a:pt x="3810" y="18322"/>
                </a:lnTo>
                <a:lnTo>
                  <a:pt x="0" y="19589"/>
                </a:lnTo>
                <a:lnTo>
                  <a:pt x="0" y="33054"/>
                </a:lnTo>
                <a:lnTo>
                  <a:pt x="7239" y="30626"/>
                </a:lnTo>
                <a:lnTo>
                  <a:pt x="13589" y="26877"/>
                </a:lnTo>
                <a:lnTo>
                  <a:pt x="18923" y="21807"/>
                </a:lnTo>
                <a:lnTo>
                  <a:pt x="18923" y="77724"/>
                </a:lnTo>
                <a:lnTo>
                  <a:pt x="33527" y="77724"/>
                </a:lnTo>
                <a:lnTo>
                  <a:pt x="33527" y="0"/>
                </a:lnTo>
                <a:close/>
              </a:path>
            </a:pathLst>
          </a:custGeom>
          <a:solidFill>
            <a:srgbClr val="4264DE">
              <a:alpha val="10195"/>
            </a:srgbClr>
          </a:solidFill>
        </p:spPr>
        <p:txBody>
          <a:bodyPr wrap="square" lIns="0" tIns="0" rIns="0" bIns="0" rtlCol="0"/>
          <a:lstStyle/>
          <a:p>
            <a:endParaRPr/>
          </a:p>
        </p:txBody>
      </p:sp>
      <p:sp>
        <p:nvSpPr>
          <p:cNvPr id="557" name="object 557"/>
          <p:cNvSpPr/>
          <p:nvPr/>
        </p:nvSpPr>
        <p:spPr>
          <a:xfrm>
            <a:off x="10866119" y="6780274"/>
            <a:ext cx="48895" cy="78105"/>
          </a:xfrm>
          <a:custGeom>
            <a:avLst/>
            <a:gdLst/>
            <a:ahLst/>
            <a:cxnLst/>
            <a:rect l="l" t="t" r="r" b="b"/>
            <a:pathLst>
              <a:path w="48895" h="78104">
                <a:moveTo>
                  <a:pt x="31623" y="0"/>
                </a:moveTo>
                <a:lnTo>
                  <a:pt x="17145" y="0"/>
                </a:lnTo>
                <a:lnTo>
                  <a:pt x="11429" y="2597"/>
                </a:lnTo>
                <a:lnTo>
                  <a:pt x="0" y="38732"/>
                </a:lnTo>
                <a:lnTo>
                  <a:pt x="438" y="48928"/>
                </a:lnTo>
                <a:lnTo>
                  <a:pt x="17018" y="77724"/>
                </a:lnTo>
                <a:lnTo>
                  <a:pt x="31623" y="77724"/>
                </a:lnTo>
                <a:lnTo>
                  <a:pt x="37337" y="75128"/>
                </a:lnTo>
                <a:lnTo>
                  <a:pt x="41401" y="69935"/>
                </a:lnTo>
                <a:lnTo>
                  <a:pt x="43948" y="65626"/>
                </a:lnTo>
                <a:lnTo>
                  <a:pt x="22605" y="65626"/>
                </a:lnTo>
                <a:lnTo>
                  <a:pt x="21071" y="65064"/>
                </a:lnTo>
                <a:lnTo>
                  <a:pt x="15181" y="48928"/>
                </a:lnTo>
                <a:lnTo>
                  <a:pt x="15186" y="28738"/>
                </a:lnTo>
                <a:lnTo>
                  <a:pt x="22605" y="12098"/>
                </a:lnTo>
                <a:lnTo>
                  <a:pt x="43906" y="12098"/>
                </a:lnTo>
                <a:lnTo>
                  <a:pt x="41401" y="7891"/>
                </a:lnTo>
                <a:lnTo>
                  <a:pt x="37337" y="2630"/>
                </a:lnTo>
                <a:lnTo>
                  <a:pt x="31623" y="0"/>
                </a:lnTo>
                <a:close/>
              </a:path>
              <a:path w="48895" h="78104">
                <a:moveTo>
                  <a:pt x="43906" y="12098"/>
                </a:moveTo>
                <a:lnTo>
                  <a:pt x="26161" y="12098"/>
                </a:lnTo>
                <a:lnTo>
                  <a:pt x="27685" y="12660"/>
                </a:lnTo>
                <a:lnTo>
                  <a:pt x="29082" y="13784"/>
                </a:lnTo>
                <a:lnTo>
                  <a:pt x="33588" y="48928"/>
                </a:lnTo>
                <a:lnTo>
                  <a:pt x="33274" y="54152"/>
                </a:lnTo>
                <a:lnTo>
                  <a:pt x="32257" y="57890"/>
                </a:lnTo>
                <a:lnTo>
                  <a:pt x="31496" y="60798"/>
                </a:lnTo>
                <a:lnTo>
                  <a:pt x="30352" y="62814"/>
                </a:lnTo>
                <a:lnTo>
                  <a:pt x="29049" y="63966"/>
                </a:lnTo>
                <a:lnTo>
                  <a:pt x="27662" y="65073"/>
                </a:lnTo>
                <a:lnTo>
                  <a:pt x="26161" y="65626"/>
                </a:lnTo>
                <a:lnTo>
                  <a:pt x="43948" y="65626"/>
                </a:lnTo>
                <a:lnTo>
                  <a:pt x="44642" y="64452"/>
                </a:lnTo>
                <a:lnTo>
                  <a:pt x="46942" y="57449"/>
                </a:lnTo>
                <a:lnTo>
                  <a:pt x="48313" y="48928"/>
                </a:lnTo>
                <a:lnTo>
                  <a:pt x="48768" y="38888"/>
                </a:lnTo>
                <a:lnTo>
                  <a:pt x="48298" y="28738"/>
                </a:lnTo>
                <a:lnTo>
                  <a:pt x="46921" y="20249"/>
                </a:lnTo>
                <a:lnTo>
                  <a:pt x="44642" y="13333"/>
                </a:lnTo>
                <a:lnTo>
                  <a:pt x="43906" y="12098"/>
                </a:lnTo>
                <a:close/>
              </a:path>
            </a:pathLst>
          </a:custGeom>
          <a:solidFill>
            <a:srgbClr val="4264DE">
              <a:alpha val="10195"/>
            </a:srgbClr>
          </a:solidFill>
        </p:spPr>
        <p:txBody>
          <a:bodyPr wrap="square" lIns="0" tIns="0" rIns="0" bIns="0" rtlCol="0"/>
          <a:lstStyle/>
          <a:p>
            <a:endParaRPr/>
          </a:p>
        </p:txBody>
      </p:sp>
      <p:sp>
        <p:nvSpPr>
          <p:cNvPr id="558" name="object 558"/>
          <p:cNvSpPr/>
          <p:nvPr/>
        </p:nvSpPr>
        <p:spPr>
          <a:xfrm>
            <a:off x="11047476" y="6780274"/>
            <a:ext cx="33655" cy="78105"/>
          </a:xfrm>
          <a:custGeom>
            <a:avLst/>
            <a:gdLst/>
            <a:ahLst/>
            <a:cxnLst/>
            <a:rect l="l" t="t" r="r" b="b"/>
            <a:pathLst>
              <a:path w="33654" h="78104">
                <a:moveTo>
                  <a:pt x="33527" y="0"/>
                </a:moveTo>
                <a:lnTo>
                  <a:pt x="21717" y="0"/>
                </a:lnTo>
                <a:lnTo>
                  <a:pt x="19939" y="4716"/>
                </a:lnTo>
                <a:lnTo>
                  <a:pt x="16891" y="8844"/>
                </a:lnTo>
                <a:lnTo>
                  <a:pt x="8000" y="15920"/>
                </a:lnTo>
                <a:lnTo>
                  <a:pt x="3809" y="18322"/>
                </a:lnTo>
                <a:lnTo>
                  <a:pt x="0" y="19589"/>
                </a:lnTo>
                <a:lnTo>
                  <a:pt x="0" y="33054"/>
                </a:lnTo>
                <a:lnTo>
                  <a:pt x="7239" y="30626"/>
                </a:lnTo>
                <a:lnTo>
                  <a:pt x="13589" y="26877"/>
                </a:lnTo>
                <a:lnTo>
                  <a:pt x="18923" y="21807"/>
                </a:lnTo>
                <a:lnTo>
                  <a:pt x="18923" y="77724"/>
                </a:lnTo>
                <a:lnTo>
                  <a:pt x="33527" y="77724"/>
                </a:lnTo>
                <a:lnTo>
                  <a:pt x="33527" y="0"/>
                </a:lnTo>
                <a:close/>
              </a:path>
            </a:pathLst>
          </a:custGeom>
          <a:solidFill>
            <a:srgbClr val="4264DE">
              <a:alpha val="10195"/>
            </a:srgbClr>
          </a:solidFill>
        </p:spPr>
        <p:txBody>
          <a:bodyPr wrap="square" lIns="0" tIns="0" rIns="0" bIns="0" rtlCol="0"/>
          <a:lstStyle/>
          <a:p>
            <a:endParaRPr/>
          </a:p>
        </p:txBody>
      </p:sp>
      <p:sp>
        <p:nvSpPr>
          <p:cNvPr id="559" name="object 559"/>
          <p:cNvSpPr/>
          <p:nvPr/>
        </p:nvSpPr>
        <p:spPr>
          <a:xfrm>
            <a:off x="11212068" y="6780274"/>
            <a:ext cx="50800" cy="78105"/>
          </a:xfrm>
          <a:custGeom>
            <a:avLst/>
            <a:gdLst/>
            <a:ahLst/>
            <a:cxnLst/>
            <a:rect l="l" t="t" r="r" b="b"/>
            <a:pathLst>
              <a:path w="50800" h="78104">
                <a:moveTo>
                  <a:pt x="32638" y="0"/>
                </a:moveTo>
                <a:lnTo>
                  <a:pt x="17652" y="0"/>
                </a:lnTo>
                <a:lnTo>
                  <a:pt x="11810" y="2597"/>
                </a:lnTo>
                <a:lnTo>
                  <a:pt x="0" y="38732"/>
                </a:lnTo>
                <a:lnTo>
                  <a:pt x="440" y="48928"/>
                </a:lnTo>
                <a:lnTo>
                  <a:pt x="17652" y="77724"/>
                </a:lnTo>
                <a:lnTo>
                  <a:pt x="32638" y="77724"/>
                </a:lnTo>
                <a:lnTo>
                  <a:pt x="38480" y="75128"/>
                </a:lnTo>
                <a:lnTo>
                  <a:pt x="42672" y="69935"/>
                </a:lnTo>
                <a:lnTo>
                  <a:pt x="45291" y="65626"/>
                </a:lnTo>
                <a:lnTo>
                  <a:pt x="23367" y="65626"/>
                </a:lnTo>
                <a:lnTo>
                  <a:pt x="21706" y="65064"/>
                </a:lnTo>
                <a:lnTo>
                  <a:pt x="18923" y="62857"/>
                </a:lnTo>
                <a:lnTo>
                  <a:pt x="17779" y="60633"/>
                </a:lnTo>
                <a:lnTo>
                  <a:pt x="16001" y="53953"/>
                </a:lnTo>
                <a:lnTo>
                  <a:pt x="15585" y="48928"/>
                </a:lnTo>
                <a:lnTo>
                  <a:pt x="15591" y="28738"/>
                </a:lnTo>
                <a:lnTo>
                  <a:pt x="23367" y="12098"/>
                </a:lnTo>
                <a:lnTo>
                  <a:pt x="45318" y="12098"/>
                </a:lnTo>
                <a:lnTo>
                  <a:pt x="42799" y="7891"/>
                </a:lnTo>
                <a:lnTo>
                  <a:pt x="38480" y="2630"/>
                </a:lnTo>
                <a:lnTo>
                  <a:pt x="32638" y="0"/>
                </a:lnTo>
                <a:close/>
              </a:path>
              <a:path w="50800" h="78104">
                <a:moveTo>
                  <a:pt x="45318" y="12098"/>
                </a:moveTo>
                <a:lnTo>
                  <a:pt x="26924" y="12098"/>
                </a:lnTo>
                <a:lnTo>
                  <a:pt x="28575" y="12660"/>
                </a:lnTo>
                <a:lnTo>
                  <a:pt x="31368" y="14911"/>
                </a:lnTo>
                <a:lnTo>
                  <a:pt x="32511" y="17142"/>
                </a:lnTo>
                <a:lnTo>
                  <a:pt x="34289" y="23822"/>
                </a:lnTo>
                <a:lnTo>
                  <a:pt x="34696" y="28738"/>
                </a:lnTo>
                <a:lnTo>
                  <a:pt x="34708" y="48928"/>
                </a:lnTo>
                <a:lnTo>
                  <a:pt x="34289" y="54152"/>
                </a:lnTo>
                <a:lnTo>
                  <a:pt x="33274" y="57890"/>
                </a:lnTo>
                <a:lnTo>
                  <a:pt x="32511" y="60798"/>
                </a:lnTo>
                <a:lnTo>
                  <a:pt x="31368" y="62814"/>
                </a:lnTo>
                <a:lnTo>
                  <a:pt x="28550" y="65073"/>
                </a:lnTo>
                <a:lnTo>
                  <a:pt x="26924" y="65626"/>
                </a:lnTo>
                <a:lnTo>
                  <a:pt x="45291" y="65626"/>
                </a:lnTo>
                <a:lnTo>
                  <a:pt x="46005" y="64452"/>
                </a:lnTo>
                <a:lnTo>
                  <a:pt x="48386" y="57449"/>
                </a:lnTo>
                <a:lnTo>
                  <a:pt x="49815" y="48928"/>
                </a:lnTo>
                <a:lnTo>
                  <a:pt x="50291" y="38888"/>
                </a:lnTo>
                <a:lnTo>
                  <a:pt x="49802" y="28738"/>
                </a:lnTo>
                <a:lnTo>
                  <a:pt x="48381" y="20249"/>
                </a:lnTo>
                <a:lnTo>
                  <a:pt x="46059" y="13333"/>
                </a:lnTo>
                <a:lnTo>
                  <a:pt x="45318" y="12098"/>
                </a:lnTo>
                <a:close/>
              </a:path>
            </a:pathLst>
          </a:custGeom>
          <a:solidFill>
            <a:srgbClr val="4264DE">
              <a:alpha val="10195"/>
            </a:srgbClr>
          </a:solidFill>
        </p:spPr>
        <p:txBody>
          <a:bodyPr wrap="square" lIns="0" tIns="0" rIns="0" bIns="0" rtlCol="0"/>
          <a:lstStyle/>
          <a:p>
            <a:endParaRPr/>
          </a:p>
        </p:txBody>
      </p:sp>
      <p:sp>
        <p:nvSpPr>
          <p:cNvPr id="560" name="object 560"/>
          <p:cNvSpPr/>
          <p:nvPr/>
        </p:nvSpPr>
        <p:spPr>
          <a:xfrm>
            <a:off x="11393423" y="6780274"/>
            <a:ext cx="33655" cy="78105"/>
          </a:xfrm>
          <a:custGeom>
            <a:avLst/>
            <a:gdLst/>
            <a:ahLst/>
            <a:cxnLst/>
            <a:rect l="l" t="t" r="r" b="b"/>
            <a:pathLst>
              <a:path w="33654" h="78104">
                <a:moveTo>
                  <a:pt x="33527" y="0"/>
                </a:moveTo>
                <a:lnTo>
                  <a:pt x="21717" y="0"/>
                </a:lnTo>
                <a:lnTo>
                  <a:pt x="19939" y="4716"/>
                </a:lnTo>
                <a:lnTo>
                  <a:pt x="16891" y="8844"/>
                </a:lnTo>
                <a:lnTo>
                  <a:pt x="8000" y="15920"/>
                </a:lnTo>
                <a:lnTo>
                  <a:pt x="3809" y="18322"/>
                </a:lnTo>
                <a:lnTo>
                  <a:pt x="0" y="19589"/>
                </a:lnTo>
                <a:lnTo>
                  <a:pt x="0" y="33054"/>
                </a:lnTo>
                <a:lnTo>
                  <a:pt x="7239" y="30626"/>
                </a:lnTo>
                <a:lnTo>
                  <a:pt x="13589" y="26877"/>
                </a:lnTo>
                <a:lnTo>
                  <a:pt x="18923" y="21807"/>
                </a:lnTo>
                <a:lnTo>
                  <a:pt x="18923" y="77724"/>
                </a:lnTo>
                <a:lnTo>
                  <a:pt x="33527" y="77724"/>
                </a:lnTo>
                <a:lnTo>
                  <a:pt x="33527" y="0"/>
                </a:lnTo>
                <a:close/>
              </a:path>
            </a:pathLst>
          </a:custGeom>
          <a:solidFill>
            <a:srgbClr val="4264DE">
              <a:alpha val="10195"/>
            </a:srgbClr>
          </a:solidFill>
        </p:spPr>
        <p:txBody>
          <a:bodyPr wrap="square" lIns="0" tIns="0" rIns="0" bIns="0" rtlCol="0"/>
          <a:lstStyle/>
          <a:p>
            <a:endParaRPr/>
          </a:p>
        </p:txBody>
      </p:sp>
      <p:sp>
        <p:nvSpPr>
          <p:cNvPr id="561" name="object 561"/>
          <p:cNvSpPr/>
          <p:nvPr/>
        </p:nvSpPr>
        <p:spPr>
          <a:xfrm>
            <a:off x="11559540" y="6780274"/>
            <a:ext cx="48895" cy="78105"/>
          </a:xfrm>
          <a:custGeom>
            <a:avLst/>
            <a:gdLst/>
            <a:ahLst/>
            <a:cxnLst/>
            <a:rect l="l" t="t" r="r" b="b"/>
            <a:pathLst>
              <a:path w="48895" h="78104">
                <a:moveTo>
                  <a:pt x="31623" y="0"/>
                </a:moveTo>
                <a:lnTo>
                  <a:pt x="17144" y="0"/>
                </a:lnTo>
                <a:lnTo>
                  <a:pt x="11429" y="2597"/>
                </a:lnTo>
                <a:lnTo>
                  <a:pt x="0" y="38732"/>
                </a:lnTo>
                <a:lnTo>
                  <a:pt x="438" y="48928"/>
                </a:lnTo>
                <a:lnTo>
                  <a:pt x="17017" y="77724"/>
                </a:lnTo>
                <a:lnTo>
                  <a:pt x="31623" y="77724"/>
                </a:lnTo>
                <a:lnTo>
                  <a:pt x="37337" y="75128"/>
                </a:lnTo>
                <a:lnTo>
                  <a:pt x="41401" y="69935"/>
                </a:lnTo>
                <a:lnTo>
                  <a:pt x="43948" y="65626"/>
                </a:lnTo>
                <a:lnTo>
                  <a:pt x="22605" y="65626"/>
                </a:lnTo>
                <a:lnTo>
                  <a:pt x="21071" y="65064"/>
                </a:lnTo>
                <a:lnTo>
                  <a:pt x="15181" y="48928"/>
                </a:lnTo>
                <a:lnTo>
                  <a:pt x="15186" y="28738"/>
                </a:lnTo>
                <a:lnTo>
                  <a:pt x="22605" y="12098"/>
                </a:lnTo>
                <a:lnTo>
                  <a:pt x="43906" y="12098"/>
                </a:lnTo>
                <a:lnTo>
                  <a:pt x="41401" y="7891"/>
                </a:lnTo>
                <a:lnTo>
                  <a:pt x="37337" y="2630"/>
                </a:lnTo>
                <a:lnTo>
                  <a:pt x="31623" y="0"/>
                </a:lnTo>
                <a:close/>
              </a:path>
              <a:path w="48895" h="78104">
                <a:moveTo>
                  <a:pt x="43906" y="12098"/>
                </a:moveTo>
                <a:lnTo>
                  <a:pt x="26161" y="12098"/>
                </a:lnTo>
                <a:lnTo>
                  <a:pt x="27685" y="12660"/>
                </a:lnTo>
                <a:lnTo>
                  <a:pt x="28955" y="13784"/>
                </a:lnTo>
                <a:lnTo>
                  <a:pt x="33588" y="48928"/>
                </a:lnTo>
                <a:lnTo>
                  <a:pt x="33274" y="54152"/>
                </a:lnTo>
                <a:lnTo>
                  <a:pt x="32257" y="57890"/>
                </a:lnTo>
                <a:lnTo>
                  <a:pt x="31495" y="60798"/>
                </a:lnTo>
                <a:lnTo>
                  <a:pt x="30352" y="62814"/>
                </a:lnTo>
                <a:lnTo>
                  <a:pt x="29049" y="63966"/>
                </a:lnTo>
                <a:lnTo>
                  <a:pt x="27662" y="65073"/>
                </a:lnTo>
                <a:lnTo>
                  <a:pt x="26161" y="65626"/>
                </a:lnTo>
                <a:lnTo>
                  <a:pt x="43948" y="65626"/>
                </a:lnTo>
                <a:lnTo>
                  <a:pt x="44642" y="64452"/>
                </a:lnTo>
                <a:lnTo>
                  <a:pt x="46942" y="57449"/>
                </a:lnTo>
                <a:lnTo>
                  <a:pt x="48313" y="48928"/>
                </a:lnTo>
                <a:lnTo>
                  <a:pt x="48767" y="38888"/>
                </a:lnTo>
                <a:lnTo>
                  <a:pt x="48298" y="28738"/>
                </a:lnTo>
                <a:lnTo>
                  <a:pt x="46921" y="20249"/>
                </a:lnTo>
                <a:lnTo>
                  <a:pt x="44642" y="13333"/>
                </a:lnTo>
                <a:lnTo>
                  <a:pt x="43906" y="12098"/>
                </a:lnTo>
                <a:close/>
              </a:path>
            </a:pathLst>
          </a:custGeom>
          <a:solidFill>
            <a:srgbClr val="4264DE">
              <a:alpha val="10195"/>
            </a:srgbClr>
          </a:solidFill>
        </p:spPr>
        <p:txBody>
          <a:bodyPr wrap="square" lIns="0" tIns="0" rIns="0" bIns="0" rtlCol="0"/>
          <a:lstStyle/>
          <a:p>
            <a:endParaRPr/>
          </a:p>
        </p:txBody>
      </p:sp>
      <p:sp>
        <p:nvSpPr>
          <p:cNvPr id="562" name="object 562"/>
          <p:cNvSpPr/>
          <p:nvPr/>
        </p:nvSpPr>
        <p:spPr>
          <a:xfrm>
            <a:off x="11740895" y="6780274"/>
            <a:ext cx="33655" cy="78105"/>
          </a:xfrm>
          <a:custGeom>
            <a:avLst/>
            <a:gdLst/>
            <a:ahLst/>
            <a:cxnLst/>
            <a:rect l="l" t="t" r="r" b="b"/>
            <a:pathLst>
              <a:path w="33654" h="78104">
                <a:moveTo>
                  <a:pt x="33527" y="0"/>
                </a:moveTo>
                <a:lnTo>
                  <a:pt x="21717" y="0"/>
                </a:lnTo>
                <a:lnTo>
                  <a:pt x="19938" y="4716"/>
                </a:lnTo>
                <a:lnTo>
                  <a:pt x="16890" y="8844"/>
                </a:lnTo>
                <a:lnTo>
                  <a:pt x="8000" y="15920"/>
                </a:lnTo>
                <a:lnTo>
                  <a:pt x="3809" y="18322"/>
                </a:lnTo>
                <a:lnTo>
                  <a:pt x="0" y="19589"/>
                </a:lnTo>
                <a:lnTo>
                  <a:pt x="0" y="33054"/>
                </a:lnTo>
                <a:lnTo>
                  <a:pt x="7238" y="30626"/>
                </a:lnTo>
                <a:lnTo>
                  <a:pt x="13588" y="26877"/>
                </a:lnTo>
                <a:lnTo>
                  <a:pt x="18923" y="21807"/>
                </a:lnTo>
                <a:lnTo>
                  <a:pt x="18923" y="77724"/>
                </a:lnTo>
                <a:lnTo>
                  <a:pt x="33527" y="77724"/>
                </a:lnTo>
                <a:lnTo>
                  <a:pt x="33527" y="0"/>
                </a:lnTo>
                <a:close/>
              </a:path>
            </a:pathLst>
          </a:custGeom>
          <a:solidFill>
            <a:srgbClr val="4264DE">
              <a:alpha val="10195"/>
            </a:srgbClr>
          </a:solidFill>
        </p:spPr>
        <p:txBody>
          <a:bodyPr wrap="square" lIns="0" tIns="0" rIns="0" bIns="0" rtlCol="0"/>
          <a:lstStyle/>
          <a:p>
            <a:endParaRPr/>
          </a:p>
        </p:txBody>
      </p:sp>
      <p:sp>
        <p:nvSpPr>
          <p:cNvPr id="563" name="object 563"/>
          <p:cNvSpPr/>
          <p:nvPr/>
        </p:nvSpPr>
        <p:spPr>
          <a:xfrm>
            <a:off x="11905488" y="6780274"/>
            <a:ext cx="50800" cy="78105"/>
          </a:xfrm>
          <a:custGeom>
            <a:avLst/>
            <a:gdLst/>
            <a:ahLst/>
            <a:cxnLst/>
            <a:rect l="l" t="t" r="r" b="b"/>
            <a:pathLst>
              <a:path w="50800" h="78104">
                <a:moveTo>
                  <a:pt x="32638" y="0"/>
                </a:moveTo>
                <a:lnTo>
                  <a:pt x="17652" y="0"/>
                </a:lnTo>
                <a:lnTo>
                  <a:pt x="11810" y="2597"/>
                </a:lnTo>
                <a:lnTo>
                  <a:pt x="0" y="38732"/>
                </a:lnTo>
                <a:lnTo>
                  <a:pt x="440" y="48928"/>
                </a:lnTo>
                <a:lnTo>
                  <a:pt x="17652" y="77724"/>
                </a:lnTo>
                <a:lnTo>
                  <a:pt x="32638" y="77724"/>
                </a:lnTo>
                <a:lnTo>
                  <a:pt x="38480" y="75128"/>
                </a:lnTo>
                <a:lnTo>
                  <a:pt x="42671" y="69935"/>
                </a:lnTo>
                <a:lnTo>
                  <a:pt x="45291" y="65626"/>
                </a:lnTo>
                <a:lnTo>
                  <a:pt x="23367" y="65626"/>
                </a:lnTo>
                <a:lnTo>
                  <a:pt x="21706" y="65064"/>
                </a:lnTo>
                <a:lnTo>
                  <a:pt x="18922" y="62857"/>
                </a:lnTo>
                <a:lnTo>
                  <a:pt x="17779" y="60633"/>
                </a:lnTo>
                <a:lnTo>
                  <a:pt x="16001" y="53953"/>
                </a:lnTo>
                <a:lnTo>
                  <a:pt x="15585" y="48928"/>
                </a:lnTo>
                <a:lnTo>
                  <a:pt x="15591" y="28738"/>
                </a:lnTo>
                <a:lnTo>
                  <a:pt x="23367" y="12098"/>
                </a:lnTo>
                <a:lnTo>
                  <a:pt x="45318" y="12098"/>
                </a:lnTo>
                <a:lnTo>
                  <a:pt x="42798" y="7891"/>
                </a:lnTo>
                <a:lnTo>
                  <a:pt x="38480" y="2630"/>
                </a:lnTo>
                <a:lnTo>
                  <a:pt x="32638" y="0"/>
                </a:lnTo>
                <a:close/>
              </a:path>
              <a:path w="50800" h="78104">
                <a:moveTo>
                  <a:pt x="45318" y="12098"/>
                </a:moveTo>
                <a:lnTo>
                  <a:pt x="26923" y="12098"/>
                </a:lnTo>
                <a:lnTo>
                  <a:pt x="28575" y="12660"/>
                </a:lnTo>
                <a:lnTo>
                  <a:pt x="31368" y="14911"/>
                </a:lnTo>
                <a:lnTo>
                  <a:pt x="32511" y="17142"/>
                </a:lnTo>
                <a:lnTo>
                  <a:pt x="34289" y="23822"/>
                </a:lnTo>
                <a:lnTo>
                  <a:pt x="34696" y="28738"/>
                </a:lnTo>
                <a:lnTo>
                  <a:pt x="34708" y="48928"/>
                </a:lnTo>
                <a:lnTo>
                  <a:pt x="34289" y="54152"/>
                </a:lnTo>
                <a:lnTo>
                  <a:pt x="33273" y="57890"/>
                </a:lnTo>
                <a:lnTo>
                  <a:pt x="32511" y="60798"/>
                </a:lnTo>
                <a:lnTo>
                  <a:pt x="31368" y="62814"/>
                </a:lnTo>
                <a:lnTo>
                  <a:pt x="28550" y="65073"/>
                </a:lnTo>
                <a:lnTo>
                  <a:pt x="26923" y="65626"/>
                </a:lnTo>
                <a:lnTo>
                  <a:pt x="45291" y="65626"/>
                </a:lnTo>
                <a:lnTo>
                  <a:pt x="46005" y="64452"/>
                </a:lnTo>
                <a:lnTo>
                  <a:pt x="48386" y="57449"/>
                </a:lnTo>
                <a:lnTo>
                  <a:pt x="49815" y="48928"/>
                </a:lnTo>
                <a:lnTo>
                  <a:pt x="50291" y="38888"/>
                </a:lnTo>
                <a:lnTo>
                  <a:pt x="49802" y="28738"/>
                </a:lnTo>
                <a:lnTo>
                  <a:pt x="48381" y="20249"/>
                </a:lnTo>
                <a:lnTo>
                  <a:pt x="46059" y="13333"/>
                </a:lnTo>
                <a:lnTo>
                  <a:pt x="45318" y="12098"/>
                </a:lnTo>
                <a:close/>
              </a:path>
            </a:pathLst>
          </a:custGeom>
          <a:solidFill>
            <a:srgbClr val="4264DE">
              <a:alpha val="10195"/>
            </a:srgbClr>
          </a:solidFill>
        </p:spPr>
        <p:txBody>
          <a:bodyPr wrap="square" lIns="0" tIns="0" rIns="0" bIns="0" rtlCol="0"/>
          <a:lstStyle/>
          <a:p>
            <a:endParaRPr/>
          </a:p>
        </p:txBody>
      </p:sp>
      <p:sp>
        <p:nvSpPr>
          <p:cNvPr id="564" name="object 564"/>
          <p:cNvSpPr/>
          <p:nvPr/>
        </p:nvSpPr>
        <p:spPr>
          <a:xfrm>
            <a:off x="12086843" y="6780274"/>
            <a:ext cx="33655" cy="78105"/>
          </a:xfrm>
          <a:custGeom>
            <a:avLst/>
            <a:gdLst/>
            <a:ahLst/>
            <a:cxnLst/>
            <a:rect l="l" t="t" r="r" b="b"/>
            <a:pathLst>
              <a:path w="33654" h="78104">
                <a:moveTo>
                  <a:pt x="33527" y="0"/>
                </a:moveTo>
                <a:lnTo>
                  <a:pt x="21716" y="0"/>
                </a:lnTo>
                <a:lnTo>
                  <a:pt x="19938" y="4716"/>
                </a:lnTo>
                <a:lnTo>
                  <a:pt x="16890" y="8844"/>
                </a:lnTo>
                <a:lnTo>
                  <a:pt x="8000" y="15920"/>
                </a:lnTo>
                <a:lnTo>
                  <a:pt x="3809" y="18322"/>
                </a:lnTo>
                <a:lnTo>
                  <a:pt x="0" y="19589"/>
                </a:lnTo>
                <a:lnTo>
                  <a:pt x="0" y="33054"/>
                </a:lnTo>
                <a:lnTo>
                  <a:pt x="7238" y="30626"/>
                </a:lnTo>
                <a:lnTo>
                  <a:pt x="13588" y="26877"/>
                </a:lnTo>
                <a:lnTo>
                  <a:pt x="18923" y="21807"/>
                </a:lnTo>
                <a:lnTo>
                  <a:pt x="18923" y="77724"/>
                </a:lnTo>
                <a:lnTo>
                  <a:pt x="33527" y="77724"/>
                </a:lnTo>
                <a:lnTo>
                  <a:pt x="33527" y="0"/>
                </a:lnTo>
                <a:close/>
              </a:path>
            </a:pathLst>
          </a:custGeom>
          <a:solidFill>
            <a:srgbClr val="4264DE">
              <a:alpha val="10195"/>
            </a:srgbClr>
          </a:solidFill>
        </p:spPr>
        <p:txBody>
          <a:bodyPr wrap="square" lIns="0" tIns="0" rIns="0" bIns="0" rtlCol="0"/>
          <a:lstStyle/>
          <a:p>
            <a:endParaRPr/>
          </a:p>
        </p:txBody>
      </p:sp>
      <p:sp>
        <p:nvSpPr>
          <p:cNvPr id="566" name="object 566"/>
          <p:cNvSpPr txBox="1">
            <a:spLocks noGrp="1"/>
          </p:cNvSpPr>
          <p:nvPr>
            <p:ph type="title"/>
          </p:nvPr>
        </p:nvSpPr>
        <p:spPr>
          <a:xfrm>
            <a:off x="263753" y="204343"/>
            <a:ext cx="9751695" cy="513715"/>
          </a:xfrm>
          <a:prstGeom prst="rect">
            <a:avLst/>
          </a:prstGeom>
        </p:spPr>
        <p:txBody>
          <a:bodyPr vert="horz" wrap="square" lIns="0" tIns="12700" rIns="0" bIns="0" rtlCol="0">
            <a:spAutoFit/>
          </a:bodyPr>
          <a:lstStyle/>
          <a:p>
            <a:pPr marL="12700">
              <a:lnSpc>
                <a:spcPct val="100000"/>
              </a:lnSpc>
              <a:spcBef>
                <a:spcPts val="100"/>
              </a:spcBef>
            </a:pPr>
            <a:r>
              <a:rPr sz="3200" dirty="0"/>
              <a:t>Types </a:t>
            </a:r>
            <a:r>
              <a:rPr sz="3200" spc="-5" dirty="0"/>
              <a:t>of Supervised </a:t>
            </a:r>
            <a:r>
              <a:rPr sz="3200" dirty="0"/>
              <a:t>Machine Learning</a:t>
            </a:r>
            <a:r>
              <a:rPr sz="3200" spc="5" dirty="0"/>
              <a:t> </a:t>
            </a:r>
            <a:r>
              <a:rPr sz="3200" dirty="0"/>
              <a:t>Algorithms</a:t>
            </a:r>
            <a:endParaRPr sz="3200"/>
          </a:p>
        </p:txBody>
      </p:sp>
      <p:sp>
        <p:nvSpPr>
          <p:cNvPr id="567" name="object 567"/>
          <p:cNvSpPr/>
          <p:nvPr/>
        </p:nvSpPr>
        <p:spPr>
          <a:xfrm>
            <a:off x="11778995" y="6621777"/>
            <a:ext cx="253746" cy="232397"/>
          </a:xfrm>
          <a:prstGeom prst="rect">
            <a:avLst/>
          </a:prstGeom>
          <a:blipFill>
            <a:blip r:embed="rId2" cstate="print"/>
            <a:stretch>
              <a:fillRect/>
            </a:stretch>
          </a:blipFill>
        </p:spPr>
        <p:txBody>
          <a:bodyPr wrap="square" lIns="0" tIns="0" rIns="0" bIns="0" rtlCol="0"/>
          <a:lstStyle/>
          <a:p>
            <a:endParaRPr/>
          </a:p>
        </p:txBody>
      </p:sp>
      <p:grpSp>
        <p:nvGrpSpPr>
          <p:cNvPr id="568" name="object 568"/>
          <p:cNvGrpSpPr/>
          <p:nvPr/>
        </p:nvGrpSpPr>
        <p:grpSpPr>
          <a:xfrm>
            <a:off x="908303" y="1693210"/>
            <a:ext cx="10613390" cy="3797935"/>
            <a:chOff x="908303" y="1693210"/>
            <a:chExt cx="10613390" cy="3797935"/>
          </a:xfrm>
        </p:grpSpPr>
        <p:sp>
          <p:nvSpPr>
            <p:cNvPr id="569" name="object 569"/>
            <p:cNvSpPr/>
            <p:nvPr/>
          </p:nvSpPr>
          <p:spPr>
            <a:xfrm>
              <a:off x="6114288" y="5280660"/>
              <a:ext cx="5407660" cy="210820"/>
            </a:xfrm>
            <a:custGeom>
              <a:avLst/>
              <a:gdLst/>
              <a:ahLst/>
              <a:cxnLst/>
              <a:rect l="l" t="t" r="r" b="b"/>
              <a:pathLst>
                <a:path w="5407659" h="210820">
                  <a:moveTo>
                    <a:pt x="5407152" y="0"/>
                  </a:moveTo>
                  <a:lnTo>
                    <a:pt x="0" y="0"/>
                  </a:lnTo>
                  <a:lnTo>
                    <a:pt x="0" y="210311"/>
                  </a:lnTo>
                  <a:lnTo>
                    <a:pt x="5407152" y="210311"/>
                  </a:lnTo>
                  <a:lnTo>
                    <a:pt x="5407152" y="0"/>
                  </a:lnTo>
                  <a:close/>
                </a:path>
              </a:pathLst>
            </a:custGeom>
            <a:solidFill>
              <a:srgbClr val="FF8E01"/>
            </a:solidFill>
          </p:spPr>
          <p:txBody>
            <a:bodyPr wrap="square" lIns="0" tIns="0" rIns="0" bIns="0" rtlCol="0"/>
            <a:lstStyle/>
            <a:p>
              <a:endParaRPr/>
            </a:p>
          </p:txBody>
        </p:sp>
        <p:sp>
          <p:nvSpPr>
            <p:cNvPr id="570" name="object 570"/>
            <p:cNvSpPr/>
            <p:nvPr/>
          </p:nvSpPr>
          <p:spPr>
            <a:xfrm>
              <a:off x="4290187" y="1702735"/>
              <a:ext cx="3624579" cy="1841500"/>
            </a:xfrm>
            <a:custGeom>
              <a:avLst/>
              <a:gdLst/>
              <a:ahLst/>
              <a:cxnLst/>
              <a:rect l="l" t="t" r="r" b="b"/>
              <a:pathLst>
                <a:path w="3624579" h="1841500">
                  <a:moveTo>
                    <a:pt x="1810636" y="0"/>
                  </a:moveTo>
                  <a:lnTo>
                    <a:pt x="1763975" y="556"/>
                  </a:lnTo>
                  <a:lnTo>
                    <a:pt x="1717519" y="2292"/>
                  </a:lnTo>
                  <a:lnTo>
                    <a:pt x="1671283" y="5197"/>
                  </a:lnTo>
                  <a:lnTo>
                    <a:pt x="1625286" y="9258"/>
                  </a:lnTo>
                  <a:lnTo>
                    <a:pt x="1579546" y="14463"/>
                  </a:lnTo>
                  <a:lnTo>
                    <a:pt x="1534080" y="20799"/>
                  </a:lnTo>
                  <a:lnTo>
                    <a:pt x="1488905" y="28254"/>
                  </a:lnTo>
                  <a:lnTo>
                    <a:pt x="1444040" y="36817"/>
                  </a:lnTo>
                  <a:lnTo>
                    <a:pt x="1399501" y="46475"/>
                  </a:lnTo>
                  <a:lnTo>
                    <a:pt x="1355308" y="57216"/>
                  </a:lnTo>
                  <a:lnTo>
                    <a:pt x="1311476" y="69027"/>
                  </a:lnTo>
                  <a:lnTo>
                    <a:pt x="1268025" y="81897"/>
                  </a:lnTo>
                  <a:lnTo>
                    <a:pt x="1224971" y="95813"/>
                  </a:lnTo>
                  <a:lnTo>
                    <a:pt x="1182332" y="110763"/>
                  </a:lnTo>
                  <a:lnTo>
                    <a:pt x="1140126" y="126735"/>
                  </a:lnTo>
                  <a:lnTo>
                    <a:pt x="1098370" y="143717"/>
                  </a:lnTo>
                  <a:lnTo>
                    <a:pt x="1057083" y="161696"/>
                  </a:lnTo>
                  <a:lnTo>
                    <a:pt x="1016281" y="180660"/>
                  </a:lnTo>
                  <a:lnTo>
                    <a:pt x="975982" y="200598"/>
                  </a:lnTo>
                  <a:lnTo>
                    <a:pt x="936205" y="221497"/>
                  </a:lnTo>
                  <a:lnTo>
                    <a:pt x="896966" y="243344"/>
                  </a:lnTo>
                  <a:lnTo>
                    <a:pt x="858284" y="266128"/>
                  </a:lnTo>
                  <a:lnTo>
                    <a:pt x="820175" y="289836"/>
                  </a:lnTo>
                  <a:lnTo>
                    <a:pt x="782658" y="314457"/>
                  </a:lnTo>
                  <a:lnTo>
                    <a:pt x="745750" y="339977"/>
                  </a:lnTo>
                  <a:lnTo>
                    <a:pt x="709469" y="366385"/>
                  </a:lnTo>
                  <a:lnTo>
                    <a:pt x="673832" y="393669"/>
                  </a:lnTo>
                  <a:lnTo>
                    <a:pt x="638858" y="421816"/>
                  </a:lnTo>
                  <a:lnTo>
                    <a:pt x="604563" y="450815"/>
                  </a:lnTo>
                  <a:lnTo>
                    <a:pt x="570966" y="480653"/>
                  </a:lnTo>
                  <a:lnTo>
                    <a:pt x="538083" y="511317"/>
                  </a:lnTo>
                  <a:lnTo>
                    <a:pt x="505934" y="542796"/>
                  </a:lnTo>
                  <a:lnTo>
                    <a:pt x="474534" y="575078"/>
                  </a:lnTo>
                  <a:lnTo>
                    <a:pt x="443903" y="608149"/>
                  </a:lnTo>
                  <a:lnTo>
                    <a:pt x="414057" y="641999"/>
                  </a:lnTo>
                  <a:lnTo>
                    <a:pt x="385014" y="676615"/>
                  </a:lnTo>
                  <a:lnTo>
                    <a:pt x="356793" y="711985"/>
                  </a:lnTo>
                  <a:lnTo>
                    <a:pt x="329409" y="748096"/>
                  </a:lnTo>
                  <a:lnTo>
                    <a:pt x="302882" y="784936"/>
                  </a:lnTo>
                  <a:lnTo>
                    <a:pt x="277229" y="822494"/>
                  </a:lnTo>
                  <a:lnTo>
                    <a:pt x="252467" y="860756"/>
                  </a:lnTo>
                  <a:lnTo>
                    <a:pt x="228614" y="899711"/>
                  </a:lnTo>
                  <a:lnTo>
                    <a:pt x="205688" y="939347"/>
                  </a:lnTo>
                  <a:lnTo>
                    <a:pt x="183706" y="979651"/>
                  </a:lnTo>
                  <a:lnTo>
                    <a:pt x="162686" y="1020612"/>
                  </a:lnTo>
                  <a:lnTo>
                    <a:pt x="142645" y="1062216"/>
                  </a:lnTo>
                  <a:lnTo>
                    <a:pt x="123602" y="1104453"/>
                  </a:lnTo>
                  <a:lnTo>
                    <a:pt x="105574" y="1147308"/>
                  </a:lnTo>
                  <a:lnTo>
                    <a:pt x="88578" y="1190772"/>
                  </a:lnTo>
                  <a:lnTo>
                    <a:pt x="72632" y="1234830"/>
                  </a:lnTo>
                  <a:lnTo>
                    <a:pt x="57754" y="1279472"/>
                  </a:lnTo>
                  <a:lnTo>
                    <a:pt x="43962" y="1324684"/>
                  </a:lnTo>
                  <a:lnTo>
                    <a:pt x="31273" y="1370456"/>
                  </a:lnTo>
                  <a:lnTo>
                    <a:pt x="19704" y="1416773"/>
                  </a:lnTo>
                  <a:lnTo>
                    <a:pt x="9274" y="1463625"/>
                  </a:lnTo>
                  <a:lnTo>
                    <a:pt x="0" y="1510999"/>
                  </a:lnTo>
                  <a:lnTo>
                    <a:pt x="1811147" y="1841326"/>
                  </a:lnTo>
                  <a:lnTo>
                    <a:pt x="3624071" y="1521286"/>
                  </a:lnTo>
                  <a:lnTo>
                    <a:pt x="3614917" y="1473124"/>
                  </a:lnTo>
                  <a:lnTo>
                    <a:pt x="3604536" y="1425421"/>
                  </a:lnTo>
                  <a:lnTo>
                    <a:pt x="3592945" y="1378196"/>
                  </a:lnTo>
                  <a:lnTo>
                    <a:pt x="3580162" y="1331465"/>
                  </a:lnTo>
                  <a:lnTo>
                    <a:pt x="3566203" y="1285245"/>
                  </a:lnTo>
                  <a:lnTo>
                    <a:pt x="3551085" y="1239554"/>
                  </a:lnTo>
                  <a:lnTo>
                    <a:pt x="3534824" y="1194407"/>
                  </a:lnTo>
                  <a:lnTo>
                    <a:pt x="3517439" y="1149822"/>
                  </a:lnTo>
                  <a:lnTo>
                    <a:pt x="3498946" y="1105816"/>
                  </a:lnTo>
                  <a:lnTo>
                    <a:pt x="3479361" y="1062406"/>
                  </a:lnTo>
                  <a:lnTo>
                    <a:pt x="3458701" y="1019609"/>
                  </a:lnTo>
                  <a:lnTo>
                    <a:pt x="3436984" y="977442"/>
                  </a:lnTo>
                  <a:lnTo>
                    <a:pt x="3414225" y="935922"/>
                  </a:lnTo>
                  <a:lnTo>
                    <a:pt x="3390443" y="895065"/>
                  </a:lnTo>
                  <a:lnTo>
                    <a:pt x="3365653" y="854889"/>
                  </a:lnTo>
                  <a:lnTo>
                    <a:pt x="3339873" y="815411"/>
                  </a:lnTo>
                  <a:lnTo>
                    <a:pt x="3313120" y="776647"/>
                  </a:lnTo>
                  <a:lnTo>
                    <a:pt x="3285410" y="738615"/>
                  </a:lnTo>
                  <a:lnTo>
                    <a:pt x="3256760" y="701332"/>
                  </a:lnTo>
                  <a:lnTo>
                    <a:pt x="3227188" y="664814"/>
                  </a:lnTo>
                  <a:lnTo>
                    <a:pt x="3196709" y="629079"/>
                  </a:lnTo>
                  <a:lnTo>
                    <a:pt x="3165341" y="594143"/>
                  </a:lnTo>
                  <a:lnTo>
                    <a:pt x="3133101" y="560023"/>
                  </a:lnTo>
                  <a:lnTo>
                    <a:pt x="3100005" y="526737"/>
                  </a:lnTo>
                  <a:lnTo>
                    <a:pt x="3066071" y="494301"/>
                  </a:lnTo>
                  <a:lnTo>
                    <a:pt x="3031315" y="462733"/>
                  </a:lnTo>
                  <a:lnTo>
                    <a:pt x="2995754" y="432049"/>
                  </a:lnTo>
                  <a:lnTo>
                    <a:pt x="2959405" y="402266"/>
                  </a:lnTo>
                  <a:lnTo>
                    <a:pt x="2922285" y="373401"/>
                  </a:lnTo>
                  <a:lnTo>
                    <a:pt x="2884411" y="345471"/>
                  </a:lnTo>
                  <a:lnTo>
                    <a:pt x="2845799" y="318494"/>
                  </a:lnTo>
                  <a:lnTo>
                    <a:pt x="2806467" y="292485"/>
                  </a:lnTo>
                  <a:lnTo>
                    <a:pt x="2766430" y="267463"/>
                  </a:lnTo>
                  <a:lnTo>
                    <a:pt x="2725707" y="243443"/>
                  </a:lnTo>
                  <a:lnTo>
                    <a:pt x="2684314" y="220444"/>
                  </a:lnTo>
                  <a:lnTo>
                    <a:pt x="2642268" y="198481"/>
                  </a:lnTo>
                  <a:lnTo>
                    <a:pt x="2599586" y="177572"/>
                  </a:lnTo>
                  <a:lnTo>
                    <a:pt x="2556284" y="157734"/>
                  </a:lnTo>
                  <a:lnTo>
                    <a:pt x="2512379" y="138984"/>
                  </a:lnTo>
                  <a:lnTo>
                    <a:pt x="2467889" y="121339"/>
                  </a:lnTo>
                  <a:lnTo>
                    <a:pt x="2422830" y="104815"/>
                  </a:lnTo>
                  <a:lnTo>
                    <a:pt x="2377219" y="89430"/>
                  </a:lnTo>
                  <a:lnTo>
                    <a:pt x="2331073" y="75201"/>
                  </a:lnTo>
                  <a:lnTo>
                    <a:pt x="2284408" y="62144"/>
                  </a:lnTo>
                  <a:lnTo>
                    <a:pt x="2237242" y="50277"/>
                  </a:lnTo>
                  <a:lnTo>
                    <a:pt x="2189592" y="39616"/>
                  </a:lnTo>
                  <a:lnTo>
                    <a:pt x="2141474" y="30179"/>
                  </a:lnTo>
                  <a:lnTo>
                    <a:pt x="2093883" y="22132"/>
                  </a:lnTo>
                  <a:lnTo>
                    <a:pt x="2046372" y="15350"/>
                  </a:lnTo>
                  <a:lnTo>
                    <a:pt x="1998959" y="9822"/>
                  </a:lnTo>
                  <a:lnTo>
                    <a:pt x="1951661" y="5535"/>
                  </a:lnTo>
                  <a:lnTo>
                    <a:pt x="1904496" y="2477"/>
                  </a:lnTo>
                  <a:lnTo>
                    <a:pt x="1857482" y="636"/>
                  </a:lnTo>
                  <a:lnTo>
                    <a:pt x="1810636" y="0"/>
                  </a:lnTo>
                  <a:close/>
                </a:path>
              </a:pathLst>
            </a:custGeom>
            <a:solidFill>
              <a:srgbClr val="152B77"/>
            </a:solidFill>
          </p:spPr>
          <p:txBody>
            <a:bodyPr wrap="square" lIns="0" tIns="0" rIns="0" bIns="0" rtlCol="0"/>
            <a:lstStyle/>
            <a:p>
              <a:endParaRPr/>
            </a:p>
          </p:txBody>
        </p:sp>
        <p:sp>
          <p:nvSpPr>
            <p:cNvPr id="571" name="object 571"/>
            <p:cNvSpPr/>
            <p:nvPr/>
          </p:nvSpPr>
          <p:spPr>
            <a:xfrm>
              <a:off x="4290187" y="1702735"/>
              <a:ext cx="3624579" cy="1521460"/>
            </a:xfrm>
            <a:custGeom>
              <a:avLst/>
              <a:gdLst/>
              <a:ahLst/>
              <a:cxnLst/>
              <a:rect l="l" t="t" r="r" b="b"/>
              <a:pathLst>
                <a:path w="3624579" h="1521460">
                  <a:moveTo>
                    <a:pt x="0" y="1510999"/>
                  </a:moveTo>
                  <a:lnTo>
                    <a:pt x="9274" y="1463625"/>
                  </a:lnTo>
                  <a:lnTo>
                    <a:pt x="19704" y="1416773"/>
                  </a:lnTo>
                  <a:lnTo>
                    <a:pt x="31273" y="1370456"/>
                  </a:lnTo>
                  <a:lnTo>
                    <a:pt x="43962" y="1324684"/>
                  </a:lnTo>
                  <a:lnTo>
                    <a:pt x="57754" y="1279472"/>
                  </a:lnTo>
                  <a:lnTo>
                    <a:pt x="72632" y="1234830"/>
                  </a:lnTo>
                  <a:lnTo>
                    <a:pt x="88578" y="1190772"/>
                  </a:lnTo>
                  <a:lnTo>
                    <a:pt x="105574" y="1147308"/>
                  </a:lnTo>
                  <a:lnTo>
                    <a:pt x="123602" y="1104453"/>
                  </a:lnTo>
                  <a:lnTo>
                    <a:pt x="142645" y="1062216"/>
                  </a:lnTo>
                  <a:lnTo>
                    <a:pt x="162686" y="1020612"/>
                  </a:lnTo>
                  <a:lnTo>
                    <a:pt x="183706" y="979651"/>
                  </a:lnTo>
                  <a:lnTo>
                    <a:pt x="205688" y="939347"/>
                  </a:lnTo>
                  <a:lnTo>
                    <a:pt x="228614" y="899711"/>
                  </a:lnTo>
                  <a:lnTo>
                    <a:pt x="252467" y="860756"/>
                  </a:lnTo>
                  <a:lnTo>
                    <a:pt x="277229" y="822494"/>
                  </a:lnTo>
                  <a:lnTo>
                    <a:pt x="302882" y="784936"/>
                  </a:lnTo>
                  <a:lnTo>
                    <a:pt x="329409" y="748096"/>
                  </a:lnTo>
                  <a:lnTo>
                    <a:pt x="356793" y="711985"/>
                  </a:lnTo>
                  <a:lnTo>
                    <a:pt x="385014" y="676615"/>
                  </a:lnTo>
                  <a:lnTo>
                    <a:pt x="414057" y="641999"/>
                  </a:lnTo>
                  <a:lnTo>
                    <a:pt x="443903" y="608149"/>
                  </a:lnTo>
                  <a:lnTo>
                    <a:pt x="474534" y="575078"/>
                  </a:lnTo>
                  <a:lnTo>
                    <a:pt x="505934" y="542796"/>
                  </a:lnTo>
                  <a:lnTo>
                    <a:pt x="538083" y="511317"/>
                  </a:lnTo>
                  <a:lnTo>
                    <a:pt x="570966" y="480653"/>
                  </a:lnTo>
                  <a:lnTo>
                    <a:pt x="604563" y="450815"/>
                  </a:lnTo>
                  <a:lnTo>
                    <a:pt x="638858" y="421816"/>
                  </a:lnTo>
                  <a:lnTo>
                    <a:pt x="673832" y="393669"/>
                  </a:lnTo>
                  <a:lnTo>
                    <a:pt x="709469" y="366385"/>
                  </a:lnTo>
                  <a:lnTo>
                    <a:pt x="745750" y="339977"/>
                  </a:lnTo>
                  <a:lnTo>
                    <a:pt x="782658" y="314457"/>
                  </a:lnTo>
                  <a:lnTo>
                    <a:pt x="820175" y="289836"/>
                  </a:lnTo>
                  <a:lnTo>
                    <a:pt x="858284" y="266128"/>
                  </a:lnTo>
                  <a:lnTo>
                    <a:pt x="896966" y="243344"/>
                  </a:lnTo>
                  <a:lnTo>
                    <a:pt x="936205" y="221497"/>
                  </a:lnTo>
                  <a:lnTo>
                    <a:pt x="975982" y="200598"/>
                  </a:lnTo>
                  <a:lnTo>
                    <a:pt x="1016281" y="180660"/>
                  </a:lnTo>
                  <a:lnTo>
                    <a:pt x="1057083" y="161696"/>
                  </a:lnTo>
                  <a:lnTo>
                    <a:pt x="1098370" y="143717"/>
                  </a:lnTo>
                  <a:lnTo>
                    <a:pt x="1140126" y="126735"/>
                  </a:lnTo>
                  <a:lnTo>
                    <a:pt x="1182332" y="110763"/>
                  </a:lnTo>
                  <a:lnTo>
                    <a:pt x="1224971" y="95813"/>
                  </a:lnTo>
                  <a:lnTo>
                    <a:pt x="1268025" y="81897"/>
                  </a:lnTo>
                  <a:lnTo>
                    <a:pt x="1311476" y="69027"/>
                  </a:lnTo>
                  <a:lnTo>
                    <a:pt x="1355308" y="57216"/>
                  </a:lnTo>
                  <a:lnTo>
                    <a:pt x="1399501" y="46475"/>
                  </a:lnTo>
                  <a:lnTo>
                    <a:pt x="1444040" y="36817"/>
                  </a:lnTo>
                  <a:lnTo>
                    <a:pt x="1488905" y="28254"/>
                  </a:lnTo>
                  <a:lnTo>
                    <a:pt x="1534080" y="20799"/>
                  </a:lnTo>
                  <a:lnTo>
                    <a:pt x="1579546" y="14463"/>
                  </a:lnTo>
                  <a:lnTo>
                    <a:pt x="1625286" y="9258"/>
                  </a:lnTo>
                  <a:lnTo>
                    <a:pt x="1671283" y="5197"/>
                  </a:lnTo>
                  <a:lnTo>
                    <a:pt x="1717519" y="2292"/>
                  </a:lnTo>
                  <a:lnTo>
                    <a:pt x="1763975" y="556"/>
                  </a:lnTo>
                  <a:lnTo>
                    <a:pt x="1810636" y="0"/>
                  </a:lnTo>
                  <a:lnTo>
                    <a:pt x="1857482" y="636"/>
                  </a:lnTo>
                  <a:lnTo>
                    <a:pt x="1904496" y="2477"/>
                  </a:lnTo>
                  <a:lnTo>
                    <a:pt x="1951661" y="5535"/>
                  </a:lnTo>
                  <a:lnTo>
                    <a:pt x="1998959" y="9822"/>
                  </a:lnTo>
                  <a:lnTo>
                    <a:pt x="2046372" y="15350"/>
                  </a:lnTo>
                  <a:lnTo>
                    <a:pt x="2093883" y="22132"/>
                  </a:lnTo>
                  <a:lnTo>
                    <a:pt x="2141474" y="30179"/>
                  </a:lnTo>
                  <a:lnTo>
                    <a:pt x="2189592" y="39616"/>
                  </a:lnTo>
                  <a:lnTo>
                    <a:pt x="2237242" y="50277"/>
                  </a:lnTo>
                  <a:lnTo>
                    <a:pt x="2284408" y="62144"/>
                  </a:lnTo>
                  <a:lnTo>
                    <a:pt x="2331073" y="75201"/>
                  </a:lnTo>
                  <a:lnTo>
                    <a:pt x="2377219" y="89430"/>
                  </a:lnTo>
                  <a:lnTo>
                    <a:pt x="2422830" y="104815"/>
                  </a:lnTo>
                  <a:lnTo>
                    <a:pt x="2467889" y="121339"/>
                  </a:lnTo>
                  <a:lnTo>
                    <a:pt x="2512379" y="138984"/>
                  </a:lnTo>
                  <a:lnTo>
                    <a:pt x="2556284" y="157734"/>
                  </a:lnTo>
                  <a:lnTo>
                    <a:pt x="2599586" y="177572"/>
                  </a:lnTo>
                  <a:lnTo>
                    <a:pt x="2642268" y="198481"/>
                  </a:lnTo>
                  <a:lnTo>
                    <a:pt x="2684314" y="220444"/>
                  </a:lnTo>
                  <a:lnTo>
                    <a:pt x="2725707" y="243443"/>
                  </a:lnTo>
                  <a:lnTo>
                    <a:pt x="2766430" y="267463"/>
                  </a:lnTo>
                  <a:lnTo>
                    <a:pt x="2806467" y="292485"/>
                  </a:lnTo>
                  <a:lnTo>
                    <a:pt x="2845799" y="318494"/>
                  </a:lnTo>
                  <a:lnTo>
                    <a:pt x="2884411" y="345471"/>
                  </a:lnTo>
                  <a:lnTo>
                    <a:pt x="2922285" y="373401"/>
                  </a:lnTo>
                  <a:lnTo>
                    <a:pt x="2959405" y="402266"/>
                  </a:lnTo>
                  <a:lnTo>
                    <a:pt x="2995754" y="432049"/>
                  </a:lnTo>
                  <a:lnTo>
                    <a:pt x="3031315" y="462733"/>
                  </a:lnTo>
                  <a:lnTo>
                    <a:pt x="3066071" y="494301"/>
                  </a:lnTo>
                  <a:lnTo>
                    <a:pt x="3100005" y="526737"/>
                  </a:lnTo>
                  <a:lnTo>
                    <a:pt x="3133101" y="560023"/>
                  </a:lnTo>
                  <a:lnTo>
                    <a:pt x="3165341" y="594143"/>
                  </a:lnTo>
                  <a:lnTo>
                    <a:pt x="3196709" y="629079"/>
                  </a:lnTo>
                  <a:lnTo>
                    <a:pt x="3227188" y="664814"/>
                  </a:lnTo>
                  <a:lnTo>
                    <a:pt x="3256760" y="701332"/>
                  </a:lnTo>
                  <a:lnTo>
                    <a:pt x="3285410" y="738615"/>
                  </a:lnTo>
                  <a:lnTo>
                    <a:pt x="3313120" y="776647"/>
                  </a:lnTo>
                  <a:lnTo>
                    <a:pt x="3339873" y="815411"/>
                  </a:lnTo>
                  <a:lnTo>
                    <a:pt x="3365653" y="854889"/>
                  </a:lnTo>
                  <a:lnTo>
                    <a:pt x="3390443" y="895065"/>
                  </a:lnTo>
                  <a:lnTo>
                    <a:pt x="3414225" y="935922"/>
                  </a:lnTo>
                  <a:lnTo>
                    <a:pt x="3436984" y="977442"/>
                  </a:lnTo>
                  <a:lnTo>
                    <a:pt x="3458701" y="1019609"/>
                  </a:lnTo>
                  <a:lnTo>
                    <a:pt x="3479361" y="1062406"/>
                  </a:lnTo>
                  <a:lnTo>
                    <a:pt x="3498946" y="1105816"/>
                  </a:lnTo>
                  <a:lnTo>
                    <a:pt x="3517439" y="1149822"/>
                  </a:lnTo>
                  <a:lnTo>
                    <a:pt x="3534824" y="1194407"/>
                  </a:lnTo>
                  <a:lnTo>
                    <a:pt x="3551085" y="1239554"/>
                  </a:lnTo>
                  <a:lnTo>
                    <a:pt x="3566203" y="1285245"/>
                  </a:lnTo>
                  <a:lnTo>
                    <a:pt x="3580162" y="1331465"/>
                  </a:lnTo>
                  <a:lnTo>
                    <a:pt x="3592945" y="1378196"/>
                  </a:lnTo>
                  <a:lnTo>
                    <a:pt x="3604536" y="1425421"/>
                  </a:lnTo>
                  <a:lnTo>
                    <a:pt x="3614917" y="1473124"/>
                  </a:lnTo>
                  <a:lnTo>
                    <a:pt x="3624071" y="1521286"/>
                  </a:lnTo>
                </a:path>
              </a:pathLst>
            </a:custGeom>
            <a:ln w="19050">
              <a:solidFill>
                <a:srgbClr val="FFFFFF"/>
              </a:solidFill>
            </a:ln>
          </p:spPr>
          <p:txBody>
            <a:bodyPr wrap="square" lIns="0" tIns="0" rIns="0" bIns="0" rtlCol="0"/>
            <a:lstStyle/>
            <a:p>
              <a:endParaRPr/>
            </a:p>
          </p:txBody>
        </p:sp>
        <p:sp>
          <p:nvSpPr>
            <p:cNvPr id="572" name="object 572"/>
            <p:cNvSpPr/>
            <p:nvPr/>
          </p:nvSpPr>
          <p:spPr>
            <a:xfrm>
              <a:off x="4259833" y="3543300"/>
              <a:ext cx="1844039" cy="1841500"/>
            </a:xfrm>
            <a:custGeom>
              <a:avLst/>
              <a:gdLst/>
              <a:ahLst/>
              <a:cxnLst/>
              <a:rect l="l" t="t" r="r" b="b"/>
              <a:pathLst>
                <a:path w="1844039" h="1841500">
                  <a:moveTo>
                    <a:pt x="1840738" y="0"/>
                  </a:moveTo>
                  <a:lnTo>
                    <a:pt x="0" y="32003"/>
                  </a:lnTo>
                  <a:lnTo>
                    <a:pt x="1472" y="80490"/>
                  </a:lnTo>
                  <a:lnTo>
                    <a:pt x="4182" y="128649"/>
                  </a:lnTo>
                  <a:lnTo>
                    <a:pt x="8116" y="176465"/>
                  </a:lnTo>
                  <a:lnTo>
                    <a:pt x="13256" y="223923"/>
                  </a:lnTo>
                  <a:lnTo>
                    <a:pt x="19588" y="271008"/>
                  </a:lnTo>
                  <a:lnTo>
                    <a:pt x="27096" y="317704"/>
                  </a:lnTo>
                  <a:lnTo>
                    <a:pt x="35764" y="363996"/>
                  </a:lnTo>
                  <a:lnTo>
                    <a:pt x="45577" y="409870"/>
                  </a:lnTo>
                  <a:lnTo>
                    <a:pt x="56519" y="455308"/>
                  </a:lnTo>
                  <a:lnTo>
                    <a:pt x="68575" y="500297"/>
                  </a:lnTo>
                  <a:lnTo>
                    <a:pt x="81729" y="544821"/>
                  </a:lnTo>
                  <a:lnTo>
                    <a:pt x="95965" y="588865"/>
                  </a:lnTo>
                  <a:lnTo>
                    <a:pt x="111268" y="632413"/>
                  </a:lnTo>
                  <a:lnTo>
                    <a:pt x="127623" y="675450"/>
                  </a:lnTo>
                  <a:lnTo>
                    <a:pt x="145013" y="717961"/>
                  </a:lnTo>
                  <a:lnTo>
                    <a:pt x="163424" y="759931"/>
                  </a:lnTo>
                  <a:lnTo>
                    <a:pt x="182839" y="801344"/>
                  </a:lnTo>
                  <a:lnTo>
                    <a:pt x="203244" y="842185"/>
                  </a:lnTo>
                  <a:lnTo>
                    <a:pt x="224621" y="882438"/>
                  </a:lnTo>
                  <a:lnTo>
                    <a:pt x="246957" y="922090"/>
                  </a:lnTo>
                  <a:lnTo>
                    <a:pt x="270235" y="961123"/>
                  </a:lnTo>
                  <a:lnTo>
                    <a:pt x="294440" y="999523"/>
                  </a:lnTo>
                  <a:lnTo>
                    <a:pt x="319556" y="1037275"/>
                  </a:lnTo>
                  <a:lnTo>
                    <a:pt x="345568" y="1074364"/>
                  </a:lnTo>
                  <a:lnTo>
                    <a:pt x="372459" y="1110773"/>
                  </a:lnTo>
                  <a:lnTo>
                    <a:pt x="400215" y="1146488"/>
                  </a:lnTo>
                  <a:lnTo>
                    <a:pt x="428820" y="1181494"/>
                  </a:lnTo>
                  <a:lnTo>
                    <a:pt x="458259" y="1215775"/>
                  </a:lnTo>
                  <a:lnTo>
                    <a:pt x="488515" y="1249316"/>
                  </a:lnTo>
                  <a:lnTo>
                    <a:pt x="519573" y="1282101"/>
                  </a:lnTo>
                  <a:lnTo>
                    <a:pt x="551418" y="1314116"/>
                  </a:lnTo>
                  <a:lnTo>
                    <a:pt x="584033" y="1345345"/>
                  </a:lnTo>
                  <a:lnTo>
                    <a:pt x="617405" y="1375773"/>
                  </a:lnTo>
                  <a:lnTo>
                    <a:pt x="651516" y="1405384"/>
                  </a:lnTo>
                  <a:lnTo>
                    <a:pt x="686351" y="1434164"/>
                  </a:lnTo>
                  <a:lnTo>
                    <a:pt x="721895" y="1462097"/>
                  </a:lnTo>
                  <a:lnTo>
                    <a:pt x="758133" y="1489167"/>
                  </a:lnTo>
                  <a:lnTo>
                    <a:pt x="795048" y="1515360"/>
                  </a:lnTo>
                  <a:lnTo>
                    <a:pt x="832625" y="1540660"/>
                  </a:lnTo>
                  <a:lnTo>
                    <a:pt x="870848" y="1565052"/>
                  </a:lnTo>
                  <a:lnTo>
                    <a:pt x="909702" y="1588521"/>
                  </a:lnTo>
                  <a:lnTo>
                    <a:pt x="949171" y="1611050"/>
                  </a:lnTo>
                  <a:lnTo>
                    <a:pt x="989241" y="1632626"/>
                  </a:lnTo>
                  <a:lnTo>
                    <a:pt x="1029894" y="1653233"/>
                  </a:lnTo>
                  <a:lnTo>
                    <a:pt x="1071116" y="1672855"/>
                  </a:lnTo>
                  <a:lnTo>
                    <a:pt x="1112891" y="1691477"/>
                  </a:lnTo>
                  <a:lnTo>
                    <a:pt x="1155203" y="1709084"/>
                  </a:lnTo>
                  <a:lnTo>
                    <a:pt x="1198037" y="1725661"/>
                  </a:lnTo>
                  <a:lnTo>
                    <a:pt x="1241377" y="1741192"/>
                  </a:lnTo>
                  <a:lnTo>
                    <a:pt x="1285208" y="1755662"/>
                  </a:lnTo>
                  <a:lnTo>
                    <a:pt x="1329514" y="1769056"/>
                  </a:lnTo>
                  <a:lnTo>
                    <a:pt x="1374280" y="1781359"/>
                  </a:lnTo>
                  <a:lnTo>
                    <a:pt x="1419490" y="1792555"/>
                  </a:lnTo>
                  <a:lnTo>
                    <a:pt x="1465128" y="1802629"/>
                  </a:lnTo>
                  <a:lnTo>
                    <a:pt x="1511179" y="1811565"/>
                  </a:lnTo>
                  <a:lnTo>
                    <a:pt x="1557627" y="1819349"/>
                  </a:lnTo>
                  <a:lnTo>
                    <a:pt x="1604457" y="1825965"/>
                  </a:lnTo>
                  <a:lnTo>
                    <a:pt x="1651652" y="1831398"/>
                  </a:lnTo>
                  <a:lnTo>
                    <a:pt x="1699199" y="1835632"/>
                  </a:lnTo>
                  <a:lnTo>
                    <a:pt x="1747080" y="1838653"/>
                  </a:lnTo>
                  <a:lnTo>
                    <a:pt x="1795281" y="1840444"/>
                  </a:lnTo>
                  <a:lnTo>
                    <a:pt x="1843786" y="1840991"/>
                  </a:lnTo>
                  <a:lnTo>
                    <a:pt x="1840738" y="0"/>
                  </a:lnTo>
                  <a:close/>
                </a:path>
              </a:pathLst>
            </a:custGeom>
            <a:solidFill>
              <a:srgbClr val="152B77"/>
            </a:solidFill>
          </p:spPr>
          <p:txBody>
            <a:bodyPr wrap="square" lIns="0" tIns="0" rIns="0" bIns="0" rtlCol="0"/>
            <a:lstStyle/>
            <a:p>
              <a:endParaRPr/>
            </a:p>
          </p:txBody>
        </p:sp>
        <p:sp>
          <p:nvSpPr>
            <p:cNvPr id="573" name="object 573"/>
            <p:cNvSpPr/>
            <p:nvPr/>
          </p:nvSpPr>
          <p:spPr>
            <a:xfrm>
              <a:off x="4259833" y="3575304"/>
              <a:ext cx="1844039" cy="1809114"/>
            </a:xfrm>
            <a:custGeom>
              <a:avLst/>
              <a:gdLst/>
              <a:ahLst/>
              <a:cxnLst/>
              <a:rect l="l" t="t" r="r" b="b"/>
              <a:pathLst>
                <a:path w="1844039" h="1809114">
                  <a:moveTo>
                    <a:pt x="1843786" y="1808988"/>
                  </a:moveTo>
                  <a:lnTo>
                    <a:pt x="1795281" y="1808440"/>
                  </a:lnTo>
                  <a:lnTo>
                    <a:pt x="1747080" y="1806649"/>
                  </a:lnTo>
                  <a:lnTo>
                    <a:pt x="1699199" y="1803628"/>
                  </a:lnTo>
                  <a:lnTo>
                    <a:pt x="1651652" y="1799394"/>
                  </a:lnTo>
                  <a:lnTo>
                    <a:pt x="1604457" y="1793961"/>
                  </a:lnTo>
                  <a:lnTo>
                    <a:pt x="1557627" y="1787345"/>
                  </a:lnTo>
                  <a:lnTo>
                    <a:pt x="1511179" y="1779561"/>
                  </a:lnTo>
                  <a:lnTo>
                    <a:pt x="1465128" y="1770625"/>
                  </a:lnTo>
                  <a:lnTo>
                    <a:pt x="1419490" y="1760551"/>
                  </a:lnTo>
                  <a:lnTo>
                    <a:pt x="1374280" y="1749355"/>
                  </a:lnTo>
                  <a:lnTo>
                    <a:pt x="1329514" y="1737052"/>
                  </a:lnTo>
                  <a:lnTo>
                    <a:pt x="1285208" y="1723658"/>
                  </a:lnTo>
                  <a:lnTo>
                    <a:pt x="1241377" y="1709188"/>
                  </a:lnTo>
                  <a:lnTo>
                    <a:pt x="1198037" y="1693657"/>
                  </a:lnTo>
                  <a:lnTo>
                    <a:pt x="1155203" y="1677080"/>
                  </a:lnTo>
                  <a:lnTo>
                    <a:pt x="1112891" y="1659473"/>
                  </a:lnTo>
                  <a:lnTo>
                    <a:pt x="1071116" y="1640851"/>
                  </a:lnTo>
                  <a:lnTo>
                    <a:pt x="1029894" y="1621229"/>
                  </a:lnTo>
                  <a:lnTo>
                    <a:pt x="989241" y="1600622"/>
                  </a:lnTo>
                  <a:lnTo>
                    <a:pt x="949171" y="1579046"/>
                  </a:lnTo>
                  <a:lnTo>
                    <a:pt x="909702" y="1556517"/>
                  </a:lnTo>
                  <a:lnTo>
                    <a:pt x="870848" y="1533048"/>
                  </a:lnTo>
                  <a:lnTo>
                    <a:pt x="832625" y="1508656"/>
                  </a:lnTo>
                  <a:lnTo>
                    <a:pt x="795048" y="1483356"/>
                  </a:lnTo>
                  <a:lnTo>
                    <a:pt x="758133" y="1457163"/>
                  </a:lnTo>
                  <a:lnTo>
                    <a:pt x="721895" y="1430093"/>
                  </a:lnTo>
                  <a:lnTo>
                    <a:pt x="686351" y="1402160"/>
                  </a:lnTo>
                  <a:lnTo>
                    <a:pt x="651516" y="1373380"/>
                  </a:lnTo>
                  <a:lnTo>
                    <a:pt x="617405" y="1343769"/>
                  </a:lnTo>
                  <a:lnTo>
                    <a:pt x="584033" y="1313341"/>
                  </a:lnTo>
                  <a:lnTo>
                    <a:pt x="551418" y="1282112"/>
                  </a:lnTo>
                  <a:lnTo>
                    <a:pt x="519573" y="1250097"/>
                  </a:lnTo>
                  <a:lnTo>
                    <a:pt x="488515" y="1217312"/>
                  </a:lnTo>
                  <a:lnTo>
                    <a:pt x="458259" y="1183771"/>
                  </a:lnTo>
                  <a:lnTo>
                    <a:pt x="428820" y="1149490"/>
                  </a:lnTo>
                  <a:lnTo>
                    <a:pt x="400215" y="1114484"/>
                  </a:lnTo>
                  <a:lnTo>
                    <a:pt x="372459" y="1078769"/>
                  </a:lnTo>
                  <a:lnTo>
                    <a:pt x="345568" y="1042360"/>
                  </a:lnTo>
                  <a:lnTo>
                    <a:pt x="319556" y="1005271"/>
                  </a:lnTo>
                  <a:lnTo>
                    <a:pt x="294440" y="967519"/>
                  </a:lnTo>
                  <a:lnTo>
                    <a:pt x="270235" y="929119"/>
                  </a:lnTo>
                  <a:lnTo>
                    <a:pt x="246957" y="890086"/>
                  </a:lnTo>
                  <a:lnTo>
                    <a:pt x="224621" y="850434"/>
                  </a:lnTo>
                  <a:lnTo>
                    <a:pt x="203244" y="810181"/>
                  </a:lnTo>
                  <a:lnTo>
                    <a:pt x="182839" y="769340"/>
                  </a:lnTo>
                  <a:lnTo>
                    <a:pt x="163424" y="727927"/>
                  </a:lnTo>
                  <a:lnTo>
                    <a:pt x="145013" y="685957"/>
                  </a:lnTo>
                  <a:lnTo>
                    <a:pt x="127623" y="643446"/>
                  </a:lnTo>
                  <a:lnTo>
                    <a:pt x="111268" y="600409"/>
                  </a:lnTo>
                  <a:lnTo>
                    <a:pt x="95965" y="556861"/>
                  </a:lnTo>
                  <a:lnTo>
                    <a:pt x="81729" y="512817"/>
                  </a:lnTo>
                  <a:lnTo>
                    <a:pt x="68575" y="468293"/>
                  </a:lnTo>
                  <a:lnTo>
                    <a:pt x="56519" y="423304"/>
                  </a:lnTo>
                  <a:lnTo>
                    <a:pt x="45577" y="377866"/>
                  </a:lnTo>
                  <a:lnTo>
                    <a:pt x="35764" y="331992"/>
                  </a:lnTo>
                  <a:lnTo>
                    <a:pt x="27096" y="285700"/>
                  </a:lnTo>
                  <a:lnTo>
                    <a:pt x="19588" y="239004"/>
                  </a:lnTo>
                  <a:lnTo>
                    <a:pt x="13256" y="191919"/>
                  </a:lnTo>
                  <a:lnTo>
                    <a:pt x="8116" y="144461"/>
                  </a:lnTo>
                  <a:lnTo>
                    <a:pt x="4182" y="96645"/>
                  </a:lnTo>
                  <a:lnTo>
                    <a:pt x="1472" y="48486"/>
                  </a:lnTo>
                  <a:lnTo>
                    <a:pt x="0" y="0"/>
                  </a:lnTo>
                </a:path>
              </a:pathLst>
            </a:custGeom>
            <a:ln w="209550">
              <a:solidFill>
                <a:srgbClr val="FF8E01"/>
              </a:solidFill>
            </a:ln>
          </p:spPr>
          <p:txBody>
            <a:bodyPr wrap="square" lIns="0" tIns="0" rIns="0" bIns="0" rtlCol="0"/>
            <a:lstStyle/>
            <a:p>
              <a:endParaRPr/>
            </a:p>
          </p:txBody>
        </p:sp>
        <p:sp>
          <p:nvSpPr>
            <p:cNvPr id="574" name="object 574"/>
            <p:cNvSpPr/>
            <p:nvPr/>
          </p:nvSpPr>
          <p:spPr>
            <a:xfrm>
              <a:off x="6084443" y="3543300"/>
              <a:ext cx="1856739" cy="1840864"/>
            </a:xfrm>
            <a:custGeom>
              <a:avLst/>
              <a:gdLst/>
              <a:ahLst/>
              <a:cxnLst/>
              <a:rect l="l" t="t" r="r" b="b"/>
              <a:pathLst>
                <a:path w="1856740" h="1840864">
                  <a:moveTo>
                    <a:pt x="16129" y="0"/>
                  </a:moveTo>
                  <a:lnTo>
                    <a:pt x="0" y="1840864"/>
                  </a:lnTo>
                  <a:lnTo>
                    <a:pt x="48277" y="1840672"/>
                  </a:lnTo>
                  <a:lnTo>
                    <a:pt x="96264" y="1839244"/>
                  </a:lnTo>
                  <a:lnTo>
                    <a:pt x="143945" y="1836596"/>
                  </a:lnTo>
                  <a:lnTo>
                    <a:pt x="191304" y="1832742"/>
                  </a:lnTo>
                  <a:lnTo>
                    <a:pt x="238325" y="1827698"/>
                  </a:lnTo>
                  <a:lnTo>
                    <a:pt x="284994" y="1821478"/>
                  </a:lnTo>
                  <a:lnTo>
                    <a:pt x="331295" y="1814098"/>
                  </a:lnTo>
                  <a:lnTo>
                    <a:pt x="377212" y="1805572"/>
                  </a:lnTo>
                  <a:lnTo>
                    <a:pt x="422729" y="1795914"/>
                  </a:lnTo>
                  <a:lnTo>
                    <a:pt x="467831" y="1785141"/>
                  </a:lnTo>
                  <a:lnTo>
                    <a:pt x="512503" y="1773267"/>
                  </a:lnTo>
                  <a:lnTo>
                    <a:pt x="556729" y="1760307"/>
                  </a:lnTo>
                  <a:lnTo>
                    <a:pt x="600494" y="1746276"/>
                  </a:lnTo>
                  <a:lnTo>
                    <a:pt x="643781" y="1731189"/>
                  </a:lnTo>
                  <a:lnTo>
                    <a:pt x="686576" y="1715060"/>
                  </a:lnTo>
                  <a:lnTo>
                    <a:pt x="728863" y="1697905"/>
                  </a:lnTo>
                  <a:lnTo>
                    <a:pt x="770627" y="1679738"/>
                  </a:lnTo>
                  <a:lnTo>
                    <a:pt x="811851" y="1660575"/>
                  </a:lnTo>
                  <a:lnTo>
                    <a:pt x="852520" y="1640430"/>
                  </a:lnTo>
                  <a:lnTo>
                    <a:pt x="892620" y="1619319"/>
                  </a:lnTo>
                  <a:lnTo>
                    <a:pt x="932133" y="1597256"/>
                  </a:lnTo>
                  <a:lnTo>
                    <a:pt x="971045" y="1574256"/>
                  </a:lnTo>
                  <a:lnTo>
                    <a:pt x="1009341" y="1550334"/>
                  </a:lnTo>
                  <a:lnTo>
                    <a:pt x="1047004" y="1525505"/>
                  </a:lnTo>
                  <a:lnTo>
                    <a:pt x="1084019" y="1499784"/>
                  </a:lnTo>
                  <a:lnTo>
                    <a:pt x="1120371" y="1473187"/>
                  </a:lnTo>
                  <a:lnTo>
                    <a:pt x="1156044" y="1445726"/>
                  </a:lnTo>
                  <a:lnTo>
                    <a:pt x="1191023" y="1417419"/>
                  </a:lnTo>
                  <a:lnTo>
                    <a:pt x="1225292" y="1388279"/>
                  </a:lnTo>
                  <a:lnTo>
                    <a:pt x="1258835" y="1358322"/>
                  </a:lnTo>
                  <a:lnTo>
                    <a:pt x="1291637" y="1327562"/>
                  </a:lnTo>
                  <a:lnTo>
                    <a:pt x="1323683" y="1296015"/>
                  </a:lnTo>
                  <a:lnTo>
                    <a:pt x="1354956" y="1263695"/>
                  </a:lnTo>
                  <a:lnTo>
                    <a:pt x="1385442" y="1230617"/>
                  </a:lnTo>
                  <a:lnTo>
                    <a:pt x="1415125" y="1196797"/>
                  </a:lnTo>
                  <a:lnTo>
                    <a:pt x="1443989" y="1162249"/>
                  </a:lnTo>
                  <a:lnTo>
                    <a:pt x="1472019" y="1126987"/>
                  </a:lnTo>
                  <a:lnTo>
                    <a:pt x="1499199" y="1091028"/>
                  </a:lnTo>
                  <a:lnTo>
                    <a:pt x="1525514" y="1054386"/>
                  </a:lnTo>
                  <a:lnTo>
                    <a:pt x="1550948" y="1017075"/>
                  </a:lnTo>
                  <a:lnTo>
                    <a:pt x="1575486" y="979111"/>
                  </a:lnTo>
                  <a:lnTo>
                    <a:pt x="1599112" y="940509"/>
                  </a:lnTo>
                  <a:lnTo>
                    <a:pt x="1621811" y="901284"/>
                  </a:lnTo>
                  <a:lnTo>
                    <a:pt x="1643567" y="861450"/>
                  </a:lnTo>
                  <a:lnTo>
                    <a:pt x="1664364" y="821022"/>
                  </a:lnTo>
                  <a:lnTo>
                    <a:pt x="1684187" y="780016"/>
                  </a:lnTo>
                  <a:lnTo>
                    <a:pt x="1703021" y="738446"/>
                  </a:lnTo>
                  <a:lnTo>
                    <a:pt x="1720850" y="696328"/>
                  </a:lnTo>
                  <a:lnTo>
                    <a:pt x="1737659" y="653675"/>
                  </a:lnTo>
                  <a:lnTo>
                    <a:pt x="1753431" y="610504"/>
                  </a:lnTo>
                  <a:lnTo>
                    <a:pt x="1768151" y="566828"/>
                  </a:lnTo>
                  <a:lnTo>
                    <a:pt x="1781805" y="522664"/>
                  </a:lnTo>
                  <a:lnTo>
                    <a:pt x="1794376" y="478025"/>
                  </a:lnTo>
                  <a:lnTo>
                    <a:pt x="1805848" y="432927"/>
                  </a:lnTo>
                  <a:lnTo>
                    <a:pt x="1816207" y="387385"/>
                  </a:lnTo>
                  <a:lnTo>
                    <a:pt x="1825437" y="341414"/>
                  </a:lnTo>
                  <a:lnTo>
                    <a:pt x="1833522" y="295028"/>
                  </a:lnTo>
                  <a:lnTo>
                    <a:pt x="1840447" y="248242"/>
                  </a:lnTo>
                  <a:lnTo>
                    <a:pt x="1846195" y="201072"/>
                  </a:lnTo>
                  <a:lnTo>
                    <a:pt x="1850753" y="153532"/>
                  </a:lnTo>
                  <a:lnTo>
                    <a:pt x="1854103" y="105638"/>
                  </a:lnTo>
                  <a:lnTo>
                    <a:pt x="1856232" y="57403"/>
                  </a:lnTo>
                  <a:lnTo>
                    <a:pt x="16129" y="0"/>
                  </a:lnTo>
                  <a:close/>
                </a:path>
              </a:pathLst>
            </a:custGeom>
            <a:solidFill>
              <a:srgbClr val="152B77"/>
            </a:solidFill>
          </p:spPr>
          <p:txBody>
            <a:bodyPr wrap="square" lIns="0" tIns="0" rIns="0" bIns="0" rtlCol="0"/>
            <a:lstStyle/>
            <a:p>
              <a:endParaRPr/>
            </a:p>
          </p:txBody>
        </p:sp>
        <p:sp>
          <p:nvSpPr>
            <p:cNvPr id="575" name="object 575"/>
            <p:cNvSpPr/>
            <p:nvPr/>
          </p:nvSpPr>
          <p:spPr>
            <a:xfrm>
              <a:off x="6084443" y="3600704"/>
              <a:ext cx="1856739" cy="1783714"/>
            </a:xfrm>
            <a:custGeom>
              <a:avLst/>
              <a:gdLst/>
              <a:ahLst/>
              <a:cxnLst/>
              <a:rect l="l" t="t" r="r" b="b"/>
              <a:pathLst>
                <a:path w="1856740" h="1783714">
                  <a:moveTo>
                    <a:pt x="1856232" y="0"/>
                  </a:moveTo>
                  <a:lnTo>
                    <a:pt x="1854103" y="48234"/>
                  </a:lnTo>
                  <a:lnTo>
                    <a:pt x="1850753" y="96128"/>
                  </a:lnTo>
                  <a:lnTo>
                    <a:pt x="1846195" y="143668"/>
                  </a:lnTo>
                  <a:lnTo>
                    <a:pt x="1840447" y="190838"/>
                  </a:lnTo>
                  <a:lnTo>
                    <a:pt x="1833522" y="237624"/>
                  </a:lnTo>
                  <a:lnTo>
                    <a:pt x="1825437" y="284010"/>
                  </a:lnTo>
                  <a:lnTo>
                    <a:pt x="1816207" y="329981"/>
                  </a:lnTo>
                  <a:lnTo>
                    <a:pt x="1805848" y="375523"/>
                  </a:lnTo>
                  <a:lnTo>
                    <a:pt x="1794376" y="420621"/>
                  </a:lnTo>
                  <a:lnTo>
                    <a:pt x="1781805" y="465260"/>
                  </a:lnTo>
                  <a:lnTo>
                    <a:pt x="1768151" y="509424"/>
                  </a:lnTo>
                  <a:lnTo>
                    <a:pt x="1753431" y="553100"/>
                  </a:lnTo>
                  <a:lnTo>
                    <a:pt x="1737659" y="596271"/>
                  </a:lnTo>
                  <a:lnTo>
                    <a:pt x="1720850" y="638924"/>
                  </a:lnTo>
                  <a:lnTo>
                    <a:pt x="1703021" y="681042"/>
                  </a:lnTo>
                  <a:lnTo>
                    <a:pt x="1684187" y="722612"/>
                  </a:lnTo>
                  <a:lnTo>
                    <a:pt x="1664364" y="763618"/>
                  </a:lnTo>
                  <a:lnTo>
                    <a:pt x="1643567" y="804046"/>
                  </a:lnTo>
                  <a:lnTo>
                    <a:pt x="1621811" y="843880"/>
                  </a:lnTo>
                  <a:lnTo>
                    <a:pt x="1599112" y="883105"/>
                  </a:lnTo>
                  <a:lnTo>
                    <a:pt x="1575486" y="921707"/>
                  </a:lnTo>
                  <a:lnTo>
                    <a:pt x="1550948" y="959671"/>
                  </a:lnTo>
                  <a:lnTo>
                    <a:pt x="1525514" y="996982"/>
                  </a:lnTo>
                  <a:lnTo>
                    <a:pt x="1499199" y="1033624"/>
                  </a:lnTo>
                  <a:lnTo>
                    <a:pt x="1472019" y="1069583"/>
                  </a:lnTo>
                  <a:lnTo>
                    <a:pt x="1443989" y="1104845"/>
                  </a:lnTo>
                  <a:lnTo>
                    <a:pt x="1415125" y="1139393"/>
                  </a:lnTo>
                  <a:lnTo>
                    <a:pt x="1385442" y="1173213"/>
                  </a:lnTo>
                  <a:lnTo>
                    <a:pt x="1354956" y="1206291"/>
                  </a:lnTo>
                  <a:lnTo>
                    <a:pt x="1323683" y="1238611"/>
                  </a:lnTo>
                  <a:lnTo>
                    <a:pt x="1291637" y="1270158"/>
                  </a:lnTo>
                  <a:lnTo>
                    <a:pt x="1258835" y="1300918"/>
                  </a:lnTo>
                  <a:lnTo>
                    <a:pt x="1225292" y="1330875"/>
                  </a:lnTo>
                  <a:lnTo>
                    <a:pt x="1191023" y="1360015"/>
                  </a:lnTo>
                  <a:lnTo>
                    <a:pt x="1156044" y="1388322"/>
                  </a:lnTo>
                  <a:lnTo>
                    <a:pt x="1120371" y="1415783"/>
                  </a:lnTo>
                  <a:lnTo>
                    <a:pt x="1084019" y="1442380"/>
                  </a:lnTo>
                  <a:lnTo>
                    <a:pt x="1047004" y="1468101"/>
                  </a:lnTo>
                  <a:lnTo>
                    <a:pt x="1009341" y="1492930"/>
                  </a:lnTo>
                  <a:lnTo>
                    <a:pt x="971045" y="1516852"/>
                  </a:lnTo>
                  <a:lnTo>
                    <a:pt x="932133" y="1539852"/>
                  </a:lnTo>
                  <a:lnTo>
                    <a:pt x="892620" y="1561915"/>
                  </a:lnTo>
                  <a:lnTo>
                    <a:pt x="852520" y="1583026"/>
                  </a:lnTo>
                  <a:lnTo>
                    <a:pt x="811851" y="1603171"/>
                  </a:lnTo>
                  <a:lnTo>
                    <a:pt x="770627" y="1622334"/>
                  </a:lnTo>
                  <a:lnTo>
                    <a:pt x="728863" y="1640501"/>
                  </a:lnTo>
                  <a:lnTo>
                    <a:pt x="686576" y="1657656"/>
                  </a:lnTo>
                  <a:lnTo>
                    <a:pt x="643781" y="1673785"/>
                  </a:lnTo>
                  <a:lnTo>
                    <a:pt x="600494" y="1688872"/>
                  </a:lnTo>
                  <a:lnTo>
                    <a:pt x="556729" y="1702903"/>
                  </a:lnTo>
                  <a:lnTo>
                    <a:pt x="512503" y="1715863"/>
                  </a:lnTo>
                  <a:lnTo>
                    <a:pt x="467831" y="1727737"/>
                  </a:lnTo>
                  <a:lnTo>
                    <a:pt x="422729" y="1738510"/>
                  </a:lnTo>
                  <a:lnTo>
                    <a:pt x="377212" y="1748168"/>
                  </a:lnTo>
                  <a:lnTo>
                    <a:pt x="331295" y="1756694"/>
                  </a:lnTo>
                  <a:lnTo>
                    <a:pt x="284994" y="1764074"/>
                  </a:lnTo>
                  <a:lnTo>
                    <a:pt x="238325" y="1770294"/>
                  </a:lnTo>
                  <a:lnTo>
                    <a:pt x="191304" y="1775338"/>
                  </a:lnTo>
                  <a:lnTo>
                    <a:pt x="143945" y="1779192"/>
                  </a:lnTo>
                  <a:lnTo>
                    <a:pt x="96264" y="1781840"/>
                  </a:lnTo>
                  <a:lnTo>
                    <a:pt x="48277" y="1783268"/>
                  </a:lnTo>
                  <a:lnTo>
                    <a:pt x="0" y="1783461"/>
                  </a:lnTo>
                </a:path>
              </a:pathLst>
            </a:custGeom>
            <a:ln w="209550">
              <a:solidFill>
                <a:srgbClr val="00D9CE"/>
              </a:solidFill>
            </a:ln>
          </p:spPr>
          <p:txBody>
            <a:bodyPr wrap="square" lIns="0" tIns="0" rIns="0" bIns="0" rtlCol="0"/>
            <a:lstStyle/>
            <a:p>
              <a:endParaRPr/>
            </a:p>
          </p:txBody>
        </p:sp>
        <p:sp>
          <p:nvSpPr>
            <p:cNvPr id="576" name="object 576"/>
            <p:cNvSpPr/>
            <p:nvPr/>
          </p:nvSpPr>
          <p:spPr>
            <a:xfrm>
              <a:off x="4107941" y="3213354"/>
              <a:ext cx="304800" cy="303530"/>
            </a:xfrm>
            <a:custGeom>
              <a:avLst/>
              <a:gdLst/>
              <a:ahLst/>
              <a:cxnLst/>
              <a:rect l="l" t="t" r="r" b="b"/>
              <a:pathLst>
                <a:path w="304800" h="303529">
                  <a:moveTo>
                    <a:pt x="152400" y="0"/>
                  </a:moveTo>
                  <a:lnTo>
                    <a:pt x="104217" y="7735"/>
                  </a:lnTo>
                  <a:lnTo>
                    <a:pt x="62380" y="29272"/>
                  </a:lnTo>
                  <a:lnTo>
                    <a:pt x="29394" y="62106"/>
                  </a:lnTo>
                  <a:lnTo>
                    <a:pt x="7766" y="103729"/>
                  </a:lnTo>
                  <a:lnTo>
                    <a:pt x="0" y="151637"/>
                  </a:lnTo>
                  <a:lnTo>
                    <a:pt x="7766" y="199546"/>
                  </a:lnTo>
                  <a:lnTo>
                    <a:pt x="29394" y="241169"/>
                  </a:lnTo>
                  <a:lnTo>
                    <a:pt x="62380" y="274003"/>
                  </a:lnTo>
                  <a:lnTo>
                    <a:pt x="104217" y="295540"/>
                  </a:lnTo>
                  <a:lnTo>
                    <a:pt x="152400" y="303275"/>
                  </a:lnTo>
                  <a:lnTo>
                    <a:pt x="200582" y="295540"/>
                  </a:lnTo>
                  <a:lnTo>
                    <a:pt x="242419" y="274003"/>
                  </a:lnTo>
                  <a:lnTo>
                    <a:pt x="275405" y="241169"/>
                  </a:lnTo>
                  <a:lnTo>
                    <a:pt x="297033" y="199546"/>
                  </a:lnTo>
                  <a:lnTo>
                    <a:pt x="304800" y="151637"/>
                  </a:lnTo>
                  <a:lnTo>
                    <a:pt x="297033" y="103729"/>
                  </a:lnTo>
                  <a:lnTo>
                    <a:pt x="275405" y="62106"/>
                  </a:lnTo>
                  <a:lnTo>
                    <a:pt x="242419" y="29272"/>
                  </a:lnTo>
                  <a:lnTo>
                    <a:pt x="200582" y="7735"/>
                  </a:lnTo>
                  <a:lnTo>
                    <a:pt x="152400" y="0"/>
                  </a:lnTo>
                  <a:close/>
                </a:path>
              </a:pathLst>
            </a:custGeom>
            <a:solidFill>
              <a:srgbClr val="152B77"/>
            </a:solidFill>
          </p:spPr>
          <p:txBody>
            <a:bodyPr wrap="square" lIns="0" tIns="0" rIns="0" bIns="0" rtlCol="0"/>
            <a:lstStyle/>
            <a:p>
              <a:endParaRPr/>
            </a:p>
          </p:txBody>
        </p:sp>
        <p:sp>
          <p:nvSpPr>
            <p:cNvPr id="577" name="object 577"/>
            <p:cNvSpPr/>
            <p:nvPr/>
          </p:nvSpPr>
          <p:spPr>
            <a:xfrm>
              <a:off x="4107941" y="3213354"/>
              <a:ext cx="304800" cy="303530"/>
            </a:xfrm>
            <a:custGeom>
              <a:avLst/>
              <a:gdLst/>
              <a:ahLst/>
              <a:cxnLst/>
              <a:rect l="l" t="t" r="r" b="b"/>
              <a:pathLst>
                <a:path w="304800" h="303529">
                  <a:moveTo>
                    <a:pt x="0" y="151637"/>
                  </a:moveTo>
                  <a:lnTo>
                    <a:pt x="7766" y="103729"/>
                  </a:lnTo>
                  <a:lnTo>
                    <a:pt x="29394" y="62106"/>
                  </a:lnTo>
                  <a:lnTo>
                    <a:pt x="62380" y="29272"/>
                  </a:lnTo>
                  <a:lnTo>
                    <a:pt x="104217" y="7735"/>
                  </a:lnTo>
                  <a:lnTo>
                    <a:pt x="152400" y="0"/>
                  </a:lnTo>
                  <a:lnTo>
                    <a:pt x="200582" y="7735"/>
                  </a:lnTo>
                  <a:lnTo>
                    <a:pt x="242419" y="29272"/>
                  </a:lnTo>
                  <a:lnTo>
                    <a:pt x="275405" y="62106"/>
                  </a:lnTo>
                  <a:lnTo>
                    <a:pt x="297033" y="103729"/>
                  </a:lnTo>
                  <a:lnTo>
                    <a:pt x="304800" y="151637"/>
                  </a:lnTo>
                  <a:lnTo>
                    <a:pt x="297033" y="199546"/>
                  </a:lnTo>
                  <a:lnTo>
                    <a:pt x="275405" y="241169"/>
                  </a:lnTo>
                  <a:lnTo>
                    <a:pt x="242419" y="274003"/>
                  </a:lnTo>
                  <a:lnTo>
                    <a:pt x="200582" y="295540"/>
                  </a:lnTo>
                  <a:lnTo>
                    <a:pt x="152400" y="303275"/>
                  </a:lnTo>
                  <a:lnTo>
                    <a:pt x="104217" y="295540"/>
                  </a:lnTo>
                  <a:lnTo>
                    <a:pt x="62380" y="274003"/>
                  </a:lnTo>
                  <a:lnTo>
                    <a:pt x="29394" y="241169"/>
                  </a:lnTo>
                  <a:lnTo>
                    <a:pt x="7766" y="199546"/>
                  </a:lnTo>
                  <a:lnTo>
                    <a:pt x="0" y="151637"/>
                  </a:lnTo>
                  <a:close/>
                </a:path>
              </a:pathLst>
            </a:custGeom>
            <a:ln w="19050">
              <a:solidFill>
                <a:srgbClr val="FF8E01"/>
              </a:solidFill>
            </a:ln>
          </p:spPr>
          <p:txBody>
            <a:bodyPr wrap="square" lIns="0" tIns="0" rIns="0" bIns="0" rtlCol="0"/>
            <a:lstStyle/>
            <a:p>
              <a:endParaRPr/>
            </a:p>
          </p:txBody>
        </p:sp>
        <p:sp>
          <p:nvSpPr>
            <p:cNvPr id="578" name="object 578"/>
            <p:cNvSpPr/>
            <p:nvPr/>
          </p:nvSpPr>
          <p:spPr>
            <a:xfrm>
              <a:off x="4181856" y="3285744"/>
              <a:ext cx="155448" cy="156971"/>
            </a:xfrm>
            <a:prstGeom prst="rect">
              <a:avLst/>
            </a:prstGeom>
            <a:blipFill>
              <a:blip r:embed="rId3" cstate="print"/>
              <a:stretch>
                <a:fillRect/>
              </a:stretch>
            </a:blipFill>
          </p:spPr>
          <p:txBody>
            <a:bodyPr wrap="square" lIns="0" tIns="0" rIns="0" bIns="0" rtlCol="0"/>
            <a:lstStyle/>
            <a:p>
              <a:endParaRPr/>
            </a:p>
          </p:txBody>
        </p:sp>
        <p:sp>
          <p:nvSpPr>
            <p:cNvPr id="579" name="object 579"/>
            <p:cNvSpPr/>
            <p:nvPr/>
          </p:nvSpPr>
          <p:spPr>
            <a:xfrm>
              <a:off x="7756397" y="3213354"/>
              <a:ext cx="303530" cy="303530"/>
            </a:xfrm>
            <a:custGeom>
              <a:avLst/>
              <a:gdLst/>
              <a:ahLst/>
              <a:cxnLst/>
              <a:rect l="l" t="t" r="r" b="b"/>
              <a:pathLst>
                <a:path w="303529" h="303529">
                  <a:moveTo>
                    <a:pt x="151637" y="0"/>
                  </a:moveTo>
                  <a:lnTo>
                    <a:pt x="103729" y="7735"/>
                  </a:lnTo>
                  <a:lnTo>
                    <a:pt x="62106" y="29272"/>
                  </a:lnTo>
                  <a:lnTo>
                    <a:pt x="29272" y="62106"/>
                  </a:lnTo>
                  <a:lnTo>
                    <a:pt x="7735" y="103729"/>
                  </a:lnTo>
                  <a:lnTo>
                    <a:pt x="0" y="151637"/>
                  </a:lnTo>
                  <a:lnTo>
                    <a:pt x="7735" y="199546"/>
                  </a:lnTo>
                  <a:lnTo>
                    <a:pt x="29272" y="241169"/>
                  </a:lnTo>
                  <a:lnTo>
                    <a:pt x="62106" y="274003"/>
                  </a:lnTo>
                  <a:lnTo>
                    <a:pt x="103729" y="295540"/>
                  </a:lnTo>
                  <a:lnTo>
                    <a:pt x="151637" y="303275"/>
                  </a:lnTo>
                  <a:lnTo>
                    <a:pt x="199546" y="295540"/>
                  </a:lnTo>
                  <a:lnTo>
                    <a:pt x="241169" y="274003"/>
                  </a:lnTo>
                  <a:lnTo>
                    <a:pt x="274003" y="241169"/>
                  </a:lnTo>
                  <a:lnTo>
                    <a:pt x="295540" y="199546"/>
                  </a:lnTo>
                  <a:lnTo>
                    <a:pt x="303275" y="151637"/>
                  </a:lnTo>
                  <a:lnTo>
                    <a:pt x="295540" y="103729"/>
                  </a:lnTo>
                  <a:lnTo>
                    <a:pt x="274003" y="62106"/>
                  </a:lnTo>
                  <a:lnTo>
                    <a:pt x="241169" y="29272"/>
                  </a:lnTo>
                  <a:lnTo>
                    <a:pt x="199546" y="7735"/>
                  </a:lnTo>
                  <a:lnTo>
                    <a:pt x="151637" y="0"/>
                  </a:lnTo>
                  <a:close/>
                </a:path>
              </a:pathLst>
            </a:custGeom>
            <a:solidFill>
              <a:srgbClr val="152B77"/>
            </a:solidFill>
          </p:spPr>
          <p:txBody>
            <a:bodyPr wrap="square" lIns="0" tIns="0" rIns="0" bIns="0" rtlCol="0"/>
            <a:lstStyle/>
            <a:p>
              <a:endParaRPr/>
            </a:p>
          </p:txBody>
        </p:sp>
        <p:sp>
          <p:nvSpPr>
            <p:cNvPr id="580" name="object 580"/>
            <p:cNvSpPr/>
            <p:nvPr/>
          </p:nvSpPr>
          <p:spPr>
            <a:xfrm>
              <a:off x="7756397" y="3213354"/>
              <a:ext cx="303530" cy="303530"/>
            </a:xfrm>
            <a:custGeom>
              <a:avLst/>
              <a:gdLst/>
              <a:ahLst/>
              <a:cxnLst/>
              <a:rect l="l" t="t" r="r" b="b"/>
              <a:pathLst>
                <a:path w="303529" h="303529">
                  <a:moveTo>
                    <a:pt x="0" y="151637"/>
                  </a:moveTo>
                  <a:lnTo>
                    <a:pt x="7735" y="103729"/>
                  </a:lnTo>
                  <a:lnTo>
                    <a:pt x="29272" y="62106"/>
                  </a:lnTo>
                  <a:lnTo>
                    <a:pt x="62106" y="29272"/>
                  </a:lnTo>
                  <a:lnTo>
                    <a:pt x="103729" y="7735"/>
                  </a:lnTo>
                  <a:lnTo>
                    <a:pt x="151637" y="0"/>
                  </a:lnTo>
                  <a:lnTo>
                    <a:pt x="199546" y="7735"/>
                  </a:lnTo>
                  <a:lnTo>
                    <a:pt x="241169" y="29272"/>
                  </a:lnTo>
                  <a:lnTo>
                    <a:pt x="274003" y="62106"/>
                  </a:lnTo>
                  <a:lnTo>
                    <a:pt x="295540" y="103729"/>
                  </a:lnTo>
                  <a:lnTo>
                    <a:pt x="303275" y="151637"/>
                  </a:lnTo>
                  <a:lnTo>
                    <a:pt x="295540" y="199546"/>
                  </a:lnTo>
                  <a:lnTo>
                    <a:pt x="274003" y="241169"/>
                  </a:lnTo>
                  <a:lnTo>
                    <a:pt x="241169" y="274003"/>
                  </a:lnTo>
                  <a:lnTo>
                    <a:pt x="199546" y="295540"/>
                  </a:lnTo>
                  <a:lnTo>
                    <a:pt x="151637" y="303275"/>
                  </a:lnTo>
                  <a:lnTo>
                    <a:pt x="103729" y="295540"/>
                  </a:lnTo>
                  <a:lnTo>
                    <a:pt x="62106" y="274003"/>
                  </a:lnTo>
                  <a:lnTo>
                    <a:pt x="29272" y="241169"/>
                  </a:lnTo>
                  <a:lnTo>
                    <a:pt x="7735" y="199546"/>
                  </a:lnTo>
                  <a:lnTo>
                    <a:pt x="0" y="151637"/>
                  </a:lnTo>
                  <a:close/>
                </a:path>
              </a:pathLst>
            </a:custGeom>
            <a:ln w="19050">
              <a:solidFill>
                <a:srgbClr val="00D9CE"/>
              </a:solidFill>
            </a:ln>
          </p:spPr>
          <p:txBody>
            <a:bodyPr wrap="square" lIns="0" tIns="0" rIns="0" bIns="0" rtlCol="0"/>
            <a:lstStyle/>
            <a:p>
              <a:endParaRPr/>
            </a:p>
          </p:txBody>
        </p:sp>
        <p:sp>
          <p:nvSpPr>
            <p:cNvPr id="581" name="object 581"/>
            <p:cNvSpPr/>
            <p:nvPr/>
          </p:nvSpPr>
          <p:spPr>
            <a:xfrm>
              <a:off x="7828787" y="3285744"/>
              <a:ext cx="156971" cy="156971"/>
            </a:xfrm>
            <a:prstGeom prst="rect">
              <a:avLst/>
            </a:prstGeom>
            <a:blipFill>
              <a:blip r:embed="rId4" cstate="print"/>
              <a:stretch>
                <a:fillRect/>
              </a:stretch>
            </a:blipFill>
          </p:spPr>
          <p:txBody>
            <a:bodyPr wrap="square" lIns="0" tIns="0" rIns="0" bIns="0" rtlCol="0"/>
            <a:lstStyle/>
            <a:p>
              <a:endParaRPr/>
            </a:p>
          </p:txBody>
        </p:sp>
        <p:sp>
          <p:nvSpPr>
            <p:cNvPr id="582" name="object 582"/>
            <p:cNvSpPr/>
            <p:nvPr/>
          </p:nvSpPr>
          <p:spPr>
            <a:xfrm>
              <a:off x="908303" y="5280660"/>
              <a:ext cx="5213985" cy="210820"/>
            </a:xfrm>
            <a:custGeom>
              <a:avLst/>
              <a:gdLst/>
              <a:ahLst/>
              <a:cxnLst/>
              <a:rect l="l" t="t" r="r" b="b"/>
              <a:pathLst>
                <a:path w="5213985" h="210820">
                  <a:moveTo>
                    <a:pt x="5213604" y="0"/>
                  </a:moveTo>
                  <a:lnTo>
                    <a:pt x="0" y="0"/>
                  </a:lnTo>
                  <a:lnTo>
                    <a:pt x="0" y="210311"/>
                  </a:lnTo>
                  <a:lnTo>
                    <a:pt x="5213604" y="210311"/>
                  </a:lnTo>
                  <a:lnTo>
                    <a:pt x="5213604" y="0"/>
                  </a:lnTo>
                  <a:close/>
                </a:path>
              </a:pathLst>
            </a:custGeom>
            <a:solidFill>
              <a:srgbClr val="00D9CE"/>
            </a:solidFill>
          </p:spPr>
          <p:txBody>
            <a:bodyPr wrap="square" lIns="0" tIns="0" rIns="0" bIns="0" rtlCol="0"/>
            <a:lstStyle/>
            <a:p>
              <a:endParaRPr/>
            </a:p>
          </p:txBody>
        </p:sp>
        <p:sp>
          <p:nvSpPr>
            <p:cNvPr id="583" name="object 583"/>
            <p:cNvSpPr/>
            <p:nvPr/>
          </p:nvSpPr>
          <p:spPr>
            <a:xfrm>
              <a:off x="1338071" y="3585959"/>
              <a:ext cx="336041" cy="380250"/>
            </a:xfrm>
            <a:prstGeom prst="rect">
              <a:avLst/>
            </a:prstGeom>
            <a:blipFill>
              <a:blip r:embed="rId5" cstate="print"/>
              <a:stretch>
                <a:fillRect/>
              </a:stretch>
            </a:blipFill>
          </p:spPr>
          <p:txBody>
            <a:bodyPr wrap="square" lIns="0" tIns="0" rIns="0" bIns="0" rtlCol="0"/>
            <a:lstStyle/>
            <a:p>
              <a:endParaRPr/>
            </a:p>
          </p:txBody>
        </p:sp>
        <p:sp>
          <p:nvSpPr>
            <p:cNvPr id="584" name="object 584"/>
            <p:cNvSpPr/>
            <p:nvPr/>
          </p:nvSpPr>
          <p:spPr>
            <a:xfrm>
              <a:off x="1514855" y="3558552"/>
              <a:ext cx="1506474" cy="401561"/>
            </a:xfrm>
            <a:prstGeom prst="rect">
              <a:avLst/>
            </a:prstGeom>
            <a:blipFill>
              <a:blip r:embed="rId6" cstate="print"/>
              <a:stretch>
                <a:fillRect/>
              </a:stretch>
            </a:blipFill>
          </p:spPr>
          <p:txBody>
            <a:bodyPr wrap="square" lIns="0" tIns="0" rIns="0" bIns="0" rtlCol="0"/>
            <a:lstStyle/>
            <a:p>
              <a:endParaRPr/>
            </a:p>
          </p:txBody>
        </p:sp>
        <p:sp>
          <p:nvSpPr>
            <p:cNvPr id="585" name="object 585"/>
            <p:cNvSpPr/>
            <p:nvPr/>
          </p:nvSpPr>
          <p:spPr>
            <a:xfrm>
              <a:off x="1338071" y="3951719"/>
              <a:ext cx="336041" cy="380250"/>
            </a:xfrm>
            <a:prstGeom prst="rect">
              <a:avLst/>
            </a:prstGeom>
            <a:blipFill>
              <a:blip r:embed="rId5" cstate="print"/>
              <a:stretch>
                <a:fillRect/>
              </a:stretch>
            </a:blipFill>
          </p:spPr>
          <p:txBody>
            <a:bodyPr wrap="square" lIns="0" tIns="0" rIns="0" bIns="0" rtlCol="0"/>
            <a:lstStyle/>
            <a:p>
              <a:endParaRPr/>
            </a:p>
          </p:txBody>
        </p:sp>
        <p:sp>
          <p:nvSpPr>
            <p:cNvPr id="586" name="object 586"/>
            <p:cNvSpPr/>
            <p:nvPr/>
          </p:nvSpPr>
          <p:spPr>
            <a:xfrm>
              <a:off x="1514855" y="3924312"/>
              <a:ext cx="2001773" cy="401561"/>
            </a:xfrm>
            <a:prstGeom prst="rect">
              <a:avLst/>
            </a:prstGeom>
            <a:blipFill>
              <a:blip r:embed="rId7" cstate="print"/>
              <a:stretch>
                <a:fillRect/>
              </a:stretch>
            </a:blipFill>
          </p:spPr>
          <p:txBody>
            <a:bodyPr wrap="square" lIns="0" tIns="0" rIns="0" bIns="0" rtlCol="0"/>
            <a:lstStyle/>
            <a:p>
              <a:endParaRPr/>
            </a:p>
          </p:txBody>
        </p:sp>
        <p:sp>
          <p:nvSpPr>
            <p:cNvPr id="587" name="object 587"/>
            <p:cNvSpPr/>
            <p:nvPr/>
          </p:nvSpPr>
          <p:spPr>
            <a:xfrm>
              <a:off x="1338071" y="4317479"/>
              <a:ext cx="336041" cy="380250"/>
            </a:xfrm>
            <a:prstGeom prst="rect">
              <a:avLst/>
            </a:prstGeom>
            <a:blipFill>
              <a:blip r:embed="rId5" cstate="print"/>
              <a:stretch>
                <a:fillRect/>
              </a:stretch>
            </a:blipFill>
          </p:spPr>
          <p:txBody>
            <a:bodyPr wrap="square" lIns="0" tIns="0" rIns="0" bIns="0" rtlCol="0"/>
            <a:lstStyle/>
            <a:p>
              <a:endParaRPr/>
            </a:p>
          </p:txBody>
        </p:sp>
        <p:sp>
          <p:nvSpPr>
            <p:cNvPr id="588" name="object 588"/>
            <p:cNvSpPr/>
            <p:nvPr/>
          </p:nvSpPr>
          <p:spPr>
            <a:xfrm>
              <a:off x="1514855" y="4290072"/>
              <a:ext cx="1163574" cy="401561"/>
            </a:xfrm>
            <a:prstGeom prst="rect">
              <a:avLst/>
            </a:prstGeom>
            <a:blipFill>
              <a:blip r:embed="rId8" cstate="print"/>
              <a:stretch>
                <a:fillRect/>
              </a:stretch>
            </a:blipFill>
          </p:spPr>
          <p:txBody>
            <a:bodyPr wrap="square" lIns="0" tIns="0" rIns="0" bIns="0" rtlCol="0"/>
            <a:lstStyle/>
            <a:p>
              <a:endParaRPr/>
            </a:p>
          </p:txBody>
        </p:sp>
        <p:sp>
          <p:nvSpPr>
            <p:cNvPr id="589" name="object 589"/>
            <p:cNvSpPr/>
            <p:nvPr/>
          </p:nvSpPr>
          <p:spPr>
            <a:xfrm>
              <a:off x="1338071" y="4683239"/>
              <a:ext cx="336041" cy="380250"/>
            </a:xfrm>
            <a:prstGeom prst="rect">
              <a:avLst/>
            </a:prstGeom>
            <a:blipFill>
              <a:blip r:embed="rId5" cstate="print"/>
              <a:stretch>
                <a:fillRect/>
              </a:stretch>
            </a:blipFill>
          </p:spPr>
          <p:txBody>
            <a:bodyPr wrap="square" lIns="0" tIns="0" rIns="0" bIns="0" rtlCol="0"/>
            <a:lstStyle/>
            <a:p>
              <a:endParaRPr/>
            </a:p>
          </p:txBody>
        </p:sp>
        <p:sp>
          <p:nvSpPr>
            <p:cNvPr id="590" name="object 590"/>
            <p:cNvSpPr/>
            <p:nvPr/>
          </p:nvSpPr>
          <p:spPr>
            <a:xfrm>
              <a:off x="1514855" y="4655832"/>
              <a:ext cx="1834133" cy="401561"/>
            </a:xfrm>
            <a:prstGeom prst="rect">
              <a:avLst/>
            </a:prstGeom>
            <a:blipFill>
              <a:blip r:embed="rId9" cstate="print"/>
              <a:stretch>
                <a:fillRect/>
              </a:stretch>
            </a:blipFill>
          </p:spPr>
          <p:txBody>
            <a:bodyPr wrap="square" lIns="0" tIns="0" rIns="0" bIns="0" rtlCol="0"/>
            <a:lstStyle/>
            <a:p>
              <a:endParaRPr/>
            </a:p>
          </p:txBody>
        </p:sp>
      </p:grpSp>
      <p:sp>
        <p:nvSpPr>
          <p:cNvPr id="591" name="object 591"/>
          <p:cNvSpPr txBox="1"/>
          <p:nvPr/>
        </p:nvSpPr>
        <p:spPr>
          <a:xfrm>
            <a:off x="1432686" y="3139516"/>
            <a:ext cx="1968500" cy="17983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00D9CE"/>
                </a:solidFill>
                <a:latin typeface="Gothic Uralic"/>
                <a:cs typeface="Gothic Uralic"/>
              </a:rPr>
              <a:t>Classification</a:t>
            </a:r>
            <a:endParaRPr sz="1800">
              <a:latin typeface="Gothic Uralic"/>
              <a:cs typeface="Gothic Uralic"/>
            </a:endParaRPr>
          </a:p>
          <a:p>
            <a:pPr marL="195580" indent="-182880">
              <a:lnSpc>
                <a:spcPct val="100000"/>
              </a:lnSpc>
              <a:spcBef>
                <a:spcPts val="1475"/>
              </a:spcBef>
              <a:buFont typeface="Courier New"/>
              <a:buChar char="o"/>
              <a:tabLst>
                <a:tab pos="195580" algn="l"/>
              </a:tabLst>
            </a:pPr>
            <a:r>
              <a:rPr sz="1400" dirty="0">
                <a:solidFill>
                  <a:srgbClr val="FFFFFF"/>
                </a:solidFill>
                <a:latin typeface="Arial"/>
                <a:cs typeface="Arial"/>
              </a:rPr>
              <a:t>Fraud</a:t>
            </a:r>
            <a:r>
              <a:rPr sz="1400" spc="-45" dirty="0">
                <a:solidFill>
                  <a:srgbClr val="FFFFFF"/>
                </a:solidFill>
                <a:latin typeface="Arial"/>
                <a:cs typeface="Arial"/>
              </a:rPr>
              <a:t> </a:t>
            </a:r>
            <a:r>
              <a:rPr sz="1400" dirty="0">
                <a:solidFill>
                  <a:srgbClr val="FFFFFF"/>
                </a:solidFill>
                <a:latin typeface="Arial"/>
                <a:cs typeface="Arial"/>
              </a:rPr>
              <a:t>Detection</a:t>
            </a:r>
            <a:endParaRPr sz="1400">
              <a:latin typeface="Arial"/>
              <a:cs typeface="Arial"/>
            </a:endParaRPr>
          </a:p>
          <a:p>
            <a:pPr marL="195580" indent="-182880">
              <a:lnSpc>
                <a:spcPct val="100000"/>
              </a:lnSpc>
              <a:spcBef>
                <a:spcPts val="1200"/>
              </a:spcBef>
              <a:buFont typeface="Courier New"/>
              <a:buChar char="o"/>
              <a:tabLst>
                <a:tab pos="195580" algn="l"/>
              </a:tabLst>
            </a:pPr>
            <a:r>
              <a:rPr sz="1400" spc="-5" dirty="0">
                <a:solidFill>
                  <a:srgbClr val="FFFFFF"/>
                </a:solidFill>
                <a:latin typeface="Arial"/>
                <a:cs typeface="Arial"/>
              </a:rPr>
              <a:t>Email </a:t>
            </a:r>
            <a:r>
              <a:rPr sz="1400" dirty="0">
                <a:solidFill>
                  <a:srgbClr val="FFFFFF"/>
                </a:solidFill>
                <a:latin typeface="Arial"/>
                <a:cs typeface="Arial"/>
              </a:rPr>
              <a:t>Spam</a:t>
            </a:r>
            <a:r>
              <a:rPr sz="1400" spc="-80" dirty="0">
                <a:solidFill>
                  <a:srgbClr val="FFFFFF"/>
                </a:solidFill>
                <a:latin typeface="Arial"/>
                <a:cs typeface="Arial"/>
              </a:rPr>
              <a:t> </a:t>
            </a:r>
            <a:r>
              <a:rPr sz="1400" dirty="0">
                <a:solidFill>
                  <a:srgbClr val="FFFFFF"/>
                </a:solidFill>
                <a:latin typeface="Arial"/>
                <a:cs typeface="Arial"/>
              </a:rPr>
              <a:t>Detection</a:t>
            </a:r>
            <a:endParaRPr sz="1400">
              <a:latin typeface="Arial"/>
              <a:cs typeface="Arial"/>
            </a:endParaRPr>
          </a:p>
          <a:p>
            <a:pPr marL="195580" indent="-182880">
              <a:lnSpc>
                <a:spcPct val="100000"/>
              </a:lnSpc>
              <a:spcBef>
                <a:spcPts val="1200"/>
              </a:spcBef>
              <a:buFont typeface="Courier New"/>
              <a:buChar char="o"/>
              <a:tabLst>
                <a:tab pos="195580" algn="l"/>
              </a:tabLst>
            </a:pPr>
            <a:r>
              <a:rPr sz="1400" dirty="0">
                <a:solidFill>
                  <a:srgbClr val="FFFFFF"/>
                </a:solidFill>
                <a:latin typeface="Arial"/>
                <a:cs typeface="Arial"/>
              </a:rPr>
              <a:t>Diagnostics</a:t>
            </a:r>
            <a:endParaRPr sz="1400">
              <a:latin typeface="Arial"/>
              <a:cs typeface="Arial"/>
            </a:endParaRPr>
          </a:p>
          <a:p>
            <a:pPr marL="195580" indent="-182880">
              <a:lnSpc>
                <a:spcPct val="100000"/>
              </a:lnSpc>
              <a:spcBef>
                <a:spcPts val="1200"/>
              </a:spcBef>
              <a:buFont typeface="Courier New"/>
              <a:buChar char="o"/>
              <a:tabLst>
                <a:tab pos="195580" algn="l"/>
              </a:tabLst>
            </a:pPr>
            <a:r>
              <a:rPr sz="1400" dirty="0">
                <a:solidFill>
                  <a:srgbClr val="FFFFFF"/>
                </a:solidFill>
                <a:latin typeface="Arial"/>
                <a:cs typeface="Arial"/>
              </a:rPr>
              <a:t>Image</a:t>
            </a:r>
            <a:r>
              <a:rPr sz="1400" spc="-50" dirty="0">
                <a:solidFill>
                  <a:srgbClr val="FFFFFF"/>
                </a:solidFill>
                <a:latin typeface="Arial"/>
                <a:cs typeface="Arial"/>
              </a:rPr>
              <a:t> </a:t>
            </a:r>
            <a:r>
              <a:rPr sz="1400" dirty="0">
                <a:solidFill>
                  <a:srgbClr val="FFFFFF"/>
                </a:solidFill>
                <a:latin typeface="Arial"/>
                <a:cs typeface="Arial"/>
              </a:rPr>
              <a:t>Classification</a:t>
            </a:r>
            <a:endParaRPr sz="1400">
              <a:latin typeface="Arial"/>
              <a:cs typeface="Arial"/>
            </a:endParaRPr>
          </a:p>
        </p:txBody>
      </p:sp>
      <p:sp>
        <p:nvSpPr>
          <p:cNvPr id="592" name="object 592"/>
          <p:cNvSpPr txBox="1"/>
          <p:nvPr/>
        </p:nvSpPr>
        <p:spPr>
          <a:xfrm>
            <a:off x="8568055" y="3319983"/>
            <a:ext cx="1214120" cy="300355"/>
          </a:xfrm>
          <a:prstGeom prst="rect">
            <a:avLst/>
          </a:prstGeom>
        </p:spPr>
        <p:txBody>
          <a:bodyPr vert="horz" wrap="square" lIns="0" tIns="12700" rIns="0" bIns="0" rtlCol="0">
            <a:spAutoFit/>
          </a:bodyPr>
          <a:lstStyle/>
          <a:p>
            <a:pPr marL="12700">
              <a:lnSpc>
                <a:spcPct val="100000"/>
              </a:lnSpc>
              <a:spcBef>
                <a:spcPts val="100"/>
              </a:spcBef>
            </a:pPr>
            <a:r>
              <a:rPr sz="1800" b="1" spc="-5" dirty="0">
                <a:solidFill>
                  <a:srgbClr val="FF8E01"/>
                </a:solidFill>
                <a:latin typeface="Gothic Uralic"/>
                <a:cs typeface="Gothic Uralic"/>
              </a:rPr>
              <a:t>Regression</a:t>
            </a:r>
            <a:endParaRPr sz="1800">
              <a:latin typeface="Gothic Uralic"/>
              <a:cs typeface="Gothic Uralic"/>
            </a:endParaRPr>
          </a:p>
        </p:txBody>
      </p:sp>
      <p:grpSp>
        <p:nvGrpSpPr>
          <p:cNvPr id="593" name="object 593"/>
          <p:cNvGrpSpPr/>
          <p:nvPr/>
        </p:nvGrpSpPr>
        <p:grpSpPr>
          <a:xfrm>
            <a:off x="8471916" y="3726192"/>
            <a:ext cx="1774825" cy="773430"/>
            <a:chOff x="8471916" y="3726192"/>
            <a:chExt cx="1774825" cy="773430"/>
          </a:xfrm>
        </p:grpSpPr>
        <p:sp>
          <p:nvSpPr>
            <p:cNvPr id="594" name="object 594"/>
            <p:cNvSpPr/>
            <p:nvPr/>
          </p:nvSpPr>
          <p:spPr>
            <a:xfrm>
              <a:off x="8471916" y="3753599"/>
              <a:ext cx="336042" cy="380250"/>
            </a:xfrm>
            <a:prstGeom prst="rect">
              <a:avLst/>
            </a:prstGeom>
            <a:blipFill>
              <a:blip r:embed="rId10" cstate="print"/>
              <a:stretch>
                <a:fillRect/>
              </a:stretch>
            </a:blipFill>
          </p:spPr>
          <p:txBody>
            <a:bodyPr wrap="square" lIns="0" tIns="0" rIns="0" bIns="0" rtlCol="0"/>
            <a:lstStyle/>
            <a:p>
              <a:endParaRPr/>
            </a:p>
          </p:txBody>
        </p:sp>
        <p:sp>
          <p:nvSpPr>
            <p:cNvPr id="595" name="object 595"/>
            <p:cNvSpPr/>
            <p:nvPr/>
          </p:nvSpPr>
          <p:spPr>
            <a:xfrm>
              <a:off x="8648700" y="3726192"/>
              <a:ext cx="1597913" cy="401561"/>
            </a:xfrm>
            <a:prstGeom prst="rect">
              <a:avLst/>
            </a:prstGeom>
            <a:blipFill>
              <a:blip r:embed="rId11" cstate="print"/>
              <a:stretch>
                <a:fillRect/>
              </a:stretch>
            </a:blipFill>
          </p:spPr>
          <p:txBody>
            <a:bodyPr wrap="square" lIns="0" tIns="0" rIns="0" bIns="0" rtlCol="0"/>
            <a:lstStyle/>
            <a:p>
              <a:endParaRPr/>
            </a:p>
          </p:txBody>
        </p:sp>
        <p:sp>
          <p:nvSpPr>
            <p:cNvPr id="596" name="object 596"/>
            <p:cNvSpPr/>
            <p:nvPr/>
          </p:nvSpPr>
          <p:spPr>
            <a:xfrm>
              <a:off x="8471916" y="4119359"/>
              <a:ext cx="336042" cy="380250"/>
            </a:xfrm>
            <a:prstGeom prst="rect">
              <a:avLst/>
            </a:prstGeom>
            <a:blipFill>
              <a:blip r:embed="rId10" cstate="print"/>
              <a:stretch>
                <a:fillRect/>
              </a:stretch>
            </a:blipFill>
          </p:spPr>
          <p:txBody>
            <a:bodyPr wrap="square" lIns="0" tIns="0" rIns="0" bIns="0" rtlCol="0"/>
            <a:lstStyle/>
            <a:p>
              <a:endParaRPr/>
            </a:p>
          </p:txBody>
        </p:sp>
        <p:sp>
          <p:nvSpPr>
            <p:cNvPr id="597" name="object 597"/>
            <p:cNvSpPr/>
            <p:nvPr/>
          </p:nvSpPr>
          <p:spPr>
            <a:xfrm>
              <a:off x="8648700" y="4091952"/>
              <a:ext cx="1547622" cy="401561"/>
            </a:xfrm>
            <a:prstGeom prst="rect">
              <a:avLst/>
            </a:prstGeom>
            <a:blipFill>
              <a:blip r:embed="rId12" cstate="print"/>
              <a:stretch>
                <a:fillRect/>
              </a:stretch>
            </a:blipFill>
          </p:spPr>
          <p:txBody>
            <a:bodyPr wrap="square" lIns="0" tIns="0" rIns="0" bIns="0" rtlCol="0"/>
            <a:lstStyle/>
            <a:p>
              <a:endParaRPr/>
            </a:p>
          </p:txBody>
        </p:sp>
      </p:grpSp>
      <p:sp>
        <p:nvSpPr>
          <p:cNvPr id="598" name="object 598"/>
          <p:cNvSpPr txBox="1"/>
          <p:nvPr/>
        </p:nvSpPr>
        <p:spPr>
          <a:xfrm>
            <a:off x="8568055" y="3768090"/>
            <a:ext cx="1564640" cy="605790"/>
          </a:xfrm>
          <a:prstGeom prst="rect">
            <a:avLst/>
          </a:prstGeom>
        </p:spPr>
        <p:txBody>
          <a:bodyPr vert="horz" wrap="square" lIns="0" tIns="12700" rIns="0" bIns="0" rtlCol="0">
            <a:spAutoFit/>
          </a:bodyPr>
          <a:lstStyle/>
          <a:p>
            <a:pPr marL="195580" indent="-182880">
              <a:lnSpc>
                <a:spcPct val="100000"/>
              </a:lnSpc>
              <a:spcBef>
                <a:spcPts val="100"/>
              </a:spcBef>
              <a:buFont typeface="Courier New"/>
              <a:buChar char="o"/>
              <a:tabLst>
                <a:tab pos="195580" algn="l"/>
              </a:tabLst>
            </a:pPr>
            <a:r>
              <a:rPr sz="1400" spc="-5" dirty="0">
                <a:solidFill>
                  <a:srgbClr val="FFFFFF"/>
                </a:solidFill>
                <a:latin typeface="Arial"/>
                <a:cs typeface="Arial"/>
              </a:rPr>
              <a:t>Risk</a:t>
            </a:r>
            <a:r>
              <a:rPr sz="1400" spc="-114" dirty="0">
                <a:solidFill>
                  <a:srgbClr val="FFFFFF"/>
                </a:solidFill>
                <a:latin typeface="Arial"/>
                <a:cs typeface="Arial"/>
              </a:rPr>
              <a:t> </a:t>
            </a:r>
            <a:r>
              <a:rPr sz="1400" spc="-5" dirty="0">
                <a:solidFill>
                  <a:srgbClr val="FFFFFF"/>
                </a:solidFill>
                <a:latin typeface="Arial"/>
                <a:cs typeface="Arial"/>
              </a:rPr>
              <a:t>Assessment</a:t>
            </a:r>
            <a:endParaRPr sz="1400">
              <a:latin typeface="Arial"/>
              <a:cs typeface="Arial"/>
            </a:endParaRPr>
          </a:p>
          <a:p>
            <a:pPr marL="195580" indent="-182880">
              <a:lnSpc>
                <a:spcPct val="100000"/>
              </a:lnSpc>
              <a:spcBef>
                <a:spcPts val="1200"/>
              </a:spcBef>
              <a:buFont typeface="Courier New"/>
              <a:buChar char="o"/>
              <a:tabLst>
                <a:tab pos="195580" algn="l"/>
              </a:tabLst>
            </a:pPr>
            <a:r>
              <a:rPr sz="1400" dirty="0">
                <a:solidFill>
                  <a:srgbClr val="FFFFFF"/>
                </a:solidFill>
                <a:latin typeface="Arial"/>
                <a:cs typeface="Arial"/>
              </a:rPr>
              <a:t>Score</a:t>
            </a:r>
            <a:r>
              <a:rPr sz="1400" spc="-60" dirty="0">
                <a:solidFill>
                  <a:srgbClr val="FFFFFF"/>
                </a:solidFill>
                <a:latin typeface="Arial"/>
                <a:cs typeface="Arial"/>
              </a:rPr>
              <a:t> </a:t>
            </a:r>
            <a:r>
              <a:rPr sz="1400" dirty="0">
                <a:solidFill>
                  <a:srgbClr val="FFFFFF"/>
                </a:solidFill>
                <a:latin typeface="Arial"/>
                <a:cs typeface="Arial"/>
              </a:rPr>
              <a:t>Prediction</a:t>
            </a:r>
            <a:endParaRPr sz="1400">
              <a:latin typeface="Arial"/>
              <a:cs typeface="Arial"/>
            </a:endParaRPr>
          </a:p>
        </p:txBody>
      </p:sp>
      <p:grpSp>
        <p:nvGrpSpPr>
          <p:cNvPr id="599" name="object 599"/>
          <p:cNvGrpSpPr/>
          <p:nvPr/>
        </p:nvGrpSpPr>
        <p:grpSpPr>
          <a:xfrm>
            <a:off x="160020" y="3803903"/>
            <a:ext cx="11934825" cy="2033270"/>
            <a:chOff x="160020" y="3803903"/>
            <a:chExt cx="11934825" cy="2033270"/>
          </a:xfrm>
        </p:grpSpPr>
        <p:sp>
          <p:nvSpPr>
            <p:cNvPr id="600" name="object 600"/>
            <p:cNvSpPr/>
            <p:nvPr/>
          </p:nvSpPr>
          <p:spPr>
            <a:xfrm>
              <a:off x="198120" y="4949951"/>
              <a:ext cx="848994" cy="848994"/>
            </a:xfrm>
            <a:custGeom>
              <a:avLst/>
              <a:gdLst/>
              <a:ahLst/>
              <a:cxnLst/>
              <a:rect l="l" t="t" r="r" b="b"/>
              <a:pathLst>
                <a:path w="848994" h="848995">
                  <a:moveTo>
                    <a:pt x="424434" y="0"/>
                  </a:moveTo>
                  <a:lnTo>
                    <a:pt x="378188" y="2490"/>
                  </a:lnTo>
                  <a:lnTo>
                    <a:pt x="333384" y="9787"/>
                  </a:lnTo>
                  <a:lnTo>
                    <a:pt x="290281" y="21634"/>
                  </a:lnTo>
                  <a:lnTo>
                    <a:pt x="249139" y="37771"/>
                  </a:lnTo>
                  <a:lnTo>
                    <a:pt x="210216" y="57940"/>
                  </a:lnTo>
                  <a:lnTo>
                    <a:pt x="173770" y="81881"/>
                  </a:lnTo>
                  <a:lnTo>
                    <a:pt x="140062" y="109336"/>
                  </a:lnTo>
                  <a:lnTo>
                    <a:pt x="109350" y="140047"/>
                  </a:lnTo>
                  <a:lnTo>
                    <a:pt x="81892" y="173754"/>
                  </a:lnTo>
                  <a:lnTo>
                    <a:pt x="57948" y="210199"/>
                  </a:lnTo>
                  <a:lnTo>
                    <a:pt x="37777" y="249122"/>
                  </a:lnTo>
                  <a:lnTo>
                    <a:pt x="21638" y="290267"/>
                  </a:lnTo>
                  <a:lnTo>
                    <a:pt x="9789" y="333372"/>
                  </a:lnTo>
                  <a:lnTo>
                    <a:pt x="2490" y="378181"/>
                  </a:lnTo>
                  <a:lnTo>
                    <a:pt x="0" y="424434"/>
                  </a:lnTo>
                  <a:lnTo>
                    <a:pt x="2490" y="470679"/>
                  </a:lnTo>
                  <a:lnTo>
                    <a:pt x="9789" y="515483"/>
                  </a:lnTo>
                  <a:lnTo>
                    <a:pt x="21638" y="558586"/>
                  </a:lnTo>
                  <a:lnTo>
                    <a:pt x="37777" y="599728"/>
                  </a:lnTo>
                  <a:lnTo>
                    <a:pt x="57948" y="638651"/>
                  </a:lnTo>
                  <a:lnTo>
                    <a:pt x="81892" y="675097"/>
                  </a:lnTo>
                  <a:lnTo>
                    <a:pt x="109350" y="708805"/>
                  </a:lnTo>
                  <a:lnTo>
                    <a:pt x="140062" y="739517"/>
                  </a:lnTo>
                  <a:lnTo>
                    <a:pt x="173770" y="766975"/>
                  </a:lnTo>
                  <a:lnTo>
                    <a:pt x="210216" y="790919"/>
                  </a:lnTo>
                  <a:lnTo>
                    <a:pt x="249139" y="811090"/>
                  </a:lnTo>
                  <a:lnTo>
                    <a:pt x="290281" y="827229"/>
                  </a:lnTo>
                  <a:lnTo>
                    <a:pt x="333384" y="839078"/>
                  </a:lnTo>
                  <a:lnTo>
                    <a:pt x="378188" y="846377"/>
                  </a:lnTo>
                  <a:lnTo>
                    <a:pt x="424434" y="848868"/>
                  </a:lnTo>
                  <a:lnTo>
                    <a:pt x="470679" y="846377"/>
                  </a:lnTo>
                  <a:lnTo>
                    <a:pt x="515483" y="839078"/>
                  </a:lnTo>
                  <a:lnTo>
                    <a:pt x="558586" y="827229"/>
                  </a:lnTo>
                  <a:lnTo>
                    <a:pt x="599728" y="811090"/>
                  </a:lnTo>
                  <a:lnTo>
                    <a:pt x="638651" y="790919"/>
                  </a:lnTo>
                  <a:lnTo>
                    <a:pt x="675097" y="766975"/>
                  </a:lnTo>
                  <a:lnTo>
                    <a:pt x="708805" y="739517"/>
                  </a:lnTo>
                  <a:lnTo>
                    <a:pt x="739517" y="708805"/>
                  </a:lnTo>
                  <a:lnTo>
                    <a:pt x="766975" y="675097"/>
                  </a:lnTo>
                  <a:lnTo>
                    <a:pt x="790919" y="638651"/>
                  </a:lnTo>
                  <a:lnTo>
                    <a:pt x="811090" y="599728"/>
                  </a:lnTo>
                  <a:lnTo>
                    <a:pt x="827229" y="558586"/>
                  </a:lnTo>
                  <a:lnTo>
                    <a:pt x="839078" y="515483"/>
                  </a:lnTo>
                  <a:lnTo>
                    <a:pt x="846377" y="470679"/>
                  </a:lnTo>
                  <a:lnTo>
                    <a:pt x="848868" y="424434"/>
                  </a:lnTo>
                  <a:lnTo>
                    <a:pt x="846377" y="378181"/>
                  </a:lnTo>
                  <a:lnTo>
                    <a:pt x="839078" y="333372"/>
                  </a:lnTo>
                  <a:lnTo>
                    <a:pt x="827229" y="290267"/>
                  </a:lnTo>
                  <a:lnTo>
                    <a:pt x="811090" y="249122"/>
                  </a:lnTo>
                  <a:lnTo>
                    <a:pt x="790919" y="210199"/>
                  </a:lnTo>
                  <a:lnTo>
                    <a:pt x="766975" y="173754"/>
                  </a:lnTo>
                  <a:lnTo>
                    <a:pt x="739517" y="140047"/>
                  </a:lnTo>
                  <a:lnTo>
                    <a:pt x="708805" y="109336"/>
                  </a:lnTo>
                  <a:lnTo>
                    <a:pt x="675097" y="81881"/>
                  </a:lnTo>
                  <a:lnTo>
                    <a:pt x="638651" y="57940"/>
                  </a:lnTo>
                  <a:lnTo>
                    <a:pt x="599728" y="37771"/>
                  </a:lnTo>
                  <a:lnTo>
                    <a:pt x="558586" y="21634"/>
                  </a:lnTo>
                  <a:lnTo>
                    <a:pt x="515483" y="9787"/>
                  </a:lnTo>
                  <a:lnTo>
                    <a:pt x="470679" y="2490"/>
                  </a:lnTo>
                  <a:lnTo>
                    <a:pt x="424434" y="0"/>
                  </a:lnTo>
                  <a:close/>
                </a:path>
              </a:pathLst>
            </a:custGeom>
            <a:solidFill>
              <a:srgbClr val="00D9CE"/>
            </a:solidFill>
          </p:spPr>
          <p:txBody>
            <a:bodyPr wrap="square" lIns="0" tIns="0" rIns="0" bIns="0" rtlCol="0"/>
            <a:lstStyle/>
            <a:p>
              <a:endParaRPr/>
            </a:p>
          </p:txBody>
        </p:sp>
        <p:sp>
          <p:nvSpPr>
            <p:cNvPr id="601" name="object 601"/>
            <p:cNvSpPr/>
            <p:nvPr/>
          </p:nvSpPr>
          <p:spPr>
            <a:xfrm>
              <a:off x="198120" y="4949951"/>
              <a:ext cx="848994" cy="848994"/>
            </a:xfrm>
            <a:custGeom>
              <a:avLst/>
              <a:gdLst/>
              <a:ahLst/>
              <a:cxnLst/>
              <a:rect l="l" t="t" r="r" b="b"/>
              <a:pathLst>
                <a:path w="848994" h="848995">
                  <a:moveTo>
                    <a:pt x="0" y="424434"/>
                  </a:moveTo>
                  <a:lnTo>
                    <a:pt x="2490" y="378181"/>
                  </a:lnTo>
                  <a:lnTo>
                    <a:pt x="9789" y="333372"/>
                  </a:lnTo>
                  <a:lnTo>
                    <a:pt x="21638" y="290267"/>
                  </a:lnTo>
                  <a:lnTo>
                    <a:pt x="37777" y="249122"/>
                  </a:lnTo>
                  <a:lnTo>
                    <a:pt x="57948" y="210199"/>
                  </a:lnTo>
                  <a:lnTo>
                    <a:pt x="81892" y="173754"/>
                  </a:lnTo>
                  <a:lnTo>
                    <a:pt x="109350" y="140047"/>
                  </a:lnTo>
                  <a:lnTo>
                    <a:pt x="140062" y="109336"/>
                  </a:lnTo>
                  <a:lnTo>
                    <a:pt x="173770" y="81881"/>
                  </a:lnTo>
                  <a:lnTo>
                    <a:pt x="210216" y="57940"/>
                  </a:lnTo>
                  <a:lnTo>
                    <a:pt x="249139" y="37771"/>
                  </a:lnTo>
                  <a:lnTo>
                    <a:pt x="290281" y="21634"/>
                  </a:lnTo>
                  <a:lnTo>
                    <a:pt x="333384" y="9787"/>
                  </a:lnTo>
                  <a:lnTo>
                    <a:pt x="378188" y="2490"/>
                  </a:lnTo>
                  <a:lnTo>
                    <a:pt x="424434" y="0"/>
                  </a:lnTo>
                  <a:lnTo>
                    <a:pt x="470679" y="2490"/>
                  </a:lnTo>
                  <a:lnTo>
                    <a:pt x="515483" y="9787"/>
                  </a:lnTo>
                  <a:lnTo>
                    <a:pt x="558586" y="21634"/>
                  </a:lnTo>
                  <a:lnTo>
                    <a:pt x="599728" y="37771"/>
                  </a:lnTo>
                  <a:lnTo>
                    <a:pt x="638651" y="57940"/>
                  </a:lnTo>
                  <a:lnTo>
                    <a:pt x="675097" y="81881"/>
                  </a:lnTo>
                  <a:lnTo>
                    <a:pt x="708805" y="109336"/>
                  </a:lnTo>
                  <a:lnTo>
                    <a:pt x="739517" y="140047"/>
                  </a:lnTo>
                  <a:lnTo>
                    <a:pt x="766975" y="173754"/>
                  </a:lnTo>
                  <a:lnTo>
                    <a:pt x="790919" y="210199"/>
                  </a:lnTo>
                  <a:lnTo>
                    <a:pt x="811090" y="249122"/>
                  </a:lnTo>
                  <a:lnTo>
                    <a:pt x="827229" y="290267"/>
                  </a:lnTo>
                  <a:lnTo>
                    <a:pt x="839078" y="333372"/>
                  </a:lnTo>
                  <a:lnTo>
                    <a:pt x="846377" y="378181"/>
                  </a:lnTo>
                  <a:lnTo>
                    <a:pt x="848868" y="424434"/>
                  </a:lnTo>
                  <a:lnTo>
                    <a:pt x="846377" y="470679"/>
                  </a:lnTo>
                  <a:lnTo>
                    <a:pt x="839078" y="515483"/>
                  </a:lnTo>
                  <a:lnTo>
                    <a:pt x="827229" y="558586"/>
                  </a:lnTo>
                  <a:lnTo>
                    <a:pt x="811090" y="599728"/>
                  </a:lnTo>
                  <a:lnTo>
                    <a:pt x="790919" y="638651"/>
                  </a:lnTo>
                  <a:lnTo>
                    <a:pt x="766975" y="675097"/>
                  </a:lnTo>
                  <a:lnTo>
                    <a:pt x="739517" y="708805"/>
                  </a:lnTo>
                  <a:lnTo>
                    <a:pt x="708805" y="739517"/>
                  </a:lnTo>
                  <a:lnTo>
                    <a:pt x="675097" y="766975"/>
                  </a:lnTo>
                  <a:lnTo>
                    <a:pt x="638651" y="790919"/>
                  </a:lnTo>
                  <a:lnTo>
                    <a:pt x="599728" y="811090"/>
                  </a:lnTo>
                  <a:lnTo>
                    <a:pt x="558586" y="827229"/>
                  </a:lnTo>
                  <a:lnTo>
                    <a:pt x="515483" y="839078"/>
                  </a:lnTo>
                  <a:lnTo>
                    <a:pt x="470679" y="846377"/>
                  </a:lnTo>
                  <a:lnTo>
                    <a:pt x="424434" y="848868"/>
                  </a:lnTo>
                  <a:lnTo>
                    <a:pt x="378188" y="846377"/>
                  </a:lnTo>
                  <a:lnTo>
                    <a:pt x="333384" y="839078"/>
                  </a:lnTo>
                  <a:lnTo>
                    <a:pt x="290281" y="827229"/>
                  </a:lnTo>
                  <a:lnTo>
                    <a:pt x="249139" y="811090"/>
                  </a:lnTo>
                  <a:lnTo>
                    <a:pt x="210216" y="790919"/>
                  </a:lnTo>
                  <a:lnTo>
                    <a:pt x="173770" y="766975"/>
                  </a:lnTo>
                  <a:lnTo>
                    <a:pt x="140062" y="739517"/>
                  </a:lnTo>
                  <a:lnTo>
                    <a:pt x="109350" y="708805"/>
                  </a:lnTo>
                  <a:lnTo>
                    <a:pt x="81892" y="675097"/>
                  </a:lnTo>
                  <a:lnTo>
                    <a:pt x="57948" y="638651"/>
                  </a:lnTo>
                  <a:lnTo>
                    <a:pt x="37777" y="599728"/>
                  </a:lnTo>
                  <a:lnTo>
                    <a:pt x="21638" y="558586"/>
                  </a:lnTo>
                  <a:lnTo>
                    <a:pt x="9789" y="515483"/>
                  </a:lnTo>
                  <a:lnTo>
                    <a:pt x="2490" y="470679"/>
                  </a:lnTo>
                  <a:lnTo>
                    <a:pt x="0" y="424434"/>
                  </a:lnTo>
                  <a:close/>
                </a:path>
              </a:pathLst>
            </a:custGeom>
            <a:ln w="76200">
              <a:solidFill>
                <a:srgbClr val="152B77"/>
              </a:solidFill>
            </a:ln>
          </p:spPr>
          <p:txBody>
            <a:bodyPr wrap="square" lIns="0" tIns="0" rIns="0" bIns="0" rtlCol="0"/>
            <a:lstStyle/>
            <a:p>
              <a:endParaRPr/>
            </a:p>
          </p:txBody>
        </p:sp>
        <p:sp>
          <p:nvSpPr>
            <p:cNvPr id="602" name="object 602"/>
            <p:cNvSpPr/>
            <p:nvPr/>
          </p:nvSpPr>
          <p:spPr>
            <a:xfrm>
              <a:off x="11207496" y="4949951"/>
              <a:ext cx="848994" cy="848994"/>
            </a:xfrm>
            <a:custGeom>
              <a:avLst/>
              <a:gdLst/>
              <a:ahLst/>
              <a:cxnLst/>
              <a:rect l="l" t="t" r="r" b="b"/>
              <a:pathLst>
                <a:path w="848995" h="848995">
                  <a:moveTo>
                    <a:pt x="424433" y="0"/>
                  </a:moveTo>
                  <a:lnTo>
                    <a:pt x="378181" y="2490"/>
                  </a:lnTo>
                  <a:lnTo>
                    <a:pt x="333372" y="9787"/>
                  </a:lnTo>
                  <a:lnTo>
                    <a:pt x="290267" y="21634"/>
                  </a:lnTo>
                  <a:lnTo>
                    <a:pt x="249122" y="37771"/>
                  </a:lnTo>
                  <a:lnTo>
                    <a:pt x="210199" y="57940"/>
                  </a:lnTo>
                  <a:lnTo>
                    <a:pt x="173754" y="81881"/>
                  </a:lnTo>
                  <a:lnTo>
                    <a:pt x="140047" y="109336"/>
                  </a:lnTo>
                  <a:lnTo>
                    <a:pt x="109336" y="140047"/>
                  </a:lnTo>
                  <a:lnTo>
                    <a:pt x="81881" y="173754"/>
                  </a:lnTo>
                  <a:lnTo>
                    <a:pt x="57940" y="210199"/>
                  </a:lnTo>
                  <a:lnTo>
                    <a:pt x="37771" y="249122"/>
                  </a:lnTo>
                  <a:lnTo>
                    <a:pt x="21634" y="290267"/>
                  </a:lnTo>
                  <a:lnTo>
                    <a:pt x="9787" y="333372"/>
                  </a:lnTo>
                  <a:lnTo>
                    <a:pt x="2490" y="378181"/>
                  </a:lnTo>
                  <a:lnTo>
                    <a:pt x="0" y="424434"/>
                  </a:lnTo>
                  <a:lnTo>
                    <a:pt x="2490" y="470679"/>
                  </a:lnTo>
                  <a:lnTo>
                    <a:pt x="9787" y="515483"/>
                  </a:lnTo>
                  <a:lnTo>
                    <a:pt x="21634" y="558586"/>
                  </a:lnTo>
                  <a:lnTo>
                    <a:pt x="37771" y="599728"/>
                  </a:lnTo>
                  <a:lnTo>
                    <a:pt x="57940" y="638651"/>
                  </a:lnTo>
                  <a:lnTo>
                    <a:pt x="81881" y="675097"/>
                  </a:lnTo>
                  <a:lnTo>
                    <a:pt x="109336" y="708805"/>
                  </a:lnTo>
                  <a:lnTo>
                    <a:pt x="140047" y="739517"/>
                  </a:lnTo>
                  <a:lnTo>
                    <a:pt x="173754" y="766975"/>
                  </a:lnTo>
                  <a:lnTo>
                    <a:pt x="210199" y="790919"/>
                  </a:lnTo>
                  <a:lnTo>
                    <a:pt x="249122" y="811090"/>
                  </a:lnTo>
                  <a:lnTo>
                    <a:pt x="290267" y="827229"/>
                  </a:lnTo>
                  <a:lnTo>
                    <a:pt x="333372" y="839078"/>
                  </a:lnTo>
                  <a:lnTo>
                    <a:pt x="378181" y="846377"/>
                  </a:lnTo>
                  <a:lnTo>
                    <a:pt x="424433" y="848868"/>
                  </a:lnTo>
                  <a:lnTo>
                    <a:pt x="470686" y="846377"/>
                  </a:lnTo>
                  <a:lnTo>
                    <a:pt x="515495" y="839078"/>
                  </a:lnTo>
                  <a:lnTo>
                    <a:pt x="558600" y="827229"/>
                  </a:lnTo>
                  <a:lnTo>
                    <a:pt x="599745" y="811090"/>
                  </a:lnTo>
                  <a:lnTo>
                    <a:pt x="638668" y="790919"/>
                  </a:lnTo>
                  <a:lnTo>
                    <a:pt x="675113" y="766975"/>
                  </a:lnTo>
                  <a:lnTo>
                    <a:pt x="708820" y="739517"/>
                  </a:lnTo>
                  <a:lnTo>
                    <a:pt x="739531" y="708805"/>
                  </a:lnTo>
                  <a:lnTo>
                    <a:pt x="766986" y="675097"/>
                  </a:lnTo>
                  <a:lnTo>
                    <a:pt x="790927" y="638651"/>
                  </a:lnTo>
                  <a:lnTo>
                    <a:pt x="811096" y="599728"/>
                  </a:lnTo>
                  <a:lnTo>
                    <a:pt x="827233" y="558586"/>
                  </a:lnTo>
                  <a:lnTo>
                    <a:pt x="839080" y="515483"/>
                  </a:lnTo>
                  <a:lnTo>
                    <a:pt x="846377" y="470679"/>
                  </a:lnTo>
                  <a:lnTo>
                    <a:pt x="848868" y="424434"/>
                  </a:lnTo>
                  <a:lnTo>
                    <a:pt x="846377" y="378181"/>
                  </a:lnTo>
                  <a:lnTo>
                    <a:pt x="839080" y="333372"/>
                  </a:lnTo>
                  <a:lnTo>
                    <a:pt x="827233" y="290267"/>
                  </a:lnTo>
                  <a:lnTo>
                    <a:pt x="811096" y="249122"/>
                  </a:lnTo>
                  <a:lnTo>
                    <a:pt x="790927" y="210199"/>
                  </a:lnTo>
                  <a:lnTo>
                    <a:pt x="766986" y="173754"/>
                  </a:lnTo>
                  <a:lnTo>
                    <a:pt x="739531" y="140047"/>
                  </a:lnTo>
                  <a:lnTo>
                    <a:pt x="708820" y="109336"/>
                  </a:lnTo>
                  <a:lnTo>
                    <a:pt x="675113" y="81881"/>
                  </a:lnTo>
                  <a:lnTo>
                    <a:pt x="638668" y="57940"/>
                  </a:lnTo>
                  <a:lnTo>
                    <a:pt x="599745" y="37771"/>
                  </a:lnTo>
                  <a:lnTo>
                    <a:pt x="558600" y="21634"/>
                  </a:lnTo>
                  <a:lnTo>
                    <a:pt x="515495" y="9787"/>
                  </a:lnTo>
                  <a:lnTo>
                    <a:pt x="470686" y="2490"/>
                  </a:lnTo>
                  <a:lnTo>
                    <a:pt x="424433" y="0"/>
                  </a:lnTo>
                  <a:close/>
                </a:path>
              </a:pathLst>
            </a:custGeom>
            <a:solidFill>
              <a:srgbClr val="FF8E01"/>
            </a:solidFill>
          </p:spPr>
          <p:txBody>
            <a:bodyPr wrap="square" lIns="0" tIns="0" rIns="0" bIns="0" rtlCol="0"/>
            <a:lstStyle/>
            <a:p>
              <a:endParaRPr/>
            </a:p>
          </p:txBody>
        </p:sp>
        <p:sp>
          <p:nvSpPr>
            <p:cNvPr id="603" name="object 603"/>
            <p:cNvSpPr/>
            <p:nvPr/>
          </p:nvSpPr>
          <p:spPr>
            <a:xfrm>
              <a:off x="11207496" y="4949951"/>
              <a:ext cx="848994" cy="848994"/>
            </a:xfrm>
            <a:custGeom>
              <a:avLst/>
              <a:gdLst/>
              <a:ahLst/>
              <a:cxnLst/>
              <a:rect l="l" t="t" r="r" b="b"/>
              <a:pathLst>
                <a:path w="848995" h="848995">
                  <a:moveTo>
                    <a:pt x="0" y="424434"/>
                  </a:moveTo>
                  <a:lnTo>
                    <a:pt x="2490" y="378181"/>
                  </a:lnTo>
                  <a:lnTo>
                    <a:pt x="9787" y="333372"/>
                  </a:lnTo>
                  <a:lnTo>
                    <a:pt x="21634" y="290267"/>
                  </a:lnTo>
                  <a:lnTo>
                    <a:pt x="37771" y="249122"/>
                  </a:lnTo>
                  <a:lnTo>
                    <a:pt x="57940" y="210199"/>
                  </a:lnTo>
                  <a:lnTo>
                    <a:pt x="81881" y="173754"/>
                  </a:lnTo>
                  <a:lnTo>
                    <a:pt x="109336" y="140047"/>
                  </a:lnTo>
                  <a:lnTo>
                    <a:pt x="140047" y="109336"/>
                  </a:lnTo>
                  <a:lnTo>
                    <a:pt x="173754" y="81881"/>
                  </a:lnTo>
                  <a:lnTo>
                    <a:pt x="210199" y="57940"/>
                  </a:lnTo>
                  <a:lnTo>
                    <a:pt x="249122" y="37771"/>
                  </a:lnTo>
                  <a:lnTo>
                    <a:pt x="290267" y="21634"/>
                  </a:lnTo>
                  <a:lnTo>
                    <a:pt x="333372" y="9787"/>
                  </a:lnTo>
                  <a:lnTo>
                    <a:pt x="378181" y="2490"/>
                  </a:lnTo>
                  <a:lnTo>
                    <a:pt x="424433" y="0"/>
                  </a:lnTo>
                  <a:lnTo>
                    <a:pt x="470686" y="2490"/>
                  </a:lnTo>
                  <a:lnTo>
                    <a:pt x="515495" y="9787"/>
                  </a:lnTo>
                  <a:lnTo>
                    <a:pt x="558600" y="21634"/>
                  </a:lnTo>
                  <a:lnTo>
                    <a:pt x="599745" y="37771"/>
                  </a:lnTo>
                  <a:lnTo>
                    <a:pt x="638668" y="57940"/>
                  </a:lnTo>
                  <a:lnTo>
                    <a:pt x="675113" y="81881"/>
                  </a:lnTo>
                  <a:lnTo>
                    <a:pt x="708820" y="109336"/>
                  </a:lnTo>
                  <a:lnTo>
                    <a:pt x="739531" y="140047"/>
                  </a:lnTo>
                  <a:lnTo>
                    <a:pt x="766986" y="173754"/>
                  </a:lnTo>
                  <a:lnTo>
                    <a:pt x="790927" y="210199"/>
                  </a:lnTo>
                  <a:lnTo>
                    <a:pt x="811096" y="249122"/>
                  </a:lnTo>
                  <a:lnTo>
                    <a:pt x="827233" y="290267"/>
                  </a:lnTo>
                  <a:lnTo>
                    <a:pt x="839080" y="333372"/>
                  </a:lnTo>
                  <a:lnTo>
                    <a:pt x="846377" y="378181"/>
                  </a:lnTo>
                  <a:lnTo>
                    <a:pt x="848868" y="424434"/>
                  </a:lnTo>
                  <a:lnTo>
                    <a:pt x="846377" y="470679"/>
                  </a:lnTo>
                  <a:lnTo>
                    <a:pt x="839080" y="515483"/>
                  </a:lnTo>
                  <a:lnTo>
                    <a:pt x="827233" y="558586"/>
                  </a:lnTo>
                  <a:lnTo>
                    <a:pt x="811096" y="599728"/>
                  </a:lnTo>
                  <a:lnTo>
                    <a:pt x="790927" y="638651"/>
                  </a:lnTo>
                  <a:lnTo>
                    <a:pt x="766986" y="675097"/>
                  </a:lnTo>
                  <a:lnTo>
                    <a:pt x="739531" y="708805"/>
                  </a:lnTo>
                  <a:lnTo>
                    <a:pt x="708820" y="739517"/>
                  </a:lnTo>
                  <a:lnTo>
                    <a:pt x="675113" y="766975"/>
                  </a:lnTo>
                  <a:lnTo>
                    <a:pt x="638668" y="790919"/>
                  </a:lnTo>
                  <a:lnTo>
                    <a:pt x="599745" y="811090"/>
                  </a:lnTo>
                  <a:lnTo>
                    <a:pt x="558600" y="827229"/>
                  </a:lnTo>
                  <a:lnTo>
                    <a:pt x="515495" y="839078"/>
                  </a:lnTo>
                  <a:lnTo>
                    <a:pt x="470686" y="846377"/>
                  </a:lnTo>
                  <a:lnTo>
                    <a:pt x="424433" y="848868"/>
                  </a:lnTo>
                  <a:lnTo>
                    <a:pt x="378181" y="846377"/>
                  </a:lnTo>
                  <a:lnTo>
                    <a:pt x="333372" y="839078"/>
                  </a:lnTo>
                  <a:lnTo>
                    <a:pt x="290267" y="827229"/>
                  </a:lnTo>
                  <a:lnTo>
                    <a:pt x="249122" y="811090"/>
                  </a:lnTo>
                  <a:lnTo>
                    <a:pt x="210199" y="790919"/>
                  </a:lnTo>
                  <a:lnTo>
                    <a:pt x="173754" y="766975"/>
                  </a:lnTo>
                  <a:lnTo>
                    <a:pt x="140047" y="739517"/>
                  </a:lnTo>
                  <a:lnTo>
                    <a:pt x="109336" y="708805"/>
                  </a:lnTo>
                  <a:lnTo>
                    <a:pt x="81881" y="675097"/>
                  </a:lnTo>
                  <a:lnTo>
                    <a:pt x="57940" y="638651"/>
                  </a:lnTo>
                  <a:lnTo>
                    <a:pt x="37771" y="599728"/>
                  </a:lnTo>
                  <a:lnTo>
                    <a:pt x="21634" y="558586"/>
                  </a:lnTo>
                  <a:lnTo>
                    <a:pt x="9787" y="515483"/>
                  </a:lnTo>
                  <a:lnTo>
                    <a:pt x="2490" y="470679"/>
                  </a:lnTo>
                  <a:lnTo>
                    <a:pt x="0" y="424434"/>
                  </a:lnTo>
                  <a:close/>
                </a:path>
              </a:pathLst>
            </a:custGeom>
            <a:ln w="76200">
              <a:solidFill>
                <a:srgbClr val="152B77"/>
              </a:solidFill>
            </a:ln>
          </p:spPr>
          <p:txBody>
            <a:bodyPr wrap="square" lIns="0" tIns="0" rIns="0" bIns="0" rtlCol="0"/>
            <a:lstStyle/>
            <a:p>
              <a:endParaRPr/>
            </a:p>
          </p:txBody>
        </p:sp>
        <p:sp>
          <p:nvSpPr>
            <p:cNvPr id="604" name="object 604"/>
            <p:cNvSpPr/>
            <p:nvPr/>
          </p:nvSpPr>
          <p:spPr>
            <a:xfrm>
              <a:off x="5216652" y="3803903"/>
              <a:ext cx="1750313" cy="567690"/>
            </a:xfrm>
            <a:prstGeom prst="rect">
              <a:avLst/>
            </a:prstGeom>
            <a:blipFill>
              <a:blip r:embed="rId13" cstate="print"/>
              <a:stretch>
                <a:fillRect/>
              </a:stretch>
            </a:blipFill>
          </p:spPr>
          <p:txBody>
            <a:bodyPr wrap="square" lIns="0" tIns="0" rIns="0" bIns="0" rtlCol="0"/>
            <a:lstStyle/>
            <a:p>
              <a:endParaRPr/>
            </a:p>
          </p:txBody>
        </p:sp>
        <p:sp>
          <p:nvSpPr>
            <p:cNvPr id="605" name="object 605"/>
            <p:cNvSpPr/>
            <p:nvPr/>
          </p:nvSpPr>
          <p:spPr>
            <a:xfrm>
              <a:off x="5394960" y="4108703"/>
              <a:ext cx="1395221" cy="567690"/>
            </a:xfrm>
            <a:prstGeom prst="rect">
              <a:avLst/>
            </a:prstGeom>
            <a:blipFill>
              <a:blip r:embed="rId14" cstate="print"/>
              <a:stretch>
                <a:fillRect/>
              </a:stretch>
            </a:blipFill>
          </p:spPr>
          <p:txBody>
            <a:bodyPr wrap="square" lIns="0" tIns="0" rIns="0" bIns="0" rtlCol="0"/>
            <a:lstStyle/>
            <a:p>
              <a:endParaRPr/>
            </a:p>
          </p:txBody>
        </p:sp>
      </p:grpSp>
      <p:sp>
        <p:nvSpPr>
          <p:cNvPr id="606" name="object 606"/>
          <p:cNvSpPr txBox="1"/>
          <p:nvPr/>
        </p:nvSpPr>
        <p:spPr>
          <a:xfrm>
            <a:off x="5364607" y="3871086"/>
            <a:ext cx="1368425" cy="635635"/>
          </a:xfrm>
          <a:prstGeom prst="rect">
            <a:avLst/>
          </a:prstGeom>
        </p:spPr>
        <p:txBody>
          <a:bodyPr vert="horz" wrap="square" lIns="0" tIns="12700" rIns="0" bIns="0" rtlCol="0">
            <a:spAutoFit/>
          </a:bodyPr>
          <a:lstStyle/>
          <a:p>
            <a:pPr marL="190500" marR="5080" indent="-178435">
              <a:lnSpc>
                <a:spcPct val="100000"/>
              </a:lnSpc>
              <a:spcBef>
                <a:spcPts val="100"/>
              </a:spcBef>
            </a:pPr>
            <a:r>
              <a:rPr sz="2000" b="1" dirty="0">
                <a:solidFill>
                  <a:srgbClr val="FFFFFF"/>
                </a:solidFill>
                <a:latin typeface="Gothic Uralic"/>
                <a:cs typeface="Gothic Uralic"/>
              </a:rPr>
              <a:t>Supe</a:t>
            </a:r>
            <a:r>
              <a:rPr sz="2000" b="1" spc="-10" dirty="0">
                <a:solidFill>
                  <a:srgbClr val="FFFFFF"/>
                </a:solidFill>
                <a:latin typeface="Gothic Uralic"/>
                <a:cs typeface="Gothic Uralic"/>
              </a:rPr>
              <a:t>r</a:t>
            </a:r>
            <a:r>
              <a:rPr sz="2000" b="1" spc="-5" dirty="0">
                <a:solidFill>
                  <a:srgbClr val="FFFFFF"/>
                </a:solidFill>
                <a:latin typeface="Gothic Uralic"/>
                <a:cs typeface="Gothic Uralic"/>
              </a:rPr>
              <a:t>vised  Learning</a:t>
            </a:r>
            <a:endParaRPr sz="2000">
              <a:latin typeface="Gothic Uralic"/>
              <a:cs typeface="Gothic Uralic"/>
            </a:endParaRPr>
          </a:p>
        </p:txBody>
      </p:sp>
      <p:grpSp>
        <p:nvGrpSpPr>
          <p:cNvPr id="607" name="object 607"/>
          <p:cNvGrpSpPr/>
          <p:nvPr/>
        </p:nvGrpSpPr>
        <p:grpSpPr>
          <a:xfrm>
            <a:off x="411480" y="2067560"/>
            <a:ext cx="11414760" cy="3566795"/>
            <a:chOff x="411480" y="2067560"/>
            <a:chExt cx="11414760" cy="3566795"/>
          </a:xfrm>
        </p:grpSpPr>
        <p:sp>
          <p:nvSpPr>
            <p:cNvPr id="608" name="object 608"/>
            <p:cNvSpPr/>
            <p:nvPr/>
          </p:nvSpPr>
          <p:spPr>
            <a:xfrm>
              <a:off x="5273039" y="2067560"/>
              <a:ext cx="1620012" cy="1651000"/>
            </a:xfrm>
            <a:prstGeom prst="rect">
              <a:avLst/>
            </a:prstGeom>
            <a:blipFill>
              <a:blip r:embed="rId15" cstate="print"/>
              <a:stretch>
                <a:fillRect/>
              </a:stretch>
            </a:blipFill>
          </p:spPr>
          <p:txBody>
            <a:bodyPr wrap="square" lIns="0" tIns="0" rIns="0" bIns="0" rtlCol="0"/>
            <a:lstStyle/>
            <a:p>
              <a:endParaRPr/>
            </a:p>
          </p:txBody>
        </p:sp>
        <p:sp>
          <p:nvSpPr>
            <p:cNvPr id="609" name="object 609"/>
            <p:cNvSpPr/>
            <p:nvPr/>
          </p:nvSpPr>
          <p:spPr>
            <a:xfrm>
              <a:off x="411480" y="5116575"/>
              <a:ext cx="11414760" cy="518159"/>
            </a:xfrm>
            <a:custGeom>
              <a:avLst/>
              <a:gdLst/>
              <a:ahLst/>
              <a:cxnLst/>
              <a:rect l="l" t="t" r="r" b="b"/>
              <a:pathLst>
                <a:path w="11414760" h="518160">
                  <a:moveTo>
                    <a:pt x="42240" y="421132"/>
                  </a:moveTo>
                  <a:lnTo>
                    <a:pt x="37769" y="418338"/>
                  </a:lnTo>
                  <a:lnTo>
                    <a:pt x="34798" y="413258"/>
                  </a:lnTo>
                  <a:lnTo>
                    <a:pt x="34798" y="405130"/>
                  </a:lnTo>
                  <a:lnTo>
                    <a:pt x="35369" y="402844"/>
                  </a:lnTo>
                  <a:lnTo>
                    <a:pt x="36322" y="400812"/>
                  </a:lnTo>
                  <a:lnTo>
                    <a:pt x="29654" y="400812"/>
                  </a:lnTo>
                  <a:lnTo>
                    <a:pt x="29654" y="448056"/>
                  </a:lnTo>
                  <a:lnTo>
                    <a:pt x="31610" y="448437"/>
                  </a:lnTo>
                  <a:lnTo>
                    <a:pt x="33528" y="448437"/>
                  </a:lnTo>
                  <a:lnTo>
                    <a:pt x="42240" y="421132"/>
                  </a:lnTo>
                  <a:close/>
                </a:path>
                <a:path w="11414760" h="518160">
                  <a:moveTo>
                    <a:pt x="72250" y="391287"/>
                  </a:moveTo>
                  <a:lnTo>
                    <a:pt x="69443" y="393700"/>
                  </a:lnTo>
                  <a:lnTo>
                    <a:pt x="72250" y="393700"/>
                  </a:lnTo>
                  <a:lnTo>
                    <a:pt x="72250" y="391287"/>
                  </a:lnTo>
                  <a:close/>
                </a:path>
                <a:path w="11414760" h="518160">
                  <a:moveTo>
                    <a:pt x="72250" y="338582"/>
                  </a:moveTo>
                  <a:lnTo>
                    <a:pt x="29654" y="338582"/>
                  </a:lnTo>
                  <a:lnTo>
                    <a:pt x="29654" y="393700"/>
                  </a:lnTo>
                  <a:lnTo>
                    <a:pt x="42633" y="393700"/>
                  </a:lnTo>
                  <a:lnTo>
                    <a:pt x="45072" y="392303"/>
                  </a:lnTo>
                  <a:lnTo>
                    <a:pt x="47904" y="391414"/>
                  </a:lnTo>
                  <a:lnTo>
                    <a:pt x="53924" y="391414"/>
                  </a:lnTo>
                  <a:lnTo>
                    <a:pt x="56654" y="392176"/>
                  </a:lnTo>
                  <a:lnTo>
                    <a:pt x="59042" y="393573"/>
                  </a:lnTo>
                  <a:lnTo>
                    <a:pt x="61480" y="391414"/>
                  </a:lnTo>
                  <a:lnTo>
                    <a:pt x="72250" y="381889"/>
                  </a:lnTo>
                  <a:lnTo>
                    <a:pt x="72250" y="338582"/>
                  </a:lnTo>
                  <a:close/>
                </a:path>
                <a:path w="11414760" h="518160">
                  <a:moveTo>
                    <a:pt x="72250" y="288925"/>
                  </a:moveTo>
                  <a:lnTo>
                    <a:pt x="30175" y="288925"/>
                  </a:lnTo>
                  <a:lnTo>
                    <a:pt x="29756" y="289941"/>
                  </a:lnTo>
                  <a:lnTo>
                    <a:pt x="29654" y="331597"/>
                  </a:lnTo>
                  <a:lnTo>
                    <a:pt x="72250" y="331597"/>
                  </a:lnTo>
                  <a:lnTo>
                    <a:pt x="72250" y="288925"/>
                  </a:lnTo>
                  <a:close/>
                </a:path>
                <a:path w="11414760" h="518160">
                  <a:moveTo>
                    <a:pt x="72263" y="423799"/>
                  </a:moveTo>
                  <a:lnTo>
                    <a:pt x="59893" y="423799"/>
                  </a:lnTo>
                  <a:lnTo>
                    <a:pt x="50241" y="423799"/>
                  </a:lnTo>
                  <a:lnTo>
                    <a:pt x="48755" y="423799"/>
                  </a:lnTo>
                  <a:lnTo>
                    <a:pt x="40894" y="448437"/>
                  </a:lnTo>
                  <a:lnTo>
                    <a:pt x="72263" y="448437"/>
                  </a:lnTo>
                  <a:lnTo>
                    <a:pt x="72263" y="423799"/>
                  </a:lnTo>
                  <a:close/>
                </a:path>
                <a:path w="11414760" h="518160">
                  <a:moveTo>
                    <a:pt x="72263" y="400812"/>
                  </a:moveTo>
                  <a:lnTo>
                    <a:pt x="65608" y="400812"/>
                  </a:lnTo>
                  <a:lnTo>
                    <a:pt x="66560" y="402844"/>
                  </a:lnTo>
                  <a:lnTo>
                    <a:pt x="67132" y="405130"/>
                  </a:lnTo>
                  <a:lnTo>
                    <a:pt x="67132" y="416560"/>
                  </a:lnTo>
                  <a:lnTo>
                    <a:pt x="60147" y="423545"/>
                  </a:lnTo>
                  <a:lnTo>
                    <a:pt x="72263" y="423545"/>
                  </a:lnTo>
                  <a:lnTo>
                    <a:pt x="72263" y="400812"/>
                  </a:lnTo>
                  <a:close/>
                </a:path>
                <a:path w="11414760" h="518160">
                  <a:moveTo>
                    <a:pt x="118148" y="393700"/>
                  </a:moveTo>
                  <a:lnTo>
                    <a:pt x="106870" y="386842"/>
                  </a:lnTo>
                  <a:lnTo>
                    <a:pt x="99352" y="382270"/>
                  </a:lnTo>
                  <a:lnTo>
                    <a:pt x="96443" y="385064"/>
                  </a:lnTo>
                  <a:lnTo>
                    <a:pt x="92544" y="386842"/>
                  </a:lnTo>
                  <a:lnTo>
                    <a:pt x="85166" y="386842"/>
                  </a:lnTo>
                  <a:lnTo>
                    <a:pt x="82334" y="385953"/>
                  </a:lnTo>
                  <a:lnTo>
                    <a:pt x="79908" y="384429"/>
                  </a:lnTo>
                  <a:lnTo>
                    <a:pt x="79273" y="384937"/>
                  </a:lnTo>
                  <a:lnTo>
                    <a:pt x="79273" y="393700"/>
                  </a:lnTo>
                  <a:lnTo>
                    <a:pt x="118148" y="393700"/>
                  </a:lnTo>
                  <a:close/>
                </a:path>
                <a:path w="11414760" h="518160">
                  <a:moveTo>
                    <a:pt x="134315" y="288925"/>
                  </a:moveTo>
                  <a:lnTo>
                    <a:pt x="79273" y="288925"/>
                  </a:lnTo>
                  <a:lnTo>
                    <a:pt x="79273" y="331597"/>
                  </a:lnTo>
                  <a:lnTo>
                    <a:pt x="134315" y="331597"/>
                  </a:lnTo>
                  <a:lnTo>
                    <a:pt x="134315" y="288925"/>
                  </a:lnTo>
                  <a:close/>
                </a:path>
                <a:path w="11414760" h="518160">
                  <a:moveTo>
                    <a:pt x="134327" y="448437"/>
                  </a:moveTo>
                  <a:lnTo>
                    <a:pt x="134315" y="416433"/>
                  </a:lnTo>
                  <a:lnTo>
                    <a:pt x="127736" y="414401"/>
                  </a:lnTo>
                  <a:lnTo>
                    <a:pt x="122910" y="408305"/>
                  </a:lnTo>
                  <a:lnTo>
                    <a:pt x="122936" y="400812"/>
                  </a:lnTo>
                  <a:lnTo>
                    <a:pt x="79273" y="400812"/>
                  </a:lnTo>
                  <a:lnTo>
                    <a:pt x="79273" y="448437"/>
                  </a:lnTo>
                  <a:lnTo>
                    <a:pt x="134327" y="448437"/>
                  </a:lnTo>
                  <a:close/>
                </a:path>
                <a:path w="11414760" h="518160">
                  <a:moveTo>
                    <a:pt x="134327" y="338582"/>
                  </a:moveTo>
                  <a:lnTo>
                    <a:pt x="79273" y="338582"/>
                  </a:lnTo>
                  <a:lnTo>
                    <a:pt x="79273" y="357124"/>
                  </a:lnTo>
                  <a:lnTo>
                    <a:pt x="81838" y="355346"/>
                  </a:lnTo>
                  <a:lnTo>
                    <a:pt x="84899" y="354330"/>
                  </a:lnTo>
                  <a:lnTo>
                    <a:pt x="97142" y="354330"/>
                  </a:lnTo>
                  <a:lnTo>
                    <a:pt x="104381" y="361696"/>
                  </a:lnTo>
                  <a:lnTo>
                    <a:pt x="104381" y="372618"/>
                  </a:lnTo>
                  <a:lnTo>
                    <a:pt x="103962" y="374650"/>
                  </a:lnTo>
                  <a:lnTo>
                    <a:pt x="103251" y="376428"/>
                  </a:lnTo>
                  <a:lnTo>
                    <a:pt x="126720" y="390779"/>
                  </a:lnTo>
                  <a:lnTo>
                    <a:pt x="128701" y="388366"/>
                  </a:lnTo>
                  <a:lnTo>
                    <a:pt x="131318" y="386588"/>
                  </a:lnTo>
                  <a:lnTo>
                    <a:pt x="134327" y="385572"/>
                  </a:lnTo>
                  <a:lnTo>
                    <a:pt x="134327" y="354330"/>
                  </a:lnTo>
                  <a:lnTo>
                    <a:pt x="134327" y="338582"/>
                  </a:lnTo>
                  <a:close/>
                </a:path>
                <a:path w="11414760" h="518160">
                  <a:moveTo>
                    <a:pt x="162102" y="349377"/>
                  </a:moveTo>
                  <a:lnTo>
                    <a:pt x="159423" y="346583"/>
                  </a:lnTo>
                  <a:lnTo>
                    <a:pt x="157759" y="342773"/>
                  </a:lnTo>
                  <a:lnTo>
                    <a:pt x="157657" y="338582"/>
                  </a:lnTo>
                  <a:lnTo>
                    <a:pt x="141338" y="338582"/>
                  </a:lnTo>
                  <a:lnTo>
                    <a:pt x="141338" y="385064"/>
                  </a:lnTo>
                  <a:lnTo>
                    <a:pt x="142849" y="385318"/>
                  </a:lnTo>
                  <a:lnTo>
                    <a:pt x="143586" y="385572"/>
                  </a:lnTo>
                  <a:lnTo>
                    <a:pt x="162102" y="349377"/>
                  </a:lnTo>
                  <a:close/>
                </a:path>
                <a:path w="11414760" h="518160">
                  <a:moveTo>
                    <a:pt x="174358" y="100596"/>
                  </a:moveTo>
                  <a:lnTo>
                    <a:pt x="169887" y="96139"/>
                  </a:lnTo>
                  <a:lnTo>
                    <a:pt x="147586" y="96139"/>
                  </a:lnTo>
                  <a:lnTo>
                    <a:pt x="147586" y="89928"/>
                  </a:lnTo>
                  <a:lnTo>
                    <a:pt x="147586" y="74422"/>
                  </a:lnTo>
                  <a:lnTo>
                    <a:pt x="143116" y="69850"/>
                  </a:lnTo>
                  <a:lnTo>
                    <a:pt x="127660" y="69850"/>
                  </a:lnTo>
                  <a:lnTo>
                    <a:pt x="127660" y="89928"/>
                  </a:lnTo>
                  <a:lnTo>
                    <a:pt x="127660" y="96139"/>
                  </a:lnTo>
                  <a:lnTo>
                    <a:pt x="58013" y="96139"/>
                  </a:lnTo>
                  <a:lnTo>
                    <a:pt x="53555" y="100596"/>
                  </a:lnTo>
                  <a:lnTo>
                    <a:pt x="53555" y="201549"/>
                  </a:lnTo>
                  <a:lnTo>
                    <a:pt x="46710" y="201549"/>
                  </a:lnTo>
                  <a:lnTo>
                    <a:pt x="46710" y="175387"/>
                  </a:lnTo>
                  <a:lnTo>
                    <a:pt x="46710" y="89928"/>
                  </a:lnTo>
                  <a:lnTo>
                    <a:pt x="127660" y="89928"/>
                  </a:lnTo>
                  <a:lnTo>
                    <a:pt x="127660" y="69850"/>
                  </a:lnTo>
                  <a:lnTo>
                    <a:pt x="120802" y="69850"/>
                  </a:lnTo>
                  <a:lnTo>
                    <a:pt x="120802" y="63627"/>
                  </a:lnTo>
                  <a:lnTo>
                    <a:pt x="120802" y="48133"/>
                  </a:lnTo>
                  <a:lnTo>
                    <a:pt x="116344" y="43688"/>
                  </a:lnTo>
                  <a:lnTo>
                    <a:pt x="100876" y="43688"/>
                  </a:lnTo>
                  <a:lnTo>
                    <a:pt x="100876" y="63627"/>
                  </a:lnTo>
                  <a:lnTo>
                    <a:pt x="100876" y="69850"/>
                  </a:lnTo>
                  <a:lnTo>
                    <a:pt x="31242" y="69850"/>
                  </a:lnTo>
                  <a:lnTo>
                    <a:pt x="26784" y="74422"/>
                  </a:lnTo>
                  <a:lnTo>
                    <a:pt x="26784" y="175387"/>
                  </a:lnTo>
                  <a:lnTo>
                    <a:pt x="19926" y="175387"/>
                  </a:lnTo>
                  <a:lnTo>
                    <a:pt x="19926" y="63627"/>
                  </a:lnTo>
                  <a:lnTo>
                    <a:pt x="100876" y="63627"/>
                  </a:lnTo>
                  <a:lnTo>
                    <a:pt x="100876" y="43688"/>
                  </a:lnTo>
                  <a:lnTo>
                    <a:pt x="4445" y="43688"/>
                  </a:lnTo>
                  <a:lnTo>
                    <a:pt x="0" y="48133"/>
                  </a:lnTo>
                  <a:lnTo>
                    <a:pt x="0" y="190881"/>
                  </a:lnTo>
                  <a:lnTo>
                    <a:pt x="4445" y="195326"/>
                  </a:lnTo>
                  <a:lnTo>
                    <a:pt x="26771" y="195326"/>
                  </a:lnTo>
                  <a:lnTo>
                    <a:pt x="26771" y="217043"/>
                  </a:lnTo>
                  <a:lnTo>
                    <a:pt x="31242" y="221615"/>
                  </a:lnTo>
                  <a:lnTo>
                    <a:pt x="53543" y="221615"/>
                  </a:lnTo>
                  <a:lnTo>
                    <a:pt x="53543" y="243332"/>
                  </a:lnTo>
                  <a:lnTo>
                    <a:pt x="58013" y="247777"/>
                  </a:lnTo>
                  <a:lnTo>
                    <a:pt x="169900" y="247777"/>
                  </a:lnTo>
                  <a:lnTo>
                    <a:pt x="174358" y="243332"/>
                  </a:lnTo>
                  <a:lnTo>
                    <a:pt x="174358" y="201549"/>
                  </a:lnTo>
                  <a:lnTo>
                    <a:pt x="174358" y="100596"/>
                  </a:lnTo>
                  <a:close/>
                </a:path>
                <a:path w="11414760" h="518160">
                  <a:moveTo>
                    <a:pt x="188912" y="400812"/>
                  </a:moveTo>
                  <a:lnTo>
                    <a:pt x="155232" y="400812"/>
                  </a:lnTo>
                  <a:lnTo>
                    <a:pt x="155257" y="409194"/>
                  </a:lnTo>
                  <a:lnTo>
                    <a:pt x="149186" y="415925"/>
                  </a:lnTo>
                  <a:lnTo>
                    <a:pt x="141338" y="417068"/>
                  </a:lnTo>
                  <a:lnTo>
                    <a:pt x="141338" y="448437"/>
                  </a:lnTo>
                  <a:lnTo>
                    <a:pt x="187502" y="448437"/>
                  </a:lnTo>
                  <a:lnTo>
                    <a:pt x="188912" y="447294"/>
                  </a:lnTo>
                  <a:lnTo>
                    <a:pt x="188912" y="400812"/>
                  </a:lnTo>
                  <a:close/>
                </a:path>
                <a:path w="11414760" h="518160">
                  <a:moveTo>
                    <a:pt x="188912" y="343789"/>
                  </a:moveTo>
                  <a:lnTo>
                    <a:pt x="186651" y="349885"/>
                  </a:lnTo>
                  <a:lnTo>
                    <a:pt x="180759" y="354330"/>
                  </a:lnTo>
                  <a:lnTo>
                    <a:pt x="171729" y="354330"/>
                  </a:lnTo>
                  <a:lnTo>
                    <a:pt x="169786" y="353949"/>
                  </a:lnTo>
                  <a:lnTo>
                    <a:pt x="167982" y="353314"/>
                  </a:lnTo>
                  <a:lnTo>
                    <a:pt x="149745" y="389001"/>
                  </a:lnTo>
                  <a:lnTo>
                    <a:pt x="151257" y="390271"/>
                  </a:lnTo>
                  <a:lnTo>
                    <a:pt x="152514" y="391922"/>
                  </a:lnTo>
                  <a:lnTo>
                    <a:pt x="153441" y="393700"/>
                  </a:lnTo>
                  <a:lnTo>
                    <a:pt x="188912" y="393700"/>
                  </a:lnTo>
                  <a:lnTo>
                    <a:pt x="188912" y="354330"/>
                  </a:lnTo>
                  <a:lnTo>
                    <a:pt x="188912" y="343789"/>
                  </a:lnTo>
                  <a:close/>
                </a:path>
                <a:path w="11414760" h="518160">
                  <a:moveTo>
                    <a:pt x="188912" y="325247"/>
                  </a:moveTo>
                  <a:lnTo>
                    <a:pt x="185762" y="327406"/>
                  </a:lnTo>
                  <a:lnTo>
                    <a:pt x="186867" y="328676"/>
                  </a:lnTo>
                  <a:lnTo>
                    <a:pt x="187744" y="330073"/>
                  </a:lnTo>
                  <a:lnTo>
                    <a:pt x="188442" y="331597"/>
                  </a:lnTo>
                  <a:lnTo>
                    <a:pt x="188912" y="331597"/>
                  </a:lnTo>
                  <a:lnTo>
                    <a:pt x="188912" y="325247"/>
                  </a:lnTo>
                  <a:close/>
                </a:path>
                <a:path w="11414760" h="518160">
                  <a:moveTo>
                    <a:pt x="188912" y="289941"/>
                  </a:moveTo>
                  <a:lnTo>
                    <a:pt x="187833" y="288925"/>
                  </a:lnTo>
                  <a:lnTo>
                    <a:pt x="141338" y="288925"/>
                  </a:lnTo>
                  <a:lnTo>
                    <a:pt x="141338" y="331597"/>
                  </a:lnTo>
                  <a:lnTo>
                    <a:pt x="159067" y="331597"/>
                  </a:lnTo>
                  <a:lnTo>
                    <a:pt x="161594" y="325882"/>
                  </a:lnTo>
                  <a:lnTo>
                    <a:pt x="167220" y="321945"/>
                  </a:lnTo>
                  <a:lnTo>
                    <a:pt x="176110" y="321945"/>
                  </a:lnTo>
                  <a:lnTo>
                    <a:pt x="178308" y="322453"/>
                  </a:lnTo>
                  <a:lnTo>
                    <a:pt x="180314" y="323342"/>
                  </a:lnTo>
                  <a:lnTo>
                    <a:pt x="179959" y="322834"/>
                  </a:lnTo>
                  <a:lnTo>
                    <a:pt x="181254" y="321945"/>
                  </a:lnTo>
                  <a:lnTo>
                    <a:pt x="188912" y="316738"/>
                  </a:lnTo>
                  <a:lnTo>
                    <a:pt x="188912" y="289941"/>
                  </a:lnTo>
                  <a:close/>
                </a:path>
                <a:path w="11414760" h="518160">
                  <a:moveTo>
                    <a:pt x="212356" y="269875"/>
                  </a:moveTo>
                  <a:lnTo>
                    <a:pt x="207886" y="265430"/>
                  </a:lnTo>
                  <a:lnTo>
                    <a:pt x="195935" y="265430"/>
                  </a:lnTo>
                  <a:lnTo>
                    <a:pt x="195935" y="281813"/>
                  </a:lnTo>
                  <a:lnTo>
                    <a:pt x="195935" y="455422"/>
                  </a:lnTo>
                  <a:lnTo>
                    <a:pt x="22644" y="455422"/>
                  </a:lnTo>
                  <a:lnTo>
                    <a:pt x="22644" y="281813"/>
                  </a:lnTo>
                  <a:lnTo>
                    <a:pt x="195935" y="281813"/>
                  </a:lnTo>
                  <a:lnTo>
                    <a:pt x="195935" y="265430"/>
                  </a:lnTo>
                  <a:lnTo>
                    <a:pt x="10680" y="265430"/>
                  </a:lnTo>
                  <a:lnTo>
                    <a:pt x="6223" y="269875"/>
                  </a:lnTo>
                  <a:lnTo>
                    <a:pt x="6223" y="467487"/>
                  </a:lnTo>
                  <a:lnTo>
                    <a:pt x="10693" y="471932"/>
                  </a:lnTo>
                  <a:lnTo>
                    <a:pt x="207886" y="471932"/>
                  </a:lnTo>
                  <a:lnTo>
                    <a:pt x="212344" y="467487"/>
                  </a:lnTo>
                  <a:lnTo>
                    <a:pt x="212344" y="455422"/>
                  </a:lnTo>
                  <a:lnTo>
                    <a:pt x="212344" y="281813"/>
                  </a:lnTo>
                  <a:lnTo>
                    <a:pt x="212356" y="269875"/>
                  </a:lnTo>
                  <a:close/>
                </a:path>
                <a:path w="11414760" h="518160">
                  <a:moveTo>
                    <a:pt x="254520" y="170307"/>
                  </a:moveTo>
                  <a:lnTo>
                    <a:pt x="253695" y="168656"/>
                  </a:lnTo>
                  <a:lnTo>
                    <a:pt x="252310" y="167767"/>
                  </a:lnTo>
                  <a:lnTo>
                    <a:pt x="218478" y="145161"/>
                  </a:lnTo>
                  <a:lnTo>
                    <a:pt x="212255" y="144526"/>
                  </a:lnTo>
                  <a:lnTo>
                    <a:pt x="212255" y="157353"/>
                  </a:lnTo>
                  <a:lnTo>
                    <a:pt x="186334" y="157353"/>
                  </a:lnTo>
                  <a:lnTo>
                    <a:pt x="184099" y="159639"/>
                  </a:lnTo>
                  <a:lnTo>
                    <a:pt x="184099" y="184277"/>
                  </a:lnTo>
                  <a:lnTo>
                    <a:pt x="186334" y="186563"/>
                  </a:lnTo>
                  <a:lnTo>
                    <a:pt x="212255" y="186563"/>
                  </a:lnTo>
                  <a:lnTo>
                    <a:pt x="212255" y="198882"/>
                  </a:lnTo>
                  <a:lnTo>
                    <a:pt x="219163" y="198247"/>
                  </a:lnTo>
                  <a:lnTo>
                    <a:pt x="220002" y="197612"/>
                  </a:lnTo>
                  <a:lnTo>
                    <a:pt x="252310" y="176149"/>
                  </a:lnTo>
                  <a:lnTo>
                    <a:pt x="253695" y="175133"/>
                  </a:lnTo>
                  <a:lnTo>
                    <a:pt x="254520" y="173609"/>
                  </a:lnTo>
                  <a:lnTo>
                    <a:pt x="254520" y="170307"/>
                  </a:lnTo>
                  <a:close/>
                </a:path>
                <a:path w="11414760" h="518160">
                  <a:moveTo>
                    <a:pt x="300037" y="401828"/>
                  </a:moveTo>
                  <a:lnTo>
                    <a:pt x="297815" y="399542"/>
                  </a:lnTo>
                  <a:lnTo>
                    <a:pt x="275386" y="399542"/>
                  </a:lnTo>
                  <a:lnTo>
                    <a:pt x="275386" y="390779"/>
                  </a:lnTo>
                  <a:lnTo>
                    <a:pt x="274383" y="389001"/>
                  </a:lnTo>
                  <a:lnTo>
                    <a:pt x="272757" y="388239"/>
                  </a:lnTo>
                  <a:lnTo>
                    <a:pt x="271145" y="387350"/>
                  </a:lnTo>
                  <a:lnTo>
                    <a:pt x="269176" y="387477"/>
                  </a:lnTo>
                  <a:lnTo>
                    <a:pt x="235331" y="409956"/>
                  </a:lnTo>
                  <a:lnTo>
                    <a:pt x="233946" y="410972"/>
                  </a:lnTo>
                  <a:lnTo>
                    <a:pt x="233121" y="412496"/>
                  </a:lnTo>
                  <a:lnTo>
                    <a:pt x="233121" y="415798"/>
                  </a:lnTo>
                  <a:lnTo>
                    <a:pt x="233946" y="417449"/>
                  </a:lnTo>
                  <a:lnTo>
                    <a:pt x="235331" y="418338"/>
                  </a:lnTo>
                  <a:lnTo>
                    <a:pt x="267639" y="439928"/>
                  </a:lnTo>
                  <a:lnTo>
                    <a:pt x="268871" y="440690"/>
                  </a:lnTo>
                  <a:lnTo>
                    <a:pt x="271932" y="440436"/>
                  </a:lnTo>
                  <a:lnTo>
                    <a:pt x="273024" y="439674"/>
                  </a:lnTo>
                  <a:lnTo>
                    <a:pt x="274472" y="438531"/>
                  </a:lnTo>
                  <a:lnTo>
                    <a:pt x="275386" y="437642"/>
                  </a:lnTo>
                  <a:lnTo>
                    <a:pt x="275386" y="428752"/>
                  </a:lnTo>
                  <a:lnTo>
                    <a:pt x="297802" y="428752"/>
                  </a:lnTo>
                  <a:lnTo>
                    <a:pt x="300037" y="426466"/>
                  </a:lnTo>
                  <a:lnTo>
                    <a:pt x="300037" y="401828"/>
                  </a:lnTo>
                  <a:close/>
                </a:path>
                <a:path w="11414760" h="518160">
                  <a:moveTo>
                    <a:pt x="344119" y="413893"/>
                  </a:moveTo>
                  <a:lnTo>
                    <a:pt x="319862" y="389509"/>
                  </a:lnTo>
                  <a:lnTo>
                    <a:pt x="313194" y="401116"/>
                  </a:lnTo>
                  <a:lnTo>
                    <a:pt x="310934" y="413969"/>
                  </a:lnTo>
                  <a:lnTo>
                    <a:pt x="313067" y="426808"/>
                  </a:lnTo>
                  <a:lnTo>
                    <a:pt x="319595" y="438404"/>
                  </a:lnTo>
                  <a:lnTo>
                    <a:pt x="344119" y="413893"/>
                  </a:lnTo>
                  <a:close/>
                </a:path>
                <a:path w="11414760" h="518160">
                  <a:moveTo>
                    <a:pt x="373341" y="384556"/>
                  </a:moveTo>
                  <a:lnTo>
                    <a:pt x="367931" y="380860"/>
                  </a:lnTo>
                  <a:lnTo>
                    <a:pt x="362013" y="378142"/>
                  </a:lnTo>
                  <a:lnTo>
                    <a:pt x="355701" y="376491"/>
                  </a:lnTo>
                  <a:lnTo>
                    <a:pt x="349097" y="375920"/>
                  </a:lnTo>
                  <a:lnTo>
                    <a:pt x="342493" y="376491"/>
                  </a:lnTo>
                  <a:lnTo>
                    <a:pt x="336169" y="378142"/>
                  </a:lnTo>
                  <a:lnTo>
                    <a:pt x="330250" y="380860"/>
                  </a:lnTo>
                  <a:lnTo>
                    <a:pt x="324853" y="384556"/>
                  </a:lnTo>
                  <a:lnTo>
                    <a:pt x="349097" y="408940"/>
                  </a:lnTo>
                  <a:lnTo>
                    <a:pt x="373341" y="384556"/>
                  </a:lnTo>
                  <a:close/>
                </a:path>
                <a:path w="11414760" h="518160">
                  <a:moveTo>
                    <a:pt x="373646" y="443484"/>
                  </a:moveTo>
                  <a:lnTo>
                    <a:pt x="349097" y="418846"/>
                  </a:lnTo>
                  <a:lnTo>
                    <a:pt x="324548" y="443484"/>
                  </a:lnTo>
                  <a:lnTo>
                    <a:pt x="329996" y="447294"/>
                  </a:lnTo>
                  <a:lnTo>
                    <a:pt x="335978" y="450075"/>
                  </a:lnTo>
                  <a:lnTo>
                    <a:pt x="342379" y="451789"/>
                  </a:lnTo>
                  <a:lnTo>
                    <a:pt x="349097" y="452374"/>
                  </a:lnTo>
                  <a:lnTo>
                    <a:pt x="355803" y="451789"/>
                  </a:lnTo>
                  <a:lnTo>
                    <a:pt x="362204" y="450075"/>
                  </a:lnTo>
                  <a:lnTo>
                    <a:pt x="368185" y="447294"/>
                  </a:lnTo>
                  <a:lnTo>
                    <a:pt x="373646" y="443484"/>
                  </a:lnTo>
                  <a:close/>
                </a:path>
                <a:path w="11414760" h="518160">
                  <a:moveTo>
                    <a:pt x="375894" y="329311"/>
                  </a:moveTo>
                  <a:lnTo>
                    <a:pt x="374154" y="326009"/>
                  </a:lnTo>
                  <a:lnTo>
                    <a:pt x="372465" y="324993"/>
                  </a:lnTo>
                  <a:lnTo>
                    <a:pt x="363639" y="324993"/>
                  </a:lnTo>
                  <a:lnTo>
                    <a:pt x="363639" y="292608"/>
                  </a:lnTo>
                  <a:lnTo>
                    <a:pt x="361403" y="290322"/>
                  </a:lnTo>
                  <a:lnTo>
                    <a:pt x="336791" y="290322"/>
                  </a:lnTo>
                  <a:lnTo>
                    <a:pt x="334556" y="292608"/>
                  </a:lnTo>
                  <a:lnTo>
                    <a:pt x="334556" y="324993"/>
                  </a:lnTo>
                  <a:lnTo>
                    <a:pt x="325742" y="324993"/>
                  </a:lnTo>
                  <a:lnTo>
                    <a:pt x="324053" y="326009"/>
                  </a:lnTo>
                  <a:lnTo>
                    <a:pt x="322313" y="329311"/>
                  </a:lnTo>
                  <a:lnTo>
                    <a:pt x="322402" y="331216"/>
                  </a:lnTo>
                  <a:lnTo>
                    <a:pt x="345884" y="366522"/>
                  </a:lnTo>
                  <a:lnTo>
                    <a:pt x="347433" y="367411"/>
                  </a:lnTo>
                  <a:lnTo>
                    <a:pt x="350761" y="367411"/>
                  </a:lnTo>
                  <a:lnTo>
                    <a:pt x="352323" y="366522"/>
                  </a:lnTo>
                  <a:lnTo>
                    <a:pt x="375793" y="331216"/>
                  </a:lnTo>
                  <a:lnTo>
                    <a:pt x="375894" y="329311"/>
                  </a:lnTo>
                  <a:close/>
                </a:path>
                <a:path w="11414760" h="518160">
                  <a:moveTo>
                    <a:pt x="387261" y="413969"/>
                  </a:moveTo>
                  <a:lnTo>
                    <a:pt x="384987" y="401116"/>
                  </a:lnTo>
                  <a:lnTo>
                    <a:pt x="378333" y="389509"/>
                  </a:lnTo>
                  <a:lnTo>
                    <a:pt x="354076" y="413893"/>
                  </a:lnTo>
                  <a:lnTo>
                    <a:pt x="378599" y="438404"/>
                  </a:lnTo>
                  <a:lnTo>
                    <a:pt x="385127" y="426808"/>
                  </a:lnTo>
                  <a:lnTo>
                    <a:pt x="387261" y="413969"/>
                  </a:lnTo>
                  <a:close/>
                </a:path>
                <a:path w="11414760" h="518160">
                  <a:moveTo>
                    <a:pt x="420611" y="199771"/>
                  </a:moveTo>
                  <a:lnTo>
                    <a:pt x="405612" y="207314"/>
                  </a:lnTo>
                  <a:lnTo>
                    <a:pt x="386854" y="212763"/>
                  </a:lnTo>
                  <a:lnTo>
                    <a:pt x="365734" y="216065"/>
                  </a:lnTo>
                  <a:lnTo>
                    <a:pt x="343687" y="217170"/>
                  </a:lnTo>
                  <a:lnTo>
                    <a:pt x="321614" y="216065"/>
                  </a:lnTo>
                  <a:lnTo>
                    <a:pt x="300494" y="212763"/>
                  </a:lnTo>
                  <a:lnTo>
                    <a:pt x="281736" y="207314"/>
                  </a:lnTo>
                  <a:lnTo>
                    <a:pt x="266738" y="199771"/>
                  </a:lnTo>
                  <a:lnTo>
                    <a:pt x="266738" y="214757"/>
                  </a:lnTo>
                  <a:lnTo>
                    <a:pt x="272783" y="226390"/>
                  </a:lnTo>
                  <a:lnTo>
                    <a:pt x="289267" y="235877"/>
                  </a:lnTo>
                  <a:lnTo>
                    <a:pt x="313728" y="242265"/>
                  </a:lnTo>
                  <a:lnTo>
                    <a:pt x="343687" y="244602"/>
                  </a:lnTo>
                  <a:lnTo>
                    <a:pt x="373621" y="242265"/>
                  </a:lnTo>
                  <a:lnTo>
                    <a:pt x="398081" y="235877"/>
                  </a:lnTo>
                  <a:lnTo>
                    <a:pt x="414566" y="226390"/>
                  </a:lnTo>
                  <a:lnTo>
                    <a:pt x="419366" y="217170"/>
                  </a:lnTo>
                  <a:lnTo>
                    <a:pt x="420611" y="214757"/>
                  </a:lnTo>
                  <a:lnTo>
                    <a:pt x="420611" y="199771"/>
                  </a:lnTo>
                  <a:close/>
                </a:path>
                <a:path w="11414760" h="518160">
                  <a:moveTo>
                    <a:pt x="420611" y="159004"/>
                  </a:moveTo>
                  <a:lnTo>
                    <a:pt x="405612" y="166547"/>
                  </a:lnTo>
                  <a:lnTo>
                    <a:pt x="386842" y="171996"/>
                  </a:lnTo>
                  <a:lnTo>
                    <a:pt x="365734" y="175298"/>
                  </a:lnTo>
                  <a:lnTo>
                    <a:pt x="343674" y="176403"/>
                  </a:lnTo>
                  <a:lnTo>
                    <a:pt x="321602" y="175298"/>
                  </a:lnTo>
                  <a:lnTo>
                    <a:pt x="300494" y="171996"/>
                  </a:lnTo>
                  <a:lnTo>
                    <a:pt x="281724" y="166547"/>
                  </a:lnTo>
                  <a:lnTo>
                    <a:pt x="266738" y="159004"/>
                  </a:lnTo>
                  <a:lnTo>
                    <a:pt x="266738" y="180467"/>
                  </a:lnTo>
                  <a:lnTo>
                    <a:pt x="273126" y="188417"/>
                  </a:lnTo>
                  <a:lnTo>
                    <a:pt x="288798" y="196113"/>
                  </a:lnTo>
                  <a:lnTo>
                    <a:pt x="312686" y="201917"/>
                  </a:lnTo>
                  <a:lnTo>
                    <a:pt x="343674" y="204216"/>
                  </a:lnTo>
                  <a:lnTo>
                    <a:pt x="374650" y="201917"/>
                  </a:lnTo>
                  <a:lnTo>
                    <a:pt x="398526" y="196113"/>
                  </a:lnTo>
                  <a:lnTo>
                    <a:pt x="414210" y="188417"/>
                  </a:lnTo>
                  <a:lnTo>
                    <a:pt x="420611" y="180467"/>
                  </a:lnTo>
                  <a:lnTo>
                    <a:pt x="420611" y="176403"/>
                  </a:lnTo>
                  <a:lnTo>
                    <a:pt x="420611" y="159004"/>
                  </a:lnTo>
                  <a:close/>
                </a:path>
                <a:path w="11414760" h="518160">
                  <a:moveTo>
                    <a:pt x="420611" y="118237"/>
                  </a:moveTo>
                  <a:lnTo>
                    <a:pt x="405612" y="125780"/>
                  </a:lnTo>
                  <a:lnTo>
                    <a:pt x="386854" y="131229"/>
                  </a:lnTo>
                  <a:lnTo>
                    <a:pt x="365747" y="134531"/>
                  </a:lnTo>
                  <a:lnTo>
                    <a:pt x="343687" y="135636"/>
                  </a:lnTo>
                  <a:lnTo>
                    <a:pt x="321614" y="134531"/>
                  </a:lnTo>
                  <a:lnTo>
                    <a:pt x="300494" y="131229"/>
                  </a:lnTo>
                  <a:lnTo>
                    <a:pt x="281736" y="125780"/>
                  </a:lnTo>
                  <a:lnTo>
                    <a:pt x="266738" y="118237"/>
                  </a:lnTo>
                  <a:lnTo>
                    <a:pt x="266839" y="139827"/>
                  </a:lnTo>
                  <a:lnTo>
                    <a:pt x="273126" y="147650"/>
                  </a:lnTo>
                  <a:lnTo>
                    <a:pt x="288810" y="155346"/>
                  </a:lnTo>
                  <a:lnTo>
                    <a:pt x="312712" y="161163"/>
                  </a:lnTo>
                  <a:lnTo>
                    <a:pt x="343687" y="163449"/>
                  </a:lnTo>
                  <a:lnTo>
                    <a:pt x="374662" y="161150"/>
                  </a:lnTo>
                  <a:lnTo>
                    <a:pt x="398551" y="155346"/>
                  </a:lnTo>
                  <a:lnTo>
                    <a:pt x="414210" y="147701"/>
                  </a:lnTo>
                  <a:lnTo>
                    <a:pt x="420611" y="139827"/>
                  </a:lnTo>
                  <a:lnTo>
                    <a:pt x="420611" y="135636"/>
                  </a:lnTo>
                  <a:lnTo>
                    <a:pt x="420611" y="118237"/>
                  </a:lnTo>
                  <a:close/>
                </a:path>
                <a:path w="11414760" h="518160">
                  <a:moveTo>
                    <a:pt x="420611" y="98044"/>
                  </a:moveTo>
                  <a:lnTo>
                    <a:pt x="414566" y="86398"/>
                  </a:lnTo>
                  <a:lnTo>
                    <a:pt x="398081" y="76873"/>
                  </a:lnTo>
                  <a:lnTo>
                    <a:pt x="373621" y="70434"/>
                  </a:lnTo>
                  <a:lnTo>
                    <a:pt x="343687" y="68072"/>
                  </a:lnTo>
                  <a:lnTo>
                    <a:pt x="313728" y="70434"/>
                  </a:lnTo>
                  <a:lnTo>
                    <a:pt x="289267" y="76873"/>
                  </a:lnTo>
                  <a:lnTo>
                    <a:pt x="272783" y="86398"/>
                  </a:lnTo>
                  <a:lnTo>
                    <a:pt x="266738" y="98044"/>
                  </a:lnTo>
                  <a:lnTo>
                    <a:pt x="266738" y="99060"/>
                  </a:lnTo>
                  <a:lnTo>
                    <a:pt x="273126" y="106934"/>
                  </a:lnTo>
                  <a:lnTo>
                    <a:pt x="288810" y="114592"/>
                  </a:lnTo>
                  <a:lnTo>
                    <a:pt x="312686" y="120396"/>
                  </a:lnTo>
                  <a:lnTo>
                    <a:pt x="343687" y="122682"/>
                  </a:lnTo>
                  <a:lnTo>
                    <a:pt x="374650" y="120396"/>
                  </a:lnTo>
                  <a:lnTo>
                    <a:pt x="398526" y="114592"/>
                  </a:lnTo>
                  <a:lnTo>
                    <a:pt x="414210" y="106934"/>
                  </a:lnTo>
                  <a:lnTo>
                    <a:pt x="420611" y="99060"/>
                  </a:lnTo>
                  <a:lnTo>
                    <a:pt x="420611" y="98044"/>
                  </a:lnTo>
                  <a:close/>
                </a:path>
                <a:path w="11414760" h="518160">
                  <a:moveTo>
                    <a:pt x="11311560" y="156337"/>
                  </a:moveTo>
                  <a:lnTo>
                    <a:pt x="11311458" y="155727"/>
                  </a:lnTo>
                  <a:lnTo>
                    <a:pt x="11305223" y="123698"/>
                  </a:lnTo>
                  <a:lnTo>
                    <a:pt x="11304664" y="120789"/>
                  </a:lnTo>
                  <a:lnTo>
                    <a:pt x="11296904" y="109093"/>
                  </a:lnTo>
                  <a:lnTo>
                    <a:pt x="11283950" y="89535"/>
                  </a:lnTo>
                  <a:lnTo>
                    <a:pt x="11254613" y="69811"/>
                  </a:lnTo>
                  <a:lnTo>
                    <a:pt x="11254613" y="123698"/>
                  </a:lnTo>
                  <a:lnTo>
                    <a:pt x="11254613" y="194818"/>
                  </a:lnTo>
                  <a:lnTo>
                    <a:pt x="11205210" y="194818"/>
                  </a:lnTo>
                  <a:lnTo>
                    <a:pt x="11184128" y="194310"/>
                  </a:lnTo>
                  <a:lnTo>
                    <a:pt x="11184128" y="170434"/>
                  </a:lnTo>
                  <a:lnTo>
                    <a:pt x="11213973" y="170434"/>
                  </a:lnTo>
                  <a:lnTo>
                    <a:pt x="11178159" y="133985"/>
                  </a:lnTo>
                  <a:lnTo>
                    <a:pt x="11170539" y="125857"/>
                  </a:lnTo>
                  <a:lnTo>
                    <a:pt x="11187303" y="109093"/>
                  </a:lnTo>
                  <a:lnTo>
                    <a:pt x="11194923" y="117221"/>
                  </a:lnTo>
                  <a:lnTo>
                    <a:pt x="11230737" y="153543"/>
                  </a:lnTo>
                  <a:lnTo>
                    <a:pt x="11230737" y="123698"/>
                  </a:lnTo>
                  <a:lnTo>
                    <a:pt x="11254613" y="123698"/>
                  </a:lnTo>
                  <a:lnTo>
                    <a:pt x="11254613" y="69811"/>
                  </a:lnTo>
                  <a:lnTo>
                    <a:pt x="11252594" y="68453"/>
                  </a:lnTo>
                  <a:lnTo>
                    <a:pt x="11216907" y="61379"/>
                  </a:lnTo>
                  <a:lnTo>
                    <a:pt x="11181232" y="68249"/>
                  </a:lnTo>
                  <a:lnTo>
                    <a:pt x="11149965" y="89027"/>
                  </a:lnTo>
                  <a:lnTo>
                    <a:pt x="11129175" y="120230"/>
                  </a:lnTo>
                  <a:lnTo>
                    <a:pt x="11122241" y="155727"/>
                  </a:lnTo>
                  <a:lnTo>
                    <a:pt x="11129175" y="191236"/>
                  </a:lnTo>
                  <a:lnTo>
                    <a:pt x="11149965" y="222504"/>
                  </a:lnTo>
                  <a:lnTo>
                    <a:pt x="11181232" y="243586"/>
                  </a:lnTo>
                  <a:lnTo>
                    <a:pt x="11216907" y="250672"/>
                  </a:lnTo>
                  <a:lnTo>
                    <a:pt x="11252594" y="243801"/>
                  </a:lnTo>
                  <a:lnTo>
                    <a:pt x="11283950" y="223012"/>
                  </a:lnTo>
                  <a:lnTo>
                    <a:pt x="11302632" y="194818"/>
                  </a:lnTo>
                  <a:lnTo>
                    <a:pt x="11304664" y="191770"/>
                  </a:lnTo>
                  <a:lnTo>
                    <a:pt x="11311560" y="156337"/>
                  </a:lnTo>
                  <a:close/>
                </a:path>
                <a:path w="11414760" h="518160">
                  <a:moveTo>
                    <a:pt x="11414722" y="494080"/>
                  </a:moveTo>
                  <a:lnTo>
                    <a:pt x="11410315" y="482384"/>
                  </a:lnTo>
                  <a:lnTo>
                    <a:pt x="11354943" y="409067"/>
                  </a:lnTo>
                  <a:lnTo>
                    <a:pt x="11346650" y="396138"/>
                  </a:lnTo>
                  <a:lnTo>
                    <a:pt x="11340554" y="381990"/>
                  </a:lnTo>
                  <a:lnTo>
                    <a:pt x="11336795" y="367030"/>
                  </a:lnTo>
                  <a:lnTo>
                    <a:pt x="11335512" y="351663"/>
                  </a:lnTo>
                  <a:lnTo>
                    <a:pt x="11335512" y="278892"/>
                  </a:lnTo>
                  <a:lnTo>
                    <a:pt x="11335512" y="258826"/>
                  </a:lnTo>
                  <a:lnTo>
                    <a:pt x="11353089" y="234226"/>
                  </a:lnTo>
                  <a:lnTo>
                    <a:pt x="11365636" y="206336"/>
                  </a:lnTo>
                  <a:lnTo>
                    <a:pt x="11372621" y="175806"/>
                  </a:lnTo>
                  <a:lnTo>
                    <a:pt x="11373485" y="143256"/>
                  </a:lnTo>
                  <a:lnTo>
                    <a:pt x="11363528" y="99771"/>
                  </a:lnTo>
                  <a:lnTo>
                    <a:pt x="11342167" y="61747"/>
                  </a:lnTo>
                  <a:lnTo>
                    <a:pt x="11339830" y="59423"/>
                  </a:lnTo>
                  <a:lnTo>
                    <a:pt x="11339830" y="156337"/>
                  </a:lnTo>
                  <a:lnTo>
                    <a:pt x="11330191" y="204101"/>
                  </a:lnTo>
                  <a:lnTo>
                    <a:pt x="11303914" y="243052"/>
                  </a:lnTo>
                  <a:lnTo>
                    <a:pt x="11264925" y="269290"/>
                  </a:lnTo>
                  <a:lnTo>
                    <a:pt x="11217148" y="278892"/>
                  </a:lnTo>
                  <a:lnTo>
                    <a:pt x="11169383" y="269201"/>
                  </a:lnTo>
                  <a:lnTo>
                    <a:pt x="11130432" y="242811"/>
                  </a:lnTo>
                  <a:lnTo>
                    <a:pt x="11104194" y="203835"/>
                  </a:lnTo>
                  <a:lnTo>
                    <a:pt x="11094593" y="156337"/>
                  </a:lnTo>
                  <a:lnTo>
                    <a:pt x="11104194" y="108508"/>
                  </a:lnTo>
                  <a:lnTo>
                    <a:pt x="11130432" y="69519"/>
                  </a:lnTo>
                  <a:lnTo>
                    <a:pt x="11169383" y="43281"/>
                  </a:lnTo>
                  <a:lnTo>
                    <a:pt x="11217148" y="33655"/>
                  </a:lnTo>
                  <a:lnTo>
                    <a:pt x="11264925" y="43281"/>
                  </a:lnTo>
                  <a:lnTo>
                    <a:pt x="11303914" y="69519"/>
                  </a:lnTo>
                  <a:lnTo>
                    <a:pt x="11330191" y="108508"/>
                  </a:lnTo>
                  <a:lnTo>
                    <a:pt x="11339830" y="156337"/>
                  </a:lnTo>
                  <a:lnTo>
                    <a:pt x="11339830" y="59423"/>
                  </a:lnTo>
                  <a:lnTo>
                    <a:pt x="11313947" y="33655"/>
                  </a:lnTo>
                  <a:lnTo>
                    <a:pt x="11311407" y="31140"/>
                  </a:lnTo>
                  <a:lnTo>
                    <a:pt x="11273257" y="9906"/>
                  </a:lnTo>
                  <a:lnTo>
                    <a:pt x="11229721" y="0"/>
                  </a:lnTo>
                  <a:lnTo>
                    <a:pt x="11178489" y="4178"/>
                  </a:lnTo>
                  <a:lnTo>
                    <a:pt x="11133379" y="23469"/>
                  </a:lnTo>
                  <a:lnTo>
                    <a:pt x="11096955" y="55257"/>
                  </a:lnTo>
                  <a:lnTo>
                    <a:pt x="11071771" y="96951"/>
                  </a:lnTo>
                  <a:lnTo>
                    <a:pt x="11060430" y="145923"/>
                  </a:lnTo>
                  <a:lnTo>
                    <a:pt x="11060430" y="149733"/>
                  </a:lnTo>
                  <a:lnTo>
                    <a:pt x="11059465" y="161556"/>
                  </a:lnTo>
                  <a:lnTo>
                    <a:pt x="11048492" y="198628"/>
                  </a:lnTo>
                  <a:lnTo>
                    <a:pt x="11028426" y="233807"/>
                  </a:lnTo>
                  <a:lnTo>
                    <a:pt x="11026153" y="241033"/>
                  </a:lnTo>
                  <a:lnTo>
                    <a:pt x="11027804" y="247891"/>
                  </a:lnTo>
                  <a:lnTo>
                    <a:pt x="11032617" y="253009"/>
                  </a:lnTo>
                  <a:lnTo>
                    <a:pt x="11039856" y="255016"/>
                  </a:lnTo>
                  <a:lnTo>
                    <a:pt x="11060430" y="255016"/>
                  </a:lnTo>
                  <a:lnTo>
                    <a:pt x="11060430" y="330454"/>
                  </a:lnTo>
                  <a:lnTo>
                    <a:pt x="11062602" y="341210"/>
                  </a:lnTo>
                  <a:lnTo>
                    <a:pt x="11068545" y="350012"/>
                  </a:lnTo>
                  <a:lnTo>
                    <a:pt x="11077359" y="355968"/>
                  </a:lnTo>
                  <a:lnTo>
                    <a:pt x="11088116" y="358140"/>
                  </a:lnTo>
                  <a:lnTo>
                    <a:pt x="11145012" y="358140"/>
                  </a:lnTo>
                  <a:lnTo>
                    <a:pt x="11145012" y="386842"/>
                  </a:lnTo>
                  <a:lnTo>
                    <a:pt x="11132414" y="427583"/>
                  </a:lnTo>
                  <a:lnTo>
                    <a:pt x="11079988" y="482930"/>
                  </a:lnTo>
                  <a:lnTo>
                    <a:pt x="11074362" y="493852"/>
                  </a:lnTo>
                  <a:lnTo>
                    <a:pt x="11075607" y="505180"/>
                  </a:lnTo>
                  <a:lnTo>
                    <a:pt x="11082553" y="514057"/>
                  </a:lnTo>
                  <a:lnTo>
                    <a:pt x="11094085" y="517652"/>
                  </a:lnTo>
                  <a:lnTo>
                    <a:pt x="11392916" y="517652"/>
                  </a:lnTo>
                  <a:lnTo>
                    <a:pt x="11404714" y="514210"/>
                  </a:lnTo>
                  <a:lnTo>
                    <a:pt x="11412423" y="505510"/>
                  </a:lnTo>
                  <a:lnTo>
                    <a:pt x="11414722" y="494080"/>
                  </a:lnTo>
                  <a:close/>
                </a:path>
              </a:pathLst>
            </a:custGeom>
            <a:solidFill>
              <a:srgbClr val="FFFFFF"/>
            </a:solidFill>
          </p:spPr>
          <p:txBody>
            <a:bodyPr wrap="square" lIns="0" tIns="0" rIns="0" bIns="0" rtlCol="0"/>
            <a:lstStyle/>
            <a:p>
              <a:endParaRPr/>
            </a:p>
          </p:txBody>
        </p:sp>
      </p:grpSp>
      <p:sp>
        <p:nvSpPr>
          <p:cNvPr id="611" name="object 611"/>
          <p:cNvSpPr txBox="1">
            <a:spLocks noGrp="1"/>
          </p:cNvSpPr>
          <p:nvPr>
            <p:ph type="sldNum" sz="quarter" idx="7"/>
          </p:nvPr>
        </p:nvSpPr>
        <p:spPr>
          <a:prstGeom prst="rect">
            <a:avLst/>
          </a:prstGeom>
        </p:spPr>
        <p:txBody>
          <a:bodyPr vert="horz" wrap="square" lIns="0" tIns="3175" rIns="0" bIns="0" rtlCol="0">
            <a:spAutoFit/>
          </a:bodyPr>
          <a:lstStyle/>
          <a:p>
            <a:pPr marL="38100">
              <a:lnSpc>
                <a:spcPct val="100000"/>
              </a:lnSpc>
              <a:spcBef>
                <a:spcPts val="25"/>
              </a:spcBef>
            </a:pPr>
            <a:fld id="{81D60167-4931-47E6-BA6A-407CBD079E47}" type="slidenum">
              <a:rPr dirty="0"/>
              <a:pPr marL="38100">
                <a:lnSpc>
                  <a:spcPct val="100000"/>
                </a:lnSpc>
                <a:spcBef>
                  <a:spcPts val="25"/>
                </a:spcBef>
              </a:pPr>
              <a:t>14</a:t>
            </a:fld>
            <a:endParaRPr dirty="0"/>
          </a:p>
        </p:txBody>
      </p:sp>
      <p:sp>
        <p:nvSpPr>
          <p:cNvPr id="612" name="object 612"/>
          <p:cNvSpPr txBox="1">
            <a:spLocks noGrp="1"/>
          </p:cNvSpPr>
          <p:nvPr>
            <p:ph type="ftr" sz="quarter" idx="5"/>
          </p:nvPr>
        </p:nvSpPr>
        <p:spPr>
          <a:prstGeom prst="rect">
            <a:avLst/>
          </a:prstGeom>
        </p:spPr>
        <p:txBody>
          <a:bodyPr vert="horz" wrap="square" lIns="0" tIns="3175" rIns="0" bIns="0" rtlCol="0">
            <a:spAutoFit/>
          </a:bodyPr>
          <a:lstStyle/>
          <a:p>
            <a:pPr marL="12700">
              <a:lnSpc>
                <a:spcPct val="100000"/>
              </a:lnSpc>
              <a:spcBef>
                <a:spcPts val="25"/>
              </a:spcBef>
            </a:pPr>
            <a:r>
              <a:rPr dirty="0"/>
              <a:t>This slide</a:t>
            </a:r>
            <a:r>
              <a:rPr spc="65" dirty="0"/>
              <a:t> </a:t>
            </a:r>
            <a:r>
              <a:rPr dirty="0"/>
              <a:t>is </a:t>
            </a:r>
            <a:r>
              <a:rPr spc="-5" dirty="0"/>
              <a:t>100% editable. Adapt </a:t>
            </a:r>
            <a:r>
              <a:rPr dirty="0"/>
              <a:t>it to </a:t>
            </a:r>
            <a:r>
              <a:rPr spc="-5" dirty="0"/>
              <a:t>your needs and capture your audience's attention.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263753" y="204343"/>
            <a:ext cx="6181725" cy="513715"/>
          </a:xfrm>
          <a:prstGeom prst="rect">
            <a:avLst/>
          </a:prstGeom>
        </p:spPr>
        <p:txBody>
          <a:bodyPr vert="horz" wrap="square" lIns="0" tIns="12700" rIns="0" bIns="0" rtlCol="0">
            <a:spAutoFit/>
          </a:bodyPr>
          <a:lstStyle/>
          <a:p>
            <a:pPr marL="12700">
              <a:lnSpc>
                <a:spcPct val="100000"/>
              </a:lnSpc>
              <a:spcBef>
                <a:spcPts val="100"/>
              </a:spcBef>
            </a:pPr>
            <a:r>
              <a:rPr sz="3200" dirty="0"/>
              <a:t>What is </a:t>
            </a:r>
            <a:r>
              <a:rPr sz="3200" spc="-5" dirty="0"/>
              <a:t>Unsupervised</a:t>
            </a:r>
            <a:r>
              <a:rPr sz="3200" spc="-35" dirty="0"/>
              <a:t> </a:t>
            </a:r>
            <a:r>
              <a:rPr sz="3200" spc="-5" dirty="0"/>
              <a:t>Learning?</a:t>
            </a:r>
            <a:endParaRPr sz="3200"/>
          </a:p>
        </p:txBody>
      </p:sp>
      <p:sp>
        <p:nvSpPr>
          <p:cNvPr id="4" name="object 4"/>
          <p:cNvSpPr/>
          <p:nvPr/>
        </p:nvSpPr>
        <p:spPr>
          <a:xfrm>
            <a:off x="11778995" y="6621777"/>
            <a:ext cx="253746" cy="232397"/>
          </a:xfrm>
          <a:prstGeom prst="rect">
            <a:avLst/>
          </a:prstGeom>
          <a:blipFill>
            <a:blip r:embed="rId2" cstate="print"/>
            <a:stretch>
              <a:fillRect/>
            </a:stretch>
          </a:blipFill>
        </p:spPr>
        <p:txBody>
          <a:bodyPr wrap="square" lIns="0" tIns="0" rIns="0" bIns="0" rtlCol="0"/>
          <a:lstStyle/>
          <a:p>
            <a:endParaRPr/>
          </a:p>
        </p:txBody>
      </p:sp>
      <p:grpSp>
        <p:nvGrpSpPr>
          <p:cNvPr id="5" name="object 5"/>
          <p:cNvGrpSpPr/>
          <p:nvPr/>
        </p:nvGrpSpPr>
        <p:grpSpPr>
          <a:xfrm>
            <a:off x="2286" y="1333372"/>
            <a:ext cx="4204335" cy="311150"/>
            <a:chOff x="2286" y="1333372"/>
            <a:chExt cx="4204335" cy="311150"/>
          </a:xfrm>
        </p:grpSpPr>
        <p:sp>
          <p:nvSpPr>
            <p:cNvPr id="6" name="object 6"/>
            <p:cNvSpPr/>
            <p:nvPr/>
          </p:nvSpPr>
          <p:spPr>
            <a:xfrm>
              <a:off x="2286" y="1488185"/>
              <a:ext cx="3849370" cy="0"/>
            </a:xfrm>
            <a:custGeom>
              <a:avLst/>
              <a:gdLst/>
              <a:ahLst/>
              <a:cxnLst/>
              <a:rect l="l" t="t" r="r" b="b"/>
              <a:pathLst>
                <a:path w="3849370">
                  <a:moveTo>
                    <a:pt x="0" y="0"/>
                  </a:moveTo>
                  <a:lnTo>
                    <a:pt x="3848862" y="0"/>
                  </a:lnTo>
                </a:path>
              </a:pathLst>
            </a:custGeom>
            <a:ln w="3175">
              <a:solidFill>
                <a:srgbClr val="BEBEBE"/>
              </a:solidFill>
            </a:ln>
          </p:spPr>
          <p:txBody>
            <a:bodyPr wrap="square" lIns="0" tIns="0" rIns="0" bIns="0" rtlCol="0"/>
            <a:lstStyle/>
            <a:p>
              <a:endParaRPr/>
            </a:p>
          </p:txBody>
        </p:sp>
        <p:sp>
          <p:nvSpPr>
            <p:cNvPr id="7" name="object 7"/>
            <p:cNvSpPr/>
            <p:nvPr/>
          </p:nvSpPr>
          <p:spPr>
            <a:xfrm>
              <a:off x="3666744" y="1463039"/>
              <a:ext cx="415925" cy="0"/>
            </a:xfrm>
            <a:custGeom>
              <a:avLst/>
              <a:gdLst/>
              <a:ahLst/>
              <a:cxnLst/>
              <a:rect l="l" t="t" r="r" b="b"/>
              <a:pathLst>
                <a:path w="415925">
                  <a:moveTo>
                    <a:pt x="415797" y="0"/>
                  </a:moveTo>
                  <a:lnTo>
                    <a:pt x="0" y="0"/>
                  </a:lnTo>
                </a:path>
              </a:pathLst>
            </a:custGeom>
            <a:ln w="6350">
              <a:solidFill>
                <a:srgbClr val="BEBEBE"/>
              </a:solidFill>
            </a:ln>
          </p:spPr>
          <p:txBody>
            <a:bodyPr wrap="square" lIns="0" tIns="0" rIns="0" bIns="0" rtlCol="0"/>
            <a:lstStyle/>
            <a:p>
              <a:endParaRPr/>
            </a:p>
          </p:txBody>
        </p:sp>
        <p:sp>
          <p:nvSpPr>
            <p:cNvPr id="8" name="object 8"/>
            <p:cNvSpPr/>
            <p:nvPr/>
          </p:nvSpPr>
          <p:spPr>
            <a:xfrm>
              <a:off x="4081145" y="1333372"/>
              <a:ext cx="125221" cy="129412"/>
            </a:xfrm>
            <a:prstGeom prst="rect">
              <a:avLst/>
            </a:prstGeom>
            <a:blipFill>
              <a:blip r:embed="rId3" cstate="print"/>
              <a:stretch>
                <a:fillRect/>
              </a:stretch>
            </a:blipFill>
          </p:spPr>
          <p:txBody>
            <a:bodyPr wrap="square" lIns="0" tIns="0" rIns="0" bIns="0" rtlCol="0"/>
            <a:lstStyle/>
            <a:p>
              <a:endParaRPr/>
            </a:p>
          </p:txBody>
        </p:sp>
        <p:sp>
          <p:nvSpPr>
            <p:cNvPr id="9" name="object 9"/>
            <p:cNvSpPr/>
            <p:nvPr/>
          </p:nvSpPr>
          <p:spPr>
            <a:xfrm>
              <a:off x="3666744" y="1513331"/>
              <a:ext cx="415925" cy="0"/>
            </a:xfrm>
            <a:custGeom>
              <a:avLst/>
              <a:gdLst/>
              <a:ahLst/>
              <a:cxnLst/>
              <a:rect l="l" t="t" r="r" b="b"/>
              <a:pathLst>
                <a:path w="415925">
                  <a:moveTo>
                    <a:pt x="415797" y="0"/>
                  </a:moveTo>
                  <a:lnTo>
                    <a:pt x="0" y="0"/>
                  </a:lnTo>
                </a:path>
              </a:pathLst>
            </a:custGeom>
            <a:ln w="6350">
              <a:solidFill>
                <a:srgbClr val="BEBEBE"/>
              </a:solidFill>
            </a:ln>
          </p:spPr>
          <p:txBody>
            <a:bodyPr wrap="square" lIns="0" tIns="0" rIns="0" bIns="0" rtlCol="0"/>
            <a:lstStyle/>
            <a:p>
              <a:endParaRPr/>
            </a:p>
          </p:txBody>
        </p:sp>
        <p:sp>
          <p:nvSpPr>
            <p:cNvPr id="10" name="object 10"/>
            <p:cNvSpPr/>
            <p:nvPr/>
          </p:nvSpPr>
          <p:spPr>
            <a:xfrm>
              <a:off x="4081145" y="1513204"/>
              <a:ext cx="125221" cy="131318"/>
            </a:xfrm>
            <a:prstGeom prst="rect">
              <a:avLst/>
            </a:prstGeom>
            <a:blipFill>
              <a:blip r:embed="rId4" cstate="print"/>
              <a:stretch>
                <a:fillRect/>
              </a:stretch>
            </a:blipFill>
          </p:spPr>
          <p:txBody>
            <a:bodyPr wrap="square" lIns="0" tIns="0" rIns="0" bIns="0" rtlCol="0"/>
            <a:lstStyle/>
            <a:p>
              <a:endParaRPr/>
            </a:p>
          </p:txBody>
        </p:sp>
      </p:grpSp>
      <p:sp>
        <p:nvSpPr>
          <p:cNvPr id="14" name="object 14"/>
          <p:cNvSpPr txBox="1"/>
          <p:nvPr/>
        </p:nvSpPr>
        <p:spPr>
          <a:xfrm>
            <a:off x="4843398" y="1333880"/>
            <a:ext cx="2509520" cy="299720"/>
          </a:xfrm>
          <a:prstGeom prst="rect">
            <a:avLst/>
          </a:prstGeom>
        </p:spPr>
        <p:txBody>
          <a:bodyPr vert="horz" wrap="square" lIns="0" tIns="12700" rIns="0" bIns="0" rtlCol="0">
            <a:spAutoFit/>
          </a:bodyPr>
          <a:lstStyle/>
          <a:p>
            <a:pPr marL="12700">
              <a:lnSpc>
                <a:spcPct val="100000"/>
              </a:lnSpc>
              <a:spcBef>
                <a:spcPts val="100"/>
              </a:spcBef>
            </a:pPr>
            <a:r>
              <a:rPr sz="1800" b="1" spc="-5" dirty="0">
                <a:solidFill>
                  <a:srgbClr val="FFFFFF"/>
                </a:solidFill>
                <a:latin typeface="Gothic Uralic"/>
                <a:cs typeface="Gothic Uralic"/>
              </a:rPr>
              <a:t>Unsupervised</a:t>
            </a:r>
            <a:r>
              <a:rPr sz="1800" b="1" spc="-100" dirty="0">
                <a:solidFill>
                  <a:srgbClr val="FFFFFF"/>
                </a:solidFill>
                <a:latin typeface="Gothic Uralic"/>
                <a:cs typeface="Gothic Uralic"/>
              </a:rPr>
              <a:t> </a:t>
            </a:r>
            <a:r>
              <a:rPr sz="1800" b="1" dirty="0">
                <a:solidFill>
                  <a:srgbClr val="FFFFFF"/>
                </a:solidFill>
                <a:latin typeface="Gothic Uralic"/>
                <a:cs typeface="Gothic Uralic"/>
              </a:rPr>
              <a:t>Learning</a:t>
            </a:r>
            <a:endParaRPr sz="1800">
              <a:latin typeface="Gothic Uralic"/>
              <a:cs typeface="Gothic Uralic"/>
            </a:endParaRPr>
          </a:p>
        </p:txBody>
      </p:sp>
      <p:grpSp>
        <p:nvGrpSpPr>
          <p:cNvPr id="15" name="object 15"/>
          <p:cNvGrpSpPr/>
          <p:nvPr/>
        </p:nvGrpSpPr>
        <p:grpSpPr>
          <a:xfrm>
            <a:off x="7990205" y="1333372"/>
            <a:ext cx="4201795" cy="311150"/>
            <a:chOff x="7990205" y="1333372"/>
            <a:chExt cx="4201795" cy="311150"/>
          </a:xfrm>
        </p:grpSpPr>
        <p:sp>
          <p:nvSpPr>
            <p:cNvPr id="16" name="object 16"/>
            <p:cNvSpPr/>
            <p:nvPr/>
          </p:nvSpPr>
          <p:spPr>
            <a:xfrm>
              <a:off x="8346186" y="1488185"/>
              <a:ext cx="3846195" cy="0"/>
            </a:xfrm>
            <a:custGeom>
              <a:avLst/>
              <a:gdLst/>
              <a:ahLst/>
              <a:cxnLst/>
              <a:rect l="l" t="t" r="r" b="b"/>
              <a:pathLst>
                <a:path w="3846195">
                  <a:moveTo>
                    <a:pt x="3845814" y="0"/>
                  </a:moveTo>
                  <a:lnTo>
                    <a:pt x="0" y="0"/>
                  </a:lnTo>
                </a:path>
              </a:pathLst>
            </a:custGeom>
            <a:ln w="3175">
              <a:solidFill>
                <a:srgbClr val="BEBEBE"/>
              </a:solidFill>
            </a:ln>
          </p:spPr>
          <p:txBody>
            <a:bodyPr wrap="square" lIns="0" tIns="0" rIns="0" bIns="0" rtlCol="0"/>
            <a:lstStyle/>
            <a:p>
              <a:endParaRPr/>
            </a:p>
          </p:txBody>
        </p:sp>
        <p:sp>
          <p:nvSpPr>
            <p:cNvPr id="17" name="object 17"/>
            <p:cNvSpPr/>
            <p:nvPr/>
          </p:nvSpPr>
          <p:spPr>
            <a:xfrm>
              <a:off x="8112252" y="1463039"/>
              <a:ext cx="415925" cy="0"/>
            </a:xfrm>
            <a:custGeom>
              <a:avLst/>
              <a:gdLst/>
              <a:ahLst/>
              <a:cxnLst/>
              <a:rect l="l" t="t" r="r" b="b"/>
              <a:pathLst>
                <a:path w="415925">
                  <a:moveTo>
                    <a:pt x="0" y="0"/>
                  </a:moveTo>
                  <a:lnTo>
                    <a:pt x="415798" y="0"/>
                  </a:lnTo>
                </a:path>
              </a:pathLst>
            </a:custGeom>
            <a:ln w="6350">
              <a:solidFill>
                <a:srgbClr val="BEBEBE"/>
              </a:solidFill>
            </a:ln>
          </p:spPr>
          <p:txBody>
            <a:bodyPr wrap="square" lIns="0" tIns="0" rIns="0" bIns="0" rtlCol="0"/>
            <a:lstStyle/>
            <a:p>
              <a:endParaRPr/>
            </a:p>
          </p:txBody>
        </p:sp>
        <p:sp>
          <p:nvSpPr>
            <p:cNvPr id="18" name="object 18"/>
            <p:cNvSpPr/>
            <p:nvPr/>
          </p:nvSpPr>
          <p:spPr>
            <a:xfrm>
              <a:off x="7990205" y="1333372"/>
              <a:ext cx="123698" cy="129412"/>
            </a:xfrm>
            <a:prstGeom prst="rect">
              <a:avLst/>
            </a:prstGeom>
            <a:blipFill>
              <a:blip r:embed="rId5" cstate="print"/>
              <a:stretch>
                <a:fillRect/>
              </a:stretch>
            </a:blipFill>
          </p:spPr>
          <p:txBody>
            <a:bodyPr wrap="square" lIns="0" tIns="0" rIns="0" bIns="0" rtlCol="0"/>
            <a:lstStyle/>
            <a:p>
              <a:endParaRPr/>
            </a:p>
          </p:txBody>
        </p:sp>
        <p:sp>
          <p:nvSpPr>
            <p:cNvPr id="19" name="object 19"/>
            <p:cNvSpPr/>
            <p:nvPr/>
          </p:nvSpPr>
          <p:spPr>
            <a:xfrm>
              <a:off x="8112252" y="1513331"/>
              <a:ext cx="415925" cy="0"/>
            </a:xfrm>
            <a:custGeom>
              <a:avLst/>
              <a:gdLst/>
              <a:ahLst/>
              <a:cxnLst/>
              <a:rect l="l" t="t" r="r" b="b"/>
              <a:pathLst>
                <a:path w="415925">
                  <a:moveTo>
                    <a:pt x="0" y="0"/>
                  </a:moveTo>
                  <a:lnTo>
                    <a:pt x="415798" y="0"/>
                  </a:lnTo>
                </a:path>
              </a:pathLst>
            </a:custGeom>
            <a:ln w="6350">
              <a:solidFill>
                <a:srgbClr val="BEBEBE"/>
              </a:solidFill>
            </a:ln>
          </p:spPr>
          <p:txBody>
            <a:bodyPr wrap="square" lIns="0" tIns="0" rIns="0" bIns="0" rtlCol="0"/>
            <a:lstStyle/>
            <a:p>
              <a:endParaRPr/>
            </a:p>
          </p:txBody>
        </p:sp>
        <p:sp>
          <p:nvSpPr>
            <p:cNvPr id="20" name="object 20"/>
            <p:cNvSpPr/>
            <p:nvPr/>
          </p:nvSpPr>
          <p:spPr>
            <a:xfrm>
              <a:off x="7990205" y="1513204"/>
              <a:ext cx="123698" cy="131318"/>
            </a:xfrm>
            <a:prstGeom prst="rect">
              <a:avLst/>
            </a:prstGeom>
            <a:blipFill>
              <a:blip r:embed="rId6" cstate="print"/>
              <a:stretch>
                <a:fillRect/>
              </a:stretch>
            </a:blipFill>
          </p:spPr>
          <p:txBody>
            <a:bodyPr wrap="square" lIns="0" tIns="0" rIns="0" bIns="0" rtlCol="0"/>
            <a:lstStyle/>
            <a:p>
              <a:endParaRPr/>
            </a:p>
          </p:txBody>
        </p:sp>
      </p:grpSp>
      <p:sp>
        <p:nvSpPr>
          <p:cNvPr id="21" name="object 21"/>
          <p:cNvSpPr/>
          <p:nvPr/>
        </p:nvSpPr>
        <p:spPr>
          <a:xfrm>
            <a:off x="350393" y="3229229"/>
            <a:ext cx="2368550" cy="2368550"/>
          </a:xfrm>
          <a:prstGeom prst="rect">
            <a:avLst/>
          </a:prstGeom>
          <a:blipFill>
            <a:blip r:embed="rId7" cstate="print"/>
            <a:stretch>
              <a:fillRect/>
            </a:stretch>
          </a:blipFill>
        </p:spPr>
        <p:txBody>
          <a:bodyPr wrap="square" lIns="0" tIns="0" rIns="0" bIns="0" rtlCol="0"/>
          <a:lstStyle/>
          <a:p>
            <a:endParaRPr/>
          </a:p>
        </p:txBody>
      </p:sp>
      <p:grpSp>
        <p:nvGrpSpPr>
          <p:cNvPr id="22" name="object 22"/>
          <p:cNvGrpSpPr/>
          <p:nvPr/>
        </p:nvGrpSpPr>
        <p:grpSpPr>
          <a:xfrm>
            <a:off x="673354" y="2217166"/>
            <a:ext cx="1722755" cy="446405"/>
            <a:chOff x="673354" y="2217166"/>
            <a:chExt cx="1722755" cy="446405"/>
          </a:xfrm>
        </p:grpSpPr>
        <p:sp>
          <p:nvSpPr>
            <p:cNvPr id="23" name="object 23"/>
            <p:cNvSpPr/>
            <p:nvPr/>
          </p:nvSpPr>
          <p:spPr>
            <a:xfrm>
              <a:off x="679704" y="2223516"/>
              <a:ext cx="1710055" cy="407034"/>
            </a:xfrm>
            <a:custGeom>
              <a:avLst/>
              <a:gdLst/>
              <a:ahLst/>
              <a:cxnLst/>
              <a:rect l="l" t="t" r="r" b="b"/>
              <a:pathLst>
                <a:path w="1710055" h="407035">
                  <a:moveTo>
                    <a:pt x="1642109" y="0"/>
                  </a:moveTo>
                  <a:lnTo>
                    <a:pt x="67817" y="0"/>
                  </a:lnTo>
                  <a:lnTo>
                    <a:pt x="41421" y="5328"/>
                  </a:lnTo>
                  <a:lnTo>
                    <a:pt x="19864" y="19859"/>
                  </a:lnTo>
                  <a:lnTo>
                    <a:pt x="5329" y="41415"/>
                  </a:lnTo>
                  <a:lnTo>
                    <a:pt x="0" y="67818"/>
                  </a:lnTo>
                  <a:lnTo>
                    <a:pt x="0" y="339089"/>
                  </a:lnTo>
                  <a:lnTo>
                    <a:pt x="5329" y="365492"/>
                  </a:lnTo>
                  <a:lnTo>
                    <a:pt x="19864" y="387048"/>
                  </a:lnTo>
                  <a:lnTo>
                    <a:pt x="41421" y="401579"/>
                  </a:lnTo>
                  <a:lnTo>
                    <a:pt x="67817" y="406908"/>
                  </a:lnTo>
                  <a:lnTo>
                    <a:pt x="1642109" y="406908"/>
                  </a:lnTo>
                  <a:lnTo>
                    <a:pt x="1668512" y="401579"/>
                  </a:lnTo>
                  <a:lnTo>
                    <a:pt x="1690068" y="387048"/>
                  </a:lnTo>
                  <a:lnTo>
                    <a:pt x="1704599" y="365492"/>
                  </a:lnTo>
                  <a:lnTo>
                    <a:pt x="1709927" y="339089"/>
                  </a:lnTo>
                  <a:lnTo>
                    <a:pt x="1709927" y="67818"/>
                  </a:lnTo>
                  <a:lnTo>
                    <a:pt x="1704599" y="41415"/>
                  </a:lnTo>
                  <a:lnTo>
                    <a:pt x="1690068" y="19859"/>
                  </a:lnTo>
                  <a:lnTo>
                    <a:pt x="1668512" y="5328"/>
                  </a:lnTo>
                  <a:lnTo>
                    <a:pt x="1642109" y="0"/>
                  </a:lnTo>
                  <a:close/>
                </a:path>
              </a:pathLst>
            </a:custGeom>
            <a:solidFill>
              <a:srgbClr val="0F1F58"/>
            </a:solidFill>
          </p:spPr>
          <p:txBody>
            <a:bodyPr wrap="square" lIns="0" tIns="0" rIns="0" bIns="0" rtlCol="0"/>
            <a:lstStyle/>
            <a:p>
              <a:endParaRPr/>
            </a:p>
          </p:txBody>
        </p:sp>
        <p:sp>
          <p:nvSpPr>
            <p:cNvPr id="24" name="object 24"/>
            <p:cNvSpPr/>
            <p:nvPr/>
          </p:nvSpPr>
          <p:spPr>
            <a:xfrm>
              <a:off x="679704" y="2223516"/>
              <a:ext cx="1710055" cy="407034"/>
            </a:xfrm>
            <a:custGeom>
              <a:avLst/>
              <a:gdLst/>
              <a:ahLst/>
              <a:cxnLst/>
              <a:rect l="l" t="t" r="r" b="b"/>
              <a:pathLst>
                <a:path w="1710055" h="407035">
                  <a:moveTo>
                    <a:pt x="0" y="67818"/>
                  </a:moveTo>
                  <a:lnTo>
                    <a:pt x="5329" y="41415"/>
                  </a:lnTo>
                  <a:lnTo>
                    <a:pt x="19864" y="19859"/>
                  </a:lnTo>
                  <a:lnTo>
                    <a:pt x="41421" y="5328"/>
                  </a:lnTo>
                  <a:lnTo>
                    <a:pt x="67817" y="0"/>
                  </a:lnTo>
                  <a:lnTo>
                    <a:pt x="1642109" y="0"/>
                  </a:lnTo>
                  <a:lnTo>
                    <a:pt x="1668512" y="5328"/>
                  </a:lnTo>
                  <a:lnTo>
                    <a:pt x="1690068" y="19859"/>
                  </a:lnTo>
                  <a:lnTo>
                    <a:pt x="1704599" y="41415"/>
                  </a:lnTo>
                  <a:lnTo>
                    <a:pt x="1709927" y="67818"/>
                  </a:lnTo>
                  <a:lnTo>
                    <a:pt x="1709927" y="339089"/>
                  </a:lnTo>
                  <a:lnTo>
                    <a:pt x="1704599" y="365492"/>
                  </a:lnTo>
                  <a:lnTo>
                    <a:pt x="1690068" y="387048"/>
                  </a:lnTo>
                  <a:lnTo>
                    <a:pt x="1668512" y="401579"/>
                  </a:lnTo>
                  <a:lnTo>
                    <a:pt x="1642109" y="406908"/>
                  </a:lnTo>
                  <a:lnTo>
                    <a:pt x="67817" y="406908"/>
                  </a:lnTo>
                  <a:lnTo>
                    <a:pt x="41421" y="401579"/>
                  </a:lnTo>
                  <a:lnTo>
                    <a:pt x="19864" y="387048"/>
                  </a:lnTo>
                  <a:lnTo>
                    <a:pt x="5329" y="365492"/>
                  </a:lnTo>
                  <a:lnTo>
                    <a:pt x="0" y="339089"/>
                  </a:lnTo>
                  <a:lnTo>
                    <a:pt x="0" y="67818"/>
                  </a:lnTo>
                  <a:close/>
                </a:path>
              </a:pathLst>
            </a:custGeom>
            <a:ln w="12700">
              <a:solidFill>
                <a:srgbClr val="8197E9"/>
              </a:solidFill>
            </a:ln>
          </p:spPr>
          <p:txBody>
            <a:bodyPr wrap="square" lIns="0" tIns="0" rIns="0" bIns="0" rtlCol="0"/>
            <a:lstStyle/>
            <a:p>
              <a:endParaRPr/>
            </a:p>
          </p:txBody>
        </p:sp>
        <p:sp>
          <p:nvSpPr>
            <p:cNvPr id="25" name="object 25"/>
            <p:cNvSpPr/>
            <p:nvPr/>
          </p:nvSpPr>
          <p:spPr>
            <a:xfrm>
              <a:off x="768096" y="2261628"/>
              <a:ext cx="1549146" cy="401561"/>
            </a:xfrm>
            <a:prstGeom prst="rect">
              <a:avLst/>
            </a:prstGeom>
            <a:blipFill>
              <a:blip r:embed="rId8" cstate="print"/>
              <a:stretch>
                <a:fillRect/>
              </a:stretch>
            </a:blipFill>
          </p:spPr>
          <p:txBody>
            <a:bodyPr wrap="square" lIns="0" tIns="0" rIns="0" bIns="0" rtlCol="0"/>
            <a:lstStyle/>
            <a:p>
              <a:endParaRPr/>
            </a:p>
          </p:txBody>
        </p:sp>
      </p:grpSp>
      <p:sp>
        <p:nvSpPr>
          <p:cNvPr id="26" name="object 26"/>
          <p:cNvSpPr txBox="1"/>
          <p:nvPr/>
        </p:nvSpPr>
        <p:spPr>
          <a:xfrm>
            <a:off x="868172" y="2305304"/>
            <a:ext cx="1334135" cy="239395"/>
          </a:xfrm>
          <a:prstGeom prst="rect">
            <a:avLst/>
          </a:prstGeom>
        </p:spPr>
        <p:txBody>
          <a:bodyPr vert="horz" wrap="square" lIns="0" tIns="13335" rIns="0" bIns="0" rtlCol="0">
            <a:spAutoFit/>
          </a:bodyPr>
          <a:lstStyle/>
          <a:p>
            <a:pPr marL="12700">
              <a:lnSpc>
                <a:spcPct val="100000"/>
              </a:lnSpc>
              <a:spcBef>
                <a:spcPts val="105"/>
              </a:spcBef>
            </a:pPr>
            <a:r>
              <a:rPr sz="1400" b="1" dirty="0">
                <a:solidFill>
                  <a:srgbClr val="FFFFFF"/>
                </a:solidFill>
                <a:latin typeface="Gothic Uralic"/>
                <a:cs typeface="Gothic Uralic"/>
              </a:rPr>
              <a:t>Input </a:t>
            </a:r>
            <a:r>
              <a:rPr sz="1400" b="1" spc="-5" dirty="0">
                <a:solidFill>
                  <a:srgbClr val="FFFFFF"/>
                </a:solidFill>
                <a:latin typeface="Gothic Uralic"/>
                <a:cs typeface="Gothic Uralic"/>
              </a:rPr>
              <a:t>Raw</a:t>
            </a:r>
            <a:r>
              <a:rPr sz="1400" b="1" spc="-95" dirty="0">
                <a:solidFill>
                  <a:srgbClr val="FFFFFF"/>
                </a:solidFill>
                <a:latin typeface="Gothic Uralic"/>
                <a:cs typeface="Gothic Uralic"/>
              </a:rPr>
              <a:t> </a:t>
            </a:r>
            <a:r>
              <a:rPr sz="1400" b="1" spc="-5" dirty="0">
                <a:solidFill>
                  <a:srgbClr val="FFFFFF"/>
                </a:solidFill>
                <a:latin typeface="Gothic Uralic"/>
                <a:cs typeface="Gothic Uralic"/>
              </a:rPr>
              <a:t>Data</a:t>
            </a:r>
            <a:endParaRPr sz="1400">
              <a:latin typeface="Gothic Uralic"/>
              <a:cs typeface="Gothic Uralic"/>
            </a:endParaRPr>
          </a:p>
        </p:txBody>
      </p:sp>
      <p:grpSp>
        <p:nvGrpSpPr>
          <p:cNvPr id="27" name="object 27"/>
          <p:cNvGrpSpPr/>
          <p:nvPr/>
        </p:nvGrpSpPr>
        <p:grpSpPr>
          <a:xfrm>
            <a:off x="10125202" y="2217166"/>
            <a:ext cx="1722755" cy="446405"/>
            <a:chOff x="10125202" y="2217166"/>
            <a:chExt cx="1722755" cy="446405"/>
          </a:xfrm>
        </p:grpSpPr>
        <p:sp>
          <p:nvSpPr>
            <p:cNvPr id="28" name="object 28"/>
            <p:cNvSpPr/>
            <p:nvPr/>
          </p:nvSpPr>
          <p:spPr>
            <a:xfrm>
              <a:off x="10131552" y="2223516"/>
              <a:ext cx="1710055" cy="407034"/>
            </a:xfrm>
            <a:custGeom>
              <a:avLst/>
              <a:gdLst/>
              <a:ahLst/>
              <a:cxnLst/>
              <a:rect l="l" t="t" r="r" b="b"/>
              <a:pathLst>
                <a:path w="1710054" h="407035">
                  <a:moveTo>
                    <a:pt x="1642109" y="0"/>
                  </a:moveTo>
                  <a:lnTo>
                    <a:pt x="67818" y="0"/>
                  </a:lnTo>
                  <a:lnTo>
                    <a:pt x="41415" y="5328"/>
                  </a:lnTo>
                  <a:lnTo>
                    <a:pt x="19859" y="19859"/>
                  </a:lnTo>
                  <a:lnTo>
                    <a:pt x="5328" y="41415"/>
                  </a:lnTo>
                  <a:lnTo>
                    <a:pt x="0" y="67818"/>
                  </a:lnTo>
                  <a:lnTo>
                    <a:pt x="0" y="339089"/>
                  </a:lnTo>
                  <a:lnTo>
                    <a:pt x="5328" y="365492"/>
                  </a:lnTo>
                  <a:lnTo>
                    <a:pt x="19859" y="387048"/>
                  </a:lnTo>
                  <a:lnTo>
                    <a:pt x="41415" y="401579"/>
                  </a:lnTo>
                  <a:lnTo>
                    <a:pt x="67818" y="406908"/>
                  </a:lnTo>
                  <a:lnTo>
                    <a:pt x="1642109" y="406908"/>
                  </a:lnTo>
                  <a:lnTo>
                    <a:pt x="1668512" y="401579"/>
                  </a:lnTo>
                  <a:lnTo>
                    <a:pt x="1690068" y="387048"/>
                  </a:lnTo>
                  <a:lnTo>
                    <a:pt x="1704599" y="365492"/>
                  </a:lnTo>
                  <a:lnTo>
                    <a:pt x="1709927" y="339089"/>
                  </a:lnTo>
                  <a:lnTo>
                    <a:pt x="1709927" y="67818"/>
                  </a:lnTo>
                  <a:lnTo>
                    <a:pt x="1704599" y="41415"/>
                  </a:lnTo>
                  <a:lnTo>
                    <a:pt x="1690068" y="19859"/>
                  </a:lnTo>
                  <a:lnTo>
                    <a:pt x="1668512" y="5328"/>
                  </a:lnTo>
                  <a:lnTo>
                    <a:pt x="1642109" y="0"/>
                  </a:lnTo>
                  <a:close/>
                </a:path>
              </a:pathLst>
            </a:custGeom>
            <a:solidFill>
              <a:srgbClr val="0F1F58"/>
            </a:solidFill>
          </p:spPr>
          <p:txBody>
            <a:bodyPr wrap="square" lIns="0" tIns="0" rIns="0" bIns="0" rtlCol="0"/>
            <a:lstStyle/>
            <a:p>
              <a:endParaRPr/>
            </a:p>
          </p:txBody>
        </p:sp>
        <p:sp>
          <p:nvSpPr>
            <p:cNvPr id="29" name="object 29"/>
            <p:cNvSpPr/>
            <p:nvPr/>
          </p:nvSpPr>
          <p:spPr>
            <a:xfrm>
              <a:off x="10131552" y="2223516"/>
              <a:ext cx="1710055" cy="407034"/>
            </a:xfrm>
            <a:custGeom>
              <a:avLst/>
              <a:gdLst/>
              <a:ahLst/>
              <a:cxnLst/>
              <a:rect l="l" t="t" r="r" b="b"/>
              <a:pathLst>
                <a:path w="1710054" h="407035">
                  <a:moveTo>
                    <a:pt x="0" y="67818"/>
                  </a:moveTo>
                  <a:lnTo>
                    <a:pt x="5328" y="41415"/>
                  </a:lnTo>
                  <a:lnTo>
                    <a:pt x="19859" y="19859"/>
                  </a:lnTo>
                  <a:lnTo>
                    <a:pt x="41415" y="5328"/>
                  </a:lnTo>
                  <a:lnTo>
                    <a:pt x="67818" y="0"/>
                  </a:lnTo>
                  <a:lnTo>
                    <a:pt x="1642109" y="0"/>
                  </a:lnTo>
                  <a:lnTo>
                    <a:pt x="1668512" y="5328"/>
                  </a:lnTo>
                  <a:lnTo>
                    <a:pt x="1690068" y="19859"/>
                  </a:lnTo>
                  <a:lnTo>
                    <a:pt x="1704599" y="41415"/>
                  </a:lnTo>
                  <a:lnTo>
                    <a:pt x="1709927" y="67818"/>
                  </a:lnTo>
                  <a:lnTo>
                    <a:pt x="1709927" y="339089"/>
                  </a:lnTo>
                  <a:lnTo>
                    <a:pt x="1704599" y="365492"/>
                  </a:lnTo>
                  <a:lnTo>
                    <a:pt x="1690068" y="387048"/>
                  </a:lnTo>
                  <a:lnTo>
                    <a:pt x="1668512" y="401579"/>
                  </a:lnTo>
                  <a:lnTo>
                    <a:pt x="1642109" y="406908"/>
                  </a:lnTo>
                  <a:lnTo>
                    <a:pt x="67818" y="406908"/>
                  </a:lnTo>
                  <a:lnTo>
                    <a:pt x="41415" y="401579"/>
                  </a:lnTo>
                  <a:lnTo>
                    <a:pt x="19859" y="387048"/>
                  </a:lnTo>
                  <a:lnTo>
                    <a:pt x="5328" y="365492"/>
                  </a:lnTo>
                  <a:lnTo>
                    <a:pt x="0" y="339089"/>
                  </a:lnTo>
                  <a:lnTo>
                    <a:pt x="0" y="67818"/>
                  </a:lnTo>
                  <a:close/>
                </a:path>
              </a:pathLst>
            </a:custGeom>
            <a:ln w="12700">
              <a:solidFill>
                <a:srgbClr val="8197E9"/>
              </a:solidFill>
            </a:ln>
          </p:spPr>
          <p:txBody>
            <a:bodyPr wrap="square" lIns="0" tIns="0" rIns="0" bIns="0" rtlCol="0"/>
            <a:lstStyle/>
            <a:p>
              <a:endParaRPr/>
            </a:p>
          </p:txBody>
        </p:sp>
        <p:sp>
          <p:nvSpPr>
            <p:cNvPr id="30" name="object 30"/>
            <p:cNvSpPr/>
            <p:nvPr/>
          </p:nvSpPr>
          <p:spPr>
            <a:xfrm>
              <a:off x="10579608" y="2261628"/>
              <a:ext cx="828294" cy="401561"/>
            </a:xfrm>
            <a:prstGeom prst="rect">
              <a:avLst/>
            </a:prstGeom>
            <a:blipFill>
              <a:blip r:embed="rId9" cstate="print"/>
              <a:stretch>
                <a:fillRect/>
              </a:stretch>
            </a:blipFill>
          </p:spPr>
          <p:txBody>
            <a:bodyPr wrap="square" lIns="0" tIns="0" rIns="0" bIns="0" rtlCol="0"/>
            <a:lstStyle/>
            <a:p>
              <a:endParaRPr/>
            </a:p>
          </p:txBody>
        </p:sp>
      </p:grpSp>
      <p:sp>
        <p:nvSpPr>
          <p:cNvPr id="31" name="object 31"/>
          <p:cNvSpPr txBox="1"/>
          <p:nvPr/>
        </p:nvSpPr>
        <p:spPr>
          <a:xfrm>
            <a:off x="10681207" y="2305304"/>
            <a:ext cx="612775" cy="239395"/>
          </a:xfrm>
          <a:prstGeom prst="rect">
            <a:avLst/>
          </a:prstGeom>
        </p:spPr>
        <p:txBody>
          <a:bodyPr vert="horz" wrap="square" lIns="0" tIns="13335" rIns="0" bIns="0" rtlCol="0">
            <a:spAutoFit/>
          </a:bodyPr>
          <a:lstStyle/>
          <a:p>
            <a:pPr marL="12700">
              <a:lnSpc>
                <a:spcPct val="100000"/>
              </a:lnSpc>
              <a:spcBef>
                <a:spcPts val="105"/>
              </a:spcBef>
            </a:pPr>
            <a:r>
              <a:rPr sz="1400" b="1" dirty="0">
                <a:solidFill>
                  <a:srgbClr val="FFFFFF"/>
                </a:solidFill>
                <a:latin typeface="Gothic Uralic"/>
                <a:cs typeface="Gothic Uralic"/>
              </a:rPr>
              <a:t>O</a:t>
            </a:r>
            <a:r>
              <a:rPr sz="1400" b="1" spc="-10" dirty="0">
                <a:solidFill>
                  <a:srgbClr val="FFFFFF"/>
                </a:solidFill>
                <a:latin typeface="Gothic Uralic"/>
                <a:cs typeface="Gothic Uralic"/>
              </a:rPr>
              <a:t>u</a:t>
            </a:r>
            <a:r>
              <a:rPr sz="1400" b="1" dirty="0">
                <a:solidFill>
                  <a:srgbClr val="FFFFFF"/>
                </a:solidFill>
                <a:latin typeface="Gothic Uralic"/>
                <a:cs typeface="Gothic Uralic"/>
              </a:rPr>
              <a:t>tp</a:t>
            </a:r>
            <a:r>
              <a:rPr sz="1400" b="1" spc="-10" dirty="0">
                <a:solidFill>
                  <a:srgbClr val="FFFFFF"/>
                </a:solidFill>
                <a:latin typeface="Gothic Uralic"/>
                <a:cs typeface="Gothic Uralic"/>
              </a:rPr>
              <a:t>u</a:t>
            </a:r>
            <a:r>
              <a:rPr sz="1400" b="1" dirty="0">
                <a:solidFill>
                  <a:srgbClr val="FFFFFF"/>
                </a:solidFill>
                <a:latin typeface="Gothic Uralic"/>
                <a:cs typeface="Gothic Uralic"/>
              </a:rPr>
              <a:t>t</a:t>
            </a:r>
            <a:endParaRPr sz="1400">
              <a:latin typeface="Gothic Uralic"/>
              <a:cs typeface="Gothic Uralic"/>
            </a:endParaRPr>
          </a:p>
        </p:txBody>
      </p:sp>
      <p:grpSp>
        <p:nvGrpSpPr>
          <p:cNvPr id="32" name="object 32"/>
          <p:cNvGrpSpPr/>
          <p:nvPr/>
        </p:nvGrpSpPr>
        <p:grpSpPr>
          <a:xfrm>
            <a:off x="5390134" y="2217166"/>
            <a:ext cx="1722755" cy="447675"/>
            <a:chOff x="5390134" y="2217166"/>
            <a:chExt cx="1722755" cy="447675"/>
          </a:xfrm>
        </p:grpSpPr>
        <p:sp>
          <p:nvSpPr>
            <p:cNvPr id="33" name="object 33"/>
            <p:cNvSpPr/>
            <p:nvPr/>
          </p:nvSpPr>
          <p:spPr>
            <a:xfrm>
              <a:off x="5396484" y="2223516"/>
              <a:ext cx="1710055" cy="407034"/>
            </a:xfrm>
            <a:custGeom>
              <a:avLst/>
              <a:gdLst/>
              <a:ahLst/>
              <a:cxnLst/>
              <a:rect l="l" t="t" r="r" b="b"/>
              <a:pathLst>
                <a:path w="1710054" h="407035">
                  <a:moveTo>
                    <a:pt x="1642110" y="0"/>
                  </a:moveTo>
                  <a:lnTo>
                    <a:pt x="67817" y="0"/>
                  </a:lnTo>
                  <a:lnTo>
                    <a:pt x="41415" y="5328"/>
                  </a:lnTo>
                  <a:lnTo>
                    <a:pt x="19859" y="19859"/>
                  </a:lnTo>
                  <a:lnTo>
                    <a:pt x="5328" y="41415"/>
                  </a:lnTo>
                  <a:lnTo>
                    <a:pt x="0" y="67818"/>
                  </a:lnTo>
                  <a:lnTo>
                    <a:pt x="0" y="339089"/>
                  </a:lnTo>
                  <a:lnTo>
                    <a:pt x="5328" y="365492"/>
                  </a:lnTo>
                  <a:lnTo>
                    <a:pt x="19859" y="387048"/>
                  </a:lnTo>
                  <a:lnTo>
                    <a:pt x="41415" y="401579"/>
                  </a:lnTo>
                  <a:lnTo>
                    <a:pt x="67817" y="406908"/>
                  </a:lnTo>
                  <a:lnTo>
                    <a:pt x="1642110" y="406908"/>
                  </a:lnTo>
                  <a:lnTo>
                    <a:pt x="1668512" y="401579"/>
                  </a:lnTo>
                  <a:lnTo>
                    <a:pt x="1690068" y="387048"/>
                  </a:lnTo>
                  <a:lnTo>
                    <a:pt x="1704599" y="365492"/>
                  </a:lnTo>
                  <a:lnTo>
                    <a:pt x="1709927" y="339089"/>
                  </a:lnTo>
                  <a:lnTo>
                    <a:pt x="1709927" y="67818"/>
                  </a:lnTo>
                  <a:lnTo>
                    <a:pt x="1704599" y="41415"/>
                  </a:lnTo>
                  <a:lnTo>
                    <a:pt x="1690068" y="19859"/>
                  </a:lnTo>
                  <a:lnTo>
                    <a:pt x="1668512" y="5328"/>
                  </a:lnTo>
                  <a:lnTo>
                    <a:pt x="1642110" y="0"/>
                  </a:lnTo>
                  <a:close/>
                </a:path>
              </a:pathLst>
            </a:custGeom>
            <a:solidFill>
              <a:srgbClr val="0F1F58"/>
            </a:solidFill>
          </p:spPr>
          <p:txBody>
            <a:bodyPr wrap="square" lIns="0" tIns="0" rIns="0" bIns="0" rtlCol="0"/>
            <a:lstStyle/>
            <a:p>
              <a:endParaRPr/>
            </a:p>
          </p:txBody>
        </p:sp>
        <p:sp>
          <p:nvSpPr>
            <p:cNvPr id="34" name="object 34"/>
            <p:cNvSpPr/>
            <p:nvPr/>
          </p:nvSpPr>
          <p:spPr>
            <a:xfrm>
              <a:off x="5396484" y="2223516"/>
              <a:ext cx="1710055" cy="407034"/>
            </a:xfrm>
            <a:custGeom>
              <a:avLst/>
              <a:gdLst/>
              <a:ahLst/>
              <a:cxnLst/>
              <a:rect l="l" t="t" r="r" b="b"/>
              <a:pathLst>
                <a:path w="1710054" h="407035">
                  <a:moveTo>
                    <a:pt x="0" y="67818"/>
                  </a:moveTo>
                  <a:lnTo>
                    <a:pt x="5328" y="41415"/>
                  </a:lnTo>
                  <a:lnTo>
                    <a:pt x="19859" y="19859"/>
                  </a:lnTo>
                  <a:lnTo>
                    <a:pt x="41415" y="5328"/>
                  </a:lnTo>
                  <a:lnTo>
                    <a:pt x="67817" y="0"/>
                  </a:lnTo>
                  <a:lnTo>
                    <a:pt x="1642110" y="0"/>
                  </a:lnTo>
                  <a:lnTo>
                    <a:pt x="1668512" y="5328"/>
                  </a:lnTo>
                  <a:lnTo>
                    <a:pt x="1690068" y="19859"/>
                  </a:lnTo>
                  <a:lnTo>
                    <a:pt x="1704599" y="41415"/>
                  </a:lnTo>
                  <a:lnTo>
                    <a:pt x="1709927" y="67818"/>
                  </a:lnTo>
                  <a:lnTo>
                    <a:pt x="1709927" y="339089"/>
                  </a:lnTo>
                  <a:lnTo>
                    <a:pt x="1704599" y="365492"/>
                  </a:lnTo>
                  <a:lnTo>
                    <a:pt x="1690068" y="387048"/>
                  </a:lnTo>
                  <a:lnTo>
                    <a:pt x="1668512" y="401579"/>
                  </a:lnTo>
                  <a:lnTo>
                    <a:pt x="1642110" y="406908"/>
                  </a:lnTo>
                  <a:lnTo>
                    <a:pt x="67817" y="406908"/>
                  </a:lnTo>
                  <a:lnTo>
                    <a:pt x="41415" y="401579"/>
                  </a:lnTo>
                  <a:lnTo>
                    <a:pt x="19859" y="387048"/>
                  </a:lnTo>
                  <a:lnTo>
                    <a:pt x="5328" y="365492"/>
                  </a:lnTo>
                  <a:lnTo>
                    <a:pt x="0" y="339089"/>
                  </a:lnTo>
                  <a:lnTo>
                    <a:pt x="0" y="67818"/>
                  </a:lnTo>
                  <a:close/>
                </a:path>
              </a:pathLst>
            </a:custGeom>
            <a:ln w="12700">
              <a:solidFill>
                <a:srgbClr val="8197E9"/>
              </a:solidFill>
            </a:ln>
          </p:spPr>
          <p:txBody>
            <a:bodyPr wrap="square" lIns="0" tIns="0" rIns="0" bIns="0" rtlCol="0"/>
            <a:lstStyle/>
            <a:p>
              <a:endParaRPr/>
            </a:p>
          </p:txBody>
        </p:sp>
        <p:sp>
          <p:nvSpPr>
            <p:cNvPr id="35" name="object 35"/>
            <p:cNvSpPr/>
            <p:nvPr/>
          </p:nvSpPr>
          <p:spPr>
            <a:xfrm>
              <a:off x="5715000" y="2263152"/>
              <a:ext cx="1075181" cy="401561"/>
            </a:xfrm>
            <a:prstGeom prst="rect">
              <a:avLst/>
            </a:prstGeom>
            <a:blipFill>
              <a:blip r:embed="rId10" cstate="print"/>
              <a:stretch>
                <a:fillRect/>
              </a:stretch>
            </a:blipFill>
          </p:spPr>
          <p:txBody>
            <a:bodyPr wrap="square" lIns="0" tIns="0" rIns="0" bIns="0" rtlCol="0"/>
            <a:lstStyle/>
            <a:p>
              <a:endParaRPr/>
            </a:p>
          </p:txBody>
        </p:sp>
      </p:grpSp>
      <p:sp>
        <p:nvSpPr>
          <p:cNvPr id="36" name="object 36"/>
          <p:cNvSpPr txBox="1"/>
          <p:nvPr/>
        </p:nvSpPr>
        <p:spPr>
          <a:xfrm>
            <a:off x="5815965" y="2305557"/>
            <a:ext cx="859790" cy="239395"/>
          </a:xfrm>
          <a:prstGeom prst="rect">
            <a:avLst/>
          </a:prstGeom>
        </p:spPr>
        <p:txBody>
          <a:bodyPr vert="horz" wrap="square" lIns="0" tIns="13335" rIns="0" bIns="0" rtlCol="0">
            <a:spAutoFit/>
          </a:bodyPr>
          <a:lstStyle/>
          <a:p>
            <a:pPr marL="12700">
              <a:lnSpc>
                <a:spcPct val="100000"/>
              </a:lnSpc>
              <a:spcBef>
                <a:spcPts val="105"/>
              </a:spcBef>
            </a:pPr>
            <a:r>
              <a:rPr sz="1400" b="1" dirty="0">
                <a:solidFill>
                  <a:srgbClr val="FFFFFF"/>
                </a:solidFill>
                <a:latin typeface="Gothic Uralic"/>
                <a:cs typeface="Gothic Uralic"/>
              </a:rPr>
              <a:t>Algo</a:t>
            </a:r>
            <a:r>
              <a:rPr sz="1400" b="1" spc="-10" dirty="0">
                <a:solidFill>
                  <a:srgbClr val="FFFFFF"/>
                </a:solidFill>
                <a:latin typeface="Gothic Uralic"/>
                <a:cs typeface="Gothic Uralic"/>
              </a:rPr>
              <a:t>r</a:t>
            </a:r>
            <a:r>
              <a:rPr sz="1400" b="1" dirty="0">
                <a:solidFill>
                  <a:srgbClr val="FFFFFF"/>
                </a:solidFill>
                <a:latin typeface="Gothic Uralic"/>
                <a:cs typeface="Gothic Uralic"/>
              </a:rPr>
              <a:t>it</a:t>
            </a:r>
            <a:r>
              <a:rPr sz="1400" b="1" spc="-5" dirty="0">
                <a:solidFill>
                  <a:srgbClr val="FFFFFF"/>
                </a:solidFill>
                <a:latin typeface="Gothic Uralic"/>
                <a:cs typeface="Gothic Uralic"/>
              </a:rPr>
              <a:t>h</a:t>
            </a:r>
            <a:r>
              <a:rPr sz="1400" b="1" dirty="0">
                <a:solidFill>
                  <a:srgbClr val="FFFFFF"/>
                </a:solidFill>
                <a:latin typeface="Gothic Uralic"/>
                <a:cs typeface="Gothic Uralic"/>
              </a:rPr>
              <a:t>m</a:t>
            </a:r>
            <a:endParaRPr sz="1400">
              <a:latin typeface="Gothic Uralic"/>
              <a:cs typeface="Gothic Uralic"/>
            </a:endParaRPr>
          </a:p>
        </p:txBody>
      </p:sp>
      <p:grpSp>
        <p:nvGrpSpPr>
          <p:cNvPr id="37" name="object 37"/>
          <p:cNvGrpSpPr/>
          <p:nvPr/>
        </p:nvGrpSpPr>
        <p:grpSpPr>
          <a:xfrm>
            <a:off x="10559542" y="2855722"/>
            <a:ext cx="768985" cy="768985"/>
            <a:chOff x="10559542" y="2855722"/>
            <a:chExt cx="768985" cy="768985"/>
          </a:xfrm>
        </p:grpSpPr>
        <p:sp>
          <p:nvSpPr>
            <p:cNvPr id="38" name="object 38"/>
            <p:cNvSpPr/>
            <p:nvPr/>
          </p:nvSpPr>
          <p:spPr>
            <a:xfrm>
              <a:off x="10565892" y="2862072"/>
              <a:ext cx="756285" cy="756285"/>
            </a:xfrm>
            <a:custGeom>
              <a:avLst/>
              <a:gdLst/>
              <a:ahLst/>
              <a:cxnLst/>
              <a:rect l="l" t="t" r="r" b="b"/>
              <a:pathLst>
                <a:path w="756284" h="756285">
                  <a:moveTo>
                    <a:pt x="377951" y="0"/>
                  </a:moveTo>
                  <a:lnTo>
                    <a:pt x="330532" y="2943"/>
                  </a:lnTo>
                  <a:lnTo>
                    <a:pt x="284873" y="11539"/>
                  </a:lnTo>
                  <a:lnTo>
                    <a:pt x="241328" y="25434"/>
                  </a:lnTo>
                  <a:lnTo>
                    <a:pt x="200252" y="44272"/>
                  </a:lnTo>
                  <a:lnTo>
                    <a:pt x="161997" y="67702"/>
                  </a:lnTo>
                  <a:lnTo>
                    <a:pt x="126918" y="95368"/>
                  </a:lnTo>
                  <a:lnTo>
                    <a:pt x="95368" y="126918"/>
                  </a:lnTo>
                  <a:lnTo>
                    <a:pt x="67702" y="161997"/>
                  </a:lnTo>
                  <a:lnTo>
                    <a:pt x="44272" y="200252"/>
                  </a:lnTo>
                  <a:lnTo>
                    <a:pt x="25434" y="241328"/>
                  </a:lnTo>
                  <a:lnTo>
                    <a:pt x="11539" y="284873"/>
                  </a:lnTo>
                  <a:lnTo>
                    <a:pt x="2943" y="330532"/>
                  </a:lnTo>
                  <a:lnTo>
                    <a:pt x="0" y="377951"/>
                  </a:lnTo>
                  <a:lnTo>
                    <a:pt x="2943" y="425371"/>
                  </a:lnTo>
                  <a:lnTo>
                    <a:pt x="11539" y="471030"/>
                  </a:lnTo>
                  <a:lnTo>
                    <a:pt x="25434" y="514575"/>
                  </a:lnTo>
                  <a:lnTo>
                    <a:pt x="44272" y="555651"/>
                  </a:lnTo>
                  <a:lnTo>
                    <a:pt x="67702" y="593906"/>
                  </a:lnTo>
                  <a:lnTo>
                    <a:pt x="95368" y="628985"/>
                  </a:lnTo>
                  <a:lnTo>
                    <a:pt x="126918" y="660535"/>
                  </a:lnTo>
                  <a:lnTo>
                    <a:pt x="161997" y="688201"/>
                  </a:lnTo>
                  <a:lnTo>
                    <a:pt x="200252" y="711631"/>
                  </a:lnTo>
                  <a:lnTo>
                    <a:pt x="241328" y="730469"/>
                  </a:lnTo>
                  <a:lnTo>
                    <a:pt x="284873" y="744364"/>
                  </a:lnTo>
                  <a:lnTo>
                    <a:pt x="330532" y="752960"/>
                  </a:lnTo>
                  <a:lnTo>
                    <a:pt x="377951" y="755903"/>
                  </a:lnTo>
                  <a:lnTo>
                    <a:pt x="425371" y="752960"/>
                  </a:lnTo>
                  <a:lnTo>
                    <a:pt x="471030" y="744364"/>
                  </a:lnTo>
                  <a:lnTo>
                    <a:pt x="514575" y="730469"/>
                  </a:lnTo>
                  <a:lnTo>
                    <a:pt x="555651" y="711631"/>
                  </a:lnTo>
                  <a:lnTo>
                    <a:pt x="593906" y="688201"/>
                  </a:lnTo>
                  <a:lnTo>
                    <a:pt x="628985" y="660535"/>
                  </a:lnTo>
                  <a:lnTo>
                    <a:pt x="660535" y="628985"/>
                  </a:lnTo>
                  <a:lnTo>
                    <a:pt x="688201" y="593906"/>
                  </a:lnTo>
                  <a:lnTo>
                    <a:pt x="711631" y="555651"/>
                  </a:lnTo>
                  <a:lnTo>
                    <a:pt x="730469" y="514575"/>
                  </a:lnTo>
                  <a:lnTo>
                    <a:pt x="744364" y="471030"/>
                  </a:lnTo>
                  <a:lnTo>
                    <a:pt x="752960" y="425371"/>
                  </a:lnTo>
                  <a:lnTo>
                    <a:pt x="755903" y="377951"/>
                  </a:lnTo>
                  <a:lnTo>
                    <a:pt x="752960" y="330532"/>
                  </a:lnTo>
                  <a:lnTo>
                    <a:pt x="744364" y="284873"/>
                  </a:lnTo>
                  <a:lnTo>
                    <a:pt x="730469" y="241328"/>
                  </a:lnTo>
                  <a:lnTo>
                    <a:pt x="711631" y="200252"/>
                  </a:lnTo>
                  <a:lnTo>
                    <a:pt x="688201" y="161997"/>
                  </a:lnTo>
                  <a:lnTo>
                    <a:pt x="660535" y="126918"/>
                  </a:lnTo>
                  <a:lnTo>
                    <a:pt x="628985" y="95368"/>
                  </a:lnTo>
                  <a:lnTo>
                    <a:pt x="593906" y="67702"/>
                  </a:lnTo>
                  <a:lnTo>
                    <a:pt x="555651" y="44272"/>
                  </a:lnTo>
                  <a:lnTo>
                    <a:pt x="514575" y="25434"/>
                  </a:lnTo>
                  <a:lnTo>
                    <a:pt x="471030" y="11539"/>
                  </a:lnTo>
                  <a:lnTo>
                    <a:pt x="425371" y="2943"/>
                  </a:lnTo>
                  <a:lnTo>
                    <a:pt x="377951" y="0"/>
                  </a:lnTo>
                  <a:close/>
                </a:path>
              </a:pathLst>
            </a:custGeom>
            <a:solidFill>
              <a:srgbClr val="152B77"/>
            </a:solidFill>
          </p:spPr>
          <p:txBody>
            <a:bodyPr wrap="square" lIns="0" tIns="0" rIns="0" bIns="0" rtlCol="0"/>
            <a:lstStyle/>
            <a:p>
              <a:endParaRPr/>
            </a:p>
          </p:txBody>
        </p:sp>
        <p:sp>
          <p:nvSpPr>
            <p:cNvPr id="39" name="object 39"/>
            <p:cNvSpPr/>
            <p:nvPr/>
          </p:nvSpPr>
          <p:spPr>
            <a:xfrm>
              <a:off x="10565892" y="2862072"/>
              <a:ext cx="756285" cy="756285"/>
            </a:xfrm>
            <a:custGeom>
              <a:avLst/>
              <a:gdLst/>
              <a:ahLst/>
              <a:cxnLst/>
              <a:rect l="l" t="t" r="r" b="b"/>
              <a:pathLst>
                <a:path w="756284" h="756285">
                  <a:moveTo>
                    <a:pt x="0" y="377951"/>
                  </a:moveTo>
                  <a:lnTo>
                    <a:pt x="2943" y="330532"/>
                  </a:lnTo>
                  <a:lnTo>
                    <a:pt x="11539" y="284873"/>
                  </a:lnTo>
                  <a:lnTo>
                    <a:pt x="25434" y="241328"/>
                  </a:lnTo>
                  <a:lnTo>
                    <a:pt x="44272" y="200252"/>
                  </a:lnTo>
                  <a:lnTo>
                    <a:pt x="67702" y="161997"/>
                  </a:lnTo>
                  <a:lnTo>
                    <a:pt x="95368" y="126918"/>
                  </a:lnTo>
                  <a:lnTo>
                    <a:pt x="126918" y="95368"/>
                  </a:lnTo>
                  <a:lnTo>
                    <a:pt x="161997" y="67702"/>
                  </a:lnTo>
                  <a:lnTo>
                    <a:pt x="200252" y="44272"/>
                  </a:lnTo>
                  <a:lnTo>
                    <a:pt x="241328" y="25434"/>
                  </a:lnTo>
                  <a:lnTo>
                    <a:pt x="284873" y="11539"/>
                  </a:lnTo>
                  <a:lnTo>
                    <a:pt x="330532" y="2943"/>
                  </a:lnTo>
                  <a:lnTo>
                    <a:pt x="377951" y="0"/>
                  </a:lnTo>
                  <a:lnTo>
                    <a:pt x="425371" y="2943"/>
                  </a:lnTo>
                  <a:lnTo>
                    <a:pt x="471030" y="11539"/>
                  </a:lnTo>
                  <a:lnTo>
                    <a:pt x="514575" y="25434"/>
                  </a:lnTo>
                  <a:lnTo>
                    <a:pt x="555651" y="44272"/>
                  </a:lnTo>
                  <a:lnTo>
                    <a:pt x="593906" y="67702"/>
                  </a:lnTo>
                  <a:lnTo>
                    <a:pt x="628985" y="95368"/>
                  </a:lnTo>
                  <a:lnTo>
                    <a:pt x="660535" y="126918"/>
                  </a:lnTo>
                  <a:lnTo>
                    <a:pt x="688201" y="161997"/>
                  </a:lnTo>
                  <a:lnTo>
                    <a:pt x="711631" y="200252"/>
                  </a:lnTo>
                  <a:lnTo>
                    <a:pt x="730469" y="241328"/>
                  </a:lnTo>
                  <a:lnTo>
                    <a:pt x="744364" y="284873"/>
                  </a:lnTo>
                  <a:lnTo>
                    <a:pt x="752960" y="330532"/>
                  </a:lnTo>
                  <a:lnTo>
                    <a:pt x="755903" y="377951"/>
                  </a:lnTo>
                  <a:lnTo>
                    <a:pt x="752960" y="425371"/>
                  </a:lnTo>
                  <a:lnTo>
                    <a:pt x="744364" y="471030"/>
                  </a:lnTo>
                  <a:lnTo>
                    <a:pt x="730469" y="514575"/>
                  </a:lnTo>
                  <a:lnTo>
                    <a:pt x="711631" y="555651"/>
                  </a:lnTo>
                  <a:lnTo>
                    <a:pt x="688201" y="593906"/>
                  </a:lnTo>
                  <a:lnTo>
                    <a:pt x="660535" y="628985"/>
                  </a:lnTo>
                  <a:lnTo>
                    <a:pt x="628985" y="660535"/>
                  </a:lnTo>
                  <a:lnTo>
                    <a:pt x="593906" y="688201"/>
                  </a:lnTo>
                  <a:lnTo>
                    <a:pt x="555651" y="711631"/>
                  </a:lnTo>
                  <a:lnTo>
                    <a:pt x="514575" y="730469"/>
                  </a:lnTo>
                  <a:lnTo>
                    <a:pt x="471030" y="744364"/>
                  </a:lnTo>
                  <a:lnTo>
                    <a:pt x="425371" y="752960"/>
                  </a:lnTo>
                  <a:lnTo>
                    <a:pt x="377951" y="755903"/>
                  </a:lnTo>
                  <a:lnTo>
                    <a:pt x="330532" y="752960"/>
                  </a:lnTo>
                  <a:lnTo>
                    <a:pt x="284873" y="744364"/>
                  </a:lnTo>
                  <a:lnTo>
                    <a:pt x="241328" y="730469"/>
                  </a:lnTo>
                  <a:lnTo>
                    <a:pt x="200252" y="711631"/>
                  </a:lnTo>
                  <a:lnTo>
                    <a:pt x="161997" y="688201"/>
                  </a:lnTo>
                  <a:lnTo>
                    <a:pt x="126918" y="660535"/>
                  </a:lnTo>
                  <a:lnTo>
                    <a:pt x="95368" y="628985"/>
                  </a:lnTo>
                  <a:lnTo>
                    <a:pt x="67702" y="593906"/>
                  </a:lnTo>
                  <a:lnTo>
                    <a:pt x="44272" y="555651"/>
                  </a:lnTo>
                  <a:lnTo>
                    <a:pt x="25434" y="514575"/>
                  </a:lnTo>
                  <a:lnTo>
                    <a:pt x="11539" y="471030"/>
                  </a:lnTo>
                  <a:lnTo>
                    <a:pt x="2943" y="425371"/>
                  </a:lnTo>
                  <a:lnTo>
                    <a:pt x="0" y="377951"/>
                  </a:lnTo>
                  <a:close/>
                </a:path>
              </a:pathLst>
            </a:custGeom>
            <a:ln w="12700">
              <a:solidFill>
                <a:srgbClr val="00D9CE"/>
              </a:solidFill>
            </a:ln>
          </p:spPr>
          <p:txBody>
            <a:bodyPr wrap="square" lIns="0" tIns="0" rIns="0" bIns="0" rtlCol="0"/>
            <a:lstStyle/>
            <a:p>
              <a:endParaRPr/>
            </a:p>
          </p:txBody>
        </p:sp>
        <p:sp>
          <p:nvSpPr>
            <p:cNvPr id="40" name="object 40"/>
            <p:cNvSpPr/>
            <p:nvPr/>
          </p:nvSpPr>
          <p:spPr>
            <a:xfrm>
              <a:off x="10671048" y="3009899"/>
              <a:ext cx="544195" cy="460375"/>
            </a:xfrm>
            <a:custGeom>
              <a:avLst/>
              <a:gdLst/>
              <a:ahLst/>
              <a:cxnLst/>
              <a:rect l="l" t="t" r="r" b="b"/>
              <a:pathLst>
                <a:path w="544195" h="460375">
                  <a:moveTo>
                    <a:pt x="435864" y="460248"/>
                  </a:moveTo>
                  <a:lnTo>
                    <a:pt x="381000" y="350520"/>
                  </a:lnTo>
                  <a:lnTo>
                    <a:pt x="326898" y="458724"/>
                  </a:lnTo>
                  <a:lnTo>
                    <a:pt x="272796" y="350520"/>
                  </a:lnTo>
                  <a:lnTo>
                    <a:pt x="218694" y="458724"/>
                  </a:lnTo>
                  <a:lnTo>
                    <a:pt x="164592" y="350520"/>
                  </a:lnTo>
                  <a:lnTo>
                    <a:pt x="109728" y="460248"/>
                  </a:lnTo>
                  <a:lnTo>
                    <a:pt x="217932" y="460248"/>
                  </a:lnTo>
                  <a:lnTo>
                    <a:pt x="219456" y="460248"/>
                  </a:lnTo>
                  <a:lnTo>
                    <a:pt x="326136" y="460248"/>
                  </a:lnTo>
                  <a:lnTo>
                    <a:pt x="327660" y="460248"/>
                  </a:lnTo>
                  <a:lnTo>
                    <a:pt x="435864" y="460248"/>
                  </a:lnTo>
                  <a:close/>
                </a:path>
                <a:path w="544195" h="460375">
                  <a:moveTo>
                    <a:pt x="544068" y="342900"/>
                  </a:moveTo>
                  <a:lnTo>
                    <a:pt x="489204" y="233172"/>
                  </a:lnTo>
                  <a:lnTo>
                    <a:pt x="435102" y="341376"/>
                  </a:lnTo>
                  <a:lnTo>
                    <a:pt x="381000" y="233172"/>
                  </a:lnTo>
                  <a:lnTo>
                    <a:pt x="326898" y="341376"/>
                  </a:lnTo>
                  <a:lnTo>
                    <a:pt x="272796" y="233172"/>
                  </a:lnTo>
                  <a:lnTo>
                    <a:pt x="218694" y="341376"/>
                  </a:lnTo>
                  <a:lnTo>
                    <a:pt x="164592" y="233172"/>
                  </a:lnTo>
                  <a:lnTo>
                    <a:pt x="110477" y="341388"/>
                  </a:lnTo>
                  <a:lnTo>
                    <a:pt x="55626" y="233172"/>
                  </a:lnTo>
                  <a:lnTo>
                    <a:pt x="0" y="342900"/>
                  </a:lnTo>
                  <a:lnTo>
                    <a:pt x="109728" y="342900"/>
                  </a:lnTo>
                  <a:lnTo>
                    <a:pt x="111252" y="342900"/>
                  </a:lnTo>
                  <a:lnTo>
                    <a:pt x="435864" y="342900"/>
                  </a:lnTo>
                  <a:lnTo>
                    <a:pt x="544068" y="342900"/>
                  </a:lnTo>
                  <a:close/>
                </a:path>
                <a:path w="544195" h="460375">
                  <a:moveTo>
                    <a:pt x="544068" y="219456"/>
                  </a:moveTo>
                  <a:lnTo>
                    <a:pt x="489204" y="108204"/>
                  </a:lnTo>
                  <a:lnTo>
                    <a:pt x="435089" y="217919"/>
                  </a:lnTo>
                  <a:lnTo>
                    <a:pt x="381749" y="109728"/>
                  </a:lnTo>
                  <a:lnTo>
                    <a:pt x="435864" y="109728"/>
                  </a:lnTo>
                  <a:lnTo>
                    <a:pt x="381000" y="0"/>
                  </a:lnTo>
                  <a:lnTo>
                    <a:pt x="380238" y="1524"/>
                  </a:lnTo>
                  <a:lnTo>
                    <a:pt x="380238" y="109728"/>
                  </a:lnTo>
                  <a:lnTo>
                    <a:pt x="326885" y="217919"/>
                  </a:lnTo>
                  <a:lnTo>
                    <a:pt x="273545" y="109728"/>
                  </a:lnTo>
                  <a:lnTo>
                    <a:pt x="326136" y="109728"/>
                  </a:lnTo>
                  <a:lnTo>
                    <a:pt x="327660" y="109728"/>
                  </a:lnTo>
                  <a:lnTo>
                    <a:pt x="380238" y="109728"/>
                  </a:lnTo>
                  <a:lnTo>
                    <a:pt x="380238" y="1524"/>
                  </a:lnTo>
                  <a:lnTo>
                    <a:pt x="326898" y="108204"/>
                  </a:lnTo>
                  <a:lnTo>
                    <a:pt x="272796" y="0"/>
                  </a:lnTo>
                  <a:lnTo>
                    <a:pt x="272034" y="1524"/>
                  </a:lnTo>
                  <a:lnTo>
                    <a:pt x="272034" y="109728"/>
                  </a:lnTo>
                  <a:lnTo>
                    <a:pt x="218681" y="217919"/>
                  </a:lnTo>
                  <a:lnTo>
                    <a:pt x="165341" y="109728"/>
                  </a:lnTo>
                  <a:lnTo>
                    <a:pt x="217932" y="109728"/>
                  </a:lnTo>
                  <a:lnTo>
                    <a:pt x="219456" y="109728"/>
                  </a:lnTo>
                  <a:lnTo>
                    <a:pt x="272034" y="109728"/>
                  </a:lnTo>
                  <a:lnTo>
                    <a:pt x="272034" y="1524"/>
                  </a:lnTo>
                  <a:lnTo>
                    <a:pt x="218694" y="108204"/>
                  </a:lnTo>
                  <a:lnTo>
                    <a:pt x="164592" y="0"/>
                  </a:lnTo>
                  <a:lnTo>
                    <a:pt x="109728" y="109728"/>
                  </a:lnTo>
                  <a:lnTo>
                    <a:pt x="163830" y="109728"/>
                  </a:lnTo>
                  <a:lnTo>
                    <a:pt x="110477" y="217932"/>
                  </a:lnTo>
                  <a:lnTo>
                    <a:pt x="55626" y="108204"/>
                  </a:lnTo>
                  <a:lnTo>
                    <a:pt x="0" y="219456"/>
                  </a:lnTo>
                  <a:lnTo>
                    <a:pt x="109728" y="219456"/>
                  </a:lnTo>
                  <a:lnTo>
                    <a:pt x="111252" y="219456"/>
                  </a:lnTo>
                  <a:lnTo>
                    <a:pt x="435864" y="219456"/>
                  </a:lnTo>
                  <a:lnTo>
                    <a:pt x="544068" y="219456"/>
                  </a:lnTo>
                  <a:close/>
                </a:path>
              </a:pathLst>
            </a:custGeom>
            <a:solidFill>
              <a:srgbClr val="00D9CE"/>
            </a:solidFill>
          </p:spPr>
          <p:txBody>
            <a:bodyPr wrap="square" lIns="0" tIns="0" rIns="0" bIns="0" rtlCol="0"/>
            <a:lstStyle/>
            <a:p>
              <a:endParaRPr/>
            </a:p>
          </p:txBody>
        </p:sp>
      </p:grpSp>
      <p:grpSp>
        <p:nvGrpSpPr>
          <p:cNvPr id="41" name="object 41"/>
          <p:cNvGrpSpPr/>
          <p:nvPr/>
        </p:nvGrpSpPr>
        <p:grpSpPr>
          <a:xfrm>
            <a:off x="10559542" y="4029202"/>
            <a:ext cx="768985" cy="768985"/>
            <a:chOff x="10559542" y="4029202"/>
            <a:chExt cx="768985" cy="768985"/>
          </a:xfrm>
        </p:grpSpPr>
        <p:sp>
          <p:nvSpPr>
            <p:cNvPr id="42" name="object 42"/>
            <p:cNvSpPr/>
            <p:nvPr/>
          </p:nvSpPr>
          <p:spPr>
            <a:xfrm>
              <a:off x="10565892" y="4035552"/>
              <a:ext cx="756285" cy="756285"/>
            </a:xfrm>
            <a:custGeom>
              <a:avLst/>
              <a:gdLst/>
              <a:ahLst/>
              <a:cxnLst/>
              <a:rect l="l" t="t" r="r" b="b"/>
              <a:pathLst>
                <a:path w="756284" h="756285">
                  <a:moveTo>
                    <a:pt x="377951" y="0"/>
                  </a:moveTo>
                  <a:lnTo>
                    <a:pt x="330532" y="2943"/>
                  </a:lnTo>
                  <a:lnTo>
                    <a:pt x="284873" y="11539"/>
                  </a:lnTo>
                  <a:lnTo>
                    <a:pt x="241328" y="25434"/>
                  </a:lnTo>
                  <a:lnTo>
                    <a:pt x="200252" y="44272"/>
                  </a:lnTo>
                  <a:lnTo>
                    <a:pt x="161997" y="67702"/>
                  </a:lnTo>
                  <a:lnTo>
                    <a:pt x="126918" y="95368"/>
                  </a:lnTo>
                  <a:lnTo>
                    <a:pt x="95368" y="126918"/>
                  </a:lnTo>
                  <a:lnTo>
                    <a:pt x="67702" y="161997"/>
                  </a:lnTo>
                  <a:lnTo>
                    <a:pt x="44272" y="200252"/>
                  </a:lnTo>
                  <a:lnTo>
                    <a:pt x="25434" y="241328"/>
                  </a:lnTo>
                  <a:lnTo>
                    <a:pt x="11539" y="284873"/>
                  </a:lnTo>
                  <a:lnTo>
                    <a:pt x="2943" y="330532"/>
                  </a:lnTo>
                  <a:lnTo>
                    <a:pt x="0" y="377952"/>
                  </a:lnTo>
                  <a:lnTo>
                    <a:pt x="2943" y="425371"/>
                  </a:lnTo>
                  <a:lnTo>
                    <a:pt x="11539" y="471030"/>
                  </a:lnTo>
                  <a:lnTo>
                    <a:pt x="25434" y="514575"/>
                  </a:lnTo>
                  <a:lnTo>
                    <a:pt x="44272" y="555651"/>
                  </a:lnTo>
                  <a:lnTo>
                    <a:pt x="67702" y="593906"/>
                  </a:lnTo>
                  <a:lnTo>
                    <a:pt x="95368" y="628985"/>
                  </a:lnTo>
                  <a:lnTo>
                    <a:pt x="126918" y="660535"/>
                  </a:lnTo>
                  <a:lnTo>
                    <a:pt x="161997" y="688201"/>
                  </a:lnTo>
                  <a:lnTo>
                    <a:pt x="200252" y="711631"/>
                  </a:lnTo>
                  <a:lnTo>
                    <a:pt x="241328" y="730469"/>
                  </a:lnTo>
                  <a:lnTo>
                    <a:pt x="284873" y="744364"/>
                  </a:lnTo>
                  <a:lnTo>
                    <a:pt x="330532" y="752960"/>
                  </a:lnTo>
                  <a:lnTo>
                    <a:pt x="377951" y="755904"/>
                  </a:lnTo>
                  <a:lnTo>
                    <a:pt x="425371" y="752960"/>
                  </a:lnTo>
                  <a:lnTo>
                    <a:pt x="471030" y="744364"/>
                  </a:lnTo>
                  <a:lnTo>
                    <a:pt x="514575" y="730469"/>
                  </a:lnTo>
                  <a:lnTo>
                    <a:pt x="555651" y="711631"/>
                  </a:lnTo>
                  <a:lnTo>
                    <a:pt x="593906" y="688201"/>
                  </a:lnTo>
                  <a:lnTo>
                    <a:pt x="628985" y="660535"/>
                  </a:lnTo>
                  <a:lnTo>
                    <a:pt x="660535" y="628985"/>
                  </a:lnTo>
                  <a:lnTo>
                    <a:pt x="688201" y="593906"/>
                  </a:lnTo>
                  <a:lnTo>
                    <a:pt x="711631" y="555651"/>
                  </a:lnTo>
                  <a:lnTo>
                    <a:pt x="730469" y="514575"/>
                  </a:lnTo>
                  <a:lnTo>
                    <a:pt x="744364" y="471030"/>
                  </a:lnTo>
                  <a:lnTo>
                    <a:pt x="752960" y="425371"/>
                  </a:lnTo>
                  <a:lnTo>
                    <a:pt x="755903" y="377952"/>
                  </a:lnTo>
                  <a:lnTo>
                    <a:pt x="752960" y="330532"/>
                  </a:lnTo>
                  <a:lnTo>
                    <a:pt x="744364" y="284873"/>
                  </a:lnTo>
                  <a:lnTo>
                    <a:pt x="730469" y="241328"/>
                  </a:lnTo>
                  <a:lnTo>
                    <a:pt x="711631" y="200252"/>
                  </a:lnTo>
                  <a:lnTo>
                    <a:pt x="688201" y="161997"/>
                  </a:lnTo>
                  <a:lnTo>
                    <a:pt x="660535" y="126918"/>
                  </a:lnTo>
                  <a:lnTo>
                    <a:pt x="628985" y="95368"/>
                  </a:lnTo>
                  <a:lnTo>
                    <a:pt x="593906" y="67702"/>
                  </a:lnTo>
                  <a:lnTo>
                    <a:pt x="555651" y="44272"/>
                  </a:lnTo>
                  <a:lnTo>
                    <a:pt x="514575" y="25434"/>
                  </a:lnTo>
                  <a:lnTo>
                    <a:pt x="471030" y="11539"/>
                  </a:lnTo>
                  <a:lnTo>
                    <a:pt x="425371" y="2943"/>
                  </a:lnTo>
                  <a:lnTo>
                    <a:pt x="377951" y="0"/>
                  </a:lnTo>
                  <a:close/>
                </a:path>
              </a:pathLst>
            </a:custGeom>
            <a:solidFill>
              <a:srgbClr val="152B77"/>
            </a:solidFill>
          </p:spPr>
          <p:txBody>
            <a:bodyPr wrap="square" lIns="0" tIns="0" rIns="0" bIns="0" rtlCol="0"/>
            <a:lstStyle/>
            <a:p>
              <a:endParaRPr/>
            </a:p>
          </p:txBody>
        </p:sp>
        <p:sp>
          <p:nvSpPr>
            <p:cNvPr id="43" name="object 43"/>
            <p:cNvSpPr/>
            <p:nvPr/>
          </p:nvSpPr>
          <p:spPr>
            <a:xfrm>
              <a:off x="10565892" y="4035552"/>
              <a:ext cx="756285" cy="756285"/>
            </a:xfrm>
            <a:custGeom>
              <a:avLst/>
              <a:gdLst/>
              <a:ahLst/>
              <a:cxnLst/>
              <a:rect l="l" t="t" r="r" b="b"/>
              <a:pathLst>
                <a:path w="756284" h="756285">
                  <a:moveTo>
                    <a:pt x="0" y="377952"/>
                  </a:moveTo>
                  <a:lnTo>
                    <a:pt x="2943" y="330532"/>
                  </a:lnTo>
                  <a:lnTo>
                    <a:pt x="11539" y="284873"/>
                  </a:lnTo>
                  <a:lnTo>
                    <a:pt x="25434" y="241328"/>
                  </a:lnTo>
                  <a:lnTo>
                    <a:pt x="44272" y="200252"/>
                  </a:lnTo>
                  <a:lnTo>
                    <a:pt x="67702" y="161997"/>
                  </a:lnTo>
                  <a:lnTo>
                    <a:pt x="95368" y="126918"/>
                  </a:lnTo>
                  <a:lnTo>
                    <a:pt x="126918" y="95368"/>
                  </a:lnTo>
                  <a:lnTo>
                    <a:pt x="161997" y="67702"/>
                  </a:lnTo>
                  <a:lnTo>
                    <a:pt x="200252" y="44272"/>
                  </a:lnTo>
                  <a:lnTo>
                    <a:pt x="241328" y="25434"/>
                  </a:lnTo>
                  <a:lnTo>
                    <a:pt x="284873" y="11539"/>
                  </a:lnTo>
                  <a:lnTo>
                    <a:pt x="330532" y="2943"/>
                  </a:lnTo>
                  <a:lnTo>
                    <a:pt x="377951" y="0"/>
                  </a:lnTo>
                  <a:lnTo>
                    <a:pt x="425371" y="2943"/>
                  </a:lnTo>
                  <a:lnTo>
                    <a:pt x="471030" y="11539"/>
                  </a:lnTo>
                  <a:lnTo>
                    <a:pt x="514575" y="25434"/>
                  </a:lnTo>
                  <a:lnTo>
                    <a:pt x="555651" y="44272"/>
                  </a:lnTo>
                  <a:lnTo>
                    <a:pt x="593906" y="67702"/>
                  </a:lnTo>
                  <a:lnTo>
                    <a:pt x="628985" y="95368"/>
                  </a:lnTo>
                  <a:lnTo>
                    <a:pt x="660535" y="126918"/>
                  </a:lnTo>
                  <a:lnTo>
                    <a:pt x="688201" y="161997"/>
                  </a:lnTo>
                  <a:lnTo>
                    <a:pt x="711631" y="200252"/>
                  </a:lnTo>
                  <a:lnTo>
                    <a:pt x="730469" y="241328"/>
                  </a:lnTo>
                  <a:lnTo>
                    <a:pt x="744364" y="284873"/>
                  </a:lnTo>
                  <a:lnTo>
                    <a:pt x="752960" y="330532"/>
                  </a:lnTo>
                  <a:lnTo>
                    <a:pt x="755903" y="377952"/>
                  </a:lnTo>
                  <a:lnTo>
                    <a:pt x="752960" y="425371"/>
                  </a:lnTo>
                  <a:lnTo>
                    <a:pt x="744364" y="471030"/>
                  </a:lnTo>
                  <a:lnTo>
                    <a:pt x="730469" y="514575"/>
                  </a:lnTo>
                  <a:lnTo>
                    <a:pt x="711631" y="555651"/>
                  </a:lnTo>
                  <a:lnTo>
                    <a:pt x="688201" y="593906"/>
                  </a:lnTo>
                  <a:lnTo>
                    <a:pt x="660535" y="628985"/>
                  </a:lnTo>
                  <a:lnTo>
                    <a:pt x="628985" y="660535"/>
                  </a:lnTo>
                  <a:lnTo>
                    <a:pt x="593906" y="688201"/>
                  </a:lnTo>
                  <a:lnTo>
                    <a:pt x="555651" y="711631"/>
                  </a:lnTo>
                  <a:lnTo>
                    <a:pt x="514575" y="730469"/>
                  </a:lnTo>
                  <a:lnTo>
                    <a:pt x="471030" y="744364"/>
                  </a:lnTo>
                  <a:lnTo>
                    <a:pt x="425371" y="752960"/>
                  </a:lnTo>
                  <a:lnTo>
                    <a:pt x="377951" y="755904"/>
                  </a:lnTo>
                  <a:lnTo>
                    <a:pt x="330532" y="752960"/>
                  </a:lnTo>
                  <a:lnTo>
                    <a:pt x="284873" y="744364"/>
                  </a:lnTo>
                  <a:lnTo>
                    <a:pt x="241328" y="730469"/>
                  </a:lnTo>
                  <a:lnTo>
                    <a:pt x="200252" y="711631"/>
                  </a:lnTo>
                  <a:lnTo>
                    <a:pt x="161997" y="688201"/>
                  </a:lnTo>
                  <a:lnTo>
                    <a:pt x="126918" y="660535"/>
                  </a:lnTo>
                  <a:lnTo>
                    <a:pt x="95368" y="628985"/>
                  </a:lnTo>
                  <a:lnTo>
                    <a:pt x="67702" y="593906"/>
                  </a:lnTo>
                  <a:lnTo>
                    <a:pt x="44272" y="555651"/>
                  </a:lnTo>
                  <a:lnTo>
                    <a:pt x="25434" y="514575"/>
                  </a:lnTo>
                  <a:lnTo>
                    <a:pt x="11539" y="471030"/>
                  </a:lnTo>
                  <a:lnTo>
                    <a:pt x="2943" y="425371"/>
                  </a:lnTo>
                  <a:lnTo>
                    <a:pt x="0" y="377952"/>
                  </a:lnTo>
                  <a:close/>
                </a:path>
              </a:pathLst>
            </a:custGeom>
            <a:ln w="12700">
              <a:solidFill>
                <a:srgbClr val="FF8E01"/>
              </a:solidFill>
            </a:ln>
          </p:spPr>
          <p:txBody>
            <a:bodyPr wrap="square" lIns="0" tIns="0" rIns="0" bIns="0" rtlCol="0"/>
            <a:lstStyle/>
            <a:p>
              <a:endParaRPr/>
            </a:p>
          </p:txBody>
        </p:sp>
        <p:sp>
          <p:nvSpPr>
            <p:cNvPr id="44" name="object 44"/>
            <p:cNvSpPr/>
            <p:nvPr/>
          </p:nvSpPr>
          <p:spPr>
            <a:xfrm>
              <a:off x="10671048" y="4075175"/>
              <a:ext cx="544195" cy="676910"/>
            </a:xfrm>
            <a:custGeom>
              <a:avLst/>
              <a:gdLst/>
              <a:ahLst/>
              <a:cxnLst/>
              <a:rect l="l" t="t" r="r" b="b"/>
              <a:pathLst>
                <a:path w="544195" h="676910">
                  <a:moveTo>
                    <a:pt x="382524" y="621792"/>
                  </a:moveTo>
                  <a:lnTo>
                    <a:pt x="378142" y="600417"/>
                  </a:lnTo>
                  <a:lnTo>
                    <a:pt x="366229" y="582980"/>
                  </a:lnTo>
                  <a:lnTo>
                    <a:pt x="348551" y="571233"/>
                  </a:lnTo>
                  <a:lnTo>
                    <a:pt x="326898" y="566928"/>
                  </a:lnTo>
                  <a:lnTo>
                    <a:pt x="305231" y="571233"/>
                  </a:lnTo>
                  <a:lnTo>
                    <a:pt x="287553" y="582980"/>
                  </a:lnTo>
                  <a:lnTo>
                    <a:pt x="275640" y="600417"/>
                  </a:lnTo>
                  <a:lnTo>
                    <a:pt x="272034" y="618045"/>
                  </a:lnTo>
                  <a:lnTo>
                    <a:pt x="268490" y="600417"/>
                  </a:lnTo>
                  <a:lnTo>
                    <a:pt x="256743" y="582980"/>
                  </a:lnTo>
                  <a:lnTo>
                    <a:pt x="239306" y="571233"/>
                  </a:lnTo>
                  <a:lnTo>
                    <a:pt x="217932" y="566928"/>
                  </a:lnTo>
                  <a:lnTo>
                    <a:pt x="196545" y="571233"/>
                  </a:lnTo>
                  <a:lnTo>
                    <a:pt x="179108" y="582980"/>
                  </a:lnTo>
                  <a:lnTo>
                    <a:pt x="167360" y="600417"/>
                  </a:lnTo>
                  <a:lnTo>
                    <a:pt x="163068" y="621792"/>
                  </a:lnTo>
                  <a:lnTo>
                    <a:pt x="167360" y="643178"/>
                  </a:lnTo>
                  <a:lnTo>
                    <a:pt x="179108" y="660615"/>
                  </a:lnTo>
                  <a:lnTo>
                    <a:pt x="196545" y="672363"/>
                  </a:lnTo>
                  <a:lnTo>
                    <a:pt x="217932" y="676656"/>
                  </a:lnTo>
                  <a:lnTo>
                    <a:pt x="239306" y="672363"/>
                  </a:lnTo>
                  <a:lnTo>
                    <a:pt x="256743" y="660615"/>
                  </a:lnTo>
                  <a:lnTo>
                    <a:pt x="268490" y="643178"/>
                  </a:lnTo>
                  <a:lnTo>
                    <a:pt x="272034" y="625551"/>
                  </a:lnTo>
                  <a:lnTo>
                    <a:pt x="275640" y="643178"/>
                  </a:lnTo>
                  <a:lnTo>
                    <a:pt x="287553" y="660615"/>
                  </a:lnTo>
                  <a:lnTo>
                    <a:pt x="305231" y="672363"/>
                  </a:lnTo>
                  <a:lnTo>
                    <a:pt x="326898" y="676656"/>
                  </a:lnTo>
                  <a:lnTo>
                    <a:pt x="348551" y="672363"/>
                  </a:lnTo>
                  <a:lnTo>
                    <a:pt x="366229" y="660615"/>
                  </a:lnTo>
                  <a:lnTo>
                    <a:pt x="378142" y="643178"/>
                  </a:lnTo>
                  <a:lnTo>
                    <a:pt x="382524" y="621792"/>
                  </a:lnTo>
                  <a:close/>
                </a:path>
                <a:path w="544195" h="676910">
                  <a:moveTo>
                    <a:pt x="382524" y="54864"/>
                  </a:moveTo>
                  <a:lnTo>
                    <a:pt x="378142" y="33489"/>
                  </a:lnTo>
                  <a:lnTo>
                    <a:pt x="366229" y="16052"/>
                  </a:lnTo>
                  <a:lnTo>
                    <a:pt x="348551" y="4305"/>
                  </a:lnTo>
                  <a:lnTo>
                    <a:pt x="326898" y="0"/>
                  </a:lnTo>
                  <a:lnTo>
                    <a:pt x="305231" y="4305"/>
                  </a:lnTo>
                  <a:lnTo>
                    <a:pt x="287553" y="16052"/>
                  </a:lnTo>
                  <a:lnTo>
                    <a:pt x="275640" y="33489"/>
                  </a:lnTo>
                  <a:lnTo>
                    <a:pt x="272034" y="51117"/>
                  </a:lnTo>
                  <a:lnTo>
                    <a:pt x="268490" y="33489"/>
                  </a:lnTo>
                  <a:lnTo>
                    <a:pt x="256743" y="16052"/>
                  </a:lnTo>
                  <a:lnTo>
                    <a:pt x="239306" y="4305"/>
                  </a:lnTo>
                  <a:lnTo>
                    <a:pt x="217932" y="0"/>
                  </a:lnTo>
                  <a:lnTo>
                    <a:pt x="196545" y="4305"/>
                  </a:lnTo>
                  <a:lnTo>
                    <a:pt x="179108" y="16052"/>
                  </a:lnTo>
                  <a:lnTo>
                    <a:pt x="167360" y="33489"/>
                  </a:lnTo>
                  <a:lnTo>
                    <a:pt x="163068" y="54864"/>
                  </a:lnTo>
                  <a:lnTo>
                    <a:pt x="167360" y="76250"/>
                  </a:lnTo>
                  <a:lnTo>
                    <a:pt x="179108" y="93687"/>
                  </a:lnTo>
                  <a:lnTo>
                    <a:pt x="196545" y="105435"/>
                  </a:lnTo>
                  <a:lnTo>
                    <a:pt x="217932" y="109728"/>
                  </a:lnTo>
                  <a:lnTo>
                    <a:pt x="239306" y="105435"/>
                  </a:lnTo>
                  <a:lnTo>
                    <a:pt x="256743" y="93687"/>
                  </a:lnTo>
                  <a:lnTo>
                    <a:pt x="268490" y="76250"/>
                  </a:lnTo>
                  <a:lnTo>
                    <a:pt x="272034" y="58623"/>
                  </a:lnTo>
                  <a:lnTo>
                    <a:pt x="275640" y="76250"/>
                  </a:lnTo>
                  <a:lnTo>
                    <a:pt x="287553" y="93687"/>
                  </a:lnTo>
                  <a:lnTo>
                    <a:pt x="305231" y="105435"/>
                  </a:lnTo>
                  <a:lnTo>
                    <a:pt x="326898" y="109728"/>
                  </a:lnTo>
                  <a:lnTo>
                    <a:pt x="348551" y="105435"/>
                  </a:lnTo>
                  <a:lnTo>
                    <a:pt x="366229" y="93687"/>
                  </a:lnTo>
                  <a:lnTo>
                    <a:pt x="378142" y="76250"/>
                  </a:lnTo>
                  <a:lnTo>
                    <a:pt x="382524" y="54864"/>
                  </a:lnTo>
                  <a:close/>
                </a:path>
                <a:path w="544195" h="676910">
                  <a:moveTo>
                    <a:pt x="435864" y="518160"/>
                  </a:moveTo>
                  <a:lnTo>
                    <a:pt x="431558" y="496785"/>
                  </a:lnTo>
                  <a:lnTo>
                    <a:pt x="419811" y="479348"/>
                  </a:lnTo>
                  <a:lnTo>
                    <a:pt x="402374" y="467601"/>
                  </a:lnTo>
                  <a:lnTo>
                    <a:pt x="381000" y="463296"/>
                  </a:lnTo>
                  <a:lnTo>
                    <a:pt x="359613" y="467601"/>
                  </a:lnTo>
                  <a:lnTo>
                    <a:pt x="342176" y="479348"/>
                  </a:lnTo>
                  <a:lnTo>
                    <a:pt x="330428" y="496785"/>
                  </a:lnTo>
                  <a:lnTo>
                    <a:pt x="326885" y="514375"/>
                  </a:lnTo>
                  <a:lnTo>
                    <a:pt x="323354" y="496785"/>
                  </a:lnTo>
                  <a:lnTo>
                    <a:pt x="311607" y="479348"/>
                  </a:lnTo>
                  <a:lnTo>
                    <a:pt x="294170" y="467601"/>
                  </a:lnTo>
                  <a:lnTo>
                    <a:pt x="272796" y="463296"/>
                  </a:lnTo>
                  <a:lnTo>
                    <a:pt x="251409" y="467601"/>
                  </a:lnTo>
                  <a:lnTo>
                    <a:pt x="233972" y="479348"/>
                  </a:lnTo>
                  <a:lnTo>
                    <a:pt x="222224" y="496785"/>
                  </a:lnTo>
                  <a:lnTo>
                    <a:pt x="218681" y="514375"/>
                  </a:lnTo>
                  <a:lnTo>
                    <a:pt x="215150" y="496785"/>
                  </a:lnTo>
                  <a:lnTo>
                    <a:pt x="203403" y="479348"/>
                  </a:lnTo>
                  <a:lnTo>
                    <a:pt x="185966" y="467601"/>
                  </a:lnTo>
                  <a:lnTo>
                    <a:pt x="164592" y="463296"/>
                  </a:lnTo>
                  <a:lnTo>
                    <a:pt x="143205" y="467601"/>
                  </a:lnTo>
                  <a:lnTo>
                    <a:pt x="125768" y="479348"/>
                  </a:lnTo>
                  <a:lnTo>
                    <a:pt x="114020" y="496785"/>
                  </a:lnTo>
                  <a:lnTo>
                    <a:pt x="109728" y="518160"/>
                  </a:lnTo>
                  <a:lnTo>
                    <a:pt x="114020" y="539546"/>
                  </a:lnTo>
                  <a:lnTo>
                    <a:pt x="125768" y="556983"/>
                  </a:lnTo>
                  <a:lnTo>
                    <a:pt x="143205" y="568731"/>
                  </a:lnTo>
                  <a:lnTo>
                    <a:pt x="164592" y="573024"/>
                  </a:lnTo>
                  <a:lnTo>
                    <a:pt x="185966" y="568731"/>
                  </a:lnTo>
                  <a:lnTo>
                    <a:pt x="203403" y="556983"/>
                  </a:lnTo>
                  <a:lnTo>
                    <a:pt x="215150" y="539546"/>
                  </a:lnTo>
                  <a:lnTo>
                    <a:pt x="218681" y="521957"/>
                  </a:lnTo>
                  <a:lnTo>
                    <a:pt x="222224" y="539546"/>
                  </a:lnTo>
                  <a:lnTo>
                    <a:pt x="233972" y="556983"/>
                  </a:lnTo>
                  <a:lnTo>
                    <a:pt x="251409" y="568731"/>
                  </a:lnTo>
                  <a:lnTo>
                    <a:pt x="272796" y="573024"/>
                  </a:lnTo>
                  <a:lnTo>
                    <a:pt x="294170" y="568731"/>
                  </a:lnTo>
                  <a:lnTo>
                    <a:pt x="311607" y="556983"/>
                  </a:lnTo>
                  <a:lnTo>
                    <a:pt x="323354" y="539546"/>
                  </a:lnTo>
                  <a:lnTo>
                    <a:pt x="326885" y="521957"/>
                  </a:lnTo>
                  <a:lnTo>
                    <a:pt x="330428" y="539546"/>
                  </a:lnTo>
                  <a:lnTo>
                    <a:pt x="342176" y="556983"/>
                  </a:lnTo>
                  <a:lnTo>
                    <a:pt x="359613" y="568731"/>
                  </a:lnTo>
                  <a:lnTo>
                    <a:pt x="381000" y="573024"/>
                  </a:lnTo>
                  <a:lnTo>
                    <a:pt x="402374" y="568731"/>
                  </a:lnTo>
                  <a:lnTo>
                    <a:pt x="419811" y="556983"/>
                  </a:lnTo>
                  <a:lnTo>
                    <a:pt x="431558" y="539546"/>
                  </a:lnTo>
                  <a:lnTo>
                    <a:pt x="435864" y="518160"/>
                  </a:lnTo>
                  <a:close/>
                </a:path>
                <a:path w="544195" h="676910">
                  <a:moveTo>
                    <a:pt x="544068" y="400812"/>
                  </a:moveTo>
                  <a:lnTo>
                    <a:pt x="539762" y="379437"/>
                  </a:lnTo>
                  <a:lnTo>
                    <a:pt x="528015" y="362000"/>
                  </a:lnTo>
                  <a:lnTo>
                    <a:pt x="510578" y="350253"/>
                  </a:lnTo>
                  <a:lnTo>
                    <a:pt x="489204" y="345948"/>
                  </a:lnTo>
                  <a:lnTo>
                    <a:pt x="467817" y="350253"/>
                  </a:lnTo>
                  <a:lnTo>
                    <a:pt x="450380" y="362000"/>
                  </a:lnTo>
                  <a:lnTo>
                    <a:pt x="438632" y="379437"/>
                  </a:lnTo>
                  <a:lnTo>
                    <a:pt x="435089" y="397027"/>
                  </a:lnTo>
                  <a:lnTo>
                    <a:pt x="431558" y="379437"/>
                  </a:lnTo>
                  <a:lnTo>
                    <a:pt x="419811" y="362000"/>
                  </a:lnTo>
                  <a:lnTo>
                    <a:pt x="402374" y="350253"/>
                  </a:lnTo>
                  <a:lnTo>
                    <a:pt x="381000" y="345948"/>
                  </a:lnTo>
                  <a:lnTo>
                    <a:pt x="359613" y="350253"/>
                  </a:lnTo>
                  <a:lnTo>
                    <a:pt x="342176" y="362000"/>
                  </a:lnTo>
                  <a:lnTo>
                    <a:pt x="330428" y="379437"/>
                  </a:lnTo>
                  <a:lnTo>
                    <a:pt x="326885" y="397027"/>
                  </a:lnTo>
                  <a:lnTo>
                    <a:pt x="323354" y="379437"/>
                  </a:lnTo>
                  <a:lnTo>
                    <a:pt x="311607" y="362000"/>
                  </a:lnTo>
                  <a:lnTo>
                    <a:pt x="294170" y="350253"/>
                  </a:lnTo>
                  <a:lnTo>
                    <a:pt x="272796" y="345948"/>
                  </a:lnTo>
                  <a:lnTo>
                    <a:pt x="251409" y="350253"/>
                  </a:lnTo>
                  <a:lnTo>
                    <a:pt x="233972" y="362000"/>
                  </a:lnTo>
                  <a:lnTo>
                    <a:pt x="222224" y="379437"/>
                  </a:lnTo>
                  <a:lnTo>
                    <a:pt x="218681" y="397027"/>
                  </a:lnTo>
                  <a:lnTo>
                    <a:pt x="215150" y="379437"/>
                  </a:lnTo>
                  <a:lnTo>
                    <a:pt x="203403" y="362000"/>
                  </a:lnTo>
                  <a:lnTo>
                    <a:pt x="185966" y="350253"/>
                  </a:lnTo>
                  <a:lnTo>
                    <a:pt x="164592" y="345948"/>
                  </a:lnTo>
                  <a:lnTo>
                    <a:pt x="143205" y="350253"/>
                  </a:lnTo>
                  <a:lnTo>
                    <a:pt x="125768" y="362000"/>
                  </a:lnTo>
                  <a:lnTo>
                    <a:pt x="114020" y="379437"/>
                  </a:lnTo>
                  <a:lnTo>
                    <a:pt x="110477" y="397065"/>
                  </a:lnTo>
                  <a:lnTo>
                    <a:pt x="106870" y="379437"/>
                  </a:lnTo>
                  <a:lnTo>
                    <a:pt x="94957" y="362000"/>
                  </a:lnTo>
                  <a:lnTo>
                    <a:pt x="77279" y="350253"/>
                  </a:lnTo>
                  <a:lnTo>
                    <a:pt x="55626" y="345948"/>
                  </a:lnTo>
                  <a:lnTo>
                    <a:pt x="33959" y="350253"/>
                  </a:lnTo>
                  <a:lnTo>
                    <a:pt x="16281" y="362000"/>
                  </a:lnTo>
                  <a:lnTo>
                    <a:pt x="4368" y="379437"/>
                  </a:lnTo>
                  <a:lnTo>
                    <a:pt x="0" y="400812"/>
                  </a:lnTo>
                  <a:lnTo>
                    <a:pt x="4368" y="422198"/>
                  </a:lnTo>
                  <a:lnTo>
                    <a:pt x="16281" y="439635"/>
                  </a:lnTo>
                  <a:lnTo>
                    <a:pt x="33959" y="451383"/>
                  </a:lnTo>
                  <a:lnTo>
                    <a:pt x="55626" y="455676"/>
                  </a:lnTo>
                  <a:lnTo>
                    <a:pt x="77279" y="451383"/>
                  </a:lnTo>
                  <a:lnTo>
                    <a:pt x="94957" y="439635"/>
                  </a:lnTo>
                  <a:lnTo>
                    <a:pt x="106870" y="422198"/>
                  </a:lnTo>
                  <a:lnTo>
                    <a:pt x="110477" y="404571"/>
                  </a:lnTo>
                  <a:lnTo>
                    <a:pt x="114020" y="422198"/>
                  </a:lnTo>
                  <a:lnTo>
                    <a:pt x="125768" y="439635"/>
                  </a:lnTo>
                  <a:lnTo>
                    <a:pt x="143205" y="451383"/>
                  </a:lnTo>
                  <a:lnTo>
                    <a:pt x="164592" y="455676"/>
                  </a:lnTo>
                  <a:lnTo>
                    <a:pt x="185966" y="451383"/>
                  </a:lnTo>
                  <a:lnTo>
                    <a:pt x="203403" y="439635"/>
                  </a:lnTo>
                  <a:lnTo>
                    <a:pt x="215150" y="422198"/>
                  </a:lnTo>
                  <a:lnTo>
                    <a:pt x="218681" y="404609"/>
                  </a:lnTo>
                  <a:lnTo>
                    <a:pt x="222224" y="422198"/>
                  </a:lnTo>
                  <a:lnTo>
                    <a:pt x="233972" y="439635"/>
                  </a:lnTo>
                  <a:lnTo>
                    <a:pt x="251409" y="451383"/>
                  </a:lnTo>
                  <a:lnTo>
                    <a:pt x="272796" y="455676"/>
                  </a:lnTo>
                  <a:lnTo>
                    <a:pt x="294170" y="451383"/>
                  </a:lnTo>
                  <a:lnTo>
                    <a:pt x="311607" y="439635"/>
                  </a:lnTo>
                  <a:lnTo>
                    <a:pt x="323354" y="422198"/>
                  </a:lnTo>
                  <a:lnTo>
                    <a:pt x="326885" y="404609"/>
                  </a:lnTo>
                  <a:lnTo>
                    <a:pt x="330428" y="422198"/>
                  </a:lnTo>
                  <a:lnTo>
                    <a:pt x="342176" y="439635"/>
                  </a:lnTo>
                  <a:lnTo>
                    <a:pt x="359613" y="451383"/>
                  </a:lnTo>
                  <a:lnTo>
                    <a:pt x="381000" y="455676"/>
                  </a:lnTo>
                  <a:lnTo>
                    <a:pt x="402374" y="451383"/>
                  </a:lnTo>
                  <a:lnTo>
                    <a:pt x="419811" y="439635"/>
                  </a:lnTo>
                  <a:lnTo>
                    <a:pt x="431558" y="422198"/>
                  </a:lnTo>
                  <a:lnTo>
                    <a:pt x="435089" y="404609"/>
                  </a:lnTo>
                  <a:lnTo>
                    <a:pt x="438632" y="422198"/>
                  </a:lnTo>
                  <a:lnTo>
                    <a:pt x="450380" y="439635"/>
                  </a:lnTo>
                  <a:lnTo>
                    <a:pt x="467817" y="451383"/>
                  </a:lnTo>
                  <a:lnTo>
                    <a:pt x="489204" y="455676"/>
                  </a:lnTo>
                  <a:lnTo>
                    <a:pt x="510578" y="451383"/>
                  </a:lnTo>
                  <a:lnTo>
                    <a:pt x="528015" y="439635"/>
                  </a:lnTo>
                  <a:lnTo>
                    <a:pt x="539762" y="422198"/>
                  </a:lnTo>
                  <a:lnTo>
                    <a:pt x="544068" y="400812"/>
                  </a:lnTo>
                  <a:close/>
                </a:path>
                <a:path w="544195" h="676910">
                  <a:moveTo>
                    <a:pt x="544068" y="276606"/>
                  </a:moveTo>
                  <a:lnTo>
                    <a:pt x="539762" y="254952"/>
                  </a:lnTo>
                  <a:lnTo>
                    <a:pt x="528015" y="237274"/>
                  </a:lnTo>
                  <a:lnTo>
                    <a:pt x="510578" y="225361"/>
                  </a:lnTo>
                  <a:lnTo>
                    <a:pt x="489204" y="220980"/>
                  </a:lnTo>
                  <a:lnTo>
                    <a:pt x="467817" y="225361"/>
                  </a:lnTo>
                  <a:lnTo>
                    <a:pt x="450380" y="237274"/>
                  </a:lnTo>
                  <a:lnTo>
                    <a:pt x="438632" y="254952"/>
                  </a:lnTo>
                  <a:lnTo>
                    <a:pt x="435089" y="272770"/>
                  </a:lnTo>
                  <a:lnTo>
                    <a:pt x="431558" y="254952"/>
                  </a:lnTo>
                  <a:lnTo>
                    <a:pt x="419811" y="237274"/>
                  </a:lnTo>
                  <a:lnTo>
                    <a:pt x="402374" y="225361"/>
                  </a:lnTo>
                  <a:lnTo>
                    <a:pt x="384746" y="221754"/>
                  </a:lnTo>
                  <a:lnTo>
                    <a:pt x="402374" y="218211"/>
                  </a:lnTo>
                  <a:lnTo>
                    <a:pt x="419811" y="206463"/>
                  </a:lnTo>
                  <a:lnTo>
                    <a:pt x="431558" y="189026"/>
                  </a:lnTo>
                  <a:lnTo>
                    <a:pt x="435864" y="167640"/>
                  </a:lnTo>
                  <a:lnTo>
                    <a:pt x="431558" y="146265"/>
                  </a:lnTo>
                  <a:lnTo>
                    <a:pt x="419811" y="128828"/>
                  </a:lnTo>
                  <a:lnTo>
                    <a:pt x="402374" y="117081"/>
                  </a:lnTo>
                  <a:lnTo>
                    <a:pt x="381000" y="112776"/>
                  </a:lnTo>
                  <a:lnTo>
                    <a:pt x="377240" y="113538"/>
                  </a:lnTo>
                  <a:lnTo>
                    <a:pt x="377240" y="221754"/>
                  </a:lnTo>
                  <a:lnTo>
                    <a:pt x="359613" y="225361"/>
                  </a:lnTo>
                  <a:lnTo>
                    <a:pt x="342176" y="237274"/>
                  </a:lnTo>
                  <a:lnTo>
                    <a:pt x="330428" y="254952"/>
                  </a:lnTo>
                  <a:lnTo>
                    <a:pt x="326885" y="272770"/>
                  </a:lnTo>
                  <a:lnTo>
                    <a:pt x="323354" y="254952"/>
                  </a:lnTo>
                  <a:lnTo>
                    <a:pt x="311607" y="237274"/>
                  </a:lnTo>
                  <a:lnTo>
                    <a:pt x="294170" y="225361"/>
                  </a:lnTo>
                  <a:lnTo>
                    <a:pt x="276542" y="221754"/>
                  </a:lnTo>
                  <a:lnTo>
                    <a:pt x="294170" y="218211"/>
                  </a:lnTo>
                  <a:lnTo>
                    <a:pt x="311607" y="206463"/>
                  </a:lnTo>
                  <a:lnTo>
                    <a:pt x="323354" y="189026"/>
                  </a:lnTo>
                  <a:lnTo>
                    <a:pt x="326885" y="171437"/>
                  </a:lnTo>
                  <a:lnTo>
                    <a:pt x="330428" y="189026"/>
                  </a:lnTo>
                  <a:lnTo>
                    <a:pt x="342176" y="206463"/>
                  </a:lnTo>
                  <a:lnTo>
                    <a:pt x="359613" y="218211"/>
                  </a:lnTo>
                  <a:lnTo>
                    <a:pt x="377240" y="221754"/>
                  </a:lnTo>
                  <a:lnTo>
                    <a:pt x="377240" y="113538"/>
                  </a:lnTo>
                  <a:lnTo>
                    <a:pt x="359613" y="117081"/>
                  </a:lnTo>
                  <a:lnTo>
                    <a:pt x="342176" y="128828"/>
                  </a:lnTo>
                  <a:lnTo>
                    <a:pt x="330428" y="146265"/>
                  </a:lnTo>
                  <a:lnTo>
                    <a:pt x="326885" y="163855"/>
                  </a:lnTo>
                  <a:lnTo>
                    <a:pt x="323354" y="146265"/>
                  </a:lnTo>
                  <a:lnTo>
                    <a:pt x="311607" y="128828"/>
                  </a:lnTo>
                  <a:lnTo>
                    <a:pt x="294170" y="117081"/>
                  </a:lnTo>
                  <a:lnTo>
                    <a:pt x="272796" y="112776"/>
                  </a:lnTo>
                  <a:lnTo>
                    <a:pt x="269036" y="113538"/>
                  </a:lnTo>
                  <a:lnTo>
                    <a:pt x="269036" y="221754"/>
                  </a:lnTo>
                  <a:lnTo>
                    <a:pt x="251409" y="225361"/>
                  </a:lnTo>
                  <a:lnTo>
                    <a:pt x="233972" y="237274"/>
                  </a:lnTo>
                  <a:lnTo>
                    <a:pt x="222224" y="254952"/>
                  </a:lnTo>
                  <a:lnTo>
                    <a:pt x="218681" y="272770"/>
                  </a:lnTo>
                  <a:lnTo>
                    <a:pt x="215150" y="254952"/>
                  </a:lnTo>
                  <a:lnTo>
                    <a:pt x="203403" y="237274"/>
                  </a:lnTo>
                  <a:lnTo>
                    <a:pt x="185966" y="225361"/>
                  </a:lnTo>
                  <a:lnTo>
                    <a:pt x="168338" y="221754"/>
                  </a:lnTo>
                  <a:lnTo>
                    <a:pt x="185966" y="218211"/>
                  </a:lnTo>
                  <a:lnTo>
                    <a:pt x="203403" y="206463"/>
                  </a:lnTo>
                  <a:lnTo>
                    <a:pt x="215150" y="189026"/>
                  </a:lnTo>
                  <a:lnTo>
                    <a:pt x="218681" y="171437"/>
                  </a:lnTo>
                  <a:lnTo>
                    <a:pt x="222224" y="189026"/>
                  </a:lnTo>
                  <a:lnTo>
                    <a:pt x="233972" y="206463"/>
                  </a:lnTo>
                  <a:lnTo>
                    <a:pt x="251409" y="218211"/>
                  </a:lnTo>
                  <a:lnTo>
                    <a:pt x="269036" y="221754"/>
                  </a:lnTo>
                  <a:lnTo>
                    <a:pt x="269036" y="113538"/>
                  </a:lnTo>
                  <a:lnTo>
                    <a:pt x="251409" y="117081"/>
                  </a:lnTo>
                  <a:lnTo>
                    <a:pt x="233972" y="128828"/>
                  </a:lnTo>
                  <a:lnTo>
                    <a:pt x="222224" y="146265"/>
                  </a:lnTo>
                  <a:lnTo>
                    <a:pt x="218681" y="163855"/>
                  </a:lnTo>
                  <a:lnTo>
                    <a:pt x="215150" y="146265"/>
                  </a:lnTo>
                  <a:lnTo>
                    <a:pt x="203403" y="128828"/>
                  </a:lnTo>
                  <a:lnTo>
                    <a:pt x="185966" y="117081"/>
                  </a:lnTo>
                  <a:lnTo>
                    <a:pt x="164592" y="112776"/>
                  </a:lnTo>
                  <a:lnTo>
                    <a:pt x="143205" y="117081"/>
                  </a:lnTo>
                  <a:lnTo>
                    <a:pt x="125768" y="128828"/>
                  </a:lnTo>
                  <a:lnTo>
                    <a:pt x="114020" y="146265"/>
                  </a:lnTo>
                  <a:lnTo>
                    <a:pt x="109728" y="167640"/>
                  </a:lnTo>
                  <a:lnTo>
                    <a:pt x="114020" y="189026"/>
                  </a:lnTo>
                  <a:lnTo>
                    <a:pt x="125768" y="206463"/>
                  </a:lnTo>
                  <a:lnTo>
                    <a:pt x="143205" y="218211"/>
                  </a:lnTo>
                  <a:lnTo>
                    <a:pt x="160832" y="221754"/>
                  </a:lnTo>
                  <a:lnTo>
                    <a:pt x="143205" y="225361"/>
                  </a:lnTo>
                  <a:lnTo>
                    <a:pt x="125768" y="237274"/>
                  </a:lnTo>
                  <a:lnTo>
                    <a:pt x="114020" y="254952"/>
                  </a:lnTo>
                  <a:lnTo>
                    <a:pt x="110477" y="272808"/>
                  </a:lnTo>
                  <a:lnTo>
                    <a:pt x="106870" y="254952"/>
                  </a:lnTo>
                  <a:lnTo>
                    <a:pt x="94957" y="237274"/>
                  </a:lnTo>
                  <a:lnTo>
                    <a:pt x="77279" y="225361"/>
                  </a:lnTo>
                  <a:lnTo>
                    <a:pt x="55626" y="220980"/>
                  </a:lnTo>
                  <a:lnTo>
                    <a:pt x="33959" y="225361"/>
                  </a:lnTo>
                  <a:lnTo>
                    <a:pt x="16281" y="237274"/>
                  </a:lnTo>
                  <a:lnTo>
                    <a:pt x="4368" y="254952"/>
                  </a:lnTo>
                  <a:lnTo>
                    <a:pt x="0" y="276606"/>
                  </a:lnTo>
                  <a:lnTo>
                    <a:pt x="4368" y="298272"/>
                  </a:lnTo>
                  <a:lnTo>
                    <a:pt x="16281" y="315950"/>
                  </a:lnTo>
                  <a:lnTo>
                    <a:pt x="33959" y="327863"/>
                  </a:lnTo>
                  <a:lnTo>
                    <a:pt x="55626" y="332232"/>
                  </a:lnTo>
                  <a:lnTo>
                    <a:pt x="77279" y="327863"/>
                  </a:lnTo>
                  <a:lnTo>
                    <a:pt x="94957" y="315950"/>
                  </a:lnTo>
                  <a:lnTo>
                    <a:pt x="106870" y="298272"/>
                  </a:lnTo>
                  <a:lnTo>
                    <a:pt x="110477" y="280416"/>
                  </a:lnTo>
                  <a:lnTo>
                    <a:pt x="114020" y="298272"/>
                  </a:lnTo>
                  <a:lnTo>
                    <a:pt x="125768" y="315950"/>
                  </a:lnTo>
                  <a:lnTo>
                    <a:pt x="143205" y="327863"/>
                  </a:lnTo>
                  <a:lnTo>
                    <a:pt x="164592" y="332232"/>
                  </a:lnTo>
                  <a:lnTo>
                    <a:pt x="185966" y="327863"/>
                  </a:lnTo>
                  <a:lnTo>
                    <a:pt x="203403" y="315950"/>
                  </a:lnTo>
                  <a:lnTo>
                    <a:pt x="215150" y="298272"/>
                  </a:lnTo>
                  <a:lnTo>
                    <a:pt x="218681" y="280454"/>
                  </a:lnTo>
                  <a:lnTo>
                    <a:pt x="222224" y="298272"/>
                  </a:lnTo>
                  <a:lnTo>
                    <a:pt x="233972" y="315950"/>
                  </a:lnTo>
                  <a:lnTo>
                    <a:pt x="251409" y="327863"/>
                  </a:lnTo>
                  <a:lnTo>
                    <a:pt x="272796" y="332232"/>
                  </a:lnTo>
                  <a:lnTo>
                    <a:pt x="294170" y="327863"/>
                  </a:lnTo>
                  <a:lnTo>
                    <a:pt x="311607" y="315950"/>
                  </a:lnTo>
                  <a:lnTo>
                    <a:pt x="323354" y="298272"/>
                  </a:lnTo>
                  <a:lnTo>
                    <a:pt x="326885" y="280454"/>
                  </a:lnTo>
                  <a:lnTo>
                    <a:pt x="330428" y="298272"/>
                  </a:lnTo>
                  <a:lnTo>
                    <a:pt x="342176" y="315950"/>
                  </a:lnTo>
                  <a:lnTo>
                    <a:pt x="359613" y="327863"/>
                  </a:lnTo>
                  <a:lnTo>
                    <a:pt x="381000" y="332232"/>
                  </a:lnTo>
                  <a:lnTo>
                    <a:pt x="402374" y="327863"/>
                  </a:lnTo>
                  <a:lnTo>
                    <a:pt x="419811" y="315950"/>
                  </a:lnTo>
                  <a:lnTo>
                    <a:pt x="431558" y="298272"/>
                  </a:lnTo>
                  <a:lnTo>
                    <a:pt x="435089" y="280454"/>
                  </a:lnTo>
                  <a:lnTo>
                    <a:pt x="438632" y="298272"/>
                  </a:lnTo>
                  <a:lnTo>
                    <a:pt x="450380" y="315950"/>
                  </a:lnTo>
                  <a:lnTo>
                    <a:pt x="467817" y="327863"/>
                  </a:lnTo>
                  <a:lnTo>
                    <a:pt x="489204" y="332232"/>
                  </a:lnTo>
                  <a:lnTo>
                    <a:pt x="510578" y="327863"/>
                  </a:lnTo>
                  <a:lnTo>
                    <a:pt x="528015" y="315950"/>
                  </a:lnTo>
                  <a:lnTo>
                    <a:pt x="539762" y="298272"/>
                  </a:lnTo>
                  <a:lnTo>
                    <a:pt x="544068" y="276606"/>
                  </a:lnTo>
                  <a:close/>
                </a:path>
              </a:pathLst>
            </a:custGeom>
            <a:solidFill>
              <a:srgbClr val="FF8E01"/>
            </a:solidFill>
          </p:spPr>
          <p:txBody>
            <a:bodyPr wrap="square" lIns="0" tIns="0" rIns="0" bIns="0" rtlCol="0"/>
            <a:lstStyle/>
            <a:p>
              <a:endParaRPr/>
            </a:p>
          </p:txBody>
        </p:sp>
      </p:grpSp>
      <p:grpSp>
        <p:nvGrpSpPr>
          <p:cNvPr id="45" name="object 45"/>
          <p:cNvGrpSpPr/>
          <p:nvPr/>
        </p:nvGrpSpPr>
        <p:grpSpPr>
          <a:xfrm>
            <a:off x="10559542" y="5202682"/>
            <a:ext cx="768985" cy="768985"/>
            <a:chOff x="10559542" y="5202682"/>
            <a:chExt cx="768985" cy="768985"/>
          </a:xfrm>
        </p:grpSpPr>
        <p:sp>
          <p:nvSpPr>
            <p:cNvPr id="46" name="object 46"/>
            <p:cNvSpPr/>
            <p:nvPr/>
          </p:nvSpPr>
          <p:spPr>
            <a:xfrm>
              <a:off x="10565892" y="5209032"/>
              <a:ext cx="756285" cy="756285"/>
            </a:xfrm>
            <a:custGeom>
              <a:avLst/>
              <a:gdLst/>
              <a:ahLst/>
              <a:cxnLst/>
              <a:rect l="l" t="t" r="r" b="b"/>
              <a:pathLst>
                <a:path w="756284" h="756285">
                  <a:moveTo>
                    <a:pt x="377951" y="0"/>
                  </a:moveTo>
                  <a:lnTo>
                    <a:pt x="330532" y="2943"/>
                  </a:lnTo>
                  <a:lnTo>
                    <a:pt x="284873" y="11539"/>
                  </a:lnTo>
                  <a:lnTo>
                    <a:pt x="241328" y="25434"/>
                  </a:lnTo>
                  <a:lnTo>
                    <a:pt x="200252" y="44272"/>
                  </a:lnTo>
                  <a:lnTo>
                    <a:pt x="161997" y="67702"/>
                  </a:lnTo>
                  <a:lnTo>
                    <a:pt x="126918" y="95368"/>
                  </a:lnTo>
                  <a:lnTo>
                    <a:pt x="95368" y="126918"/>
                  </a:lnTo>
                  <a:lnTo>
                    <a:pt x="67702" y="161997"/>
                  </a:lnTo>
                  <a:lnTo>
                    <a:pt x="44272" y="200252"/>
                  </a:lnTo>
                  <a:lnTo>
                    <a:pt x="25434" y="241328"/>
                  </a:lnTo>
                  <a:lnTo>
                    <a:pt x="11539" y="284873"/>
                  </a:lnTo>
                  <a:lnTo>
                    <a:pt x="2943" y="330532"/>
                  </a:lnTo>
                  <a:lnTo>
                    <a:pt x="0" y="377952"/>
                  </a:lnTo>
                  <a:lnTo>
                    <a:pt x="2943" y="425361"/>
                  </a:lnTo>
                  <a:lnTo>
                    <a:pt x="11539" y="471013"/>
                  </a:lnTo>
                  <a:lnTo>
                    <a:pt x="25434" y="514554"/>
                  </a:lnTo>
                  <a:lnTo>
                    <a:pt x="44272" y="555629"/>
                  </a:lnTo>
                  <a:lnTo>
                    <a:pt x="67702" y="593884"/>
                  </a:lnTo>
                  <a:lnTo>
                    <a:pt x="95368" y="628964"/>
                  </a:lnTo>
                  <a:lnTo>
                    <a:pt x="126918" y="660517"/>
                  </a:lnTo>
                  <a:lnTo>
                    <a:pt x="161997" y="688187"/>
                  </a:lnTo>
                  <a:lnTo>
                    <a:pt x="200252" y="711621"/>
                  </a:lnTo>
                  <a:lnTo>
                    <a:pt x="241328" y="730463"/>
                  </a:lnTo>
                  <a:lnTo>
                    <a:pt x="284873" y="744361"/>
                  </a:lnTo>
                  <a:lnTo>
                    <a:pt x="330532" y="752959"/>
                  </a:lnTo>
                  <a:lnTo>
                    <a:pt x="377951" y="755904"/>
                  </a:lnTo>
                  <a:lnTo>
                    <a:pt x="425371" y="752959"/>
                  </a:lnTo>
                  <a:lnTo>
                    <a:pt x="471030" y="744361"/>
                  </a:lnTo>
                  <a:lnTo>
                    <a:pt x="514575" y="730463"/>
                  </a:lnTo>
                  <a:lnTo>
                    <a:pt x="555651" y="711621"/>
                  </a:lnTo>
                  <a:lnTo>
                    <a:pt x="593906" y="688187"/>
                  </a:lnTo>
                  <a:lnTo>
                    <a:pt x="628985" y="660517"/>
                  </a:lnTo>
                  <a:lnTo>
                    <a:pt x="660535" y="628964"/>
                  </a:lnTo>
                  <a:lnTo>
                    <a:pt x="688201" y="593884"/>
                  </a:lnTo>
                  <a:lnTo>
                    <a:pt x="711631" y="555629"/>
                  </a:lnTo>
                  <a:lnTo>
                    <a:pt x="730469" y="514554"/>
                  </a:lnTo>
                  <a:lnTo>
                    <a:pt x="744364" y="471013"/>
                  </a:lnTo>
                  <a:lnTo>
                    <a:pt x="752960" y="425361"/>
                  </a:lnTo>
                  <a:lnTo>
                    <a:pt x="755903" y="377952"/>
                  </a:lnTo>
                  <a:lnTo>
                    <a:pt x="752960" y="330532"/>
                  </a:lnTo>
                  <a:lnTo>
                    <a:pt x="744364" y="284873"/>
                  </a:lnTo>
                  <a:lnTo>
                    <a:pt x="730469" y="241328"/>
                  </a:lnTo>
                  <a:lnTo>
                    <a:pt x="711631" y="200252"/>
                  </a:lnTo>
                  <a:lnTo>
                    <a:pt x="688201" y="161997"/>
                  </a:lnTo>
                  <a:lnTo>
                    <a:pt x="660535" y="126918"/>
                  </a:lnTo>
                  <a:lnTo>
                    <a:pt x="628985" y="95368"/>
                  </a:lnTo>
                  <a:lnTo>
                    <a:pt x="593906" y="67702"/>
                  </a:lnTo>
                  <a:lnTo>
                    <a:pt x="555651" y="44272"/>
                  </a:lnTo>
                  <a:lnTo>
                    <a:pt x="514575" y="25434"/>
                  </a:lnTo>
                  <a:lnTo>
                    <a:pt x="471030" y="11539"/>
                  </a:lnTo>
                  <a:lnTo>
                    <a:pt x="425371" y="2943"/>
                  </a:lnTo>
                  <a:lnTo>
                    <a:pt x="377951" y="0"/>
                  </a:lnTo>
                  <a:close/>
                </a:path>
              </a:pathLst>
            </a:custGeom>
            <a:solidFill>
              <a:srgbClr val="152B77"/>
            </a:solidFill>
          </p:spPr>
          <p:txBody>
            <a:bodyPr wrap="square" lIns="0" tIns="0" rIns="0" bIns="0" rtlCol="0"/>
            <a:lstStyle/>
            <a:p>
              <a:endParaRPr/>
            </a:p>
          </p:txBody>
        </p:sp>
        <p:sp>
          <p:nvSpPr>
            <p:cNvPr id="47" name="object 47"/>
            <p:cNvSpPr/>
            <p:nvPr/>
          </p:nvSpPr>
          <p:spPr>
            <a:xfrm>
              <a:off x="10565892" y="5209032"/>
              <a:ext cx="756285" cy="756285"/>
            </a:xfrm>
            <a:custGeom>
              <a:avLst/>
              <a:gdLst/>
              <a:ahLst/>
              <a:cxnLst/>
              <a:rect l="l" t="t" r="r" b="b"/>
              <a:pathLst>
                <a:path w="756284" h="756285">
                  <a:moveTo>
                    <a:pt x="0" y="377952"/>
                  </a:moveTo>
                  <a:lnTo>
                    <a:pt x="2943" y="330532"/>
                  </a:lnTo>
                  <a:lnTo>
                    <a:pt x="11539" y="284873"/>
                  </a:lnTo>
                  <a:lnTo>
                    <a:pt x="25434" y="241328"/>
                  </a:lnTo>
                  <a:lnTo>
                    <a:pt x="44272" y="200252"/>
                  </a:lnTo>
                  <a:lnTo>
                    <a:pt x="67702" y="161997"/>
                  </a:lnTo>
                  <a:lnTo>
                    <a:pt x="95368" y="126918"/>
                  </a:lnTo>
                  <a:lnTo>
                    <a:pt x="126918" y="95368"/>
                  </a:lnTo>
                  <a:lnTo>
                    <a:pt x="161997" y="67702"/>
                  </a:lnTo>
                  <a:lnTo>
                    <a:pt x="200252" y="44272"/>
                  </a:lnTo>
                  <a:lnTo>
                    <a:pt x="241328" y="25434"/>
                  </a:lnTo>
                  <a:lnTo>
                    <a:pt x="284873" y="11539"/>
                  </a:lnTo>
                  <a:lnTo>
                    <a:pt x="330532" y="2943"/>
                  </a:lnTo>
                  <a:lnTo>
                    <a:pt x="377951" y="0"/>
                  </a:lnTo>
                  <a:lnTo>
                    <a:pt x="425371" y="2943"/>
                  </a:lnTo>
                  <a:lnTo>
                    <a:pt x="471030" y="11539"/>
                  </a:lnTo>
                  <a:lnTo>
                    <a:pt x="514575" y="25434"/>
                  </a:lnTo>
                  <a:lnTo>
                    <a:pt x="555651" y="44272"/>
                  </a:lnTo>
                  <a:lnTo>
                    <a:pt x="593906" y="67702"/>
                  </a:lnTo>
                  <a:lnTo>
                    <a:pt x="628985" y="95368"/>
                  </a:lnTo>
                  <a:lnTo>
                    <a:pt x="660535" y="126918"/>
                  </a:lnTo>
                  <a:lnTo>
                    <a:pt x="688201" y="161997"/>
                  </a:lnTo>
                  <a:lnTo>
                    <a:pt x="711631" y="200252"/>
                  </a:lnTo>
                  <a:lnTo>
                    <a:pt x="730469" y="241328"/>
                  </a:lnTo>
                  <a:lnTo>
                    <a:pt x="744364" y="284873"/>
                  </a:lnTo>
                  <a:lnTo>
                    <a:pt x="752960" y="330532"/>
                  </a:lnTo>
                  <a:lnTo>
                    <a:pt x="755903" y="377952"/>
                  </a:lnTo>
                  <a:lnTo>
                    <a:pt x="752960" y="425361"/>
                  </a:lnTo>
                  <a:lnTo>
                    <a:pt x="744364" y="471013"/>
                  </a:lnTo>
                  <a:lnTo>
                    <a:pt x="730469" y="514554"/>
                  </a:lnTo>
                  <a:lnTo>
                    <a:pt x="711631" y="555629"/>
                  </a:lnTo>
                  <a:lnTo>
                    <a:pt x="688201" y="593884"/>
                  </a:lnTo>
                  <a:lnTo>
                    <a:pt x="660535" y="628964"/>
                  </a:lnTo>
                  <a:lnTo>
                    <a:pt x="628985" y="660517"/>
                  </a:lnTo>
                  <a:lnTo>
                    <a:pt x="593906" y="688187"/>
                  </a:lnTo>
                  <a:lnTo>
                    <a:pt x="555651" y="711621"/>
                  </a:lnTo>
                  <a:lnTo>
                    <a:pt x="514575" y="730463"/>
                  </a:lnTo>
                  <a:lnTo>
                    <a:pt x="471030" y="744361"/>
                  </a:lnTo>
                  <a:lnTo>
                    <a:pt x="425371" y="752959"/>
                  </a:lnTo>
                  <a:lnTo>
                    <a:pt x="377951" y="755904"/>
                  </a:lnTo>
                  <a:lnTo>
                    <a:pt x="330532" y="752959"/>
                  </a:lnTo>
                  <a:lnTo>
                    <a:pt x="284873" y="744361"/>
                  </a:lnTo>
                  <a:lnTo>
                    <a:pt x="241328" y="730463"/>
                  </a:lnTo>
                  <a:lnTo>
                    <a:pt x="200252" y="711621"/>
                  </a:lnTo>
                  <a:lnTo>
                    <a:pt x="161997" y="688187"/>
                  </a:lnTo>
                  <a:lnTo>
                    <a:pt x="126918" y="660517"/>
                  </a:lnTo>
                  <a:lnTo>
                    <a:pt x="95368" y="628964"/>
                  </a:lnTo>
                  <a:lnTo>
                    <a:pt x="67702" y="593884"/>
                  </a:lnTo>
                  <a:lnTo>
                    <a:pt x="44272" y="555629"/>
                  </a:lnTo>
                  <a:lnTo>
                    <a:pt x="25434" y="514554"/>
                  </a:lnTo>
                  <a:lnTo>
                    <a:pt x="11539" y="471013"/>
                  </a:lnTo>
                  <a:lnTo>
                    <a:pt x="2943" y="425361"/>
                  </a:lnTo>
                  <a:lnTo>
                    <a:pt x="0" y="377952"/>
                  </a:lnTo>
                  <a:close/>
                </a:path>
              </a:pathLst>
            </a:custGeom>
            <a:ln w="12700">
              <a:solidFill>
                <a:srgbClr val="8197E9"/>
              </a:solidFill>
            </a:ln>
          </p:spPr>
          <p:txBody>
            <a:bodyPr wrap="square" lIns="0" tIns="0" rIns="0" bIns="0" rtlCol="0"/>
            <a:lstStyle/>
            <a:p>
              <a:endParaRPr/>
            </a:p>
          </p:txBody>
        </p:sp>
        <p:sp>
          <p:nvSpPr>
            <p:cNvPr id="48" name="object 48"/>
            <p:cNvSpPr/>
            <p:nvPr/>
          </p:nvSpPr>
          <p:spPr>
            <a:xfrm>
              <a:off x="10668000" y="5260847"/>
              <a:ext cx="551815" cy="650875"/>
            </a:xfrm>
            <a:custGeom>
              <a:avLst/>
              <a:gdLst/>
              <a:ahLst/>
              <a:cxnLst/>
              <a:rect l="l" t="t" r="r" b="b"/>
              <a:pathLst>
                <a:path w="551815" h="650875">
                  <a:moveTo>
                    <a:pt x="100584" y="330708"/>
                  </a:moveTo>
                  <a:lnTo>
                    <a:pt x="0" y="330708"/>
                  </a:lnTo>
                  <a:lnTo>
                    <a:pt x="0" y="431292"/>
                  </a:lnTo>
                  <a:lnTo>
                    <a:pt x="100584" y="431292"/>
                  </a:lnTo>
                  <a:lnTo>
                    <a:pt x="100584" y="330708"/>
                  </a:lnTo>
                  <a:close/>
                </a:path>
                <a:path w="551815" h="650875">
                  <a:moveTo>
                    <a:pt x="100584" y="220980"/>
                  </a:moveTo>
                  <a:lnTo>
                    <a:pt x="0" y="220980"/>
                  </a:lnTo>
                  <a:lnTo>
                    <a:pt x="0" y="321564"/>
                  </a:lnTo>
                  <a:lnTo>
                    <a:pt x="100584" y="321564"/>
                  </a:lnTo>
                  <a:lnTo>
                    <a:pt x="100584" y="220980"/>
                  </a:lnTo>
                  <a:close/>
                </a:path>
                <a:path w="551815" h="650875">
                  <a:moveTo>
                    <a:pt x="213360" y="441960"/>
                  </a:moveTo>
                  <a:lnTo>
                    <a:pt x="112776" y="441960"/>
                  </a:lnTo>
                  <a:lnTo>
                    <a:pt x="112776" y="541020"/>
                  </a:lnTo>
                  <a:lnTo>
                    <a:pt x="213360" y="541020"/>
                  </a:lnTo>
                  <a:lnTo>
                    <a:pt x="213360" y="441960"/>
                  </a:lnTo>
                  <a:close/>
                </a:path>
                <a:path w="551815" h="650875">
                  <a:moveTo>
                    <a:pt x="213360" y="330708"/>
                  </a:moveTo>
                  <a:lnTo>
                    <a:pt x="112776" y="330708"/>
                  </a:lnTo>
                  <a:lnTo>
                    <a:pt x="112776" y="431292"/>
                  </a:lnTo>
                  <a:lnTo>
                    <a:pt x="213360" y="431292"/>
                  </a:lnTo>
                  <a:lnTo>
                    <a:pt x="213360" y="330708"/>
                  </a:lnTo>
                  <a:close/>
                </a:path>
                <a:path w="551815" h="650875">
                  <a:moveTo>
                    <a:pt x="213360" y="220980"/>
                  </a:moveTo>
                  <a:lnTo>
                    <a:pt x="112776" y="220980"/>
                  </a:lnTo>
                  <a:lnTo>
                    <a:pt x="112776" y="321564"/>
                  </a:lnTo>
                  <a:lnTo>
                    <a:pt x="213360" y="321564"/>
                  </a:lnTo>
                  <a:lnTo>
                    <a:pt x="213360" y="220980"/>
                  </a:lnTo>
                  <a:close/>
                </a:path>
                <a:path w="551815" h="650875">
                  <a:moveTo>
                    <a:pt x="213360" y="111252"/>
                  </a:moveTo>
                  <a:lnTo>
                    <a:pt x="112776" y="111252"/>
                  </a:lnTo>
                  <a:lnTo>
                    <a:pt x="112776" y="210312"/>
                  </a:lnTo>
                  <a:lnTo>
                    <a:pt x="213360" y="210312"/>
                  </a:lnTo>
                  <a:lnTo>
                    <a:pt x="213360" y="111252"/>
                  </a:lnTo>
                  <a:close/>
                </a:path>
                <a:path w="551815" h="650875">
                  <a:moveTo>
                    <a:pt x="260604" y="551688"/>
                  </a:moveTo>
                  <a:lnTo>
                    <a:pt x="160020" y="551688"/>
                  </a:lnTo>
                  <a:lnTo>
                    <a:pt x="160020" y="650748"/>
                  </a:lnTo>
                  <a:lnTo>
                    <a:pt x="260604" y="650748"/>
                  </a:lnTo>
                  <a:lnTo>
                    <a:pt x="260604" y="551688"/>
                  </a:lnTo>
                  <a:close/>
                </a:path>
                <a:path w="551815" h="650875">
                  <a:moveTo>
                    <a:pt x="260604" y="0"/>
                  </a:moveTo>
                  <a:lnTo>
                    <a:pt x="160020" y="0"/>
                  </a:lnTo>
                  <a:lnTo>
                    <a:pt x="160020" y="100584"/>
                  </a:lnTo>
                  <a:lnTo>
                    <a:pt x="260604" y="100584"/>
                  </a:lnTo>
                  <a:lnTo>
                    <a:pt x="260604" y="0"/>
                  </a:lnTo>
                  <a:close/>
                </a:path>
                <a:path w="551815" h="650875">
                  <a:moveTo>
                    <a:pt x="326136" y="441960"/>
                  </a:moveTo>
                  <a:lnTo>
                    <a:pt x="225552" y="441960"/>
                  </a:lnTo>
                  <a:lnTo>
                    <a:pt x="225552" y="541020"/>
                  </a:lnTo>
                  <a:lnTo>
                    <a:pt x="326136" y="541020"/>
                  </a:lnTo>
                  <a:lnTo>
                    <a:pt x="326136" y="441960"/>
                  </a:lnTo>
                  <a:close/>
                </a:path>
                <a:path w="551815" h="650875">
                  <a:moveTo>
                    <a:pt x="326136" y="330708"/>
                  </a:moveTo>
                  <a:lnTo>
                    <a:pt x="225552" y="330708"/>
                  </a:lnTo>
                  <a:lnTo>
                    <a:pt x="225552" y="431292"/>
                  </a:lnTo>
                  <a:lnTo>
                    <a:pt x="326136" y="431292"/>
                  </a:lnTo>
                  <a:lnTo>
                    <a:pt x="326136" y="330708"/>
                  </a:lnTo>
                  <a:close/>
                </a:path>
                <a:path w="551815" h="650875">
                  <a:moveTo>
                    <a:pt x="326136" y="220980"/>
                  </a:moveTo>
                  <a:lnTo>
                    <a:pt x="225552" y="220980"/>
                  </a:lnTo>
                  <a:lnTo>
                    <a:pt x="225552" y="321564"/>
                  </a:lnTo>
                  <a:lnTo>
                    <a:pt x="326136" y="321564"/>
                  </a:lnTo>
                  <a:lnTo>
                    <a:pt x="326136" y="220980"/>
                  </a:lnTo>
                  <a:close/>
                </a:path>
                <a:path w="551815" h="650875">
                  <a:moveTo>
                    <a:pt x="326136" y="111252"/>
                  </a:moveTo>
                  <a:lnTo>
                    <a:pt x="225552" y="111252"/>
                  </a:lnTo>
                  <a:lnTo>
                    <a:pt x="225552" y="210312"/>
                  </a:lnTo>
                  <a:lnTo>
                    <a:pt x="326136" y="210312"/>
                  </a:lnTo>
                  <a:lnTo>
                    <a:pt x="326136" y="111252"/>
                  </a:lnTo>
                  <a:close/>
                </a:path>
                <a:path w="551815" h="650875">
                  <a:moveTo>
                    <a:pt x="385559" y="551688"/>
                  </a:moveTo>
                  <a:lnTo>
                    <a:pt x="286512" y="551688"/>
                  </a:lnTo>
                  <a:lnTo>
                    <a:pt x="286512" y="650748"/>
                  </a:lnTo>
                  <a:lnTo>
                    <a:pt x="385559" y="650748"/>
                  </a:lnTo>
                  <a:lnTo>
                    <a:pt x="385559" y="551688"/>
                  </a:lnTo>
                  <a:close/>
                </a:path>
                <a:path w="551815" h="650875">
                  <a:moveTo>
                    <a:pt x="385559" y="0"/>
                  </a:moveTo>
                  <a:lnTo>
                    <a:pt x="286512" y="0"/>
                  </a:lnTo>
                  <a:lnTo>
                    <a:pt x="286512" y="100584"/>
                  </a:lnTo>
                  <a:lnTo>
                    <a:pt x="385559" y="100584"/>
                  </a:lnTo>
                  <a:lnTo>
                    <a:pt x="385559" y="0"/>
                  </a:lnTo>
                  <a:close/>
                </a:path>
                <a:path w="551815" h="650875">
                  <a:moveTo>
                    <a:pt x="438912" y="441960"/>
                  </a:moveTo>
                  <a:lnTo>
                    <a:pt x="338328" y="441960"/>
                  </a:lnTo>
                  <a:lnTo>
                    <a:pt x="338328" y="541020"/>
                  </a:lnTo>
                  <a:lnTo>
                    <a:pt x="438912" y="541020"/>
                  </a:lnTo>
                  <a:lnTo>
                    <a:pt x="438912" y="441960"/>
                  </a:lnTo>
                  <a:close/>
                </a:path>
                <a:path w="551815" h="650875">
                  <a:moveTo>
                    <a:pt x="438912" y="330708"/>
                  </a:moveTo>
                  <a:lnTo>
                    <a:pt x="338328" y="330708"/>
                  </a:lnTo>
                  <a:lnTo>
                    <a:pt x="338328" y="431292"/>
                  </a:lnTo>
                  <a:lnTo>
                    <a:pt x="438912" y="431292"/>
                  </a:lnTo>
                  <a:lnTo>
                    <a:pt x="438912" y="330708"/>
                  </a:lnTo>
                  <a:close/>
                </a:path>
                <a:path w="551815" h="650875">
                  <a:moveTo>
                    <a:pt x="438912" y="220980"/>
                  </a:moveTo>
                  <a:lnTo>
                    <a:pt x="338328" y="220980"/>
                  </a:lnTo>
                  <a:lnTo>
                    <a:pt x="338328" y="321564"/>
                  </a:lnTo>
                  <a:lnTo>
                    <a:pt x="438912" y="321564"/>
                  </a:lnTo>
                  <a:lnTo>
                    <a:pt x="438912" y="220980"/>
                  </a:lnTo>
                  <a:close/>
                </a:path>
                <a:path w="551815" h="650875">
                  <a:moveTo>
                    <a:pt x="438912" y="111252"/>
                  </a:moveTo>
                  <a:lnTo>
                    <a:pt x="338328" y="111252"/>
                  </a:lnTo>
                  <a:lnTo>
                    <a:pt x="338328" y="210312"/>
                  </a:lnTo>
                  <a:lnTo>
                    <a:pt x="438912" y="210312"/>
                  </a:lnTo>
                  <a:lnTo>
                    <a:pt x="438912" y="111252"/>
                  </a:lnTo>
                  <a:close/>
                </a:path>
                <a:path w="551815" h="650875">
                  <a:moveTo>
                    <a:pt x="551675" y="330708"/>
                  </a:moveTo>
                  <a:lnTo>
                    <a:pt x="451104" y="330708"/>
                  </a:lnTo>
                  <a:lnTo>
                    <a:pt x="451104" y="431292"/>
                  </a:lnTo>
                  <a:lnTo>
                    <a:pt x="551675" y="431292"/>
                  </a:lnTo>
                  <a:lnTo>
                    <a:pt x="551675" y="330708"/>
                  </a:lnTo>
                  <a:close/>
                </a:path>
                <a:path w="551815" h="650875">
                  <a:moveTo>
                    <a:pt x="551675" y="220980"/>
                  </a:moveTo>
                  <a:lnTo>
                    <a:pt x="451104" y="220980"/>
                  </a:lnTo>
                  <a:lnTo>
                    <a:pt x="451104" y="321564"/>
                  </a:lnTo>
                  <a:lnTo>
                    <a:pt x="551675" y="321564"/>
                  </a:lnTo>
                  <a:lnTo>
                    <a:pt x="551675" y="220980"/>
                  </a:lnTo>
                  <a:close/>
                </a:path>
              </a:pathLst>
            </a:custGeom>
            <a:solidFill>
              <a:srgbClr val="8197E9"/>
            </a:solidFill>
          </p:spPr>
          <p:txBody>
            <a:bodyPr wrap="square" lIns="0" tIns="0" rIns="0" bIns="0" rtlCol="0"/>
            <a:lstStyle/>
            <a:p>
              <a:endParaRPr/>
            </a:p>
          </p:txBody>
        </p:sp>
      </p:grpSp>
      <p:sp>
        <p:nvSpPr>
          <p:cNvPr id="49" name="object 49"/>
          <p:cNvSpPr/>
          <p:nvPr/>
        </p:nvSpPr>
        <p:spPr>
          <a:xfrm>
            <a:off x="3683508" y="5606796"/>
            <a:ext cx="1398269" cy="401561"/>
          </a:xfrm>
          <a:prstGeom prst="rect">
            <a:avLst/>
          </a:prstGeom>
          <a:blipFill>
            <a:blip r:embed="rId11" cstate="print"/>
            <a:stretch>
              <a:fillRect/>
            </a:stretch>
          </a:blipFill>
        </p:spPr>
        <p:txBody>
          <a:bodyPr wrap="square" lIns="0" tIns="0" rIns="0" bIns="0" rtlCol="0"/>
          <a:lstStyle/>
          <a:p>
            <a:endParaRPr/>
          </a:p>
        </p:txBody>
      </p:sp>
      <p:grpSp>
        <p:nvGrpSpPr>
          <p:cNvPr id="50" name="object 50"/>
          <p:cNvGrpSpPr/>
          <p:nvPr/>
        </p:nvGrpSpPr>
        <p:grpSpPr>
          <a:xfrm>
            <a:off x="7552943" y="3181350"/>
            <a:ext cx="2759710" cy="2827020"/>
            <a:chOff x="7552943" y="3181350"/>
            <a:chExt cx="2759710" cy="2827020"/>
          </a:xfrm>
        </p:grpSpPr>
        <p:sp>
          <p:nvSpPr>
            <p:cNvPr id="51" name="object 51"/>
            <p:cNvSpPr/>
            <p:nvPr/>
          </p:nvSpPr>
          <p:spPr>
            <a:xfrm>
              <a:off x="9948925" y="3181350"/>
              <a:ext cx="75438" cy="119507"/>
            </a:xfrm>
            <a:prstGeom prst="rect">
              <a:avLst/>
            </a:prstGeom>
            <a:blipFill>
              <a:blip r:embed="rId12" cstate="print"/>
              <a:stretch>
                <a:fillRect/>
              </a:stretch>
            </a:blipFill>
          </p:spPr>
          <p:txBody>
            <a:bodyPr wrap="square" lIns="0" tIns="0" rIns="0" bIns="0" rtlCol="0"/>
            <a:lstStyle/>
            <a:p>
              <a:endParaRPr/>
            </a:p>
          </p:txBody>
        </p:sp>
        <p:sp>
          <p:nvSpPr>
            <p:cNvPr id="52" name="object 52"/>
            <p:cNvSpPr/>
            <p:nvPr/>
          </p:nvSpPr>
          <p:spPr>
            <a:xfrm>
              <a:off x="10044937" y="3181350"/>
              <a:ext cx="75437" cy="119507"/>
            </a:xfrm>
            <a:prstGeom prst="rect">
              <a:avLst/>
            </a:prstGeom>
            <a:blipFill>
              <a:blip r:embed="rId12" cstate="print"/>
              <a:stretch>
                <a:fillRect/>
              </a:stretch>
            </a:blipFill>
          </p:spPr>
          <p:txBody>
            <a:bodyPr wrap="square" lIns="0" tIns="0" rIns="0" bIns="0" rtlCol="0"/>
            <a:lstStyle/>
            <a:p>
              <a:endParaRPr/>
            </a:p>
          </p:txBody>
        </p:sp>
        <p:sp>
          <p:nvSpPr>
            <p:cNvPr id="53" name="object 53"/>
            <p:cNvSpPr/>
            <p:nvPr/>
          </p:nvSpPr>
          <p:spPr>
            <a:xfrm>
              <a:off x="10140949" y="3181350"/>
              <a:ext cx="75438" cy="119507"/>
            </a:xfrm>
            <a:prstGeom prst="rect">
              <a:avLst/>
            </a:prstGeom>
            <a:blipFill>
              <a:blip r:embed="rId12" cstate="print"/>
              <a:stretch>
                <a:fillRect/>
              </a:stretch>
            </a:blipFill>
          </p:spPr>
          <p:txBody>
            <a:bodyPr wrap="square" lIns="0" tIns="0" rIns="0" bIns="0" rtlCol="0"/>
            <a:lstStyle/>
            <a:p>
              <a:endParaRPr/>
            </a:p>
          </p:txBody>
        </p:sp>
        <p:sp>
          <p:nvSpPr>
            <p:cNvPr id="54" name="object 54"/>
            <p:cNvSpPr/>
            <p:nvPr/>
          </p:nvSpPr>
          <p:spPr>
            <a:xfrm>
              <a:off x="10236961" y="3181350"/>
              <a:ext cx="75438" cy="119507"/>
            </a:xfrm>
            <a:prstGeom prst="rect">
              <a:avLst/>
            </a:prstGeom>
            <a:blipFill>
              <a:blip r:embed="rId12" cstate="print"/>
              <a:stretch>
                <a:fillRect/>
              </a:stretch>
            </a:blipFill>
          </p:spPr>
          <p:txBody>
            <a:bodyPr wrap="square" lIns="0" tIns="0" rIns="0" bIns="0" rtlCol="0"/>
            <a:lstStyle/>
            <a:p>
              <a:endParaRPr/>
            </a:p>
          </p:txBody>
        </p:sp>
        <p:sp>
          <p:nvSpPr>
            <p:cNvPr id="55" name="object 55"/>
            <p:cNvSpPr/>
            <p:nvPr/>
          </p:nvSpPr>
          <p:spPr>
            <a:xfrm>
              <a:off x="9396983" y="3238500"/>
              <a:ext cx="534670" cy="2345690"/>
            </a:xfrm>
            <a:custGeom>
              <a:avLst/>
              <a:gdLst/>
              <a:ahLst/>
              <a:cxnLst/>
              <a:rect l="l" t="t" r="r" b="b"/>
              <a:pathLst>
                <a:path w="534670" h="2345690">
                  <a:moveTo>
                    <a:pt x="1524" y="0"/>
                  </a:moveTo>
                  <a:lnTo>
                    <a:pt x="1524" y="2345563"/>
                  </a:lnTo>
                </a:path>
                <a:path w="534670" h="2345690">
                  <a:moveTo>
                    <a:pt x="0" y="1524"/>
                  </a:moveTo>
                  <a:lnTo>
                    <a:pt x="534162" y="1524"/>
                  </a:lnTo>
                </a:path>
              </a:pathLst>
            </a:custGeom>
            <a:ln w="6350">
              <a:solidFill>
                <a:srgbClr val="FFFFFF"/>
              </a:solidFill>
            </a:ln>
          </p:spPr>
          <p:txBody>
            <a:bodyPr wrap="square" lIns="0" tIns="0" rIns="0" bIns="0" rtlCol="0"/>
            <a:lstStyle/>
            <a:p>
              <a:endParaRPr/>
            </a:p>
          </p:txBody>
        </p:sp>
        <p:sp>
          <p:nvSpPr>
            <p:cNvPr id="56" name="object 56"/>
            <p:cNvSpPr/>
            <p:nvPr/>
          </p:nvSpPr>
          <p:spPr>
            <a:xfrm>
              <a:off x="10044937" y="5528310"/>
              <a:ext cx="75437" cy="119468"/>
            </a:xfrm>
            <a:prstGeom prst="rect">
              <a:avLst/>
            </a:prstGeom>
            <a:blipFill>
              <a:blip r:embed="rId13" cstate="print"/>
              <a:stretch>
                <a:fillRect/>
              </a:stretch>
            </a:blipFill>
          </p:spPr>
          <p:txBody>
            <a:bodyPr wrap="square" lIns="0" tIns="0" rIns="0" bIns="0" rtlCol="0"/>
            <a:lstStyle/>
            <a:p>
              <a:endParaRPr/>
            </a:p>
          </p:txBody>
        </p:sp>
        <p:sp>
          <p:nvSpPr>
            <p:cNvPr id="57" name="object 57"/>
            <p:cNvSpPr/>
            <p:nvPr/>
          </p:nvSpPr>
          <p:spPr>
            <a:xfrm>
              <a:off x="9948925" y="5528310"/>
              <a:ext cx="75438" cy="119468"/>
            </a:xfrm>
            <a:prstGeom prst="rect">
              <a:avLst/>
            </a:prstGeom>
            <a:blipFill>
              <a:blip r:embed="rId13" cstate="print"/>
              <a:stretch>
                <a:fillRect/>
              </a:stretch>
            </a:blipFill>
          </p:spPr>
          <p:txBody>
            <a:bodyPr wrap="square" lIns="0" tIns="0" rIns="0" bIns="0" rtlCol="0"/>
            <a:lstStyle/>
            <a:p>
              <a:endParaRPr/>
            </a:p>
          </p:txBody>
        </p:sp>
        <p:sp>
          <p:nvSpPr>
            <p:cNvPr id="58" name="object 58"/>
            <p:cNvSpPr/>
            <p:nvPr/>
          </p:nvSpPr>
          <p:spPr>
            <a:xfrm>
              <a:off x="10140949" y="5528310"/>
              <a:ext cx="75438" cy="119468"/>
            </a:xfrm>
            <a:prstGeom prst="rect">
              <a:avLst/>
            </a:prstGeom>
            <a:blipFill>
              <a:blip r:embed="rId13" cstate="print"/>
              <a:stretch>
                <a:fillRect/>
              </a:stretch>
            </a:blipFill>
          </p:spPr>
          <p:txBody>
            <a:bodyPr wrap="square" lIns="0" tIns="0" rIns="0" bIns="0" rtlCol="0"/>
            <a:lstStyle/>
            <a:p>
              <a:endParaRPr/>
            </a:p>
          </p:txBody>
        </p:sp>
        <p:sp>
          <p:nvSpPr>
            <p:cNvPr id="59" name="object 59"/>
            <p:cNvSpPr/>
            <p:nvPr/>
          </p:nvSpPr>
          <p:spPr>
            <a:xfrm>
              <a:off x="10236961" y="5528310"/>
              <a:ext cx="75438" cy="119468"/>
            </a:xfrm>
            <a:prstGeom prst="rect">
              <a:avLst/>
            </a:prstGeom>
            <a:blipFill>
              <a:blip r:embed="rId13" cstate="print"/>
              <a:stretch>
                <a:fillRect/>
              </a:stretch>
            </a:blipFill>
          </p:spPr>
          <p:txBody>
            <a:bodyPr wrap="square" lIns="0" tIns="0" rIns="0" bIns="0" rtlCol="0"/>
            <a:lstStyle/>
            <a:p>
              <a:endParaRPr/>
            </a:p>
          </p:txBody>
        </p:sp>
        <p:sp>
          <p:nvSpPr>
            <p:cNvPr id="60" name="object 60"/>
            <p:cNvSpPr/>
            <p:nvPr/>
          </p:nvSpPr>
          <p:spPr>
            <a:xfrm>
              <a:off x="8255507" y="4411980"/>
              <a:ext cx="1681480" cy="1175385"/>
            </a:xfrm>
            <a:custGeom>
              <a:avLst/>
              <a:gdLst/>
              <a:ahLst/>
              <a:cxnLst/>
              <a:rect l="l" t="t" r="r" b="b"/>
              <a:pathLst>
                <a:path w="1681479" h="1175385">
                  <a:moveTo>
                    <a:pt x="1141476" y="1175004"/>
                  </a:moveTo>
                  <a:lnTo>
                    <a:pt x="1675638" y="1175004"/>
                  </a:lnTo>
                </a:path>
                <a:path w="1681479" h="1175385">
                  <a:moveTo>
                    <a:pt x="0" y="0"/>
                  </a:moveTo>
                  <a:lnTo>
                    <a:pt x="798068" y="0"/>
                  </a:lnTo>
                </a:path>
                <a:path w="1681479" h="1175385">
                  <a:moveTo>
                    <a:pt x="822960" y="0"/>
                  </a:moveTo>
                  <a:lnTo>
                    <a:pt x="898525" y="0"/>
                  </a:lnTo>
                </a:path>
                <a:path w="1681479" h="1175385">
                  <a:moveTo>
                    <a:pt x="923544" y="0"/>
                  </a:moveTo>
                  <a:lnTo>
                    <a:pt x="999109" y="0"/>
                  </a:lnTo>
                </a:path>
                <a:path w="1681479" h="1175385">
                  <a:moveTo>
                    <a:pt x="1024127" y="0"/>
                  </a:moveTo>
                  <a:lnTo>
                    <a:pt x="1681352" y="1016"/>
                  </a:lnTo>
                </a:path>
              </a:pathLst>
            </a:custGeom>
            <a:ln w="6350">
              <a:solidFill>
                <a:srgbClr val="FFFFFF"/>
              </a:solidFill>
            </a:ln>
          </p:spPr>
          <p:txBody>
            <a:bodyPr wrap="square" lIns="0" tIns="0" rIns="0" bIns="0" rtlCol="0"/>
            <a:lstStyle/>
            <a:p>
              <a:endParaRPr/>
            </a:p>
          </p:txBody>
        </p:sp>
        <p:sp>
          <p:nvSpPr>
            <p:cNvPr id="61" name="object 61"/>
            <p:cNvSpPr/>
            <p:nvPr/>
          </p:nvSpPr>
          <p:spPr>
            <a:xfrm>
              <a:off x="9346437" y="4361433"/>
              <a:ext cx="105663" cy="104140"/>
            </a:xfrm>
            <a:prstGeom prst="rect">
              <a:avLst/>
            </a:prstGeom>
            <a:blipFill>
              <a:blip r:embed="rId14" cstate="print"/>
              <a:stretch>
                <a:fillRect/>
              </a:stretch>
            </a:blipFill>
          </p:spPr>
          <p:txBody>
            <a:bodyPr wrap="square" lIns="0" tIns="0" rIns="0" bIns="0" rtlCol="0"/>
            <a:lstStyle/>
            <a:p>
              <a:endParaRPr/>
            </a:p>
          </p:txBody>
        </p:sp>
        <p:sp>
          <p:nvSpPr>
            <p:cNvPr id="62" name="object 62"/>
            <p:cNvSpPr/>
            <p:nvPr/>
          </p:nvSpPr>
          <p:spPr>
            <a:xfrm>
              <a:off x="9948925" y="4354830"/>
              <a:ext cx="75438" cy="119506"/>
            </a:xfrm>
            <a:prstGeom prst="rect">
              <a:avLst/>
            </a:prstGeom>
            <a:blipFill>
              <a:blip r:embed="rId12" cstate="print"/>
              <a:stretch>
                <a:fillRect/>
              </a:stretch>
            </a:blipFill>
          </p:spPr>
          <p:txBody>
            <a:bodyPr wrap="square" lIns="0" tIns="0" rIns="0" bIns="0" rtlCol="0"/>
            <a:lstStyle/>
            <a:p>
              <a:endParaRPr/>
            </a:p>
          </p:txBody>
        </p:sp>
        <p:sp>
          <p:nvSpPr>
            <p:cNvPr id="63" name="object 63"/>
            <p:cNvSpPr/>
            <p:nvPr/>
          </p:nvSpPr>
          <p:spPr>
            <a:xfrm>
              <a:off x="10044937" y="4354830"/>
              <a:ext cx="75437" cy="119506"/>
            </a:xfrm>
            <a:prstGeom prst="rect">
              <a:avLst/>
            </a:prstGeom>
            <a:blipFill>
              <a:blip r:embed="rId12" cstate="print"/>
              <a:stretch>
                <a:fillRect/>
              </a:stretch>
            </a:blipFill>
          </p:spPr>
          <p:txBody>
            <a:bodyPr wrap="square" lIns="0" tIns="0" rIns="0" bIns="0" rtlCol="0"/>
            <a:lstStyle/>
            <a:p>
              <a:endParaRPr/>
            </a:p>
          </p:txBody>
        </p:sp>
        <p:sp>
          <p:nvSpPr>
            <p:cNvPr id="64" name="object 64"/>
            <p:cNvSpPr/>
            <p:nvPr/>
          </p:nvSpPr>
          <p:spPr>
            <a:xfrm>
              <a:off x="10140949" y="4354830"/>
              <a:ext cx="75438" cy="119506"/>
            </a:xfrm>
            <a:prstGeom prst="rect">
              <a:avLst/>
            </a:prstGeom>
            <a:blipFill>
              <a:blip r:embed="rId12" cstate="print"/>
              <a:stretch>
                <a:fillRect/>
              </a:stretch>
            </a:blipFill>
          </p:spPr>
          <p:txBody>
            <a:bodyPr wrap="square" lIns="0" tIns="0" rIns="0" bIns="0" rtlCol="0"/>
            <a:lstStyle/>
            <a:p>
              <a:endParaRPr/>
            </a:p>
          </p:txBody>
        </p:sp>
        <p:sp>
          <p:nvSpPr>
            <p:cNvPr id="65" name="object 65"/>
            <p:cNvSpPr/>
            <p:nvPr/>
          </p:nvSpPr>
          <p:spPr>
            <a:xfrm>
              <a:off x="10236961" y="4354830"/>
              <a:ext cx="75438" cy="119506"/>
            </a:xfrm>
            <a:prstGeom prst="rect">
              <a:avLst/>
            </a:prstGeom>
            <a:blipFill>
              <a:blip r:embed="rId12" cstate="print"/>
              <a:stretch>
                <a:fillRect/>
              </a:stretch>
            </a:blipFill>
          </p:spPr>
          <p:txBody>
            <a:bodyPr wrap="square" lIns="0" tIns="0" rIns="0" bIns="0" rtlCol="0"/>
            <a:lstStyle/>
            <a:p>
              <a:endParaRPr/>
            </a:p>
          </p:txBody>
        </p:sp>
        <p:sp>
          <p:nvSpPr>
            <p:cNvPr id="66" name="object 66"/>
            <p:cNvSpPr/>
            <p:nvPr/>
          </p:nvSpPr>
          <p:spPr>
            <a:xfrm>
              <a:off x="7552943" y="5606795"/>
              <a:ext cx="1163574" cy="401561"/>
            </a:xfrm>
            <a:prstGeom prst="rect">
              <a:avLst/>
            </a:prstGeom>
            <a:blipFill>
              <a:blip r:embed="rId15" cstate="print"/>
              <a:stretch>
                <a:fillRect/>
              </a:stretch>
            </a:blipFill>
          </p:spPr>
          <p:txBody>
            <a:bodyPr wrap="square" lIns="0" tIns="0" rIns="0" bIns="0" rtlCol="0"/>
            <a:lstStyle/>
            <a:p>
              <a:endParaRPr/>
            </a:p>
          </p:txBody>
        </p:sp>
      </p:grpSp>
      <p:sp>
        <p:nvSpPr>
          <p:cNvPr id="67" name="object 67"/>
          <p:cNvSpPr txBox="1"/>
          <p:nvPr/>
        </p:nvSpPr>
        <p:spPr>
          <a:xfrm>
            <a:off x="3783838" y="5651093"/>
            <a:ext cx="1182370" cy="239395"/>
          </a:xfrm>
          <a:prstGeom prst="rect">
            <a:avLst/>
          </a:prstGeom>
        </p:spPr>
        <p:txBody>
          <a:bodyPr vert="horz" wrap="square" lIns="0" tIns="12700" rIns="0" bIns="0" rtlCol="0">
            <a:spAutoFit/>
          </a:bodyPr>
          <a:lstStyle/>
          <a:p>
            <a:pPr marL="12700">
              <a:lnSpc>
                <a:spcPct val="100000"/>
              </a:lnSpc>
              <a:spcBef>
                <a:spcPts val="100"/>
              </a:spcBef>
            </a:pPr>
            <a:r>
              <a:rPr sz="1400" b="1" spc="-5" dirty="0">
                <a:solidFill>
                  <a:srgbClr val="FFFFFF"/>
                </a:solidFill>
                <a:latin typeface="Gothic Uralic"/>
                <a:cs typeface="Gothic Uralic"/>
              </a:rPr>
              <a:t>Interpretation</a:t>
            </a:r>
            <a:endParaRPr sz="1400">
              <a:latin typeface="Gothic Uralic"/>
              <a:cs typeface="Gothic Uralic"/>
            </a:endParaRPr>
          </a:p>
        </p:txBody>
      </p:sp>
      <p:grpSp>
        <p:nvGrpSpPr>
          <p:cNvPr id="68" name="object 68"/>
          <p:cNvGrpSpPr/>
          <p:nvPr/>
        </p:nvGrpSpPr>
        <p:grpSpPr>
          <a:xfrm>
            <a:off x="3948557" y="3986657"/>
            <a:ext cx="852169" cy="1353185"/>
            <a:chOff x="3948557" y="3986657"/>
            <a:chExt cx="852169" cy="1353185"/>
          </a:xfrm>
        </p:grpSpPr>
        <p:sp>
          <p:nvSpPr>
            <p:cNvPr id="69" name="object 69"/>
            <p:cNvSpPr/>
            <p:nvPr/>
          </p:nvSpPr>
          <p:spPr>
            <a:xfrm>
              <a:off x="3951732" y="3989832"/>
              <a:ext cx="845819" cy="845819"/>
            </a:xfrm>
            <a:custGeom>
              <a:avLst/>
              <a:gdLst/>
              <a:ahLst/>
              <a:cxnLst/>
              <a:rect l="l" t="t" r="r" b="b"/>
              <a:pathLst>
                <a:path w="845820" h="845820">
                  <a:moveTo>
                    <a:pt x="422909" y="0"/>
                  </a:moveTo>
                  <a:lnTo>
                    <a:pt x="373592" y="2845"/>
                  </a:lnTo>
                  <a:lnTo>
                    <a:pt x="325944" y="11170"/>
                  </a:lnTo>
                  <a:lnTo>
                    <a:pt x="280285" y="24656"/>
                  </a:lnTo>
                  <a:lnTo>
                    <a:pt x="236930" y="42987"/>
                  </a:lnTo>
                  <a:lnTo>
                    <a:pt x="196199" y="65845"/>
                  </a:lnTo>
                  <a:lnTo>
                    <a:pt x="158407" y="92912"/>
                  </a:lnTo>
                  <a:lnTo>
                    <a:pt x="123872" y="123872"/>
                  </a:lnTo>
                  <a:lnTo>
                    <a:pt x="92912" y="158407"/>
                  </a:lnTo>
                  <a:lnTo>
                    <a:pt x="65845" y="196199"/>
                  </a:lnTo>
                  <a:lnTo>
                    <a:pt x="42987" y="236930"/>
                  </a:lnTo>
                  <a:lnTo>
                    <a:pt x="24656" y="280285"/>
                  </a:lnTo>
                  <a:lnTo>
                    <a:pt x="11170" y="325944"/>
                  </a:lnTo>
                  <a:lnTo>
                    <a:pt x="2845" y="373592"/>
                  </a:lnTo>
                  <a:lnTo>
                    <a:pt x="0" y="422910"/>
                  </a:lnTo>
                  <a:lnTo>
                    <a:pt x="2845" y="472227"/>
                  </a:lnTo>
                  <a:lnTo>
                    <a:pt x="11170" y="519875"/>
                  </a:lnTo>
                  <a:lnTo>
                    <a:pt x="24656" y="565534"/>
                  </a:lnTo>
                  <a:lnTo>
                    <a:pt x="42987" y="608889"/>
                  </a:lnTo>
                  <a:lnTo>
                    <a:pt x="65845" y="649620"/>
                  </a:lnTo>
                  <a:lnTo>
                    <a:pt x="92912" y="687412"/>
                  </a:lnTo>
                  <a:lnTo>
                    <a:pt x="123872" y="721947"/>
                  </a:lnTo>
                  <a:lnTo>
                    <a:pt x="158407" y="752907"/>
                  </a:lnTo>
                  <a:lnTo>
                    <a:pt x="196199" y="779974"/>
                  </a:lnTo>
                  <a:lnTo>
                    <a:pt x="236930" y="802832"/>
                  </a:lnTo>
                  <a:lnTo>
                    <a:pt x="280285" y="821163"/>
                  </a:lnTo>
                  <a:lnTo>
                    <a:pt x="325944" y="834649"/>
                  </a:lnTo>
                  <a:lnTo>
                    <a:pt x="373592" y="842974"/>
                  </a:lnTo>
                  <a:lnTo>
                    <a:pt x="422909" y="845820"/>
                  </a:lnTo>
                  <a:lnTo>
                    <a:pt x="472227" y="842974"/>
                  </a:lnTo>
                  <a:lnTo>
                    <a:pt x="519875" y="834649"/>
                  </a:lnTo>
                  <a:lnTo>
                    <a:pt x="565534" y="821163"/>
                  </a:lnTo>
                  <a:lnTo>
                    <a:pt x="608889" y="802832"/>
                  </a:lnTo>
                  <a:lnTo>
                    <a:pt x="649620" y="779974"/>
                  </a:lnTo>
                  <a:lnTo>
                    <a:pt x="687412" y="752907"/>
                  </a:lnTo>
                  <a:lnTo>
                    <a:pt x="721947" y="721947"/>
                  </a:lnTo>
                  <a:lnTo>
                    <a:pt x="752907" y="687412"/>
                  </a:lnTo>
                  <a:lnTo>
                    <a:pt x="779974" y="649620"/>
                  </a:lnTo>
                  <a:lnTo>
                    <a:pt x="802832" y="608889"/>
                  </a:lnTo>
                  <a:lnTo>
                    <a:pt x="821163" y="565534"/>
                  </a:lnTo>
                  <a:lnTo>
                    <a:pt x="834649" y="519875"/>
                  </a:lnTo>
                  <a:lnTo>
                    <a:pt x="842974" y="472227"/>
                  </a:lnTo>
                  <a:lnTo>
                    <a:pt x="845819" y="422910"/>
                  </a:lnTo>
                  <a:lnTo>
                    <a:pt x="842974" y="373592"/>
                  </a:lnTo>
                  <a:lnTo>
                    <a:pt x="834649" y="325944"/>
                  </a:lnTo>
                  <a:lnTo>
                    <a:pt x="821163" y="280285"/>
                  </a:lnTo>
                  <a:lnTo>
                    <a:pt x="802832" y="236930"/>
                  </a:lnTo>
                  <a:lnTo>
                    <a:pt x="779974" y="196199"/>
                  </a:lnTo>
                  <a:lnTo>
                    <a:pt x="752907" y="158407"/>
                  </a:lnTo>
                  <a:lnTo>
                    <a:pt x="721947" y="123872"/>
                  </a:lnTo>
                  <a:lnTo>
                    <a:pt x="687412" y="92912"/>
                  </a:lnTo>
                  <a:lnTo>
                    <a:pt x="649620" y="65845"/>
                  </a:lnTo>
                  <a:lnTo>
                    <a:pt x="608889" y="42987"/>
                  </a:lnTo>
                  <a:lnTo>
                    <a:pt x="565534" y="24656"/>
                  </a:lnTo>
                  <a:lnTo>
                    <a:pt x="519875" y="11170"/>
                  </a:lnTo>
                  <a:lnTo>
                    <a:pt x="472227" y="2845"/>
                  </a:lnTo>
                  <a:lnTo>
                    <a:pt x="422909" y="0"/>
                  </a:lnTo>
                  <a:close/>
                </a:path>
              </a:pathLst>
            </a:custGeom>
            <a:solidFill>
              <a:srgbClr val="152B77"/>
            </a:solidFill>
          </p:spPr>
          <p:txBody>
            <a:bodyPr wrap="square" lIns="0" tIns="0" rIns="0" bIns="0" rtlCol="0"/>
            <a:lstStyle/>
            <a:p>
              <a:endParaRPr/>
            </a:p>
          </p:txBody>
        </p:sp>
        <p:sp>
          <p:nvSpPr>
            <p:cNvPr id="70" name="object 70"/>
            <p:cNvSpPr/>
            <p:nvPr/>
          </p:nvSpPr>
          <p:spPr>
            <a:xfrm>
              <a:off x="3951732" y="3989832"/>
              <a:ext cx="845819" cy="845819"/>
            </a:xfrm>
            <a:custGeom>
              <a:avLst/>
              <a:gdLst/>
              <a:ahLst/>
              <a:cxnLst/>
              <a:rect l="l" t="t" r="r" b="b"/>
              <a:pathLst>
                <a:path w="845820" h="845820">
                  <a:moveTo>
                    <a:pt x="0" y="422910"/>
                  </a:moveTo>
                  <a:lnTo>
                    <a:pt x="2845" y="373592"/>
                  </a:lnTo>
                  <a:lnTo>
                    <a:pt x="11170" y="325944"/>
                  </a:lnTo>
                  <a:lnTo>
                    <a:pt x="24656" y="280285"/>
                  </a:lnTo>
                  <a:lnTo>
                    <a:pt x="42987" y="236930"/>
                  </a:lnTo>
                  <a:lnTo>
                    <a:pt x="65845" y="196199"/>
                  </a:lnTo>
                  <a:lnTo>
                    <a:pt x="92912" y="158407"/>
                  </a:lnTo>
                  <a:lnTo>
                    <a:pt x="123872" y="123872"/>
                  </a:lnTo>
                  <a:lnTo>
                    <a:pt x="158407" y="92912"/>
                  </a:lnTo>
                  <a:lnTo>
                    <a:pt x="196199" y="65845"/>
                  </a:lnTo>
                  <a:lnTo>
                    <a:pt x="236930" y="42987"/>
                  </a:lnTo>
                  <a:lnTo>
                    <a:pt x="280285" y="24656"/>
                  </a:lnTo>
                  <a:lnTo>
                    <a:pt x="325944" y="11170"/>
                  </a:lnTo>
                  <a:lnTo>
                    <a:pt x="373592" y="2845"/>
                  </a:lnTo>
                  <a:lnTo>
                    <a:pt x="422909" y="0"/>
                  </a:lnTo>
                  <a:lnTo>
                    <a:pt x="472227" y="2845"/>
                  </a:lnTo>
                  <a:lnTo>
                    <a:pt x="519875" y="11170"/>
                  </a:lnTo>
                  <a:lnTo>
                    <a:pt x="565534" y="24656"/>
                  </a:lnTo>
                  <a:lnTo>
                    <a:pt x="608889" y="42987"/>
                  </a:lnTo>
                  <a:lnTo>
                    <a:pt x="649620" y="65845"/>
                  </a:lnTo>
                  <a:lnTo>
                    <a:pt x="687412" y="92912"/>
                  </a:lnTo>
                  <a:lnTo>
                    <a:pt x="721947" y="123872"/>
                  </a:lnTo>
                  <a:lnTo>
                    <a:pt x="752907" y="158407"/>
                  </a:lnTo>
                  <a:lnTo>
                    <a:pt x="779974" y="196199"/>
                  </a:lnTo>
                  <a:lnTo>
                    <a:pt x="802832" y="236930"/>
                  </a:lnTo>
                  <a:lnTo>
                    <a:pt x="821163" y="280285"/>
                  </a:lnTo>
                  <a:lnTo>
                    <a:pt x="834649" y="325944"/>
                  </a:lnTo>
                  <a:lnTo>
                    <a:pt x="842974" y="373592"/>
                  </a:lnTo>
                  <a:lnTo>
                    <a:pt x="845819" y="422910"/>
                  </a:lnTo>
                  <a:lnTo>
                    <a:pt x="842974" y="472227"/>
                  </a:lnTo>
                  <a:lnTo>
                    <a:pt x="834649" y="519875"/>
                  </a:lnTo>
                  <a:lnTo>
                    <a:pt x="821163" y="565534"/>
                  </a:lnTo>
                  <a:lnTo>
                    <a:pt x="802832" y="608889"/>
                  </a:lnTo>
                  <a:lnTo>
                    <a:pt x="779974" y="649620"/>
                  </a:lnTo>
                  <a:lnTo>
                    <a:pt x="752907" y="687412"/>
                  </a:lnTo>
                  <a:lnTo>
                    <a:pt x="721947" y="721947"/>
                  </a:lnTo>
                  <a:lnTo>
                    <a:pt x="687412" y="752907"/>
                  </a:lnTo>
                  <a:lnTo>
                    <a:pt x="649620" y="779974"/>
                  </a:lnTo>
                  <a:lnTo>
                    <a:pt x="608889" y="802832"/>
                  </a:lnTo>
                  <a:lnTo>
                    <a:pt x="565534" y="821163"/>
                  </a:lnTo>
                  <a:lnTo>
                    <a:pt x="519875" y="834649"/>
                  </a:lnTo>
                  <a:lnTo>
                    <a:pt x="472227" y="842974"/>
                  </a:lnTo>
                  <a:lnTo>
                    <a:pt x="422909" y="845820"/>
                  </a:lnTo>
                  <a:lnTo>
                    <a:pt x="373592" y="842974"/>
                  </a:lnTo>
                  <a:lnTo>
                    <a:pt x="325944" y="834649"/>
                  </a:lnTo>
                  <a:lnTo>
                    <a:pt x="280285" y="821163"/>
                  </a:lnTo>
                  <a:lnTo>
                    <a:pt x="236930" y="802832"/>
                  </a:lnTo>
                  <a:lnTo>
                    <a:pt x="196199" y="779974"/>
                  </a:lnTo>
                  <a:lnTo>
                    <a:pt x="158407" y="752907"/>
                  </a:lnTo>
                  <a:lnTo>
                    <a:pt x="123872" y="721947"/>
                  </a:lnTo>
                  <a:lnTo>
                    <a:pt x="92912" y="687412"/>
                  </a:lnTo>
                  <a:lnTo>
                    <a:pt x="65845" y="649620"/>
                  </a:lnTo>
                  <a:lnTo>
                    <a:pt x="42987" y="608889"/>
                  </a:lnTo>
                  <a:lnTo>
                    <a:pt x="24656" y="565534"/>
                  </a:lnTo>
                  <a:lnTo>
                    <a:pt x="11170" y="519875"/>
                  </a:lnTo>
                  <a:lnTo>
                    <a:pt x="2845" y="472227"/>
                  </a:lnTo>
                  <a:lnTo>
                    <a:pt x="0" y="422910"/>
                  </a:lnTo>
                  <a:close/>
                </a:path>
              </a:pathLst>
            </a:custGeom>
            <a:ln w="6350">
              <a:solidFill>
                <a:srgbClr val="8197E9"/>
              </a:solidFill>
              <a:prstDash val="sysDash"/>
            </a:ln>
          </p:spPr>
          <p:txBody>
            <a:bodyPr wrap="square" lIns="0" tIns="0" rIns="0" bIns="0" rtlCol="0"/>
            <a:lstStyle/>
            <a:p>
              <a:endParaRPr/>
            </a:p>
          </p:txBody>
        </p:sp>
        <p:sp>
          <p:nvSpPr>
            <p:cNvPr id="71" name="object 71"/>
            <p:cNvSpPr/>
            <p:nvPr/>
          </p:nvSpPr>
          <p:spPr>
            <a:xfrm>
              <a:off x="3995928" y="4034028"/>
              <a:ext cx="757555" cy="759460"/>
            </a:xfrm>
            <a:custGeom>
              <a:avLst/>
              <a:gdLst/>
              <a:ahLst/>
              <a:cxnLst/>
              <a:rect l="l" t="t" r="r" b="b"/>
              <a:pathLst>
                <a:path w="757554" h="759460">
                  <a:moveTo>
                    <a:pt x="378713" y="0"/>
                  </a:moveTo>
                  <a:lnTo>
                    <a:pt x="331206" y="2957"/>
                  </a:lnTo>
                  <a:lnTo>
                    <a:pt x="285461" y="11591"/>
                  </a:lnTo>
                  <a:lnTo>
                    <a:pt x="241831" y="25546"/>
                  </a:lnTo>
                  <a:lnTo>
                    <a:pt x="200673" y="44467"/>
                  </a:lnTo>
                  <a:lnTo>
                    <a:pt x="162341" y="67997"/>
                  </a:lnTo>
                  <a:lnTo>
                    <a:pt x="127190" y="95781"/>
                  </a:lnTo>
                  <a:lnTo>
                    <a:pt x="95574" y="127462"/>
                  </a:lnTo>
                  <a:lnTo>
                    <a:pt x="67849" y="162685"/>
                  </a:lnTo>
                  <a:lnTo>
                    <a:pt x="44370" y="201095"/>
                  </a:lnTo>
                  <a:lnTo>
                    <a:pt x="25490" y="242334"/>
                  </a:lnTo>
                  <a:lnTo>
                    <a:pt x="11565" y="286048"/>
                  </a:lnTo>
                  <a:lnTo>
                    <a:pt x="2950" y="331881"/>
                  </a:lnTo>
                  <a:lnTo>
                    <a:pt x="0" y="379476"/>
                  </a:lnTo>
                  <a:lnTo>
                    <a:pt x="2950" y="427070"/>
                  </a:lnTo>
                  <a:lnTo>
                    <a:pt x="11565" y="472903"/>
                  </a:lnTo>
                  <a:lnTo>
                    <a:pt x="25490" y="516617"/>
                  </a:lnTo>
                  <a:lnTo>
                    <a:pt x="44370" y="557856"/>
                  </a:lnTo>
                  <a:lnTo>
                    <a:pt x="67849" y="596266"/>
                  </a:lnTo>
                  <a:lnTo>
                    <a:pt x="95574" y="631489"/>
                  </a:lnTo>
                  <a:lnTo>
                    <a:pt x="127190" y="663170"/>
                  </a:lnTo>
                  <a:lnTo>
                    <a:pt x="162341" y="690954"/>
                  </a:lnTo>
                  <a:lnTo>
                    <a:pt x="200673" y="714484"/>
                  </a:lnTo>
                  <a:lnTo>
                    <a:pt x="241831" y="733405"/>
                  </a:lnTo>
                  <a:lnTo>
                    <a:pt x="285461" y="747360"/>
                  </a:lnTo>
                  <a:lnTo>
                    <a:pt x="331206" y="755994"/>
                  </a:lnTo>
                  <a:lnTo>
                    <a:pt x="378713" y="758952"/>
                  </a:lnTo>
                  <a:lnTo>
                    <a:pt x="426221" y="755994"/>
                  </a:lnTo>
                  <a:lnTo>
                    <a:pt x="471966" y="747360"/>
                  </a:lnTo>
                  <a:lnTo>
                    <a:pt x="515596" y="733405"/>
                  </a:lnTo>
                  <a:lnTo>
                    <a:pt x="556754" y="714484"/>
                  </a:lnTo>
                  <a:lnTo>
                    <a:pt x="595086" y="690954"/>
                  </a:lnTo>
                  <a:lnTo>
                    <a:pt x="630237" y="663170"/>
                  </a:lnTo>
                  <a:lnTo>
                    <a:pt x="661853" y="631489"/>
                  </a:lnTo>
                  <a:lnTo>
                    <a:pt x="689578" y="596266"/>
                  </a:lnTo>
                  <a:lnTo>
                    <a:pt x="713057" y="557856"/>
                  </a:lnTo>
                  <a:lnTo>
                    <a:pt x="731937" y="516617"/>
                  </a:lnTo>
                  <a:lnTo>
                    <a:pt x="745862" y="472903"/>
                  </a:lnTo>
                  <a:lnTo>
                    <a:pt x="754477" y="427070"/>
                  </a:lnTo>
                  <a:lnTo>
                    <a:pt x="757427" y="379476"/>
                  </a:lnTo>
                  <a:lnTo>
                    <a:pt x="754477" y="331881"/>
                  </a:lnTo>
                  <a:lnTo>
                    <a:pt x="745862" y="286048"/>
                  </a:lnTo>
                  <a:lnTo>
                    <a:pt x="731937" y="242334"/>
                  </a:lnTo>
                  <a:lnTo>
                    <a:pt x="713057" y="201095"/>
                  </a:lnTo>
                  <a:lnTo>
                    <a:pt x="689578" y="162685"/>
                  </a:lnTo>
                  <a:lnTo>
                    <a:pt x="661853" y="127462"/>
                  </a:lnTo>
                  <a:lnTo>
                    <a:pt x="630237" y="95781"/>
                  </a:lnTo>
                  <a:lnTo>
                    <a:pt x="595086" y="67997"/>
                  </a:lnTo>
                  <a:lnTo>
                    <a:pt x="556754" y="44467"/>
                  </a:lnTo>
                  <a:lnTo>
                    <a:pt x="515596" y="25546"/>
                  </a:lnTo>
                  <a:lnTo>
                    <a:pt x="471966" y="11591"/>
                  </a:lnTo>
                  <a:lnTo>
                    <a:pt x="426221" y="2957"/>
                  </a:lnTo>
                  <a:lnTo>
                    <a:pt x="378713" y="0"/>
                  </a:lnTo>
                  <a:close/>
                </a:path>
              </a:pathLst>
            </a:custGeom>
            <a:solidFill>
              <a:srgbClr val="0A163B"/>
            </a:solidFill>
          </p:spPr>
          <p:txBody>
            <a:bodyPr wrap="square" lIns="0" tIns="0" rIns="0" bIns="0" rtlCol="0"/>
            <a:lstStyle/>
            <a:p>
              <a:endParaRPr/>
            </a:p>
          </p:txBody>
        </p:sp>
        <p:sp>
          <p:nvSpPr>
            <p:cNvPr id="72" name="object 72"/>
            <p:cNvSpPr/>
            <p:nvPr/>
          </p:nvSpPr>
          <p:spPr>
            <a:xfrm>
              <a:off x="4336542" y="4882134"/>
              <a:ext cx="76200" cy="457200"/>
            </a:xfrm>
            <a:custGeom>
              <a:avLst/>
              <a:gdLst/>
              <a:ahLst/>
              <a:cxnLst/>
              <a:rect l="l" t="t" r="r" b="b"/>
              <a:pathLst>
                <a:path w="76200" h="457200">
                  <a:moveTo>
                    <a:pt x="31750" y="381000"/>
                  </a:moveTo>
                  <a:lnTo>
                    <a:pt x="0" y="381000"/>
                  </a:lnTo>
                  <a:lnTo>
                    <a:pt x="38100" y="457200"/>
                  </a:lnTo>
                  <a:lnTo>
                    <a:pt x="69850" y="393700"/>
                  </a:lnTo>
                  <a:lnTo>
                    <a:pt x="31750" y="393700"/>
                  </a:lnTo>
                  <a:lnTo>
                    <a:pt x="31750" y="381000"/>
                  </a:lnTo>
                  <a:close/>
                </a:path>
                <a:path w="76200" h="457200">
                  <a:moveTo>
                    <a:pt x="44450" y="0"/>
                  </a:moveTo>
                  <a:lnTo>
                    <a:pt x="31750" y="0"/>
                  </a:lnTo>
                  <a:lnTo>
                    <a:pt x="31750" y="393700"/>
                  </a:lnTo>
                  <a:lnTo>
                    <a:pt x="44450" y="393700"/>
                  </a:lnTo>
                  <a:lnTo>
                    <a:pt x="44450" y="0"/>
                  </a:lnTo>
                  <a:close/>
                </a:path>
                <a:path w="76200" h="457200">
                  <a:moveTo>
                    <a:pt x="76200" y="381000"/>
                  </a:moveTo>
                  <a:lnTo>
                    <a:pt x="44450" y="381000"/>
                  </a:lnTo>
                  <a:lnTo>
                    <a:pt x="44450" y="393700"/>
                  </a:lnTo>
                  <a:lnTo>
                    <a:pt x="69850" y="393700"/>
                  </a:lnTo>
                  <a:lnTo>
                    <a:pt x="76200" y="381000"/>
                  </a:lnTo>
                  <a:close/>
                </a:path>
              </a:pathLst>
            </a:custGeom>
            <a:solidFill>
              <a:srgbClr val="FFFFFF"/>
            </a:solidFill>
          </p:spPr>
          <p:txBody>
            <a:bodyPr wrap="square" lIns="0" tIns="0" rIns="0" bIns="0" rtlCol="0"/>
            <a:lstStyle/>
            <a:p>
              <a:endParaRPr/>
            </a:p>
          </p:txBody>
        </p:sp>
        <p:sp>
          <p:nvSpPr>
            <p:cNvPr id="73" name="object 73"/>
            <p:cNvSpPr/>
            <p:nvPr/>
          </p:nvSpPr>
          <p:spPr>
            <a:xfrm>
              <a:off x="4317238" y="4792726"/>
              <a:ext cx="113284" cy="113284"/>
            </a:xfrm>
            <a:prstGeom prst="rect">
              <a:avLst/>
            </a:prstGeom>
            <a:blipFill>
              <a:blip r:embed="rId16" cstate="print"/>
              <a:stretch>
                <a:fillRect/>
              </a:stretch>
            </a:blipFill>
          </p:spPr>
          <p:txBody>
            <a:bodyPr wrap="square" lIns="0" tIns="0" rIns="0" bIns="0" rtlCol="0"/>
            <a:lstStyle/>
            <a:p>
              <a:endParaRPr/>
            </a:p>
          </p:txBody>
        </p:sp>
        <p:sp>
          <p:nvSpPr>
            <p:cNvPr id="74" name="object 74"/>
            <p:cNvSpPr/>
            <p:nvPr/>
          </p:nvSpPr>
          <p:spPr>
            <a:xfrm>
              <a:off x="4102608" y="4369308"/>
              <a:ext cx="273050" cy="276225"/>
            </a:xfrm>
            <a:custGeom>
              <a:avLst/>
              <a:gdLst/>
              <a:ahLst/>
              <a:cxnLst/>
              <a:rect l="l" t="t" r="r" b="b"/>
              <a:pathLst>
                <a:path w="273050" h="276225">
                  <a:moveTo>
                    <a:pt x="191262" y="237363"/>
                  </a:moveTo>
                  <a:lnTo>
                    <a:pt x="83184" y="237363"/>
                  </a:lnTo>
                  <a:lnTo>
                    <a:pt x="89788" y="240792"/>
                  </a:lnTo>
                  <a:lnTo>
                    <a:pt x="98170" y="244094"/>
                  </a:lnTo>
                  <a:lnTo>
                    <a:pt x="104775" y="245745"/>
                  </a:lnTo>
                  <a:lnTo>
                    <a:pt x="113156" y="269113"/>
                  </a:lnTo>
                  <a:lnTo>
                    <a:pt x="114807" y="272542"/>
                  </a:lnTo>
                  <a:lnTo>
                    <a:pt x="116458" y="275844"/>
                  </a:lnTo>
                  <a:lnTo>
                    <a:pt x="156337" y="275844"/>
                  </a:lnTo>
                  <a:lnTo>
                    <a:pt x="159638" y="272542"/>
                  </a:lnTo>
                  <a:lnTo>
                    <a:pt x="159638" y="269113"/>
                  </a:lnTo>
                  <a:lnTo>
                    <a:pt x="168020" y="245745"/>
                  </a:lnTo>
                  <a:lnTo>
                    <a:pt x="176275" y="244094"/>
                  </a:lnTo>
                  <a:lnTo>
                    <a:pt x="183006" y="240792"/>
                  </a:lnTo>
                  <a:lnTo>
                    <a:pt x="191262" y="237363"/>
                  </a:lnTo>
                  <a:close/>
                </a:path>
                <a:path w="273050" h="276225">
                  <a:moveTo>
                    <a:pt x="58165" y="26797"/>
                  </a:moveTo>
                  <a:lnTo>
                    <a:pt x="54863" y="26797"/>
                  </a:lnTo>
                  <a:lnTo>
                    <a:pt x="51562" y="30099"/>
                  </a:lnTo>
                  <a:lnTo>
                    <a:pt x="28320" y="51816"/>
                  </a:lnTo>
                  <a:lnTo>
                    <a:pt x="26669" y="55118"/>
                  </a:lnTo>
                  <a:lnTo>
                    <a:pt x="26669" y="58547"/>
                  </a:lnTo>
                  <a:lnTo>
                    <a:pt x="28320" y="61849"/>
                  </a:lnTo>
                  <a:lnTo>
                    <a:pt x="38226" y="83566"/>
                  </a:lnTo>
                  <a:lnTo>
                    <a:pt x="34925" y="90297"/>
                  </a:lnTo>
                  <a:lnTo>
                    <a:pt x="31622" y="98679"/>
                  </a:lnTo>
                  <a:lnTo>
                    <a:pt x="29971" y="106934"/>
                  </a:lnTo>
                  <a:lnTo>
                    <a:pt x="4952" y="113665"/>
                  </a:lnTo>
                  <a:lnTo>
                    <a:pt x="1650" y="115316"/>
                  </a:lnTo>
                  <a:lnTo>
                    <a:pt x="0" y="118745"/>
                  </a:lnTo>
                  <a:lnTo>
                    <a:pt x="0" y="157099"/>
                  </a:lnTo>
                  <a:lnTo>
                    <a:pt x="1650" y="160528"/>
                  </a:lnTo>
                  <a:lnTo>
                    <a:pt x="4952" y="162179"/>
                  </a:lnTo>
                  <a:lnTo>
                    <a:pt x="29971" y="168910"/>
                  </a:lnTo>
                  <a:lnTo>
                    <a:pt x="31622" y="177165"/>
                  </a:lnTo>
                  <a:lnTo>
                    <a:pt x="34925" y="185547"/>
                  </a:lnTo>
                  <a:lnTo>
                    <a:pt x="38226" y="192278"/>
                  </a:lnTo>
                  <a:lnTo>
                    <a:pt x="28320" y="213995"/>
                  </a:lnTo>
                  <a:lnTo>
                    <a:pt x="26669" y="217297"/>
                  </a:lnTo>
                  <a:lnTo>
                    <a:pt x="26669" y="220726"/>
                  </a:lnTo>
                  <a:lnTo>
                    <a:pt x="28320" y="224028"/>
                  </a:lnTo>
                  <a:lnTo>
                    <a:pt x="51562" y="245745"/>
                  </a:lnTo>
                  <a:lnTo>
                    <a:pt x="54863" y="249047"/>
                  </a:lnTo>
                  <a:lnTo>
                    <a:pt x="58165" y="249047"/>
                  </a:lnTo>
                  <a:lnTo>
                    <a:pt x="61594" y="247396"/>
                  </a:lnTo>
                  <a:lnTo>
                    <a:pt x="83184" y="237363"/>
                  </a:lnTo>
                  <a:lnTo>
                    <a:pt x="230204" y="237363"/>
                  </a:lnTo>
                  <a:lnTo>
                    <a:pt x="244475" y="224028"/>
                  </a:lnTo>
                  <a:lnTo>
                    <a:pt x="246125" y="220726"/>
                  </a:lnTo>
                  <a:lnTo>
                    <a:pt x="247047" y="218948"/>
                  </a:lnTo>
                  <a:lnTo>
                    <a:pt x="136397" y="218948"/>
                  </a:lnTo>
                  <a:lnTo>
                    <a:pt x="105646" y="212534"/>
                  </a:lnTo>
                  <a:lnTo>
                    <a:pt x="80216" y="195167"/>
                  </a:lnTo>
                  <a:lnTo>
                    <a:pt x="62906" y="169656"/>
                  </a:lnTo>
                  <a:lnTo>
                    <a:pt x="56514" y="138811"/>
                  </a:lnTo>
                  <a:lnTo>
                    <a:pt x="62909" y="106934"/>
                  </a:lnTo>
                  <a:lnTo>
                    <a:pt x="80216" y="80899"/>
                  </a:lnTo>
                  <a:lnTo>
                    <a:pt x="105646" y="63337"/>
                  </a:lnTo>
                  <a:lnTo>
                    <a:pt x="136397" y="56896"/>
                  </a:lnTo>
                  <a:lnTo>
                    <a:pt x="247047" y="56896"/>
                  </a:lnTo>
                  <a:lnTo>
                    <a:pt x="246125" y="55118"/>
                  </a:lnTo>
                  <a:lnTo>
                    <a:pt x="244475" y="51816"/>
                  </a:lnTo>
                  <a:lnTo>
                    <a:pt x="230204" y="38481"/>
                  </a:lnTo>
                  <a:lnTo>
                    <a:pt x="83184" y="38481"/>
                  </a:lnTo>
                  <a:lnTo>
                    <a:pt x="61594" y="28448"/>
                  </a:lnTo>
                  <a:lnTo>
                    <a:pt x="58165" y="26797"/>
                  </a:lnTo>
                  <a:close/>
                </a:path>
                <a:path w="273050" h="276225">
                  <a:moveTo>
                    <a:pt x="230204" y="237363"/>
                  </a:moveTo>
                  <a:lnTo>
                    <a:pt x="191262" y="237363"/>
                  </a:lnTo>
                  <a:lnTo>
                    <a:pt x="212851" y="247396"/>
                  </a:lnTo>
                  <a:lnTo>
                    <a:pt x="216280" y="249047"/>
                  </a:lnTo>
                  <a:lnTo>
                    <a:pt x="219582" y="249047"/>
                  </a:lnTo>
                  <a:lnTo>
                    <a:pt x="221233" y="245745"/>
                  </a:lnTo>
                  <a:lnTo>
                    <a:pt x="230204" y="237363"/>
                  </a:lnTo>
                  <a:close/>
                </a:path>
                <a:path w="273050" h="276225">
                  <a:moveTo>
                    <a:pt x="247047" y="56896"/>
                  </a:moveTo>
                  <a:lnTo>
                    <a:pt x="136397" y="56896"/>
                  </a:lnTo>
                  <a:lnTo>
                    <a:pt x="167846" y="63337"/>
                  </a:lnTo>
                  <a:lnTo>
                    <a:pt x="193198" y="80899"/>
                  </a:lnTo>
                  <a:lnTo>
                    <a:pt x="210121" y="106937"/>
                  </a:lnTo>
                  <a:lnTo>
                    <a:pt x="216280" y="138811"/>
                  </a:lnTo>
                  <a:lnTo>
                    <a:pt x="210121" y="169656"/>
                  </a:lnTo>
                  <a:lnTo>
                    <a:pt x="193198" y="195167"/>
                  </a:lnTo>
                  <a:lnTo>
                    <a:pt x="167846" y="212534"/>
                  </a:lnTo>
                  <a:lnTo>
                    <a:pt x="136397" y="218948"/>
                  </a:lnTo>
                  <a:lnTo>
                    <a:pt x="247047" y="218948"/>
                  </a:lnTo>
                  <a:lnTo>
                    <a:pt x="247903" y="217297"/>
                  </a:lnTo>
                  <a:lnTo>
                    <a:pt x="246125" y="213995"/>
                  </a:lnTo>
                  <a:lnTo>
                    <a:pt x="234568" y="192278"/>
                  </a:lnTo>
                  <a:lnTo>
                    <a:pt x="239521" y="185547"/>
                  </a:lnTo>
                  <a:lnTo>
                    <a:pt x="242824" y="177165"/>
                  </a:lnTo>
                  <a:lnTo>
                    <a:pt x="244475" y="168910"/>
                  </a:lnTo>
                  <a:lnTo>
                    <a:pt x="267842" y="162179"/>
                  </a:lnTo>
                  <a:lnTo>
                    <a:pt x="271144" y="160528"/>
                  </a:lnTo>
                  <a:lnTo>
                    <a:pt x="272795" y="157099"/>
                  </a:lnTo>
                  <a:lnTo>
                    <a:pt x="272795" y="118745"/>
                  </a:lnTo>
                  <a:lnTo>
                    <a:pt x="271144" y="115316"/>
                  </a:lnTo>
                  <a:lnTo>
                    <a:pt x="267842" y="113665"/>
                  </a:lnTo>
                  <a:lnTo>
                    <a:pt x="244475" y="106934"/>
                  </a:lnTo>
                  <a:lnTo>
                    <a:pt x="242824" y="98679"/>
                  </a:lnTo>
                  <a:lnTo>
                    <a:pt x="239521" y="90297"/>
                  </a:lnTo>
                  <a:lnTo>
                    <a:pt x="234568" y="83566"/>
                  </a:lnTo>
                  <a:lnTo>
                    <a:pt x="246125" y="61849"/>
                  </a:lnTo>
                  <a:lnTo>
                    <a:pt x="247903" y="58547"/>
                  </a:lnTo>
                  <a:lnTo>
                    <a:pt x="247047" y="56896"/>
                  </a:lnTo>
                  <a:close/>
                </a:path>
                <a:path w="273050" h="276225">
                  <a:moveTo>
                    <a:pt x="156337" y="0"/>
                  </a:moveTo>
                  <a:lnTo>
                    <a:pt x="116458" y="0"/>
                  </a:lnTo>
                  <a:lnTo>
                    <a:pt x="114807" y="3302"/>
                  </a:lnTo>
                  <a:lnTo>
                    <a:pt x="113156" y="6731"/>
                  </a:lnTo>
                  <a:lnTo>
                    <a:pt x="104775" y="30099"/>
                  </a:lnTo>
                  <a:lnTo>
                    <a:pt x="98170" y="31750"/>
                  </a:lnTo>
                  <a:lnTo>
                    <a:pt x="89788" y="35052"/>
                  </a:lnTo>
                  <a:lnTo>
                    <a:pt x="83184" y="38481"/>
                  </a:lnTo>
                  <a:lnTo>
                    <a:pt x="191262" y="38481"/>
                  </a:lnTo>
                  <a:lnTo>
                    <a:pt x="183006" y="35052"/>
                  </a:lnTo>
                  <a:lnTo>
                    <a:pt x="176275" y="31750"/>
                  </a:lnTo>
                  <a:lnTo>
                    <a:pt x="168020" y="30099"/>
                  </a:lnTo>
                  <a:lnTo>
                    <a:pt x="159638" y="6731"/>
                  </a:lnTo>
                  <a:lnTo>
                    <a:pt x="159638" y="3302"/>
                  </a:lnTo>
                  <a:lnTo>
                    <a:pt x="156337" y="0"/>
                  </a:lnTo>
                  <a:close/>
                </a:path>
                <a:path w="273050" h="276225">
                  <a:moveTo>
                    <a:pt x="219582" y="26797"/>
                  </a:moveTo>
                  <a:lnTo>
                    <a:pt x="216280" y="26797"/>
                  </a:lnTo>
                  <a:lnTo>
                    <a:pt x="212851" y="28448"/>
                  </a:lnTo>
                  <a:lnTo>
                    <a:pt x="191262" y="38481"/>
                  </a:lnTo>
                  <a:lnTo>
                    <a:pt x="230204" y="38481"/>
                  </a:lnTo>
                  <a:lnTo>
                    <a:pt x="221233" y="30099"/>
                  </a:lnTo>
                  <a:lnTo>
                    <a:pt x="219582" y="26797"/>
                  </a:lnTo>
                  <a:close/>
                </a:path>
              </a:pathLst>
            </a:custGeom>
            <a:solidFill>
              <a:srgbClr val="8197E9"/>
            </a:solidFill>
          </p:spPr>
          <p:txBody>
            <a:bodyPr wrap="square" lIns="0" tIns="0" rIns="0" bIns="0" rtlCol="0"/>
            <a:lstStyle/>
            <a:p>
              <a:endParaRPr/>
            </a:p>
          </p:txBody>
        </p:sp>
        <p:sp>
          <p:nvSpPr>
            <p:cNvPr id="75" name="object 75"/>
            <p:cNvSpPr/>
            <p:nvPr/>
          </p:nvSpPr>
          <p:spPr>
            <a:xfrm>
              <a:off x="4179316" y="4459986"/>
              <a:ext cx="119125" cy="94868"/>
            </a:xfrm>
            <a:prstGeom prst="rect">
              <a:avLst/>
            </a:prstGeom>
            <a:blipFill>
              <a:blip r:embed="rId17" cstate="print"/>
              <a:stretch>
                <a:fillRect/>
              </a:stretch>
            </a:blipFill>
          </p:spPr>
          <p:txBody>
            <a:bodyPr wrap="square" lIns="0" tIns="0" rIns="0" bIns="0" rtlCol="0"/>
            <a:lstStyle/>
            <a:p>
              <a:endParaRPr/>
            </a:p>
          </p:txBody>
        </p:sp>
        <p:sp>
          <p:nvSpPr>
            <p:cNvPr id="76" name="object 76"/>
            <p:cNvSpPr/>
            <p:nvPr/>
          </p:nvSpPr>
          <p:spPr>
            <a:xfrm>
              <a:off x="4306824" y="4162044"/>
              <a:ext cx="274320" cy="273050"/>
            </a:xfrm>
            <a:custGeom>
              <a:avLst/>
              <a:gdLst/>
              <a:ahLst/>
              <a:cxnLst/>
              <a:rect l="l" t="t" r="r" b="b"/>
              <a:pathLst>
                <a:path w="274320" h="273050">
                  <a:moveTo>
                    <a:pt x="190626" y="234568"/>
                  </a:moveTo>
                  <a:lnTo>
                    <a:pt x="83692" y="234568"/>
                  </a:lnTo>
                  <a:lnTo>
                    <a:pt x="90297" y="239521"/>
                  </a:lnTo>
                  <a:lnTo>
                    <a:pt x="98678" y="242823"/>
                  </a:lnTo>
                  <a:lnTo>
                    <a:pt x="105410" y="244474"/>
                  </a:lnTo>
                  <a:lnTo>
                    <a:pt x="113791" y="267842"/>
                  </a:lnTo>
                  <a:lnTo>
                    <a:pt x="115442" y="271144"/>
                  </a:lnTo>
                  <a:lnTo>
                    <a:pt x="117093" y="272795"/>
                  </a:lnTo>
                  <a:lnTo>
                    <a:pt x="157225" y="272795"/>
                  </a:lnTo>
                  <a:lnTo>
                    <a:pt x="160527" y="271144"/>
                  </a:lnTo>
                  <a:lnTo>
                    <a:pt x="160527" y="267842"/>
                  </a:lnTo>
                  <a:lnTo>
                    <a:pt x="168910" y="244474"/>
                  </a:lnTo>
                  <a:lnTo>
                    <a:pt x="177291" y="242823"/>
                  </a:lnTo>
                  <a:lnTo>
                    <a:pt x="184023" y="239521"/>
                  </a:lnTo>
                  <a:lnTo>
                    <a:pt x="190626" y="234568"/>
                  </a:lnTo>
                  <a:close/>
                </a:path>
                <a:path w="274320" h="273050">
                  <a:moveTo>
                    <a:pt x="58547" y="26669"/>
                  </a:moveTo>
                  <a:lnTo>
                    <a:pt x="53466" y="26669"/>
                  </a:lnTo>
                  <a:lnTo>
                    <a:pt x="28448" y="51561"/>
                  </a:lnTo>
                  <a:lnTo>
                    <a:pt x="26797" y="54863"/>
                  </a:lnTo>
                  <a:lnTo>
                    <a:pt x="26797" y="61594"/>
                  </a:lnTo>
                  <a:lnTo>
                    <a:pt x="38480" y="83184"/>
                  </a:lnTo>
                  <a:lnTo>
                    <a:pt x="35178" y="89788"/>
                  </a:lnTo>
                  <a:lnTo>
                    <a:pt x="31750" y="98170"/>
                  </a:lnTo>
                  <a:lnTo>
                    <a:pt x="28448" y="104774"/>
                  </a:lnTo>
                  <a:lnTo>
                    <a:pt x="5079" y="113156"/>
                  </a:lnTo>
                  <a:lnTo>
                    <a:pt x="1650" y="114807"/>
                  </a:lnTo>
                  <a:lnTo>
                    <a:pt x="0" y="116458"/>
                  </a:lnTo>
                  <a:lnTo>
                    <a:pt x="0" y="156336"/>
                  </a:lnTo>
                  <a:lnTo>
                    <a:pt x="1650" y="159638"/>
                  </a:lnTo>
                  <a:lnTo>
                    <a:pt x="5079" y="159638"/>
                  </a:lnTo>
                  <a:lnTo>
                    <a:pt x="28448" y="168020"/>
                  </a:lnTo>
                  <a:lnTo>
                    <a:pt x="31750" y="176275"/>
                  </a:lnTo>
                  <a:lnTo>
                    <a:pt x="35178" y="183006"/>
                  </a:lnTo>
                  <a:lnTo>
                    <a:pt x="38480" y="191261"/>
                  </a:lnTo>
                  <a:lnTo>
                    <a:pt x="26797" y="212851"/>
                  </a:lnTo>
                  <a:lnTo>
                    <a:pt x="26797" y="219582"/>
                  </a:lnTo>
                  <a:lnTo>
                    <a:pt x="53466" y="246125"/>
                  </a:lnTo>
                  <a:lnTo>
                    <a:pt x="58547" y="247903"/>
                  </a:lnTo>
                  <a:lnTo>
                    <a:pt x="83692" y="234568"/>
                  </a:lnTo>
                  <a:lnTo>
                    <a:pt x="232465" y="234568"/>
                  </a:lnTo>
                  <a:lnTo>
                    <a:pt x="247523" y="219582"/>
                  </a:lnTo>
                  <a:lnTo>
                    <a:pt x="249174" y="216280"/>
                  </a:lnTo>
                  <a:lnTo>
                    <a:pt x="137160" y="216280"/>
                  </a:lnTo>
                  <a:lnTo>
                    <a:pt x="106295" y="210121"/>
                  </a:lnTo>
                  <a:lnTo>
                    <a:pt x="80740" y="193198"/>
                  </a:lnTo>
                  <a:lnTo>
                    <a:pt x="63329" y="167846"/>
                  </a:lnTo>
                  <a:lnTo>
                    <a:pt x="56896" y="136397"/>
                  </a:lnTo>
                  <a:lnTo>
                    <a:pt x="63329" y="105646"/>
                  </a:lnTo>
                  <a:lnTo>
                    <a:pt x="80740" y="80216"/>
                  </a:lnTo>
                  <a:lnTo>
                    <a:pt x="106295" y="62906"/>
                  </a:lnTo>
                  <a:lnTo>
                    <a:pt x="137160" y="56514"/>
                  </a:lnTo>
                  <a:lnTo>
                    <a:pt x="248348" y="56514"/>
                  </a:lnTo>
                  <a:lnTo>
                    <a:pt x="245872" y="51561"/>
                  </a:lnTo>
                  <a:lnTo>
                    <a:pt x="232468" y="38226"/>
                  </a:lnTo>
                  <a:lnTo>
                    <a:pt x="83692" y="38226"/>
                  </a:lnTo>
                  <a:lnTo>
                    <a:pt x="61849" y="28320"/>
                  </a:lnTo>
                  <a:lnTo>
                    <a:pt x="58547" y="26669"/>
                  </a:lnTo>
                  <a:close/>
                </a:path>
                <a:path w="274320" h="273050">
                  <a:moveTo>
                    <a:pt x="232465" y="234568"/>
                  </a:moveTo>
                  <a:lnTo>
                    <a:pt x="190626" y="234568"/>
                  </a:lnTo>
                  <a:lnTo>
                    <a:pt x="214122" y="246125"/>
                  </a:lnTo>
                  <a:lnTo>
                    <a:pt x="215773" y="247903"/>
                  </a:lnTo>
                  <a:lnTo>
                    <a:pt x="220852" y="246125"/>
                  </a:lnTo>
                  <a:lnTo>
                    <a:pt x="232465" y="234568"/>
                  </a:lnTo>
                  <a:close/>
                </a:path>
                <a:path w="274320" h="273050">
                  <a:moveTo>
                    <a:pt x="248348" y="56514"/>
                  </a:moveTo>
                  <a:lnTo>
                    <a:pt x="137160" y="56514"/>
                  </a:lnTo>
                  <a:lnTo>
                    <a:pt x="168775" y="62906"/>
                  </a:lnTo>
                  <a:lnTo>
                    <a:pt x="194246" y="80216"/>
                  </a:lnTo>
                  <a:lnTo>
                    <a:pt x="211240" y="105646"/>
                  </a:lnTo>
                  <a:lnTo>
                    <a:pt x="217424" y="136397"/>
                  </a:lnTo>
                  <a:lnTo>
                    <a:pt x="211240" y="167846"/>
                  </a:lnTo>
                  <a:lnTo>
                    <a:pt x="194246" y="193198"/>
                  </a:lnTo>
                  <a:lnTo>
                    <a:pt x="168775" y="210121"/>
                  </a:lnTo>
                  <a:lnTo>
                    <a:pt x="137160" y="216280"/>
                  </a:lnTo>
                  <a:lnTo>
                    <a:pt x="249174" y="216280"/>
                  </a:lnTo>
                  <a:lnTo>
                    <a:pt x="247523" y="212851"/>
                  </a:lnTo>
                  <a:lnTo>
                    <a:pt x="235838" y="191261"/>
                  </a:lnTo>
                  <a:lnTo>
                    <a:pt x="239140" y="183006"/>
                  </a:lnTo>
                  <a:lnTo>
                    <a:pt x="242570" y="176275"/>
                  </a:lnTo>
                  <a:lnTo>
                    <a:pt x="245872" y="168020"/>
                  </a:lnTo>
                  <a:lnTo>
                    <a:pt x="269239" y="159638"/>
                  </a:lnTo>
                  <a:lnTo>
                    <a:pt x="272668" y="159638"/>
                  </a:lnTo>
                  <a:lnTo>
                    <a:pt x="274320" y="156336"/>
                  </a:lnTo>
                  <a:lnTo>
                    <a:pt x="274320" y="116458"/>
                  </a:lnTo>
                  <a:lnTo>
                    <a:pt x="272668" y="114807"/>
                  </a:lnTo>
                  <a:lnTo>
                    <a:pt x="269239" y="113156"/>
                  </a:lnTo>
                  <a:lnTo>
                    <a:pt x="245872" y="104774"/>
                  </a:lnTo>
                  <a:lnTo>
                    <a:pt x="242570" y="98170"/>
                  </a:lnTo>
                  <a:lnTo>
                    <a:pt x="239140" y="89788"/>
                  </a:lnTo>
                  <a:lnTo>
                    <a:pt x="235838" y="83184"/>
                  </a:lnTo>
                  <a:lnTo>
                    <a:pt x="247523" y="61594"/>
                  </a:lnTo>
                  <a:lnTo>
                    <a:pt x="249174" y="58165"/>
                  </a:lnTo>
                  <a:lnTo>
                    <a:pt x="248348" y="56514"/>
                  </a:lnTo>
                  <a:close/>
                </a:path>
                <a:path w="274320" h="273050">
                  <a:moveTo>
                    <a:pt x="157225" y="0"/>
                  </a:moveTo>
                  <a:lnTo>
                    <a:pt x="117093" y="0"/>
                  </a:lnTo>
                  <a:lnTo>
                    <a:pt x="115442" y="1650"/>
                  </a:lnTo>
                  <a:lnTo>
                    <a:pt x="113791" y="4952"/>
                  </a:lnTo>
                  <a:lnTo>
                    <a:pt x="105410" y="29971"/>
                  </a:lnTo>
                  <a:lnTo>
                    <a:pt x="98678" y="31622"/>
                  </a:lnTo>
                  <a:lnTo>
                    <a:pt x="90297" y="34924"/>
                  </a:lnTo>
                  <a:lnTo>
                    <a:pt x="83692" y="38226"/>
                  </a:lnTo>
                  <a:lnTo>
                    <a:pt x="190626" y="38226"/>
                  </a:lnTo>
                  <a:lnTo>
                    <a:pt x="177291" y="31622"/>
                  </a:lnTo>
                  <a:lnTo>
                    <a:pt x="168910" y="29971"/>
                  </a:lnTo>
                  <a:lnTo>
                    <a:pt x="160527" y="4952"/>
                  </a:lnTo>
                  <a:lnTo>
                    <a:pt x="160527" y="1650"/>
                  </a:lnTo>
                  <a:lnTo>
                    <a:pt x="157225" y="0"/>
                  </a:lnTo>
                  <a:close/>
                </a:path>
                <a:path w="274320" h="273050">
                  <a:moveTo>
                    <a:pt x="220852" y="26669"/>
                  </a:moveTo>
                  <a:lnTo>
                    <a:pt x="215773" y="26669"/>
                  </a:lnTo>
                  <a:lnTo>
                    <a:pt x="214122" y="28320"/>
                  </a:lnTo>
                  <a:lnTo>
                    <a:pt x="190626" y="38226"/>
                  </a:lnTo>
                  <a:lnTo>
                    <a:pt x="232468" y="38226"/>
                  </a:lnTo>
                  <a:lnTo>
                    <a:pt x="220852" y="26669"/>
                  </a:lnTo>
                  <a:close/>
                </a:path>
              </a:pathLst>
            </a:custGeom>
            <a:solidFill>
              <a:srgbClr val="8197E9"/>
            </a:solidFill>
          </p:spPr>
          <p:txBody>
            <a:bodyPr wrap="square" lIns="0" tIns="0" rIns="0" bIns="0" rtlCol="0"/>
            <a:lstStyle/>
            <a:p>
              <a:endParaRPr/>
            </a:p>
          </p:txBody>
        </p:sp>
        <p:sp>
          <p:nvSpPr>
            <p:cNvPr id="77" name="object 77"/>
            <p:cNvSpPr/>
            <p:nvPr/>
          </p:nvSpPr>
          <p:spPr>
            <a:xfrm>
              <a:off x="4383532" y="4251198"/>
              <a:ext cx="119125" cy="94868"/>
            </a:xfrm>
            <a:prstGeom prst="rect">
              <a:avLst/>
            </a:prstGeom>
            <a:blipFill>
              <a:blip r:embed="rId17" cstate="print"/>
              <a:stretch>
                <a:fillRect/>
              </a:stretch>
            </a:blipFill>
          </p:spPr>
          <p:txBody>
            <a:bodyPr wrap="square" lIns="0" tIns="0" rIns="0" bIns="0" rtlCol="0"/>
            <a:lstStyle/>
            <a:p>
              <a:endParaRPr/>
            </a:p>
          </p:txBody>
        </p:sp>
        <p:sp>
          <p:nvSpPr>
            <p:cNvPr id="78" name="object 78"/>
            <p:cNvSpPr/>
            <p:nvPr/>
          </p:nvSpPr>
          <p:spPr>
            <a:xfrm>
              <a:off x="4383024" y="4434840"/>
              <a:ext cx="198120" cy="198120"/>
            </a:xfrm>
            <a:prstGeom prst="rect">
              <a:avLst/>
            </a:prstGeom>
            <a:blipFill>
              <a:blip r:embed="rId18" cstate="print"/>
              <a:stretch>
                <a:fillRect/>
              </a:stretch>
            </a:blipFill>
          </p:spPr>
          <p:txBody>
            <a:bodyPr wrap="square" lIns="0" tIns="0" rIns="0" bIns="0" rtlCol="0"/>
            <a:lstStyle/>
            <a:p>
              <a:endParaRPr/>
            </a:p>
          </p:txBody>
        </p:sp>
      </p:grpSp>
      <p:sp>
        <p:nvSpPr>
          <p:cNvPr id="79" name="object 79"/>
          <p:cNvSpPr txBox="1"/>
          <p:nvPr/>
        </p:nvSpPr>
        <p:spPr>
          <a:xfrm>
            <a:off x="7654543" y="5651093"/>
            <a:ext cx="948055" cy="239395"/>
          </a:xfrm>
          <a:prstGeom prst="rect">
            <a:avLst/>
          </a:prstGeom>
        </p:spPr>
        <p:txBody>
          <a:bodyPr vert="horz" wrap="square" lIns="0" tIns="12700" rIns="0" bIns="0" rtlCol="0">
            <a:spAutoFit/>
          </a:bodyPr>
          <a:lstStyle/>
          <a:p>
            <a:pPr marL="12700">
              <a:lnSpc>
                <a:spcPct val="100000"/>
              </a:lnSpc>
              <a:spcBef>
                <a:spcPts val="100"/>
              </a:spcBef>
            </a:pPr>
            <a:r>
              <a:rPr sz="1400" b="1" spc="-5" dirty="0">
                <a:solidFill>
                  <a:srgbClr val="FFFFFF"/>
                </a:solidFill>
                <a:latin typeface="Gothic Uralic"/>
                <a:cs typeface="Gothic Uralic"/>
              </a:rPr>
              <a:t>Processing</a:t>
            </a:r>
            <a:endParaRPr sz="1400">
              <a:latin typeface="Gothic Uralic"/>
              <a:cs typeface="Gothic Uralic"/>
            </a:endParaRPr>
          </a:p>
        </p:txBody>
      </p:sp>
      <p:grpSp>
        <p:nvGrpSpPr>
          <p:cNvPr id="80" name="object 80"/>
          <p:cNvGrpSpPr/>
          <p:nvPr/>
        </p:nvGrpSpPr>
        <p:grpSpPr>
          <a:xfrm>
            <a:off x="2843529" y="4354829"/>
            <a:ext cx="966469" cy="120014"/>
            <a:chOff x="2843529" y="4354829"/>
            <a:chExt cx="966469" cy="120014"/>
          </a:xfrm>
        </p:grpSpPr>
        <p:sp>
          <p:nvSpPr>
            <p:cNvPr id="81" name="object 81"/>
            <p:cNvSpPr/>
            <p:nvPr/>
          </p:nvSpPr>
          <p:spPr>
            <a:xfrm>
              <a:off x="2895599" y="4413503"/>
              <a:ext cx="537210" cy="0"/>
            </a:xfrm>
            <a:custGeom>
              <a:avLst/>
              <a:gdLst/>
              <a:ahLst/>
              <a:cxnLst/>
              <a:rect l="l" t="t" r="r" b="b"/>
              <a:pathLst>
                <a:path w="537210">
                  <a:moveTo>
                    <a:pt x="0" y="0"/>
                  </a:moveTo>
                  <a:lnTo>
                    <a:pt x="536955" y="0"/>
                  </a:lnTo>
                </a:path>
              </a:pathLst>
            </a:custGeom>
            <a:ln w="6350">
              <a:solidFill>
                <a:srgbClr val="FFFFFF"/>
              </a:solidFill>
            </a:ln>
          </p:spPr>
          <p:txBody>
            <a:bodyPr wrap="square" lIns="0" tIns="0" rIns="0" bIns="0" rtlCol="0"/>
            <a:lstStyle/>
            <a:p>
              <a:endParaRPr/>
            </a:p>
          </p:txBody>
        </p:sp>
        <p:sp>
          <p:nvSpPr>
            <p:cNvPr id="82" name="object 82"/>
            <p:cNvSpPr/>
            <p:nvPr/>
          </p:nvSpPr>
          <p:spPr>
            <a:xfrm>
              <a:off x="2843529" y="4361433"/>
              <a:ext cx="105663" cy="104140"/>
            </a:xfrm>
            <a:prstGeom prst="rect">
              <a:avLst/>
            </a:prstGeom>
            <a:blipFill>
              <a:blip r:embed="rId14" cstate="print"/>
              <a:stretch>
                <a:fillRect/>
              </a:stretch>
            </a:blipFill>
          </p:spPr>
          <p:txBody>
            <a:bodyPr wrap="square" lIns="0" tIns="0" rIns="0" bIns="0" rtlCol="0"/>
            <a:lstStyle/>
            <a:p>
              <a:endParaRPr/>
            </a:p>
          </p:txBody>
        </p:sp>
        <p:sp>
          <p:nvSpPr>
            <p:cNvPr id="83" name="object 83"/>
            <p:cNvSpPr/>
            <p:nvPr/>
          </p:nvSpPr>
          <p:spPr>
            <a:xfrm>
              <a:off x="3446017" y="4354829"/>
              <a:ext cx="75437" cy="119506"/>
            </a:xfrm>
            <a:prstGeom prst="rect">
              <a:avLst/>
            </a:prstGeom>
            <a:blipFill>
              <a:blip r:embed="rId19" cstate="print"/>
              <a:stretch>
                <a:fillRect/>
              </a:stretch>
            </a:blipFill>
          </p:spPr>
          <p:txBody>
            <a:bodyPr wrap="square" lIns="0" tIns="0" rIns="0" bIns="0" rtlCol="0"/>
            <a:lstStyle/>
            <a:p>
              <a:endParaRPr/>
            </a:p>
          </p:txBody>
        </p:sp>
        <p:sp>
          <p:nvSpPr>
            <p:cNvPr id="84" name="object 84"/>
            <p:cNvSpPr/>
            <p:nvPr/>
          </p:nvSpPr>
          <p:spPr>
            <a:xfrm>
              <a:off x="3542029" y="4354829"/>
              <a:ext cx="75437" cy="119506"/>
            </a:xfrm>
            <a:prstGeom prst="rect">
              <a:avLst/>
            </a:prstGeom>
            <a:blipFill>
              <a:blip r:embed="rId12" cstate="print"/>
              <a:stretch>
                <a:fillRect/>
              </a:stretch>
            </a:blipFill>
          </p:spPr>
          <p:txBody>
            <a:bodyPr wrap="square" lIns="0" tIns="0" rIns="0" bIns="0" rtlCol="0"/>
            <a:lstStyle/>
            <a:p>
              <a:endParaRPr/>
            </a:p>
          </p:txBody>
        </p:sp>
        <p:sp>
          <p:nvSpPr>
            <p:cNvPr id="85" name="object 85"/>
            <p:cNvSpPr/>
            <p:nvPr/>
          </p:nvSpPr>
          <p:spPr>
            <a:xfrm>
              <a:off x="3638041" y="4354829"/>
              <a:ext cx="75437" cy="119506"/>
            </a:xfrm>
            <a:prstGeom prst="rect">
              <a:avLst/>
            </a:prstGeom>
            <a:blipFill>
              <a:blip r:embed="rId12" cstate="print"/>
              <a:stretch>
                <a:fillRect/>
              </a:stretch>
            </a:blipFill>
          </p:spPr>
          <p:txBody>
            <a:bodyPr wrap="square" lIns="0" tIns="0" rIns="0" bIns="0" rtlCol="0"/>
            <a:lstStyle/>
            <a:p>
              <a:endParaRPr/>
            </a:p>
          </p:txBody>
        </p:sp>
        <p:sp>
          <p:nvSpPr>
            <p:cNvPr id="86" name="object 86"/>
            <p:cNvSpPr/>
            <p:nvPr/>
          </p:nvSpPr>
          <p:spPr>
            <a:xfrm>
              <a:off x="3734053" y="4354829"/>
              <a:ext cx="75437" cy="119506"/>
            </a:xfrm>
            <a:prstGeom prst="rect">
              <a:avLst/>
            </a:prstGeom>
            <a:blipFill>
              <a:blip r:embed="rId12" cstate="print"/>
              <a:stretch>
                <a:fillRect/>
              </a:stretch>
            </a:blipFill>
          </p:spPr>
          <p:txBody>
            <a:bodyPr wrap="square" lIns="0" tIns="0" rIns="0" bIns="0" rtlCol="0"/>
            <a:lstStyle/>
            <a:p>
              <a:endParaRPr/>
            </a:p>
          </p:txBody>
        </p:sp>
      </p:grpSp>
      <p:grpSp>
        <p:nvGrpSpPr>
          <p:cNvPr id="87" name="object 87"/>
          <p:cNvGrpSpPr/>
          <p:nvPr/>
        </p:nvGrpSpPr>
        <p:grpSpPr>
          <a:xfrm>
            <a:off x="4871973" y="4354829"/>
            <a:ext cx="864235" cy="120014"/>
            <a:chOff x="4871973" y="4354829"/>
            <a:chExt cx="864235" cy="120014"/>
          </a:xfrm>
        </p:grpSpPr>
        <p:sp>
          <p:nvSpPr>
            <p:cNvPr id="88" name="object 88"/>
            <p:cNvSpPr/>
            <p:nvPr/>
          </p:nvSpPr>
          <p:spPr>
            <a:xfrm>
              <a:off x="4925567" y="4413503"/>
              <a:ext cx="434340" cy="0"/>
            </a:xfrm>
            <a:custGeom>
              <a:avLst/>
              <a:gdLst/>
              <a:ahLst/>
              <a:cxnLst/>
              <a:rect l="l" t="t" r="r" b="b"/>
              <a:pathLst>
                <a:path w="434339">
                  <a:moveTo>
                    <a:pt x="0" y="0"/>
                  </a:moveTo>
                  <a:lnTo>
                    <a:pt x="434340" y="0"/>
                  </a:lnTo>
                </a:path>
              </a:pathLst>
            </a:custGeom>
            <a:ln w="6350">
              <a:solidFill>
                <a:srgbClr val="FFFFFF"/>
              </a:solidFill>
            </a:ln>
          </p:spPr>
          <p:txBody>
            <a:bodyPr wrap="square" lIns="0" tIns="0" rIns="0" bIns="0" rtlCol="0"/>
            <a:lstStyle/>
            <a:p>
              <a:endParaRPr/>
            </a:p>
          </p:txBody>
        </p:sp>
        <p:sp>
          <p:nvSpPr>
            <p:cNvPr id="89" name="object 89"/>
            <p:cNvSpPr/>
            <p:nvPr/>
          </p:nvSpPr>
          <p:spPr>
            <a:xfrm>
              <a:off x="4871973" y="4361433"/>
              <a:ext cx="105663" cy="104140"/>
            </a:xfrm>
            <a:prstGeom prst="rect">
              <a:avLst/>
            </a:prstGeom>
            <a:blipFill>
              <a:blip r:embed="rId14" cstate="print"/>
              <a:stretch>
                <a:fillRect/>
              </a:stretch>
            </a:blipFill>
          </p:spPr>
          <p:txBody>
            <a:bodyPr wrap="square" lIns="0" tIns="0" rIns="0" bIns="0" rtlCol="0"/>
            <a:lstStyle/>
            <a:p>
              <a:endParaRPr/>
            </a:p>
          </p:txBody>
        </p:sp>
        <p:sp>
          <p:nvSpPr>
            <p:cNvPr id="90" name="object 90"/>
            <p:cNvSpPr/>
            <p:nvPr/>
          </p:nvSpPr>
          <p:spPr>
            <a:xfrm>
              <a:off x="5373750" y="4354829"/>
              <a:ext cx="74040" cy="119506"/>
            </a:xfrm>
            <a:prstGeom prst="rect">
              <a:avLst/>
            </a:prstGeom>
            <a:blipFill>
              <a:blip r:embed="rId20" cstate="print"/>
              <a:stretch>
                <a:fillRect/>
              </a:stretch>
            </a:blipFill>
          </p:spPr>
          <p:txBody>
            <a:bodyPr wrap="square" lIns="0" tIns="0" rIns="0" bIns="0" rtlCol="0"/>
            <a:lstStyle/>
            <a:p>
              <a:endParaRPr/>
            </a:p>
          </p:txBody>
        </p:sp>
        <p:sp>
          <p:nvSpPr>
            <p:cNvPr id="91" name="object 91"/>
            <p:cNvSpPr/>
            <p:nvPr/>
          </p:nvSpPr>
          <p:spPr>
            <a:xfrm>
              <a:off x="5469762" y="4354829"/>
              <a:ext cx="74040" cy="119506"/>
            </a:xfrm>
            <a:prstGeom prst="rect">
              <a:avLst/>
            </a:prstGeom>
            <a:blipFill>
              <a:blip r:embed="rId21" cstate="print"/>
              <a:stretch>
                <a:fillRect/>
              </a:stretch>
            </a:blipFill>
          </p:spPr>
          <p:txBody>
            <a:bodyPr wrap="square" lIns="0" tIns="0" rIns="0" bIns="0" rtlCol="0"/>
            <a:lstStyle/>
            <a:p>
              <a:endParaRPr/>
            </a:p>
          </p:txBody>
        </p:sp>
        <p:sp>
          <p:nvSpPr>
            <p:cNvPr id="92" name="object 92"/>
            <p:cNvSpPr/>
            <p:nvPr/>
          </p:nvSpPr>
          <p:spPr>
            <a:xfrm>
              <a:off x="5565774" y="4354829"/>
              <a:ext cx="74040" cy="119506"/>
            </a:xfrm>
            <a:prstGeom prst="rect">
              <a:avLst/>
            </a:prstGeom>
            <a:blipFill>
              <a:blip r:embed="rId21" cstate="print"/>
              <a:stretch>
                <a:fillRect/>
              </a:stretch>
            </a:blipFill>
          </p:spPr>
          <p:txBody>
            <a:bodyPr wrap="square" lIns="0" tIns="0" rIns="0" bIns="0" rtlCol="0"/>
            <a:lstStyle/>
            <a:p>
              <a:endParaRPr/>
            </a:p>
          </p:txBody>
        </p:sp>
        <p:sp>
          <p:nvSpPr>
            <p:cNvPr id="93" name="object 93"/>
            <p:cNvSpPr/>
            <p:nvPr/>
          </p:nvSpPr>
          <p:spPr>
            <a:xfrm>
              <a:off x="5661786" y="4354829"/>
              <a:ext cx="74040" cy="119506"/>
            </a:xfrm>
            <a:prstGeom prst="rect">
              <a:avLst/>
            </a:prstGeom>
            <a:blipFill>
              <a:blip r:embed="rId21" cstate="print"/>
              <a:stretch>
                <a:fillRect/>
              </a:stretch>
            </a:blipFill>
          </p:spPr>
          <p:txBody>
            <a:bodyPr wrap="square" lIns="0" tIns="0" rIns="0" bIns="0" rtlCol="0"/>
            <a:lstStyle/>
            <a:p>
              <a:endParaRPr/>
            </a:p>
          </p:txBody>
        </p:sp>
      </p:grpSp>
      <p:grpSp>
        <p:nvGrpSpPr>
          <p:cNvPr id="94" name="object 94"/>
          <p:cNvGrpSpPr/>
          <p:nvPr/>
        </p:nvGrpSpPr>
        <p:grpSpPr>
          <a:xfrm>
            <a:off x="6748018" y="3986657"/>
            <a:ext cx="1806575" cy="1353185"/>
            <a:chOff x="6748018" y="3986657"/>
            <a:chExt cx="1806575" cy="1353185"/>
          </a:xfrm>
        </p:grpSpPr>
        <p:sp>
          <p:nvSpPr>
            <p:cNvPr id="95" name="object 95"/>
            <p:cNvSpPr/>
            <p:nvPr/>
          </p:nvSpPr>
          <p:spPr>
            <a:xfrm>
              <a:off x="8090154" y="4882134"/>
              <a:ext cx="76200" cy="457200"/>
            </a:xfrm>
            <a:custGeom>
              <a:avLst/>
              <a:gdLst/>
              <a:ahLst/>
              <a:cxnLst/>
              <a:rect l="l" t="t" r="r" b="b"/>
              <a:pathLst>
                <a:path w="76200" h="457200">
                  <a:moveTo>
                    <a:pt x="31750" y="381000"/>
                  </a:moveTo>
                  <a:lnTo>
                    <a:pt x="0" y="381000"/>
                  </a:lnTo>
                  <a:lnTo>
                    <a:pt x="38100" y="457200"/>
                  </a:lnTo>
                  <a:lnTo>
                    <a:pt x="69850" y="393700"/>
                  </a:lnTo>
                  <a:lnTo>
                    <a:pt x="31750" y="393700"/>
                  </a:lnTo>
                  <a:lnTo>
                    <a:pt x="31750" y="381000"/>
                  </a:lnTo>
                  <a:close/>
                </a:path>
                <a:path w="76200" h="457200">
                  <a:moveTo>
                    <a:pt x="44450" y="0"/>
                  </a:moveTo>
                  <a:lnTo>
                    <a:pt x="31750" y="0"/>
                  </a:lnTo>
                  <a:lnTo>
                    <a:pt x="31750" y="393700"/>
                  </a:lnTo>
                  <a:lnTo>
                    <a:pt x="44450" y="393700"/>
                  </a:lnTo>
                  <a:lnTo>
                    <a:pt x="44450" y="0"/>
                  </a:lnTo>
                  <a:close/>
                </a:path>
                <a:path w="76200" h="457200">
                  <a:moveTo>
                    <a:pt x="76200" y="381000"/>
                  </a:moveTo>
                  <a:lnTo>
                    <a:pt x="44450" y="381000"/>
                  </a:lnTo>
                  <a:lnTo>
                    <a:pt x="44450" y="393700"/>
                  </a:lnTo>
                  <a:lnTo>
                    <a:pt x="69850" y="393700"/>
                  </a:lnTo>
                  <a:lnTo>
                    <a:pt x="76200" y="381000"/>
                  </a:lnTo>
                  <a:close/>
                </a:path>
              </a:pathLst>
            </a:custGeom>
            <a:solidFill>
              <a:srgbClr val="FFFFFF"/>
            </a:solidFill>
          </p:spPr>
          <p:txBody>
            <a:bodyPr wrap="square" lIns="0" tIns="0" rIns="0" bIns="0" rtlCol="0"/>
            <a:lstStyle/>
            <a:p>
              <a:endParaRPr/>
            </a:p>
          </p:txBody>
        </p:sp>
        <p:sp>
          <p:nvSpPr>
            <p:cNvPr id="96" name="object 96"/>
            <p:cNvSpPr/>
            <p:nvPr/>
          </p:nvSpPr>
          <p:spPr>
            <a:xfrm>
              <a:off x="7705344" y="3989832"/>
              <a:ext cx="845819" cy="845819"/>
            </a:xfrm>
            <a:custGeom>
              <a:avLst/>
              <a:gdLst/>
              <a:ahLst/>
              <a:cxnLst/>
              <a:rect l="l" t="t" r="r" b="b"/>
              <a:pathLst>
                <a:path w="845820" h="845820">
                  <a:moveTo>
                    <a:pt x="422909" y="0"/>
                  </a:moveTo>
                  <a:lnTo>
                    <a:pt x="373592" y="2845"/>
                  </a:lnTo>
                  <a:lnTo>
                    <a:pt x="325944" y="11170"/>
                  </a:lnTo>
                  <a:lnTo>
                    <a:pt x="280285" y="24656"/>
                  </a:lnTo>
                  <a:lnTo>
                    <a:pt x="236930" y="42987"/>
                  </a:lnTo>
                  <a:lnTo>
                    <a:pt x="196199" y="65845"/>
                  </a:lnTo>
                  <a:lnTo>
                    <a:pt x="158407" y="92912"/>
                  </a:lnTo>
                  <a:lnTo>
                    <a:pt x="123872" y="123872"/>
                  </a:lnTo>
                  <a:lnTo>
                    <a:pt x="92912" y="158407"/>
                  </a:lnTo>
                  <a:lnTo>
                    <a:pt x="65845" y="196199"/>
                  </a:lnTo>
                  <a:lnTo>
                    <a:pt x="42987" y="236930"/>
                  </a:lnTo>
                  <a:lnTo>
                    <a:pt x="24656" y="280285"/>
                  </a:lnTo>
                  <a:lnTo>
                    <a:pt x="11170" y="325944"/>
                  </a:lnTo>
                  <a:lnTo>
                    <a:pt x="2845" y="373592"/>
                  </a:lnTo>
                  <a:lnTo>
                    <a:pt x="0" y="422910"/>
                  </a:lnTo>
                  <a:lnTo>
                    <a:pt x="2845" y="472227"/>
                  </a:lnTo>
                  <a:lnTo>
                    <a:pt x="11170" y="519875"/>
                  </a:lnTo>
                  <a:lnTo>
                    <a:pt x="24656" y="565534"/>
                  </a:lnTo>
                  <a:lnTo>
                    <a:pt x="42987" y="608889"/>
                  </a:lnTo>
                  <a:lnTo>
                    <a:pt x="65845" y="649620"/>
                  </a:lnTo>
                  <a:lnTo>
                    <a:pt x="92912" y="687412"/>
                  </a:lnTo>
                  <a:lnTo>
                    <a:pt x="123872" y="721947"/>
                  </a:lnTo>
                  <a:lnTo>
                    <a:pt x="158407" y="752907"/>
                  </a:lnTo>
                  <a:lnTo>
                    <a:pt x="196199" y="779974"/>
                  </a:lnTo>
                  <a:lnTo>
                    <a:pt x="236930" y="802832"/>
                  </a:lnTo>
                  <a:lnTo>
                    <a:pt x="280285" y="821163"/>
                  </a:lnTo>
                  <a:lnTo>
                    <a:pt x="325944" y="834649"/>
                  </a:lnTo>
                  <a:lnTo>
                    <a:pt x="373592" y="842974"/>
                  </a:lnTo>
                  <a:lnTo>
                    <a:pt x="422909" y="845820"/>
                  </a:lnTo>
                  <a:lnTo>
                    <a:pt x="472227" y="842974"/>
                  </a:lnTo>
                  <a:lnTo>
                    <a:pt x="519875" y="834649"/>
                  </a:lnTo>
                  <a:lnTo>
                    <a:pt x="565534" y="821163"/>
                  </a:lnTo>
                  <a:lnTo>
                    <a:pt x="608889" y="802832"/>
                  </a:lnTo>
                  <a:lnTo>
                    <a:pt x="649620" y="779974"/>
                  </a:lnTo>
                  <a:lnTo>
                    <a:pt x="687412" y="752907"/>
                  </a:lnTo>
                  <a:lnTo>
                    <a:pt x="721947" y="721947"/>
                  </a:lnTo>
                  <a:lnTo>
                    <a:pt x="752907" y="687412"/>
                  </a:lnTo>
                  <a:lnTo>
                    <a:pt x="779974" y="649620"/>
                  </a:lnTo>
                  <a:lnTo>
                    <a:pt x="802832" y="608889"/>
                  </a:lnTo>
                  <a:lnTo>
                    <a:pt x="821163" y="565534"/>
                  </a:lnTo>
                  <a:lnTo>
                    <a:pt x="834649" y="519875"/>
                  </a:lnTo>
                  <a:lnTo>
                    <a:pt x="842974" y="472227"/>
                  </a:lnTo>
                  <a:lnTo>
                    <a:pt x="845820" y="422910"/>
                  </a:lnTo>
                  <a:lnTo>
                    <a:pt x="842974" y="373592"/>
                  </a:lnTo>
                  <a:lnTo>
                    <a:pt x="834649" y="325944"/>
                  </a:lnTo>
                  <a:lnTo>
                    <a:pt x="821163" y="280285"/>
                  </a:lnTo>
                  <a:lnTo>
                    <a:pt x="802832" y="236930"/>
                  </a:lnTo>
                  <a:lnTo>
                    <a:pt x="779974" y="196199"/>
                  </a:lnTo>
                  <a:lnTo>
                    <a:pt x="752907" y="158407"/>
                  </a:lnTo>
                  <a:lnTo>
                    <a:pt x="721947" y="123872"/>
                  </a:lnTo>
                  <a:lnTo>
                    <a:pt x="687412" y="92912"/>
                  </a:lnTo>
                  <a:lnTo>
                    <a:pt x="649620" y="65845"/>
                  </a:lnTo>
                  <a:lnTo>
                    <a:pt x="608889" y="42987"/>
                  </a:lnTo>
                  <a:lnTo>
                    <a:pt x="565534" y="24656"/>
                  </a:lnTo>
                  <a:lnTo>
                    <a:pt x="519875" y="11170"/>
                  </a:lnTo>
                  <a:lnTo>
                    <a:pt x="472227" y="2845"/>
                  </a:lnTo>
                  <a:lnTo>
                    <a:pt x="422909" y="0"/>
                  </a:lnTo>
                  <a:close/>
                </a:path>
              </a:pathLst>
            </a:custGeom>
            <a:solidFill>
              <a:srgbClr val="152B77"/>
            </a:solidFill>
          </p:spPr>
          <p:txBody>
            <a:bodyPr wrap="square" lIns="0" tIns="0" rIns="0" bIns="0" rtlCol="0"/>
            <a:lstStyle/>
            <a:p>
              <a:endParaRPr/>
            </a:p>
          </p:txBody>
        </p:sp>
        <p:sp>
          <p:nvSpPr>
            <p:cNvPr id="97" name="object 97"/>
            <p:cNvSpPr/>
            <p:nvPr/>
          </p:nvSpPr>
          <p:spPr>
            <a:xfrm>
              <a:off x="7705344" y="3989832"/>
              <a:ext cx="845819" cy="845819"/>
            </a:xfrm>
            <a:custGeom>
              <a:avLst/>
              <a:gdLst/>
              <a:ahLst/>
              <a:cxnLst/>
              <a:rect l="l" t="t" r="r" b="b"/>
              <a:pathLst>
                <a:path w="845820" h="845820">
                  <a:moveTo>
                    <a:pt x="0" y="422910"/>
                  </a:moveTo>
                  <a:lnTo>
                    <a:pt x="2845" y="373592"/>
                  </a:lnTo>
                  <a:lnTo>
                    <a:pt x="11170" y="325944"/>
                  </a:lnTo>
                  <a:lnTo>
                    <a:pt x="24656" y="280285"/>
                  </a:lnTo>
                  <a:lnTo>
                    <a:pt x="42987" y="236930"/>
                  </a:lnTo>
                  <a:lnTo>
                    <a:pt x="65845" y="196199"/>
                  </a:lnTo>
                  <a:lnTo>
                    <a:pt x="92912" y="158407"/>
                  </a:lnTo>
                  <a:lnTo>
                    <a:pt x="123872" y="123872"/>
                  </a:lnTo>
                  <a:lnTo>
                    <a:pt x="158407" y="92912"/>
                  </a:lnTo>
                  <a:lnTo>
                    <a:pt x="196199" y="65845"/>
                  </a:lnTo>
                  <a:lnTo>
                    <a:pt x="236930" y="42987"/>
                  </a:lnTo>
                  <a:lnTo>
                    <a:pt x="280285" y="24656"/>
                  </a:lnTo>
                  <a:lnTo>
                    <a:pt x="325944" y="11170"/>
                  </a:lnTo>
                  <a:lnTo>
                    <a:pt x="373592" y="2845"/>
                  </a:lnTo>
                  <a:lnTo>
                    <a:pt x="422909" y="0"/>
                  </a:lnTo>
                  <a:lnTo>
                    <a:pt x="472227" y="2845"/>
                  </a:lnTo>
                  <a:lnTo>
                    <a:pt x="519875" y="11170"/>
                  </a:lnTo>
                  <a:lnTo>
                    <a:pt x="565534" y="24656"/>
                  </a:lnTo>
                  <a:lnTo>
                    <a:pt x="608889" y="42987"/>
                  </a:lnTo>
                  <a:lnTo>
                    <a:pt x="649620" y="65845"/>
                  </a:lnTo>
                  <a:lnTo>
                    <a:pt x="687412" y="92912"/>
                  </a:lnTo>
                  <a:lnTo>
                    <a:pt x="721947" y="123872"/>
                  </a:lnTo>
                  <a:lnTo>
                    <a:pt x="752907" y="158407"/>
                  </a:lnTo>
                  <a:lnTo>
                    <a:pt x="779974" y="196199"/>
                  </a:lnTo>
                  <a:lnTo>
                    <a:pt x="802832" y="236930"/>
                  </a:lnTo>
                  <a:lnTo>
                    <a:pt x="821163" y="280285"/>
                  </a:lnTo>
                  <a:lnTo>
                    <a:pt x="834649" y="325944"/>
                  </a:lnTo>
                  <a:lnTo>
                    <a:pt x="842974" y="373592"/>
                  </a:lnTo>
                  <a:lnTo>
                    <a:pt x="845820" y="422910"/>
                  </a:lnTo>
                  <a:lnTo>
                    <a:pt x="842974" y="472227"/>
                  </a:lnTo>
                  <a:lnTo>
                    <a:pt x="834649" y="519875"/>
                  </a:lnTo>
                  <a:lnTo>
                    <a:pt x="821163" y="565534"/>
                  </a:lnTo>
                  <a:lnTo>
                    <a:pt x="802832" y="608889"/>
                  </a:lnTo>
                  <a:lnTo>
                    <a:pt x="779974" y="649620"/>
                  </a:lnTo>
                  <a:lnTo>
                    <a:pt x="752907" y="687412"/>
                  </a:lnTo>
                  <a:lnTo>
                    <a:pt x="721947" y="721947"/>
                  </a:lnTo>
                  <a:lnTo>
                    <a:pt x="687412" y="752907"/>
                  </a:lnTo>
                  <a:lnTo>
                    <a:pt x="649620" y="779974"/>
                  </a:lnTo>
                  <a:lnTo>
                    <a:pt x="608889" y="802832"/>
                  </a:lnTo>
                  <a:lnTo>
                    <a:pt x="565534" y="821163"/>
                  </a:lnTo>
                  <a:lnTo>
                    <a:pt x="519875" y="834649"/>
                  </a:lnTo>
                  <a:lnTo>
                    <a:pt x="472227" y="842974"/>
                  </a:lnTo>
                  <a:lnTo>
                    <a:pt x="422909" y="845820"/>
                  </a:lnTo>
                  <a:lnTo>
                    <a:pt x="373592" y="842974"/>
                  </a:lnTo>
                  <a:lnTo>
                    <a:pt x="325944" y="834649"/>
                  </a:lnTo>
                  <a:lnTo>
                    <a:pt x="280285" y="821163"/>
                  </a:lnTo>
                  <a:lnTo>
                    <a:pt x="236930" y="802832"/>
                  </a:lnTo>
                  <a:lnTo>
                    <a:pt x="196199" y="779974"/>
                  </a:lnTo>
                  <a:lnTo>
                    <a:pt x="158407" y="752907"/>
                  </a:lnTo>
                  <a:lnTo>
                    <a:pt x="123872" y="721947"/>
                  </a:lnTo>
                  <a:lnTo>
                    <a:pt x="92912" y="687412"/>
                  </a:lnTo>
                  <a:lnTo>
                    <a:pt x="65845" y="649620"/>
                  </a:lnTo>
                  <a:lnTo>
                    <a:pt x="42987" y="608889"/>
                  </a:lnTo>
                  <a:lnTo>
                    <a:pt x="24656" y="565534"/>
                  </a:lnTo>
                  <a:lnTo>
                    <a:pt x="11170" y="519875"/>
                  </a:lnTo>
                  <a:lnTo>
                    <a:pt x="2845" y="472227"/>
                  </a:lnTo>
                  <a:lnTo>
                    <a:pt x="0" y="422910"/>
                  </a:lnTo>
                  <a:close/>
                </a:path>
              </a:pathLst>
            </a:custGeom>
            <a:ln w="6350">
              <a:solidFill>
                <a:srgbClr val="8197E9"/>
              </a:solidFill>
              <a:prstDash val="sysDash"/>
            </a:ln>
          </p:spPr>
          <p:txBody>
            <a:bodyPr wrap="square" lIns="0" tIns="0" rIns="0" bIns="0" rtlCol="0"/>
            <a:lstStyle/>
            <a:p>
              <a:endParaRPr/>
            </a:p>
          </p:txBody>
        </p:sp>
        <p:sp>
          <p:nvSpPr>
            <p:cNvPr id="98" name="object 98"/>
            <p:cNvSpPr/>
            <p:nvPr/>
          </p:nvSpPr>
          <p:spPr>
            <a:xfrm>
              <a:off x="7748016" y="4034028"/>
              <a:ext cx="759460" cy="759460"/>
            </a:xfrm>
            <a:custGeom>
              <a:avLst/>
              <a:gdLst/>
              <a:ahLst/>
              <a:cxnLst/>
              <a:rect l="l" t="t" r="r" b="b"/>
              <a:pathLst>
                <a:path w="759459" h="759460">
                  <a:moveTo>
                    <a:pt x="379475" y="0"/>
                  </a:moveTo>
                  <a:lnTo>
                    <a:pt x="331881" y="2957"/>
                  </a:lnTo>
                  <a:lnTo>
                    <a:pt x="286048" y="11591"/>
                  </a:lnTo>
                  <a:lnTo>
                    <a:pt x="242334" y="25546"/>
                  </a:lnTo>
                  <a:lnTo>
                    <a:pt x="201095" y="44467"/>
                  </a:lnTo>
                  <a:lnTo>
                    <a:pt x="162685" y="67997"/>
                  </a:lnTo>
                  <a:lnTo>
                    <a:pt x="127462" y="95781"/>
                  </a:lnTo>
                  <a:lnTo>
                    <a:pt x="95781" y="127462"/>
                  </a:lnTo>
                  <a:lnTo>
                    <a:pt x="67997" y="162685"/>
                  </a:lnTo>
                  <a:lnTo>
                    <a:pt x="44467" y="201095"/>
                  </a:lnTo>
                  <a:lnTo>
                    <a:pt x="25546" y="242334"/>
                  </a:lnTo>
                  <a:lnTo>
                    <a:pt x="11591" y="286048"/>
                  </a:lnTo>
                  <a:lnTo>
                    <a:pt x="2957" y="331881"/>
                  </a:lnTo>
                  <a:lnTo>
                    <a:pt x="0" y="379476"/>
                  </a:lnTo>
                  <a:lnTo>
                    <a:pt x="2957" y="427070"/>
                  </a:lnTo>
                  <a:lnTo>
                    <a:pt x="11591" y="472903"/>
                  </a:lnTo>
                  <a:lnTo>
                    <a:pt x="25546" y="516617"/>
                  </a:lnTo>
                  <a:lnTo>
                    <a:pt x="44467" y="557856"/>
                  </a:lnTo>
                  <a:lnTo>
                    <a:pt x="67997" y="596266"/>
                  </a:lnTo>
                  <a:lnTo>
                    <a:pt x="95781" y="631489"/>
                  </a:lnTo>
                  <a:lnTo>
                    <a:pt x="127462" y="663170"/>
                  </a:lnTo>
                  <a:lnTo>
                    <a:pt x="162685" y="690954"/>
                  </a:lnTo>
                  <a:lnTo>
                    <a:pt x="201095" y="714484"/>
                  </a:lnTo>
                  <a:lnTo>
                    <a:pt x="242334" y="733405"/>
                  </a:lnTo>
                  <a:lnTo>
                    <a:pt x="286048" y="747360"/>
                  </a:lnTo>
                  <a:lnTo>
                    <a:pt x="331881" y="755994"/>
                  </a:lnTo>
                  <a:lnTo>
                    <a:pt x="379475" y="758952"/>
                  </a:lnTo>
                  <a:lnTo>
                    <a:pt x="427070" y="755994"/>
                  </a:lnTo>
                  <a:lnTo>
                    <a:pt x="472903" y="747360"/>
                  </a:lnTo>
                  <a:lnTo>
                    <a:pt x="516617" y="733405"/>
                  </a:lnTo>
                  <a:lnTo>
                    <a:pt x="557856" y="714484"/>
                  </a:lnTo>
                  <a:lnTo>
                    <a:pt x="596266" y="690954"/>
                  </a:lnTo>
                  <a:lnTo>
                    <a:pt x="631489" y="663170"/>
                  </a:lnTo>
                  <a:lnTo>
                    <a:pt x="663170" y="631489"/>
                  </a:lnTo>
                  <a:lnTo>
                    <a:pt x="690954" y="596266"/>
                  </a:lnTo>
                  <a:lnTo>
                    <a:pt x="714484" y="557856"/>
                  </a:lnTo>
                  <a:lnTo>
                    <a:pt x="733405" y="516617"/>
                  </a:lnTo>
                  <a:lnTo>
                    <a:pt x="747360" y="472903"/>
                  </a:lnTo>
                  <a:lnTo>
                    <a:pt x="755994" y="427070"/>
                  </a:lnTo>
                  <a:lnTo>
                    <a:pt x="758951" y="379476"/>
                  </a:lnTo>
                  <a:lnTo>
                    <a:pt x="755994" y="331881"/>
                  </a:lnTo>
                  <a:lnTo>
                    <a:pt x="747360" y="286048"/>
                  </a:lnTo>
                  <a:lnTo>
                    <a:pt x="733405" y="242334"/>
                  </a:lnTo>
                  <a:lnTo>
                    <a:pt x="714484" y="201095"/>
                  </a:lnTo>
                  <a:lnTo>
                    <a:pt x="690954" y="162685"/>
                  </a:lnTo>
                  <a:lnTo>
                    <a:pt x="663170" y="127462"/>
                  </a:lnTo>
                  <a:lnTo>
                    <a:pt x="631489" y="95781"/>
                  </a:lnTo>
                  <a:lnTo>
                    <a:pt x="596266" y="67997"/>
                  </a:lnTo>
                  <a:lnTo>
                    <a:pt x="557856" y="44467"/>
                  </a:lnTo>
                  <a:lnTo>
                    <a:pt x="516617" y="25546"/>
                  </a:lnTo>
                  <a:lnTo>
                    <a:pt x="472903" y="11591"/>
                  </a:lnTo>
                  <a:lnTo>
                    <a:pt x="427070" y="2957"/>
                  </a:lnTo>
                  <a:lnTo>
                    <a:pt x="379475" y="0"/>
                  </a:lnTo>
                  <a:close/>
                </a:path>
              </a:pathLst>
            </a:custGeom>
            <a:solidFill>
              <a:srgbClr val="0A163B"/>
            </a:solidFill>
          </p:spPr>
          <p:txBody>
            <a:bodyPr wrap="square" lIns="0" tIns="0" rIns="0" bIns="0" rtlCol="0"/>
            <a:lstStyle/>
            <a:p>
              <a:endParaRPr/>
            </a:p>
          </p:txBody>
        </p:sp>
        <p:sp>
          <p:nvSpPr>
            <p:cNvPr id="99" name="object 99"/>
            <p:cNvSpPr/>
            <p:nvPr/>
          </p:nvSpPr>
          <p:spPr>
            <a:xfrm>
              <a:off x="7997952" y="4181856"/>
              <a:ext cx="260985" cy="262255"/>
            </a:xfrm>
            <a:custGeom>
              <a:avLst/>
              <a:gdLst/>
              <a:ahLst/>
              <a:cxnLst/>
              <a:rect l="l" t="t" r="r" b="b"/>
              <a:pathLst>
                <a:path w="260984" h="262254">
                  <a:moveTo>
                    <a:pt x="167299" y="216124"/>
                  </a:moveTo>
                  <a:lnTo>
                    <a:pt x="81922" y="216124"/>
                  </a:lnTo>
                  <a:lnTo>
                    <a:pt x="94551" y="217535"/>
                  </a:lnTo>
                  <a:lnTo>
                    <a:pt x="104608" y="225303"/>
                  </a:lnTo>
                  <a:lnTo>
                    <a:pt x="108712" y="238252"/>
                  </a:lnTo>
                  <a:lnTo>
                    <a:pt x="108712" y="262128"/>
                  </a:lnTo>
                  <a:lnTo>
                    <a:pt x="151892" y="262128"/>
                  </a:lnTo>
                  <a:lnTo>
                    <a:pt x="151926" y="238252"/>
                  </a:lnTo>
                  <a:lnTo>
                    <a:pt x="155654" y="224696"/>
                  </a:lnTo>
                  <a:lnTo>
                    <a:pt x="165131" y="216360"/>
                  </a:lnTo>
                  <a:lnTo>
                    <a:pt x="167299" y="216124"/>
                  </a:lnTo>
                  <a:close/>
                </a:path>
                <a:path w="260984" h="262254">
                  <a:moveTo>
                    <a:pt x="231077" y="215001"/>
                  </a:moveTo>
                  <a:lnTo>
                    <a:pt x="177609" y="215001"/>
                  </a:lnTo>
                  <a:lnTo>
                    <a:pt x="190373" y="222250"/>
                  </a:lnTo>
                  <a:lnTo>
                    <a:pt x="207137" y="239141"/>
                  </a:lnTo>
                  <a:lnTo>
                    <a:pt x="231077" y="215001"/>
                  </a:lnTo>
                  <a:close/>
                </a:path>
                <a:path w="260984" h="262254">
                  <a:moveTo>
                    <a:pt x="53467" y="22987"/>
                  </a:moveTo>
                  <a:lnTo>
                    <a:pt x="22987" y="53721"/>
                  </a:lnTo>
                  <a:lnTo>
                    <a:pt x="39750" y="70612"/>
                  </a:lnTo>
                  <a:lnTo>
                    <a:pt x="46233" y="82825"/>
                  </a:lnTo>
                  <a:lnTo>
                    <a:pt x="44846" y="95456"/>
                  </a:lnTo>
                  <a:lnTo>
                    <a:pt x="36911" y="105348"/>
                  </a:lnTo>
                  <a:lnTo>
                    <a:pt x="23749" y="109347"/>
                  </a:lnTo>
                  <a:lnTo>
                    <a:pt x="0" y="109347"/>
                  </a:lnTo>
                  <a:lnTo>
                    <a:pt x="0" y="152781"/>
                  </a:lnTo>
                  <a:lnTo>
                    <a:pt x="23749" y="152781"/>
                  </a:lnTo>
                  <a:lnTo>
                    <a:pt x="37873" y="156440"/>
                  </a:lnTo>
                  <a:lnTo>
                    <a:pt x="46259" y="165766"/>
                  </a:lnTo>
                  <a:lnTo>
                    <a:pt x="47359" y="178284"/>
                  </a:lnTo>
                  <a:lnTo>
                    <a:pt x="39624" y="191516"/>
                  </a:lnTo>
                  <a:lnTo>
                    <a:pt x="22859" y="208407"/>
                  </a:lnTo>
                  <a:lnTo>
                    <a:pt x="53340" y="239014"/>
                  </a:lnTo>
                  <a:lnTo>
                    <a:pt x="70103" y="222250"/>
                  </a:lnTo>
                  <a:lnTo>
                    <a:pt x="81922" y="216124"/>
                  </a:lnTo>
                  <a:lnTo>
                    <a:pt x="167299" y="216124"/>
                  </a:lnTo>
                  <a:lnTo>
                    <a:pt x="177609" y="215001"/>
                  </a:lnTo>
                  <a:lnTo>
                    <a:pt x="231077" y="215001"/>
                  </a:lnTo>
                  <a:lnTo>
                    <a:pt x="237617" y="208407"/>
                  </a:lnTo>
                  <a:lnTo>
                    <a:pt x="220979" y="191643"/>
                  </a:lnTo>
                  <a:lnTo>
                    <a:pt x="216045" y="183007"/>
                  </a:lnTo>
                  <a:lnTo>
                    <a:pt x="130301" y="183007"/>
                  </a:lnTo>
                  <a:lnTo>
                    <a:pt x="110243" y="178927"/>
                  </a:lnTo>
                  <a:lnTo>
                    <a:pt x="93852" y="167798"/>
                  </a:lnTo>
                  <a:lnTo>
                    <a:pt x="82796" y="151288"/>
                  </a:lnTo>
                  <a:lnTo>
                    <a:pt x="78740" y="131064"/>
                  </a:lnTo>
                  <a:lnTo>
                    <a:pt x="82796" y="110839"/>
                  </a:lnTo>
                  <a:lnTo>
                    <a:pt x="93853" y="94329"/>
                  </a:lnTo>
                  <a:lnTo>
                    <a:pt x="110243" y="83200"/>
                  </a:lnTo>
                  <a:lnTo>
                    <a:pt x="130301" y="79121"/>
                  </a:lnTo>
                  <a:lnTo>
                    <a:pt x="216342" y="79121"/>
                  </a:lnTo>
                  <a:lnTo>
                    <a:pt x="220979" y="70612"/>
                  </a:lnTo>
                  <a:lnTo>
                    <a:pt x="237744" y="53721"/>
                  </a:lnTo>
                  <a:lnTo>
                    <a:pt x="230378" y="46325"/>
                  </a:lnTo>
                  <a:lnTo>
                    <a:pt x="178306" y="46325"/>
                  </a:lnTo>
                  <a:lnTo>
                    <a:pt x="174186" y="45789"/>
                  </a:lnTo>
                  <a:lnTo>
                    <a:pt x="82030" y="45789"/>
                  </a:lnTo>
                  <a:lnTo>
                    <a:pt x="70230" y="39878"/>
                  </a:lnTo>
                  <a:lnTo>
                    <a:pt x="53467" y="22987"/>
                  </a:lnTo>
                  <a:close/>
                </a:path>
                <a:path w="260984" h="262254">
                  <a:moveTo>
                    <a:pt x="216342" y="79121"/>
                  </a:moveTo>
                  <a:lnTo>
                    <a:pt x="130301" y="79121"/>
                  </a:lnTo>
                  <a:lnTo>
                    <a:pt x="150433" y="83200"/>
                  </a:lnTo>
                  <a:lnTo>
                    <a:pt x="166862" y="94329"/>
                  </a:lnTo>
                  <a:lnTo>
                    <a:pt x="177932" y="110839"/>
                  </a:lnTo>
                  <a:lnTo>
                    <a:pt x="181991" y="131064"/>
                  </a:lnTo>
                  <a:lnTo>
                    <a:pt x="177932" y="151288"/>
                  </a:lnTo>
                  <a:lnTo>
                    <a:pt x="166862" y="167798"/>
                  </a:lnTo>
                  <a:lnTo>
                    <a:pt x="150433" y="178927"/>
                  </a:lnTo>
                  <a:lnTo>
                    <a:pt x="130301" y="183007"/>
                  </a:lnTo>
                  <a:lnTo>
                    <a:pt x="216045" y="183007"/>
                  </a:lnTo>
                  <a:lnTo>
                    <a:pt x="213836" y="179141"/>
                  </a:lnTo>
                  <a:lnTo>
                    <a:pt x="214693" y="166497"/>
                  </a:lnTo>
                  <a:lnTo>
                    <a:pt x="222694" y="156710"/>
                  </a:lnTo>
                  <a:lnTo>
                    <a:pt x="236981" y="152781"/>
                  </a:lnTo>
                  <a:lnTo>
                    <a:pt x="260603" y="152781"/>
                  </a:lnTo>
                  <a:lnTo>
                    <a:pt x="260603" y="109347"/>
                  </a:lnTo>
                  <a:lnTo>
                    <a:pt x="236981" y="109347"/>
                  </a:lnTo>
                  <a:lnTo>
                    <a:pt x="223408" y="105384"/>
                  </a:lnTo>
                  <a:lnTo>
                    <a:pt x="215455" y="95551"/>
                  </a:lnTo>
                  <a:lnTo>
                    <a:pt x="214290" y="83200"/>
                  </a:lnTo>
                  <a:lnTo>
                    <a:pt x="214323" y="82825"/>
                  </a:lnTo>
                  <a:lnTo>
                    <a:pt x="216342" y="79121"/>
                  </a:lnTo>
                  <a:close/>
                </a:path>
                <a:path w="260984" h="262254">
                  <a:moveTo>
                    <a:pt x="207264" y="23114"/>
                  </a:moveTo>
                  <a:lnTo>
                    <a:pt x="190500" y="39878"/>
                  </a:lnTo>
                  <a:lnTo>
                    <a:pt x="178306" y="46325"/>
                  </a:lnTo>
                  <a:lnTo>
                    <a:pt x="230378" y="46325"/>
                  </a:lnTo>
                  <a:lnTo>
                    <a:pt x="207264" y="23114"/>
                  </a:lnTo>
                  <a:close/>
                </a:path>
                <a:path w="260984" h="262254">
                  <a:moveTo>
                    <a:pt x="151892" y="0"/>
                  </a:moveTo>
                  <a:lnTo>
                    <a:pt x="108712" y="0"/>
                  </a:lnTo>
                  <a:lnTo>
                    <a:pt x="108712" y="23876"/>
                  </a:lnTo>
                  <a:lnTo>
                    <a:pt x="104628" y="36181"/>
                  </a:lnTo>
                  <a:lnTo>
                    <a:pt x="94615" y="44021"/>
                  </a:lnTo>
                  <a:lnTo>
                    <a:pt x="82030" y="45789"/>
                  </a:lnTo>
                  <a:lnTo>
                    <a:pt x="174186" y="45789"/>
                  </a:lnTo>
                  <a:lnTo>
                    <a:pt x="165719" y="44688"/>
                  </a:lnTo>
                  <a:lnTo>
                    <a:pt x="155870" y="36645"/>
                  </a:lnTo>
                  <a:lnTo>
                    <a:pt x="151892" y="23876"/>
                  </a:lnTo>
                  <a:lnTo>
                    <a:pt x="151892" y="0"/>
                  </a:lnTo>
                  <a:close/>
                </a:path>
              </a:pathLst>
            </a:custGeom>
            <a:solidFill>
              <a:srgbClr val="8197E9"/>
            </a:solidFill>
          </p:spPr>
          <p:txBody>
            <a:bodyPr wrap="square" lIns="0" tIns="0" rIns="0" bIns="0" rtlCol="0"/>
            <a:lstStyle/>
            <a:p>
              <a:endParaRPr/>
            </a:p>
          </p:txBody>
        </p:sp>
        <p:sp>
          <p:nvSpPr>
            <p:cNvPr id="100" name="object 100"/>
            <p:cNvSpPr/>
            <p:nvPr/>
          </p:nvSpPr>
          <p:spPr>
            <a:xfrm>
              <a:off x="7911084" y="4428744"/>
              <a:ext cx="214884" cy="216407"/>
            </a:xfrm>
            <a:prstGeom prst="rect">
              <a:avLst/>
            </a:prstGeom>
            <a:blipFill>
              <a:blip r:embed="rId22" cstate="print"/>
              <a:stretch>
                <a:fillRect/>
              </a:stretch>
            </a:blipFill>
          </p:spPr>
          <p:txBody>
            <a:bodyPr wrap="square" lIns="0" tIns="0" rIns="0" bIns="0" rtlCol="0"/>
            <a:lstStyle/>
            <a:p>
              <a:endParaRPr/>
            </a:p>
          </p:txBody>
        </p:sp>
        <p:sp>
          <p:nvSpPr>
            <p:cNvPr id="101" name="object 101"/>
            <p:cNvSpPr/>
            <p:nvPr/>
          </p:nvSpPr>
          <p:spPr>
            <a:xfrm>
              <a:off x="8165592" y="4447032"/>
              <a:ext cx="178307" cy="178307"/>
            </a:xfrm>
            <a:prstGeom prst="rect">
              <a:avLst/>
            </a:prstGeom>
            <a:blipFill>
              <a:blip r:embed="rId23" cstate="print"/>
              <a:stretch>
                <a:fillRect/>
              </a:stretch>
            </a:blipFill>
          </p:spPr>
          <p:txBody>
            <a:bodyPr wrap="square" lIns="0" tIns="0" rIns="0" bIns="0" rtlCol="0"/>
            <a:lstStyle/>
            <a:p>
              <a:endParaRPr/>
            </a:p>
          </p:txBody>
        </p:sp>
        <p:sp>
          <p:nvSpPr>
            <p:cNvPr id="102" name="object 102"/>
            <p:cNvSpPr/>
            <p:nvPr/>
          </p:nvSpPr>
          <p:spPr>
            <a:xfrm>
              <a:off x="8070850" y="4792726"/>
              <a:ext cx="113283" cy="113284"/>
            </a:xfrm>
            <a:prstGeom prst="rect">
              <a:avLst/>
            </a:prstGeom>
            <a:blipFill>
              <a:blip r:embed="rId16" cstate="print"/>
              <a:stretch>
                <a:fillRect/>
              </a:stretch>
            </a:blipFill>
          </p:spPr>
          <p:txBody>
            <a:bodyPr wrap="square" lIns="0" tIns="0" rIns="0" bIns="0" rtlCol="0"/>
            <a:lstStyle/>
            <a:p>
              <a:endParaRPr/>
            </a:p>
          </p:txBody>
        </p:sp>
        <p:sp>
          <p:nvSpPr>
            <p:cNvPr id="103" name="object 103"/>
            <p:cNvSpPr/>
            <p:nvPr/>
          </p:nvSpPr>
          <p:spPr>
            <a:xfrm>
              <a:off x="6801612" y="4413504"/>
              <a:ext cx="436245" cy="0"/>
            </a:xfrm>
            <a:custGeom>
              <a:avLst/>
              <a:gdLst/>
              <a:ahLst/>
              <a:cxnLst/>
              <a:rect l="l" t="t" r="r" b="b"/>
              <a:pathLst>
                <a:path w="436245">
                  <a:moveTo>
                    <a:pt x="0" y="0"/>
                  </a:moveTo>
                  <a:lnTo>
                    <a:pt x="435864" y="0"/>
                  </a:lnTo>
                </a:path>
              </a:pathLst>
            </a:custGeom>
            <a:ln w="6350">
              <a:solidFill>
                <a:srgbClr val="FFFFFF"/>
              </a:solidFill>
            </a:ln>
          </p:spPr>
          <p:txBody>
            <a:bodyPr wrap="square" lIns="0" tIns="0" rIns="0" bIns="0" rtlCol="0"/>
            <a:lstStyle/>
            <a:p>
              <a:endParaRPr/>
            </a:p>
          </p:txBody>
        </p:sp>
        <p:sp>
          <p:nvSpPr>
            <p:cNvPr id="104" name="object 104"/>
            <p:cNvSpPr/>
            <p:nvPr/>
          </p:nvSpPr>
          <p:spPr>
            <a:xfrm>
              <a:off x="6748018" y="4361434"/>
              <a:ext cx="105663" cy="104140"/>
            </a:xfrm>
            <a:prstGeom prst="rect">
              <a:avLst/>
            </a:prstGeom>
            <a:blipFill>
              <a:blip r:embed="rId14" cstate="print"/>
              <a:stretch>
                <a:fillRect/>
              </a:stretch>
            </a:blipFill>
          </p:spPr>
          <p:txBody>
            <a:bodyPr wrap="square" lIns="0" tIns="0" rIns="0" bIns="0" rtlCol="0"/>
            <a:lstStyle/>
            <a:p>
              <a:endParaRPr/>
            </a:p>
          </p:txBody>
        </p:sp>
        <p:sp>
          <p:nvSpPr>
            <p:cNvPr id="105" name="object 105"/>
            <p:cNvSpPr/>
            <p:nvPr/>
          </p:nvSpPr>
          <p:spPr>
            <a:xfrm>
              <a:off x="7249922" y="4354830"/>
              <a:ext cx="75437" cy="119506"/>
            </a:xfrm>
            <a:prstGeom prst="rect">
              <a:avLst/>
            </a:prstGeom>
            <a:blipFill>
              <a:blip r:embed="rId12" cstate="print"/>
              <a:stretch>
                <a:fillRect/>
              </a:stretch>
            </a:blipFill>
          </p:spPr>
          <p:txBody>
            <a:bodyPr wrap="square" lIns="0" tIns="0" rIns="0" bIns="0" rtlCol="0"/>
            <a:lstStyle/>
            <a:p>
              <a:endParaRPr/>
            </a:p>
          </p:txBody>
        </p:sp>
        <p:sp>
          <p:nvSpPr>
            <p:cNvPr id="106" name="object 106"/>
            <p:cNvSpPr/>
            <p:nvPr/>
          </p:nvSpPr>
          <p:spPr>
            <a:xfrm>
              <a:off x="7345934" y="4354830"/>
              <a:ext cx="75438" cy="119506"/>
            </a:xfrm>
            <a:prstGeom prst="rect">
              <a:avLst/>
            </a:prstGeom>
            <a:blipFill>
              <a:blip r:embed="rId12" cstate="print"/>
              <a:stretch>
                <a:fillRect/>
              </a:stretch>
            </a:blipFill>
          </p:spPr>
          <p:txBody>
            <a:bodyPr wrap="square" lIns="0" tIns="0" rIns="0" bIns="0" rtlCol="0"/>
            <a:lstStyle/>
            <a:p>
              <a:endParaRPr/>
            </a:p>
          </p:txBody>
        </p:sp>
        <p:sp>
          <p:nvSpPr>
            <p:cNvPr id="107" name="object 107"/>
            <p:cNvSpPr/>
            <p:nvPr/>
          </p:nvSpPr>
          <p:spPr>
            <a:xfrm>
              <a:off x="7441946" y="4354830"/>
              <a:ext cx="75437" cy="119506"/>
            </a:xfrm>
            <a:prstGeom prst="rect">
              <a:avLst/>
            </a:prstGeom>
            <a:blipFill>
              <a:blip r:embed="rId19" cstate="print"/>
              <a:stretch>
                <a:fillRect/>
              </a:stretch>
            </a:blipFill>
          </p:spPr>
          <p:txBody>
            <a:bodyPr wrap="square" lIns="0" tIns="0" rIns="0" bIns="0" rtlCol="0"/>
            <a:lstStyle/>
            <a:p>
              <a:endParaRPr/>
            </a:p>
          </p:txBody>
        </p:sp>
        <p:sp>
          <p:nvSpPr>
            <p:cNvPr id="108" name="object 108"/>
            <p:cNvSpPr/>
            <p:nvPr/>
          </p:nvSpPr>
          <p:spPr>
            <a:xfrm>
              <a:off x="7537958" y="4354830"/>
              <a:ext cx="75438" cy="119506"/>
            </a:xfrm>
            <a:prstGeom prst="rect">
              <a:avLst/>
            </a:prstGeom>
            <a:blipFill>
              <a:blip r:embed="rId12" cstate="print"/>
              <a:stretch>
                <a:fillRect/>
              </a:stretch>
            </a:blipFill>
          </p:spPr>
          <p:txBody>
            <a:bodyPr wrap="square" lIns="0" tIns="0" rIns="0" bIns="0" rtlCol="0"/>
            <a:lstStyle/>
            <a:p>
              <a:endParaRPr/>
            </a:p>
          </p:txBody>
        </p:sp>
      </p:grpSp>
      <p:grpSp>
        <p:nvGrpSpPr>
          <p:cNvPr id="109" name="object 109"/>
          <p:cNvGrpSpPr/>
          <p:nvPr/>
        </p:nvGrpSpPr>
        <p:grpSpPr>
          <a:xfrm>
            <a:off x="3465576" y="3401567"/>
            <a:ext cx="1881505" cy="535940"/>
            <a:chOff x="3465576" y="3401567"/>
            <a:chExt cx="1881505" cy="535940"/>
          </a:xfrm>
        </p:grpSpPr>
        <p:sp>
          <p:nvSpPr>
            <p:cNvPr id="110" name="object 110"/>
            <p:cNvSpPr/>
            <p:nvPr/>
          </p:nvSpPr>
          <p:spPr>
            <a:xfrm>
              <a:off x="3465576" y="3427475"/>
              <a:ext cx="288810" cy="326898"/>
            </a:xfrm>
            <a:prstGeom prst="rect">
              <a:avLst/>
            </a:prstGeom>
            <a:blipFill>
              <a:blip r:embed="rId24" cstate="print"/>
              <a:stretch>
                <a:fillRect/>
              </a:stretch>
            </a:blipFill>
          </p:spPr>
          <p:txBody>
            <a:bodyPr wrap="square" lIns="0" tIns="0" rIns="0" bIns="0" rtlCol="0"/>
            <a:lstStyle/>
            <a:p>
              <a:endParaRPr/>
            </a:p>
          </p:txBody>
        </p:sp>
        <p:sp>
          <p:nvSpPr>
            <p:cNvPr id="111" name="object 111"/>
            <p:cNvSpPr/>
            <p:nvPr/>
          </p:nvSpPr>
          <p:spPr>
            <a:xfrm>
              <a:off x="3631692" y="3401567"/>
              <a:ext cx="1421130" cy="345185"/>
            </a:xfrm>
            <a:prstGeom prst="rect">
              <a:avLst/>
            </a:prstGeom>
            <a:blipFill>
              <a:blip r:embed="rId25" cstate="print"/>
              <a:stretch>
                <a:fillRect/>
              </a:stretch>
            </a:blipFill>
          </p:spPr>
          <p:txBody>
            <a:bodyPr wrap="square" lIns="0" tIns="0" rIns="0" bIns="0" rtlCol="0"/>
            <a:lstStyle/>
            <a:p>
              <a:endParaRPr/>
            </a:p>
          </p:txBody>
        </p:sp>
        <p:sp>
          <p:nvSpPr>
            <p:cNvPr id="112" name="object 112"/>
            <p:cNvSpPr/>
            <p:nvPr/>
          </p:nvSpPr>
          <p:spPr>
            <a:xfrm>
              <a:off x="3465576" y="3610355"/>
              <a:ext cx="288810" cy="326898"/>
            </a:xfrm>
            <a:prstGeom prst="rect">
              <a:avLst/>
            </a:prstGeom>
            <a:blipFill>
              <a:blip r:embed="rId24" cstate="print"/>
              <a:stretch>
                <a:fillRect/>
              </a:stretch>
            </a:blipFill>
          </p:spPr>
          <p:txBody>
            <a:bodyPr wrap="square" lIns="0" tIns="0" rIns="0" bIns="0" rtlCol="0"/>
            <a:lstStyle/>
            <a:p>
              <a:endParaRPr/>
            </a:p>
          </p:txBody>
        </p:sp>
        <p:sp>
          <p:nvSpPr>
            <p:cNvPr id="113" name="object 113"/>
            <p:cNvSpPr/>
            <p:nvPr/>
          </p:nvSpPr>
          <p:spPr>
            <a:xfrm>
              <a:off x="3631692" y="3584447"/>
              <a:ext cx="1715262" cy="345185"/>
            </a:xfrm>
            <a:prstGeom prst="rect">
              <a:avLst/>
            </a:prstGeom>
            <a:blipFill>
              <a:blip r:embed="rId26" cstate="print"/>
              <a:stretch>
                <a:fillRect/>
              </a:stretch>
            </a:blipFill>
          </p:spPr>
          <p:txBody>
            <a:bodyPr wrap="square" lIns="0" tIns="0" rIns="0" bIns="0" rtlCol="0"/>
            <a:lstStyle/>
            <a:p>
              <a:endParaRPr/>
            </a:p>
          </p:txBody>
        </p:sp>
      </p:grpSp>
      <p:grpSp>
        <p:nvGrpSpPr>
          <p:cNvPr id="114" name="object 114"/>
          <p:cNvGrpSpPr/>
          <p:nvPr/>
        </p:nvGrpSpPr>
        <p:grpSpPr>
          <a:xfrm>
            <a:off x="5824601" y="3048507"/>
            <a:ext cx="852169" cy="1790700"/>
            <a:chOff x="5824601" y="3048507"/>
            <a:chExt cx="852169" cy="1790700"/>
          </a:xfrm>
        </p:grpSpPr>
        <p:sp>
          <p:nvSpPr>
            <p:cNvPr id="115" name="object 115"/>
            <p:cNvSpPr/>
            <p:nvPr/>
          </p:nvSpPr>
          <p:spPr>
            <a:xfrm>
              <a:off x="5827776" y="3989831"/>
              <a:ext cx="845819" cy="845819"/>
            </a:xfrm>
            <a:custGeom>
              <a:avLst/>
              <a:gdLst/>
              <a:ahLst/>
              <a:cxnLst/>
              <a:rect l="l" t="t" r="r" b="b"/>
              <a:pathLst>
                <a:path w="845820" h="845820">
                  <a:moveTo>
                    <a:pt x="422910" y="0"/>
                  </a:moveTo>
                  <a:lnTo>
                    <a:pt x="373592" y="2845"/>
                  </a:lnTo>
                  <a:lnTo>
                    <a:pt x="325944" y="11170"/>
                  </a:lnTo>
                  <a:lnTo>
                    <a:pt x="280285" y="24656"/>
                  </a:lnTo>
                  <a:lnTo>
                    <a:pt x="236930" y="42987"/>
                  </a:lnTo>
                  <a:lnTo>
                    <a:pt x="196199" y="65845"/>
                  </a:lnTo>
                  <a:lnTo>
                    <a:pt x="158407" y="92912"/>
                  </a:lnTo>
                  <a:lnTo>
                    <a:pt x="123872" y="123872"/>
                  </a:lnTo>
                  <a:lnTo>
                    <a:pt x="92912" y="158407"/>
                  </a:lnTo>
                  <a:lnTo>
                    <a:pt x="65845" y="196199"/>
                  </a:lnTo>
                  <a:lnTo>
                    <a:pt x="42987" y="236930"/>
                  </a:lnTo>
                  <a:lnTo>
                    <a:pt x="24656" y="280285"/>
                  </a:lnTo>
                  <a:lnTo>
                    <a:pt x="11170" y="325944"/>
                  </a:lnTo>
                  <a:lnTo>
                    <a:pt x="2845" y="373592"/>
                  </a:lnTo>
                  <a:lnTo>
                    <a:pt x="0" y="422910"/>
                  </a:lnTo>
                  <a:lnTo>
                    <a:pt x="2845" y="472227"/>
                  </a:lnTo>
                  <a:lnTo>
                    <a:pt x="11170" y="519875"/>
                  </a:lnTo>
                  <a:lnTo>
                    <a:pt x="24656" y="565534"/>
                  </a:lnTo>
                  <a:lnTo>
                    <a:pt x="42987" y="608889"/>
                  </a:lnTo>
                  <a:lnTo>
                    <a:pt x="65845" y="649620"/>
                  </a:lnTo>
                  <a:lnTo>
                    <a:pt x="92912" y="687412"/>
                  </a:lnTo>
                  <a:lnTo>
                    <a:pt x="123872" y="721947"/>
                  </a:lnTo>
                  <a:lnTo>
                    <a:pt x="158407" y="752907"/>
                  </a:lnTo>
                  <a:lnTo>
                    <a:pt x="196199" y="779974"/>
                  </a:lnTo>
                  <a:lnTo>
                    <a:pt x="236930" y="802832"/>
                  </a:lnTo>
                  <a:lnTo>
                    <a:pt x="280285" y="821163"/>
                  </a:lnTo>
                  <a:lnTo>
                    <a:pt x="325944" y="834649"/>
                  </a:lnTo>
                  <a:lnTo>
                    <a:pt x="373592" y="842974"/>
                  </a:lnTo>
                  <a:lnTo>
                    <a:pt x="422910" y="845820"/>
                  </a:lnTo>
                  <a:lnTo>
                    <a:pt x="472227" y="842974"/>
                  </a:lnTo>
                  <a:lnTo>
                    <a:pt x="519875" y="834649"/>
                  </a:lnTo>
                  <a:lnTo>
                    <a:pt x="565534" y="821163"/>
                  </a:lnTo>
                  <a:lnTo>
                    <a:pt x="608889" y="802832"/>
                  </a:lnTo>
                  <a:lnTo>
                    <a:pt x="649620" y="779974"/>
                  </a:lnTo>
                  <a:lnTo>
                    <a:pt x="687412" y="752907"/>
                  </a:lnTo>
                  <a:lnTo>
                    <a:pt x="721947" y="721947"/>
                  </a:lnTo>
                  <a:lnTo>
                    <a:pt x="752907" y="687412"/>
                  </a:lnTo>
                  <a:lnTo>
                    <a:pt x="779974" y="649620"/>
                  </a:lnTo>
                  <a:lnTo>
                    <a:pt x="802832" y="608889"/>
                  </a:lnTo>
                  <a:lnTo>
                    <a:pt x="821163" y="565534"/>
                  </a:lnTo>
                  <a:lnTo>
                    <a:pt x="834649" y="519875"/>
                  </a:lnTo>
                  <a:lnTo>
                    <a:pt x="842974" y="472227"/>
                  </a:lnTo>
                  <a:lnTo>
                    <a:pt x="845820" y="422910"/>
                  </a:lnTo>
                  <a:lnTo>
                    <a:pt x="842974" y="373592"/>
                  </a:lnTo>
                  <a:lnTo>
                    <a:pt x="834649" y="325944"/>
                  </a:lnTo>
                  <a:lnTo>
                    <a:pt x="821163" y="280285"/>
                  </a:lnTo>
                  <a:lnTo>
                    <a:pt x="802832" y="236930"/>
                  </a:lnTo>
                  <a:lnTo>
                    <a:pt x="779974" y="196199"/>
                  </a:lnTo>
                  <a:lnTo>
                    <a:pt x="752907" y="158407"/>
                  </a:lnTo>
                  <a:lnTo>
                    <a:pt x="721947" y="123872"/>
                  </a:lnTo>
                  <a:lnTo>
                    <a:pt x="687412" y="92912"/>
                  </a:lnTo>
                  <a:lnTo>
                    <a:pt x="649620" y="65845"/>
                  </a:lnTo>
                  <a:lnTo>
                    <a:pt x="608889" y="42987"/>
                  </a:lnTo>
                  <a:lnTo>
                    <a:pt x="565534" y="24656"/>
                  </a:lnTo>
                  <a:lnTo>
                    <a:pt x="519875" y="11170"/>
                  </a:lnTo>
                  <a:lnTo>
                    <a:pt x="472227" y="2845"/>
                  </a:lnTo>
                  <a:lnTo>
                    <a:pt x="422910" y="0"/>
                  </a:lnTo>
                  <a:close/>
                </a:path>
              </a:pathLst>
            </a:custGeom>
            <a:solidFill>
              <a:srgbClr val="152B77"/>
            </a:solidFill>
          </p:spPr>
          <p:txBody>
            <a:bodyPr wrap="square" lIns="0" tIns="0" rIns="0" bIns="0" rtlCol="0"/>
            <a:lstStyle/>
            <a:p>
              <a:endParaRPr/>
            </a:p>
          </p:txBody>
        </p:sp>
        <p:sp>
          <p:nvSpPr>
            <p:cNvPr id="116" name="object 116"/>
            <p:cNvSpPr/>
            <p:nvPr/>
          </p:nvSpPr>
          <p:spPr>
            <a:xfrm>
              <a:off x="5827776" y="3989831"/>
              <a:ext cx="845819" cy="845819"/>
            </a:xfrm>
            <a:custGeom>
              <a:avLst/>
              <a:gdLst/>
              <a:ahLst/>
              <a:cxnLst/>
              <a:rect l="l" t="t" r="r" b="b"/>
              <a:pathLst>
                <a:path w="845820" h="845820">
                  <a:moveTo>
                    <a:pt x="0" y="422910"/>
                  </a:moveTo>
                  <a:lnTo>
                    <a:pt x="2845" y="373592"/>
                  </a:lnTo>
                  <a:lnTo>
                    <a:pt x="11170" y="325944"/>
                  </a:lnTo>
                  <a:lnTo>
                    <a:pt x="24656" y="280285"/>
                  </a:lnTo>
                  <a:lnTo>
                    <a:pt x="42987" y="236930"/>
                  </a:lnTo>
                  <a:lnTo>
                    <a:pt x="65845" y="196199"/>
                  </a:lnTo>
                  <a:lnTo>
                    <a:pt x="92912" y="158407"/>
                  </a:lnTo>
                  <a:lnTo>
                    <a:pt x="123872" y="123872"/>
                  </a:lnTo>
                  <a:lnTo>
                    <a:pt x="158407" y="92912"/>
                  </a:lnTo>
                  <a:lnTo>
                    <a:pt x="196199" y="65845"/>
                  </a:lnTo>
                  <a:lnTo>
                    <a:pt x="236930" y="42987"/>
                  </a:lnTo>
                  <a:lnTo>
                    <a:pt x="280285" y="24656"/>
                  </a:lnTo>
                  <a:lnTo>
                    <a:pt x="325944" y="11170"/>
                  </a:lnTo>
                  <a:lnTo>
                    <a:pt x="373592" y="2845"/>
                  </a:lnTo>
                  <a:lnTo>
                    <a:pt x="422910" y="0"/>
                  </a:lnTo>
                  <a:lnTo>
                    <a:pt x="472227" y="2845"/>
                  </a:lnTo>
                  <a:lnTo>
                    <a:pt x="519875" y="11170"/>
                  </a:lnTo>
                  <a:lnTo>
                    <a:pt x="565534" y="24656"/>
                  </a:lnTo>
                  <a:lnTo>
                    <a:pt x="608889" y="42987"/>
                  </a:lnTo>
                  <a:lnTo>
                    <a:pt x="649620" y="65845"/>
                  </a:lnTo>
                  <a:lnTo>
                    <a:pt x="687412" y="92912"/>
                  </a:lnTo>
                  <a:lnTo>
                    <a:pt x="721947" y="123872"/>
                  </a:lnTo>
                  <a:lnTo>
                    <a:pt x="752907" y="158407"/>
                  </a:lnTo>
                  <a:lnTo>
                    <a:pt x="779974" y="196199"/>
                  </a:lnTo>
                  <a:lnTo>
                    <a:pt x="802832" y="236930"/>
                  </a:lnTo>
                  <a:lnTo>
                    <a:pt x="821163" y="280285"/>
                  </a:lnTo>
                  <a:lnTo>
                    <a:pt x="834649" y="325944"/>
                  </a:lnTo>
                  <a:lnTo>
                    <a:pt x="842974" y="373592"/>
                  </a:lnTo>
                  <a:lnTo>
                    <a:pt x="845820" y="422910"/>
                  </a:lnTo>
                  <a:lnTo>
                    <a:pt x="842974" y="472227"/>
                  </a:lnTo>
                  <a:lnTo>
                    <a:pt x="834649" y="519875"/>
                  </a:lnTo>
                  <a:lnTo>
                    <a:pt x="821163" y="565534"/>
                  </a:lnTo>
                  <a:lnTo>
                    <a:pt x="802832" y="608889"/>
                  </a:lnTo>
                  <a:lnTo>
                    <a:pt x="779974" y="649620"/>
                  </a:lnTo>
                  <a:lnTo>
                    <a:pt x="752907" y="687412"/>
                  </a:lnTo>
                  <a:lnTo>
                    <a:pt x="721947" y="721947"/>
                  </a:lnTo>
                  <a:lnTo>
                    <a:pt x="687412" y="752907"/>
                  </a:lnTo>
                  <a:lnTo>
                    <a:pt x="649620" y="779974"/>
                  </a:lnTo>
                  <a:lnTo>
                    <a:pt x="608889" y="802832"/>
                  </a:lnTo>
                  <a:lnTo>
                    <a:pt x="565534" y="821163"/>
                  </a:lnTo>
                  <a:lnTo>
                    <a:pt x="519875" y="834649"/>
                  </a:lnTo>
                  <a:lnTo>
                    <a:pt x="472227" y="842974"/>
                  </a:lnTo>
                  <a:lnTo>
                    <a:pt x="422910" y="845820"/>
                  </a:lnTo>
                  <a:lnTo>
                    <a:pt x="373592" y="842974"/>
                  </a:lnTo>
                  <a:lnTo>
                    <a:pt x="325944" y="834649"/>
                  </a:lnTo>
                  <a:lnTo>
                    <a:pt x="280285" y="821163"/>
                  </a:lnTo>
                  <a:lnTo>
                    <a:pt x="236930" y="802832"/>
                  </a:lnTo>
                  <a:lnTo>
                    <a:pt x="196199" y="779974"/>
                  </a:lnTo>
                  <a:lnTo>
                    <a:pt x="158407" y="752907"/>
                  </a:lnTo>
                  <a:lnTo>
                    <a:pt x="123872" y="721947"/>
                  </a:lnTo>
                  <a:lnTo>
                    <a:pt x="92912" y="687412"/>
                  </a:lnTo>
                  <a:lnTo>
                    <a:pt x="65845" y="649620"/>
                  </a:lnTo>
                  <a:lnTo>
                    <a:pt x="42987" y="608889"/>
                  </a:lnTo>
                  <a:lnTo>
                    <a:pt x="24656" y="565534"/>
                  </a:lnTo>
                  <a:lnTo>
                    <a:pt x="11170" y="519875"/>
                  </a:lnTo>
                  <a:lnTo>
                    <a:pt x="2845" y="472227"/>
                  </a:lnTo>
                  <a:lnTo>
                    <a:pt x="0" y="422910"/>
                  </a:lnTo>
                  <a:close/>
                </a:path>
              </a:pathLst>
            </a:custGeom>
            <a:ln w="6350">
              <a:solidFill>
                <a:srgbClr val="8197E9"/>
              </a:solidFill>
              <a:prstDash val="sysDash"/>
            </a:ln>
          </p:spPr>
          <p:txBody>
            <a:bodyPr wrap="square" lIns="0" tIns="0" rIns="0" bIns="0" rtlCol="0"/>
            <a:lstStyle/>
            <a:p>
              <a:endParaRPr/>
            </a:p>
          </p:txBody>
        </p:sp>
        <p:sp>
          <p:nvSpPr>
            <p:cNvPr id="117" name="object 117"/>
            <p:cNvSpPr/>
            <p:nvPr/>
          </p:nvSpPr>
          <p:spPr>
            <a:xfrm>
              <a:off x="5871972" y="4034027"/>
              <a:ext cx="757555" cy="759460"/>
            </a:xfrm>
            <a:custGeom>
              <a:avLst/>
              <a:gdLst/>
              <a:ahLst/>
              <a:cxnLst/>
              <a:rect l="l" t="t" r="r" b="b"/>
              <a:pathLst>
                <a:path w="757554" h="759460">
                  <a:moveTo>
                    <a:pt x="378713" y="0"/>
                  </a:moveTo>
                  <a:lnTo>
                    <a:pt x="331206" y="2957"/>
                  </a:lnTo>
                  <a:lnTo>
                    <a:pt x="285461" y="11591"/>
                  </a:lnTo>
                  <a:lnTo>
                    <a:pt x="241831" y="25546"/>
                  </a:lnTo>
                  <a:lnTo>
                    <a:pt x="200673" y="44467"/>
                  </a:lnTo>
                  <a:lnTo>
                    <a:pt x="162341" y="67997"/>
                  </a:lnTo>
                  <a:lnTo>
                    <a:pt x="127190" y="95781"/>
                  </a:lnTo>
                  <a:lnTo>
                    <a:pt x="95574" y="127462"/>
                  </a:lnTo>
                  <a:lnTo>
                    <a:pt x="67849" y="162685"/>
                  </a:lnTo>
                  <a:lnTo>
                    <a:pt x="44370" y="201095"/>
                  </a:lnTo>
                  <a:lnTo>
                    <a:pt x="25490" y="242334"/>
                  </a:lnTo>
                  <a:lnTo>
                    <a:pt x="11565" y="286048"/>
                  </a:lnTo>
                  <a:lnTo>
                    <a:pt x="2950" y="331881"/>
                  </a:lnTo>
                  <a:lnTo>
                    <a:pt x="0" y="379476"/>
                  </a:lnTo>
                  <a:lnTo>
                    <a:pt x="2950" y="427070"/>
                  </a:lnTo>
                  <a:lnTo>
                    <a:pt x="11565" y="472903"/>
                  </a:lnTo>
                  <a:lnTo>
                    <a:pt x="25490" y="516617"/>
                  </a:lnTo>
                  <a:lnTo>
                    <a:pt x="44370" y="557856"/>
                  </a:lnTo>
                  <a:lnTo>
                    <a:pt x="67849" y="596266"/>
                  </a:lnTo>
                  <a:lnTo>
                    <a:pt x="95574" y="631489"/>
                  </a:lnTo>
                  <a:lnTo>
                    <a:pt x="127190" y="663170"/>
                  </a:lnTo>
                  <a:lnTo>
                    <a:pt x="162341" y="690954"/>
                  </a:lnTo>
                  <a:lnTo>
                    <a:pt x="200673" y="714484"/>
                  </a:lnTo>
                  <a:lnTo>
                    <a:pt x="241831" y="733405"/>
                  </a:lnTo>
                  <a:lnTo>
                    <a:pt x="285461" y="747360"/>
                  </a:lnTo>
                  <a:lnTo>
                    <a:pt x="331206" y="755994"/>
                  </a:lnTo>
                  <a:lnTo>
                    <a:pt x="378713" y="758952"/>
                  </a:lnTo>
                  <a:lnTo>
                    <a:pt x="426221" y="755994"/>
                  </a:lnTo>
                  <a:lnTo>
                    <a:pt x="471966" y="747360"/>
                  </a:lnTo>
                  <a:lnTo>
                    <a:pt x="515596" y="733405"/>
                  </a:lnTo>
                  <a:lnTo>
                    <a:pt x="556754" y="714484"/>
                  </a:lnTo>
                  <a:lnTo>
                    <a:pt x="595086" y="690954"/>
                  </a:lnTo>
                  <a:lnTo>
                    <a:pt x="630237" y="663170"/>
                  </a:lnTo>
                  <a:lnTo>
                    <a:pt x="661853" y="631489"/>
                  </a:lnTo>
                  <a:lnTo>
                    <a:pt x="689578" y="596266"/>
                  </a:lnTo>
                  <a:lnTo>
                    <a:pt x="713057" y="557856"/>
                  </a:lnTo>
                  <a:lnTo>
                    <a:pt x="731937" y="516617"/>
                  </a:lnTo>
                  <a:lnTo>
                    <a:pt x="745862" y="472903"/>
                  </a:lnTo>
                  <a:lnTo>
                    <a:pt x="754477" y="427070"/>
                  </a:lnTo>
                  <a:lnTo>
                    <a:pt x="757427" y="379476"/>
                  </a:lnTo>
                  <a:lnTo>
                    <a:pt x="754477" y="331881"/>
                  </a:lnTo>
                  <a:lnTo>
                    <a:pt x="745862" y="286048"/>
                  </a:lnTo>
                  <a:lnTo>
                    <a:pt x="731937" y="242334"/>
                  </a:lnTo>
                  <a:lnTo>
                    <a:pt x="713057" y="201095"/>
                  </a:lnTo>
                  <a:lnTo>
                    <a:pt x="689578" y="162685"/>
                  </a:lnTo>
                  <a:lnTo>
                    <a:pt x="661853" y="127462"/>
                  </a:lnTo>
                  <a:lnTo>
                    <a:pt x="630237" y="95781"/>
                  </a:lnTo>
                  <a:lnTo>
                    <a:pt x="595086" y="67997"/>
                  </a:lnTo>
                  <a:lnTo>
                    <a:pt x="556754" y="44467"/>
                  </a:lnTo>
                  <a:lnTo>
                    <a:pt x="515596" y="25546"/>
                  </a:lnTo>
                  <a:lnTo>
                    <a:pt x="471966" y="11591"/>
                  </a:lnTo>
                  <a:lnTo>
                    <a:pt x="426221" y="2957"/>
                  </a:lnTo>
                  <a:lnTo>
                    <a:pt x="378713" y="0"/>
                  </a:lnTo>
                  <a:close/>
                </a:path>
              </a:pathLst>
            </a:custGeom>
            <a:solidFill>
              <a:srgbClr val="0A163B"/>
            </a:solidFill>
          </p:spPr>
          <p:txBody>
            <a:bodyPr wrap="square" lIns="0" tIns="0" rIns="0" bIns="0" rtlCol="0"/>
            <a:lstStyle/>
            <a:p>
              <a:endParaRPr/>
            </a:p>
          </p:txBody>
        </p:sp>
        <p:sp>
          <p:nvSpPr>
            <p:cNvPr id="118" name="object 118"/>
            <p:cNvSpPr/>
            <p:nvPr/>
          </p:nvSpPr>
          <p:spPr>
            <a:xfrm>
              <a:off x="6251448" y="3424427"/>
              <a:ext cx="0" cy="537210"/>
            </a:xfrm>
            <a:custGeom>
              <a:avLst/>
              <a:gdLst/>
              <a:ahLst/>
              <a:cxnLst/>
              <a:rect l="l" t="t" r="r" b="b"/>
              <a:pathLst>
                <a:path h="537210">
                  <a:moveTo>
                    <a:pt x="0" y="536956"/>
                  </a:moveTo>
                  <a:lnTo>
                    <a:pt x="0" y="0"/>
                  </a:lnTo>
                </a:path>
              </a:pathLst>
            </a:custGeom>
            <a:ln w="6350">
              <a:solidFill>
                <a:srgbClr val="FFFFFF"/>
              </a:solidFill>
            </a:ln>
          </p:spPr>
          <p:txBody>
            <a:bodyPr wrap="square" lIns="0" tIns="0" rIns="0" bIns="0" rtlCol="0"/>
            <a:lstStyle/>
            <a:p>
              <a:endParaRPr/>
            </a:p>
          </p:txBody>
        </p:sp>
        <p:sp>
          <p:nvSpPr>
            <p:cNvPr id="119" name="object 119"/>
            <p:cNvSpPr/>
            <p:nvPr/>
          </p:nvSpPr>
          <p:spPr>
            <a:xfrm>
              <a:off x="6199378" y="3908805"/>
              <a:ext cx="104139" cy="105663"/>
            </a:xfrm>
            <a:prstGeom prst="rect">
              <a:avLst/>
            </a:prstGeom>
            <a:blipFill>
              <a:blip r:embed="rId27" cstate="print"/>
              <a:stretch>
                <a:fillRect/>
              </a:stretch>
            </a:blipFill>
          </p:spPr>
          <p:txBody>
            <a:bodyPr wrap="square" lIns="0" tIns="0" rIns="0" bIns="0" rtlCol="0"/>
            <a:lstStyle/>
            <a:p>
              <a:endParaRPr/>
            </a:p>
          </p:txBody>
        </p:sp>
        <p:sp>
          <p:nvSpPr>
            <p:cNvPr id="120" name="object 120"/>
            <p:cNvSpPr/>
            <p:nvPr/>
          </p:nvSpPr>
          <p:spPr>
            <a:xfrm>
              <a:off x="6192774" y="3336543"/>
              <a:ext cx="119506" cy="74040"/>
            </a:xfrm>
            <a:prstGeom prst="rect">
              <a:avLst/>
            </a:prstGeom>
            <a:blipFill>
              <a:blip r:embed="rId28" cstate="print"/>
              <a:stretch>
                <a:fillRect/>
              </a:stretch>
            </a:blipFill>
          </p:spPr>
          <p:txBody>
            <a:bodyPr wrap="square" lIns="0" tIns="0" rIns="0" bIns="0" rtlCol="0"/>
            <a:lstStyle/>
            <a:p>
              <a:endParaRPr/>
            </a:p>
          </p:txBody>
        </p:sp>
        <p:sp>
          <p:nvSpPr>
            <p:cNvPr id="121" name="object 121"/>
            <p:cNvSpPr/>
            <p:nvPr/>
          </p:nvSpPr>
          <p:spPr>
            <a:xfrm>
              <a:off x="6192774" y="3240531"/>
              <a:ext cx="119506" cy="74040"/>
            </a:xfrm>
            <a:prstGeom prst="rect">
              <a:avLst/>
            </a:prstGeom>
            <a:blipFill>
              <a:blip r:embed="rId29" cstate="print"/>
              <a:stretch>
                <a:fillRect/>
              </a:stretch>
            </a:blipFill>
          </p:spPr>
          <p:txBody>
            <a:bodyPr wrap="square" lIns="0" tIns="0" rIns="0" bIns="0" rtlCol="0"/>
            <a:lstStyle/>
            <a:p>
              <a:endParaRPr/>
            </a:p>
          </p:txBody>
        </p:sp>
        <p:sp>
          <p:nvSpPr>
            <p:cNvPr id="122" name="object 122"/>
            <p:cNvSpPr/>
            <p:nvPr/>
          </p:nvSpPr>
          <p:spPr>
            <a:xfrm>
              <a:off x="6192774" y="3144519"/>
              <a:ext cx="119506" cy="74040"/>
            </a:xfrm>
            <a:prstGeom prst="rect">
              <a:avLst/>
            </a:prstGeom>
            <a:blipFill>
              <a:blip r:embed="rId29" cstate="print"/>
              <a:stretch>
                <a:fillRect/>
              </a:stretch>
            </a:blipFill>
          </p:spPr>
          <p:txBody>
            <a:bodyPr wrap="square" lIns="0" tIns="0" rIns="0" bIns="0" rtlCol="0"/>
            <a:lstStyle/>
            <a:p>
              <a:endParaRPr/>
            </a:p>
          </p:txBody>
        </p:sp>
        <p:sp>
          <p:nvSpPr>
            <p:cNvPr id="123" name="object 123"/>
            <p:cNvSpPr/>
            <p:nvPr/>
          </p:nvSpPr>
          <p:spPr>
            <a:xfrm>
              <a:off x="6192774" y="3048507"/>
              <a:ext cx="119506" cy="74040"/>
            </a:xfrm>
            <a:prstGeom prst="rect">
              <a:avLst/>
            </a:prstGeom>
            <a:blipFill>
              <a:blip r:embed="rId29" cstate="print"/>
              <a:stretch>
                <a:fillRect/>
              </a:stretch>
            </a:blipFill>
          </p:spPr>
          <p:txBody>
            <a:bodyPr wrap="square" lIns="0" tIns="0" rIns="0" bIns="0" rtlCol="0"/>
            <a:lstStyle/>
            <a:p>
              <a:endParaRPr/>
            </a:p>
          </p:txBody>
        </p:sp>
        <p:sp>
          <p:nvSpPr>
            <p:cNvPr id="124" name="object 124"/>
            <p:cNvSpPr/>
            <p:nvPr/>
          </p:nvSpPr>
          <p:spPr>
            <a:xfrm>
              <a:off x="6012180" y="4175759"/>
              <a:ext cx="477520" cy="475615"/>
            </a:xfrm>
            <a:custGeom>
              <a:avLst/>
              <a:gdLst/>
              <a:ahLst/>
              <a:cxnLst/>
              <a:rect l="l" t="t" r="r" b="b"/>
              <a:pathLst>
                <a:path w="477520" h="475614">
                  <a:moveTo>
                    <a:pt x="393065" y="263525"/>
                  </a:moveTo>
                  <a:lnTo>
                    <a:pt x="83947" y="263525"/>
                  </a:lnTo>
                  <a:lnTo>
                    <a:pt x="69826" y="266376"/>
                  </a:lnTo>
                  <a:lnTo>
                    <a:pt x="58324" y="274145"/>
                  </a:lnTo>
                  <a:lnTo>
                    <a:pt x="50585" y="285652"/>
                  </a:lnTo>
                  <a:lnTo>
                    <a:pt x="47752" y="299719"/>
                  </a:lnTo>
                  <a:lnTo>
                    <a:pt x="47752" y="362203"/>
                  </a:lnTo>
                  <a:lnTo>
                    <a:pt x="28825" y="368940"/>
                  </a:lnTo>
                  <a:lnTo>
                    <a:pt x="13684" y="381428"/>
                  </a:lnTo>
                  <a:lnTo>
                    <a:pt x="3639" y="398369"/>
                  </a:lnTo>
                  <a:lnTo>
                    <a:pt x="0" y="418464"/>
                  </a:lnTo>
                  <a:lnTo>
                    <a:pt x="4502" y="440662"/>
                  </a:lnTo>
                  <a:lnTo>
                    <a:pt x="16779" y="458787"/>
                  </a:lnTo>
                  <a:lnTo>
                    <a:pt x="34986" y="471007"/>
                  </a:lnTo>
                  <a:lnTo>
                    <a:pt x="57277" y="475488"/>
                  </a:lnTo>
                  <a:lnTo>
                    <a:pt x="79494" y="471007"/>
                  </a:lnTo>
                  <a:lnTo>
                    <a:pt x="97663" y="458787"/>
                  </a:lnTo>
                  <a:lnTo>
                    <a:pt x="109926" y="440662"/>
                  </a:lnTo>
                  <a:lnTo>
                    <a:pt x="114427" y="418464"/>
                  </a:lnTo>
                  <a:lnTo>
                    <a:pt x="110771" y="398369"/>
                  </a:lnTo>
                  <a:lnTo>
                    <a:pt x="100711" y="381428"/>
                  </a:lnTo>
                  <a:lnTo>
                    <a:pt x="85601" y="368940"/>
                  </a:lnTo>
                  <a:lnTo>
                    <a:pt x="66802" y="362203"/>
                  </a:lnTo>
                  <a:lnTo>
                    <a:pt x="66802" y="290321"/>
                  </a:lnTo>
                  <a:lnTo>
                    <a:pt x="74549" y="282575"/>
                  </a:lnTo>
                  <a:lnTo>
                    <a:pt x="424330" y="282575"/>
                  </a:lnTo>
                  <a:lnTo>
                    <a:pt x="422615" y="280034"/>
                  </a:lnTo>
                  <a:lnTo>
                    <a:pt x="199771" y="280034"/>
                  </a:lnTo>
                  <a:lnTo>
                    <a:pt x="199262" y="279526"/>
                  </a:lnTo>
                  <a:lnTo>
                    <a:pt x="199262" y="266572"/>
                  </a:lnTo>
                  <a:lnTo>
                    <a:pt x="199771" y="265938"/>
                  </a:lnTo>
                  <a:lnTo>
                    <a:pt x="404968" y="265938"/>
                  </a:lnTo>
                  <a:lnTo>
                    <a:pt x="393065" y="263525"/>
                  </a:lnTo>
                  <a:close/>
                </a:path>
                <a:path w="477520" h="475614">
                  <a:moveTo>
                    <a:pt x="354838" y="282575"/>
                  </a:moveTo>
                  <a:lnTo>
                    <a:pt x="122047" y="282575"/>
                  </a:lnTo>
                  <a:lnTo>
                    <a:pt x="228981" y="329819"/>
                  </a:lnTo>
                  <a:lnTo>
                    <a:pt x="228981" y="362203"/>
                  </a:lnTo>
                  <a:lnTo>
                    <a:pt x="210107" y="368940"/>
                  </a:lnTo>
                  <a:lnTo>
                    <a:pt x="194960" y="381428"/>
                  </a:lnTo>
                  <a:lnTo>
                    <a:pt x="184886" y="398369"/>
                  </a:lnTo>
                  <a:lnTo>
                    <a:pt x="181229" y="418464"/>
                  </a:lnTo>
                  <a:lnTo>
                    <a:pt x="185731" y="440662"/>
                  </a:lnTo>
                  <a:lnTo>
                    <a:pt x="198008" y="458787"/>
                  </a:lnTo>
                  <a:lnTo>
                    <a:pt x="216215" y="471007"/>
                  </a:lnTo>
                  <a:lnTo>
                    <a:pt x="238506" y="475488"/>
                  </a:lnTo>
                  <a:lnTo>
                    <a:pt x="260742" y="471007"/>
                  </a:lnTo>
                  <a:lnTo>
                    <a:pt x="278955" y="458787"/>
                  </a:lnTo>
                  <a:lnTo>
                    <a:pt x="291262" y="440662"/>
                  </a:lnTo>
                  <a:lnTo>
                    <a:pt x="295783" y="418464"/>
                  </a:lnTo>
                  <a:lnTo>
                    <a:pt x="292125" y="398369"/>
                  </a:lnTo>
                  <a:lnTo>
                    <a:pt x="282051" y="381428"/>
                  </a:lnTo>
                  <a:lnTo>
                    <a:pt x="266904" y="368940"/>
                  </a:lnTo>
                  <a:lnTo>
                    <a:pt x="248031" y="362203"/>
                  </a:lnTo>
                  <a:lnTo>
                    <a:pt x="248031" y="329819"/>
                  </a:lnTo>
                  <a:lnTo>
                    <a:pt x="354838" y="282575"/>
                  </a:lnTo>
                  <a:close/>
                </a:path>
                <a:path w="477520" h="475614">
                  <a:moveTo>
                    <a:pt x="424330" y="282575"/>
                  </a:moveTo>
                  <a:lnTo>
                    <a:pt x="402463" y="282575"/>
                  </a:lnTo>
                  <a:lnTo>
                    <a:pt x="410210" y="290321"/>
                  </a:lnTo>
                  <a:lnTo>
                    <a:pt x="410210" y="362203"/>
                  </a:lnTo>
                  <a:lnTo>
                    <a:pt x="391356" y="368940"/>
                  </a:lnTo>
                  <a:lnTo>
                    <a:pt x="376253" y="381428"/>
                  </a:lnTo>
                  <a:lnTo>
                    <a:pt x="366222" y="398369"/>
                  </a:lnTo>
                  <a:lnTo>
                    <a:pt x="362585" y="418464"/>
                  </a:lnTo>
                  <a:lnTo>
                    <a:pt x="367085" y="440662"/>
                  </a:lnTo>
                  <a:lnTo>
                    <a:pt x="379349" y="458787"/>
                  </a:lnTo>
                  <a:lnTo>
                    <a:pt x="397517" y="471007"/>
                  </a:lnTo>
                  <a:lnTo>
                    <a:pt x="419735" y="475488"/>
                  </a:lnTo>
                  <a:lnTo>
                    <a:pt x="441971" y="471007"/>
                  </a:lnTo>
                  <a:lnTo>
                    <a:pt x="460184" y="458787"/>
                  </a:lnTo>
                  <a:lnTo>
                    <a:pt x="472491" y="440662"/>
                  </a:lnTo>
                  <a:lnTo>
                    <a:pt x="477012" y="418464"/>
                  </a:lnTo>
                  <a:lnTo>
                    <a:pt x="473354" y="398369"/>
                  </a:lnTo>
                  <a:lnTo>
                    <a:pt x="463280" y="381428"/>
                  </a:lnTo>
                  <a:lnTo>
                    <a:pt x="448133" y="368940"/>
                  </a:lnTo>
                  <a:lnTo>
                    <a:pt x="429260" y="362203"/>
                  </a:lnTo>
                  <a:lnTo>
                    <a:pt x="429260" y="299719"/>
                  </a:lnTo>
                  <a:lnTo>
                    <a:pt x="426408" y="285652"/>
                  </a:lnTo>
                  <a:lnTo>
                    <a:pt x="424330" y="282575"/>
                  </a:lnTo>
                  <a:close/>
                </a:path>
                <a:path w="477520" h="475614">
                  <a:moveTo>
                    <a:pt x="231902" y="265938"/>
                  </a:moveTo>
                  <a:lnTo>
                    <a:pt x="212852" y="265938"/>
                  </a:lnTo>
                  <a:lnTo>
                    <a:pt x="213360" y="266572"/>
                  </a:lnTo>
                  <a:lnTo>
                    <a:pt x="213360" y="279526"/>
                  </a:lnTo>
                  <a:lnTo>
                    <a:pt x="212852" y="280034"/>
                  </a:lnTo>
                  <a:lnTo>
                    <a:pt x="231902" y="280034"/>
                  </a:lnTo>
                  <a:lnTo>
                    <a:pt x="231394" y="279526"/>
                  </a:lnTo>
                  <a:lnTo>
                    <a:pt x="231394" y="266572"/>
                  </a:lnTo>
                  <a:lnTo>
                    <a:pt x="231902" y="265938"/>
                  </a:lnTo>
                  <a:close/>
                </a:path>
                <a:path w="477520" h="475614">
                  <a:moveTo>
                    <a:pt x="264160" y="265938"/>
                  </a:moveTo>
                  <a:lnTo>
                    <a:pt x="245110" y="265938"/>
                  </a:lnTo>
                  <a:lnTo>
                    <a:pt x="245618" y="266572"/>
                  </a:lnTo>
                  <a:lnTo>
                    <a:pt x="245618" y="279526"/>
                  </a:lnTo>
                  <a:lnTo>
                    <a:pt x="245110" y="280034"/>
                  </a:lnTo>
                  <a:lnTo>
                    <a:pt x="264160" y="280034"/>
                  </a:lnTo>
                  <a:lnTo>
                    <a:pt x="263652" y="279526"/>
                  </a:lnTo>
                  <a:lnTo>
                    <a:pt x="263652" y="266572"/>
                  </a:lnTo>
                  <a:lnTo>
                    <a:pt x="264160" y="265938"/>
                  </a:lnTo>
                  <a:close/>
                </a:path>
                <a:path w="477520" h="475614">
                  <a:moveTo>
                    <a:pt x="404968" y="265938"/>
                  </a:moveTo>
                  <a:lnTo>
                    <a:pt x="277241" y="265938"/>
                  </a:lnTo>
                  <a:lnTo>
                    <a:pt x="277749" y="266572"/>
                  </a:lnTo>
                  <a:lnTo>
                    <a:pt x="277749" y="279526"/>
                  </a:lnTo>
                  <a:lnTo>
                    <a:pt x="277241" y="280034"/>
                  </a:lnTo>
                  <a:lnTo>
                    <a:pt x="422615" y="280034"/>
                  </a:lnTo>
                  <a:lnTo>
                    <a:pt x="418639" y="274145"/>
                  </a:lnTo>
                  <a:lnTo>
                    <a:pt x="407132" y="266376"/>
                  </a:lnTo>
                  <a:lnTo>
                    <a:pt x="404968" y="265938"/>
                  </a:lnTo>
                  <a:close/>
                </a:path>
                <a:path w="477520" h="475614">
                  <a:moveTo>
                    <a:pt x="248031" y="190881"/>
                  </a:moveTo>
                  <a:lnTo>
                    <a:pt x="228981" y="190881"/>
                  </a:lnTo>
                  <a:lnTo>
                    <a:pt x="228981" y="216153"/>
                  </a:lnTo>
                  <a:lnTo>
                    <a:pt x="122174" y="263525"/>
                  </a:lnTo>
                  <a:lnTo>
                    <a:pt x="354838" y="263525"/>
                  </a:lnTo>
                  <a:lnTo>
                    <a:pt x="248031" y="216153"/>
                  </a:lnTo>
                  <a:lnTo>
                    <a:pt x="248031" y="190881"/>
                  </a:lnTo>
                  <a:close/>
                </a:path>
                <a:path w="477520" h="475614">
                  <a:moveTo>
                    <a:pt x="203835" y="0"/>
                  </a:moveTo>
                  <a:lnTo>
                    <a:pt x="136525" y="0"/>
                  </a:lnTo>
                  <a:lnTo>
                    <a:pt x="128002" y="1736"/>
                  </a:lnTo>
                  <a:lnTo>
                    <a:pt x="121015" y="6461"/>
                  </a:lnTo>
                  <a:lnTo>
                    <a:pt x="116290" y="13448"/>
                  </a:lnTo>
                  <a:lnTo>
                    <a:pt x="114554" y="21970"/>
                  </a:lnTo>
                  <a:lnTo>
                    <a:pt x="114554" y="169037"/>
                  </a:lnTo>
                  <a:lnTo>
                    <a:pt x="116290" y="177540"/>
                  </a:lnTo>
                  <a:lnTo>
                    <a:pt x="121015" y="184483"/>
                  </a:lnTo>
                  <a:lnTo>
                    <a:pt x="128002" y="189164"/>
                  </a:lnTo>
                  <a:lnTo>
                    <a:pt x="136525" y="190881"/>
                  </a:lnTo>
                  <a:lnTo>
                    <a:pt x="340360" y="190881"/>
                  </a:lnTo>
                  <a:lnTo>
                    <a:pt x="348936" y="189164"/>
                  </a:lnTo>
                  <a:lnTo>
                    <a:pt x="355917" y="184483"/>
                  </a:lnTo>
                  <a:lnTo>
                    <a:pt x="360612" y="177540"/>
                  </a:lnTo>
                  <a:lnTo>
                    <a:pt x="362331" y="169037"/>
                  </a:lnTo>
                  <a:lnTo>
                    <a:pt x="362331" y="124459"/>
                  </a:lnTo>
                  <a:lnTo>
                    <a:pt x="172339" y="124459"/>
                  </a:lnTo>
                  <a:lnTo>
                    <a:pt x="171577" y="123697"/>
                  </a:lnTo>
                  <a:lnTo>
                    <a:pt x="171577" y="101472"/>
                  </a:lnTo>
                  <a:lnTo>
                    <a:pt x="172339" y="100583"/>
                  </a:lnTo>
                  <a:lnTo>
                    <a:pt x="362331" y="100583"/>
                  </a:lnTo>
                  <a:lnTo>
                    <a:pt x="362331" y="56006"/>
                  </a:lnTo>
                  <a:lnTo>
                    <a:pt x="360612" y="47484"/>
                  </a:lnTo>
                  <a:lnTo>
                    <a:pt x="355917" y="40497"/>
                  </a:lnTo>
                  <a:lnTo>
                    <a:pt x="348936" y="35772"/>
                  </a:lnTo>
                  <a:lnTo>
                    <a:pt x="340360" y="34035"/>
                  </a:lnTo>
                  <a:lnTo>
                    <a:pt x="239522" y="34035"/>
                  </a:lnTo>
                  <a:lnTo>
                    <a:pt x="238760" y="33908"/>
                  </a:lnTo>
                  <a:lnTo>
                    <a:pt x="238252" y="33146"/>
                  </a:lnTo>
                  <a:lnTo>
                    <a:pt x="213741" y="7112"/>
                  </a:lnTo>
                  <a:lnTo>
                    <a:pt x="209550" y="2539"/>
                  </a:lnTo>
                  <a:lnTo>
                    <a:pt x="203835" y="0"/>
                  </a:lnTo>
                  <a:close/>
                </a:path>
                <a:path w="477520" h="475614">
                  <a:moveTo>
                    <a:pt x="227330" y="100583"/>
                  </a:moveTo>
                  <a:lnTo>
                    <a:pt x="194818" y="100583"/>
                  </a:lnTo>
                  <a:lnTo>
                    <a:pt x="195580" y="101472"/>
                  </a:lnTo>
                  <a:lnTo>
                    <a:pt x="195580" y="123697"/>
                  </a:lnTo>
                  <a:lnTo>
                    <a:pt x="194818" y="124459"/>
                  </a:lnTo>
                  <a:lnTo>
                    <a:pt x="227330" y="124459"/>
                  </a:lnTo>
                  <a:lnTo>
                    <a:pt x="226441" y="123697"/>
                  </a:lnTo>
                  <a:lnTo>
                    <a:pt x="226441" y="101472"/>
                  </a:lnTo>
                  <a:lnTo>
                    <a:pt x="227330" y="100583"/>
                  </a:lnTo>
                  <a:close/>
                </a:path>
                <a:path w="477520" h="475614">
                  <a:moveTo>
                    <a:pt x="282194" y="100583"/>
                  </a:moveTo>
                  <a:lnTo>
                    <a:pt x="249682" y="100583"/>
                  </a:lnTo>
                  <a:lnTo>
                    <a:pt x="250571" y="101472"/>
                  </a:lnTo>
                  <a:lnTo>
                    <a:pt x="250571" y="123697"/>
                  </a:lnTo>
                  <a:lnTo>
                    <a:pt x="249682" y="124459"/>
                  </a:lnTo>
                  <a:lnTo>
                    <a:pt x="282194" y="124459"/>
                  </a:lnTo>
                  <a:lnTo>
                    <a:pt x="281305" y="123697"/>
                  </a:lnTo>
                  <a:lnTo>
                    <a:pt x="281305" y="101472"/>
                  </a:lnTo>
                  <a:lnTo>
                    <a:pt x="282194" y="100583"/>
                  </a:lnTo>
                  <a:close/>
                </a:path>
                <a:path w="477520" h="475614">
                  <a:moveTo>
                    <a:pt x="362331" y="100583"/>
                  </a:moveTo>
                  <a:lnTo>
                    <a:pt x="304673" y="100583"/>
                  </a:lnTo>
                  <a:lnTo>
                    <a:pt x="305435" y="101472"/>
                  </a:lnTo>
                  <a:lnTo>
                    <a:pt x="305435" y="123697"/>
                  </a:lnTo>
                  <a:lnTo>
                    <a:pt x="304673" y="124459"/>
                  </a:lnTo>
                  <a:lnTo>
                    <a:pt x="362331" y="124459"/>
                  </a:lnTo>
                  <a:lnTo>
                    <a:pt x="362331" y="100583"/>
                  </a:lnTo>
                  <a:close/>
                </a:path>
              </a:pathLst>
            </a:custGeom>
            <a:solidFill>
              <a:srgbClr val="8197E9"/>
            </a:solidFill>
          </p:spPr>
          <p:txBody>
            <a:bodyPr wrap="square" lIns="0" tIns="0" rIns="0" bIns="0" rtlCol="0"/>
            <a:lstStyle/>
            <a:p>
              <a:endParaRPr/>
            </a:p>
          </p:txBody>
        </p:sp>
      </p:grpSp>
      <p:sp>
        <p:nvSpPr>
          <p:cNvPr id="125" name="object 125"/>
          <p:cNvSpPr txBox="1"/>
          <p:nvPr/>
        </p:nvSpPr>
        <p:spPr>
          <a:xfrm>
            <a:off x="3544951" y="3438905"/>
            <a:ext cx="1706880" cy="391160"/>
          </a:xfrm>
          <a:prstGeom prst="rect">
            <a:avLst/>
          </a:prstGeom>
        </p:spPr>
        <p:txBody>
          <a:bodyPr vert="horz" wrap="square" lIns="0" tIns="12700" rIns="0" bIns="0" rtlCol="0">
            <a:spAutoFit/>
          </a:bodyPr>
          <a:lstStyle/>
          <a:p>
            <a:pPr marL="184785" indent="-172720">
              <a:lnSpc>
                <a:spcPct val="100000"/>
              </a:lnSpc>
              <a:spcBef>
                <a:spcPts val="100"/>
              </a:spcBef>
              <a:buFont typeface="Courier New"/>
              <a:buChar char="o"/>
              <a:tabLst>
                <a:tab pos="185420" algn="l"/>
              </a:tabLst>
            </a:pPr>
            <a:r>
              <a:rPr sz="1200" spc="-5" dirty="0">
                <a:solidFill>
                  <a:srgbClr val="FFFFFF"/>
                </a:solidFill>
                <a:latin typeface="URW Gothic"/>
                <a:cs typeface="URW Gothic"/>
              </a:rPr>
              <a:t>Unknown</a:t>
            </a:r>
            <a:r>
              <a:rPr sz="1200" spc="15" dirty="0">
                <a:solidFill>
                  <a:srgbClr val="FFFFFF"/>
                </a:solidFill>
                <a:latin typeface="URW Gothic"/>
                <a:cs typeface="URW Gothic"/>
              </a:rPr>
              <a:t> </a:t>
            </a:r>
            <a:r>
              <a:rPr sz="1200" spc="-10" dirty="0">
                <a:solidFill>
                  <a:srgbClr val="FFFFFF"/>
                </a:solidFill>
                <a:latin typeface="URW Gothic"/>
                <a:cs typeface="URW Gothic"/>
              </a:rPr>
              <a:t>output</a:t>
            </a:r>
            <a:endParaRPr sz="1200">
              <a:latin typeface="URW Gothic"/>
              <a:cs typeface="URW Gothic"/>
            </a:endParaRPr>
          </a:p>
          <a:p>
            <a:pPr marL="184785" indent="-172720">
              <a:lnSpc>
                <a:spcPct val="100000"/>
              </a:lnSpc>
              <a:buFont typeface="Courier New"/>
              <a:buChar char="o"/>
              <a:tabLst>
                <a:tab pos="185420" algn="l"/>
              </a:tabLst>
            </a:pPr>
            <a:r>
              <a:rPr sz="1200" spc="-5" dirty="0">
                <a:solidFill>
                  <a:srgbClr val="FFFFFF"/>
                </a:solidFill>
                <a:latin typeface="URW Gothic"/>
                <a:cs typeface="URW Gothic"/>
              </a:rPr>
              <a:t>No Training </a:t>
            </a:r>
            <a:r>
              <a:rPr sz="1200" spc="-10" dirty="0">
                <a:solidFill>
                  <a:srgbClr val="FFFFFF"/>
                </a:solidFill>
                <a:latin typeface="URW Gothic"/>
                <a:cs typeface="URW Gothic"/>
              </a:rPr>
              <a:t>Data</a:t>
            </a:r>
            <a:r>
              <a:rPr sz="1200" spc="30" dirty="0">
                <a:solidFill>
                  <a:srgbClr val="FFFFFF"/>
                </a:solidFill>
                <a:latin typeface="URW Gothic"/>
                <a:cs typeface="URW Gothic"/>
              </a:rPr>
              <a:t> </a:t>
            </a:r>
            <a:r>
              <a:rPr sz="1200" spc="-10" dirty="0">
                <a:solidFill>
                  <a:srgbClr val="FFFFFF"/>
                </a:solidFill>
                <a:latin typeface="URW Gothic"/>
                <a:cs typeface="URW Gothic"/>
              </a:rPr>
              <a:t>Set</a:t>
            </a:r>
            <a:endParaRPr sz="1200">
              <a:latin typeface="URW Gothic"/>
              <a:cs typeface="URW Gothic"/>
            </a:endParaRPr>
          </a:p>
        </p:txBody>
      </p:sp>
      <p:sp>
        <p:nvSpPr>
          <p:cNvPr id="127" name="object 127"/>
          <p:cNvSpPr txBox="1">
            <a:spLocks noGrp="1"/>
          </p:cNvSpPr>
          <p:nvPr>
            <p:ph type="sldNum" sz="quarter" idx="7"/>
          </p:nvPr>
        </p:nvSpPr>
        <p:spPr>
          <a:prstGeom prst="rect">
            <a:avLst/>
          </a:prstGeom>
        </p:spPr>
        <p:txBody>
          <a:bodyPr vert="horz" wrap="square" lIns="0" tIns="3175" rIns="0" bIns="0" rtlCol="0">
            <a:spAutoFit/>
          </a:bodyPr>
          <a:lstStyle/>
          <a:p>
            <a:pPr marL="38100">
              <a:lnSpc>
                <a:spcPct val="100000"/>
              </a:lnSpc>
              <a:spcBef>
                <a:spcPts val="25"/>
              </a:spcBef>
            </a:pPr>
            <a:fld id="{81D60167-4931-47E6-BA6A-407CBD079E47}" type="slidenum">
              <a:rPr dirty="0"/>
              <a:pPr marL="38100">
                <a:lnSpc>
                  <a:spcPct val="100000"/>
                </a:lnSpc>
                <a:spcBef>
                  <a:spcPts val="25"/>
                </a:spcBef>
              </a:pPr>
              <a:t>15</a:t>
            </a:fld>
            <a:endParaRPr dirty="0"/>
          </a:p>
        </p:txBody>
      </p:sp>
      <p:sp>
        <p:nvSpPr>
          <p:cNvPr id="128" name="object 128"/>
          <p:cNvSpPr txBox="1">
            <a:spLocks noGrp="1"/>
          </p:cNvSpPr>
          <p:nvPr>
            <p:ph type="ftr" sz="quarter" idx="5"/>
          </p:nvPr>
        </p:nvSpPr>
        <p:spPr>
          <a:prstGeom prst="rect">
            <a:avLst/>
          </a:prstGeom>
        </p:spPr>
        <p:txBody>
          <a:bodyPr vert="horz" wrap="square" lIns="0" tIns="3175" rIns="0" bIns="0" rtlCol="0">
            <a:spAutoFit/>
          </a:bodyPr>
          <a:lstStyle/>
          <a:p>
            <a:pPr marL="12700">
              <a:lnSpc>
                <a:spcPct val="100000"/>
              </a:lnSpc>
              <a:spcBef>
                <a:spcPts val="25"/>
              </a:spcBef>
            </a:pPr>
            <a:r>
              <a:rPr dirty="0"/>
              <a:t>This slide</a:t>
            </a:r>
            <a:r>
              <a:rPr spc="65" dirty="0"/>
              <a:t> </a:t>
            </a:r>
            <a:r>
              <a:rPr dirty="0"/>
              <a:t>is </a:t>
            </a:r>
            <a:r>
              <a:rPr spc="-5" dirty="0"/>
              <a:t>100% editable. Adapt </a:t>
            </a:r>
            <a:r>
              <a:rPr dirty="0"/>
              <a:t>it to </a:t>
            </a:r>
            <a:r>
              <a:rPr spc="-5" dirty="0"/>
              <a:t>your needs and capture your audience's attention.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p:nvPr/>
        </p:nvSpPr>
        <p:spPr>
          <a:xfrm>
            <a:off x="11778995" y="6621777"/>
            <a:ext cx="253746" cy="232397"/>
          </a:xfrm>
          <a:prstGeom prst="rect">
            <a:avLst/>
          </a:prstGeom>
          <a:blipFill>
            <a:blip r:embed="rId2" cstate="print"/>
            <a:stretch>
              <a:fillRect/>
            </a:stretch>
          </a:blipFill>
        </p:spPr>
        <p:txBody>
          <a:bodyPr wrap="square" lIns="0" tIns="0" rIns="0" bIns="0" rtlCol="0"/>
          <a:lstStyle/>
          <a:p>
            <a:endParaRPr/>
          </a:p>
        </p:txBody>
      </p:sp>
      <p:grpSp>
        <p:nvGrpSpPr>
          <p:cNvPr id="4" name="object 4"/>
          <p:cNvGrpSpPr/>
          <p:nvPr/>
        </p:nvGrpSpPr>
        <p:grpSpPr>
          <a:xfrm>
            <a:off x="4251705" y="1243596"/>
            <a:ext cx="3667760" cy="4538980"/>
            <a:chOff x="4251705" y="1243596"/>
            <a:chExt cx="3667760" cy="4538980"/>
          </a:xfrm>
        </p:grpSpPr>
        <p:sp>
          <p:nvSpPr>
            <p:cNvPr id="5" name="object 5"/>
            <p:cNvSpPr/>
            <p:nvPr/>
          </p:nvSpPr>
          <p:spPr>
            <a:xfrm>
              <a:off x="4251705" y="2115058"/>
              <a:ext cx="3667252" cy="3667252"/>
            </a:xfrm>
            <a:prstGeom prst="rect">
              <a:avLst/>
            </a:prstGeom>
            <a:blipFill>
              <a:blip r:embed="rId3" cstate="print"/>
              <a:stretch>
                <a:fillRect/>
              </a:stretch>
            </a:blipFill>
          </p:spPr>
          <p:txBody>
            <a:bodyPr wrap="square" lIns="0" tIns="0" rIns="0" bIns="0" rtlCol="0"/>
            <a:lstStyle/>
            <a:p>
              <a:endParaRPr/>
            </a:p>
          </p:txBody>
        </p:sp>
        <p:sp>
          <p:nvSpPr>
            <p:cNvPr id="6" name="object 6"/>
            <p:cNvSpPr/>
            <p:nvPr/>
          </p:nvSpPr>
          <p:spPr>
            <a:xfrm>
              <a:off x="5093208" y="1243596"/>
              <a:ext cx="1995678" cy="401561"/>
            </a:xfrm>
            <a:prstGeom prst="rect">
              <a:avLst/>
            </a:prstGeom>
            <a:blipFill>
              <a:blip r:embed="rId4" cstate="print"/>
              <a:stretch>
                <a:fillRect/>
              </a:stretch>
            </a:blipFill>
          </p:spPr>
          <p:txBody>
            <a:bodyPr wrap="square" lIns="0" tIns="0" rIns="0" bIns="0" rtlCol="0"/>
            <a:lstStyle/>
            <a:p>
              <a:endParaRPr/>
            </a:p>
          </p:txBody>
        </p:sp>
        <p:sp>
          <p:nvSpPr>
            <p:cNvPr id="7" name="object 7"/>
            <p:cNvSpPr/>
            <p:nvPr/>
          </p:nvSpPr>
          <p:spPr>
            <a:xfrm>
              <a:off x="5495544" y="1456956"/>
              <a:ext cx="1191005" cy="401561"/>
            </a:xfrm>
            <a:prstGeom prst="rect">
              <a:avLst/>
            </a:prstGeom>
            <a:blipFill>
              <a:blip r:embed="rId5" cstate="print"/>
              <a:stretch>
                <a:fillRect/>
              </a:stretch>
            </a:blipFill>
          </p:spPr>
          <p:txBody>
            <a:bodyPr wrap="square" lIns="0" tIns="0" rIns="0" bIns="0" rtlCol="0"/>
            <a:lstStyle/>
            <a:p>
              <a:endParaRPr/>
            </a:p>
          </p:txBody>
        </p:sp>
      </p:grpSp>
      <p:sp>
        <p:nvSpPr>
          <p:cNvPr id="8" name="object 8"/>
          <p:cNvSpPr txBox="1"/>
          <p:nvPr/>
        </p:nvSpPr>
        <p:spPr>
          <a:xfrm>
            <a:off x="5195061" y="1285113"/>
            <a:ext cx="1779270" cy="452755"/>
          </a:xfrm>
          <a:prstGeom prst="rect">
            <a:avLst/>
          </a:prstGeom>
        </p:spPr>
        <p:txBody>
          <a:bodyPr vert="horz" wrap="square" lIns="0" tIns="13335" rIns="0" bIns="0" rtlCol="0">
            <a:spAutoFit/>
          </a:bodyPr>
          <a:lstStyle/>
          <a:p>
            <a:pPr marL="414655" marR="5080" indent="-402590">
              <a:lnSpc>
                <a:spcPct val="100000"/>
              </a:lnSpc>
              <a:spcBef>
                <a:spcPts val="105"/>
              </a:spcBef>
            </a:pPr>
            <a:r>
              <a:rPr sz="1400" b="1" spc="-10" dirty="0">
                <a:solidFill>
                  <a:srgbClr val="FFFFFF"/>
                </a:solidFill>
                <a:latin typeface="Arial"/>
                <a:cs typeface="Arial"/>
              </a:rPr>
              <a:t>Automatic </a:t>
            </a:r>
            <a:r>
              <a:rPr sz="1400" b="1" spc="-5" dirty="0">
                <a:solidFill>
                  <a:srgbClr val="FFFFFF"/>
                </a:solidFill>
                <a:latin typeface="Arial"/>
                <a:cs typeface="Arial"/>
              </a:rPr>
              <a:t>Language  </a:t>
            </a:r>
            <a:r>
              <a:rPr sz="1400" b="1" spc="-10" dirty="0">
                <a:solidFill>
                  <a:srgbClr val="FFFFFF"/>
                </a:solidFill>
                <a:latin typeface="Arial"/>
                <a:cs typeface="Arial"/>
              </a:rPr>
              <a:t>Translation</a:t>
            </a:r>
            <a:endParaRPr sz="1400">
              <a:latin typeface="Arial"/>
              <a:cs typeface="Arial"/>
            </a:endParaRPr>
          </a:p>
        </p:txBody>
      </p:sp>
      <p:sp>
        <p:nvSpPr>
          <p:cNvPr id="9" name="object 9"/>
          <p:cNvSpPr/>
          <p:nvPr/>
        </p:nvSpPr>
        <p:spPr>
          <a:xfrm>
            <a:off x="7525511" y="2176284"/>
            <a:ext cx="1789938" cy="401561"/>
          </a:xfrm>
          <a:prstGeom prst="rect">
            <a:avLst/>
          </a:prstGeom>
          <a:blipFill>
            <a:blip r:embed="rId6" cstate="print"/>
            <a:stretch>
              <a:fillRect/>
            </a:stretch>
          </a:blipFill>
        </p:spPr>
        <p:txBody>
          <a:bodyPr wrap="square" lIns="0" tIns="0" rIns="0" bIns="0" rtlCol="0"/>
          <a:lstStyle/>
          <a:p>
            <a:endParaRPr/>
          </a:p>
        </p:txBody>
      </p:sp>
      <p:sp>
        <p:nvSpPr>
          <p:cNvPr id="10" name="object 10"/>
          <p:cNvSpPr txBox="1"/>
          <p:nvPr/>
        </p:nvSpPr>
        <p:spPr>
          <a:xfrm>
            <a:off x="7627366" y="2218689"/>
            <a:ext cx="1573530" cy="239395"/>
          </a:xfrm>
          <a:prstGeom prst="rect">
            <a:avLst/>
          </a:prstGeom>
        </p:spPr>
        <p:txBody>
          <a:bodyPr vert="horz" wrap="square" lIns="0" tIns="13335" rIns="0" bIns="0" rtlCol="0">
            <a:spAutoFit/>
          </a:bodyPr>
          <a:lstStyle/>
          <a:p>
            <a:pPr marL="12700">
              <a:lnSpc>
                <a:spcPct val="100000"/>
              </a:lnSpc>
              <a:spcBef>
                <a:spcPts val="105"/>
              </a:spcBef>
            </a:pPr>
            <a:r>
              <a:rPr sz="1400" b="1" dirty="0">
                <a:solidFill>
                  <a:srgbClr val="FFFFFF"/>
                </a:solidFill>
                <a:latin typeface="Arial"/>
                <a:cs typeface="Arial"/>
              </a:rPr>
              <a:t>Medical</a:t>
            </a:r>
            <a:r>
              <a:rPr sz="1400" b="1" spc="-100" dirty="0">
                <a:solidFill>
                  <a:srgbClr val="FFFFFF"/>
                </a:solidFill>
                <a:latin typeface="Arial"/>
                <a:cs typeface="Arial"/>
              </a:rPr>
              <a:t> </a:t>
            </a:r>
            <a:r>
              <a:rPr sz="1400" b="1" spc="-5" dirty="0">
                <a:solidFill>
                  <a:srgbClr val="FFFFFF"/>
                </a:solidFill>
                <a:latin typeface="Arial"/>
                <a:cs typeface="Arial"/>
              </a:rPr>
              <a:t>Diagnosis</a:t>
            </a:r>
            <a:endParaRPr sz="1400">
              <a:latin typeface="Arial"/>
              <a:cs typeface="Arial"/>
            </a:endParaRPr>
          </a:p>
        </p:txBody>
      </p:sp>
      <p:sp>
        <p:nvSpPr>
          <p:cNvPr id="11" name="object 11"/>
          <p:cNvSpPr/>
          <p:nvPr/>
        </p:nvSpPr>
        <p:spPr>
          <a:xfrm>
            <a:off x="8185404" y="3035820"/>
            <a:ext cx="2036826" cy="401561"/>
          </a:xfrm>
          <a:prstGeom prst="rect">
            <a:avLst/>
          </a:prstGeom>
          <a:blipFill>
            <a:blip r:embed="rId7" cstate="print"/>
            <a:stretch>
              <a:fillRect/>
            </a:stretch>
          </a:blipFill>
        </p:spPr>
        <p:txBody>
          <a:bodyPr wrap="square" lIns="0" tIns="0" rIns="0" bIns="0" rtlCol="0"/>
          <a:lstStyle/>
          <a:p>
            <a:endParaRPr/>
          </a:p>
        </p:txBody>
      </p:sp>
      <p:sp>
        <p:nvSpPr>
          <p:cNvPr id="12" name="object 12"/>
          <p:cNvSpPr txBox="1"/>
          <p:nvPr/>
        </p:nvSpPr>
        <p:spPr>
          <a:xfrm>
            <a:off x="8286368" y="3077718"/>
            <a:ext cx="1821180" cy="239395"/>
          </a:xfrm>
          <a:prstGeom prst="rect">
            <a:avLst/>
          </a:prstGeom>
        </p:spPr>
        <p:txBody>
          <a:bodyPr vert="horz" wrap="square" lIns="0" tIns="13335" rIns="0" bIns="0" rtlCol="0">
            <a:spAutoFit/>
          </a:bodyPr>
          <a:lstStyle/>
          <a:p>
            <a:pPr marL="12700">
              <a:lnSpc>
                <a:spcPct val="100000"/>
              </a:lnSpc>
              <a:spcBef>
                <a:spcPts val="105"/>
              </a:spcBef>
            </a:pPr>
            <a:r>
              <a:rPr sz="1400" b="1" dirty="0">
                <a:solidFill>
                  <a:srgbClr val="FFFFFF"/>
                </a:solidFill>
                <a:latin typeface="Arial"/>
                <a:cs typeface="Arial"/>
              </a:rPr>
              <a:t>Stock Market</a:t>
            </a:r>
            <a:r>
              <a:rPr sz="1400" b="1" spc="-125" dirty="0">
                <a:solidFill>
                  <a:srgbClr val="FFFFFF"/>
                </a:solidFill>
                <a:latin typeface="Arial"/>
                <a:cs typeface="Arial"/>
              </a:rPr>
              <a:t> </a:t>
            </a:r>
            <a:r>
              <a:rPr sz="1400" b="1" spc="-15" dirty="0">
                <a:solidFill>
                  <a:srgbClr val="FFFFFF"/>
                </a:solidFill>
                <a:latin typeface="Arial"/>
                <a:cs typeface="Arial"/>
              </a:rPr>
              <a:t>Trading</a:t>
            </a:r>
            <a:endParaRPr sz="1400">
              <a:latin typeface="Arial"/>
              <a:cs typeface="Arial"/>
            </a:endParaRPr>
          </a:p>
        </p:txBody>
      </p:sp>
      <p:sp>
        <p:nvSpPr>
          <p:cNvPr id="13" name="object 13"/>
          <p:cNvSpPr/>
          <p:nvPr/>
        </p:nvSpPr>
        <p:spPr>
          <a:xfrm>
            <a:off x="8330183" y="4151388"/>
            <a:ext cx="2193798" cy="401561"/>
          </a:xfrm>
          <a:prstGeom prst="rect">
            <a:avLst/>
          </a:prstGeom>
          <a:blipFill>
            <a:blip r:embed="rId8" cstate="print"/>
            <a:stretch>
              <a:fillRect/>
            </a:stretch>
          </a:blipFill>
        </p:spPr>
        <p:txBody>
          <a:bodyPr wrap="square" lIns="0" tIns="0" rIns="0" bIns="0" rtlCol="0"/>
          <a:lstStyle/>
          <a:p>
            <a:endParaRPr/>
          </a:p>
        </p:txBody>
      </p:sp>
      <p:sp>
        <p:nvSpPr>
          <p:cNvPr id="14" name="object 14"/>
          <p:cNvSpPr txBox="1"/>
          <p:nvPr/>
        </p:nvSpPr>
        <p:spPr>
          <a:xfrm>
            <a:off x="8431148" y="4193540"/>
            <a:ext cx="1978025" cy="239395"/>
          </a:xfrm>
          <a:prstGeom prst="rect">
            <a:avLst/>
          </a:prstGeom>
        </p:spPr>
        <p:txBody>
          <a:bodyPr vert="horz" wrap="square" lIns="0" tIns="12700" rIns="0" bIns="0" rtlCol="0">
            <a:spAutoFit/>
          </a:bodyPr>
          <a:lstStyle/>
          <a:p>
            <a:pPr marL="12700">
              <a:lnSpc>
                <a:spcPct val="100000"/>
              </a:lnSpc>
              <a:spcBef>
                <a:spcPts val="100"/>
              </a:spcBef>
            </a:pPr>
            <a:r>
              <a:rPr sz="1400" b="1" spc="-5" dirty="0">
                <a:solidFill>
                  <a:srgbClr val="FFFFFF"/>
                </a:solidFill>
                <a:latin typeface="Arial"/>
                <a:cs typeface="Arial"/>
              </a:rPr>
              <a:t>Online Fraud</a:t>
            </a:r>
            <a:r>
              <a:rPr sz="1400" b="1" spc="-65" dirty="0">
                <a:solidFill>
                  <a:srgbClr val="FFFFFF"/>
                </a:solidFill>
                <a:latin typeface="Arial"/>
                <a:cs typeface="Arial"/>
              </a:rPr>
              <a:t> </a:t>
            </a:r>
            <a:r>
              <a:rPr sz="1400" b="1" spc="-5" dirty="0">
                <a:solidFill>
                  <a:srgbClr val="FFFFFF"/>
                </a:solidFill>
                <a:latin typeface="Arial"/>
                <a:cs typeface="Arial"/>
              </a:rPr>
              <a:t>Detection</a:t>
            </a:r>
            <a:endParaRPr sz="1400">
              <a:latin typeface="Arial"/>
              <a:cs typeface="Arial"/>
            </a:endParaRPr>
          </a:p>
        </p:txBody>
      </p:sp>
      <p:sp>
        <p:nvSpPr>
          <p:cNvPr id="15" name="object 15"/>
          <p:cNvSpPr/>
          <p:nvPr/>
        </p:nvSpPr>
        <p:spPr>
          <a:xfrm>
            <a:off x="7985759" y="5026164"/>
            <a:ext cx="2428494" cy="401561"/>
          </a:xfrm>
          <a:prstGeom prst="rect">
            <a:avLst/>
          </a:prstGeom>
          <a:blipFill>
            <a:blip r:embed="rId9" cstate="print"/>
            <a:stretch>
              <a:fillRect/>
            </a:stretch>
          </a:blipFill>
        </p:spPr>
        <p:txBody>
          <a:bodyPr wrap="square" lIns="0" tIns="0" rIns="0" bIns="0" rtlCol="0"/>
          <a:lstStyle/>
          <a:p>
            <a:endParaRPr/>
          </a:p>
        </p:txBody>
      </p:sp>
      <p:sp>
        <p:nvSpPr>
          <p:cNvPr id="16" name="object 16"/>
          <p:cNvSpPr txBox="1"/>
          <p:nvPr/>
        </p:nvSpPr>
        <p:spPr>
          <a:xfrm>
            <a:off x="8086725" y="5067680"/>
            <a:ext cx="2211705" cy="239395"/>
          </a:xfrm>
          <a:prstGeom prst="rect">
            <a:avLst/>
          </a:prstGeom>
        </p:spPr>
        <p:txBody>
          <a:bodyPr vert="horz" wrap="square" lIns="0" tIns="12700" rIns="0" bIns="0" rtlCol="0">
            <a:spAutoFit/>
          </a:bodyPr>
          <a:lstStyle/>
          <a:p>
            <a:pPr marL="12700">
              <a:lnSpc>
                <a:spcPct val="100000"/>
              </a:lnSpc>
              <a:spcBef>
                <a:spcPts val="100"/>
              </a:spcBef>
            </a:pPr>
            <a:r>
              <a:rPr sz="1400" b="1" spc="-5" dirty="0">
                <a:solidFill>
                  <a:srgbClr val="FFFFFF"/>
                </a:solidFill>
                <a:latin typeface="Arial"/>
                <a:cs typeface="Arial"/>
              </a:rPr>
              <a:t>Virtual Personal</a:t>
            </a:r>
            <a:r>
              <a:rPr sz="1400" b="1" spc="-150" dirty="0">
                <a:solidFill>
                  <a:srgbClr val="FFFFFF"/>
                </a:solidFill>
                <a:latin typeface="Arial"/>
                <a:cs typeface="Arial"/>
              </a:rPr>
              <a:t> </a:t>
            </a:r>
            <a:r>
              <a:rPr sz="1400" b="1" spc="-5" dirty="0">
                <a:solidFill>
                  <a:srgbClr val="FFFFFF"/>
                </a:solidFill>
                <a:latin typeface="Arial"/>
                <a:cs typeface="Arial"/>
              </a:rPr>
              <a:t>Assistant</a:t>
            </a:r>
            <a:endParaRPr sz="1400">
              <a:latin typeface="Arial"/>
              <a:cs typeface="Arial"/>
            </a:endParaRPr>
          </a:p>
        </p:txBody>
      </p:sp>
      <p:sp>
        <p:nvSpPr>
          <p:cNvPr id="17" name="object 17"/>
          <p:cNvSpPr/>
          <p:nvPr/>
        </p:nvSpPr>
        <p:spPr>
          <a:xfrm>
            <a:off x="6612635" y="5989320"/>
            <a:ext cx="3114294" cy="401561"/>
          </a:xfrm>
          <a:prstGeom prst="rect">
            <a:avLst/>
          </a:prstGeom>
          <a:blipFill>
            <a:blip r:embed="rId10" cstate="print"/>
            <a:stretch>
              <a:fillRect/>
            </a:stretch>
          </a:blipFill>
        </p:spPr>
        <p:txBody>
          <a:bodyPr wrap="square" lIns="0" tIns="0" rIns="0" bIns="0" rtlCol="0"/>
          <a:lstStyle/>
          <a:p>
            <a:endParaRPr/>
          </a:p>
        </p:txBody>
      </p:sp>
      <p:sp>
        <p:nvSpPr>
          <p:cNvPr id="18" name="object 18"/>
          <p:cNvSpPr txBox="1"/>
          <p:nvPr/>
        </p:nvSpPr>
        <p:spPr>
          <a:xfrm>
            <a:off x="6713346" y="6032093"/>
            <a:ext cx="2897505" cy="239395"/>
          </a:xfrm>
          <a:prstGeom prst="rect">
            <a:avLst/>
          </a:prstGeom>
        </p:spPr>
        <p:txBody>
          <a:bodyPr vert="horz" wrap="square" lIns="0" tIns="12700" rIns="0" bIns="0" rtlCol="0">
            <a:spAutoFit/>
          </a:bodyPr>
          <a:lstStyle/>
          <a:p>
            <a:pPr marL="12700">
              <a:lnSpc>
                <a:spcPct val="100000"/>
              </a:lnSpc>
              <a:spcBef>
                <a:spcPts val="100"/>
              </a:spcBef>
            </a:pPr>
            <a:r>
              <a:rPr sz="1400" b="1" dirty="0">
                <a:solidFill>
                  <a:srgbClr val="FFFFFF"/>
                </a:solidFill>
                <a:latin typeface="Arial"/>
                <a:cs typeface="Arial"/>
              </a:rPr>
              <a:t>Email Spam </a:t>
            </a:r>
            <a:r>
              <a:rPr sz="1400" b="1" spc="-5" dirty="0">
                <a:solidFill>
                  <a:srgbClr val="FFFFFF"/>
                </a:solidFill>
                <a:latin typeface="Arial"/>
                <a:cs typeface="Arial"/>
              </a:rPr>
              <a:t>and </a:t>
            </a:r>
            <a:r>
              <a:rPr sz="1400" b="1" dirty="0">
                <a:solidFill>
                  <a:srgbClr val="FFFFFF"/>
                </a:solidFill>
                <a:latin typeface="Arial"/>
                <a:cs typeface="Arial"/>
              </a:rPr>
              <a:t>Malware</a:t>
            </a:r>
            <a:r>
              <a:rPr sz="1400" b="1" spc="-125" dirty="0">
                <a:solidFill>
                  <a:srgbClr val="FFFFFF"/>
                </a:solidFill>
                <a:latin typeface="Arial"/>
                <a:cs typeface="Arial"/>
              </a:rPr>
              <a:t> </a:t>
            </a:r>
            <a:r>
              <a:rPr sz="1400" b="1" spc="-5" dirty="0">
                <a:solidFill>
                  <a:srgbClr val="FFFFFF"/>
                </a:solidFill>
                <a:latin typeface="Arial"/>
                <a:cs typeface="Arial"/>
              </a:rPr>
              <a:t>Filtering</a:t>
            </a:r>
            <a:endParaRPr sz="1400">
              <a:latin typeface="Arial"/>
              <a:cs typeface="Arial"/>
            </a:endParaRPr>
          </a:p>
        </p:txBody>
      </p:sp>
      <p:sp>
        <p:nvSpPr>
          <p:cNvPr id="19" name="object 19"/>
          <p:cNvSpPr/>
          <p:nvPr/>
        </p:nvSpPr>
        <p:spPr>
          <a:xfrm>
            <a:off x="3950208" y="5989320"/>
            <a:ext cx="1672589" cy="401561"/>
          </a:xfrm>
          <a:prstGeom prst="rect">
            <a:avLst/>
          </a:prstGeom>
          <a:blipFill>
            <a:blip r:embed="rId11" cstate="print"/>
            <a:stretch>
              <a:fillRect/>
            </a:stretch>
          </a:blipFill>
        </p:spPr>
        <p:txBody>
          <a:bodyPr wrap="square" lIns="0" tIns="0" rIns="0" bIns="0" rtlCol="0"/>
          <a:lstStyle/>
          <a:p>
            <a:endParaRPr/>
          </a:p>
        </p:txBody>
      </p:sp>
      <p:sp>
        <p:nvSpPr>
          <p:cNvPr id="20" name="object 20"/>
          <p:cNvSpPr txBox="1"/>
          <p:nvPr/>
        </p:nvSpPr>
        <p:spPr>
          <a:xfrm>
            <a:off x="4050538" y="6032093"/>
            <a:ext cx="1456055" cy="239395"/>
          </a:xfrm>
          <a:prstGeom prst="rect">
            <a:avLst/>
          </a:prstGeom>
        </p:spPr>
        <p:txBody>
          <a:bodyPr vert="horz" wrap="square" lIns="0" tIns="12700" rIns="0" bIns="0" rtlCol="0">
            <a:spAutoFit/>
          </a:bodyPr>
          <a:lstStyle/>
          <a:p>
            <a:pPr marL="12700">
              <a:lnSpc>
                <a:spcPct val="100000"/>
              </a:lnSpc>
              <a:spcBef>
                <a:spcPts val="100"/>
              </a:spcBef>
            </a:pPr>
            <a:r>
              <a:rPr sz="1400" b="1" dirty="0">
                <a:solidFill>
                  <a:srgbClr val="FFFFFF"/>
                </a:solidFill>
                <a:latin typeface="Arial"/>
                <a:cs typeface="Arial"/>
              </a:rPr>
              <a:t>Self </a:t>
            </a:r>
            <a:r>
              <a:rPr sz="1400" b="1" spc="-5" dirty="0">
                <a:solidFill>
                  <a:srgbClr val="FFFFFF"/>
                </a:solidFill>
                <a:latin typeface="Arial"/>
                <a:cs typeface="Arial"/>
              </a:rPr>
              <a:t>Driving</a:t>
            </a:r>
            <a:r>
              <a:rPr sz="1400" b="1" spc="-100" dirty="0">
                <a:solidFill>
                  <a:srgbClr val="FFFFFF"/>
                </a:solidFill>
                <a:latin typeface="Arial"/>
                <a:cs typeface="Arial"/>
              </a:rPr>
              <a:t> </a:t>
            </a:r>
            <a:r>
              <a:rPr sz="1400" b="1" spc="-5" dirty="0">
                <a:solidFill>
                  <a:srgbClr val="FFFFFF"/>
                </a:solidFill>
                <a:latin typeface="Arial"/>
                <a:cs typeface="Arial"/>
              </a:rPr>
              <a:t>Cars</a:t>
            </a:r>
            <a:endParaRPr sz="1400">
              <a:latin typeface="Arial"/>
              <a:cs typeface="Arial"/>
            </a:endParaRPr>
          </a:p>
        </p:txBody>
      </p:sp>
      <p:sp>
        <p:nvSpPr>
          <p:cNvPr id="21" name="object 21"/>
          <p:cNvSpPr/>
          <p:nvPr/>
        </p:nvSpPr>
        <p:spPr>
          <a:xfrm>
            <a:off x="1685544" y="5026164"/>
            <a:ext cx="2551937" cy="401561"/>
          </a:xfrm>
          <a:prstGeom prst="rect">
            <a:avLst/>
          </a:prstGeom>
          <a:blipFill>
            <a:blip r:embed="rId12" cstate="print"/>
            <a:stretch>
              <a:fillRect/>
            </a:stretch>
          </a:blipFill>
        </p:spPr>
        <p:txBody>
          <a:bodyPr wrap="square" lIns="0" tIns="0" rIns="0" bIns="0" rtlCol="0"/>
          <a:lstStyle/>
          <a:p>
            <a:endParaRPr/>
          </a:p>
        </p:txBody>
      </p:sp>
      <p:sp>
        <p:nvSpPr>
          <p:cNvPr id="22" name="object 22"/>
          <p:cNvSpPr txBox="1"/>
          <p:nvPr/>
        </p:nvSpPr>
        <p:spPr>
          <a:xfrm>
            <a:off x="1786254" y="5067680"/>
            <a:ext cx="2336165" cy="239395"/>
          </a:xfrm>
          <a:prstGeom prst="rect">
            <a:avLst/>
          </a:prstGeom>
        </p:spPr>
        <p:txBody>
          <a:bodyPr vert="horz" wrap="square" lIns="0" tIns="12700" rIns="0" bIns="0" rtlCol="0">
            <a:spAutoFit/>
          </a:bodyPr>
          <a:lstStyle/>
          <a:p>
            <a:pPr marL="12700">
              <a:lnSpc>
                <a:spcPct val="100000"/>
              </a:lnSpc>
              <a:spcBef>
                <a:spcPts val="100"/>
              </a:spcBef>
            </a:pPr>
            <a:r>
              <a:rPr sz="1400" b="1" spc="-5" dirty="0">
                <a:solidFill>
                  <a:srgbClr val="FFFFFF"/>
                </a:solidFill>
                <a:latin typeface="Arial"/>
                <a:cs typeface="Arial"/>
              </a:rPr>
              <a:t>Product</a:t>
            </a:r>
            <a:r>
              <a:rPr sz="1400" b="1" spc="-45" dirty="0">
                <a:solidFill>
                  <a:srgbClr val="FFFFFF"/>
                </a:solidFill>
                <a:latin typeface="Arial"/>
                <a:cs typeface="Arial"/>
              </a:rPr>
              <a:t> </a:t>
            </a:r>
            <a:r>
              <a:rPr sz="1400" b="1" spc="-5" dirty="0">
                <a:solidFill>
                  <a:srgbClr val="FFFFFF"/>
                </a:solidFill>
                <a:latin typeface="Arial"/>
                <a:cs typeface="Arial"/>
              </a:rPr>
              <a:t>Recommendations</a:t>
            </a:r>
            <a:endParaRPr sz="1400">
              <a:latin typeface="Arial"/>
              <a:cs typeface="Arial"/>
            </a:endParaRPr>
          </a:p>
        </p:txBody>
      </p:sp>
      <p:sp>
        <p:nvSpPr>
          <p:cNvPr id="23" name="object 23"/>
          <p:cNvSpPr/>
          <p:nvPr/>
        </p:nvSpPr>
        <p:spPr>
          <a:xfrm>
            <a:off x="2199132" y="4151388"/>
            <a:ext cx="1693925" cy="401561"/>
          </a:xfrm>
          <a:prstGeom prst="rect">
            <a:avLst/>
          </a:prstGeom>
          <a:blipFill>
            <a:blip r:embed="rId13" cstate="print"/>
            <a:stretch>
              <a:fillRect/>
            </a:stretch>
          </a:blipFill>
        </p:spPr>
        <p:txBody>
          <a:bodyPr wrap="square" lIns="0" tIns="0" rIns="0" bIns="0" rtlCol="0"/>
          <a:lstStyle/>
          <a:p>
            <a:endParaRPr/>
          </a:p>
        </p:txBody>
      </p:sp>
      <p:sp>
        <p:nvSpPr>
          <p:cNvPr id="24" name="object 24"/>
          <p:cNvSpPr txBox="1"/>
          <p:nvPr/>
        </p:nvSpPr>
        <p:spPr>
          <a:xfrm>
            <a:off x="2299842" y="4193540"/>
            <a:ext cx="1477645" cy="239395"/>
          </a:xfrm>
          <a:prstGeom prst="rect">
            <a:avLst/>
          </a:prstGeom>
        </p:spPr>
        <p:txBody>
          <a:bodyPr vert="horz" wrap="square" lIns="0" tIns="12700" rIns="0" bIns="0" rtlCol="0">
            <a:spAutoFit/>
          </a:bodyPr>
          <a:lstStyle/>
          <a:p>
            <a:pPr marL="12700">
              <a:lnSpc>
                <a:spcPct val="100000"/>
              </a:lnSpc>
              <a:spcBef>
                <a:spcPts val="100"/>
              </a:spcBef>
            </a:pPr>
            <a:r>
              <a:rPr sz="1400" b="1" spc="-10" dirty="0">
                <a:solidFill>
                  <a:srgbClr val="FFFFFF"/>
                </a:solidFill>
                <a:latin typeface="Arial"/>
                <a:cs typeface="Arial"/>
              </a:rPr>
              <a:t>Traffic</a:t>
            </a:r>
            <a:r>
              <a:rPr sz="1400" b="1" spc="-120" dirty="0">
                <a:solidFill>
                  <a:srgbClr val="FFFFFF"/>
                </a:solidFill>
                <a:latin typeface="Arial"/>
                <a:cs typeface="Arial"/>
              </a:rPr>
              <a:t> </a:t>
            </a:r>
            <a:r>
              <a:rPr sz="1400" b="1" dirty="0">
                <a:solidFill>
                  <a:srgbClr val="FFFFFF"/>
                </a:solidFill>
                <a:latin typeface="Arial"/>
                <a:cs typeface="Arial"/>
              </a:rPr>
              <a:t>Prediction</a:t>
            </a:r>
            <a:endParaRPr sz="1400">
              <a:latin typeface="Arial"/>
              <a:cs typeface="Arial"/>
            </a:endParaRPr>
          </a:p>
        </p:txBody>
      </p:sp>
      <p:sp>
        <p:nvSpPr>
          <p:cNvPr id="25" name="object 25"/>
          <p:cNvSpPr/>
          <p:nvPr/>
        </p:nvSpPr>
        <p:spPr>
          <a:xfrm>
            <a:off x="2098548" y="3035820"/>
            <a:ext cx="1948433" cy="401561"/>
          </a:xfrm>
          <a:prstGeom prst="rect">
            <a:avLst/>
          </a:prstGeom>
          <a:blipFill>
            <a:blip r:embed="rId14" cstate="print"/>
            <a:stretch>
              <a:fillRect/>
            </a:stretch>
          </a:blipFill>
        </p:spPr>
        <p:txBody>
          <a:bodyPr wrap="square" lIns="0" tIns="0" rIns="0" bIns="0" rtlCol="0"/>
          <a:lstStyle/>
          <a:p>
            <a:endParaRPr/>
          </a:p>
        </p:txBody>
      </p:sp>
      <p:sp>
        <p:nvSpPr>
          <p:cNvPr id="26" name="object 26"/>
          <p:cNvSpPr txBox="1"/>
          <p:nvPr/>
        </p:nvSpPr>
        <p:spPr>
          <a:xfrm>
            <a:off x="2199894" y="3077718"/>
            <a:ext cx="1732914" cy="239395"/>
          </a:xfrm>
          <a:prstGeom prst="rect">
            <a:avLst/>
          </a:prstGeom>
        </p:spPr>
        <p:txBody>
          <a:bodyPr vert="horz" wrap="square" lIns="0" tIns="13335" rIns="0" bIns="0" rtlCol="0">
            <a:spAutoFit/>
          </a:bodyPr>
          <a:lstStyle/>
          <a:p>
            <a:pPr marL="12700">
              <a:lnSpc>
                <a:spcPct val="100000"/>
              </a:lnSpc>
              <a:spcBef>
                <a:spcPts val="105"/>
              </a:spcBef>
            </a:pPr>
            <a:r>
              <a:rPr sz="1400" b="1" dirty="0">
                <a:solidFill>
                  <a:srgbClr val="FFFFFF"/>
                </a:solidFill>
                <a:latin typeface="Arial"/>
                <a:cs typeface="Arial"/>
              </a:rPr>
              <a:t>Speech</a:t>
            </a:r>
            <a:r>
              <a:rPr sz="1400" b="1" spc="-75" dirty="0">
                <a:solidFill>
                  <a:srgbClr val="FFFFFF"/>
                </a:solidFill>
                <a:latin typeface="Arial"/>
                <a:cs typeface="Arial"/>
              </a:rPr>
              <a:t> </a:t>
            </a:r>
            <a:r>
              <a:rPr sz="1400" b="1" spc="-5" dirty="0">
                <a:solidFill>
                  <a:srgbClr val="FFFFFF"/>
                </a:solidFill>
                <a:latin typeface="Arial"/>
                <a:cs typeface="Arial"/>
              </a:rPr>
              <a:t>Recognition</a:t>
            </a:r>
            <a:endParaRPr sz="1400">
              <a:latin typeface="Arial"/>
              <a:cs typeface="Arial"/>
            </a:endParaRPr>
          </a:p>
        </p:txBody>
      </p:sp>
      <p:sp>
        <p:nvSpPr>
          <p:cNvPr id="27" name="object 27"/>
          <p:cNvSpPr/>
          <p:nvPr/>
        </p:nvSpPr>
        <p:spPr>
          <a:xfrm>
            <a:off x="2819400" y="2148852"/>
            <a:ext cx="1831086" cy="401561"/>
          </a:xfrm>
          <a:prstGeom prst="rect">
            <a:avLst/>
          </a:prstGeom>
          <a:blipFill>
            <a:blip r:embed="rId15" cstate="print"/>
            <a:stretch>
              <a:fillRect/>
            </a:stretch>
          </a:blipFill>
        </p:spPr>
        <p:txBody>
          <a:bodyPr wrap="square" lIns="0" tIns="0" rIns="0" bIns="0" rtlCol="0"/>
          <a:lstStyle/>
          <a:p>
            <a:endParaRPr/>
          </a:p>
        </p:txBody>
      </p:sp>
      <p:sp>
        <p:nvSpPr>
          <p:cNvPr id="28" name="object 28"/>
          <p:cNvSpPr txBox="1"/>
          <p:nvPr/>
        </p:nvSpPr>
        <p:spPr>
          <a:xfrm>
            <a:off x="2921000" y="2191004"/>
            <a:ext cx="1615440" cy="239395"/>
          </a:xfrm>
          <a:prstGeom prst="rect">
            <a:avLst/>
          </a:prstGeom>
        </p:spPr>
        <p:txBody>
          <a:bodyPr vert="horz" wrap="square" lIns="0" tIns="13335" rIns="0" bIns="0" rtlCol="0">
            <a:spAutoFit/>
          </a:bodyPr>
          <a:lstStyle/>
          <a:p>
            <a:pPr marL="12700">
              <a:lnSpc>
                <a:spcPct val="100000"/>
              </a:lnSpc>
              <a:spcBef>
                <a:spcPts val="105"/>
              </a:spcBef>
            </a:pPr>
            <a:r>
              <a:rPr sz="1400" b="1" dirty="0">
                <a:solidFill>
                  <a:srgbClr val="FFFFFF"/>
                </a:solidFill>
                <a:latin typeface="Arial"/>
                <a:cs typeface="Arial"/>
              </a:rPr>
              <a:t>Image</a:t>
            </a:r>
            <a:r>
              <a:rPr sz="1400" b="1" spc="-75" dirty="0">
                <a:solidFill>
                  <a:srgbClr val="FFFFFF"/>
                </a:solidFill>
                <a:latin typeface="Arial"/>
                <a:cs typeface="Arial"/>
              </a:rPr>
              <a:t> </a:t>
            </a:r>
            <a:r>
              <a:rPr sz="1400" b="1" spc="-5" dirty="0">
                <a:solidFill>
                  <a:srgbClr val="FFFFFF"/>
                </a:solidFill>
                <a:latin typeface="Arial"/>
                <a:cs typeface="Arial"/>
              </a:rPr>
              <a:t>Recognition</a:t>
            </a:r>
            <a:endParaRPr sz="1400">
              <a:latin typeface="Arial"/>
              <a:cs typeface="Arial"/>
            </a:endParaRPr>
          </a:p>
        </p:txBody>
      </p:sp>
      <p:grpSp>
        <p:nvGrpSpPr>
          <p:cNvPr id="29" name="object 29"/>
          <p:cNvGrpSpPr/>
          <p:nvPr/>
        </p:nvGrpSpPr>
        <p:grpSpPr>
          <a:xfrm>
            <a:off x="3991355" y="1839467"/>
            <a:ext cx="4255135" cy="4139565"/>
            <a:chOff x="3991355" y="1839467"/>
            <a:chExt cx="4255135" cy="4139565"/>
          </a:xfrm>
        </p:grpSpPr>
        <p:sp>
          <p:nvSpPr>
            <p:cNvPr id="30" name="object 30"/>
            <p:cNvSpPr/>
            <p:nvPr/>
          </p:nvSpPr>
          <p:spPr>
            <a:xfrm>
              <a:off x="5774435" y="1839467"/>
              <a:ext cx="620395" cy="620395"/>
            </a:xfrm>
            <a:custGeom>
              <a:avLst/>
              <a:gdLst/>
              <a:ahLst/>
              <a:cxnLst/>
              <a:rect l="l" t="t" r="r" b="b"/>
              <a:pathLst>
                <a:path w="620395" h="620394">
                  <a:moveTo>
                    <a:pt x="310134" y="0"/>
                  </a:moveTo>
                  <a:lnTo>
                    <a:pt x="264295" y="3361"/>
                  </a:lnTo>
                  <a:lnTo>
                    <a:pt x="220548" y="13127"/>
                  </a:lnTo>
                  <a:lnTo>
                    <a:pt x="179371" y="28818"/>
                  </a:lnTo>
                  <a:lnTo>
                    <a:pt x="141244" y="49954"/>
                  </a:lnTo>
                  <a:lnTo>
                    <a:pt x="106646" y="76056"/>
                  </a:lnTo>
                  <a:lnTo>
                    <a:pt x="76056" y="106646"/>
                  </a:lnTo>
                  <a:lnTo>
                    <a:pt x="49954" y="141244"/>
                  </a:lnTo>
                  <a:lnTo>
                    <a:pt x="28818" y="179371"/>
                  </a:lnTo>
                  <a:lnTo>
                    <a:pt x="13127" y="220548"/>
                  </a:lnTo>
                  <a:lnTo>
                    <a:pt x="3361" y="264295"/>
                  </a:lnTo>
                  <a:lnTo>
                    <a:pt x="0" y="310134"/>
                  </a:lnTo>
                  <a:lnTo>
                    <a:pt x="3361" y="355972"/>
                  </a:lnTo>
                  <a:lnTo>
                    <a:pt x="13127" y="399719"/>
                  </a:lnTo>
                  <a:lnTo>
                    <a:pt x="28818" y="440896"/>
                  </a:lnTo>
                  <a:lnTo>
                    <a:pt x="49954" y="479023"/>
                  </a:lnTo>
                  <a:lnTo>
                    <a:pt x="76056" y="513621"/>
                  </a:lnTo>
                  <a:lnTo>
                    <a:pt x="106646" y="544211"/>
                  </a:lnTo>
                  <a:lnTo>
                    <a:pt x="141244" y="570313"/>
                  </a:lnTo>
                  <a:lnTo>
                    <a:pt x="179371" y="591449"/>
                  </a:lnTo>
                  <a:lnTo>
                    <a:pt x="220548" y="607140"/>
                  </a:lnTo>
                  <a:lnTo>
                    <a:pt x="264295" y="616906"/>
                  </a:lnTo>
                  <a:lnTo>
                    <a:pt x="310134" y="620268"/>
                  </a:lnTo>
                  <a:lnTo>
                    <a:pt x="355972" y="616906"/>
                  </a:lnTo>
                  <a:lnTo>
                    <a:pt x="399719" y="607140"/>
                  </a:lnTo>
                  <a:lnTo>
                    <a:pt x="440896" y="591449"/>
                  </a:lnTo>
                  <a:lnTo>
                    <a:pt x="479023" y="570313"/>
                  </a:lnTo>
                  <a:lnTo>
                    <a:pt x="513621" y="544211"/>
                  </a:lnTo>
                  <a:lnTo>
                    <a:pt x="544211" y="513621"/>
                  </a:lnTo>
                  <a:lnTo>
                    <a:pt x="570313" y="479023"/>
                  </a:lnTo>
                  <a:lnTo>
                    <a:pt x="591449" y="440896"/>
                  </a:lnTo>
                  <a:lnTo>
                    <a:pt x="607140" y="399719"/>
                  </a:lnTo>
                  <a:lnTo>
                    <a:pt x="616906" y="355972"/>
                  </a:lnTo>
                  <a:lnTo>
                    <a:pt x="620267" y="310134"/>
                  </a:lnTo>
                  <a:lnTo>
                    <a:pt x="616906" y="264295"/>
                  </a:lnTo>
                  <a:lnTo>
                    <a:pt x="607140" y="220548"/>
                  </a:lnTo>
                  <a:lnTo>
                    <a:pt x="591449" y="179371"/>
                  </a:lnTo>
                  <a:lnTo>
                    <a:pt x="570313" y="141244"/>
                  </a:lnTo>
                  <a:lnTo>
                    <a:pt x="544211" y="106646"/>
                  </a:lnTo>
                  <a:lnTo>
                    <a:pt x="513621" y="76056"/>
                  </a:lnTo>
                  <a:lnTo>
                    <a:pt x="479023" y="49954"/>
                  </a:lnTo>
                  <a:lnTo>
                    <a:pt x="440896" y="28818"/>
                  </a:lnTo>
                  <a:lnTo>
                    <a:pt x="399719" y="13127"/>
                  </a:lnTo>
                  <a:lnTo>
                    <a:pt x="355972" y="3361"/>
                  </a:lnTo>
                  <a:lnTo>
                    <a:pt x="310134" y="0"/>
                  </a:lnTo>
                  <a:close/>
                </a:path>
              </a:pathLst>
            </a:custGeom>
            <a:solidFill>
              <a:srgbClr val="00D9CE"/>
            </a:solidFill>
          </p:spPr>
          <p:txBody>
            <a:bodyPr wrap="square" lIns="0" tIns="0" rIns="0" bIns="0" rtlCol="0"/>
            <a:lstStyle/>
            <a:p>
              <a:endParaRPr/>
            </a:p>
          </p:txBody>
        </p:sp>
        <p:sp>
          <p:nvSpPr>
            <p:cNvPr id="31" name="object 31"/>
            <p:cNvSpPr/>
            <p:nvPr/>
          </p:nvSpPr>
          <p:spPr>
            <a:xfrm>
              <a:off x="5803391" y="1868423"/>
              <a:ext cx="563880" cy="563880"/>
            </a:xfrm>
            <a:custGeom>
              <a:avLst/>
              <a:gdLst/>
              <a:ahLst/>
              <a:cxnLst/>
              <a:rect l="l" t="t" r="r" b="b"/>
              <a:pathLst>
                <a:path w="563879" h="563880">
                  <a:moveTo>
                    <a:pt x="281940" y="0"/>
                  </a:moveTo>
                  <a:lnTo>
                    <a:pt x="236210" y="3690"/>
                  </a:lnTo>
                  <a:lnTo>
                    <a:pt x="192828" y="14374"/>
                  </a:lnTo>
                  <a:lnTo>
                    <a:pt x="152376" y="31471"/>
                  </a:lnTo>
                  <a:lnTo>
                    <a:pt x="115433" y="54400"/>
                  </a:lnTo>
                  <a:lnTo>
                    <a:pt x="82581" y="82581"/>
                  </a:lnTo>
                  <a:lnTo>
                    <a:pt x="54400" y="115433"/>
                  </a:lnTo>
                  <a:lnTo>
                    <a:pt x="31471" y="152376"/>
                  </a:lnTo>
                  <a:lnTo>
                    <a:pt x="14374" y="192828"/>
                  </a:lnTo>
                  <a:lnTo>
                    <a:pt x="3690" y="236210"/>
                  </a:lnTo>
                  <a:lnTo>
                    <a:pt x="0" y="281939"/>
                  </a:lnTo>
                  <a:lnTo>
                    <a:pt x="3690" y="327669"/>
                  </a:lnTo>
                  <a:lnTo>
                    <a:pt x="14374" y="371051"/>
                  </a:lnTo>
                  <a:lnTo>
                    <a:pt x="31471" y="411503"/>
                  </a:lnTo>
                  <a:lnTo>
                    <a:pt x="54400" y="448446"/>
                  </a:lnTo>
                  <a:lnTo>
                    <a:pt x="82581" y="481298"/>
                  </a:lnTo>
                  <a:lnTo>
                    <a:pt x="115433" y="509479"/>
                  </a:lnTo>
                  <a:lnTo>
                    <a:pt x="152376" y="532408"/>
                  </a:lnTo>
                  <a:lnTo>
                    <a:pt x="192828" y="549505"/>
                  </a:lnTo>
                  <a:lnTo>
                    <a:pt x="236210" y="560189"/>
                  </a:lnTo>
                  <a:lnTo>
                    <a:pt x="281940" y="563879"/>
                  </a:lnTo>
                  <a:lnTo>
                    <a:pt x="327669" y="560189"/>
                  </a:lnTo>
                  <a:lnTo>
                    <a:pt x="371051" y="549505"/>
                  </a:lnTo>
                  <a:lnTo>
                    <a:pt x="411503" y="532408"/>
                  </a:lnTo>
                  <a:lnTo>
                    <a:pt x="448446" y="509479"/>
                  </a:lnTo>
                  <a:lnTo>
                    <a:pt x="481298" y="481298"/>
                  </a:lnTo>
                  <a:lnTo>
                    <a:pt x="509479" y="448446"/>
                  </a:lnTo>
                  <a:lnTo>
                    <a:pt x="532408" y="411503"/>
                  </a:lnTo>
                  <a:lnTo>
                    <a:pt x="549505" y="371051"/>
                  </a:lnTo>
                  <a:lnTo>
                    <a:pt x="560189" y="327669"/>
                  </a:lnTo>
                  <a:lnTo>
                    <a:pt x="563880" y="281939"/>
                  </a:lnTo>
                  <a:lnTo>
                    <a:pt x="560189" y="236210"/>
                  </a:lnTo>
                  <a:lnTo>
                    <a:pt x="549505" y="192828"/>
                  </a:lnTo>
                  <a:lnTo>
                    <a:pt x="532408" y="152376"/>
                  </a:lnTo>
                  <a:lnTo>
                    <a:pt x="509479" y="115433"/>
                  </a:lnTo>
                  <a:lnTo>
                    <a:pt x="481298" y="82581"/>
                  </a:lnTo>
                  <a:lnTo>
                    <a:pt x="448446" y="54400"/>
                  </a:lnTo>
                  <a:lnTo>
                    <a:pt x="411503" y="31471"/>
                  </a:lnTo>
                  <a:lnTo>
                    <a:pt x="371051" y="14374"/>
                  </a:lnTo>
                  <a:lnTo>
                    <a:pt x="327669" y="3690"/>
                  </a:lnTo>
                  <a:lnTo>
                    <a:pt x="281940" y="0"/>
                  </a:lnTo>
                  <a:close/>
                </a:path>
              </a:pathLst>
            </a:custGeom>
            <a:solidFill>
              <a:srgbClr val="152B77"/>
            </a:solidFill>
          </p:spPr>
          <p:txBody>
            <a:bodyPr wrap="square" lIns="0" tIns="0" rIns="0" bIns="0" rtlCol="0"/>
            <a:lstStyle/>
            <a:p>
              <a:endParaRPr/>
            </a:p>
          </p:txBody>
        </p:sp>
        <p:sp>
          <p:nvSpPr>
            <p:cNvPr id="32" name="object 32"/>
            <p:cNvSpPr/>
            <p:nvPr/>
          </p:nvSpPr>
          <p:spPr>
            <a:xfrm>
              <a:off x="5945123" y="2010155"/>
              <a:ext cx="280415" cy="280416"/>
            </a:xfrm>
            <a:prstGeom prst="rect">
              <a:avLst/>
            </a:prstGeom>
            <a:blipFill>
              <a:blip r:embed="rId16" cstate="print"/>
              <a:stretch>
                <a:fillRect/>
              </a:stretch>
            </a:blipFill>
          </p:spPr>
          <p:txBody>
            <a:bodyPr wrap="square" lIns="0" tIns="0" rIns="0" bIns="0" rtlCol="0"/>
            <a:lstStyle/>
            <a:p>
              <a:endParaRPr/>
            </a:p>
          </p:txBody>
        </p:sp>
        <p:sp>
          <p:nvSpPr>
            <p:cNvPr id="33" name="object 33"/>
            <p:cNvSpPr/>
            <p:nvPr/>
          </p:nvSpPr>
          <p:spPr>
            <a:xfrm>
              <a:off x="6841235" y="2151887"/>
              <a:ext cx="620395" cy="622300"/>
            </a:xfrm>
            <a:custGeom>
              <a:avLst/>
              <a:gdLst/>
              <a:ahLst/>
              <a:cxnLst/>
              <a:rect l="l" t="t" r="r" b="b"/>
              <a:pathLst>
                <a:path w="620395" h="622300">
                  <a:moveTo>
                    <a:pt x="310134" y="0"/>
                  </a:moveTo>
                  <a:lnTo>
                    <a:pt x="264295" y="3370"/>
                  </a:lnTo>
                  <a:lnTo>
                    <a:pt x="220548" y="13162"/>
                  </a:lnTo>
                  <a:lnTo>
                    <a:pt x="179371" y="28895"/>
                  </a:lnTo>
                  <a:lnTo>
                    <a:pt x="141244" y="50087"/>
                  </a:lnTo>
                  <a:lnTo>
                    <a:pt x="106646" y="76257"/>
                  </a:lnTo>
                  <a:lnTo>
                    <a:pt x="76056" y="106925"/>
                  </a:lnTo>
                  <a:lnTo>
                    <a:pt x="49954" y="141609"/>
                  </a:lnTo>
                  <a:lnTo>
                    <a:pt x="28818" y="179829"/>
                  </a:lnTo>
                  <a:lnTo>
                    <a:pt x="13127" y="221104"/>
                  </a:lnTo>
                  <a:lnTo>
                    <a:pt x="3361" y="264953"/>
                  </a:lnTo>
                  <a:lnTo>
                    <a:pt x="0" y="310896"/>
                  </a:lnTo>
                  <a:lnTo>
                    <a:pt x="3361" y="356838"/>
                  </a:lnTo>
                  <a:lnTo>
                    <a:pt x="13127" y="400687"/>
                  </a:lnTo>
                  <a:lnTo>
                    <a:pt x="28818" y="441962"/>
                  </a:lnTo>
                  <a:lnTo>
                    <a:pt x="49954" y="480182"/>
                  </a:lnTo>
                  <a:lnTo>
                    <a:pt x="76056" y="514866"/>
                  </a:lnTo>
                  <a:lnTo>
                    <a:pt x="106646" y="545534"/>
                  </a:lnTo>
                  <a:lnTo>
                    <a:pt x="141244" y="571704"/>
                  </a:lnTo>
                  <a:lnTo>
                    <a:pt x="179371" y="592896"/>
                  </a:lnTo>
                  <a:lnTo>
                    <a:pt x="220548" y="608629"/>
                  </a:lnTo>
                  <a:lnTo>
                    <a:pt x="264295" y="618421"/>
                  </a:lnTo>
                  <a:lnTo>
                    <a:pt x="310134" y="621791"/>
                  </a:lnTo>
                  <a:lnTo>
                    <a:pt x="355972" y="618421"/>
                  </a:lnTo>
                  <a:lnTo>
                    <a:pt x="399719" y="608629"/>
                  </a:lnTo>
                  <a:lnTo>
                    <a:pt x="440896" y="592896"/>
                  </a:lnTo>
                  <a:lnTo>
                    <a:pt x="479023" y="571704"/>
                  </a:lnTo>
                  <a:lnTo>
                    <a:pt x="513621" y="545534"/>
                  </a:lnTo>
                  <a:lnTo>
                    <a:pt x="544211" y="514866"/>
                  </a:lnTo>
                  <a:lnTo>
                    <a:pt x="570313" y="480182"/>
                  </a:lnTo>
                  <a:lnTo>
                    <a:pt x="591449" y="441962"/>
                  </a:lnTo>
                  <a:lnTo>
                    <a:pt x="607140" y="400687"/>
                  </a:lnTo>
                  <a:lnTo>
                    <a:pt x="616906" y="356838"/>
                  </a:lnTo>
                  <a:lnTo>
                    <a:pt x="620268" y="310896"/>
                  </a:lnTo>
                  <a:lnTo>
                    <a:pt x="616906" y="264953"/>
                  </a:lnTo>
                  <a:lnTo>
                    <a:pt x="607140" y="221104"/>
                  </a:lnTo>
                  <a:lnTo>
                    <a:pt x="591449" y="179829"/>
                  </a:lnTo>
                  <a:lnTo>
                    <a:pt x="570313" y="141609"/>
                  </a:lnTo>
                  <a:lnTo>
                    <a:pt x="544211" y="106925"/>
                  </a:lnTo>
                  <a:lnTo>
                    <a:pt x="513621" y="76257"/>
                  </a:lnTo>
                  <a:lnTo>
                    <a:pt x="479023" y="50087"/>
                  </a:lnTo>
                  <a:lnTo>
                    <a:pt x="440896" y="28895"/>
                  </a:lnTo>
                  <a:lnTo>
                    <a:pt x="399719" y="13162"/>
                  </a:lnTo>
                  <a:lnTo>
                    <a:pt x="355972" y="3370"/>
                  </a:lnTo>
                  <a:lnTo>
                    <a:pt x="310134" y="0"/>
                  </a:lnTo>
                  <a:close/>
                </a:path>
              </a:pathLst>
            </a:custGeom>
            <a:solidFill>
              <a:srgbClr val="FF8E01"/>
            </a:solidFill>
          </p:spPr>
          <p:txBody>
            <a:bodyPr wrap="square" lIns="0" tIns="0" rIns="0" bIns="0" rtlCol="0"/>
            <a:lstStyle/>
            <a:p>
              <a:endParaRPr/>
            </a:p>
          </p:txBody>
        </p:sp>
        <p:sp>
          <p:nvSpPr>
            <p:cNvPr id="34" name="object 34"/>
            <p:cNvSpPr/>
            <p:nvPr/>
          </p:nvSpPr>
          <p:spPr>
            <a:xfrm>
              <a:off x="6870191" y="2180843"/>
              <a:ext cx="563880" cy="563880"/>
            </a:xfrm>
            <a:custGeom>
              <a:avLst/>
              <a:gdLst/>
              <a:ahLst/>
              <a:cxnLst/>
              <a:rect l="l" t="t" r="r" b="b"/>
              <a:pathLst>
                <a:path w="563879" h="563880">
                  <a:moveTo>
                    <a:pt x="281939" y="0"/>
                  </a:moveTo>
                  <a:lnTo>
                    <a:pt x="236210" y="3690"/>
                  </a:lnTo>
                  <a:lnTo>
                    <a:pt x="192828" y="14374"/>
                  </a:lnTo>
                  <a:lnTo>
                    <a:pt x="152376" y="31471"/>
                  </a:lnTo>
                  <a:lnTo>
                    <a:pt x="115433" y="54400"/>
                  </a:lnTo>
                  <a:lnTo>
                    <a:pt x="82581" y="82581"/>
                  </a:lnTo>
                  <a:lnTo>
                    <a:pt x="54400" y="115433"/>
                  </a:lnTo>
                  <a:lnTo>
                    <a:pt x="31471" y="152376"/>
                  </a:lnTo>
                  <a:lnTo>
                    <a:pt x="14374" y="192828"/>
                  </a:lnTo>
                  <a:lnTo>
                    <a:pt x="3690" y="236210"/>
                  </a:lnTo>
                  <a:lnTo>
                    <a:pt x="0" y="281939"/>
                  </a:lnTo>
                  <a:lnTo>
                    <a:pt x="3690" y="327669"/>
                  </a:lnTo>
                  <a:lnTo>
                    <a:pt x="14374" y="371051"/>
                  </a:lnTo>
                  <a:lnTo>
                    <a:pt x="31471" y="411503"/>
                  </a:lnTo>
                  <a:lnTo>
                    <a:pt x="54400" y="448446"/>
                  </a:lnTo>
                  <a:lnTo>
                    <a:pt x="82581" y="481298"/>
                  </a:lnTo>
                  <a:lnTo>
                    <a:pt x="115433" y="509479"/>
                  </a:lnTo>
                  <a:lnTo>
                    <a:pt x="152376" y="532408"/>
                  </a:lnTo>
                  <a:lnTo>
                    <a:pt x="192828" y="549505"/>
                  </a:lnTo>
                  <a:lnTo>
                    <a:pt x="236210" y="560189"/>
                  </a:lnTo>
                  <a:lnTo>
                    <a:pt x="281939" y="563879"/>
                  </a:lnTo>
                  <a:lnTo>
                    <a:pt x="327669" y="560189"/>
                  </a:lnTo>
                  <a:lnTo>
                    <a:pt x="371051" y="549505"/>
                  </a:lnTo>
                  <a:lnTo>
                    <a:pt x="411503" y="532408"/>
                  </a:lnTo>
                  <a:lnTo>
                    <a:pt x="448446" y="509479"/>
                  </a:lnTo>
                  <a:lnTo>
                    <a:pt x="481298" y="481298"/>
                  </a:lnTo>
                  <a:lnTo>
                    <a:pt x="509479" y="448446"/>
                  </a:lnTo>
                  <a:lnTo>
                    <a:pt x="532408" y="411503"/>
                  </a:lnTo>
                  <a:lnTo>
                    <a:pt x="549505" y="371051"/>
                  </a:lnTo>
                  <a:lnTo>
                    <a:pt x="560189" y="327669"/>
                  </a:lnTo>
                  <a:lnTo>
                    <a:pt x="563879" y="281939"/>
                  </a:lnTo>
                  <a:lnTo>
                    <a:pt x="560189" y="236210"/>
                  </a:lnTo>
                  <a:lnTo>
                    <a:pt x="549505" y="192828"/>
                  </a:lnTo>
                  <a:lnTo>
                    <a:pt x="532408" y="152376"/>
                  </a:lnTo>
                  <a:lnTo>
                    <a:pt x="509479" y="115433"/>
                  </a:lnTo>
                  <a:lnTo>
                    <a:pt x="481298" y="82581"/>
                  </a:lnTo>
                  <a:lnTo>
                    <a:pt x="448446" y="54400"/>
                  </a:lnTo>
                  <a:lnTo>
                    <a:pt x="411503" y="31471"/>
                  </a:lnTo>
                  <a:lnTo>
                    <a:pt x="371051" y="14374"/>
                  </a:lnTo>
                  <a:lnTo>
                    <a:pt x="327669" y="3690"/>
                  </a:lnTo>
                  <a:lnTo>
                    <a:pt x="281939" y="0"/>
                  </a:lnTo>
                  <a:close/>
                </a:path>
              </a:pathLst>
            </a:custGeom>
            <a:solidFill>
              <a:srgbClr val="152B77"/>
            </a:solidFill>
          </p:spPr>
          <p:txBody>
            <a:bodyPr wrap="square" lIns="0" tIns="0" rIns="0" bIns="0" rtlCol="0"/>
            <a:lstStyle/>
            <a:p>
              <a:endParaRPr/>
            </a:p>
          </p:txBody>
        </p:sp>
        <p:sp>
          <p:nvSpPr>
            <p:cNvPr id="35" name="object 35"/>
            <p:cNvSpPr/>
            <p:nvPr/>
          </p:nvSpPr>
          <p:spPr>
            <a:xfrm>
              <a:off x="7034783" y="2308859"/>
              <a:ext cx="234696" cy="307848"/>
            </a:xfrm>
            <a:prstGeom prst="rect">
              <a:avLst/>
            </a:prstGeom>
            <a:blipFill>
              <a:blip r:embed="rId17" cstate="print"/>
              <a:stretch>
                <a:fillRect/>
              </a:stretch>
            </a:blipFill>
          </p:spPr>
          <p:txBody>
            <a:bodyPr wrap="square" lIns="0" tIns="0" rIns="0" bIns="0" rtlCol="0"/>
            <a:lstStyle/>
            <a:p>
              <a:endParaRPr/>
            </a:p>
          </p:txBody>
        </p:sp>
        <p:sp>
          <p:nvSpPr>
            <p:cNvPr id="36" name="object 36"/>
            <p:cNvSpPr/>
            <p:nvPr/>
          </p:nvSpPr>
          <p:spPr>
            <a:xfrm>
              <a:off x="7487411" y="2964179"/>
              <a:ext cx="620395" cy="620395"/>
            </a:xfrm>
            <a:custGeom>
              <a:avLst/>
              <a:gdLst/>
              <a:ahLst/>
              <a:cxnLst/>
              <a:rect l="l" t="t" r="r" b="b"/>
              <a:pathLst>
                <a:path w="620395" h="620395">
                  <a:moveTo>
                    <a:pt x="310134" y="0"/>
                  </a:moveTo>
                  <a:lnTo>
                    <a:pt x="264295" y="3361"/>
                  </a:lnTo>
                  <a:lnTo>
                    <a:pt x="220548" y="13127"/>
                  </a:lnTo>
                  <a:lnTo>
                    <a:pt x="179371" y="28818"/>
                  </a:lnTo>
                  <a:lnTo>
                    <a:pt x="141244" y="49954"/>
                  </a:lnTo>
                  <a:lnTo>
                    <a:pt x="106646" y="76056"/>
                  </a:lnTo>
                  <a:lnTo>
                    <a:pt x="76056" y="106646"/>
                  </a:lnTo>
                  <a:lnTo>
                    <a:pt x="49954" y="141244"/>
                  </a:lnTo>
                  <a:lnTo>
                    <a:pt x="28818" y="179371"/>
                  </a:lnTo>
                  <a:lnTo>
                    <a:pt x="13127" y="220548"/>
                  </a:lnTo>
                  <a:lnTo>
                    <a:pt x="3361" y="264295"/>
                  </a:lnTo>
                  <a:lnTo>
                    <a:pt x="0" y="310134"/>
                  </a:lnTo>
                  <a:lnTo>
                    <a:pt x="3361" y="355972"/>
                  </a:lnTo>
                  <a:lnTo>
                    <a:pt x="13127" y="399719"/>
                  </a:lnTo>
                  <a:lnTo>
                    <a:pt x="28818" y="440896"/>
                  </a:lnTo>
                  <a:lnTo>
                    <a:pt x="49954" y="479023"/>
                  </a:lnTo>
                  <a:lnTo>
                    <a:pt x="76056" y="513621"/>
                  </a:lnTo>
                  <a:lnTo>
                    <a:pt x="106646" y="544211"/>
                  </a:lnTo>
                  <a:lnTo>
                    <a:pt x="141244" y="570313"/>
                  </a:lnTo>
                  <a:lnTo>
                    <a:pt x="179371" y="591449"/>
                  </a:lnTo>
                  <a:lnTo>
                    <a:pt x="220548" y="607140"/>
                  </a:lnTo>
                  <a:lnTo>
                    <a:pt x="264295" y="616906"/>
                  </a:lnTo>
                  <a:lnTo>
                    <a:pt x="310134" y="620268"/>
                  </a:lnTo>
                  <a:lnTo>
                    <a:pt x="355972" y="616906"/>
                  </a:lnTo>
                  <a:lnTo>
                    <a:pt x="399719" y="607140"/>
                  </a:lnTo>
                  <a:lnTo>
                    <a:pt x="440896" y="591449"/>
                  </a:lnTo>
                  <a:lnTo>
                    <a:pt x="479023" y="570313"/>
                  </a:lnTo>
                  <a:lnTo>
                    <a:pt x="513621" y="544211"/>
                  </a:lnTo>
                  <a:lnTo>
                    <a:pt x="544211" y="513621"/>
                  </a:lnTo>
                  <a:lnTo>
                    <a:pt x="570313" y="479023"/>
                  </a:lnTo>
                  <a:lnTo>
                    <a:pt x="591449" y="440896"/>
                  </a:lnTo>
                  <a:lnTo>
                    <a:pt x="607140" y="399719"/>
                  </a:lnTo>
                  <a:lnTo>
                    <a:pt x="616906" y="355972"/>
                  </a:lnTo>
                  <a:lnTo>
                    <a:pt x="620268" y="310134"/>
                  </a:lnTo>
                  <a:lnTo>
                    <a:pt x="616906" y="264295"/>
                  </a:lnTo>
                  <a:lnTo>
                    <a:pt x="607140" y="220548"/>
                  </a:lnTo>
                  <a:lnTo>
                    <a:pt x="591449" y="179371"/>
                  </a:lnTo>
                  <a:lnTo>
                    <a:pt x="570313" y="141244"/>
                  </a:lnTo>
                  <a:lnTo>
                    <a:pt x="544211" y="106646"/>
                  </a:lnTo>
                  <a:lnTo>
                    <a:pt x="513621" y="76056"/>
                  </a:lnTo>
                  <a:lnTo>
                    <a:pt x="479023" y="49954"/>
                  </a:lnTo>
                  <a:lnTo>
                    <a:pt x="440896" y="28818"/>
                  </a:lnTo>
                  <a:lnTo>
                    <a:pt x="399719" y="13127"/>
                  </a:lnTo>
                  <a:lnTo>
                    <a:pt x="355972" y="3361"/>
                  </a:lnTo>
                  <a:lnTo>
                    <a:pt x="310134" y="0"/>
                  </a:lnTo>
                  <a:close/>
                </a:path>
              </a:pathLst>
            </a:custGeom>
            <a:solidFill>
              <a:srgbClr val="4264DE"/>
            </a:solidFill>
          </p:spPr>
          <p:txBody>
            <a:bodyPr wrap="square" lIns="0" tIns="0" rIns="0" bIns="0" rtlCol="0"/>
            <a:lstStyle/>
            <a:p>
              <a:endParaRPr/>
            </a:p>
          </p:txBody>
        </p:sp>
        <p:sp>
          <p:nvSpPr>
            <p:cNvPr id="37" name="object 37"/>
            <p:cNvSpPr/>
            <p:nvPr/>
          </p:nvSpPr>
          <p:spPr>
            <a:xfrm>
              <a:off x="7516367" y="2993135"/>
              <a:ext cx="563880" cy="563880"/>
            </a:xfrm>
            <a:custGeom>
              <a:avLst/>
              <a:gdLst/>
              <a:ahLst/>
              <a:cxnLst/>
              <a:rect l="l" t="t" r="r" b="b"/>
              <a:pathLst>
                <a:path w="563879" h="563879">
                  <a:moveTo>
                    <a:pt x="281939" y="0"/>
                  </a:moveTo>
                  <a:lnTo>
                    <a:pt x="236210" y="3690"/>
                  </a:lnTo>
                  <a:lnTo>
                    <a:pt x="192828" y="14374"/>
                  </a:lnTo>
                  <a:lnTo>
                    <a:pt x="152376" y="31471"/>
                  </a:lnTo>
                  <a:lnTo>
                    <a:pt x="115433" y="54400"/>
                  </a:lnTo>
                  <a:lnTo>
                    <a:pt x="82581" y="82581"/>
                  </a:lnTo>
                  <a:lnTo>
                    <a:pt x="54400" y="115433"/>
                  </a:lnTo>
                  <a:lnTo>
                    <a:pt x="31471" y="152376"/>
                  </a:lnTo>
                  <a:lnTo>
                    <a:pt x="14374" y="192828"/>
                  </a:lnTo>
                  <a:lnTo>
                    <a:pt x="3690" y="236210"/>
                  </a:lnTo>
                  <a:lnTo>
                    <a:pt x="0" y="281939"/>
                  </a:lnTo>
                  <a:lnTo>
                    <a:pt x="3690" y="327669"/>
                  </a:lnTo>
                  <a:lnTo>
                    <a:pt x="14374" y="371051"/>
                  </a:lnTo>
                  <a:lnTo>
                    <a:pt x="31471" y="411503"/>
                  </a:lnTo>
                  <a:lnTo>
                    <a:pt x="54400" y="448446"/>
                  </a:lnTo>
                  <a:lnTo>
                    <a:pt x="82581" y="481298"/>
                  </a:lnTo>
                  <a:lnTo>
                    <a:pt x="115433" y="509479"/>
                  </a:lnTo>
                  <a:lnTo>
                    <a:pt x="152376" y="532408"/>
                  </a:lnTo>
                  <a:lnTo>
                    <a:pt x="192828" y="549505"/>
                  </a:lnTo>
                  <a:lnTo>
                    <a:pt x="236210" y="560189"/>
                  </a:lnTo>
                  <a:lnTo>
                    <a:pt x="281939" y="563879"/>
                  </a:lnTo>
                  <a:lnTo>
                    <a:pt x="327669" y="560189"/>
                  </a:lnTo>
                  <a:lnTo>
                    <a:pt x="371051" y="549505"/>
                  </a:lnTo>
                  <a:lnTo>
                    <a:pt x="411503" y="532408"/>
                  </a:lnTo>
                  <a:lnTo>
                    <a:pt x="448446" y="509479"/>
                  </a:lnTo>
                  <a:lnTo>
                    <a:pt x="481298" y="481298"/>
                  </a:lnTo>
                  <a:lnTo>
                    <a:pt x="509479" y="448446"/>
                  </a:lnTo>
                  <a:lnTo>
                    <a:pt x="532408" y="411503"/>
                  </a:lnTo>
                  <a:lnTo>
                    <a:pt x="549505" y="371051"/>
                  </a:lnTo>
                  <a:lnTo>
                    <a:pt x="560189" y="327669"/>
                  </a:lnTo>
                  <a:lnTo>
                    <a:pt x="563879" y="281939"/>
                  </a:lnTo>
                  <a:lnTo>
                    <a:pt x="560189" y="236210"/>
                  </a:lnTo>
                  <a:lnTo>
                    <a:pt x="549505" y="192828"/>
                  </a:lnTo>
                  <a:lnTo>
                    <a:pt x="532408" y="152376"/>
                  </a:lnTo>
                  <a:lnTo>
                    <a:pt x="509479" y="115433"/>
                  </a:lnTo>
                  <a:lnTo>
                    <a:pt x="481298" y="82581"/>
                  </a:lnTo>
                  <a:lnTo>
                    <a:pt x="448446" y="54400"/>
                  </a:lnTo>
                  <a:lnTo>
                    <a:pt x="411503" y="31471"/>
                  </a:lnTo>
                  <a:lnTo>
                    <a:pt x="371051" y="14374"/>
                  </a:lnTo>
                  <a:lnTo>
                    <a:pt x="327669" y="3690"/>
                  </a:lnTo>
                  <a:lnTo>
                    <a:pt x="281939" y="0"/>
                  </a:lnTo>
                  <a:close/>
                </a:path>
              </a:pathLst>
            </a:custGeom>
            <a:solidFill>
              <a:srgbClr val="152B77"/>
            </a:solidFill>
          </p:spPr>
          <p:txBody>
            <a:bodyPr wrap="square" lIns="0" tIns="0" rIns="0" bIns="0" rtlCol="0"/>
            <a:lstStyle/>
            <a:p>
              <a:endParaRPr/>
            </a:p>
          </p:txBody>
        </p:sp>
        <p:sp>
          <p:nvSpPr>
            <p:cNvPr id="38" name="object 38"/>
            <p:cNvSpPr/>
            <p:nvPr/>
          </p:nvSpPr>
          <p:spPr>
            <a:xfrm>
              <a:off x="7641335" y="3118103"/>
              <a:ext cx="312420" cy="312420"/>
            </a:xfrm>
            <a:prstGeom prst="rect">
              <a:avLst/>
            </a:prstGeom>
            <a:blipFill>
              <a:blip r:embed="rId18" cstate="print"/>
              <a:stretch>
                <a:fillRect/>
              </a:stretch>
            </a:blipFill>
          </p:spPr>
          <p:txBody>
            <a:bodyPr wrap="square" lIns="0" tIns="0" rIns="0" bIns="0" rtlCol="0"/>
            <a:lstStyle/>
            <a:p>
              <a:endParaRPr/>
            </a:p>
          </p:txBody>
        </p:sp>
        <p:sp>
          <p:nvSpPr>
            <p:cNvPr id="39" name="object 39"/>
            <p:cNvSpPr/>
            <p:nvPr/>
          </p:nvSpPr>
          <p:spPr>
            <a:xfrm>
              <a:off x="7626096" y="4008119"/>
              <a:ext cx="620395" cy="620395"/>
            </a:xfrm>
            <a:custGeom>
              <a:avLst/>
              <a:gdLst/>
              <a:ahLst/>
              <a:cxnLst/>
              <a:rect l="l" t="t" r="r" b="b"/>
              <a:pathLst>
                <a:path w="620395" h="620395">
                  <a:moveTo>
                    <a:pt x="310133" y="0"/>
                  </a:moveTo>
                  <a:lnTo>
                    <a:pt x="264295" y="3361"/>
                  </a:lnTo>
                  <a:lnTo>
                    <a:pt x="220548" y="13127"/>
                  </a:lnTo>
                  <a:lnTo>
                    <a:pt x="179371" y="28818"/>
                  </a:lnTo>
                  <a:lnTo>
                    <a:pt x="141244" y="49954"/>
                  </a:lnTo>
                  <a:lnTo>
                    <a:pt x="106646" y="76056"/>
                  </a:lnTo>
                  <a:lnTo>
                    <a:pt x="76056" y="106646"/>
                  </a:lnTo>
                  <a:lnTo>
                    <a:pt x="49954" y="141244"/>
                  </a:lnTo>
                  <a:lnTo>
                    <a:pt x="28818" y="179371"/>
                  </a:lnTo>
                  <a:lnTo>
                    <a:pt x="13127" y="220548"/>
                  </a:lnTo>
                  <a:lnTo>
                    <a:pt x="3361" y="264295"/>
                  </a:lnTo>
                  <a:lnTo>
                    <a:pt x="0" y="310133"/>
                  </a:lnTo>
                  <a:lnTo>
                    <a:pt x="3361" y="355972"/>
                  </a:lnTo>
                  <a:lnTo>
                    <a:pt x="13127" y="399719"/>
                  </a:lnTo>
                  <a:lnTo>
                    <a:pt x="28818" y="440896"/>
                  </a:lnTo>
                  <a:lnTo>
                    <a:pt x="49954" y="479023"/>
                  </a:lnTo>
                  <a:lnTo>
                    <a:pt x="76056" y="513621"/>
                  </a:lnTo>
                  <a:lnTo>
                    <a:pt x="106646" y="544211"/>
                  </a:lnTo>
                  <a:lnTo>
                    <a:pt x="141244" y="570313"/>
                  </a:lnTo>
                  <a:lnTo>
                    <a:pt x="179371" y="591449"/>
                  </a:lnTo>
                  <a:lnTo>
                    <a:pt x="220548" y="607140"/>
                  </a:lnTo>
                  <a:lnTo>
                    <a:pt x="264295" y="616906"/>
                  </a:lnTo>
                  <a:lnTo>
                    <a:pt x="310133" y="620267"/>
                  </a:lnTo>
                  <a:lnTo>
                    <a:pt x="355972" y="616906"/>
                  </a:lnTo>
                  <a:lnTo>
                    <a:pt x="399719" y="607140"/>
                  </a:lnTo>
                  <a:lnTo>
                    <a:pt x="440896" y="591449"/>
                  </a:lnTo>
                  <a:lnTo>
                    <a:pt x="479023" y="570313"/>
                  </a:lnTo>
                  <a:lnTo>
                    <a:pt x="513621" y="544211"/>
                  </a:lnTo>
                  <a:lnTo>
                    <a:pt x="544211" y="513621"/>
                  </a:lnTo>
                  <a:lnTo>
                    <a:pt x="570313" y="479023"/>
                  </a:lnTo>
                  <a:lnTo>
                    <a:pt x="591449" y="440896"/>
                  </a:lnTo>
                  <a:lnTo>
                    <a:pt x="607140" y="399719"/>
                  </a:lnTo>
                  <a:lnTo>
                    <a:pt x="616906" y="355972"/>
                  </a:lnTo>
                  <a:lnTo>
                    <a:pt x="620268" y="310133"/>
                  </a:lnTo>
                  <a:lnTo>
                    <a:pt x="616906" y="264295"/>
                  </a:lnTo>
                  <a:lnTo>
                    <a:pt x="607140" y="220548"/>
                  </a:lnTo>
                  <a:lnTo>
                    <a:pt x="591449" y="179371"/>
                  </a:lnTo>
                  <a:lnTo>
                    <a:pt x="570313" y="141244"/>
                  </a:lnTo>
                  <a:lnTo>
                    <a:pt x="544211" y="106646"/>
                  </a:lnTo>
                  <a:lnTo>
                    <a:pt x="513621" y="76056"/>
                  </a:lnTo>
                  <a:lnTo>
                    <a:pt x="479023" y="49954"/>
                  </a:lnTo>
                  <a:lnTo>
                    <a:pt x="440896" y="28818"/>
                  </a:lnTo>
                  <a:lnTo>
                    <a:pt x="399719" y="13127"/>
                  </a:lnTo>
                  <a:lnTo>
                    <a:pt x="355972" y="3361"/>
                  </a:lnTo>
                  <a:lnTo>
                    <a:pt x="310133" y="0"/>
                  </a:lnTo>
                  <a:close/>
                </a:path>
              </a:pathLst>
            </a:custGeom>
            <a:solidFill>
              <a:srgbClr val="00D9CE"/>
            </a:solidFill>
          </p:spPr>
          <p:txBody>
            <a:bodyPr wrap="square" lIns="0" tIns="0" rIns="0" bIns="0" rtlCol="0"/>
            <a:lstStyle/>
            <a:p>
              <a:endParaRPr/>
            </a:p>
          </p:txBody>
        </p:sp>
        <p:sp>
          <p:nvSpPr>
            <p:cNvPr id="40" name="object 40"/>
            <p:cNvSpPr/>
            <p:nvPr/>
          </p:nvSpPr>
          <p:spPr>
            <a:xfrm>
              <a:off x="7655052" y="4035551"/>
              <a:ext cx="563880" cy="563880"/>
            </a:xfrm>
            <a:custGeom>
              <a:avLst/>
              <a:gdLst/>
              <a:ahLst/>
              <a:cxnLst/>
              <a:rect l="l" t="t" r="r" b="b"/>
              <a:pathLst>
                <a:path w="563879" h="563879">
                  <a:moveTo>
                    <a:pt x="281940" y="0"/>
                  </a:moveTo>
                  <a:lnTo>
                    <a:pt x="236210" y="3690"/>
                  </a:lnTo>
                  <a:lnTo>
                    <a:pt x="192828" y="14374"/>
                  </a:lnTo>
                  <a:lnTo>
                    <a:pt x="152376" y="31471"/>
                  </a:lnTo>
                  <a:lnTo>
                    <a:pt x="115433" y="54400"/>
                  </a:lnTo>
                  <a:lnTo>
                    <a:pt x="82581" y="82581"/>
                  </a:lnTo>
                  <a:lnTo>
                    <a:pt x="54400" y="115433"/>
                  </a:lnTo>
                  <a:lnTo>
                    <a:pt x="31471" y="152376"/>
                  </a:lnTo>
                  <a:lnTo>
                    <a:pt x="14374" y="192828"/>
                  </a:lnTo>
                  <a:lnTo>
                    <a:pt x="3690" y="236210"/>
                  </a:lnTo>
                  <a:lnTo>
                    <a:pt x="0" y="281940"/>
                  </a:lnTo>
                  <a:lnTo>
                    <a:pt x="3690" y="327669"/>
                  </a:lnTo>
                  <a:lnTo>
                    <a:pt x="14374" y="371051"/>
                  </a:lnTo>
                  <a:lnTo>
                    <a:pt x="31471" y="411503"/>
                  </a:lnTo>
                  <a:lnTo>
                    <a:pt x="54400" y="448446"/>
                  </a:lnTo>
                  <a:lnTo>
                    <a:pt x="82581" y="481298"/>
                  </a:lnTo>
                  <a:lnTo>
                    <a:pt x="115433" y="509479"/>
                  </a:lnTo>
                  <a:lnTo>
                    <a:pt x="152376" y="532408"/>
                  </a:lnTo>
                  <a:lnTo>
                    <a:pt x="192828" y="549505"/>
                  </a:lnTo>
                  <a:lnTo>
                    <a:pt x="236210" y="560189"/>
                  </a:lnTo>
                  <a:lnTo>
                    <a:pt x="281940" y="563880"/>
                  </a:lnTo>
                  <a:lnTo>
                    <a:pt x="327669" y="560189"/>
                  </a:lnTo>
                  <a:lnTo>
                    <a:pt x="371051" y="549505"/>
                  </a:lnTo>
                  <a:lnTo>
                    <a:pt x="411503" y="532408"/>
                  </a:lnTo>
                  <a:lnTo>
                    <a:pt x="448446" y="509479"/>
                  </a:lnTo>
                  <a:lnTo>
                    <a:pt x="481298" y="481298"/>
                  </a:lnTo>
                  <a:lnTo>
                    <a:pt x="509479" y="448446"/>
                  </a:lnTo>
                  <a:lnTo>
                    <a:pt x="532408" y="411503"/>
                  </a:lnTo>
                  <a:lnTo>
                    <a:pt x="549505" y="371051"/>
                  </a:lnTo>
                  <a:lnTo>
                    <a:pt x="560189" y="327669"/>
                  </a:lnTo>
                  <a:lnTo>
                    <a:pt x="563879" y="281940"/>
                  </a:lnTo>
                  <a:lnTo>
                    <a:pt x="560189" y="236210"/>
                  </a:lnTo>
                  <a:lnTo>
                    <a:pt x="549505" y="192828"/>
                  </a:lnTo>
                  <a:lnTo>
                    <a:pt x="532408" y="152376"/>
                  </a:lnTo>
                  <a:lnTo>
                    <a:pt x="509479" y="115433"/>
                  </a:lnTo>
                  <a:lnTo>
                    <a:pt x="481298" y="82581"/>
                  </a:lnTo>
                  <a:lnTo>
                    <a:pt x="448446" y="54400"/>
                  </a:lnTo>
                  <a:lnTo>
                    <a:pt x="411503" y="31471"/>
                  </a:lnTo>
                  <a:lnTo>
                    <a:pt x="371051" y="14374"/>
                  </a:lnTo>
                  <a:lnTo>
                    <a:pt x="327669" y="3690"/>
                  </a:lnTo>
                  <a:lnTo>
                    <a:pt x="281940" y="0"/>
                  </a:lnTo>
                  <a:close/>
                </a:path>
              </a:pathLst>
            </a:custGeom>
            <a:solidFill>
              <a:srgbClr val="152B77"/>
            </a:solidFill>
          </p:spPr>
          <p:txBody>
            <a:bodyPr wrap="square" lIns="0" tIns="0" rIns="0" bIns="0" rtlCol="0"/>
            <a:lstStyle/>
            <a:p>
              <a:endParaRPr/>
            </a:p>
          </p:txBody>
        </p:sp>
        <p:sp>
          <p:nvSpPr>
            <p:cNvPr id="41" name="object 41"/>
            <p:cNvSpPr/>
            <p:nvPr/>
          </p:nvSpPr>
          <p:spPr>
            <a:xfrm>
              <a:off x="7764779" y="4192523"/>
              <a:ext cx="344424" cy="249936"/>
            </a:xfrm>
            <a:prstGeom prst="rect">
              <a:avLst/>
            </a:prstGeom>
            <a:blipFill>
              <a:blip r:embed="rId19" cstate="print"/>
              <a:stretch>
                <a:fillRect/>
              </a:stretch>
            </a:blipFill>
          </p:spPr>
          <p:txBody>
            <a:bodyPr wrap="square" lIns="0" tIns="0" rIns="0" bIns="0" rtlCol="0"/>
            <a:lstStyle/>
            <a:p>
              <a:endParaRPr/>
            </a:p>
          </p:txBody>
        </p:sp>
        <p:sp>
          <p:nvSpPr>
            <p:cNvPr id="42" name="object 42"/>
            <p:cNvSpPr/>
            <p:nvPr/>
          </p:nvSpPr>
          <p:spPr>
            <a:xfrm>
              <a:off x="7210044" y="4828032"/>
              <a:ext cx="620395" cy="620395"/>
            </a:xfrm>
            <a:custGeom>
              <a:avLst/>
              <a:gdLst/>
              <a:ahLst/>
              <a:cxnLst/>
              <a:rect l="l" t="t" r="r" b="b"/>
              <a:pathLst>
                <a:path w="620395" h="620395">
                  <a:moveTo>
                    <a:pt x="310133" y="0"/>
                  </a:moveTo>
                  <a:lnTo>
                    <a:pt x="264295" y="3361"/>
                  </a:lnTo>
                  <a:lnTo>
                    <a:pt x="220548" y="13127"/>
                  </a:lnTo>
                  <a:lnTo>
                    <a:pt x="179371" y="28818"/>
                  </a:lnTo>
                  <a:lnTo>
                    <a:pt x="141244" y="49954"/>
                  </a:lnTo>
                  <a:lnTo>
                    <a:pt x="106646" y="76056"/>
                  </a:lnTo>
                  <a:lnTo>
                    <a:pt x="76056" y="106646"/>
                  </a:lnTo>
                  <a:lnTo>
                    <a:pt x="49954" y="141244"/>
                  </a:lnTo>
                  <a:lnTo>
                    <a:pt x="28818" y="179371"/>
                  </a:lnTo>
                  <a:lnTo>
                    <a:pt x="13127" y="220548"/>
                  </a:lnTo>
                  <a:lnTo>
                    <a:pt x="3361" y="264295"/>
                  </a:lnTo>
                  <a:lnTo>
                    <a:pt x="0" y="310134"/>
                  </a:lnTo>
                  <a:lnTo>
                    <a:pt x="3361" y="355972"/>
                  </a:lnTo>
                  <a:lnTo>
                    <a:pt x="13127" y="399719"/>
                  </a:lnTo>
                  <a:lnTo>
                    <a:pt x="28818" y="440896"/>
                  </a:lnTo>
                  <a:lnTo>
                    <a:pt x="49954" y="479023"/>
                  </a:lnTo>
                  <a:lnTo>
                    <a:pt x="76056" y="513621"/>
                  </a:lnTo>
                  <a:lnTo>
                    <a:pt x="106646" y="544211"/>
                  </a:lnTo>
                  <a:lnTo>
                    <a:pt x="141244" y="570313"/>
                  </a:lnTo>
                  <a:lnTo>
                    <a:pt x="179371" y="591449"/>
                  </a:lnTo>
                  <a:lnTo>
                    <a:pt x="220548" y="607140"/>
                  </a:lnTo>
                  <a:lnTo>
                    <a:pt x="264295" y="616906"/>
                  </a:lnTo>
                  <a:lnTo>
                    <a:pt x="310133" y="620268"/>
                  </a:lnTo>
                  <a:lnTo>
                    <a:pt x="355972" y="616906"/>
                  </a:lnTo>
                  <a:lnTo>
                    <a:pt x="399719" y="607140"/>
                  </a:lnTo>
                  <a:lnTo>
                    <a:pt x="440896" y="591449"/>
                  </a:lnTo>
                  <a:lnTo>
                    <a:pt x="479023" y="570313"/>
                  </a:lnTo>
                  <a:lnTo>
                    <a:pt x="513621" y="544211"/>
                  </a:lnTo>
                  <a:lnTo>
                    <a:pt x="544211" y="513621"/>
                  </a:lnTo>
                  <a:lnTo>
                    <a:pt x="570313" y="479023"/>
                  </a:lnTo>
                  <a:lnTo>
                    <a:pt x="591449" y="440896"/>
                  </a:lnTo>
                  <a:lnTo>
                    <a:pt x="607140" y="399719"/>
                  </a:lnTo>
                  <a:lnTo>
                    <a:pt x="616906" y="355972"/>
                  </a:lnTo>
                  <a:lnTo>
                    <a:pt x="620267" y="310134"/>
                  </a:lnTo>
                  <a:lnTo>
                    <a:pt x="616906" y="264295"/>
                  </a:lnTo>
                  <a:lnTo>
                    <a:pt x="607140" y="220548"/>
                  </a:lnTo>
                  <a:lnTo>
                    <a:pt x="591449" y="179371"/>
                  </a:lnTo>
                  <a:lnTo>
                    <a:pt x="570313" y="141244"/>
                  </a:lnTo>
                  <a:lnTo>
                    <a:pt x="544211" y="106646"/>
                  </a:lnTo>
                  <a:lnTo>
                    <a:pt x="513621" y="76056"/>
                  </a:lnTo>
                  <a:lnTo>
                    <a:pt x="479023" y="49954"/>
                  </a:lnTo>
                  <a:lnTo>
                    <a:pt x="440896" y="28818"/>
                  </a:lnTo>
                  <a:lnTo>
                    <a:pt x="399719" y="13127"/>
                  </a:lnTo>
                  <a:lnTo>
                    <a:pt x="355972" y="3361"/>
                  </a:lnTo>
                  <a:lnTo>
                    <a:pt x="310133" y="0"/>
                  </a:lnTo>
                  <a:close/>
                </a:path>
              </a:pathLst>
            </a:custGeom>
            <a:solidFill>
              <a:srgbClr val="FF8E01"/>
            </a:solidFill>
          </p:spPr>
          <p:txBody>
            <a:bodyPr wrap="square" lIns="0" tIns="0" rIns="0" bIns="0" rtlCol="0"/>
            <a:lstStyle/>
            <a:p>
              <a:endParaRPr/>
            </a:p>
          </p:txBody>
        </p:sp>
        <p:sp>
          <p:nvSpPr>
            <p:cNvPr id="43" name="object 43"/>
            <p:cNvSpPr/>
            <p:nvPr/>
          </p:nvSpPr>
          <p:spPr>
            <a:xfrm>
              <a:off x="7239000" y="4855463"/>
              <a:ext cx="563880" cy="563880"/>
            </a:xfrm>
            <a:custGeom>
              <a:avLst/>
              <a:gdLst/>
              <a:ahLst/>
              <a:cxnLst/>
              <a:rect l="l" t="t" r="r" b="b"/>
              <a:pathLst>
                <a:path w="563879" h="563879">
                  <a:moveTo>
                    <a:pt x="281940" y="0"/>
                  </a:moveTo>
                  <a:lnTo>
                    <a:pt x="236210" y="3690"/>
                  </a:lnTo>
                  <a:lnTo>
                    <a:pt x="192828" y="14374"/>
                  </a:lnTo>
                  <a:lnTo>
                    <a:pt x="152376" y="31471"/>
                  </a:lnTo>
                  <a:lnTo>
                    <a:pt x="115433" y="54400"/>
                  </a:lnTo>
                  <a:lnTo>
                    <a:pt x="82581" y="82581"/>
                  </a:lnTo>
                  <a:lnTo>
                    <a:pt x="54400" y="115433"/>
                  </a:lnTo>
                  <a:lnTo>
                    <a:pt x="31471" y="152376"/>
                  </a:lnTo>
                  <a:lnTo>
                    <a:pt x="14374" y="192828"/>
                  </a:lnTo>
                  <a:lnTo>
                    <a:pt x="3690" y="236210"/>
                  </a:lnTo>
                  <a:lnTo>
                    <a:pt x="0" y="281940"/>
                  </a:lnTo>
                  <a:lnTo>
                    <a:pt x="3690" y="327669"/>
                  </a:lnTo>
                  <a:lnTo>
                    <a:pt x="14374" y="371051"/>
                  </a:lnTo>
                  <a:lnTo>
                    <a:pt x="31471" y="411503"/>
                  </a:lnTo>
                  <a:lnTo>
                    <a:pt x="54400" y="448446"/>
                  </a:lnTo>
                  <a:lnTo>
                    <a:pt x="82581" y="481298"/>
                  </a:lnTo>
                  <a:lnTo>
                    <a:pt x="115433" y="509479"/>
                  </a:lnTo>
                  <a:lnTo>
                    <a:pt x="152376" y="532408"/>
                  </a:lnTo>
                  <a:lnTo>
                    <a:pt x="192828" y="549505"/>
                  </a:lnTo>
                  <a:lnTo>
                    <a:pt x="236210" y="560189"/>
                  </a:lnTo>
                  <a:lnTo>
                    <a:pt x="281940" y="563880"/>
                  </a:lnTo>
                  <a:lnTo>
                    <a:pt x="327669" y="560189"/>
                  </a:lnTo>
                  <a:lnTo>
                    <a:pt x="371051" y="549505"/>
                  </a:lnTo>
                  <a:lnTo>
                    <a:pt x="411503" y="532408"/>
                  </a:lnTo>
                  <a:lnTo>
                    <a:pt x="448446" y="509479"/>
                  </a:lnTo>
                  <a:lnTo>
                    <a:pt x="481298" y="481298"/>
                  </a:lnTo>
                  <a:lnTo>
                    <a:pt x="509479" y="448446"/>
                  </a:lnTo>
                  <a:lnTo>
                    <a:pt x="532408" y="411503"/>
                  </a:lnTo>
                  <a:lnTo>
                    <a:pt x="549505" y="371051"/>
                  </a:lnTo>
                  <a:lnTo>
                    <a:pt x="560189" y="327669"/>
                  </a:lnTo>
                  <a:lnTo>
                    <a:pt x="563879" y="281940"/>
                  </a:lnTo>
                  <a:lnTo>
                    <a:pt x="560189" y="236210"/>
                  </a:lnTo>
                  <a:lnTo>
                    <a:pt x="549505" y="192828"/>
                  </a:lnTo>
                  <a:lnTo>
                    <a:pt x="532408" y="152376"/>
                  </a:lnTo>
                  <a:lnTo>
                    <a:pt x="509479" y="115433"/>
                  </a:lnTo>
                  <a:lnTo>
                    <a:pt x="481298" y="82581"/>
                  </a:lnTo>
                  <a:lnTo>
                    <a:pt x="448446" y="54400"/>
                  </a:lnTo>
                  <a:lnTo>
                    <a:pt x="411503" y="31471"/>
                  </a:lnTo>
                  <a:lnTo>
                    <a:pt x="371051" y="14374"/>
                  </a:lnTo>
                  <a:lnTo>
                    <a:pt x="327669" y="3690"/>
                  </a:lnTo>
                  <a:lnTo>
                    <a:pt x="281940" y="0"/>
                  </a:lnTo>
                  <a:close/>
                </a:path>
              </a:pathLst>
            </a:custGeom>
            <a:solidFill>
              <a:srgbClr val="152B77"/>
            </a:solidFill>
          </p:spPr>
          <p:txBody>
            <a:bodyPr wrap="square" lIns="0" tIns="0" rIns="0" bIns="0" rtlCol="0"/>
            <a:lstStyle/>
            <a:p>
              <a:endParaRPr/>
            </a:p>
          </p:txBody>
        </p:sp>
        <p:sp>
          <p:nvSpPr>
            <p:cNvPr id="44" name="object 44"/>
            <p:cNvSpPr/>
            <p:nvPr/>
          </p:nvSpPr>
          <p:spPr>
            <a:xfrm>
              <a:off x="7412735" y="4989575"/>
              <a:ext cx="214884" cy="297180"/>
            </a:xfrm>
            <a:prstGeom prst="rect">
              <a:avLst/>
            </a:prstGeom>
            <a:blipFill>
              <a:blip r:embed="rId20" cstate="print"/>
              <a:stretch>
                <a:fillRect/>
              </a:stretch>
            </a:blipFill>
          </p:spPr>
          <p:txBody>
            <a:bodyPr wrap="square" lIns="0" tIns="0" rIns="0" bIns="0" rtlCol="0"/>
            <a:lstStyle/>
            <a:p>
              <a:endParaRPr/>
            </a:p>
          </p:txBody>
        </p:sp>
        <p:sp>
          <p:nvSpPr>
            <p:cNvPr id="45" name="object 45"/>
            <p:cNvSpPr/>
            <p:nvPr/>
          </p:nvSpPr>
          <p:spPr>
            <a:xfrm>
              <a:off x="6384035" y="5358383"/>
              <a:ext cx="620395" cy="620395"/>
            </a:xfrm>
            <a:custGeom>
              <a:avLst/>
              <a:gdLst/>
              <a:ahLst/>
              <a:cxnLst/>
              <a:rect l="l" t="t" r="r" b="b"/>
              <a:pathLst>
                <a:path w="620395" h="620395">
                  <a:moveTo>
                    <a:pt x="310134" y="0"/>
                  </a:moveTo>
                  <a:lnTo>
                    <a:pt x="264295" y="3361"/>
                  </a:lnTo>
                  <a:lnTo>
                    <a:pt x="220548" y="13127"/>
                  </a:lnTo>
                  <a:lnTo>
                    <a:pt x="179371" y="28818"/>
                  </a:lnTo>
                  <a:lnTo>
                    <a:pt x="141244" y="49954"/>
                  </a:lnTo>
                  <a:lnTo>
                    <a:pt x="106646" y="76056"/>
                  </a:lnTo>
                  <a:lnTo>
                    <a:pt x="76056" y="106646"/>
                  </a:lnTo>
                  <a:lnTo>
                    <a:pt x="49954" y="141244"/>
                  </a:lnTo>
                  <a:lnTo>
                    <a:pt x="28818" y="179371"/>
                  </a:lnTo>
                  <a:lnTo>
                    <a:pt x="13127" y="220548"/>
                  </a:lnTo>
                  <a:lnTo>
                    <a:pt x="3361" y="264295"/>
                  </a:lnTo>
                  <a:lnTo>
                    <a:pt x="0" y="310133"/>
                  </a:lnTo>
                  <a:lnTo>
                    <a:pt x="3361" y="355963"/>
                  </a:lnTo>
                  <a:lnTo>
                    <a:pt x="13127" y="399705"/>
                  </a:lnTo>
                  <a:lnTo>
                    <a:pt x="28818" y="440879"/>
                  </a:lnTo>
                  <a:lnTo>
                    <a:pt x="49954" y="479006"/>
                  </a:lnTo>
                  <a:lnTo>
                    <a:pt x="76056" y="513605"/>
                  </a:lnTo>
                  <a:lnTo>
                    <a:pt x="106646" y="544198"/>
                  </a:lnTo>
                  <a:lnTo>
                    <a:pt x="141244" y="570304"/>
                  </a:lnTo>
                  <a:lnTo>
                    <a:pt x="179371" y="591443"/>
                  </a:lnTo>
                  <a:lnTo>
                    <a:pt x="220548" y="607137"/>
                  </a:lnTo>
                  <a:lnTo>
                    <a:pt x="264295" y="616905"/>
                  </a:lnTo>
                  <a:lnTo>
                    <a:pt x="310134" y="620267"/>
                  </a:lnTo>
                  <a:lnTo>
                    <a:pt x="355972" y="616905"/>
                  </a:lnTo>
                  <a:lnTo>
                    <a:pt x="399719" y="607137"/>
                  </a:lnTo>
                  <a:lnTo>
                    <a:pt x="440896" y="591443"/>
                  </a:lnTo>
                  <a:lnTo>
                    <a:pt x="479023" y="570304"/>
                  </a:lnTo>
                  <a:lnTo>
                    <a:pt x="513621" y="544198"/>
                  </a:lnTo>
                  <a:lnTo>
                    <a:pt x="544211" y="513605"/>
                  </a:lnTo>
                  <a:lnTo>
                    <a:pt x="570313" y="479006"/>
                  </a:lnTo>
                  <a:lnTo>
                    <a:pt x="591449" y="440879"/>
                  </a:lnTo>
                  <a:lnTo>
                    <a:pt x="607140" y="399705"/>
                  </a:lnTo>
                  <a:lnTo>
                    <a:pt x="616906" y="355963"/>
                  </a:lnTo>
                  <a:lnTo>
                    <a:pt x="620267" y="310133"/>
                  </a:lnTo>
                  <a:lnTo>
                    <a:pt x="616906" y="264295"/>
                  </a:lnTo>
                  <a:lnTo>
                    <a:pt x="607140" y="220548"/>
                  </a:lnTo>
                  <a:lnTo>
                    <a:pt x="591449" y="179371"/>
                  </a:lnTo>
                  <a:lnTo>
                    <a:pt x="570313" y="141244"/>
                  </a:lnTo>
                  <a:lnTo>
                    <a:pt x="544211" y="106646"/>
                  </a:lnTo>
                  <a:lnTo>
                    <a:pt x="513621" y="76056"/>
                  </a:lnTo>
                  <a:lnTo>
                    <a:pt x="479023" y="49954"/>
                  </a:lnTo>
                  <a:lnTo>
                    <a:pt x="440896" y="28818"/>
                  </a:lnTo>
                  <a:lnTo>
                    <a:pt x="399719" y="13127"/>
                  </a:lnTo>
                  <a:lnTo>
                    <a:pt x="355972" y="3361"/>
                  </a:lnTo>
                  <a:lnTo>
                    <a:pt x="310134" y="0"/>
                  </a:lnTo>
                  <a:close/>
                </a:path>
              </a:pathLst>
            </a:custGeom>
            <a:solidFill>
              <a:srgbClr val="4264DE"/>
            </a:solidFill>
          </p:spPr>
          <p:txBody>
            <a:bodyPr wrap="square" lIns="0" tIns="0" rIns="0" bIns="0" rtlCol="0"/>
            <a:lstStyle/>
            <a:p>
              <a:endParaRPr/>
            </a:p>
          </p:txBody>
        </p:sp>
        <p:sp>
          <p:nvSpPr>
            <p:cNvPr id="46" name="object 46"/>
            <p:cNvSpPr/>
            <p:nvPr/>
          </p:nvSpPr>
          <p:spPr>
            <a:xfrm>
              <a:off x="6411467" y="5387339"/>
              <a:ext cx="563880" cy="563880"/>
            </a:xfrm>
            <a:custGeom>
              <a:avLst/>
              <a:gdLst/>
              <a:ahLst/>
              <a:cxnLst/>
              <a:rect l="l" t="t" r="r" b="b"/>
              <a:pathLst>
                <a:path w="563879" h="563879">
                  <a:moveTo>
                    <a:pt x="281939" y="0"/>
                  </a:moveTo>
                  <a:lnTo>
                    <a:pt x="236210" y="3690"/>
                  </a:lnTo>
                  <a:lnTo>
                    <a:pt x="192828" y="14374"/>
                  </a:lnTo>
                  <a:lnTo>
                    <a:pt x="152376" y="31471"/>
                  </a:lnTo>
                  <a:lnTo>
                    <a:pt x="115433" y="54400"/>
                  </a:lnTo>
                  <a:lnTo>
                    <a:pt x="82581" y="82581"/>
                  </a:lnTo>
                  <a:lnTo>
                    <a:pt x="54400" y="115433"/>
                  </a:lnTo>
                  <a:lnTo>
                    <a:pt x="31471" y="152376"/>
                  </a:lnTo>
                  <a:lnTo>
                    <a:pt x="14374" y="192828"/>
                  </a:lnTo>
                  <a:lnTo>
                    <a:pt x="3690" y="236210"/>
                  </a:lnTo>
                  <a:lnTo>
                    <a:pt x="0" y="281940"/>
                  </a:lnTo>
                  <a:lnTo>
                    <a:pt x="3690" y="327672"/>
                  </a:lnTo>
                  <a:lnTo>
                    <a:pt x="14374" y="371056"/>
                  </a:lnTo>
                  <a:lnTo>
                    <a:pt x="31471" y="411509"/>
                  </a:lnTo>
                  <a:lnTo>
                    <a:pt x="54400" y="448451"/>
                  </a:lnTo>
                  <a:lnTo>
                    <a:pt x="82581" y="481303"/>
                  </a:lnTo>
                  <a:lnTo>
                    <a:pt x="115433" y="509482"/>
                  </a:lnTo>
                  <a:lnTo>
                    <a:pt x="152376" y="532411"/>
                  </a:lnTo>
                  <a:lnTo>
                    <a:pt x="192828" y="549506"/>
                  </a:lnTo>
                  <a:lnTo>
                    <a:pt x="236210" y="560189"/>
                  </a:lnTo>
                  <a:lnTo>
                    <a:pt x="281939" y="563880"/>
                  </a:lnTo>
                  <a:lnTo>
                    <a:pt x="327669" y="560189"/>
                  </a:lnTo>
                  <a:lnTo>
                    <a:pt x="371051" y="549506"/>
                  </a:lnTo>
                  <a:lnTo>
                    <a:pt x="411503" y="532411"/>
                  </a:lnTo>
                  <a:lnTo>
                    <a:pt x="448446" y="509482"/>
                  </a:lnTo>
                  <a:lnTo>
                    <a:pt x="481298" y="481303"/>
                  </a:lnTo>
                  <a:lnTo>
                    <a:pt x="509479" y="448451"/>
                  </a:lnTo>
                  <a:lnTo>
                    <a:pt x="532408" y="411509"/>
                  </a:lnTo>
                  <a:lnTo>
                    <a:pt x="549505" y="371056"/>
                  </a:lnTo>
                  <a:lnTo>
                    <a:pt x="560189" y="327672"/>
                  </a:lnTo>
                  <a:lnTo>
                    <a:pt x="563880" y="281940"/>
                  </a:lnTo>
                  <a:lnTo>
                    <a:pt x="560189" y="236210"/>
                  </a:lnTo>
                  <a:lnTo>
                    <a:pt x="549505" y="192828"/>
                  </a:lnTo>
                  <a:lnTo>
                    <a:pt x="532408" y="152376"/>
                  </a:lnTo>
                  <a:lnTo>
                    <a:pt x="509479" y="115433"/>
                  </a:lnTo>
                  <a:lnTo>
                    <a:pt x="481298" y="82581"/>
                  </a:lnTo>
                  <a:lnTo>
                    <a:pt x="448446" y="54400"/>
                  </a:lnTo>
                  <a:lnTo>
                    <a:pt x="411503" y="31471"/>
                  </a:lnTo>
                  <a:lnTo>
                    <a:pt x="371051" y="14374"/>
                  </a:lnTo>
                  <a:lnTo>
                    <a:pt x="327669" y="3690"/>
                  </a:lnTo>
                  <a:lnTo>
                    <a:pt x="281939" y="0"/>
                  </a:lnTo>
                  <a:close/>
                </a:path>
              </a:pathLst>
            </a:custGeom>
            <a:solidFill>
              <a:srgbClr val="152B77"/>
            </a:solidFill>
          </p:spPr>
          <p:txBody>
            <a:bodyPr wrap="square" lIns="0" tIns="0" rIns="0" bIns="0" rtlCol="0"/>
            <a:lstStyle/>
            <a:p>
              <a:endParaRPr/>
            </a:p>
          </p:txBody>
        </p:sp>
        <p:sp>
          <p:nvSpPr>
            <p:cNvPr id="47" name="object 47"/>
            <p:cNvSpPr/>
            <p:nvPr/>
          </p:nvSpPr>
          <p:spPr>
            <a:xfrm>
              <a:off x="6524244" y="5561076"/>
              <a:ext cx="109727" cy="259080"/>
            </a:xfrm>
            <a:prstGeom prst="rect">
              <a:avLst/>
            </a:prstGeom>
            <a:blipFill>
              <a:blip r:embed="rId21" cstate="print"/>
              <a:stretch>
                <a:fillRect/>
              </a:stretch>
            </a:blipFill>
          </p:spPr>
          <p:txBody>
            <a:bodyPr wrap="square" lIns="0" tIns="0" rIns="0" bIns="0" rtlCol="0"/>
            <a:lstStyle/>
            <a:p>
              <a:endParaRPr/>
            </a:p>
          </p:txBody>
        </p:sp>
        <p:sp>
          <p:nvSpPr>
            <p:cNvPr id="48" name="object 48"/>
            <p:cNvSpPr/>
            <p:nvPr/>
          </p:nvSpPr>
          <p:spPr>
            <a:xfrm>
              <a:off x="6754367" y="5561076"/>
              <a:ext cx="108203" cy="259080"/>
            </a:xfrm>
            <a:prstGeom prst="rect">
              <a:avLst/>
            </a:prstGeom>
            <a:blipFill>
              <a:blip r:embed="rId22" cstate="print"/>
              <a:stretch>
                <a:fillRect/>
              </a:stretch>
            </a:blipFill>
          </p:spPr>
          <p:txBody>
            <a:bodyPr wrap="square" lIns="0" tIns="0" rIns="0" bIns="0" rtlCol="0"/>
            <a:lstStyle/>
            <a:p>
              <a:endParaRPr/>
            </a:p>
          </p:txBody>
        </p:sp>
        <p:sp>
          <p:nvSpPr>
            <p:cNvPr id="49" name="object 49"/>
            <p:cNvSpPr/>
            <p:nvPr/>
          </p:nvSpPr>
          <p:spPr>
            <a:xfrm>
              <a:off x="6540995" y="5500115"/>
              <a:ext cx="305435" cy="337185"/>
            </a:xfrm>
            <a:custGeom>
              <a:avLst/>
              <a:gdLst/>
              <a:ahLst/>
              <a:cxnLst/>
              <a:rect l="l" t="t" r="r" b="b"/>
              <a:pathLst>
                <a:path w="305434" h="337185">
                  <a:moveTo>
                    <a:pt x="172224" y="84836"/>
                  </a:moveTo>
                  <a:lnTo>
                    <a:pt x="166382" y="81407"/>
                  </a:lnTo>
                  <a:lnTo>
                    <a:pt x="159524" y="79248"/>
                  </a:lnTo>
                  <a:lnTo>
                    <a:pt x="152285" y="79248"/>
                  </a:lnTo>
                  <a:lnTo>
                    <a:pt x="136893" y="82359"/>
                  </a:lnTo>
                  <a:lnTo>
                    <a:pt x="124333" y="90830"/>
                  </a:lnTo>
                  <a:lnTo>
                    <a:pt x="115887" y="103390"/>
                  </a:lnTo>
                  <a:lnTo>
                    <a:pt x="112776" y="118745"/>
                  </a:lnTo>
                  <a:lnTo>
                    <a:pt x="112776" y="126047"/>
                  </a:lnTo>
                  <a:lnTo>
                    <a:pt x="114947" y="132816"/>
                  </a:lnTo>
                  <a:lnTo>
                    <a:pt x="118376" y="138684"/>
                  </a:lnTo>
                  <a:lnTo>
                    <a:pt x="172224" y="84836"/>
                  </a:lnTo>
                  <a:close/>
                </a:path>
                <a:path w="305434" h="337185">
                  <a:moveTo>
                    <a:pt x="192036" y="111696"/>
                  </a:moveTo>
                  <a:lnTo>
                    <a:pt x="189877" y="104927"/>
                  </a:lnTo>
                  <a:lnTo>
                    <a:pt x="186448" y="99060"/>
                  </a:lnTo>
                  <a:lnTo>
                    <a:pt x="132600" y="152895"/>
                  </a:lnTo>
                  <a:lnTo>
                    <a:pt x="138442" y="156362"/>
                  </a:lnTo>
                  <a:lnTo>
                    <a:pt x="145173" y="158496"/>
                  </a:lnTo>
                  <a:lnTo>
                    <a:pt x="152539" y="158496"/>
                  </a:lnTo>
                  <a:lnTo>
                    <a:pt x="167919" y="155397"/>
                  </a:lnTo>
                  <a:lnTo>
                    <a:pt x="180479" y="146926"/>
                  </a:lnTo>
                  <a:lnTo>
                    <a:pt x="188925" y="134366"/>
                  </a:lnTo>
                  <a:lnTo>
                    <a:pt x="192036" y="118999"/>
                  </a:lnTo>
                  <a:lnTo>
                    <a:pt x="192036" y="111696"/>
                  </a:lnTo>
                  <a:close/>
                </a:path>
                <a:path w="305434" h="337185">
                  <a:moveTo>
                    <a:pt x="242328" y="4445"/>
                  </a:moveTo>
                  <a:lnTo>
                    <a:pt x="237883" y="0"/>
                  </a:lnTo>
                  <a:lnTo>
                    <a:pt x="211340" y="0"/>
                  </a:lnTo>
                  <a:lnTo>
                    <a:pt x="211340" y="130644"/>
                  </a:lnTo>
                  <a:lnTo>
                    <a:pt x="205422" y="147027"/>
                  </a:lnTo>
                  <a:lnTo>
                    <a:pt x="194995" y="160870"/>
                  </a:lnTo>
                  <a:lnTo>
                    <a:pt x="181025" y="171208"/>
                  </a:lnTo>
                  <a:lnTo>
                    <a:pt x="164477" y="177076"/>
                  </a:lnTo>
                  <a:lnTo>
                    <a:pt x="134620" y="175412"/>
                  </a:lnTo>
                  <a:lnTo>
                    <a:pt x="110528" y="160832"/>
                  </a:lnTo>
                  <a:lnTo>
                    <a:pt x="95821" y="136956"/>
                  </a:lnTo>
                  <a:lnTo>
                    <a:pt x="94119" y="107378"/>
                  </a:lnTo>
                  <a:lnTo>
                    <a:pt x="100037" y="91033"/>
                  </a:lnTo>
                  <a:lnTo>
                    <a:pt x="110502" y="77203"/>
                  </a:lnTo>
                  <a:lnTo>
                    <a:pt x="124472" y="66852"/>
                  </a:lnTo>
                  <a:lnTo>
                    <a:pt x="140982" y="60960"/>
                  </a:lnTo>
                  <a:lnTo>
                    <a:pt x="170827" y="62623"/>
                  </a:lnTo>
                  <a:lnTo>
                    <a:pt x="194919" y="77203"/>
                  </a:lnTo>
                  <a:lnTo>
                    <a:pt x="209626" y="101079"/>
                  </a:lnTo>
                  <a:lnTo>
                    <a:pt x="211340" y="130644"/>
                  </a:lnTo>
                  <a:lnTo>
                    <a:pt x="211340" y="0"/>
                  </a:lnTo>
                  <a:lnTo>
                    <a:pt x="66929" y="0"/>
                  </a:lnTo>
                  <a:lnTo>
                    <a:pt x="62496" y="4445"/>
                  </a:lnTo>
                  <a:lnTo>
                    <a:pt x="62496" y="176187"/>
                  </a:lnTo>
                  <a:lnTo>
                    <a:pt x="152793" y="254508"/>
                  </a:lnTo>
                  <a:lnTo>
                    <a:pt x="241300" y="177076"/>
                  </a:lnTo>
                  <a:lnTo>
                    <a:pt x="242328" y="176187"/>
                  </a:lnTo>
                  <a:lnTo>
                    <a:pt x="242328" y="60960"/>
                  </a:lnTo>
                  <a:lnTo>
                    <a:pt x="242328" y="4445"/>
                  </a:lnTo>
                  <a:close/>
                </a:path>
                <a:path w="305434" h="337185">
                  <a:moveTo>
                    <a:pt x="304812" y="333883"/>
                  </a:moveTo>
                  <a:lnTo>
                    <a:pt x="197751" y="242316"/>
                  </a:lnTo>
                  <a:lnTo>
                    <a:pt x="157111" y="277380"/>
                  </a:lnTo>
                  <a:lnTo>
                    <a:pt x="154698" y="278180"/>
                  </a:lnTo>
                  <a:lnTo>
                    <a:pt x="150126" y="278180"/>
                  </a:lnTo>
                  <a:lnTo>
                    <a:pt x="147713" y="277380"/>
                  </a:lnTo>
                  <a:lnTo>
                    <a:pt x="107073" y="242316"/>
                  </a:lnTo>
                  <a:lnTo>
                    <a:pt x="0" y="333883"/>
                  </a:lnTo>
                  <a:lnTo>
                    <a:pt x="3949" y="335699"/>
                  </a:lnTo>
                  <a:lnTo>
                    <a:pt x="8128" y="336804"/>
                  </a:lnTo>
                  <a:lnTo>
                    <a:pt x="296684" y="336804"/>
                  </a:lnTo>
                  <a:lnTo>
                    <a:pt x="300875" y="335699"/>
                  </a:lnTo>
                  <a:lnTo>
                    <a:pt x="304812" y="333883"/>
                  </a:lnTo>
                  <a:close/>
                </a:path>
              </a:pathLst>
            </a:custGeom>
            <a:solidFill>
              <a:srgbClr val="4264DE"/>
            </a:solidFill>
          </p:spPr>
          <p:txBody>
            <a:bodyPr wrap="square" lIns="0" tIns="0" rIns="0" bIns="0" rtlCol="0"/>
            <a:lstStyle/>
            <a:p>
              <a:endParaRPr/>
            </a:p>
          </p:txBody>
        </p:sp>
        <p:sp>
          <p:nvSpPr>
            <p:cNvPr id="50" name="object 50"/>
            <p:cNvSpPr/>
            <p:nvPr/>
          </p:nvSpPr>
          <p:spPr>
            <a:xfrm>
              <a:off x="5315711" y="5358383"/>
              <a:ext cx="620395" cy="620395"/>
            </a:xfrm>
            <a:custGeom>
              <a:avLst/>
              <a:gdLst/>
              <a:ahLst/>
              <a:cxnLst/>
              <a:rect l="l" t="t" r="r" b="b"/>
              <a:pathLst>
                <a:path w="620395" h="620395">
                  <a:moveTo>
                    <a:pt x="310134" y="0"/>
                  </a:moveTo>
                  <a:lnTo>
                    <a:pt x="264295" y="3361"/>
                  </a:lnTo>
                  <a:lnTo>
                    <a:pt x="220548" y="13127"/>
                  </a:lnTo>
                  <a:lnTo>
                    <a:pt x="179371" y="28818"/>
                  </a:lnTo>
                  <a:lnTo>
                    <a:pt x="141244" y="49954"/>
                  </a:lnTo>
                  <a:lnTo>
                    <a:pt x="106646" y="76056"/>
                  </a:lnTo>
                  <a:lnTo>
                    <a:pt x="76056" y="106646"/>
                  </a:lnTo>
                  <a:lnTo>
                    <a:pt x="49954" y="141244"/>
                  </a:lnTo>
                  <a:lnTo>
                    <a:pt x="28818" y="179371"/>
                  </a:lnTo>
                  <a:lnTo>
                    <a:pt x="13127" y="220548"/>
                  </a:lnTo>
                  <a:lnTo>
                    <a:pt x="3361" y="264295"/>
                  </a:lnTo>
                  <a:lnTo>
                    <a:pt x="0" y="310133"/>
                  </a:lnTo>
                  <a:lnTo>
                    <a:pt x="3361" y="355963"/>
                  </a:lnTo>
                  <a:lnTo>
                    <a:pt x="13127" y="399705"/>
                  </a:lnTo>
                  <a:lnTo>
                    <a:pt x="28818" y="440879"/>
                  </a:lnTo>
                  <a:lnTo>
                    <a:pt x="49954" y="479006"/>
                  </a:lnTo>
                  <a:lnTo>
                    <a:pt x="76056" y="513605"/>
                  </a:lnTo>
                  <a:lnTo>
                    <a:pt x="106646" y="544198"/>
                  </a:lnTo>
                  <a:lnTo>
                    <a:pt x="141244" y="570304"/>
                  </a:lnTo>
                  <a:lnTo>
                    <a:pt x="179371" y="591443"/>
                  </a:lnTo>
                  <a:lnTo>
                    <a:pt x="220548" y="607137"/>
                  </a:lnTo>
                  <a:lnTo>
                    <a:pt x="264295" y="616905"/>
                  </a:lnTo>
                  <a:lnTo>
                    <a:pt x="310134" y="620267"/>
                  </a:lnTo>
                  <a:lnTo>
                    <a:pt x="355972" y="616905"/>
                  </a:lnTo>
                  <a:lnTo>
                    <a:pt x="399719" y="607137"/>
                  </a:lnTo>
                  <a:lnTo>
                    <a:pt x="440896" y="591443"/>
                  </a:lnTo>
                  <a:lnTo>
                    <a:pt x="479023" y="570304"/>
                  </a:lnTo>
                  <a:lnTo>
                    <a:pt x="513621" y="544198"/>
                  </a:lnTo>
                  <a:lnTo>
                    <a:pt x="544211" y="513605"/>
                  </a:lnTo>
                  <a:lnTo>
                    <a:pt x="570313" y="479006"/>
                  </a:lnTo>
                  <a:lnTo>
                    <a:pt x="591449" y="440879"/>
                  </a:lnTo>
                  <a:lnTo>
                    <a:pt x="607140" y="399705"/>
                  </a:lnTo>
                  <a:lnTo>
                    <a:pt x="616906" y="355963"/>
                  </a:lnTo>
                  <a:lnTo>
                    <a:pt x="620267" y="310133"/>
                  </a:lnTo>
                  <a:lnTo>
                    <a:pt x="616906" y="264295"/>
                  </a:lnTo>
                  <a:lnTo>
                    <a:pt x="607140" y="220548"/>
                  </a:lnTo>
                  <a:lnTo>
                    <a:pt x="591449" y="179371"/>
                  </a:lnTo>
                  <a:lnTo>
                    <a:pt x="570313" y="141244"/>
                  </a:lnTo>
                  <a:lnTo>
                    <a:pt x="544211" y="106646"/>
                  </a:lnTo>
                  <a:lnTo>
                    <a:pt x="513621" y="76056"/>
                  </a:lnTo>
                  <a:lnTo>
                    <a:pt x="479023" y="49954"/>
                  </a:lnTo>
                  <a:lnTo>
                    <a:pt x="440896" y="28818"/>
                  </a:lnTo>
                  <a:lnTo>
                    <a:pt x="399719" y="13127"/>
                  </a:lnTo>
                  <a:lnTo>
                    <a:pt x="355972" y="3361"/>
                  </a:lnTo>
                  <a:lnTo>
                    <a:pt x="310134" y="0"/>
                  </a:lnTo>
                  <a:close/>
                </a:path>
              </a:pathLst>
            </a:custGeom>
            <a:solidFill>
              <a:srgbClr val="00D9CE"/>
            </a:solidFill>
          </p:spPr>
          <p:txBody>
            <a:bodyPr wrap="square" lIns="0" tIns="0" rIns="0" bIns="0" rtlCol="0"/>
            <a:lstStyle/>
            <a:p>
              <a:endParaRPr/>
            </a:p>
          </p:txBody>
        </p:sp>
        <p:sp>
          <p:nvSpPr>
            <p:cNvPr id="51" name="object 51"/>
            <p:cNvSpPr/>
            <p:nvPr/>
          </p:nvSpPr>
          <p:spPr>
            <a:xfrm>
              <a:off x="5343144" y="5387339"/>
              <a:ext cx="563880" cy="563880"/>
            </a:xfrm>
            <a:custGeom>
              <a:avLst/>
              <a:gdLst/>
              <a:ahLst/>
              <a:cxnLst/>
              <a:rect l="l" t="t" r="r" b="b"/>
              <a:pathLst>
                <a:path w="563879" h="563879">
                  <a:moveTo>
                    <a:pt x="281939" y="0"/>
                  </a:moveTo>
                  <a:lnTo>
                    <a:pt x="236210" y="3690"/>
                  </a:lnTo>
                  <a:lnTo>
                    <a:pt x="192828" y="14374"/>
                  </a:lnTo>
                  <a:lnTo>
                    <a:pt x="152376" y="31471"/>
                  </a:lnTo>
                  <a:lnTo>
                    <a:pt x="115433" y="54400"/>
                  </a:lnTo>
                  <a:lnTo>
                    <a:pt x="82581" y="82581"/>
                  </a:lnTo>
                  <a:lnTo>
                    <a:pt x="54400" y="115433"/>
                  </a:lnTo>
                  <a:lnTo>
                    <a:pt x="31471" y="152376"/>
                  </a:lnTo>
                  <a:lnTo>
                    <a:pt x="14374" y="192828"/>
                  </a:lnTo>
                  <a:lnTo>
                    <a:pt x="3690" y="236210"/>
                  </a:lnTo>
                  <a:lnTo>
                    <a:pt x="0" y="281940"/>
                  </a:lnTo>
                  <a:lnTo>
                    <a:pt x="3690" y="327672"/>
                  </a:lnTo>
                  <a:lnTo>
                    <a:pt x="14374" y="371056"/>
                  </a:lnTo>
                  <a:lnTo>
                    <a:pt x="31471" y="411509"/>
                  </a:lnTo>
                  <a:lnTo>
                    <a:pt x="54400" y="448451"/>
                  </a:lnTo>
                  <a:lnTo>
                    <a:pt x="82581" y="481303"/>
                  </a:lnTo>
                  <a:lnTo>
                    <a:pt x="115433" y="509482"/>
                  </a:lnTo>
                  <a:lnTo>
                    <a:pt x="152376" y="532411"/>
                  </a:lnTo>
                  <a:lnTo>
                    <a:pt x="192828" y="549506"/>
                  </a:lnTo>
                  <a:lnTo>
                    <a:pt x="236210" y="560189"/>
                  </a:lnTo>
                  <a:lnTo>
                    <a:pt x="281939" y="563880"/>
                  </a:lnTo>
                  <a:lnTo>
                    <a:pt x="327669" y="560189"/>
                  </a:lnTo>
                  <a:lnTo>
                    <a:pt x="371051" y="549506"/>
                  </a:lnTo>
                  <a:lnTo>
                    <a:pt x="411503" y="532411"/>
                  </a:lnTo>
                  <a:lnTo>
                    <a:pt x="448446" y="509482"/>
                  </a:lnTo>
                  <a:lnTo>
                    <a:pt x="481298" y="481303"/>
                  </a:lnTo>
                  <a:lnTo>
                    <a:pt x="509479" y="448451"/>
                  </a:lnTo>
                  <a:lnTo>
                    <a:pt x="532408" y="411509"/>
                  </a:lnTo>
                  <a:lnTo>
                    <a:pt x="549505" y="371056"/>
                  </a:lnTo>
                  <a:lnTo>
                    <a:pt x="560189" y="327672"/>
                  </a:lnTo>
                  <a:lnTo>
                    <a:pt x="563879" y="281940"/>
                  </a:lnTo>
                  <a:lnTo>
                    <a:pt x="560189" y="236210"/>
                  </a:lnTo>
                  <a:lnTo>
                    <a:pt x="549505" y="192828"/>
                  </a:lnTo>
                  <a:lnTo>
                    <a:pt x="532408" y="152376"/>
                  </a:lnTo>
                  <a:lnTo>
                    <a:pt x="509479" y="115433"/>
                  </a:lnTo>
                  <a:lnTo>
                    <a:pt x="481298" y="82581"/>
                  </a:lnTo>
                  <a:lnTo>
                    <a:pt x="448446" y="54400"/>
                  </a:lnTo>
                  <a:lnTo>
                    <a:pt x="411503" y="31471"/>
                  </a:lnTo>
                  <a:lnTo>
                    <a:pt x="371051" y="14374"/>
                  </a:lnTo>
                  <a:lnTo>
                    <a:pt x="327669" y="3690"/>
                  </a:lnTo>
                  <a:lnTo>
                    <a:pt x="281939" y="0"/>
                  </a:lnTo>
                  <a:close/>
                </a:path>
              </a:pathLst>
            </a:custGeom>
            <a:solidFill>
              <a:srgbClr val="152B77"/>
            </a:solidFill>
          </p:spPr>
          <p:txBody>
            <a:bodyPr wrap="square" lIns="0" tIns="0" rIns="0" bIns="0" rtlCol="0"/>
            <a:lstStyle/>
            <a:p>
              <a:endParaRPr/>
            </a:p>
          </p:txBody>
        </p:sp>
        <p:sp>
          <p:nvSpPr>
            <p:cNvPr id="52" name="object 52"/>
            <p:cNvSpPr/>
            <p:nvPr/>
          </p:nvSpPr>
          <p:spPr>
            <a:xfrm>
              <a:off x="5455920" y="5503926"/>
              <a:ext cx="338455" cy="328930"/>
            </a:xfrm>
            <a:custGeom>
              <a:avLst/>
              <a:gdLst/>
              <a:ahLst/>
              <a:cxnLst/>
              <a:rect l="l" t="t" r="r" b="b"/>
              <a:pathLst>
                <a:path w="338454" h="328929">
                  <a:moveTo>
                    <a:pt x="85344" y="305562"/>
                  </a:moveTo>
                  <a:lnTo>
                    <a:pt x="45720" y="305562"/>
                  </a:lnTo>
                  <a:lnTo>
                    <a:pt x="45720" y="325856"/>
                  </a:lnTo>
                  <a:lnTo>
                    <a:pt x="48260" y="328422"/>
                  </a:lnTo>
                  <a:lnTo>
                    <a:pt x="82804" y="328422"/>
                  </a:lnTo>
                  <a:lnTo>
                    <a:pt x="85344" y="325856"/>
                  </a:lnTo>
                  <a:lnTo>
                    <a:pt x="85344" y="305562"/>
                  </a:lnTo>
                  <a:close/>
                </a:path>
                <a:path w="338454" h="328929">
                  <a:moveTo>
                    <a:pt x="91440" y="209550"/>
                  </a:moveTo>
                  <a:lnTo>
                    <a:pt x="56388" y="209550"/>
                  </a:lnTo>
                  <a:lnTo>
                    <a:pt x="56388" y="221932"/>
                  </a:lnTo>
                  <a:lnTo>
                    <a:pt x="91440" y="226314"/>
                  </a:lnTo>
                  <a:lnTo>
                    <a:pt x="91440" y="209550"/>
                  </a:lnTo>
                  <a:close/>
                </a:path>
                <a:path w="338454" h="328929">
                  <a:moveTo>
                    <a:pt x="99822" y="5842"/>
                  </a:moveTo>
                  <a:lnTo>
                    <a:pt x="98552" y="2540"/>
                  </a:lnTo>
                  <a:lnTo>
                    <a:pt x="92583" y="0"/>
                  </a:lnTo>
                  <a:lnTo>
                    <a:pt x="89027" y="1270"/>
                  </a:lnTo>
                  <a:lnTo>
                    <a:pt x="84010" y="12941"/>
                  </a:lnTo>
                  <a:lnTo>
                    <a:pt x="81356" y="22136"/>
                  </a:lnTo>
                  <a:lnTo>
                    <a:pt x="79768" y="31572"/>
                  </a:lnTo>
                  <a:lnTo>
                    <a:pt x="79248" y="41148"/>
                  </a:lnTo>
                  <a:lnTo>
                    <a:pt x="79768" y="50711"/>
                  </a:lnTo>
                  <a:lnTo>
                    <a:pt x="81356" y="60121"/>
                  </a:lnTo>
                  <a:lnTo>
                    <a:pt x="84010" y="69316"/>
                  </a:lnTo>
                  <a:lnTo>
                    <a:pt x="88646" y="80264"/>
                  </a:lnTo>
                  <a:lnTo>
                    <a:pt x="90805" y="81534"/>
                  </a:lnTo>
                  <a:lnTo>
                    <a:pt x="95123" y="81534"/>
                  </a:lnTo>
                  <a:lnTo>
                    <a:pt x="97028" y="80518"/>
                  </a:lnTo>
                  <a:lnTo>
                    <a:pt x="99187" y="77343"/>
                  </a:lnTo>
                  <a:lnTo>
                    <a:pt x="99314" y="75311"/>
                  </a:lnTo>
                  <a:lnTo>
                    <a:pt x="95288" y="65760"/>
                  </a:lnTo>
                  <a:lnTo>
                    <a:pt x="92964" y="57721"/>
                  </a:lnTo>
                  <a:lnTo>
                    <a:pt x="91579" y="49504"/>
                  </a:lnTo>
                  <a:lnTo>
                    <a:pt x="91186" y="41148"/>
                  </a:lnTo>
                  <a:lnTo>
                    <a:pt x="91579" y="32804"/>
                  </a:lnTo>
                  <a:lnTo>
                    <a:pt x="92964" y="24574"/>
                  </a:lnTo>
                  <a:lnTo>
                    <a:pt x="95288" y="16548"/>
                  </a:lnTo>
                  <a:lnTo>
                    <a:pt x="99822" y="5842"/>
                  </a:lnTo>
                  <a:close/>
                </a:path>
                <a:path w="338454" h="328929">
                  <a:moveTo>
                    <a:pt x="112776" y="259842"/>
                  </a:moveTo>
                  <a:lnTo>
                    <a:pt x="81788" y="259842"/>
                  </a:lnTo>
                  <a:lnTo>
                    <a:pt x="79248" y="262572"/>
                  </a:lnTo>
                  <a:lnTo>
                    <a:pt x="79248" y="269303"/>
                  </a:lnTo>
                  <a:lnTo>
                    <a:pt x="81788" y="272034"/>
                  </a:lnTo>
                  <a:lnTo>
                    <a:pt x="112776" y="272034"/>
                  </a:lnTo>
                  <a:lnTo>
                    <a:pt x="112776" y="259842"/>
                  </a:lnTo>
                  <a:close/>
                </a:path>
                <a:path w="338454" h="328929">
                  <a:moveTo>
                    <a:pt x="121285" y="13716"/>
                  </a:moveTo>
                  <a:lnTo>
                    <a:pt x="120015" y="10287"/>
                  </a:lnTo>
                  <a:lnTo>
                    <a:pt x="114173" y="7620"/>
                  </a:lnTo>
                  <a:lnTo>
                    <a:pt x="110617" y="8763"/>
                  </a:lnTo>
                  <a:lnTo>
                    <a:pt x="109220" y="11557"/>
                  </a:lnTo>
                  <a:lnTo>
                    <a:pt x="103860" y="26060"/>
                  </a:lnTo>
                  <a:lnTo>
                    <a:pt x="102069" y="41148"/>
                  </a:lnTo>
                  <a:lnTo>
                    <a:pt x="103860" y="56248"/>
                  </a:lnTo>
                  <a:lnTo>
                    <a:pt x="109220" y="70739"/>
                  </a:lnTo>
                  <a:lnTo>
                    <a:pt x="110236" y="72644"/>
                  </a:lnTo>
                  <a:lnTo>
                    <a:pt x="112268" y="73914"/>
                  </a:lnTo>
                  <a:lnTo>
                    <a:pt x="116586" y="73914"/>
                  </a:lnTo>
                  <a:lnTo>
                    <a:pt x="118491" y="72898"/>
                  </a:lnTo>
                  <a:lnTo>
                    <a:pt x="120523" y="69596"/>
                  </a:lnTo>
                  <a:lnTo>
                    <a:pt x="120650" y="67564"/>
                  </a:lnTo>
                  <a:lnTo>
                    <a:pt x="119761" y="65786"/>
                  </a:lnTo>
                  <a:lnTo>
                    <a:pt x="115328" y="53733"/>
                  </a:lnTo>
                  <a:lnTo>
                    <a:pt x="113855" y="41148"/>
                  </a:lnTo>
                  <a:lnTo>
                    <a:pt x="115328" y="28575"/>
                  </a:lnTo>
                  <a:lnTo>
                    <a:pt x="119761" y="16510"/>
                  </a:lnTo>
                  <a:lnTo>
                    <a:pt x="121285" y="13716"/>
                  </a:lnTo>
                  <a:close/>
                </a:path>
                <a:path w="338454" h="328929">
                  <a:moveTo>
                    <a:pt x="141986" y="20574"/>
                  </a:moveTo>
                  <a:lnTo>
                    <a:pt x="139954" y="17018"/>
                  </a:lnTo>
                  <a:lnTo>
                    <a:pt x="138049" y="16002"/>
                  </a:lnTo>
                  <a:lnTo>
                    <a:pt x="133858" y="16002"/>
                  </a:lnTo>
                  <a:lnTo>
                    <a:pt x="131953" y="17145"/>
                  </a:lnTo>
                  <a:lnTo>
                    <a:pt x="130937" y="18796"/>
                  </a:lnTo>
                  <a:lnTo>
                    <a:pt x="126428" y="29679"/>
                  </a:lnTo>
                  <a:lnTo>
                    <a:pt x="124929" y="41148"/>
                  </a:lnTo>
                  <a:lnTo>
                    <a:pt x="126428" y="52628"/>
                  </a:lnTo>
                  <a:lnTo>
                    <a:pt x="130937" y="63500"/>
                  </a:lnTo>
                  <a:lnTo>
                    <a:pt x="131953" y="65151"/>
                  </a:lnTo>
                  <a:lnTo>
                    <a:pt x="133858" y="66294"/>
                  </a:lnTo>
                  <a:lnTo>
                    <a:pt x="138049" y="66294"/>
                  </a:lnTo>
                  <a:lnTo>
                    <a:pt x="139954" y="65278"/>
                  </a:lnTo>
                  <a:lnTo>
                    <a:pt x="141986" y="61722"/>
                  </a:lnTo>
                  <a:lnTo>
                    <a:pt x="141986" y="59563"/>
                  </a:lnTo>
                  <a:lnTo>
                    <a:pt x="140970" y="57912"/>
                  </a:lnTo>
                  <a:lnTo>
                    <a:pt x="137604" y="49745"/>
                  </a:lnTo>
                  <a:lnTo>
                    <a:pt x="136486" y="41148"/>
                  </a:lnTo>
                  <a:lnTo>
                    <a:pt x="137604" y="32562"/>
                  </a:lnTo>
                  <a:lnTo>
                    <a:pt x="140970" y="24384"/>
                  </a:lnTo>
                  <a:lnTo>
                    <a:pt x="141986" y="22733"/>
                  </a:lnTo>
                  <a:lnTo>
                    <a:pt x="141986" y="20574"/>
                  </a:lnTo>
                  <a:close/>
                </a:path>
                <a:path w="338454" h="328929">
                  <a:moveTo>
                    <a:pt x="181356" y="34798"/>
                  </a:moveTo>
                  <a:lnTo>
                    <a:pt x="176276" y="29718"/>
                  </a:lnTo>
                  <a:lnTo>
                    <a:pt x="163576" y="29718"/>
                  </a:lnTo>
                  <a:lnTo>
                    <a:pt x="158496" y="34798"/>
                  </a:lnTo>
                  <a:lnTo>
                    <a:pt x="158496" y="47498"/>
                  </a:lnTo>
                  <a:lnTo>
                    <a:pt x="163576" y="52578"/>
                  </a:lnTo>
                  <a:lnTo>
                    <a:pt x="176276" y="52578"/>
                  </a:lnTo>
                  <a:lnTo>
                    <a:pt x="181356" y="47498"/>
                  </a:lnTo>
                  <a:lnTo>
                    <a:pt x="181356" y="34798"/>
                  </a:lnTo>
                  <a:close/>
                </a:path>
                <a:path w="338454" h="328929">
                  <a:moveTo>
                    <a:pt x="184404" y="96774"/>
                  </a:moveTo>
                  <a:lnTo>
                    <a:pt x="173609" y="63246"/>
                  </a:lnTo>
                  <a:lnTo>
                    <a:pt x="171196" y="63754"/>
                  </a:lnTo>
                  <a:lnTo>
                    <a:pt x="168656" y="63754"/>
                  </a:lnTo>
                  <a:lnTo>
                    <a:pt x="166243" y="63246"/>
                  </a:lnTo>
                  <a:lnTo>
                    <a:pt x="155448" y="96774"/>
                  </a:lnTo>
                  <a:lnTo>
                    <a:pt x="184404" y="96774"/>
                  </a:lnTo>
                  <a:close/>
                </a:path>
                <a:path w="338454" h="328929">
                  <a:moveTo>
                    <a:pt x="214909" y="41148"/>
                  </a:moveTo>
                  <a:lnTo>
                    <a:pt x="213410" y="29679"/>
                  </a:lnTo>
                  <a:lnTo>
                    <a:pt x="208915" y="18796"/>
                  </a:lnTo>
                  <a:lnTo>
                    <a:pt x="207899" y="17145"/>
                  </a:lnTo>
                  <a:lnTo>
                    <a:pt x="205994" y="16002"/>
                  </a:lnTo>
                  <a:lnTo>
                    <a:pt x="201803" y="16002"/>
                  </a:lnTo>
                  <a:lnTo>
                    <a:pt x="199898" y="17018"/>
                  </a:lnTo>
                  <a:lnTo>
                    <a:pt x="197866" y="20574"/>
                  </a:lnTo>
                  <a:lnTo>
                    <a:pt x="197866" y="22733"/>
                  </a:lnTo>
                  <a:lnTo>
                    <a:pt x="198882" y="24384"/>
                  </a:lnTo>
                  <a:lnTo>
                    <a:pt x="202234" y="32562"/>
                  </a:lnTo>
                  <a:lnTo>
                    <a:pt x="203352" y="41148"/>
                  </a:lnTo>
                  <a:lnTo>
                    <a:pt x="202234" y="49745"/>
                  </a:lnTo>
                  <a:lnTo>
                    <a:pt x="198882" y="57912"/>
                  </a:lnTo>
                  <a:lnTo>
                    <a:pt x="198120" y="59182"/>
                  </a:lnTo>
                  <a:lnTo>
                    <a:pt x="197866" y="60706"/>
                  </a:lnTo>
                  <a:lnTo>
                    <a:pt x="198755" y="63627"/>
                  </a:lnTo>
                  <a:lnTo>
                    <a:pt x="199771" y="64770"/>
                  </a:lnTo>
                  <a:lnTo>
                    <a:pt x="202311" y="66294"/>
                  </a:lnTo>
                  <a:lnTo>
                    <a:pt x="203962" y="66548"/>
                  </a:lnTo>
                  <a:lnTo>
                    <a:pt x="206883" y="65659"/>
                  </a:lnTo>
                  <a:lnTo>
                    <a:pt x="208153" y="64770"/>
                  </a:lnTo>
                  <a:lnTo>
                    <a:pt x="208915" y="63500"/>
                  </a:lnTo>
                  <a:lnTo>
                    <a:pt x="213410" y="52628"/>
                  </a:lnTo>
                  <a:lnTo>
                    <a:pt x="214909" y="41148"/>
                  </a:lnTo>
                  <a:close/>
                </a:path>
                <a:path w="338454" h="328929">
                  <a:moveTo>
                    <a:pt x="220980" y="259854"/>
                  </a:moveTo>
                  <a:lnTo>
                    <a:pt x="124968" y="259854"/>
                  </a:lnTo>
                  <a:lnTo>
                    <a:pt x="124968" y="272034"/>
                  </a:lnTo>
                  <a:lnTo>
                    <a:pt x="220980" y="272034"/>
                  </a:lnTo>
                  <a:lnTo>
                    <a:pt x="220980" y="259854"/>
                  </a:lnTo>
                  <a:close/>
                </a:path>
                <a:path w="338454" h="328929">
                  <a:moveTo>
                    <a:pt x="237769" y="41148"/>
                  </a:moveTo>
                  <a:lnTo>
                    <a:pt x="235978" y="26060"/>
                  </a:lnTo>
                  <a:lnTo>
                    <a:pt x="230632" y="11557"/>
                  </a:lnTo>
                  <a:lnTo>
                    <a:pt x="229235" y="8763"/>
                  </a:lnTo>
                  <a:lnTo>
                    <a:pt x="225679" y="7620"/>
                  </a:lnTo>
                  <a:lnTo>
                    <a:pt x="219837" y="10287"/>
                  </a:lnTo>
                  <a:lnTo>
                    <a:pt x="218694" y="13716"/>
                  </a:lnTo>
                  <a:lnTo>
                    <a:pt x="220091" y="16510"/>
                  </a:lnTo>
                  <a:lnTo>
                    <a:pt x="224510" y="28575"/>
                  </a:lnTo>
                  <a:lnTo>
                    <a:pt x="225996" y="41148"/>
                  </a:lnTo>
                  <a:lnTo>
                    <a:pt x="224510" y="53733"/>
                  </a:lnTo>
                  <a:lnTo>
                    <a:pt x="220091" y="65786"/>
                  </a:lnTo>
                  <a:lnTo>
                    <a:pt x="218567" y="68580"/>
                  </a:lnTo>
                  <a:lnTo>
                    <a:pt x="219837" y="72009"/>
                  </a:lnTo>
                  <a:lnTo>
                    <a:pt x="224155" y="74041"/>
                  </a:lnTo>
                  <a:lnTo>
                    <a:pt x="225806" y="74041"/>
                  </a:lnTo>
                  <a:lnTo>
                    <a:pt x="228727" y="73152"/>
                  </a:lnTo>
                  <a:lnTo>
                    <a:pt x="229870" y="72136"/>
                  </a:lnTo>
                  <a:lnTo>
                    <a:pt x="230632" y="70739"/>
                  </a:lnTo>
                  <a:lnTo>
                    <a:pt x="235978" y="56248"/>
                  </a:lnTo>
                  <a:lnTo>
                    <a:pt x="237769" y="41148"/>
                  </a:lnTo>
                  <a:close/>
                </a:path>
                <a:path w="338454" h="328929">
                  <a:moveTo>
                    <a:pt x="260604" y="262572"/>
                  </a:moveTo>
                  <a:lnTo>
                    <a:pt x="258064" y="259842"/>
                  </a:lnTo>
                  <a:lnTo>
                    <a:pt x="231648" y="259842"/>
                  </a:lnTo>
                  <a:lnTo>
                    <a:pt x="231648" y="272034"/>
                  </a:lnTo>
                  <a:lnTo>
                    <a:pt x="258064" y="272034"/>
                  </a:lnTo>
                  <a:lnTo>
                    <a:pt x="260604" y="269303"/>
                  </a:lnTo>
                  <a:lnTo>
                    <a:pt x="260604" y="262572"/>
                  </a:lnTo>
                  <a:close/>
                </a:path>
                <a:path w="338454" h="328929">
                  <a:moveTo>
                    <a:pt x="260604" y="41148"/>
                  </a:moveTo>
                  <a:lnTo>
                    <a:pt x="250825" y="1270"/>
                  </a:lnTo>
                  <a:lnTo>
                    <a:pt x="247269" y="0"/>
                  </a:lnTo>
                  <a:lnTo>
                    <a:pt x="241300" y="2540"/>
                  </a:lnTo>
                  <a:lnTo>
                    <a:pt x="240030" y="5842"/>
                  </a:lnTo>
                  <a:lnTo>
                    <a:pt x="244551" y="16548"/>
                  </a:lnTo>
                  <a:lnTo>
                    <a:pt x="246875" y="24574"/>
                  </a:lnTo>
                  <a:lnTo>
                    <a:pt x="248259" y="32804"/>
                  </a:lnTo>
                  <a:lnTo>
                    <a:pt x="248666" y="41148"/>
                  </a:lnTo>
                  <a:lnTo>
                    <a:pt x="248259" y="49504"/>
                  </a:lnTo>
                  <a:lnTo>
                    <a:pt x="246888" y="57721"/>
                  </a:lnTo>
                  <a:lnTo>
                    <a:pt x="244551" y="65760"/>
                  </a:lnTo>
                  <a:lnTo>
                    <a:pt x="241300" y="73533"/>
                  </a:lnTo>
                  <a:lnTo>
                    <a:pt x="239903" y="76327"/>
                  </a:lnTo>
                  <a:lnTo>
                    <a:pt x="241300" y="79756"/>
                  </a:lnTo>
                  <a:lnTo>
                    <a:pt x="245745" y="81661"/>
                  </a:lnTo>
                  <a:lnTo>
                    <a:pt x="247396" y="81661"/>
                  </a:lnTo>
                  <a:lnTo>
                    <a:pt x="260070" y="50711"/>
                  </a:lnTo>
                  <a:lnTo>
                    <a:pt x="260604" y="41148"/>
                  </a:lnTo>
                  <a:close/>
                </a:path>
                <a:path w="338454" h="328929">
                  <a:moveTo>
                    <a:pt x="281940" y="209550"/>
                  </a:moveTo>
                  <a:lnTo>
                    <a:pt x="248412" y="209550"/>
                  </a:lnTo>
                  <a:lnTo>
                    <a:pt x="248412" y="226314"/>
                  </a:lnTo>
                  <a:lnTo>
                    <a:pt x="281940" y="221932"/>
                  </a:lnTo>
                  <a:lnTo>
                    <a:pt x="281940" y="209550"/>
                  </a:lnTo>
                  <a:close/>
                </a:path>
                <a:path w="338454" h="328929">
                  <a:moveTo>
                    <a:pt x="283464" y="176022"/>
                  </a:moveTo>
                  <a:lnTo>
                    <a:pt x="274104" y="159766"/>
                  </a:lnTo>
                  <a:lnTo>
                    <a:pt x="254228" y="125222"/>
                  </a:lnTo>
                  <a:lnTo>
                    <a:pt x="252984" y="123037"/>
                  </a:lnTo>
                  <a:lnTo>
                    <a:pt x="250329" y="119634"/>
                  </a:lnTo>
                  <a:lnTo>
                    <a:pt x="248412" y="117182"/>
                  </a:lnTo>
                  <a:lnTo>
                    <a:pt x="242582" y="112750"/>
                  </a:lnTo>
                  <a:lnTo>
                    <a:pt x="235813" y="109956"/>
                  </a:lnTo>
                  <a:lnTo>
                    <a:pt x="228473" y="108966"/>
                  </a:lnTo>
                  <a:lnTo>
                    <a:pt x="135890" y="108966"/>
                  </a:lnTo>
                  <a:lnTo>
                    <a:pt x="135890" y="133083"/>
                  </a:lnTo>
                  <a:lnTo>
                    <a:pt x="133731" y="135267"/>
                  </a:lnTo>
                  <a:lnTo>
                    <a:pt x="108966" y="159766"/>
                  </a:lnTo>
                  <a:lnTo>
                    <a:pt x="105410" y="159753"/>
                  </a:lnTo>
                  <a:lnTo>
                    <a:pt x="103251" y="157581"/>
                  </a:lnTo>
                  <a:lnTo>
                    <a:pt x="100965" y="155422"/>
                  </a:lnTo>
                  <a:lnTo>
                    <a:pt x="100965" y="151904"/>
                  </a:lnTo>
                  <a:lnTo>
                    <a:pt x="103124" y="149720"/>
                  </a:lnTo>
                  <a:lnTo>
                    <a:pt x="115557" y="137414"/>
                  </a:lnTo>
                  <a:lnTo>
                    <a:pt x="127889" y="125222"/>
                  </a:lnTo>
                  <a:lnTo>
                    <a:pt x="131445" y="125234"/>
                  </a:lnTo>
                  <a:lnTo>
                    <a:pt x="133692" y="127495"/>
                  </a:lnTo>
                  <a:lnTo>
                    <a:pt x="135864" y="129552"/>
                  </a:lnTo>
                  <a:lnTo>
                    <a:pt x="135890" y="133083"/>
                  </a:lnTo>
                  <a:lnTo>
                    <a:pt x="135890" y="108966"/>
                  </a:lnTo>
                  <a:lnTo>
                    <a:pt x="113284" y="108966"/>
                  </a:lnTo>
                  <a:lnTo>
                    <a:pt x="113284" y="123977"/>
                  </a:lnTo>
                  <a:lnTo>
                    <a:pt x="113284" y="127495"/>
                  </a:lnTo>
                  <a:lnTo>
                    <a:pt x="105537" y="135267"/>
                  </a:lnTo>
                  <a:lnTo>
                    <a:pt x="103251" y="137414"/>
                  </a:lnTo>
                  <a:lnTo>
                    <a:pt x="99695" y="137401"/>
                  </a:lnTo>
                  <a:lnTo>
                    <a:pt x="95389" y="133083"/>
                  </a:lnTo>
                  <a:lnTo>
                    <a:pt x="95377" y="129552"/>
                  </a:lnTo>
                  <a:lnTo>
                    <a:pt x="103124" y="121780"/>
                  </a:lnTo>
                  <a:lnTo>
                    <a:pt x="105410" y="119634"/>
                  </a:lnTo>
                  <a:lnTo>
                    <a:pt x="108966" y="119646"/>
                  </a:lnTo>
                  <a:lnTo>
                    <a:pt x="113284" y="123977"/>
                  </a:lnTo>
                  <a:lnTo>
                    <a:pt x="113284" y="108966"/>
                  </a:lnTo>
                  <a:lnTo>
                    <a:pt x="109855" y="108966"/>
                  </a:lnTo>
                  <a:lnTo>
                    <a:pt x="102501" y="109956"/>
                  </a:lnTo>
                  <a:lnTo>
                    <a:pt x="95732" y="112750"/>
                  </a:lnTo>
                  <a:lnTo>
                    <a:pt x="89903" y="117182"/>
                  </a:lnTo>
                  <a:lnTo>
                    <a:pt x="85344" y="123037"/>
                  </a:lnTo>
                  <a:lnTo>
                    <a:pt x="54864" y="176022"/>
                  </a:lnTo>
                  <a:lnTo>
                    <a:pt x="283464" y="176022"/>
                  </a:lnTo>
                  <a:close/>
                </a:path>
                <a:path w="338454" h="328929">
                  <a:moveTo>
                    <a:pt x="294132" y="305562"/>
                  </a:moveTo>
                  <a:lnTo>
                    <a:pt x="254508" y="305562"/>
                  </a:lnTo>
                  <a:lnTo>
                    <a:pt x="254508" y="325856"/>
                  </a:lnTo>
                  <a:lnTo>
                    <a:pt x="257048" y="328422"/>
                  </a:lnTo>
                  <a:lnTo>
                    <a:pt x="291592" y="328422"/>
                  </a:lnTo>
                  <a:lnTo>
                    <a:pt x="294132" y="325856"/>
                  </a:lnTo>
                  <a:lnTo>
                    <a:pt x="294132" y="305562"/>
                  </a:lnTo>
                  <a:close/>
                </a:path>
                <a:path w="338454" h="328929">
                  <a:moveTo>
                    <a:pt x="338328" y="144005"/>
                  </a:moveTo>
                  <a:lnTo>
                    <a:pt x="330708" y="136398"/>
                  </a:lnTo>
                  <a:lnTo>
                    <a:pt x="303911" y="136410"/>
                  </a:lnTo>
                  <a:lnTo>
                    <a:pt x="298831" y="141478"/>
                  </a:lnTo>
                  <a:lnTo>
                    <a:pt x="298831" y="163296"/>
                  </a:lnTo>
                  <a:lnTo>
                    <a:pt x="301244" y="167170"/>
                  </a:lnTo>
                  <a:lnTo>
                    <a:pt x="305054" y="169087"/>
                  </a:lnTo>
                  <a:lnTo>
                    <a:pt x="293243" y="183857"/>
                  </a:lnTo>
                  <a:lnTo>
                    <a:pt x="293243" y="203733"/>
                  </a:lnTo>
                  <a:lnTo>
                    <a:pt x="293243" y="227672"/>
                  </a:lnTo>
                  <a:lnTo>
                    <a:pt x="288925" y="232486"/>
                  </a:lnTo>
                  <a:lnTo>
                    <a:pt x="270637" y="234797"/>
                  </a:lnTo>
                  <a:lnTo>
                    <a:pt x="270637" y="257213"/>
                  </a:lnTo>
                  <a:lnTo>
                    <a:pt x="270637" y="275971"/>
                  </a:lnTo>
                  <a:lnTo>
                    <a:pt x="263144" y="283578"/>
                  </a:lnTo>
                  <a:lnTo>
                    <a:pt x="75184" y="283578"/>
                  </a:lnTo>
                  <a:lnTo>
                    <a:pt x="67691" y="275971"/>
                  </a:lnTo>
                  <a:lnTo>
                    <a:pt x="67691" y="257213"/>
                  </a:lnTo>
                  <a:lnTo>
                    <a:pt x="75184" y="249605"/>
                  </a:lnTo>
                  <a:lnTo>
                    <a:pt x="263144" y="249605"/>
                  </a:lnTo>
                  <a:lnTo>
                    <a:pt x="270637" y="257213"/>
                  </a:lnTo>
                  <a:lnTo>
                    <a:pt x="270637" y="234797"/>
                  </a:lnTo>
                  <a:lnTo>
                    <a:pt x="249555" y="237451"/>
                  </a:lnTo>
                  <a:lnTo>
                    <a:pt x="248539" y="237540"/>
                  </a:lnTo>
                  <a:lnTo>
                    <a:pt x="241935" y="237540"/>
                  </a:lnTo>
                  <a:lnTo>
                    <a:pt x="236880" y="232486"/>
                  </a:lnTo>
                  <a:lnTo>
                    <a:pt x="236855" y="203733"/>
                  </a:lnTo>
                  <a:lnTo>
                    <a:pt x="241935" y="198666"/>
                  </a:lnTo>
                  <a:lnTo>
                    <a:pt x="288163" y="198666"/>
                  </a:lnTo>
                  <a:lnTo>
                    <a:pt x="293243" y="203733"/>
                  </a:lnTo>
                  <a:lnTo>
                    <a:pt x="293243" y="183857"/>
                  </a:lnTo>
                  <a:lnTo>
                    <a:pt x="290449" y="187337"/>
                  </a:lnTo>
                  <a:lnTo>
                    <a:pt x="101473" y="187337"/>
                  </a:lnTo>
                  <a:lnTo>
                    <a:pt x="101473" y="203733"/>
                  </a:lnTo>
                  <a:lnTo>
                    <a:pt x="101434" y="232486"/>
                  </a:lnTo>
                  <a:lnTo>
                    <a:pt x="96393" y="237540"/>
                  </a:lnTo>
                  <a:lnTo>
                    <a:pt x="89789" y="237540"/>
                  </a:lnTo>
                  <a:lnTo>
                    <a:pt x="88773" y="237451"/>
                  </a:lnTo>
                  <a:lnTo>
                    <a:pt x="49403" y="232486"/>
                  </a:lnTo>
                  <a:lnTo>
                    <a:pt x="45085" y="227672"/>
                  </a:lnTo>
                  <a:lnTo>
                    <a:pt x="45085" y="203733"/>
                  </a:lnTo>
                  <a:lnTo>
                    <a:pt x="50165" y="198666"/>
                  </a:lnTo>
                  <a:lnTo>
                    <a:pt x="96393" y="198666"/>
                  </a:lnTo>
                  <a:lnTo>
                    <a:pt x="101473" y="203733"/>
                  </a:lnTo>
                  <a:lnTo>
                    <a:pt x="101473" y="187337"/>
                  </a:lnTo>
                  <a:lnTo>
                    <a:pt x="47879" y="187337"/>
                  </a:lnTo>
                  <a:lnTo>
                    <a:pt x="33274" y="169087"/>
                  </a:lnTo>
                  <a:lnTo>
                    <a:pt x="37084" y="167170"/>
                  </a:lnTo>
                  <a:lnTo>
                    <a:pt x="39497" y="163296"/>
                  </a:lnTo>
                  <a:lnTo>
                    <a:pt x="39497" y="141478"/>
                  </a:lnTo>
                  <a:lnTo>
                    <a:pt x="34417" y="136410"/>
                  </a:lnTo>
                  <a:lnTo>
                    <a:pt x="28194" y="136398"/>
                  </a:lnTo>
                  <a:lnTo>
                    <a:pt x="7594" y="136410"/>
                  </a:lnTo>
                  <a:lnTo>
                    <a:pt x="0" y="144005"/>
                  </a:lnTo>
                  <a:lnTo>
                    <a:pt x="0" y="162763"/>
                  </a:lnTo>
                  <a:lnTo>
                    <a:pt x="7620" y="170357"/>
                  </a:lnTo>
                  <a:lnTo>
                    <a:pt x="19812" y="170357"/>
                  </a:lnTo>
                  <a:lnTo>
                    <a:pt x="34417" y="188607"/>
                  </a:lnTo>
                  <a:lnTo>
                    <a:pt x="30607" y="190525"/>
                  </a:lnTo>
                  <a:lnTo>
                    <a:pt x="28194" y="194411"/>
                  </a:lnTo>
                  <a:lnTo>
                    <a:pt x="28194" y="289826"/>
                  </a:lnTo>
                  <a:lnTo>
                    <a:pt x="33274" y="294881"/>
                  </a:lnTo>
                  <a:lnTo>
                    <a:pt x="305054" y="294881"/>
                  </a:lnTo>
                  <a:lnTo>
                    <a:pt x="310134" y="289826"/>
                  </a:lnTo>
                  <a:lnTo>
                    <a:pt x="310134" y="283578"/>
                  </a:lnTo>
                  <a:lnTo>
                    <a:pt x="310134" y="249605"/>
                  </a:lnTo>
                  <a:lnTo>
                    <a:pt x="310134" y="237540"/>
                  </a:lnTo>
                  <a:lnTo>
                    <a:pt x="310134" y="198666"/>
                  </a:lnTo>
                  <a:lnTo>
                    <a:pt x="310134" y="194411"/>
                  </a:lnTo>
                  <a:lnTo>
                    <a:pt x="307721" y="190525"/>
                  </a:lnTo>
                  <a:lnTo>
                    <a:pt x="303911" y="188607"/>
                  </a:lnTo>
                  <a:lnTo>
                    <a:pt x="304927" y="187337"/>
                  </a:lnTo>
                  <a:lnTo>
                    <a:pt x="318516" y="170357"/>
                  </a:lnTo>
                  <a:lnTo>
                    <a:pt x="330708" y="170357"/>
                  </a:lnTo>
                  <a:lnTo>
                    <a:pt x="338328" y="162763"/>
                  </a:lnTo>
                  <a:lnTo>
                    <a:pt x="338328" y="144005"/>
                  </a:lnTo>
                  <a:close/>
                </a:path>
              </a:pathLst>
            </a:custGeom>
            <a:solidFill>
              <a:srgbClr val="00D9CE"/>
            </a:solidFill>
          </p:spPr>
          <p:txBody>
            <a:bodyPr wrap="square" lIns="0" tIns="0" rIns="0" bIns="0" rtlCol="0"/>
            <a:lstStyle/>
            <a:p>
              <a:endParaRPr/>
            </a:p>
          </p:txBody>
        </p:sp>
        <p:sp>
          <p:nvSpPr>
            <p:cNvPr id="53" name="object 53"/>
            <p:cNvSpPr/>
            <p:nvPr/>
          </p:nvSpPr>
          <p:spPr>
            <a:xfrm>
              <a:off x="4422647" y="4828032"/>
              <a:ext cx="620395" cy="620395"/>
            </a:xfrm>
            <a:custGeom>
              <a:avLst/>
              <a:gdLst/>
              <a:ahLst/>
              <a:cxnLst/>
              <a:rect l="l" t="t" r="r" b="b"/>
              <a:pathLst>
                <a:path w="620395" h="620395">
                  <a:moveTo>
                    <a:pt x="310134" y="0"/>
                  </a:moveTo>
                  <a:lnTo>
                    <a:pt x="264295" y="3361"/>
                  </a:lnTo>
                  <a:lnTo>
                    <a:pt x="220548" y="13127"/>
                  </a:lnTo>
                  <a:lnTo>
                    <a:pt x="179371" y="28818"/>
                  </a:lnTo>
                  <a:lnTo>
                    <a:pt x="141244" y="49954"/>
                  </a:lnTo>
                  <a:lnTo>
                    <a:pt x="106646" y="76056"/>
                  </a:lnTo>
                  <a:lnTo>
                    <a:pt x="76056" y="106646"/>
                  </a:lnTo>
                  <a:lnTo>
                    <a:pt x="49954" y="141244"/>
                  </a:lnTo>
                  <a:lnTo>
                    <a:pt x="28818" y="179371"/>
                  </a:lnTo>
                  <a:lnTo>
                    <a:pt x="13127" y="220548"/>
                  </a:lnTo>
                  <a:lnTo>
                    <a:pt x="3361" y="264295"/>
                  </a:lnTo>
                  <a:lnTo>
                    <a:pt x="0" y="310134"/>
                  </a:lnTo>
                  <a:lnTo>
                    <a:pt x="3361" y="355972"/>
                  </a:lnTo>
                  <a:lnTo>
                    <a:pt x="13127" y="399719"/>
                  </a:lnTo>
                  <a:lnTo>
                    <a:pt x="28818" y="440896"/>
                  </a:lnTo>
                  <a:lnTo>
                    <a:pt x="49954" y="479023"/>
                  </a:lnTo>
                  <a:lnTo>
                    <a:pt x="76056" y="513621"/>
                  </a:lnTo>
                  <a:lnTo>
                    <a:pt x="106646" y="544211"/>
                  </a:lnTo>
                  <a:lnTo>
                    <a:pt x="141244" y="570313"/>
                  </a:lnTo>
                  <a:lnTo>
                    <a:pt x="179371" y="591449"/>
                  </a:lnTo>
                  <a:lnTo>
                    <a:pt x="220548" y="607140"/>
                  </a:lnTo>
                  <a:lnTo>
                    <a:pt x="264295" y="616906"/>
                  </a:lnTo>
                  <a:lnTo>
                    <a:pt x="310134" y="620268"/>
                  </a:lnTo>
                  <a:lnTo>
                    <a:pt x="355972" y="616906"/>
                  </a:lnTo>
                  <a:lnTo>
                    <a:pt x="399719" y="607140"/>
                  </a:lnTo>
                  <a:lnTo>
                    <a:pt x="440896" y="591449"/>
                  </a:lnTo>
                  <a:lnTo>
                    <a:pt x="479023" y="570313"/>
                  </a:lnTo>
                  <a:lnTo>
                    <a:pt x="513621" y="544211"/>
                  </a:lnTo>
                  <a:lnTo>
                    <a:pt x="544211" y="513621"/>
                  </a:lnTo>
                  <a:lnTo>
                    <a:pt x="570313" y="479023"/>
                  </a:lnTo>
                  <a:lnTo>
                    <a:pt x="591449" y="440896"/>
                  </a:lnTo>
                  <a:lnTo>
                    <a:pt x="607140" y="399719"/>
                  </a:lnTo>
                  <a:lnTo>
                    <a:pt x="616906" y="355972"/>
                  </a:lnTo>
                  <a:lnTo>
                    <a:pt x="620267" y="310134"/>
                  </a:lnTo>
                  <a:lnTo>
                    <a:pt x="616906" y="264295"/>
                  </a:lnTo>
                  <a:lnTo>
                    <a:pt x="607140" y="220548"/>
                  </a:lnTo>
                  <a:lnTo>
                    <a:pt x="591449" y="179371"/>
                  </a:lnTo>
                  <a:lnTo>
                    <a:pt x="570313" y="141244"/>
                  </a:lnTo>
                  <a:lnTo>
                    <a:pt x="544211" y="106646"/>
                  </a:lnTo>
                  <a:lnTo>
                    <a:pt x="513621" y="76056"/>
                  </a:lnTo>
                  <a:lnTo>
                    <a:pt x="479023" y="49954"/>
                  </a:lnTo>
                  <a:lnTo>
                    <a:pt x="440896" y="28818"/>
                  </a:lnTo>
                  <a:lnTo>
                    <a:pt x="399719" y="13127"/>
                  </a:lnTo>
                  <a:lnTo>
                    <a:pt x="355972" y="3361"/>
                  </a:lnTo>
                  <a:lnTo>
                    <a:pt x="310134" y="0"/>
                  </a:lnTo>
                  <a:close/>
                </a:path>
              </a:pathLst>
            </a:custGeom>
            <a:solidFill>
              <a:srgbClr val="FF8E01"/>
            </a:solidFill>
          </p:spPr>
          <p:txBody>
            <a:bodyPr wrap="square" lIns="0" tIns="0" rIns="0" bIns="0" rtlCol="0"/>
            <a:lstStyle/>
            <a:p>
              <a:endParaRPr/>
            </a:p>
          </p:txBody>
        </p:sp>
        <p:sp>
          <p:nvSpPr>
            <p:cNvPr id="54" name="object 54"/>
            <p:cNvSpPr/>
            <p:nvPr/>
          </p:nvSpPr>
          <p:spPr>
            <a:xfrm>
              <a:off x="4450079" y="4855463"/>
              <a:ext cx="563880" cy="563880"/>
            </a:xfrm>
            <a:custGeom>
              <a:avLst/>
              <a:gdLst/>
              <a:ahLst/>
              <a:cxnLst/>
              <a:rect l="l" t="t" r="r" b="b"/>
              <a:pathLst>
                <a:path w="563879" h="563879">
                  <a:moveTo>
                    <a:pt x="281940" y="0"/>
                  </a:moveTo>
                  <a:lnTo>
                    <a:pt x="236210" y="3690"/>
                  </a:lnTo>
                  <a:lnTo>
                    <a:pt x="192828" y="14374"/>
                  </a:lnTo>
                  <a:lnTo>
                    <a:pt x="152376" y="31471"/>
                  </a:lnTo>
                  <a:lnTo>
                    <a:pt x="115433" y="54400"/>
                  </a:lnTo>
                  <a:lnTo>
                    <a:pt x="82581" y="82581"/>
                  </a:lnTo>
                  <a:lnTo>
                    <a:pt x="54400" y="115433"/>
                  </a:lnTo>
                  <a:lnTo>
                    <a:pt x="31471" y="152376"/>
                  </a:lnTo>
                  <a:lnTo>
                    <a:pt x="14374" y="192828"/>
                  </a:lnTo>
                  <a:lnTo>
                    <a:pt x="3690" y="236210"/>
                  </a:lnTo>
                  <a:lnTo>
                    <a:pt x="0" y="281940"/>
                  </a:lnTo>
                  <a:lnTo>
                    <a:pt x="3690" y="327669"/>
                  </a:lnTo>
                  <a:lnTo>
                    <a:pt x="14374" y="371051"/>
                  </a:lnTo>
                  <a:lnTo>
                    <a:pt x="31471" y="411503"/>
                  </a:lnTo>
                  <a:lnTo>
                    <a:pt x="54400" y="448446"/>
                  </a:lnTo>
                  <a:lnTo>
                    <a:pt x="82581" y="481298"/>
                  </a:lnTo>
                  <a:lnTo>
                    <a:pt x="115433" y="509479"/>
                  </a:lnTo>
                  <a:lnTo>
                    <a:pt x="152376" y="532408"/>
                  </a:lnTo>
                  <a:lnTo>
                    <a:pt x="192828" y="549505"/>
                  </a:lnTo>
                  <a:lnTo>
                    <a:pt x="236210" y="560189"/>
                  </a:lnTo>
                  <a:lnTo>
                    <a:pt x="281940" y="563880"/>
                  </a:lnTo>
                  <a:lnTo>
                    <a:pt x="327669" y="560189"/>
                  </a:lnTo>
                  <a:lnTo>
                    <a:pt x="371051" y="549505"/>
                  </a:lnTo>
                  <a:lnTo>
                    <a:pt x="411503" y="532408"/>
                  </a:lnTo>
                  <a:lnTo>
                    <a:pt x="448446" y="509479"/>
                  </a:lnTo>
                  <a:lnTo>
                    <a:pt x="481298" y="481298"/>
                  </a:lnTo>
                  <a:lnTo>
                    <a:pt x="509479" y="448446"/>
                  </a:lnTo>
                  <a:lnTo>
                    <a:pt x="532408" y="411503"/>
                  </a:lnTo>
                  <a:lnTo>
                    <a:pt x="549505" y="371051"/>
                  </a:lnTo>
                  <a:lnTo>
                    <a:pt x="560189" y="327669"/>
                  </a:lnTo>
                  <a:lnTo>
                    <a:pt x="563880" y="281940"/>
                  </a:lnTo>
                  <a:lnTo>
                    <a:pt x="560189" y="236210"/>
                  </a:lnTo>
                  <a:lnTo>
                    <a:pt x="549505" y="192828"/>
                  </a:lnTo>
                  <a:lnTo>
                    <a:pt x="532408" y="152376"/>
                  </a:lnTo>
                  <a:lnTo>
                    <a:pt x="509479" y="115433"/>
                  </a:lnTo>
                  <a:lnTo>
                    <a:pt x="481298" y="82581"/>
                  </a:lnTo>
                  <a:lnTo>
                    <a:pt x="448446" y="54400"/>
                  </a:lnTo>
                  <a:lnTo>
                    <a:pt x="411503" y="31471"/>
                  </a:lnTo>
                  <a:lnTo>
                    <a:pt x="371051" y="14374"/>
                  </a:lnTo>
                  <a:lnTo>
                    <a:pt x="327669" y="3690"/>
                  </a:lnTo>
                  <a:lnTo>
                    <a:pt x="281940" y="0"/>
                  </a:lnTo>
                  <a:close/>
                </a:path>
              </a:pathLst>
            </a:custGeom>
            <a:solidFill>
              <a:srgbClr val="152B77"/>
            </a:solidFill>
          </p:spPr>
          <p:txBody>
            <a:bodyPr wrap="square" lIns="0" tIns="0" rIns="0" bIns="0" rtlCol="0"/>
            <a:lstStyle/>
            <a:p>
              <a:endParaRPr/>
            </a:p>
          </p:txBody>
        </p:sp>
        <p:sp>
          <p:nvSpPr>
            <p:cNvPr id="55" name="object 55"/>
            <p:cNvSpPr/>
            <p:nvPr/>
          </p:nvSpPr>
          <p:spPr>
            <a:xfrm>
              <a:off x="4584191" y="4968239"/>
              <a:ext cx="297180" cy="338328"/>
            </a:xfrm>
            <a:prstGeom prst="rect">
              <a:avLst/>
            </a:prstGeom>
            <a:blipFill>
              <a:blip r:embed="rId23" cstate="print"/>
              <a:stretch>
                <a:fillRect/>
              </a:stretch>
            </a:blipFill>
          </p:spPr>
          <p:txBody>
            <a:bodyPr wrap="square" lIns="0" tIns="0" rIns="0" bIns="0" rtlCol="0"/>
            <a:lstStyle/>
            <a:p>
              <a:endParaRPr/>
            </a:p>
          </p:txBody>
        </p:sp>
        <p:sp>
          <p:nvSpPr>
            <p:cNvPr id="56" name="object 56"/>
            <p:cNvSpPr/>
            <p:nvPr/>
          </p:nvSpPr>
          <p:spPr>
            <a:xfrm>
              <a:off x="3991355" y="4008119"/>
              <a:ext cx="620395" cy="620395"/>
            </a:xfrm>
            <a:custGeom>
              <a:avLst/>
              <a:gdLst/>
              <a:ahLst/>
              <a:cxnLst/>
              <a:rect l="l" t="t" r="r" b="b"/>
              <a:pathLst>
                <a:path w="620395" h="620395">
                  <a:moveTo>
                    <a:pt x="310134" y="0"/>
                  </a:moveTo>
                  <a:lnTo>
                    <a:pt x="264295" y="3361"/>
                  </a:lnTo>
                  <a:lnTo>
                    <a:pt x="220548" y="13127"/>
                  </a:lnTo>
                  <a:lnTo>
                    <a:pt x="179371" y="28818"/>
                  </a:lnTo>
                  <a:lnTo>
                    <a:pt x="141244" y="49954"/>
                  </a:lnTo>
                  <a:lnTo>
                    <a:pt x="106646" y="76056"/>
                  </a:lnTo>
                  <a:lnTo>
                    <a:pt x="76056" y="106646"/>
                  </a:lnTo>
                  <a:lnTo>
                    <a:pt x="49954" y="141244"/>
                  </a:lnTo>
                  <a:lnTo>
                    <a:pt x="28818" y="179371"/>
                  </a:lnTo>
                  <a:lnTo>
                    <a:pt x="13127" y="220548"/>
                  </a:lnTo>
                  <a:lnTo>
                    <a:pt x="3361" y="264295"/>
                  </a:lnTo>
                  <a:lnTo>
                    <a:pt x="0" y="310133"/>
                  </a:lnTo>
                  <a:lnTo>
                    <a:pt x="3361" y="355972"/>
                  </a:lnTo>
                  <a:lnTo>
                    <a:pt x="13127" y="399719"/>
                  </a:lnTo>
                  <a:lnTo>
                    <a:pt x="28818" y="440896"/>
                  </a:lnTo>
                  <a:lnTo>
                    <a:pt x="49954" y="479023"/>
                  </a:lnTo>
                  <a:lnTo>
                    <a:pt x="76056" y="513621"/>
                  </a:lnTo>
                  <a:lnTo>
                    <a:pt x="106646" y="544211"/>
                  </a:lnTo>
                  <a:lnTo>
                    <a:pt x="141244" y="570313"/>
                  </a:lnTo>
                  <a:lnTo>
                    <a:pt x="179371" y="591449"/>
                  </a:lnTo>
                  <a:lnTo>
                    <a:pt x="220548" y="607140"/>
                  </a:lnTo>
                  <a:lnTo>
                    <a:pt x="264295" y="616906"/>
                  </a:lnTo>
                  <a:lnTo>
                    <a:pt x="310134" y="620267"/>
                  </a:lnTo>
                  <a:lnTo>
                    <a:pt x="355972" y="616906"/>
                  </a:lnTo>
                  <a:lnTo>
                    <a:pt x="399719" y="607140"/>
                  </a:lnTo>
                  <a:lnTo>
                    <a:pt x="440896" y="591449"/>
                  </a:lnTo>
                  <a:lnTo>
                    <a:pt x="479023" y="570313"/>
                  </a:lnTo>
                  <a:lnTo>
                    <a:pt x="513621" y="544211"/>
                  </a:lnTo>
                  <a:lnTo>
                    <a:pt x="544211" y="513621"/>
                  </a:lnTo>
                  <a:lnTo>
                    <a:pt x="570313" y="479023"/>
                  </a:lnTo>
                  <a:lnTo>
                    <a:pt x="591449" y="440896"/>
                  </a:lnTo>
                  <a:lnTo>
                    <a:pt x="607140" y="399719"/>
                  </a:lnTo>
                  <a:lnTo>
                    <a:pt x="616906" y="355972"/>
                  </a:lnTo>
                  <a:lnTo>
                    <a:pt x="620268" y="310133"/>
                  </a:lnTo>
                  <a:lnTo>
                    <a:pt x="616906" y="264295"/>
                  </a:lnTo>
                  <a:lnTo>
                    <a:pt x="607140" y="220548"/>
                  </a:lnTo>
                  <a:lnTo>
                    <a:pt x="591449" y="179371"/>
                  </a:lnTo>
                  <a:lnTo>
                    <a:pt x="570313" y="141244"/>
                  </a:lnTo>
                  <a:lnTo>
                    <a:pt x="544211" y="106646"/>
                  </a:lnTo>
                  <a:lnTo>
                    <a:pt x="513621" y="76056"/>
                  </a:lnTo>
                  <a:lnTo>
                    <a:pt x="479023" y="49954"/>
                  </a:lnTo>
                  <a:lnTo>
                    <a:pt x="440896" y="28818"/>
                  </a:lnTo>
                  <a:lnTo>
                    <a:pt x="399719" y="13127"/>
                  </a:lnTo>
                  <a:lnTo>
                    <a:pt x="355972" y="3361"/>
                  </a:lnTo>
                  <a:lnTo>
                    <a:pt x="310134" y="0"/>
                  </a:lnTo>
                  <a:close/>
                </a:path>
              </a:pathLst>
            </a:custGeom>
            <a:solidFill>
              <a:srgbClr val="4264DE"/>
            </a:solidFill>
          </p:spPr>
          <p:txBody>
            <a:bodyPr wrap="square" lIns="0" tIns="0" rIns="0" bIns="0" rtlCol="0"/>
            <a:lstStyle/>
            <a:p>
              <a:endParaRPr/>
            </a:p>
          </p:txBody>
        </p:sp>
        <p:sp>
          <p:nvSpPr>
            <p:cNvPr id="57" name="object 57"/>
            <p:cNvSpPr/>
            <p:nvPr/>
          </p:nvSpPr>
          <p:spPr>
            <a:xfrm>
              <a:off x="4020311" y="4035551"/>
              <a:ext cx="563880" cy="563880"/>
            </a:xfrm>
            <a:custGeom>
              <a:avLst/>
              <a:gdLst/>
              <a:ahLst/>
              <a:cxnLst/>
              <a:rect l="l" t="t" r="r" b="b"/>
              <a:pathLst>
                <a:path w="563879" h="563879">
                  <a:moveTo>
                    <a:pt x="281939" y="0"/>
                  </a:moveTo>
                  <a:lnTo>
                    <a:pt x="236210" y="3690"/>
                  </a:lnTo>
                  <a:lnTo>
                    <a:pt x="192828" y="14374"/>
                  </a:lnTo>
                  <a:lnTo>
                    <a:pt x="152376" y="31471"/>
                  </a:lnTo>
                  <a:lnTo>
                    <a:pt x="115433" y="54400"/>
                  </a:lnTo>
                  <a:lnTo>
                    <a:pt x="82581" y="82581"/>
                  </a:lnTo>
                  <a:lnTo>
                    <a:pt x="54400" y="115433"/>
                  </a:lnTo>
                  <a:lnTo>
                    <a:pt x="31471" y="152376"/>
                  </a:lnTo>
                  <a:lnTo>
                    <a:pt x="14374" y="192828"/>
                  </a:lnTo>
                  <a:lnTo>
                    <a:pt x="3690" y="236210"/>
                  </a:lnTo>
                  <a:lnTo>
                    <a:pt x="0" y="281940"/>
                  </a:lnTo>
                  <a:lnTo>
                    <a:pt x="3690" y="327669"/>
                  </a:lnTo>
                  <a:lnTo>
                    <a:pt x="14374" y="371051"/>
                  </a:lnTo>
                  <a:lnTo>
                    <a:pt x="31471" y="411503"/>
                  </a:lnTo>
                  <a:lnTo>
                    <a:pt x="54400" y="448446"/>
                  </a:lnTo>
                  <a:lnTo>
                    <a:pt x="82581" y="481298"/>
                  </a:lnTo>
                  <a:lnTo>
                    <a:pt x="115433" y="509479"/>
                  </a:lnTo>
                  <a:lnTo>
                    <a:pt x="152376" y="532408"/>
                  </a:lnTo>
                  <a:lnTo>
                    <a:pt x="192828" y="549505"/>
                  </a:lnTo>
                  <a:lnTo>
                    <a:pt x="236210" y="560189"/>
                  </a:lnTo>
                  <a:lnTo>
                    <a:pt x="281939" y="563880"/>
                  </a:lnTo>
                  <a:lnTo>
                    <a:pt x="327669" y="560189"/>
                  </a:lnTo>
                  <a:lnTo>
                    <a:pt x="371051" y="549505"/>
                  </a:lnTo>
                  <a:lnTo>
                    <a:pt x="411503" y="532408"/>
                  </a:lnTo>
                  <a:lnTo>
                    <a:pt x="448446" y="509479"/>
                  </a:lnTo>
                  <a:lnTo>
                    <a:pt x="481298" y="481298"/>
                  </a:lnTo>
                  <a:lnTo>
                    <a:pt x="509479" y="448446"/>
                  </a:lnTo>
                  <a:lnTo>
                    <a:pt x="532408" y="411503"/>
                  </a:lnTo>
                  <a:lnTo>
                    <a:pt x="549505" y="371051"/>
                  </a:lnTo>
                  <a:lnTo>
                    <a:pt x="560189" y="327669"/>
                  </a:lnTo>
                  <a:lnTo>
                    <a:pt x="563879" y="281940"/>
                  </a:lnTo>
                  <a:lnTo>
                    <a:pt x="560189" y="236210"/>
                  </a:lnTo>
                  <a:lnTo>
                    <a:pt x="549505" y="192828"/>
                  </a:lnTo>
                  <a:lnTo>
                    <a:pt x="532408" y="152376"/>
                  </a:lnTo>
                  <a:lnTo>
                    <a:pt x="509479" y="115433"/>
                  </a:lnTo>
                  <a:lnTo>
                    <a:pt x="481298" y="82581"/>
                  </a:lnTo>
                  <a:lnTo>
                    <a:pt x="448446" y="54400"/>
                  </a:lnTo>
                  <a:lnTo>
                    <a:pt x="411503" y="31471"/>
                  </a:lnTo>
                  <a:lnTo>
                    <a:pt x="371051" y="14374"/>
                  </a:lnTo>
                  <a:lnTo>
                    <a:pt x="327669" y="3690"/>
                  </a:lnTo>
                  <a:lnTo>
                    <a:pt x="281939" y="0"/>
                  </a:lnTo>
                  <a:close/>
                </a:path>
              </a:pathLst>
            </a:custGeom>
            <a:solidFill>
              <a:srgbClr val="152B77"/>
            </a:solidFill>
          </p:spPr>
          <p:txBody>
            <a:bodyPr wrap="square" lIns="0" tIns="0" rIns="0" bIns="0" rtlCol="0"/>
            <a:lstStyle/>
            <a:p>
              <a:endParaRPr/>
            </a:p>
          </p:txBody>
        </p:sp>
        <p:sp>
          <p:nvSpPr>
            <p:cNvPr id="58" name="object 58"/>
            <p:cNvSpPr/>
            <p:nvPr/>
          </p:nvSpPr>
          <p:spPr>
            <a:xfrm>
              <a:off x="4136135" y="4148327"/>
              <a:ext cx="332231" cy="338328"/>
            </a:xfrm>
            <a:prstGeom prst="rect">
              <a:avLst/>
            </a:prstGeom>
            <a:blipFill>
              <a:blip r:embed="rId24" cstate="print"/>
              <a:stretch>
                <a:fillRect/>
              </a:stretch>
            </a:blipFill>
          </p:spPr>
          <p:txBody>
            <a:bodyPr wrap="square" lIns="0" tIns="0" rIns="0" bIns="0" rtlCol="0"/>
            <a:lstStyle/>
            <a:p>
              <a:endParaRPr/>
            </a:p>
          </p:txBody>
        </p:sp>
        <p:sp>
          <p:nvSpPr>
            <p:cNvPr id="59" name="object 59"/>
            <p:cNvSpPr/>
            <p:nvPr/>
          </p:nvSpPr>
          <p:spPr>
            <a:xfrm>
              <a:off x="4102607" y="2964179"/>
              <a:ext cx="620395" cy="620395"/>
            </a:xfrm>
            <a:custGeom>
              <a:avLst/>
              <a:gdLst/>
              <a:ahLst/>
              <a:cxnLst/>
              <a:rect l="l" t="t" r="r" b="b"/>
              <a:pathLst>
                <a:path w="620395" h="620395">
                  <a:moveTo>
                    <a:pt x="310133" y="0"/>
                  </a:moveTo>
                  <a:lnTo>
                    <a:pt x="264295" y="3361"/>
                  </a:lnTo>
                  <a:lnTo>
                    <a:pt x="220548" y="13127"/>
                  </a:lnTo>
                  <a:lnTo>
                    <a:pt x="179371" y="28818"/>
                  </a:lnTo>
                  <a:lnTo>
                    <a:pt x="141244" y="49954"/>
                  </a:lnTo>
                  <a:lnTo>
                    <a:pt x="106646" y="76056"/>
                  </a:lnTo>
                  <a:lnTo>
                    <a:pt x="76056" y="106646"/>
                  </a:lnTo>
                  <a:lnTo>
                    <a:pt x="49954" y="141244"/>
                  </a:lnTo>
                  <a:lnTo>
                    <a:pt x="28818" y="179371"/>
                  </a:lnTo>
                  <a:lnTo>
                    <a:pt x="13127" y="220548"/>
                  </a:lnTo>
                  <a:lnTo>
                    <a:pt x="3361" y="264295"/>
                  </a:lnTo>
                  <a:lnTo>
                    <a:pt x="0" y="310134"/>
                  </a:lnTo>
                  <a:lnTo>
                    <a:pt x="3361" y="355972"/>
                  </a:lnTo>
                  <a:lnTo>
                    <a:pt x="13127" y="399719"/>
                  </a:lnTo>
                  <a:lnTo>
                    <a:pt x="28818" y="440896"/>
                  </a:lnTo>
                  <a:lnTo>
                    <a:pt x="49954" y="479023"/>
                  </a:lnTo>
                  <a:lnTo>
                    <a:pt x="76056" y="513621"/>
                  </a:lnTo>
                  <a:lnTo>
                    <a:pt x="106646" y="544211"/>
                  </a:lnTo>
                  <a:lnTo>
                    <a:pt x="141244" y="570313"/>
                  </a:lnTo>
                  <a:lnTo>
                    <a:pt x="179371" y="591449"/>
                  </a:lnTo>
                  <a:lnTo>
                    <a:pt x="220548" y="607140"/>
                  </a:lnTo>
                  <a:lnTo>
                    <a:pt x="264295" y="616906"/>
                  </a:lnTo>
                  <a:lnTo>
                    <a:pt x="310133" y="620268"/>
                  </a:lnTo>
                  <a:lnTo>
                    <a:pt x="355972" y="616906"/>
                  </a:lnTo>
                  <a:lnTo>
                    <a:pt x="399719" y="607140"/>
                  </a:lnTo>
                  <a:lnTo>
                    <a:pt x="440896" y="591449"/>
                  </a:lnTo>
                  <a:lnTo>
                    <a:pt x="479023" y="570313"/>
                  </a:lnTo>
                  <a:lnTo>
                    <a:pt x="513621" y="544211"/>
                  </a:lnTo>
                  <a:lnTo>
                    <a:pt x="544211" y="513621"/>
                  </a:lnTo>
                  <a:lnTo>
                    <a:pt x="570313" y="479023"/>
                  </a:lnTo>
                  <a:lnTo>
                    <a:pt x="591449" y="440896"/>
                  </a:lnTo>
                  <a:lnTo>
                    <a:pt x="607140" y="399719"/>
                  </a:lnTo>
                  <a:lnTo>
                    <a:pt x="616906" y="355972"/>
                  </a:lnTo>
                  <a:lnTo>
                    <a:pt x="620267" y="310134"/>
                  </a:lnTo>
                  <a:lnTo>
                    <a:pt x="616906" y="264295"/>
                  </a:lnTo>
                  <a:lnTo>
                    <a:pt x="607140" y="220548"/>
                  </a:lnTo>
                  <a:lnTo>
                    <a:pt x="591449" y="179371"/>
                  </a:lnTo>
                  <a:lnTo>
                    <a:pt x="570313" y="141244"/>
                  </a:lnTo>
                  <a:lnTo>
                    <a:pt x="544211" y="106646"/>
                  </a:lnTo>
                  <a:lnTo>
                    <a:pt x="513621" y="76056"/>
                  </a:lnTo>
                  <a:lnTo>
                    <a:pt x="479023" y="49954"/>
                  </a:lnTo>
                  <a:lnTo>
                    <a:pt x="440896" y="28818"/>
                  </a:lnTo>
                  <a:lnTo>
                    <a:pt x="399719" y="13127"/>
                  </a:lnTo>
                  <a:lnTo>
                    <a:pt x="355972" y="3361"/>
                  </a:lnTo>
                  <a:lnTo>
                    <a:pt x="310133" y="0"/>
                  </a:lnTo>
                  <a:close/>
                </a:path>
              </a:pathLst>
            </a:custGeom>
            <a:solidFill>
              <a:srgbClr val="00D9CE"/>
            </a:solidFill>
          </p:spPr>
          <p:txBody>
            <a:bodyPr wrap="square" lIns="0" tIns="0" rIns="0" bIns="0" rtlCol="0"/>
            <a:lstStyle/>
            <a:p>
              <a:endParaRPr/>
            </a:p>
          </p:txBody>
        </p:sp>
        <p:sp>
          <p:nvSpPr>
            <p:cNvPr id="60" name="object 60"/>
            <p:cNvSpPr/>
            <p:nvPr/>
          </p:nvSpPr>
          <p:spPr>
            <a:xfrm>
              <a:off x="4131563" y="2993135"/>
              <a:ext cx="563880" cy="563880"/>
            </a:xfrm>
            <a:custGeom>
              <a:avLst/>
              <a:gdLst/>
              <a:ahLst/>
              <a:cxnLst/>
              <a:rect l="l" t="t" r="r" b="b"/>
              <a:pathLst>
                <a:path w="563879" h="563879">
                  <a:moveTo>
                    <a:pt x="281939" y="0"/>
                  </a:moveTo>
                  <a:lnTo>
                    <a:pt x="236210" y="3690"/>
                  </a:lnTo>
                  <a:lnTo>
                    <a:pt x="192828" y="14374"/>
                  </a:lnTo>
                  <a:lnTo>
                    <a:pt x="152376" y="31471"/>
                  </a:lnTo>
                  <a:lnTo>
                    <a:pt x="115433" y="54400"/>
                  </a:lnTo>
                  <a:lnTo>
                    <a:pt x="82581" y="82581"/>
                  </a:lnTo>
                  <a:lnTo>
                    <a:pt x="54400" y="115433"/>
                  </a:lnTo>
                  <a:lnTo>
                    <a:pt x="31471" y="152376"/>
                  </a:lnTo>
                  <a:lnTo>
                    <a:pt x="14374" y="192828"/>
                  </a:lnTo>
                  <a:lnTo>
                    <a:pt x="3690" y="236210"/>
                  </a:lnTo>
                  <a:lnTo>
                    <a:pt x="0" y="281939"/>
                  </a:lnTo>
                  <a:lnTo>
                    <a:pt x="3690" y="327669"/>
                  </a:lnTo>
                  <a:lnTo>
                    <a:pt x="14374" y="371051"/>
                  </a:lnTo>
                  <a:lnTo>
                    <a:pt x="31471" y="411503"/>
                  </a:lnTo>
                  <a:lnTo>
                    <a:pt x="54400" y="448446"/>
                  </a:lnTo>
                  <a:lnTo>
                    <a:pt x="82581" y="481298"/>
                  </a:lnTo>
                  <a:lnTo>
                    <a:pt x="115433" y="509479"/>
                  </a:lnTo>
                  <a:lnTo>
                    <a:pt x="152376" y="532408"/>
                  </a:lnTo>
                  <a:lnTo>
                    <a:pt x="192828" y="549505"/>
                  </a:lnTo>
                  <a:lnTo>
                    <a:pt x="236210" y="560189"/>
                  </a:lnTo>
                  <a:lnTo>
                    <a:pt x="281939" y="563879"/>
                  </a:lnTo>
                  <a:lnTo>
                    <a:pt x="327669" y="560189"/>
                  </a:lnTo>
                  <a:lnTo>
                    <a:pt x="371051" y="549505"/>
                  </a:lnTo>
                  <a:lnTo>
                    <a:pt x="411503" y="532408"/>
                  </a:lnTo>
                  <a:lnTo>
                    <a:pt x="448446" y="509479"/>
                  </a:lnTo>
                  <a:lnTo>
                    <a:pt x="481298" y="481298"/>
                  </a:lnTo>
                  <a:lnTo>
                    <a:pt x="509479" y="448446"/>
                  </a:lnTo>
                  <a:lnTo>
                    <a:pt x="532408" y="411503"/>
                  </a:lnTo>
                  <a:lnTo>
                    <a:pt x="549505" y="371051"/>
                  </a:lnTo>
                  <a:lnTo>
                    <a:pt x="560189" y="327669"/>
                  </a:lnTo>
                  <a:lnTo>
                    <a:pt x="563880" y="281939"/>
                  </a:lnTo>
                  <a:lnTo>
                    <a:pt x="560189" y="236210"/>
                  </a:lnTo>
                  <a:lnTo>
                    <a:pt x="549505" y="192828"/>
                  </a:lnTo>
                  <a:lnTo>
                    <a:pt x="532408" y="152376"/>
                  </a:lnTo>
                  <a:lnTo>
                    <a:pt x="509479" y="115433"/>
                  </a:lnTo>
                  <a:lnTo>
                    <a:pt x="481298" y="82581"/>
                  </a:lnTo>
                  <a:lnTo>
                    <a:pt x="448446" y="54400"/>
                  </a:lnTo>
                  <a:lnTo>
                    <a:pt x="411503" y="31471"/>
                  </a:lnTo>
                  <a:lnTo>
                    <a:pt x="371051" y="14374"/>
                  </a:lnTo>
                  <a:lnTo>
                    <a:pt x="327669" y="3690"/>
                  </a:lnTo>
                  <a:lnTo>
                    <a:pt x="281939" y="0"/>
                  </a:lnTo>
                  <a:close/>
                </a:path>
              </a:pathLst>
            </a:custGeom>
            <a:solidFill>
              <a:srgbClr val="152B77"/>
            </a:solidFill>
          </p:spPr>
          <p:txBody>
            <a:bodyPr wrap="square" lIns="0" tIns="0" rIns="0" bIns="0" rtlCol="0"/>
            <a:lstStyle/>
            <a:p>
              <a:endParaRPr/>
            </a:p>
          </p:txBody>
        </p:sp>
        <p:sp>
          <p:nvSpPr>
            <p:cNvPr id="61" name="object 61"/>
            <p:cNvSpPr/>
            <p:nvPr/>
          </p:nvSpPr>
          <p:spPr>
            <a:xfrm>
              <a:off x="4244339" y="3112563"/>
              <a:ext cx="336804" cy="324056"/>
            </a:xfrm>
            <a:prstGeom prst="rect">
              <a:avLst/>
            </a:prstGeom>
            <a:blipFill>
              <a:blip r:embed="rId25" cstate="print"/>
              <a:stretch>
                <a:fillRect/>
              </a:stretch>
            </a:blipFill>
          </p:spPr>
          <p:txBody>
            <a:bodyPr wrap="square" lIns="0" tIns="0" rIns="0" bIns="0" rtlCol="0"/>
            <a:lstStyle/>
            <a:p>
              <a:endParaRPr/>
            </a:p>
          </p:txBody>
        </p:sp>
        <p:sp>
          <p:nvSpPr>
            <p:cNvPr id="62" name="object 62"/>
            <p:cNvSpPr/>
            <p:nvPr/>
          </p:nvSpPr>
          <p:spPr>
            <a:xfrm>
              <a:off x="6030467" y="3674363"/>
              <a:ext cx="109728" cy="109728"/>
            </a:xfrm>
            <a:prstGeom prst="rect">
              <a:avLst/>
            </a:prstGeom>
            <a:blipFill>
              <a:blip r:embed="rId26" cstate="print"/>
              <a:stretch>
                <a:fillRect/>
              </a:stretch>
            </a:blipFill>
          </p:spPr>
          <p:txBody>
            <a:bodyPr wrap="square" lIns="0" tIns="0" rIns="0" bIns="0" rtlCol="0"/>
            <a:lstStyle/>
            <a:p>
              <a:endParaRPr/>
            </a:p>
          </p:txBody>
        </p:sp>
        <p:sp>
          <p:nvSpPr>
            <p:cNvPr id="63" name="object 63"/>
            <p:cNvSpPr/>
            <p:nvPr/>
          </p:nvSpPr>
          <p:spPr>
            <a:xfrm>
              <a:off x="5920739" y="3564635"/>
              <a:ext cx="329565" cy="329565"/>
            </a:xfrm>
            <a:custGeom>
              <a:avLst/>
              <a:gdLst/>
              <a:ahLst/>
              <a:cxnLst/>
              <a:rect l="l" t="t" r="r" b="b"/>
              <a:pathLst>
                <a:path w="329564" h="329564">
                  <a:moveTo>
                    <a:pt x="224917" y="277749"/>
                  </a:moveTo>
                  <a:lnTo>
                    <a:pt x="104267" y="277749"/>
                  </a:lnTo>
                  <a:lnTo>
                    <a:pt x="114426" y="282320"/>
                  </a:lnTo>
                  <a:lnTo>
                    <a:pt x="116712" y="283209"/>
                  </a:lnTo>
                  <a:lnTo>
                    <a:pt x="127254" y="287146"/>
                  </a:lnTo>
                  <a:lnTo>
                    <a:pt x="141224" y="329183"/>
                  </a:lnTo>
                  <a:lnTo>
                    <a:pt x="187960" y="329183"/>
                  </a:lnTo>
                  <a:lnTo>
                    <a:pt x="201930" y="287146"/>
                  </a:lnTo>
                  <a:lnTo>
                    <a:pt x="212471" y="283209"/>
                  </a:lnTo>
                  <a:lnTo>
                    <a:pt x="214757" y="282320"/>
                  </a:lnTo>
                  <a:lnTo>
                    <a:pt x="224917" y="277749"/>
                  </a:lnTo>
                  <a:close/>
                </a:path>
                <a:path w="329564" h="329564">
                  <a:moveTo>
                    <a:pt x="64770" y="31623"/>
                  </a:moveTo>
                  <a:lnTo>
                    <a:pt x="31623" y="64769"/>
                  </a:lnTo>
                  <a:lnTo>
                    <a:pt x="51435" y="104266"/>
                  </a:lnTo>
                  <a:lnTo>
                    <a:pt x="46862" y="114426"/>
                  </a:lnTo>
                  <a:lnTo>
                    <a:pt x="45974" y="116712"/>
                  </a:lnTo>
                  <a:lnTo>
                    <a:pt x="45085" y="119125"/>
                  </a:lnTo>
                  <a:lnTo>
                    <a:pt x="41910" y="127253"/>
                  </a:lnTo>
                  <a:lnTo>
                    <a:pt x="0" y="141224"/>
                  </a:lnTo>
                  <a:lnTo>
                    <a:pt x="0" y="187959"/>
                  </a:lnTo>
                  <a:lnTo>
                    <a:pt x="42037" y="201930"/>
                  </a:lnTo>
                  <a:lnTo>
                    <a:pt x="45974" y="212470"/>
                  </a:lnTo>
                  <a:lnTo>
                    <a:pt x="46862" y="214756"/>
                  </a:lnTo>
                  <a:lnTo>
                    <a:pt x="51435" y="224916"/>
                  </a:lnTo>
                  <a:lnTo>
                    <a:pt x="31623" y="264413"/>
                  </a:lnTo>
                  <a:lnTo>
                    <a:pt x="64770" y="297561"/>
                  </a:lnTo>
                  <a:lnTo>
                    <a:pt x="104267" y="277749"/>
                  </a:lnTo>
                  <a:lnTo>
                    <a:pt x="284225" y="277749"/>
                  </a:lnTo>
                  <a:lnTo>
                    <a:pt x="297561" y="264413"/>
                  </a:lnTo>
                  <a:lnTo>
                    <a:pt x="293356" y="256031"/>
                  </a:lnTo>
                  <a:lnTo>
                    <a:pt x="164592" y="256031"/>
                  </a:lnTo>
                  <a:lnTo>
                    <a:pt x="129033" y="248834"/>
                  </a:lnTo>
                  <a:lnTo>
                    <a:pt x="99964" y="229219"/>
                  </a:lnTo>
                  <a:lnTo>
                    <a:pt x="80349" y="200150"/>
                  </a:lnTo>
                  <a:lnTo>
                    <a:pt x="73151" y="164591"/>
                  </a:lnTo>
                  <a:lnTo>
                    <a:pt x="80349" y="129033"/>
                  </a:lnTo>
                  <a:lnTo>
                    <a:pt x="99964" y="99964"/>
                  </a:lnTo>
                  <a:lnTo>
                    <a:pt x="129033" y="80349"/>
                  </a:lnTo>
                  <a:lnTo>
                    <a:pt x="164592" y="73151"/>
                  </a:lnTo>
                  <a:lnTo>
                    <a:pt x="293356" y="73151"/>
                  </a:lnTo>
                  <a:lnTo>
                    <a:pt x="297561" y="64769"/>
                  </a:lnTo>
                  <a:lnTo>
                    <a:pt x="284225" y="51434"/>
                  </a:lnTo>
                  <a:lnTo>
                    <a:pt x="104267" y="51434"/>
                  </a:lnTo>
                  <a:lnTo>
                    <a:pt x="64770" y="31623"/>
                  </a:lnTo>
                  <a:close/>
                </a:path>
                <a:path w="329564" h="329564">
                  <a:moveTo>
                    <a:pt x="284225" y="277749"/>
                  </a:moveTo>
                  <a:lnTo>
                    <a:pt x="224917" y="277749"/>
                  </a:lnTo>
                  <a:lnTo>
                    <a:pt x="264413" y="297561"/>
                  </a:lnTo>
                  <a:lnTo>
                    <a:pt x="284225" y="277749"/>
                  </a:lnTo>
                  <a:close/>
                </a:path>
                <a:path w="329564" h="329564">
                  <a:moveTo>
                    <a:pt x="293356" y="73151"/>
                  </a:moveTo>
                  <a:lnTo>
                    <a:pt x="164592" y="73151"/>
                  </a:lnTo>
                  <a:lnTo>
                    <a:pt x="200150" y="80349"/>
                  </a:lnTo>
                  <a:lnTo>
                    <a:pt x="229219" y="99964"/>
                  </a:lnTo>
                  <a:lnTo>
                    <a:pt x="248834" y="129033"/>
                  </a:lnTo>
                  <a:lnTo>
                    <a:pt x="256032" y="164591"/>
                  </a:lnTo>
                  <a:lnTo>
                    <a:pt x="248834" y="200150"/>
                  </a:lnTo>
                  <a:lnTo>
                    <a:pt x="229219" y="229219"/>
                  </a:lnTo>
                  <a:lnTo>
                    <a:pt x="200150" y="248834"/>
                  </a:lnTo>
                  <a:lnTo>
                    <a:pt x="164592" y="256031"/>
                  </a:lnTo>
                  <a:lnTo>
                    <a:pt x="293356" y="256031"/>
                  </a:lnTo>
                  <a:lnTo>
                    <a:pt x="277749" y="224916"/>
                  </a:lnTo>
                  <a:lnTo>
                    <a:pt x="282321" y="214756"/>
                  </a:lnTo>
                  <a:lnTo>
                    <a:pt x="283210" y="212470"/>
                  </a:lnTo>
                  <a:lnTo>
                    <a:pt x="284099" y="210057"/>
                  </a:lnTo>
                  <a:lnTo>
                    <a:pt x="287274" y="201930"/>
                  </a:lnTo>
                  <a:lnTo>
                    <a:pt x="329184" y="187959"/>
                  </a:lnTo>
                  <a:lnTo>
                    <a:pt x="329184" y="141224"/>
                  </a:lnTo>
                  <a:lnTo>
                    <a:pt x="287147" y="127253"/>
                  </a:lnTo>
                  <a:lnTo>
                    <a:pt x="283210" y="116712"/>
                  </a:lnTo>
                  <a:lnTo>
                    <a:pt x="282321" y="114426"/>
                  </a:lnTo>
                  <a:lnTo>
                    <a:pt x="277749" y="104266"/>
                  </a:lnTo>
                  <a:lnTo>
                    <a:pt x="293356" y="73151"/>
                  </a:lnTo>
                  <a:close/>
                </a:path>
                <a:path w="329564" h="329564">
                  <a:moveTo>
                    <a:pt x="187960" y="0"/>
                  </a:moveTo>
                  <a:lnTo>
                    <a:pt x="141224" y="0"/>
                  </a:lnTo>
                  <a:lnTo>
                    <a:pt x="127254" y="42037"/>
                  </a:lnTo>
                  <a:lnTo>
                    <a:pt x="116712" y="45974"/>
                  </a:lnTo>
                  <a:lnTo>
                    <a:pt x="114426" y="46862"/>
                  </a:lnTo>
                  <a:lnTo>
                    <a:pt x="104267" y="51434"/>
                  </a:lnTo>
                  <a:lnTo>
                    <a:pt x="224917" y="51434"/>
                  </a:lnTo>
                  <a:lnTo>
                    <a:pt x="214757" y="46862"/>
                  </a:lnTo>
                  <a:lnTo>
                    <a:pt x="212471" y="45974"/>
                  </a:lnTo>
                  <a:lnTo>
                    <a:pt x="201930" y="42037"/>
                  </a:lnTo>
                  <a:lnTo>
                    <a:pt x="187960" y="0"/>
                  </a:lnTo>
                  <a:close/>
                </a:path>
                <a:path w="329564" h="329564">
                  <a:moveTo>
                    <a:pt x="264413" y="31623"/>
                  </a:moveTo>
                  <a:lnTo>
                    <a:pt x="224917" y="51434"/>
                  </a:lnTo>
                  <a:lnTo>
                    <a:pt x="284225" y="51434"/>
                  </a:lnTo>
                  <a:lnTo>
                    <a:pt x="264413" y="31623"/>
                  </a:lnTo>
                  <a:close/>
                </a:path>
              </a:pathLst>
            </a:custGeom>
            <a:solidFill>
              <a:srgbClr val="FFFFFF"/>
            </a:solidFill>
          </p:spPr>
          <p:txBody>
            <a:bodyPr wrap="square" lIns="0" tIns="0" rIns="0" bIns="0" rtlCol="0"/>
            <a:lstStyle/>
            <a:p>
              <a:endParaRPr/>
            </a:p>
          </p:txBody>
        </p:sp>
        <p:sp>
          <p:nvSpPr>
            <p:cNvPr id="64" name="object 64"/>
            <p:cNvSpPr/>
            <p:nvPr/>
          </p:nvSpPr>
          <p:spPr>
            <a:xfrm>
              <a:off x="5554980" y="3418331"/>
              <a:ext cx="1061085" cy="1061085"/>
            </a:xfrm>
            <a:custGeom>
              <a:avLst/>
              <a:gdLst/>
              <a:ahLst/>
              <a:cxnLst/>
              <a:rect l="l" t="t" r="r" b="b"/>
              <a:pathLst>
                <a:path w="1061084" h="1061085">
                  <a:moveTo>
                    <a:pt x="768096" y="73152"/>
                  </a:moveTo>
                  <a:lnTo>
                    <a:pt x="731520" y="73152"/>
                  </a:lnTo>
                  <a:lnTo>
                    <a:pt x="731520" y="261112"/>
                  </a:lnTo>
                  <a:lnTo>
                    <a:pt x="731520" y="360680"/>
                  </a:lnTo>
                  <a:lnTo>
                    <a:pt x="686562" y="375666"/>
                  </a:lnTo>
                  <a:lnTo>
                    <a:pt x="707771" y="417957"/>
                  </a:lnTo>
                  <a:lnTo>
                    <a:pt x="637413" y="488315"/>
                  </a:lnTo>
                  <a:lnTo>
                    <a:pt x="595122" y="467106"/>
                  </a:lnTo>
                  <a:lnTo>
                    <a:pt x="580136" y="512064"/>
                  </a:lnTo>
                  <a:lnTo>
                    <a:pt x="480568" y="512064"/>
                  </a:lnTo>
                  <a:lnTo>
                    <a:pt x="472706" y="488315"/>
                  </a:lnTo>
                  <a:lnTo>
                    <a:pt x="465709" y="467106"/>
                  </a:lnTo>
                  <a:lnTo>
                    <a:pt x="423291" y="488315"/>
                  </a:lnTo>
                  <a:lnTo>
                    <a:pt x="352933" y="417957"/>
                  </a:lnTo>
                  <a:lnTo>
                    <a:pt x="374142" y="375666"/>
                  </a:lnTo>
                  <a:lnTo>
                    <a:pt x="329184" y="360680"/>
                  </a:lnTo>
                  <a:lnTo>
                    <a:pt x="329184" y="261112"/>
                  </a:lnTo>
                  <a:lnTo>
                    <a:pt x="374142" y="246253"/>
                  </a:lnTo>
                  <a:lnTo>
                    <a:pt x="352933" y="203835"/>
                  </a:lnTo>
                  <a:lnTo>
                    <a:pt x="423291" y="133489"/>
                  </a:lnTo>
                  <a:lnTo>
                    <a:pt x="465582" y="154686"/>
                  </a:lnTo>
                  <a:lnTo>
                    <a:pt x="472643" y="133489"/>
                  </a:lnTo>
                  <a:lnTo>
                    <a:pt x="480568" y="109728"/>
                  </a:lnTo>
                  <a:lnTo>
                    <a:pt x="580136" y="109728"/>
                  </a:lnTo>
                  <a:lnTo>
                    <a:pt x="594995" y="154686"/>
                  </a:lnTo>
                  <a:lnTo>
                    <a:pt x="637413" y="133489"/>
                  </a:lnTo>
                  <a:lnTo>
                    <a:pt x="707771" y="203835"/>
                  </a:lnTo>
                  <a:lnTo>
                    <a:pt x="686562" y="246253"/>
                  </a:lnTo>
                  <a:lnTo>
                    <a:pt x="731520" y="261112"/>
                  </a:lnTo>
                  <a:lnTo>
                    <a:pt x="731520" y="73152"/>
                  </a:lnTo>
                  <a:lnTo>
                    <a:pt x="713232" y="73152"/>
                  </a:lnTo>
                  <a:lnTo>
                    <a:pt x="713232" y="0"/>
                  </a:lnTo>
                  <a:lnTo>
                    <a:pt x="676656" y="0"/>
                  </a:lnTo>
                  <a:lnTo>
                    <a:pt x="676656" y="73152"/>
                  </a:lnTo>
                  <a:lnTo>
                    <a:pt x="603504" y="73152"/>
                  </a:lnTo>
                  <a:lnTo>
                    <a:pt x="603504" y="0"/>
                  </a:lnTo>
                  <a:lnTo>
                    <a:pt x="566928" y="0"/>
                  </a:lnTo>
                  <a:lnTo>
                    <a:pt x="566928" y="73152"/>
                  </a:lnTo>
                  <a:lnTo>
                    <a:pt x="493776" y="73152"/>
                  </a:lnTo>
                  <a:lnTo>
                    <a:pt x="493776" y="0"/>
                  </a:lnTo>
                  <a:lnTo>
                    <a:pt x="457200" y="0"/>
                  </a:lnTo>
                  <a:lnTo>
                    <a:pt x="457200" y="73152"/>
                  </a:lnTo>
                  <a:lnTo>
                    <a:pt x="384048" y="73152"/>
                  </a:lnTo>
                  <a:lnTo>
                    <a:pt x="384048" y="0"/>
                  </a:lnTo>
                  <a:lnTo>
                    <a:pt x="347472" y="0"/>
                  </a:lnTo>
                  <a:lnTo>
                    <a:pt x="347472" y="80772"/>
                  </a:lnTo>
                  <a:lnTo>
                    <a:pt x="292608" y="135636"/>
                  </a:lnTo>
                  <a:lnTo>
                    <a:pt x="292608" y="548640"/>
                  </a:lnTo>
                  <a:lnTo>
                    <a:pt x="768096" y="548640"/>
                  </a:lnTo>
                  <a:lnTo>
                    <a:pt x="768096" y="512064"/>
                  </a:lnTo>
                  <a:lnTo>
                    <a:pt x="768096" y="488315"/>
                  </a:lnTo>
                  <a:lnTo>
                    <a:pt x="768096" y="133489"/>
                  </a:lnTo>
                  <a:lnTo>
                    <a:pt x="768096" y="109728"/>
                  </a:lnTo>
                  <a:lnTo>
                    <a:pt x="768096" y="73152"/>
                  </a:lnTo>
                  <a:close/>
                </a:path>
                <a:path w="1061084" h="1061085">
                  <a:moveTo>
                    <a:pt x="1060691" y="274320"/>
                  </a:moveTo>
                  <a:lnTo>
                    <a:pt x="1024115" y="274320"/>
                  </a:lnTo>
                  <a:lnTo>
                    <a:pt x="1024115" y="950976"/>
                  </a:lnTo>
                  <a:lnTo>
                    <a:pt x="36576" y="950976"/>
                  </a:lnTo>
                  <a:lnTo>
                    <a:pt x="36576" y="274320"/>
                  </a:lnTo>
                  <a:lnTo>
                    <a:pt x="0" y="274320"/>
                  </a:lnTo>
                  <a:lnTo>
                    <a:pt x="0" y="987552"/>
                  </a:lnTo>
                  <a:lnTo>
                    <a:pt x="475488" y="987552"/>
                  </a:lnTo>
                  <a:lnTo>
                    <a:pt x="475488" y="1005840"/>
                  </a:lnTo>
                  <a:lnTo>
                    <a:pt x="479806" y="1027176"/>
                  </a:lnTo>
                  <a:lnTo>
                    <a:pt x="491578" y="1044613"/>
                  </a:lnTo>
                  <a:lnTo>
                    <a:pt x="509016" y="1056386"/>
                  </a:lnTo>
                  <a:lnTo>
                    <a:pt x="530352" y="1060704"/>
                  </a:lnTo>
                  <a:lnTo>
                    <a:pt x="551675" y="1056386"/>
                  </a:lnTo>
                  <a:lnTo>
                    <a:pt x="569112" y="1044613"/>
                  </a:lnTo>
                  <a:lnTo>
                    <a:pt x="580885" y="1027176"/>
                  </a:lnTo>
                  <a:lnTo>
                    <a:pt x="585216" y="1005840"/>
                  </a:lnTo>
                  <a:lnTo>
                    <a:pt x="585216" y="987552"/>
                  </a:lnTo>
                  <a:lnTo>
                    <a:pt x="1060691" y="987552"/>
                  </a:lnTo>
                  <a:lnTo>
                    <a:pt x="1060691" y="274320"/>
                  </a:lnTo>
                  <a:close/>
                </a:path>
              </a:pathLst>
            </a:custGeom>
            <a:solidFill>
              <a:srgbClr val="FF8E01"/>
            </a:solidFill>
          </p:spPr>
          <p:txBody>
            <a:bodyPr wrap="square" lIns="0" tIns="0" rIns="0" bIns="0" rtlCol="0"/>
            <a:lstStyle/>
            <a:p>
              <a:endParaRPr/>
            </a:p>
          </p:txBody>
        </p:sp>
        <p:sp>
          <p:nvSpPr>
            <p:cNvPr id="65" name="object 65"/>
            <p:cNvSpPr/>
            <p:nvPr/>
          </p:nvSpPr>
          <p:spPr>
            <a:xfrm>
              <a:off x="5628132" y="3582669"/>
              <a:ext cx="914400" cy="750570"/>
            </a:xfrm>
            <a:custGeom>
              <a:avLst/>
              <a:gdLst/>
              <a:ahLst/>
              <a:cxnLst/>
              <a:rect l="l" t="t" r="r" b="b"/>
              <a:pathLst>
                <a:path w="914400" h="750570">
                  <a:moveTo>
                    <a:pt x="914387" y="0"/>
                  </a:moveTo>
                  <a:lnTo>
                    <a:pt x="731520" y="0"/>
                  </a:lnTo>
                  <a:lnTo>
                    <a:pt x="731520" y="73660"/>
                  </a:lnTo>
                  <a:lnTo>
                    <a:pt x="804672" y="73660"/>
                  </a:lnTo>
                  <a:lnTo>
                    <a:pt x="804672" y="110490"/>
                  </a:lnTo>
                  <a:lnTo>
                    <a:pt x="731520" y="110490"/>
                  </a:lnTo>
                  <a:lnTo>
                    <a:pt x="731520" y="182880"/>
                  </a:lnTo>
                  <a:lnTo>
                    <a:pt x="804672" y="182880"/>
                  </a:lnTo>
                  <a:lnTo>
                    <a:pt x="804672" y="219710"/>
                  </a:lnTo>
                  <a:lnTo>
                    <a:pt x="731520" y="219710"/>
                  </a:lnTo>
                  <a:lnTo>
                    <a:pt x="731520" y="293370"/>
                  </a:lnTo>
                  <a:lnTo>
                    <a:pt x="804672" y="293370"/>
                  </a:lnTo>
                  <a:lnTo>
                    <a:pt x="804672" y="328930"/>
                  </a:lnTo>
                  <a:lnTo>
                    <a:pt x="731520" y="328930"/>
                  </a:lnTo>
                  <a:lnTo>
                    <a:pt x="731520" y="420370"/>
                  </a:lnTo>
                  <a:lnTo>
                    <a:pt x="640080" y="420370"/>
                  </a:lnTo>
                  <a:lnTo>
                    <a:pt x="640080" y="494030"/>
                  </a:lnTo>
                  <a:lnTo>
                    <a:pt x="603504" y="494030"/>
                  </a:lnTo>
                  <a:lnTo>
                    <a:pt x="603504" y="420878"/>
                  </a:lnTo>
                  <a:lnTo>
                    <a:pt x="530352" y="420878"/>
                  </a:lnTo>
                  <a:lnTo>
                    <a:pt x="530352" y="494030"/>
                  </a:lnTo>
                  <a:lnTo>
                    <a:pt x="493776" y="494030"/>
                  </a:lnTo>
                  <a:lnTo>
                    <a:pt x="493776" y="420878"/>
                  </a:lnTo>
                  <a:lnTo>
                    <a:pt x="420624" y="420878"/>
                  </a:lnTo>
                  <a:lnTo>
                    <a:pt x="420624" y="494030"/>
                  </a:lnTo>
                  <a:lnTo>
                    <a:pt x="384048" y="494030"/>
                  </a:lnTo>
                  <a:lnTo>
                    <a:pt x="384048" y="420878"/>
                  </a:lnTo>
                  <a:lnTo>
                    <a:pt x="310896" y="420878"/>
                  </a:lnTo>
                  <a:lnTo>
                    <a:pt x="310896" y="494030"/>
                  </a:lnTo>
                  <a:lnTo>
                    <a:pt x="274320" y="494030"/>
                  </a:lnTo>
                  <a:lnTo>
                    <a:pt x="274320" y="420370"/>
                  </a:lnTo>
                  <a:lnTo>
                    <a:pt x="182880" y="420370"/>
                  </a:lnTo>
                  <a:lnTo>
                    <a:pt x="182880" y="328930"/>
                  </a:lnTo>
                  <a:lnTo>
                    <a:pt x="109728" y="328930"/>
                  </a:lnTo>
                  <a:lnTo>
                    <a:pt x="109728" y="293370"/>
                  </a:lnTo>
                  <a:lnTo>
                    <a:pt x="182880" y="293370"/>
                  </a:lnTo>
                  <a:lnTo>
                    <a:pt x="182880" y="219710"/>
                  </a:lnTo>
                  <a:lnTo>
                    <a:pt x="109728" y="219710"/>
                  </a:lnTo>
                  <a:lnTo>
                    <a:pt x="109728" y="182880"/>
                  </a:lnTo>
                  <a:lnTo>
                    <a:pt x="182880" y="182880"/>
                  </a:lnTo>
                  <a:lnTo>
                    <a:pt x="182880" y="110490"/>
                  </a:lnTo>
                  <a:lnTo>
                    <a:pt x="109728" y="110490"/>
                  </a:lnTo>
                  <a:lnTo>
                    <a:pt x="109728" y="73660"/>
                  </a:lnTo>
                  <a:lnTo>
                    <a:pt x="182880" y="73660"/>
                  </a:lnTo>
                  <a:lnTo>
                    <a:pt x="182880" y="0"/>
                  </a:lnTo>
                  <a:lnTo>
                    <a:pt x="0" y="0"/>
                  </a:lnTo>
                  <a:lnTo>
                    <a:pt x="0" y="73660"/>
                  </a:lnTo>
                  <a:lnTo>
                    <a:pt x="0" y="110490"/>
                  </a:lnTo>
                  <a:lnTo>
                    <a:pt x="0" y="750570"/>
                  </a:lnTo>
                  <a:lnTo>
                    <a:pt x="438912" y="750570"/>
                  </a:lnTo>
                  <a:lnTo>
                    <a:pt x="438912" y="713740"/>
                  </a:lnTo>
                  <a:lnTo>
                    <a:pt x="36576" y="713740"/>
                  </a:lnTo>
                  <a:lnTo>
                    <a:pt x="36576" y="676910"/>
                  </a:lnTo>
                  <a:lnTo>
                    <a:pt x="402336" y="676910"/>
                  </a:lnTo>
                  <a:lnTo>
                    <a:pt x="402336" y="713486"/>
                  </a:lnTo>
                  <a:lnTo>
                    <a:pt x="438912" y="713486"/>
                  </a:lnTo>
                  <a:lnTo>
                    <a:pt x="438912" y="676910"/>
                  </a:lnTo>
                  <a:lnTo>
                    <a:pt x="438912" y="640334"/>
                  </a:lnTo>
                  <a:lnTo>
                    <a:pt x="438912" y="640080"/>
                  </a:lnTo>
                  <a:lnTo>
                    <a:pt x="438912" y="603758"/>
                  </a:lnTo>
                  <a:lnTo>
                    <a:pt x="402336" y="603758"/>
                  </a:lnTo>
                  <a:lnTo>
                    <a:pt x="402336" y="640080"/>
                  </a:lnTo>
                  <a:lnTo>
                    <a:pt x="36576" y="640080"/>
                  </a:lnTo>
                  <a:lnTo>
                    <a:pt x="36576" y="603250"/>
                  </a:lnTo>
                  <a:lnTo>
                    <a:pt x="438912" y="603250"/>
                  </a:lnTo>
                  <a:lnTo>
                    <a:pt x="438912" y="567690"/>
                  </a:lnTo>
                  <a:lnTo>
                    <a:pt x="36576" y="567690"/>
                  </a:lnTo>
                  <a:lnTo>
                    <a:pt x="36576" y="530860"/>
                  </a:lnTo>
                  <a:lnTo>
                    <a:pt x="402336" y="530860"/>
                  </a:lnTo>
                  <a:lnTo>
                    <a:pt x="402336" y="567182"/>
                  </a:lnTo>
                  <a:lnTo>
                    <a:pt x="438912" y="567182"/>
                  </a:lnTo>
                  <a:lnTo>
                    <a:pt x="438912" y="530860"/>
                  </a:lnTo>
                  <a:lnTo>
                    <a:pt x="475488" y="530860"/>
                  </a:lnTo>
                  <a:lnTo>
                    <a:pt x="475488" y="567690"/>
                  </a:lnTo>
                  <a:lnTo>
                    <a:pt x="475488" y="603250"/>
                  </a:lnTo>
                  <a:lnTo>
                    <a:pt x="475488" y="640080"/>
                  </a:lnTo>
                  <a:lnTo>
                    <a:pt x="475488" y="676910"/>
                  </a:lnTo>
                  <a:lnTo>
                    <a:pt x="475488" y="713740"/>
                  </a:lnTo>
                  <a:lnTo>
                    <a:pt x="475488" y="750570"/>
                  </a:lnTo>
                  <a:lnTo>
                    <a:pt x="914387" y="750570"/>
                  </a:lnTo>
                  <a:lnTo>
                    <a:pt x="914387" y="713740"/>
                  </a:lnTo>
                  <a:lnTo>
                    <a:pt x="512064" y="713740"/>
                  </a:lnTo>
                  <a:lnTo>
                    <a:pt x="512064" y="676910"/>
                  </a:lnTo>
                  <a:lnTo>
                    <a:pt x="877824" y="676910"/>
                  </a:lnTo>
                  <a:lnTo>
                    <a:pt x="877824" y="713486"/>
                  </a:lnTo>
                  <a:lnTo>
                    <a:pt x="914387" y="713486"/>
                  </a:lnTo>
                  <a:lnTo>
                    <a:pt x="914387" y="676910"/>
                  </a:lnTo>
                  <a:lnTo>
                    <a:pt x="914387" y="640334"/>
                  </a:lnTo>
                  <a:lnTo>
                    <a:pt x="914387" y="640080"/>
                  </a:lnTo>
                  <a:lnTo>
                    <a:pt x="914387" y="603758"/>
                  </a:lnTo>
                  <a:lnTo>
                    <a:pt x="877824" y="603758"/>
                  </a:lnTo>
                  <a:lnTo>
                    <a:pt x="877824" y="640080"/>
                  </a:lnTo>
                  <a:lnTo>
                    <a:pt x="512064" y="640080"/>
                  </a:lnTo>
                  <a:lnTo>
                    <a:pt x="512064" y="603250"/>
                  </a:lnTo>
                  <a:lnTo>
                    <a:pt x="914387" y="603250"/>
                  </a:lnTo>
                  <a:lnTo>
                    <a:pt x="914387" y="567690"/>
                  </a:lnTo>
                  <a:lnTo>
                    <a:pt x="512064" y="567690"/>
                  </a:lnTo>
                  <a:lnTo>
                    <a:pt x="512064" y="530860"/>
                  </a:lnTo>
                  <a:lnTo>
                    <a:pt x="877824" y="530860"/>
                  </a:lnTo>
                  <a:lnTo>
                    <a:pt x="877824" y="567182"/>
                  </a:lnTo>
                  <a:lnTo>
                    <a:pt x="914387" y="567182"/>
                  </a:lnTo>
                  <a:lnTo>
                    <a:pt x="914387" y="73660"/>
                  </a:lnTo>
                  <a:lnTo>
                    <a:pt x="914387" y="0"/>
                  </a:lnTo>
                  <a:close/>
                </a:path>
              </a:pathLst>
            </a:custGeom>
            <a:solidFill>
              <a:srgbClr val="00D9CE"/>
            </a:solidFill>
          </p:spPr>
          <p:txBody>
            <a:bodyPr wrap="square" lIns="0" tIns="0" rIns="0" bIns="0" rtlCol="0"/>
            <a:lstStyle/>
            <a:p>
              <a:endParaRPr/>
            </a:p>
          </p:txBody>
        </p:sp>
        <p:sp>
          <p:nvSpPr>
            <p:cNvPr id="66" name="object 66"/>
            <p:cNvSpPr/>
            <p:nvPr/>
          </p:nvSpPr>
          <p:spPr>
            <a:xfrm>
              <a:off x="4780787" y="2151887"/>
              <a:ext cx="620395" cy="622300"/>
            </a:xfrm>
            <a:custGeom>
              <a:avLst/>
              <a:gdLst/>
              <a:ahLst/>
              <a:cxnLst/>
              <a:rect l="l" t="t" r="r" b="b"/>
              <a:pathLst>
                <a:path w="620395" h="622300">
                  <a:moveTo>
                    <a:pt x="310134" y="0"/>
                  </a:moveTo>
                  <a:lnTo>
                    <a:pt x="264295" y="3370"/>
                  </a:lnTo>
                  <a:lnTo>
                    <a:pt x="220548" y="13162"/>
                  </a:lnTo>
                  <a:lnTo>
                    <a:pt x="179371" y="28895"/>
                  </a:lnTo>
                  <a:lnTo>
                    <a:pt x="141244" y="50087"/>
                  </a:lnTo>
                  <a:lnTo>
                    <a:pt x="106646" y="76257"/>
                  </a:lnTo>
                  <a:lnTo>
                    <a:pt x="76056" y="106925"/>
                  </a:lnTo>
                  <a:lnTo>
                    <a:pt x="49954" y="141609"/>
                  </a:lnTo>
                  <a:lnTo>
                    <a:pt x="28818" y="179829"/>
                  </a:lnTo>
                  <a:lnTo>
                    <a:pt x="13127" y="221104"/>
                  </a:lnTo>
                  <a:lnTo>
                    <a:pt x="3361" y="264953"/>
                  </a:lnTo>
                  <a:lnTo>
                    <a:pt x="0" y="310896"/>
                  </a:lnTo>
                  <a:lnTo>
                    <a:pt x="3361" y="356838"/>
                  </a:lnTo>
                  <a:lnTo>
                    <a:pt x="13127" y="400687"/>
                  </a:lnTo>
                  <a:lnTo>
                    <a:pt x="28818" y="441962"/>
                  </a:lnTo>
                  <a:lnTo>
                    <a:pt x="49954" y="480182"/>
                  </a:lnTo>
                  <a:lnTo>
                    <a:pt x="76056" y="514866"/>
                  </a:lnTo>
                  <a:lnTo>
                    <a:pt x="106646" y="545534"/>
                  </a:lnTo>
                  <a:lnTo>
                    <a:pt x="141244" y="571704"/>
                  </a:lnTo>
                  <a:lnTo>
                    <a:pt x="179371" y="592896"/>
                  </a:lnTo>
                  <a:lnTo>
                    <a:pt x="220548" y="608629"/>
                  </a:lnTo>
                  <a:lnTo>
                    <a:pt x="264295" y="618421"/>
                  </a:lnTo>
                  <a:lnTo>
                    <a:pt x="310134" y="621791"/>
                  </a:lnTo>
                  <a:lnTo>
                    <a:pt x="355972" y="618421"/>
                  </a:lnTo>
                  <a:lnTo>
                    <a:pt x="399719" y="608629"/>
                  </a:lnTo>
                  <a:lnTo>
                    <a:pt x="440896" y="592896"/>
                  </a:lnTo>
                  <a:lnTo>
                    <a:pt x="479023" y="571704"/>
                  </a:lnTo>
                  <a:lnTo>
                    <a:pt x="513621" y="545534"/>
                  </a:lnTo>
                  <a:lnTo>
                    <a:pt x="544211" y="514866"/>
                  </a:lnTo>
                  <a:lnTo>
                    <a:pt x="570313" y="480182"/>
                  </a:lnTo>
                  <a:lnTo>
                    <a:pt x="591449" y="441962"/>
                  </a:lnTo>
                  <a:lnTo>
                    <a:pt x="607140" y="400687"/>
                  </a:lnTo>
                  <a:lnTo>
                    <a:pt x="616906" y="356838"/>
                  </a:lnTo>
                  <a:lnTo>
                    <a:pt x="620267" y="310896"/>
                  </a:lnTo>
                  <a:lnTo>
                    <a:pt x="616906" y="264953"/>
                  </a:lnTo>
                  <a:lnTo>
                    <a:pt x="607140" y="221104"/>
                  </a:lnTo>
                  <a:lnTo>
                    <a:pt x="591449" y="179829"/>
                  </a:lnTo>
                  <a:lnTo>
                    <a:pt x="570313" y="141609"/>
                  </a:lnTo>
                  <a:lnTo>
                    <a:pt x="544211" y="106925"/>
                  </a:lnTo>
                  <a:lnTo>
                    <a:pt x="513621" y="76257"/>
                  </a:lnTo>
                  <a:lnTo>
                    <a:pt x="479023" y="50087"/>
                  </a:lnTo>
                  <a:lnTo>
                    <a:pt x="440896" y="28895"/>
                  </a:lnTo>
                  <a:lnTo>
                    <a:pt x="399719" y="13162"/>
                  </a:lnTo>
                  <a:lnTo>
                    <a:pt x="355972" y="3370"/>
                  </a:lnTo>
                  <a:lnTo>
                    <a:pt x="310134" y="0"/>
                  </a:lnTo>
                  <a:close/>
                </a:path>
              </a:pathLst>
            </a:custGeom>
            <a:solidFill>
              <a:srgbClr val="FF8E01"/>
            </a:solidFill>
          </p:spPr>
          <p:txBody>
            <a:bodyPr wrap="square" lIns="0" tIns="0" rIns="0" bIns="0" rtlCol="0"/>
            <a:lstStyle/>
            <a:p>
              <a:endParaRPr/>
            </a:p>
          </p:txBody>
        </p:sp>
        <p:sp>
          <p:nvSpPr>
            <p:cNvPr id="67" name="object 67"/>
            <p:cNvSpPr/>
            <p:nvPr/>
          </p:nvSpPr>
          <p:spPr>
            <a:xfrm>
              <a:off x="4808219" y="2180843"/>
              <a:ext cx="563880" cy="563880"/>
            </a:xfrm>
            <a:custGeom>
              <a:avLst/>
              <a:gdLst/>
              <a:ahLst/>
              <a:cxnLst/>
              <a:rect l="l" t="t" r="r" b="b"/>
              <a:pathLst>
                <a:path w="563879" h="563880">
                  <a:moveTo>
                    <a:pt x="281939" y="0"/>
                  </a:moveTo>
                  <a:lnTo>
                    <a:pt x="236210" y="3690"/>
                  </a:lnTo>
                  <a:lnTo>
                    <a:pt x="192828" y="14374"/>
                  </a:lnTo>
                  <a:lnTo>
                    <a:pt x="152376" y="31471"/>
                  </a:lnTo>
                  <a:lnTo>
                    <a:pt x="115433" y="54400"/>
                  </a:lnTo>
                  <a:lnTo>
                    <a:pt x="82581" y="82581"/>
                  </a:lnTo>
                  <a:lnTo>
                    <a:pt x="54400" y="115433"/>
                  </a:lnTo>
                  <a:lnTo>
                    <a:pt x="31471" y="152376"/>
                  </a:lnTo>
                  <a:lnTo>
                    <a:pt x="14374" y="192828"/>
                  </a:lnTo>
                  <a:lnTo>
                    <a:pt x="3690" y="236210"/>
                  </a:lnTo>
                  <a:lnTo>
                    <a:pt x="0" y="281939"/>
                  </a:lnTo>
                  <a:lnTo>
                    <a:pt x="3690" y="327669"/>
                  </a:lnTo>
                  <a:lnTo>
                    <a:pt x="14374" y="371051"/>
                  </a:lnTo>
                  <a:lnTo>
                    <a:pt x="31471" y="411503"/>
                  </a:lnTo>
                  <a:lnTo>
                    <a:pt x="54400" y="448446"/>
                  </a:lnTo>
                  <a:lnTo>
                    <a:pt x="82581" y="481298"/>
                  </a:lnTo>
                  <a:lnTo>
                    <a:pt x="115433" y="509479"/>
                  </a:lnTo>
                  <a:lnTo>
                    <a:pt x="152376" y="532408"/>
                  </a:lnTo>
                  <a:lnTo>
                    <a:pt x="192828" y="549505"/>
                  </a:lnTo>
                  <a:lnTo>
                    <a:pt x="236210" y="560189"/>
                  </a:lnTo>
                  <a:lnTo>
                    <a:pt x="281939" y="563879"/>
                  </a:lnTo>
                  <a:lnTo>
                    <a:pt x="327669" y="560189"/>
                  </a:lnTo>
                  <a:lnTo>
                    <a:pt x="371051" y="549505"/>
                  </a:lnTo>
                  <a:lnTo>
                    <a:pt x="411503" y="532408"/>
                  </a:lnTo>
                  <a:lnTo>
                    <a:pt x="448446" y="509479"/>
                  </a:lnTo>
                  <a:lnTo>
                    <a:pt x="481298" y="481298"/>
                  </a:lnTo>
                  <a:lnTo>
                    <a:pt x="509479" y="448446"/>
                  </a:lnTo>
                  <a:lnTo>
                    <a:pt x="532408" y="411503"/>
                  </a:lnTo>
                  <a:lnTo>
                    <a:pt x="549505" y="371051"/>
                  </a:lnTo>
                  <a:lnTo>
                    <a:pt x="560189" y="327669"/>
                  </a:lnTo>
                  <a:lnTo>
                    <a:pt x="563879" y="281939"/>
                  </a:lnTo>
                  <a:lnTo>
                    <a:pt x="560189" y="236210"/>
                  </a:lnTo>
                  <a:lnTo>
                    <a:pt x="549505" y="192828"/>
                  </a:lnTo>
                  <a:lnTo>
                    <a:pt x="532408" y="152376"/>
                  </a:lnTo>
                  <a:lnTo>
                    <a:pt x="509479" y="115433"/>
                  </a:lnTo>
                  <a:lnTo>
                    <a:pt x="481298" y="82581"/>
                  </a:lnTo>
                  <a:lnTo>
                    <a:pt x="448446" y="54400"/>
                  </a:lnTo>
                  <a:lnTo>
                    <a:pt x="411503" y="31471"/>
                  </a:lnTo>
                  <a:lnTo>
                    <a:pt x="371051" y="14374"/>
                  </a:lnTo>
                  <a:lnTo>
                    <a:pt x="327669" y="3690"/>
                  </a:lnTo>
                  <a:lnTo>
                    <a:pt x="281939" y="0"/>
                  </a:lnTo>
                  <a:close/>
                </a:path>
              </a:pathLst>
            </a:custGeom>
            <a:solidFill>
              <a:srgbClr val="152B77"/>
            </a:solidFill>
          </p:spPr>
          <p:txBody>
            <a:bodyPr wrap="square" lIns="0" tIns="0" rIns="0" bIns="0" rtlCol="0"/>
            <a:lstStyle/>
            <a:p>
              <a:endParaRPr/>
            </a:p>
          </p:txBody>
        </p:sp>
        <p:sp>
          <p:nvSpPr>
            <p:cNvPr id="68" name="object 68"/>
            <p:cNvSpPr/>
            <p:nvPr/>
          </p:nvSpPr>
          <p:spPr>
            <a:xfrm>
              <a:off x="4920995" y="2336291"/>
              <a:ext cx="338455" cy="253365"/>
            </a:xfrm>
            <a:custGeom>
              <a:avLst/>
              <a:gdLst/>
              <a:ahLst/>
              <a:cxnLst/>
              <a:rect l="l" t="t" r="r" b="b"/>
              <a:pathLst>
                <a:path w="338454" h="253364">
                  <a:moveTo>
                    <a:pt x="317245" y="0"/>
                  </a:moveTo>
                  <a:lnTo>
                    <a:pt x="21081" y="0"/>
                  </a:lnTo>
                  <a:lnTo>
                    <a:pt x="12912" y="1650"/>
                  </a:lnTo>
                  <a:lnTo>
                    <a:pt x="6207" y="6159"/>
                  </a:lnTo>
                  <a:lnTo>
                    <a:pt x="1668" y="12858"/>
                  </a:lnTo>
                  <a:lnTo>
                    <a:pt x="0" y="21082"/>
                  </a:lnTo>
                  <a:lnTo>
                    <a:pt x="0" y="231902"/>
                  </a:lnTo>
                  <a:lnTo>
                    <a:pt x="1668" y="240125"/>
                  </a:lnTo>
                  <a:lnTo>
                    <a:pt x="6207" y="246824"/>
                  </a:lnTo>
                  <a:lnTo>
                    <a:pt x="12912" y="251333"/>
                  </a:lnTo>
                  <a:lnTo>
                    <a:pt x="21081" y="252984"/>
                  </a:lnTo>
                  <a:lnTo>
                    <a:pt x="317245" y="252984"/>
                  </a:lnTo>
                  <a:lnTo>
                    <a:pt x="325415" y="251333"/>
                  </a:lnTo>
                  <a:lnTo>
                    <a:pt x="332120" y="246824"/>
                  </a:lnTo>
                  <a:lnTo>
                    <a:pt x="336659" y="240125"/>
                  </a:lnTo>
                  <a:lnTo>
                    <a:pt x="338327" y="231902"/>
                  </a:lnTo>
                  <a:lnTo>
                    <a:pt x="338327" y="210820"/>
                  </a:lnTo>
                  <a:lnTo>
                    <a:pt x="42290" y="210820"/>
                  </a:lnTo>
                  <a:lnTo>
                    <a:pt x="42290" y="42163"/>
                  </a:lnTo>
                  <a:lnTo>
                    <a:pt x="338327" y="42163"/>
                  </a:lnTo>
                  <a:lnTo>
                    <a:pt x="338327" y="21082"/>
                  </a:lnTo>
                  <a:lnTo>
                    <a:pt x="336659" y="12858"/>
                  </a:lnTo>
                  <a:lnTo>
                    <a:pt x="332120" y="6159"/>
                  </a:lnTo>
                  <a:lnTo>
                    <a:pt x="325415" y="1650"/>
                  </a:lnTo>
                  <a:lnTo>
                    <a:pt x="317245" y="0"/>
                  </a:lnTo>
                  <a:close/>
                </a:path>
                <a:path w="338454" h="253364">
                  <a:moveTo>
                    <a:pt x="211454" y="105410"/>
                  </a:moveTo>
                  <a:lnTo>
                    <a:pt x="105663" y="210820"/>
                  </a:lnTo>
                  <a:lnTo>
                    <a:pt x="338327" y="210820"/>
                  </a:lnTo>
                  <a:lnTo>
                    <a:pt x="338327" y="189737"/>
                  </a:lnTo>
                  <a:lnTo>
                    <a:pt x="296037" y="189737"/>
                  </a:lnTo>
                  <a:lnTo>
                    <a:pt x="211454" y="105410"/>
                  </a:lnTo>
                  <a:close/>
                </a:path>
                <a:path w="338454" h="253364">
                  <a:moveTo>
                    <a:pt x="338327" y="42163"/>
                  </a:moveTo>
                  <a:lnTo>
                    <a:pt x="296037" y="42163"/>
                  </a:lnTo>
                  <a:lnTo>
                    <a:pt x="296037" y="189737"/>
                  </a:lnTo>
                  <a:lnTo>
                    <a:pt x="338327" y="189737"/>
                  </a:lnTo>
                  <a:lnTo>
                    <a:pt x="338327" y="42163"/>
                  </a:lnTo>
                  <a:close/>
                </a:path>
              </a:pathLst>
            </a:custGeom>
            <a:solidFill>
              <a:srgbClr val="FF8E01"/>
            </a:solidFill>
          </p:spPr>
          <p:txBody>
            <a:bodyPr wrap="square" lIns="0" tIns="0" rIns="0" bIns="0" rtlCol="0"/>
            <a:lstStyle/>
            <a:p>
              <a:endParaRPr/>
            </a:p>
          </p:txBody>
        </p:sp>
        <p:sp>
          <p:nvSpPr>
            <p:cNvPr id="69" name="object 69"/>
            <p:cNvSpPr/>
            <p:nvPr/>
          </p:nvSpPr>
          <p:spPr>
            <a:xfrm>
              <a:off x="5006308" y="2398744"/>
              <a:ext cx="64071" cy="64071"/>
            </a:xfrm>
            <a:prstGeom prst="rect">
              <a:avLst/>
            </a:prstGeom>
            <a:blipFill>
              <a:blip r:embed="rId27" cstate="print"/>
              <a:stretch>
                <a:fillRect/>
              </a:stretch>
            </a:blipFill>
          </p:spPr>
          <p:txBody>
            <a:bodyPr wrap="square" lIns="0" tIns="0" rIns="0" bIns="0" rtlCol="0"/>
            <a:lstStyle/>
            <a:p>
              <a:endParaRPr/>
            </a:p>
          </p:txBody>
        </p:sp>
      </p:grpSp>
      <p:sp>
        <p:nvSpPr>
          <p:cNvPr id="71" name="object 71"/>
          <p:cNvSpPr txBox="1">
            <a:spLocks noGrp="1"/>
          </p:cNvSpPr>
          <p:nvPr>
            <p:ph type="sldNum" sz="quarter" idx="7"/>
          </p:nvPr>
        </p:nvSpPr>
        <p:spPr>
          <a:prstGeom prst="rect">
            <a:avLst/>
          </a:prstGeom>
        </p:spPr>
        <p:txBody>
          <a:bodyPr vert="horz" wrap="square" lIns="0" tIns="3175" rIns="0" bIns="0" rtlCol="0">
            <a:spAutoFit/>
          </a:bodyPr>
          <a:lstStyle/>
          <a:p>
            <a:pPr marL="38100">
              <a:lnSpc>
                <a:spcPct val="100000"/>
              </a:lnSpc>
              <a:spcBef>
                <a:spcPts val="25"/>
              </a:spcBef>
            </a:pPr>
            <a:fld id="{81D60167-4931-47E6-BA6A-407CBD079E47}" type="slidenum">
              <a:rPr dirty="0"/>
              <a:pPr marL="38100">
                <a:lnSpc>
                  <a:spcPct val="100000"/>
                </a:lnSpc>
                <a:spcBef>
                  <a:spcPts val="25"/>
                </a:spcBef>
              </a:pPr>
              <a:t>16</a:t>
            </a:fld>
            <a:endParaRPr dirty="0"/>
          </a:p>
        </p:txBody>
      </p:sp>
      <p:sp>
        <p:nvSpPr>
          <p:cNvPr id="77" name="TextBox 76">
            <a:extLst>
              <a:ext uri="{FF2B5EF4-FFF2-40B4-BE49-F238E27FC236}">
                <a16:creationId xmlns:a16="http://schemas.microsoft.com/office/drawing/2014/main" id="{F590B7B4-9EE7-D4C8-AACC-8CABC3EBFBB4}"/>
              </a:ext>
            </a:extLst>
          </p:cNvPr>
          <p:cNvSpPr txBox="1"/>
          <p:nvPr/>
        </p:nvSpPr>
        <p:spPr>
          <a:xfrm>
            <a:off x="304800" y="381000"/>
            <a:ext cx="6784086" cy="369332"/>
          </a:xfrm>
          <a:prstGeom prst="rect">
            <a:avLst/>
          </a:prstGeom>
          <a:noFill/>
        </p:spPr>
        <p:txBody>
          <a:bodyPr wrap="square" rtlCol="0">
            <a:spAutoFit/>
          </a:bodyPr>
          <a:lstStyle/>
          <a:p>
            <a:endParaRPr lang="en-IN" dirty="0"/>
          </a:p>
        </p:txBody>
      </p:sp>
      <p:sp>
        <p:nvSpPr>
          <p:cNvPr id="78" name="Rectangle 77">
            <a:extLst>
              <a:ext uri="{FF2B5EF4-FFF2-40B4-BE49-F238E27FC236}">
                <a16:creationId xmlns:a16="http://schemas.microsoft.com/office/drawing/2014/main" id="{E3FF36F8-7F57-B208-67EC-0854EE8EF488}"/>
              </a:ext>
            </a:extLst>
          </p:cNvPr>
          <p:cNvSpPr/>
          <p:nvPr/>
        </p:nvSpPr>
        <p:spPr>
          <a:xfrm>
            <a:off x="152400" y="228600"/>
            <a:ext cx="11963400" cy="54509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9" name="TextBox 78">
            <a:extLst>
              <a:ext uri="{FF2B5EF4-FFF2-40B4-BE49-F238E27FC236}">
                <a16:creationId xmlns:a16="http://schemas.microsoft.com/office/drawing/2014/main" id="{B74C61B2-7235-1727-988B-2B159B2D2818}"/>
              </a:ext>
            </a:extLst>
          </p:cNvPr>
          <p:cNvSpPr txBox="1"/>
          <p:nvPr/>
        </p:nvSpPr>
        <p:spPr>
          <a:xfrm>
            <a:off x="126492" y="273521"/>
            <a:ext cx="5969508" cy="523220"/>
          </a:xfrm>
          <a:prstGeom prst="rect">
            <a:avLst/>
          </a:prstGeom>
          <a:noFill/>
        </p:spPr>
        <p:txBody>
          <a:bodyPr wrap="square" rtlCol="0">
            <a:spAutoFit/>
          </a:bodyPr>
          <a:lstStyle/>
          <a:p>
            <a:r>
              <a:rPr lang="en-IN" sz="2800" dirty="0">
                <a:solidFill>
                  <a:schemeClr val="bg1"/>
                </a:solidFill>
              </a:rPr>
              <a:t>Applications of Machine Learning</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224155" y="457200"/>
            <a:ext cx="3514090" cy="756919"/>
          </a:xfrm>
        </p:spPr>
        <p:txBody>
          <a:bodyPr/>
          <a:lstStyle/>
          <a:p>
            <a:r>
              <a:rPr lang="en-US" dirty="0"/>
              <a:t>What Is NLP?</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3920540341"/>
              </p:ext>
            </p:extLst>
          </p:nvPr>
        </p:nvGraphicFramePr>
        <p:xfrm>
          <a:off x="762000" y="1841821"/>
          <a:ext cx="7620000" cy="1600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098" name="AutoShape 2" descr="Image result for Natural language processing"/>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6" name="TextBox 5"/>
          <p:cNvSpPr txBox="1"/>
          <p:nvPr/>
        </p:nvSpPr>
        <p:spPr>
          <a:xfrm>
            <a:off x="404833" y="3886200"/>
            <a:ext cx="8334333" cy="2585323"/>
          </a:xfrm>
          <a:prstGeom prst="rect">
            <a:avLst/>
          </a:prstGeom>
          <a:noFill/>
        </p:spPr>
        <p:txBody>
          <a:bodyPr wrap="square" rtlCol="0">
            <a:spAutoFit/>
          </a:bodyPr>
          <a:lstStyle/>
          <a:p>
            <a:pPr>
              <a:buFont typeface="Arial" pitchFamily="34" charset="0"/>
              <a:buChar char="•"/>
            </a:pPr>
            <a:r>
              <a:rPr lang="en-US" dirty="0">
                <a:solidFill>
                  <a:schemeClr val="bg1"/>
                </a:solidFill>
              </a:rPr>
              <a:t>It is automatic manipulation of speech or text</a:t>
            </a:r>
          </a:p>
          <a:p>
            <a:pPr>
              <a:buFont typeface="Arial" pitchFamily="34" charset="0"/>
              <a:buChar char="•"/>
            </a:pPr>
            <a:r>
              <a:rPr lang="en-US" dirty="0">
                <a:solidFill>
                  <a:schemeClr val="bg1"/>
                </a:solidFill>
              </a:rPr>
              <a:t>Goal </a:t>
            </a:r>
            <a:r>
              <a:rPr lang="en-US" dirty="0">
                <a:solidFill>
                  <a:schemeClr val="bg1"/>
                </a:solidFill>
                <a:sym typeface="Wingdings" pitchFamily="2" charset="2"/>
              </a:rPr>
              <a:t> To accomplish human-like language processing</a:t>
            </a:r>
          </a:p>
          <a:p>
            <a:pPr>
              <a:buFont typeface="Arial" pitchFamily="34" charset="0"/>
              <a:buChar char="•"/>
            </a:pPr>
            <a:r>
              <a:rPr lang="en-US" dirty="0">
                <a:solidFill>
                  <a:schemeClr val="bg1"/>
                </a:solidFill>
              </a:rPr>
              <a:t>The field of NLP involves making computers to perform useful tasks with the      natural languages humans use. The input and output of an NLP system can be</a:t>
            </a:r>
          </a:p>
          <a:p>
            <a:pPr>
              <a:buFont typeface="Wingdings" pitchFamily="2" charset="2"/>
              <a:buChar char="§"/>
            </a:pPr>
            <a:r>
              <a:rPr lang="en-US" dirty="0">
                <a:solidFill>
                  <a:schemeClr val="bg1"/>
                </a:solidFill>
              </a:rPr>
              <a:t>Speech</a:t>
            </a:r>
          </a:p>
          <a:p>
            <a:pPr>
              <a:buFont typeface="Wingdings" pitchFamily="2" charset="2"/>
              <a:buChar char="§"/>
            </a:pPr>
            <a:r>
              <a:rPr lang="en-US" dirty="0">
                <a:solidFill>
                  <a:schemeClr val="bg1"/>
                </a:solidFill>
              </a:rPr>
              <a:t>Written Text</a:t>
            </a:r>
          </a:p>
          <a:p>
            <a:pPr>
              <a:buFont typeface="Arial" pitchFamily="34" charset="0"/>
              <a:buChar char="•"/>
            </a:pPr>
            <a:endParaRPr lang="en-US" dirty="0">
              <a:solidFill>
                <a:schemeClr val="accent2">
                  <a:lumMod val="75000"/>
                </a:schemeClr>
              </a:solidFill>
              <a:sym typeface="Wingdings" pitchFamily="2" charset="2"/>
            </a:endParaRPr>
          </a:p>
          <a:p>
            <a:pPr>
              <a:buFont typeface="Arial" pitchFamily="34" charset="0"/>
              <a:buChar char="•"/>
            </a:pPr>
            <a:endParaRPr lang="en-US" dirty="0">
              <a:solidFill>
                <a:schemeClr val="accent2">
                  <a:lumMod val="75000"/>
                </a:schemeClr>
              </a:solidFill>
            </a:endParaRPr>
          </a:p>
          <a:p>
            <a:pPr>
              <a:buFont typeface="Wingdings" pitchFamily="2" charset="2"/>
              <a:buChar char="§"/>
            </a:pPr>
            <a:endParaRPr lang="en-US" dirty="0">
              <a:solidFill>
                <a:schemeClr val="accent2">
                  <a:lumMod val="75000"/>
                </a:schemeClr>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73735" y="173151"/>
            <a:ext cx="3514090" cy="756919"/>
          </a:xfrm>
        </p:spPr>
        <p:txBody>
          <a:bodyPr/>
          <a:lstStyle/>
          <a:p>
            <a:r>
              <a:rPr lang="en-US" dirty="0"/>
              <a:t>Why NLP?</a:t>
            </a:r>
          </a:p>
        </p:txBody>
      </p:sp>
      <p:sp>
        <p:nvSpPr>
          <p:cNvPr id="3" name="Content Placeholder 2"/>
          <p:cNvSpPr>
            <a:spLocks noGrp="1"/>
          </p:cNvSpPr>
          <p:nvPr>
            <p:ph idx="1"/>
          </p:nvPr>
        </p:nvSpPr>
        <p:spPr>
          <a:xfrm>
            <a:off x="304800" y="1066800"/>
            <a:ext cx="11375390" cy="2877711"/>
          </a:xfrm>
        </p:spPr>
        <p:txBody>
          <a:bodyPr/>
          <a:lstStyle/>
          <a:p>
            <a:r>
              <a:rPr lang="en-US" sz="1600" dirty="0">
                <a:solidFill>
                  <a:schemeClr val="bg1"/>
                </a:solidFill>
              </a:rPr>
              <a:t>CSK </a:t>
            </a:r>
            <a:r>
              <a:rPr lang="en-US" sz="1600" dirty="0">
                <a:solidFill>
                  <a:schemeClr val="bg1"/>
                </a:solidFill>
                <a:sym typeface="Wingdings" pitchFamily="2" charset="2"/>
              </a:rPr>
              <a:t> Computers lack knowledge</a:t>
            </a:r>
            <a:endParaRPr lang="en-US" sz="1600" dirty="0">
              <a:solidFill>
                <a:schemeClr val="bg1"/>
              </a:solidFill>
            </a:endParaRPr>
          </a:p>
          <a:p>
            <a:r>
              <a:rPr lang="en-US" sz="1600" dirty="0">
                <a:solidFill>
                  <a:schemeClr val="bg1"/>
                </a:solidFill>
              </a:rPr>
              <a:t>Large Volumes of Textual Data </a:t>
            </a:r>
            <a:r>
              <a:rPr lang="en-US" sz="1600" dirty="0">
                <a:solidFill>
                  <a:schemeClr val="bg1"/>
                </a:solidFill>
                <a:sym typeface="Wingdings" pitchFamily="2" charset="2"/>
              </a:rPr>
              <a:t></a:t>
            </a:r>
            <a:r>
              <a:rPr lang="en-US" sz="1600" dirty="0">
                <a:solidFill>
                  <a:schemeClr val="bg1"/>
                </a:solidFill>
              </a:rPr>
              <a:t>There are at least 30 trillion pages</a:t>
            </a:r>
            <a:r>
              <a:rPr lang="en-US" sz="1600" dirty="0">
                <a:solidFill>
                  <a:schemeClr val="bg1"/>
                </a:solidFill>
                <a:sym typeface="Wingdings" pitchFamily="2" charset="2"/>
              </a:rPr>
              <a:t></a:t>
            </a:r>
            <a:r>
              <a:rPr lang="en-US" sz="1600" dirty="0">
                <a:solidFill>
                  <a:schemeClr val="bg1"/>
                </a:solidFill>
              </a:rPr>
              <a:t>70-80%</a:t>
            </a:r>
          </a:p>
          <a:p>
            <a:r>
              <a:rPr lang="en-US" sz="1600" dirty="0">
                <a:solidFill>
                  <a:schemeClr val="bg1"/>
                </a:solidFill>
              </a:rPr>
              <a:t>      unstructured   data i.e. raw text</a:t>
            </a:r>
          </a:p>
          <a:p>
            <a:r>
              <a:rPr lang="en-US" sz="1600" dirty="0">
                <a:solidFill>
                  <a:schemeClr val="bg1"/>
                </a:solidFill>
              </a:rPr>
              <a:t>Structuring a highly unstructured data source</a:t>
            </a:r>
          </a:p>
          <a:p>
            <a:r>
              <a:rPr lang="en-US" sz="1600" dirty="0">
                <a:solidFill>
                  <a:schemeClr val="bg1"/>
                </a:solidFill>
              </a:rPr>
              <a:t>Text Data-Website ,tweets , blog etc</a:t>
            </a:r>
          </a:p>
          <a:p>
            <a:r>
              <a:rPr lang="en-US" sz="1600" dirty="0">
                <a:solidFill>
                  <a:schemeClr val="bg1"/>
                </a:solidFill>
              </a:rPr>
              <a:t>Audio Data-Speech</a:t>
            </a:r>
          </a:p>
          <a:p>
            <a:r>
              <a:rPr lang="en-US" sz="1600" dirty="0">
                <a:solidFill>
                  <a:schemeClr val="bg1"/>
                </a:solidFill>
              </a:rPr>
              <a:t>Applications for processing large amount of data require NLP expertise</a:t>
            </a:r>
          </a:p>
          <a:p>
            <a:endParaRPr lang="en-US" sz="1500" dirty="0"/>
          </a:p>
          <a:p>
            <a:pPr>
              <a:buNone/>
            </a:pPr>
            <a:endParaRPr lang="en-US" sz="1500" dirty="0"/>
          </a:p>
          <a:p>
            <a:endParaRPr lang="en-US" sz="1500" dirty="0"/>
          </a:p>
          <a:p>
            <a:endParaRPr lang="en-US" sz="1500" dirty="0"/>
          </a:p>
          <a:p>
            <a:endParaRPr lang="en-US" sz="1500" dirty="0"/>
          </a:p>
        </p:txBody>
      </p:sp>
      <p:pic>
        <p:nvPicPr>
          <p:cNvPr id="7" name="Picture 2"/>
          <p:cNvPicPr>
            <a:picLocks noChangeAspect="1" noChangeArrowheads="1"/>
          </p:cNvPicPr>
          <p:nvPr/>
        </p:nvPicPr>
        <p:blipFill>
          <a:blip r:embed="rId2" cstate="print"/>
          <a:srcRect/>
          <a:stretch>
            <a:fillRect/>
          </a:stretch>
        </p:blipFill>
        <p:spPr bwMode="auto">
          <a:xfrm>
            <a:off x="304800" y="3243040"/>
            <a:ext cx="7620000" cy="1676401"/>
          </a:xfrm>
          <a:prstGeom prst="rect">
            <a:avLst/>
          </a:prstGeom>
          <a:noFill/>
          <a:ln w="9525">
            <a:noFill/>
            <a:miter lim="800000"/>
            <a:headEnd/>
            <a:tailEnd/>
          </a:ln>
        </p:spPr>
      </p:pic>
      <p:pic>
        <p:nvPicPr>
          <p:cNvPr id="6" name="Picture 2"/>
          <p:cNvPicPr>
            <a:picLocks noChangeAspect="1" noChangeArrowheads="1"/>
          </p:cNvPicPr>
          <p:nvPr/>
        </p:nvPicPr>
        <p:blipFill>
          <a:blip r:embed="rId3" cstate="print"/>
          <a:srcRect/>
          <a:stretch>
            <a:fillRect/>
          </a:stretch>
        </p:blipFill>
        <p:spPr bwMode="auto">
          <a:xfrm>
            <a:off x="281832" y="5166736"/>
            <a:ext cx="4157353" cy="954015"/>
          </a:xfrm>
          <a:prstGeom prst="rect">
            <a:avLst/>
          </a:prstGeom>
          <a:noFill/>
          <a:ln w="9525">
            <a:no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369908" y="304800"/>
            <a:ext cx="5726091" cy="1477328"/>
          </a:xfrm>
        </p:spPr>
        <p:txBody>
          <a:bodyPr/>
          <a:lstStyle/>
          <a:p>
            <a:r>
              <a:rPr lang="en-US" dirty="0"/>
              <a:t>Basic Terms In NLP</a:t>
            </a:r>
          </a:p>
        </p:txBody>
      </p:sp>
      <p:sp>
        <p:nvSpPr>
          <p:cNvPr id="5" name="Content Placeholder 4"/>
          <p:cNvSpPr>
            <a:spLocks noGrp="1"/>
          </p:cNvSpPr>
          <p:nvPr>
            <p:ph idx="1"/>
          </p:nvPr>
        </p:nvSpPr>
        <p:spPr>
          <a:xfrm>
            <a:off x="369908" y="1371600"/>
            <a:ext cx="11375390" cy="3581400"/>
          </a:xfrm>
        </p:spPr>
        <p:txBody>
          <a:bodyPr>
            <a:normAutofit/>
          </a:bodyPr>
          <a:lstStyle/>
          <a:p>
            <a:pPr>
              <a:buNone/>
            </a:pPr>
            <a:r>
              <a:rPr lang="en-US" b="1" i="1" u="sng" dirty="0">
                <a:solidFill>
                  <a:schemeClr val="bg1"/>
                </a:solidFill>
              </a:rPr>
              <a:t>Tokenization</a:t>
            </a:r>
          </a:p>
          <a:p>
            <a:pPr>
              <a:buNone/>
            </a:pPr>
            <a:r>
              <a:rPr lang="en-US" sz="1600" dirty="0">
                <a:solidFill>
                  <a:schemeClr val="bg1"/>
                </a:solidFill>
              </a:rPr>
              <a:t>It is the task of chopping up of string of characters into pieces, called tokens , perhaps at </a:t>
            </a:r>
          </a:p>
          <a:p>
            <a:pPr>
              <a:buNone/>
            </a:pPr>
            <a:r>
              <a:rPr lang="en-US" sz="1600" dirty="0">
                <a:solidFill>
                  <a:schemeClr val="bg1"/>
                </a:solidFill>
              </a:rPr>
              <a:t>the same time throwing away certain characters, such as punctuation. </a:t>
            </a:r>
          </a:p>
          <a:p>
            <a:pPr>
              <a:buNone/>
            </a:pPr>
            <a:r>
              <a:rPr lang="en-US" sz="1600" dirty="0">
                <a:solidFill>
                  <a:schemeClr val="bg1"/>
                </a:solidFill>
              </a:rPr>
              <a:t> Input: Friends, Romans, Countrymen, lend me your ears; </a:t>
            </a:r>
          </a:p>
          <a:p>
            <a:pPr>
              <a:buNone/>
            </a:pPr>
            <a:r>
              <a:rPr lang="en-US" sz="1600" dirty="0">
                <a:solidFill>
                  <a:schemeClr val="bg1"/>
                </a:solidFill>
              </a:rPr>
              <a:t> Output: Friends Romans Countrymen Lend me  your ears</a:t>
            </a:r>
          </a:p>
          <a:p>
            <a:pPr>
              <a:buNone/>
            </a:pPr>
            <a:r>
              <a:rPr lang="en-US" b="1" i="1" u="sng" dirty="0">
                <a:solidFill>
                  <a:schemeClr val="bg1"/>
                </a:solidFill>
              </a:rPr>
              <a:t>Stemming</a:t>
            </a:r>
          </a:p>
          <a:p>
            <a:pPr>
              <a:buNone/>
            </a:pPr>
            <a:r>
              <a:rPr lang="en-US" sz="1600" dirty="0">
                <a:solidFill>
                  <a:schemeClr val="bg1"/>
                </a:solidFill>
              </a:rPr>
              <a:t>Stemming is the process of eliminating affixes (suffixed, prefixes, infixes, </a:t>
            </a:r>
            <a:r>
              <a:rPr lang="en-US" sz="1600" dirty="0" err="1">
                <a:solidFill>
                  <a:schemeClr val="bg1"/>
                </a:solidFill>
              </a:rPr>
              <a:t>circumfixes</a:t>
            </a:r>
            <a:r>
              <a:rPr lang="en-US" sz="1600" dirty="0">
                <a:solidFill>
                  <a:schemeClr val="bg1"/>
                </a:solidFill>
              </a:rPr>
              <a:t>)</a:t>
            </a:r>
          </a:p>
          <a:p>
            <a:pPr>
              <a:buNone/>
            </a:pPr>
            <a:r>
              <a:rPr lang="en-US" sz="1600" dirty="0">
                <a:solidFill>
                  <a:schemeClr val="bg1"/>
                </a:solidFill>
              </a:rPr>
              <a:t>from a word in order to obtain a word stem.</a:t>
            </a:r>
          </a:p>
          <a:p>
            <a:pPr>
              <a:buNone/>
            </a:pPr>
            <a:r>
              <a:rPr lang="en-US" sz="1600" dirty="0">
                <a:solidFill>
                  <a:schemeClr val="bg1"/>
                </a:solidFill>
              </a:rPr>
              <a:t>         running → run</a:t>
            </a:r>
          </a:p>
          <a:p>
            <a:pPr>
              <a:buNone/>
            </a:pPr>
            <a:r>
              <a:rPr lang="en-US" b="1" i="1" u="sng" dirty="0">
                <a:solidFill>
                  <a:schemeClr val="bg1"/>
                </a:solidFill>
              </a:rPr>
              <a:t>Lemmatization</a:t>
            </a:r>
          </a:p>
          <a:p>
            <a:pPr>
              <a:buNone/>
            </a:pPr>
            <a:r>
              <a:rPr lang="en-US" sz="1600" dirty="0">
                <a:solidFill>
                  <a:schemeClr val="bg1"/>
                </a:solidFill>
              </a:rPr>
              <a:t> Lemmatization is related to stemming, differing in that lemmatization is able to capture </a:t>
            </a:r>
          </a:p>
          <a:p>
            <a:pPr>
              <a:buNone/>
            </a:pPr>
            <a:r>
              <a:rPr lang="en-US" sz="1600" dirty="0">
                <a:solidFill>
                  <a:schemeClr val="bg1"/>
                </a:solidFill>
              </a:rPr>
              <a:t>canonical forms based on a word's lemma.</a:t>
            </a:r>
          </a:p>
          <a:p>
            <a:pPr>
              <a:buNone/>
            </a:pPr>
            <a:r>
              <a:rPr lang="en-US" sz="1600" dirty="0">
                <a:solidFill>
                  <a:schemeClr val="bg1"/>
                </a:solidFill>
              </a:rPr>
              <a:t>Better → good</a:t>
            </a:r>
          </a:p>
          <a:p>
            <a:pPr>
              <a:buNone/>
            </a:pPr>
            <a:endParaRPr lang="en-US" sz="1600" dirty="0">
              <a:solidFill>
                <a:schemeClr val="accent2">
                  <a:lumMod val="75000"/>
                </a:schemeClr>
              </a:solidFill>
            </a:endParaRPr>
          </a:p>
          <a:p>
            <a:pPr>
              <a:buNone/>
            </a:pPr>
            <a:endParaRPr lang="en-US" sz="1600" dirty="0">
              <a:solidFill>
                <a:schemeClr val="accent2">
                  <a:lumMod val="75000"/>
                </a:schemeClr>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Content Placeholder 6"/>
          <p:cNvSpPr>
            <a:spLocks noGrp="1"/>
          </p:cNvSpPr>
          <p:nvPr>
            <p:ph idx="1"/>
          </p:nvPr>
        </p:nvSpPr>
        <p:spPr>
          <a:xfrm>
            <a:off x="304800" y="304800"/>
            <a:ext cx="8839200" cy="6477000"/>
          </a:xfrm>
        </p:spPr>
        <p:txBody>
          <a:bodyPr>
            <a:normAutofit/>
          </a:bodyPr>
          <a:lstStyle/>
          <a:p>
            <a:pPr>
              <a:lnSpc>
                <a:spcPct val="80000"/>
              </a:lnSpc>
              <a:buNone/>
            </a:pPr>
            <a:r>
              <a:rPr lang="en-US" b="1" i="1" u="sng" dirty="0">
                <a:solidFill>
                  <a:schemeClr val="bg1"/>
                </a:solidFill>
              </a:rPr>
              <a:t>Corpus</a:t>
            </a:r>
          </a:p>
          <a:p>
            <a:pPr>
              <a:buNone/>
            </a:pPr>
            <a:r>
              <a:rPr lang="en-US" sz="1700" dirty="0">
                <a:solidFill>
                  <a:schemeClr val="bg1"/>
                </a:solidFill>
              </a:rPr>
              <a:t>Corpus refers to a collection of texts. Corpora may also consist of theme texts</a:t>
            </a:r>
          </a:p>
          <a:p>
            <a:pPr>
              <a:buNone/>
            </a:pPr>
            <a:r>
              <a:rPr lang="en-US" sz="1700" dirty="0">
                <a:solidFill>
                  <a:schemeClr val="bg1"/>
                </a:solidFill>
              </a:rPr>
              <a:t>(</a:t>
            </a:r>
            <a:r>
              <a:rPr lang="en-US" sz="1700" dirty="0" err="1">
                <a:solidFill>
                  <a:schemeClr val="bg1"/>
                </a:solidFill>
              </a:rPr>
              <a:t>historical,Biblical</a:t>
            </a:r>
            <a:r>
              <a:rPr lang="en-US" sz="1700" dirty="0">
                <a:solidFill>
                  <a:schemeClr val="bg1"/>
                </a:solidFill>
              </a:rPr>
              <a:t>, etc.). Corpora are generally solely used for statistical linguistic </a:t>
            </a:r>
          </a:p>
          <a:p>
            <a:pPr>
              <a:buNone/>
            </a:pPr>
            <a:r>
              <a:rPr lang="en-US" sz="1700" dirty="0">
                <a:solidFill>
                  <a:schemeClr val="bg1"/>
                </a:solidFill>
              </a:rPr>
              <a:t>analysis and hypothesis testing.</a:t>
            </a:r>
          </a:p>
          <a:p>
            <a:pPr>
              <a:lnSpc>
                <a:spcPct val="80000"/>
              </a:lnSpc>
              <a:buNone/>
            </a:pPr>
            <a:r>
              <a:rPr lang="en-US" b="1" i="1" u="sng" dirty="0">
                <a:solidFill>
                  <a:schemeClr val="bg1"/>
                </a:solidFill>
              </a:rPr>
              <a:t>Stop Words</a:t>
            </a:r>
          </a:p>
          <a:p>
            <a:pPr>
              <a:buNone/>
            </a:pPr>
            <a:r>
              <a:rPr lang="en-US" sz="1700" dirty="0">
                <a:solidFill>
                  <a:schemeClr val="bg1"/>
                </a:solidFill>
              </a:rPr>
              <a:t>Stop words are those words which are filtered out before further processing of text</a:t>
            </a:r>
          </a:p>
          <a:p>
            <a:pPr>
              <a:buNone/>
            </a:pPr>
            <a:r>
              <a:rPr lang="en-US" sz="1700" strike="sngStrike" dirty="0">
                <a:solidFill>
                  <a:schemeClr val="bg1"/>
                </a:solidFill>
              </a:rPr>
              <a:t>The</a:t>
            </a:r>
            <a:r>
              <a:rPr lang="en-US" sz="1700" dirty="0">
                <a:solidFill>
                  <a:schemeClr val="bg1"/>
                </a:solidFill>
              </a:rPr>
              <a:t> quick brown fox jumps over </a:t>
            </a:r>
            <a:r>
              <a:rPr lang="en-US" sz="1700" strike="sngStrike" dirty="0">
                <a:solidFill>
                  <a:schemeClr val="bg1"/>
                </a:solidFill>
              </a:rPr>
              <a:t>the</a:t>
            </a:r>
            <a:r>
              <a:rPr lang="en-US" sz="1700" dirty="0">
                <a:solidFill>
                  <a:schemeClr val="bg1"/>
                </a:solidFill>
              </a:rPr>
              <a:t> lazy dog.</a:t>
            </a:r>
          </a:p>
          <a:p>
            <a:pPr>
              <a:lnSpc>
                <a:spcPct val="80000"/>
              </a:lnSpc>
              <a:buNone/>
            </a:pPr>
            <a:r>
              <a:rPr lang="en-US" b="1" i="1" u="sng" dirty="0">
                <a:solidFill>
                  <a:schemeClr val="bg1"/>
                </a:solidFill>
              </a:rPr>
              <a:t>Parts-of-speech (POS) Tagging</a:t>
            </a:r>
          </a:p>
          <a:p>
            <a:pPr>
              <a:buNone/>
            </a:pPr>
            <a:r>
              <a:rPr lang="en-US" sz="1700" dirty="0">
                <a:solidFill>
                  <a:schemeClr val="bg1"/>
                </a:solidFill>
              </a:rPr>
              <a:t>POS tagging consists of assigning a category tag to the tokenized parts of a </a:t>
            </a:r>
          </a:p>
          <a:p>
            <a:pPr>
              <a:buNone/>
            </a:pPr>
            <a:r>
              <a:rPr lang="en-US" sz="1700" dirty="0">
                <a:solidFill>
                  <a:schemeClr val="bg1"/>
                </a:solidFill>
              </a:rPr>
              <a:t>sentence. The most popular POS tagging would be identifying words as nouns, </a:t>
            </a:r>
          </a:p>
          <a:p>
            <a:pPr>
              <a:buNone/>
            </a:pPr>
            <a:r>
              <a:rPr lang="en-US" sz="1700" dirty="0">
                <a:solidFill>
                  <a:schemeClr val="bg1"/>
                </a:solidFill>
              </a:rPr>
              <a:t>verbs, adjectives, etc.</a:t>
            </a:r>
          </a:p>
          <a:p>
            <a:pPr>
              <a:buNone/>
            </a:pPr>
            <a:endParaRPr lang="en-US" dirty="0"/>
          </a:p>
        </p:txBody>
      </p:sp>
      <p:pic>
        <p:nvPicPr>
          <p:cNvPr id="8" name="Picture 7" descr="POStag.jpg"/>
          <p:cNvPicPr>
            <a:picLocks noChangeAspect="1"/>
          </p:cNvPicPr>
          <p:nvPr/>
        </p:nvPicPr>
        <p:blipFill>
          <a:blip r:embed="rId2" cstate="print"/>
          <a:stretch>
            <a:fillRect/>
          </a:stretch>
        </p:blipFill>
        <p:spPr>
          <a:xfrm>
            <a:off x="457200" y="3429000"/>
            <a:ext cx="3390900" cy="13716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04800"/>
            <a:ext cx="5791200" cy="1477328"/>
          </a:xfrm>
        </p:spPr>
        <p:txBody>
          <a:bodyPr/>
          <a:lstStyle/>
          <a:p>
            <a:r>
              <a:rPr lang="en-US" dirty="0"/>
              <a:t>Approaches To NLP</a:t>
            </a:r>
          </a:p>
        </p:txBody>
      </p:sp>
      <p:sp>
        <p:nvSpPr>
          <p:cNvPr id="5" name="Content Placeholder 4"/>
          <p:cNvSpPr>
            <a:spLocks noGrp="1"/>
          </p:cNvSpPr>
          <p:nvPr>
            <p:ph idx="1"/>
          </p:nvPr>
        </p:nvSpPr>
        <p:spPr>
          <a:xfrm>
            <a:off x="339213" y="1295400"/>
            <a:ext cx="11375390" cy="2318385"/>
          </a:xfrm>
        </p:spPr>
        <p:txBody>
          <a:bodyPr>
            <a:normAutofit fontScale="92500" lnSpcReduction="20000"/>
          </a:bodyPr>
          <a:lstStyle/>
          <a:p>
            <a:pPr>
              <a:buFont typeface="Wingdings" pitchFamily="2" charset="2"/>
              <a:buChar char="q"/>
            </a:pPr>
            <a:r>
              <a:rPr lang="en-US" sz="2000" b="1" i="1" u="sng" dirty="0">
                <a:solidFill>
                  <a:schemeClr val="bg1"/>
                </a:solidFill>
              </a:rPr>
              <a:t>Symbolic </a:t>
            </a:r>
          </a:p>
          <a:p>
            <a:pPr>
              <a:buFont typeface="Arial" pitchFamily="34" charset="0"/>
              <a:buChar char="•"/>
            </a:pPr>
            <a:r>
              <a:rPr lang="en-US" dirty="0">
                <a:solidFill>
                  <a:schemeClr val="bg1"/>
                </a:solidFill>
              </a:rPr>
              <a:t>Explicit depiction of facts about language through well understood schemes and algorithm</a:t>
            </a:r>
          </a:p>
          <a:p>
            <a:pPr>
              <a:buFont typeface="Arial" pitchFamily="34" charset="0"/>
              <a:buChar char="•"/>
            </a:pPr>
            <a:r>
              <a:rPr lang="en-US" dirty="0">
                <a:solidFill>
                  <a:schemeClr val="bg1"/>
                </a:solidFill>
              </a:rPr>
              <a:t>Deep Analysis of linguistic phenomena</a:t>
            </a:r>
          </a:p>
          <a:p>
            <a:pPr>
              <a:buFont typeface="Wingdings" pitchFamily="2" charset="2"/>
              <a:buChar char="q"/>
            </a:pPr>
            <a:r>
              <a:rPr lang="en-US" sz="2000" b="1" i="1" u="sng" dirty="0">
                <a:solidFill>
                  <a:schemeClr val="bg1"/>
                </a:solidFill>
              </a:rPr>
              <a:t>Statistical</a:t>
            </a:r>
          </a:p>
          <a:p>
            <a:pPr>
              <a:buFont typeface="Arial" pitchFamily="34" charset="0"/>
              <a:buChar char="•"/>
            </a:pPr>
            <a:r>
              <a:rPr lang="en-US" dirty="0">
                <a:solidFill>
                  <a:schemeClr val="bg1"/>
                </a:solidFill>
              </a:rPr>
              <a:t>Uses mathematical techniques and large texts of corpora without incorporating world knowledge</a:t>
            </a:r>
          </a:p>
          <a:p>
            <a:pPr>
              <a:buFont typeface="Arial" pitchFamily="34" charset="0"/>
              <a:buChar char="•"/>
            </a:pPr>
            <a:r>
              <a:rPr lang="en-US" dirty="0">
                <a:solidFill>
                  <a:schemeClr val="bg1"/>
                </a:solidFill>
              </a:rPr>
              <a:t>Output produced by each state has a definitive probability</a:t>
            </a:r>
          </a:p>
          <a:p>
            <a:pPr>
              <a:buFont typeface="Wingdings" pitchFamily="2" charset="2"/>
              <a:buChar char="q"/>
            </a:pPr>
            <a:r>
              <a:rPr lang="en-US" sz="2000" b="1" i="1" u="sng" dirty="0">
                <a:solidFill>
                  <a:schemeClr val="bg1"/>
                </a:solidFill>
              </a:rPr>
              <a:t>Connectionist</a:t>
            </a:r>
          </a:p>
          <a:p>
            <a:pPr>
              <a:buFont typeface="Arial" pitchFamily="34" charset="0"/>
              <a:buChar char="•"/>
            </a:pPr>
            <a:r>
              <a:rPr lang="en-US" dirty="0">
                <a:solidFill>
                  <a:schemeClr val="bg1"/>
                </a:solidFill>
              </a:rPr>
              <a:t>Combines statistical learning with various representation theories</a:t>
            </a:r>
          </a:p>
          <a:p>
            <a:pPr>
              <a:buFont typeface="Arial" pitchFamily="34" charset="0"/>
              <a:buChar char="•"/>
            </a:pPr>
            <a:r>
              <a:rPr lang="en-US" dirty="0">
                <a:solidFill>
                  <a:schemeClr val="bg1"/>
                </a:solidFill>
              </a:rPr>
              <a:t>Allows transformation,inference and logic formulae manipulation</a:t>
            </a:r>
          </a:p>
          <a:p>
            <a:pPr>
              <a:buFont typeface="Arial" pitchFamily="34" charset="0"/>
              <a:buChar char="•"/>
            </a:pPr>
            <a:r>
              <a:rPr lang="en-US" dirty="0">
                <a:solidFill>
                  <a:schemeClr val="bg1"/>
                </a:solidFill>
              </a:rPr>
              <a:t>Less Constrained Architecture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04800"/>
            <a:ext cx="7086600" cy="1477328"/>
          </a:xfrm>
        </p:spPr>
        <p:txBody>
          <a:bodyPr/>
          <a:lstStyle/>
          <a:p>
            <a:r>
              <a:rPr lang="en-US" dirty="0"/>
              <a:t>Components Of NLP</a:t>
            </a:r>
          </a:p>
        </p:txBody>
      </p:sp>
      <p:sp>
        <p:nvSpPr>
          <p:cNvPr id="3" name="Content Placeholder 2"/>
          <p:cNvSpPr>
            <a:spLocks noGrp="1"/>
          </p:cNvSpPr>
          <p:nvPr>
            <p:ph idx="1"/>
          </p:nvPr>
        </p:nvSpPr>
        <p:spPr>
          <a:xfrm>
            <a:off x="304800" y="1077877"/>
            <a:ext cx="11375390" cy="2318385"/>
          </a:xfrm>
        </p:spPr>
        <p:txBody>
          <a:bodyPr>
            <a:normAutofit fontScale="47500" lnSpcReduction="20000"/>
          </a:bodyPr>
          <a:lstStyle/>
          <a:p>
            <a:r>
              <a:rPr lang="en-US" sz="2900" dirty="0">
                <a:solidFill>
                  <a:schemeClr val="bg1"/>
                </a:solidFill>
              </a:rPr>
              <a:t>There are two components of NLP as given −</a:t>
            </a:r>
          </a:p>
          <a:p>
            <a:r>
              <a:rPr lang="en-US" sz="2900" dirty="0">
                <a:solidFill>
                  <a:schemeClr val="bg1"/>
                </a:solidFill>
              </a:rPr>
              <a:t>     </a:t>
            </a:r>
            <a:r>
              <a:rPr lang="en-US" sz="2900" b="1" i="1" u="sng" dirty="0">
                <a:solidFill>
                  <a:schemeClr val="bg1"/>
                </a:solidFill>
              </a:rPr>
              <a:t>Natural Language Understanding (NLU)</a:t>
            </a:r>
          </a:p>
          <a:p>
            <a:pPr>
              <a:buFont typeface="Wingdings" pitchFamily="2" charset="2"/>
              <a:buChar char="§"/>
            </a:pPr>
            <a:r>
              <a:rPr lang="en-US" sz="2900" dirty="0">
                <a:solidFill>
                  <a:schemeClr val="bg1"/>
                </a:solidFill>
              </a:rPr>
              <a:t>Understanding involves the following tasks −</a:t>
            </a:r>
          </a:p>
          <a:p>
            <a:pPr>
              <a:buFont typeface="Wingdings" pitchFamily="2" charset="2"/>
              <a:buChar char="Ø"/>
            </a:pPr>
            <a:r>
              <a:rPr lang="en-US" sz="2900" dirty="0">
                <a:solidFill>
                  <a:schemeClr val="bg1"/>
                </a:solidFill>
              </a:rPr>
              <a:t>Mapping the given input in natural language into useful representations.</a:t>
            </a:r>
          </a:p>
          <a:p>
            <a:pPr>
              <a:buFont typeface="Wingdings" pitchFamily="2" charset="2"/>
              <a:buChar char="Ø"/>
            </a:pPr>
            <a:r>
              <a:rPr lang="en-US" sz="2900" dirty="0">
                <a:solidFill>
                  <a:schemeClr val="bg1"/>
                </a:solidFill>
              </a:rPr>
              <a:t>Analyzing different aspects of the language.</a:t>
            </a:r>
          </a:p>
          <a:p>
            <a:r>
              <a:rPr lang="en-US" sz="2900" dirty="0">
                <a:solidFill>
                  <a:schemeClr val="bg1"/>
                </a:solidFill>
              </a:rPr>
              <a:t>     </a:t>
            </a:r>
            <a:r>
              <a:rPr lang="en-US" sz="2900" b="1" i="1" u="sng" dirty="0">
                <a:solidFill>
                  <a:schemeClr val="bg1"/>
                </a:solidFill>
              </a:rPr>
              <a:t>Natural Language Generation (NLG)</a:t>
            </a:r>
          </a:p>
          <a:p>
            <a:pPr>
              <a:buFont typeface="Wingdings" pitchFamily="2" charset="2"/>
              <a:buChar char="§"/>
            </a:pPr>
            <a:r>
              <a:rPr lang="en-US" sz="2900" dirty="0">
                <a:solidFill>
                  <a:schemeClr val="bg1"/>
                </a:solidFill>
              </a:rPr>
              <a:t>It is the process of producing meaningful phrases and sentences in the form of natural language from some internal representation . It involves</a:t>
            </a:r>
          </a:p>
          <a:p>
            <a:pPr>
              <a:buFont typeface="Wingdings" pitchFamily="2" charset="2"/>
              <a:buChar char="Ø"/>
            </a:pPr>
            <a:r>
              <a:rPr lang="en-US" sz="2900" dirty="0">
                <a:solidFill>
                  <a:schemeClr val="bg1"/>
                </a:solidFill>
              </a:rPr>
              <a:t>Text planning − It includes retrieving the relevant content from knowledge base.</a:t>
            </a:r>
          </a:p>
          <a:p>
            <a:pPr>
              <a:buFont typeface="Wingdings" pitchFamily="2" charset="2"/>
              <a:buChar char="Ø"/>
            </a:pPr>
            <a:r>
              <a:rPr lang="en-US" sz="2900" dirty="0">
                <a:solidFill>
                  <a:schemeClr val="bg1"/>
                </a:solidFill>
              </a:rPr>
              <a:t>Sentence planning − It includes choosing required words, forming meaningful phrases, setting tone of the sentence.</a:t>
            </a:r>
          </a:p>
          <a:p>
            <a:pPr>
              <a:buFont typeface="Wingdings" pitchFamily="2" charset="2"/>
              <a:buChar char="Ø"/>
            </a:pPr>
            <a:r>
              <a:rPr lang="en-US" sz="2900" dirty="0">
                <a:solidFill>
                  <a:schemeClr val="bg1"/>
                </a:solidFill>
              </a:rPr>
              <a:t>Text Realization − It is mapping sentence plan into sentence structure.</a:t>
            </a:r>
          </a:p>
          <a:p>
            <a:r>
              <a:rPr lang="en-US" sz="2900" dirty="0">
                <a:solidFill>
                  <a:schemeClr val="bg1"/>
                </a:solidFill>
              </a:rPr>
              <a:t>                                      </a:t>
            </a:r>
          </a:p>
          <a:p>
            <a:r>
              <a:rPr lang="en-US" sz="2900" dirty="0">
                <a:solidFill>
                  <a:schemeClr val="bg1"/>
                </a:solidFill>
              </a:rPr>
              <a:t>                                           </a:t>
            </a:r>
            <a:r>
              <a:rPr lang="en-US" sz="2900" b="1" i="1" dirty="0">
                <a:solidFill>
                  <a:schemeClr val="bg1"/>
                </a:solidFill>
              </a:rPr>
              <a:t>The NLU is harder than NLG.</a:t>
            </a:r>
          </a:p>
          <a:p>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224155" y="284162"/>
            <a:ext cx="3514090" cy="756919"/>
          </a:xfrm>
        </p:spPr>
        <p:txBody>
          <a:bodyPr/>
          <a:lstStyle/>
          <a:p>
            <a:r>
              <a:rPr lang="en-US" dirty="0"/>
              <a:t>Stages In NLP</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186591518"/>
              </p:ext>
            </p:extLst>
          </p:nvPr>
        </p:nvGraphicFramePr>
        <p:xfrm>
          <a:off x="304800" y="1266825"/>
          <a:ext cx="8229600" cy="43243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7772400" cy="2215991"/>
          </a:xfrm>
        </p:spPr>
        <p:txBody>
          <a:bodyPr/>
          <a:lstStyle/>
          <a:p>
            <a:r>
              <a:rPr lang="en-US" dirty="0"/>
              <a:t> Some Applications Of NLP</a:t>
            </a:r>
          </a:p>
        </p:txBody>
      </p:sp>
      <p:pic>
        <p:nvPicPr>
          <p:cNvPr id="4" name="Content Placeholder 3" descr="1_z_EFTnhzxA3FJROcjOqNXg (1).png"/>
          <p:cNvPicPr>
            <a:picLocks noGrp="1" noChangeAspect="1"/>
          </p:cNvPicPr>
          <p:nvPr>
            <p:ph idx="1"/>
          </p:nvPr>
        </p:nvPicPr>
        <p:blipFill>
          <a:blip r:embed="rId2" cstate="print"/>
          <a:stretch>
            <a:fillRect/>
          </a:stretch>
        </p:blipFill>
        <p:spPr>
          <a:xfrm>
            <a:off x="914400" y="1447800"/>
            <a:ext cx="7315200" cy="3390900"/>
          </a:xfr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376554" y="304800"/>
            <a:ext cx="6405245" cy="1477328"/>
          </a:xfrm>
        </p:spPr>
        <p:txBody>
          <a:bodyPr/>
          <a:lstStyle/>
          <a:p>
            <a:r>
              <a:rPr lang="en-US" dirty="0"/>
              <a:t>Machine Translation</a:t>
            </a:r>
          </a:p>
        </p:txBody>
      </p:sp>
      <p:pic>
        <p:nvPicPr>
          <p:cNvPr id="4" name="Content Placeholder 3" descr="machine-translation.jpg"/>
          <p:cNvPicPr>
            <a:picLocks noGrp="1" noChangeAspect="1"/>
          </p:cNvPicPr>
          <p:nvPr>
            <p:ph idx="1"/>
          </p:nvPr>
        </p:nvPicPr>
        <p:blipFill>
          <a:blip r:embed="rId2" cstate="print"/>
          <a:stretch>
            <a:fillRect/>
          </a:stretch>
        </p:blipFill>
        <p:spPr>
          <a:xfrm>
            <a:off x="7086600" y="609600"/>
            <a:ext cx="3200400" cy="1676400"/>
          </a:xfrm>
        </p:spPr>
      </p:pic>
      <p:sp>
        <p:nvSpPr>
          <p:cNvPr id="8" name="TextBox 7"/>
          <p:cNvSpPr txBox="1"/>
          <p:nvPr/>
        </p:nvSpPr>
        <p:spPr>
          <a:xfrm>
            <a:off x="2133600" y="2362200"/>
            <a:ext cx="7848600" cy="369332"/>
          </a:xfrm>
          <a:prstGeom prst="rect">
            <a:avLst/>
          </a:prstGeom>
          <a:noFill/>
        </p:spPr>
        <p:txBody>
          <a:bodyPr wrap="square" rtlCol="0">
            <a:spAutoFit/>
          </a:bodyPr>
          <a:lstStyle/>
          <a:p>
            <a:endParaRPr lang="en-US" dirty="0"/>
          </a:p>
        </p:txBody>
      </p:sp>
      <p:sp>
        <p:nvSpPr>
          <p:cNvPr id="9" name="TextBox 8"/>
          <p:cNvSpPr txBox="1"/>
          <p:nvPr/>
        </p:nvSpPr>
        <p:spPr>
          <a:xfrm>
            <a:off x="152400" y="2549324"/>
            <a:ext cx="7848600" cy="4616648"/>
          </a:xfrm>
          <a:prstGeom prst="rect">
            <a:avLst/>
          </a:prstGeom>
          <a:noFill/>
        </p:spPr>
        <p:txBody>
          <a:bodyPr wrap="square" rtlCol="0">
            <a:spAutoFit/>
          </a:bodyPr>
          <a:lstStyle/>
          <a:p>
            <a:pPr indent="-256032">
              <a:spcBef>
                <a:spcPts val="300"/>
              </a:spcBef>
              <a:buClr>
                <a:schemeClr val="accent3"/>
              </a:buClr>
              <a:buFont typeface="Georgia"/>
              <a:buChar char="•"/>
            </a:pPr>
            <a:r>
              <a:rPr lang="en-US" sz="1600" dirty="0">
                <a:solidFill>
                  <a:schemeClr val="bg1"/>
                </a:solidFill>
              </a:rPr>
              <a:t>Machine Translation (MT) is the task of automatically converting one natural language into another, preserving the meaning of the input text, and producing fluent text in the output language.</a:t>
            </a:r>
          </a:p>
          <a:p>
            <a:pPr indent="-256032">
              <a:spcBef>
                <a:spcPts val="300"/>
              </a:spcBef>
              <a:buClr>
                <a:schemeClr val="accent3"/>
              </a:buClr>
              <a:buFont typeface="Georgia"/>
              <a:buChar char="•"/>
            </a:pPr>
            <a:r>
              <a:rPr lang="en-US" sz="1600" dirty="0">
                <a:solidFill>
                  <a:schemeClr val="bg1"/>
                </a:solidFill>
              </a:rPr>
              <a:t>The human translation process may be described as:</a:t>
            </a:r>
          </a:p>
          <a:p>
            <a:pPr indent="-256032">
              <a:spcBef>
                <a:spcPts val="300"/>
              </a:spcBef>
              <a:buClr>
                <a:schemeClr val="accent3"/>
              </a:buClr>
              <a:buFont typeface="Georgia"/>
              <a:buChar char="•"/>
            </a:pPr>
            <a:r>
              <a:rPr lang="en-US" sz="1600" dirty="0">
                <a:solidFill>
                  <a:schemeClr val="bg1"/>
                </a:solidFill>
              </a:rPr>
              <a:t>Decoding the meaning of the source text</a:t>
            </a:r>
          </a:p>
          <a:p>
            <a:pPr indent="-256032">
              <a:spcBef>
                <a:spcPts val="300"/>
              </a:spcBef>
              <a:buClr>
                <a:schemeClr val="accent3"/>
              </a:buClr>
              <a:buFont typeface="Georgia"/>
              <a:buChar char="•"/>
            </a:pPr>
            <a:r>
              <a:rPr lang="en-US" sz="1600" dirty="0">
                <a:solidFill>
                  <a:schemeClr val="bg1"/>
                </a:solidFill>
              </a:rPr>
              <a:t>Re-encoding this meaning in the target language.</a:t>
            </a:r>
          </a:p>
          <a:p>
            <a:pPr indent="-256032">
              <a:spcBef>
                <a:spcPts val="300"/>
              </a:spcBef>
              <a:buClr>
                <a:schemeClr val="accent3"/>
              </a:buClr>
              <a:buFont typeface="Georgia"/>
              <a:buChar char="•"/>
            </a:pPr>
            <a:r>
              <a:rPr lang="en-US" sz="1600" dirty="0">
                <a:solidFill>
                  <a:schemeClr val="bg1"/>
                </a:solidFill>
              </a:rPr>
              <a:t>How to program a computer that will "understand" a text as a person</a:t>
            </a:r>
          </a:p>
          <a:p>
            <a:pPr indent="-256032">
              <a:spcBef>
                <a:spcPts val="300"/>
              </a:spcBef>
              <a:buClr>
                <a:schemeClr val="accent3"/>
              </a:buClr>
            </a:pPr>
            <a:r>
              <a:rPr lang="en-US" sz="1600" dirty="0">
                <a:solidFill>
                  <a:schemeClr val="bg1"/>
                </a:solidFill>
              </a:rPr>
              <a:t>     does, and that will "create" a new text in the target language that</a:t>
            </a:r>
          </a:p>
          <a:p>
            <a:pPr indent="-256032">
              <a:spcBef>
                <a:spcPts val="300"/>
              </a:spcBef>
              <a:buClr>
                <a:schemeClr val="accent3"/>
              </a:buClr>
            </a:pPr>
            <a:r>
              <a:rPr lang="en-US" sz="1600" dirty="0">
                <a:solidFill>
                  <a:schemeClr val="bg1"/>
                </a:solidFill>
              </a:rPr>
              <a:t>     sounds as if it has been written by a person?</a:t>
            </a:r>
          </a:p>
          <a:p>
            <a:pPr indent="-256032">
              <a:spcBef>
                <a:spcPts val="300"/>
              </a:spcBef>
              <a:buClr>
                <a:schemeClr val="accent3"/>
              </a:buClr>
            </a:pPr>
            <a:r>
              <a:rPr lang="en-US" sz="1600" dirty="0">
                <a:solidFill>
                  <a:schemeClr val="bg1"/>
                </a:solidFill>
                <a:sym typeface="Wingdings" pitchFamily="2" charset="2"/>
              </a:rPr>
              <a:t>     </a:t>
            </a:r>
            <a:r>
              <a:rPr lang="en-US" sz="1600" dirty="0">
                <a:solidFill>
                  <a:schemeClr val="bg1"/>
                </a:solidFill>
              </a:rPr>
              <a:t>Provide a general, though imperfect, approximation of the </a:t>
            </a:r>
          </a:p>
          <a:p>
            <a:pPr indent="-256032">
              <a:spcBef>
                <a:spcPts val="300"/>
              </a:spcBef>
              <a:buClr>
                <a:schemeClr val="accent3"/>
              </a:buClr>
            </a:pPr>
            <a:r>
              <a:rPr lang="en-US" sz="1600" dirty="0">
                <a:solidFill>
                  <a:schemeClr val="bg1"/>
                </a:solidFill>
              </a:rPr>
              <a:t>    original text, getting the "gist" of it (a process called "</a:t>
            </a:r>
            <a:r>
              <a:rPr lang="en-US" sz="1600" dirty="0" err="1">
                <a:solidFill>
                  <a:schemeClr val="bg1"/>
                </a:solidFill>
              </a:rPr>
              <a:t>gisting</a:t>
            </a:r>
            <a:r>
              <a:rPr lang="en-US" sz="1600" dirty="0">
                <a:solidFill>
                  <a:schemeClr val="bg1"/>
                </a:solidFill>
              </a:rPr>
              <a:t>"). </a:t>
            </a:r>
          </a:p>
          <a:p>
            <a:pPr indent="-256032">
              <a:spcBef>
                <a:spcPts val="300"/>
              </a:spcBef>
              <a:buClr>
                <a:schemeClr val="accent3"/>
              </a:buClr>
            </a:pPr>
            <a:r>
              <a:rPr lang="en-US" sz="1600" dirty="0">
                <a:solidFill>
                  <a:schemeClr val="bg1"/>
                </a:solidFill>
              </a:rPr>
              <a:t>    This is sufficient for many purposes, including making best use of </a:t>
            </a:r>
          </a:p>
          <a:p>
            <a:pPr indent="-256032">
              <a:spcBef>
                <a:spcPts val="300"/>
              </a:spcBef>
              <a:buClr>
                <a:schemeClr val="accent3"/>
              </a:buClr>
            </a:pPr>
            <a:r>
              <a:rPr lang="en-US" sz="1600" dirty="0">
                <a:solidFill>
                  <a:schemeClr val="bg1"/>
                </a:solidFill>
              </a:rPr>
              <a:t>     the finite and expensive time of a human translator, reserved for those cases in    </a:t>
            </a:r>
          </a:p>
          <a:p>
            <a:pPr indent="-256032">
              <a:spcBef>
                <a:spcPts val="300"/>
              </a:spcBef>
              <a:buClr>
                <a:schemeClr val="accent3"/>
              </a:buClr>
            </a:pPr>
            <a:r>
              <a:rPr lang="en-US" sz="1600" dirty="0">
                <a:solidFill>
                  <a:schemeClr val="bg1"/>
                </a:solidFill>
              </a:rPr>
              <a:t>    which total accuracy is indispensable.</a:t>
            </a:r>
          </a:p>
          <a:p>
            <a:endParaRPr lang="en-US" sz="1500" dirty="0">
              <a:solidFill>
                <a:schemeClr val="bg1"/>
              </a:solidFill>
            </a:endParaRPr>
          </a:p>
          <a:p>
            <a:pPr>
              <a:buFont typeface="Arial" pitchFamily="34" charset="0"/>
              <a:buChar char="•"/>
            </a:pPr>
            <a:endParaRPr lang="en-US" sz="1500" dirty="0">
              <a:solidFill>
                <a:schemeClr val="bg1"/>
              </a:solidFill>
            </a:endParaRPr>
          </a:p>
          <a:p>
            <a:pPr>
              <a:buFont typeface="Arial" pitchFamily="34" charset="0"/>
              <a:buChar char="•"/>
            </a:pPr>
            <a:endParaRPr lang="en-US" sz="1500" dirty="0">
              <a:solidFill>
                <a:schemeClr val="bg1"/>
              </a:solidFill>
            </a:endParaRPr>
          </a:p>
        </p:txBody>
      </p:sp>
      <p:pic>
        <p:nvPicPr>
          <p:cNvPr id="10" name="Picture 9" descr="machine-translation-process1.JPG"/>
          <p:cNvPicPr>
            <a:picLocks noChangeAspect="1"/>
          </p:cNvPicPr>
          <p:nvPr/>
        </p:nvPicPr>
        <p:blipFill>
          <a:blip r:embed="rId3" cstate="print"/>
          <a:stretch>
            <a:fillRect/>
          </a:stretch>
        </p:blipFill>
        <p:spPr>
          <a:xfrm>
            <a:off x="8686800" y="2895600"/>
            <a:ext cx="1981200" cy="39624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06780" y="304800"/>
            <a:ext cx="5613020" cy="1477328"/>
          </a:xfrm>
        </p:spPr>
        <p:txBody>
          <a:bodyPr/>
          <a:lstStyle/>
          <a:p>
            <a:r>
              <a:rPr lang="en-US" dirty="0"/>
              <a:t>Information Retrieval</a:t>
            </a:r>
          </a:p>
        </p:txBody>
      </p:sp>
      <p:sp>
        <p:nvSpPr>
          <p:cNvPr id="3" name="Content Placeholder 2"/>
          <p:cNvSpPr>
            <a:spLocks noGrp="1"/>
          </p:cNvSpPr>
          <p:nvPr>
            <p:ph idx="1"/>
          </p:nvPr>
        </p:nvSpPr>
        <p:spPr>
          <a:xfrm>
            <a:off x="430102" y="1263015"/>
            <a:ext cx="11375390" cy="2318385"/>
          </a:xfrm>
        </p:spPr>
        <p:txBody>
          <a:bodyPr>
            <a:normAutofit/>
          </a:bodyPr>
          <a:lstStyle/>
          <a:p>
            <a:r>
              <a:rPr lang="en-US" sz="1600" dirty="0">
                <a:solidFill>
                  <a:schemeClr val="bg1"/>
                </a:solidFill>
              </a:rPr>
              <a:t>The process of accessing and retrieving the most appropriate information from text  based on a particular query using context-based indexing or metadata.</a:t>
            </a:r>
          </a:p>
          <a:p>
            <a:r>
              <a:rPr lang="en-US" sz="1600" dirty="0">
                <a:solidFill>
                  <a:schemeClr val="bg1"/>
                </a:solidFill>
              </a:rPr>
              <a:t>Simply, Information retrieval addresses the problem of finding those documents whose content matches a user's request from among a large collection of documents. </a:t>
            </a:r>
          </a:p>
          <a:p>
            <a:endParaRPr lang="en-US" sz="1600" dirty="0"/>
          </a:p>
        </p:txBody>
      </p:sp>
      <p:graphicFrame>
        <p:nvGraphicFramePr>
          <p:cNvPr id="4" name="Diagram 3"/>
          <p:cNvGraphicFramePr/>
          <p:nvPr>
            <p:extLst>
              <p:ext uri="{D42A27DB-BD31-4B8C-83A1-F6EECF244321}">
                <p14:modId xmlns:p14="http://schemas.microsoft.com/office/powerpoint/2010/main" val="1344378351"/>
              </p:ext>
            </p:extLst>
          </p:nvPr>
        </p:nvGraphicFramePr>
        <p:xfrm>
          <a:off x="609600" y="2590800"/>
          <a:ext cx="5867400" cy="2743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392031" y="428148"/>
            <a:ext cx="5151519" cy="1477328"/>
          </a:xfrm>
        </p:spPr>
        <p:txBody>
          <a:bodyPr/>
          <a:lstStyle/>
          <a:p>
            <a:r>
              <a:rPr lang="en-US" dirty="0"/>
              <a:t>Sentiment Analysis</a:t>
            </a:r>
          </a:p>
        </p:txBody>
      </p:sp>
      <p:sp>
        <p:nvSpPr>
          <p:cNvPr id="3" name="Content Placeholder 2"/>
          <p:cNvSpPr>
            <a:spLocks noGrp="1"/>
          </p:cNvSpPr>
          <p:nvPr>
            <p:ph idx="1"/>
          </p:nvPr>
        </p:nvSpPr>
        <p:spPr>
          <a:xfrm>
            <a:off x="152400" y="2393633"/>
            <a:ext cx="11375390" cy="2318385"/>
          </a:xfrm>
        </p:spPr>
        <p:txBody>
          <a:bodyPr>
            <a:normAutofit/>
          </a:bodyPr>
          <a:lstStyle/>
          <a:p>
            <a:pPr>
              <a:buFont typeface="Courier New" pitchFamily="49" charset="0"/>
              <a:buChar char="o"/>
            </a:pPr>
            <a:r>
              <a:rPr lang="en-US" sz="1600" dirty="0">
                <a:solidFill>
                  <a:schemeClr val="bg1"/>
                </a:solidFill>
              </a:rPr>
              <a:t>The process of evaluating and determining the sentiment captured in a selection of text</a:t>
            </a:r>
          </a:p>
          <a:p>
            <a:pPr>
              <a:buFont typeface="Courier New" pitchFamily="49" charset="0"/>
              <a:buChar char="o"/>
            </a:pPr>
            <a:r>
              <a:rPr lang="en-US" sz="1600" dirty="0">
                <a:solidFill>
                  <a:schemeClr val="bg1"/>
                </a:solidFill>
              </a:rPr>
              <a:t>Sentiment defined as feeling or emotion. </a:t>
            </a:r>
          </a:p>
          <a:p>
            <a:pPr>
              <a:buFont typeface="Courier New" pitchFamily="49" charset="0"/>
              <a:buChar char="o"/>
            </a:pPr>
            <a:r>
              <a:rPr lang="en-US" sz="1600" dirty="0">
                <a:solidFill>
                  <a:schemeClr val="bg1"/>
                </a:solidFill>
              </a:rPr>
              <a:t>This sentiment can be simply </a:t>
            </a:r>
          </a:p>
          <a:p>
            <a:pPr>
              <a:buFont typeface="Arial" pitchFamily="34" charset="0"/>
              <a:buChar char="•"/>
            </a:pPr>
            <a:r>
              <a:rPr lang="en-US" sz="1600" dirty="0">
                <a:solidFill>
                  <a:schemeClr val="bg1"/>
                </a:solidFill>
              </a:rPr>
              <a:t>positive (happy)</a:t>
            </a:r>
          </a:p>
          <a:p>
            <a:r>
              <a:rPr lang="en-US" sz="1600" dirty="0">
                <a:solidFill>
                  <a:schemeClr val="bg1"/>
                </a:solidFill>
              </a:rPr>
              <a:t>negative (sad or angry)</a:t>
            </a:r>
          </a:p>
          <a:p>
            <a:r>
              <a:rPr lang="en-US" sz="1600" dirty="0">
                <a:solidFill>
                  <a:schemeClr val="bg1"/>
                </a:solidFill>
              </a:rPr>
              <a:t>Neutral</a:t>
            </a:r>
          </a:p>
          <a:p>
            <a:r>
              <a:rPr lang="en-US" sz="1600" dirty="0">
                <a:solidFill>
                  <a:schemeClr val="bg1"/>
                </a:solidFill>
              </a:rPr>
              <a:t>precise measurement along a scale, with neutral in the middle, and positive and negative increasing in either direction.</a:t>
            </a:r>
          </a:p>
        </p:txBody>
      </p:sp>
      <p:pic>
        <p:nvPicPr>
          <p:cNvPr id="8" name="Picture 7" descr="sentiment-analysis.jpg"/>
          <p:cNvPicPr>
            <a:picLocks noChangeAspect="1"/>
          </p:cNvPicPr>
          <p:nvPr/>
        </p:nvPicPr>
        <p:blipFill>
          <a:blip r:embed="rId2" cstate="print"/>
          <a:stretch>
            <a:fillRect/>
          </a:stretch>
        </p:blipFill>
        <p:spPr>
          <a:xfrm>
            <a:off x="6648450" y="609600"/>
            <a:ext cx="4019550" cy="1619250"/>
          </a:xfrm>
          <a:prstGeom prst="rect">
            <a:avLst/>
          </a:prstGeom>
        </p:spPr>
      </p:pic>
      <p:pic>
        <p:nvPicPr>
          <p:cNvPr id="9" name="Picture 8" descr="The-ML-process-of-the-sentences-sentiment-analysis.png"/>
          <p:cNvPicPr>
            <a:picLocks noChangeAspect="1"/>
          </p:cNvPicPr>
          <p:nvPr/>
        </p:nvPicPr>
        <p:blipFill>
          <a:blip r:embed="rId3" cstate="print"/>
          <a:stretch>
            <a:fillRect/>
          </a:stretch>
        </p:blipFill>
        <p:spPr>
          <a:xfrm>
            <a:off x="1828800" y="4724400"/>
            <a:ext cx="4438650" cy="1905000"/>
          </a:xfrm>
          <a:prstGeom prst="rect">
            <a:avLst/>
          </a:prstGeom>
        </p:spPr>
      </p:pic>
      <p:pic>
        <p:nvPicPr>
          <p:cNvPr id="11" name="Picture 2"/>
          <p:cNvPicPr>
            <a:picLocks noChangeAspect="1" noChangeArrowheads="1"/>
          </p:cNvPicPr>
          <p:nvPr/>
        </p:nvPicPr>
        <p:blipFill>
          <a:blip r:embed="rId4" cstate="print"/>
          <a:srcRect/>
          <a:stretch>
            <a:fillRect/>
          </a:stretch>
        </p:blipFill>
        <p:spPr bwMode="auto">
          <a:xfrm>
            <a:off x="6858000" y="4876801"/>
            <a:ext cx="3352800" cy="1495425"/>
          </a:xfrm>
          <a:prstGeom prst="rect">
            <a:avLst/>
          </a:prstGeom>
          <a:noFill/>
          <a:ln w="9525">
            <a:noFill/>
            <a:miter lim="800000"/>
            <a:headEnd/>
            <a:tailEnd/>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0986"/>
            <a:ext cx="6133694" cy="1477328"/>
          </a:xfrm>
        </p:spPr>
        <p:txBody>
          <a:bodyPr/>
          <a:lstStyle/>
          <a:p>
            <a:r>
              <a:rPr lang="en-US" dirty="0"/>
              <a:t>Information Extraction</a:t>
            </a:r>
          </a:p>
        </p:txBody>
      </p:sp>
      <p:sp>
        <p:nvSpPr>
          <p:cNvPr id="3" name="Content Placeholder 2"/>
          <p:cNvSpPr>
            <a:spLocks noGrp="1"/>
          </p:cNvSpPr>
          <p:nvPr>
            <p:ph idx="1"/>
          </p:nvPr>
        </p:nvSpPr>
        <p:spPr>
          <a:xfrm>
            <a:off x="206477" y="1125363"/>
            <a:ext cx="11375390" cy="2318385"/>
          </a:xfrm>
        </p:spPr>
        <p:txBody>
          <a:bodyPr>
            <a:normAutofit/>
          </a:bodyPr>
          <a:lstStyle/>
          <a:p>
            <a:r>
              <a:rPr lang="en-US" sz="1600" dirty="0">
                <a:solidFill>
                  <a:schemeClr val="bg1"/>
                </a:solidFill>
              </a:rPr>
              <a:t>Information extraction (IE) is the task of automatically extracting structured information from unstructured and/or semi-structured machine-readable documents.</a:t>
            </a:r>
          </a:p>
          <a:p>
            <a:endParaRPr lang="en-US" sz="1500" dirty="0">
              <a:solidFill>
                <a:schemeClr val="bg1"/>
              </a:solidFill>
            </a:endParaRPr>
          </a:p>
          <a:p>
            <a:endParaRPr lang="en-US" sz="1500" dirty="0">
              <a:solidFill>
                <a:schemeClr val="bg1"/>
              </a:solidFill>
            </a:endParaRPr>
          </a:p>
          <a:p>
            <a:endParaRPr lang="en-US" sz="1500" dirty="0">
              <a:solidFill>
                <a:schemeClr val="bg1"/>
              </a:solidFill>
            </a:endParaRPr>
          </a:p>
          <a:p>
            <a:endParaRPr lang="en-US" sz="1500" dirty="0">
              <a:solidFill>
                <a:schemeClr val="bg1"/>
              </a:solidFill>
            </a:endParaRPr>
          </a:p>
          <a:p>
            <a:endParaRPr lang="en-US" sz="1500" dirty="0">
              <a:solidFill>
                <a:schemeClr val="bg1"/>
              </a:solidFill>
            </a:endParaRPr>
          </a:p>
        </p:txBody>
      </p:sp>
      <p:pic>
        <p:nvPicPr>
          <p:cNvPr id="7" name="Picture 3"/>
          <p:cNvPicPr>
            <a:picLocks noChangeAspect="1" noChangeArrowheads="1"/>
          </p:cNvPicPr>
          <p:nvPr/>
        </p:nvPicPr>
        <p:blipFill>
          <a:blip r:embed="rId2" cstate="print"/>
          <a:srcRect/>
          <a:stretch>
            <a:fillRect/>
          </a:stretch>
        </p:blipFill>
        <p:spPr bwMode="auto">
          <a:xfrm>
            <a:off x="491613" y="2602691"/>
            <a:ext cx="5638800" cy="2800350"/>
          </a:xfrm>
          <a:prstGeom prst="rect">
            <a:avLst/>
          </a:prstGeom>
          <a:noFill/>
          <a:ln w="9525">
            <a:noFill/>
            <a:miter lim="800000"/>
            <a:headEnd/>
            <a:tailEnd/>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04800"/>
            <a:ext cx="7467600" cy="838200"/>
          </a:xfrm>
        </p:spPr>
        <p:txBody>
          <a:bodyPr/>
          <a:lstStyle/>
          <a:p>
            <a:r>
              <a:rPr lang="en-US" dirty="0"/>
              <a:t>Question Answering</a:t>
            </a:r>
          </a:p>
        </p:txBody>
      </p:sp>
      <p:sp>
        <p:nvSpPr>
          <p:cNvPr id="7" name="Content Placeholder 6"/>
          <p:cNvSpPr>
            <a:spLocks noGrp="1"/>
          </p:cNvSpPr>
          <p:nvPr>
            <p:ph idx="1"/>
          </p:nvPr>
        </p:nvSpPr>
        <p:spPr>
          <a:xfrm>
            <a:off x="228600" y="1158761"/>
            <a:ext cx="8229600" cy="4325112"/>
          </a:xfrm>
        </p:spPr>
        <p:txBody>
          <a:bodyPr>
            <a:normAutofit/>
          </a:bodyPr>
          <a:lstStyle/>
          <a:p>
            <a:r>
              <a:rPr lang="en-US" sz="1600" dirty="0">
                <a:solidFill>
                  <a:schemeClr val="bg1"/>
                </a:solidFill>
              </a:rPr>
              <a:t>ELIZA-First </a:t>
            </a:r>
            <a:r>
              <a:rPr lang="en-US" sz="1600" dirty="0" err="1">
                <a:solidFill>
                  <a:schemeClr val="bg1"/>
                </a:solidFill>
              </a:rPr>
              <a:t>Chatbot</a:t>
            </a:r>
            <a:r>
              <a:rPr lang="en-US" sz="1600" dirty="0">
                <a:solidFill>
                  <a:schemeClr val="bg1"/>
                </a:solidFill>
              </a:rPr>
              <a:t>-developed by Joseph </a:t>
            </a:r>
            <a:r>
              <a:rPr lang="en-US" sz="1600" dirty="0" err="1">
                <a:solidFill>
                  <a:schemeClr val="bg1"/>
                </a:solidFill>
              </a:rPr>
              <a:t>Weizenbaum</a:t>
            </a:r>
            <a:r>
              <a:rPr lang="en-US" sz="1600" dirty="0">
                <a:solidFill>
                  <a:schemeClr val="bg1"/>
                </a:solidFill>
              </a:rPr>
              <a:t>      </a:t>
            </a:r>
          </a:p>
          <a:p>
            <a:r>
              <a:rPr lang="en-US" sz="1600" dirty="0">
                <a:solidFill>
                  <a:schemeClr val="bg1"/>
                </a:solidFill>
              </a:rPr>
              <a:t>      http://psych.fullerton.edu/mbirnbaum/psych101/Eliza.htm</a:t>
            </a:r>
          </a:p>
          <a:p>
            <a:r>
              <a:rPr lang="en-US" sz="1600" dirty="0">
                <a:solidFill>
                  <a:schemeClr val="bg1"/>
                </a:solidFill>
              </a:rPr>
              <a:t>Question-answering systems are referred to as intelligent systems that can be used to provide responses for the questions being asked by the user based on certain facts or rules stored in the knowledge base.</a:t>
            </a:r>
          </a:p>
          <a:p>
            <a:r>
              <a:rPr lang="en-US" sz="1600" dirty="0">
                <a:solidFill>
                  <a:schemeClr val="bg1"/>
                </a:solidFill>
              </a:rPr>
              <a:t> So the accuracy of a question-answering system to provide a correct response depends on the rules or facts stored in the knowledge base.</a:t>
            </a:r>
          </a:p>
          <a:p>
            <a:endParaRPr lang="en-US" dirty="0">
              <a:solidFill>
                <a:schemeClr val="bg1"/>
              </a:solidFill>
            </a:endParaRPr>
          </a:p>
        </p:txBody>
      </p:sp>
      <p:sp>
        <p:nvSpPr>
          <p:cNvPr id="5" name="TextBox 4"/>
          <p:cNvSpPr txBox="1"/>
          <p:nvPr/>
        </p:nvSpPr>
        <p:spPr>
          <a:xfrm>
            <a:off x="36871" y="1158761"/>
            <a:ext cx="6096000" cy="2031325"/>
          </a:xfrm>
          <a:prstGeom prst="rect">
            <a:avLst/>
          </a:prstGeom>
          <a:noFill/>
        </p:spPr>
        <p:txBody>
          <a:bodyPr wrap="square" rtlCol="0">
            <a:spAutoFit/>
          </a:bodyPr>
          <a:lstStyle/>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p:txBody>
      </p:sp>
      <p:pic>
        <p:nvPicPr>
          <p:cNvPr id="6" name="Picture 5" descr="question-answering-system-architecture-2-Multilingual-Applications-of-Natural-Language.png"/>
          <p:cNvPicPr>
            <a:picLocks noChangeAspect="1"/>
          </p:cNvPicPr>
          <p:nvPr/>
        </p:nvPicPr>
        <p:blipFill>
          <a:blip r:embed="rId2" cstate="print"/>
          <a:stretch>
            <a:fillRect/>
          </a:stretch>
        </p:blipFill>
        <p:spPr>
          <a:xfrm>
            <a:off x="533400" y="3581400"/>
            <a:ext cx="4876800" cy="25146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304800" y="2653283"/>
            <a:ext cx="11887200" cy="76200"/>
          </a:xfrm>
          <a:prstGeom prst="rect">
            <a:avLst/>
          </a:prstGeom>
          <a:blipFill>
            <a:blip r:embed="rId2" cstate="print"/>
            <a:stretch>
              <a:fillRect/>
            </a:stretch>
          </a:blipFill>
        </p:spPr>
        <p:txBody>
          <a:bodyPr wrap="square" lIns="0" tIns="0" rIns="0" bIns="0" rtlCol="0"/>
          <a:lstStyle/>
          <a:p>
            <a:endParaRPr/>
          </a:p>
        </p:txBody>
      </p:sp>
      <p:sp>
        <p:nvSpPr>
          <p:cNvPr id="3" name="object 3"/>
          <p:cNvSpPr/>
          <p:nvPr/>
        </p:nvSpPr>
        <p:spPr>
          <a:xfrm>
            <a:off x="184404" y="4500371"/>
            <a:ext cx="6405880" cy="40005"/>
          </a:xfrm>
          <a:custGeom>
            <a:avLst/>
            <a:gdLst/>
            <a:ahLst/>
            <a:cxnLst/>
            <a:rect l="l" t="t" r="r" b="b"/>
            <a:pathLst>
              <a:path w="6405880" h="40004">
                <a:moveTo>
                  <a:pt x="0" y="39623"/>
                </a:moveTo>
                <a:lnTo>
                  <a:pt x="6405372" y="39623"/>
                </a:lnTo>
                <a:lnTo>
                  <a:pt x="6405372" y="0"/>
                </a:lnTo>
                <a:lnTo>
                  <a:pt x="0" y="0"/>
                </a:lnTo>
                <a:lnTo>
                  <a:pt x="0" y="39623"/>
                </a:lnTo>
                <a:close/>
              </a:path>
            </a:pathLst>
          </a:custGeom>
          <a:solidFill>
            <a:srgbClr val="00D9CE"/>
          </a:solidFill>
        </p:spPr>
        <p:txBody>
          <a:bodyPr wrap="square" lIns="0" tIns="0" rIns="0" bIns="0" rtlCol="0"/>
          <a:lstStyle/>
          <a:p>
            <a:endParaRPr/>
          </a:p>
        </p:txBody>
      </p:sp>
      <p:sp>
        <p:nvSpPr>
          <p:cNvPr id="5" name="object 5"/>
          <p:cNvSpPr txBox="1">
            <a:spLocks noGrp="1"/>
          </p:cNvSpPr>
          <p:nvPr>
            <p:ph type="title"/>
          </p:nvPr>
        </p:nvSpPr>
        <p:spPr>
          <a:xfrm>
            <a:off x="263753" y="204343"/>
            <a:ext cx="2903220" cy="513715"/>
          </a:xfrm>
          <a:prstGeom prst="rect">
            <a:avLst/>
          </a:prstGeom>
        </p:spPr>
        <p:txBody>
          <a:bodyPr vert="horz" wrap="square" lIns="0" tIns="12700" rIns="0" bIns="0" rtlCol="0">
            <a:spAutoFit/>
          </a:bodyPr>
          <a:lstStyle/>
          <a:p>
            <a:pPr marL="12700">
              <a:lnSpc>
                <a:spcPct val="100000"/>
              </a:lnSpc>
              <a:spcBef>
                <a:spcPts val="100"/>
              </a:spcBef>
            </a:pPr>
            <a:r>
              <a:rPr sz="3200" spc="-5" dirty="0"/>
              <a:t>Deep</a:t>
            </a:r>
            <a:r>
              <a:rPr sz="3200" spc="-45" dirty="0"/>
              <a:t> </a:t>
            </a:r>
            <a:r>
              <a:rPr sz="3200" spc="-10" dirty="0"/>
              <a:t>Learning</a:t>
            </a:r>
            <a:endParaRPr sz="3200"/>
          </a:p>
        </p:txBody>
      </p:sp>
      <p:grpSp>
        <p:nvGrpSpPr>
          <p:cNvPr id="6" name="object 6"/>
          <p:cNvGrpSpPr/>
          <p:nvPr/>
        </p:nvGrpSpPr>
        <p:grpSpPr>
          <a:xfrm>
            <a:off x="184404" y="1179575"/>
            <a:ext cx="11848465" cy="5674995"/>
            <a:chOff x="184404" y="1179575"/>
            <a:chExt cx="11848465" cy="5674995"/>
          </a:xfrm>
        </p:grpSpPr>
        <p:sp>
          <p:nvSpPr>
            <p:cNvPr id="7" name="object 7"/>
            <p:cNvSpPr/>
            <p:nvPr/>
          </p:nvSpPr>
          <p:spPr>
            <a:xfrm>
              <a:off x="11778996" y="6621777"/>
              <a:ext cx="253746" cy="232397"/>
            </a:xfrm>
            <a:prstGeom prst="rect">
              <a:avLst/>
            </a:prstGeom>
            <a:blipFill>
              <a:blip r:embed="rId3" cstate="print"/>
              <a:stretch>
                <a:fillRect/>
              </a:stretch>
            </a:blipFill>
          </p:spPr>
          <p:txBody>
            <a:bodyPr wrap="square" lIns="0" tIns="0" rIns="0" bIns="0" rtlCol="0"/>
            <a:lstStyle/>
            <a:p>
              <a:endParaRPr/>
            </a:p>
          </p:txBody>
        </p:sp>
        <p:sp>
          <p:nvSpPr>
            <p:cNvPr id="8" name="object 8"/>
            <p:cNvSpPr/>
            <p:nvPr/>
          </p:nvSpPr>
          <p:spPr>
            <a:xfrm>
              <a:off x="184404" y="1179575"/>
              <a:ext cx="7489190" cy="3321050"/>
            </a:xfrm>
            <a:custGeom>
              <a:avLst/>
              <a:gdLst/>
              <a:ahLst/>
              <a:cxnLst/>
              <a:rect l="l" t="t" r="r" b="b"/>
              <a:pathLst>
                <a:path w="7489190" h="3321050">
                  <a:moveTo>
                    <a:pt x="7488923" y="0"/>
                  </a:moveTo>
                  <a:lnTo>
                    <a:pt x="0" y="0"/>
                  </a:lnTo>
                  <a:lnTo>
                    <a:pt x="0" y="1563624"/>
                  </a:lnTo>
                  <a:lnTo>
                    <a:pt x="0" y="3320796"/>
                  </a:lnTo>
                  <a:lnTo>
                    <a:pt x="7488923" y="3320796"/>
                  </a:lnTo>
                  <a:lnTo>
                    <a:pt x="7488923" y="1563624"/>
                  </a:lnTo>
                  <a:lnTo>
                    <a:pt x="7488923" y="0"/>
                  </a:lnTo>
                  <a:close/>
                </a:path>
              </a:pathLst>
            </a:custGeom>
            <a:solidFill>
              <a:srgbClr val="0F1F58"/>
            </a:solidFill>
          </p:spPr>
          <p:txBody>
            <a:bodyPr wrap="square" lIns="0" tIns="0" rIns="0" bIns="0" rtlCol="0"/>
            <a:lstStyle/>
            <a:p>
              <a:endParaRPr/>
            </a:p>
          </p:txBody>
        </p:sp>
        <p:sp>
          <p:nvSpPr>
            <p:cNvPr id="9" name="object 9"/>
            <p:cNvSpPr/>
            <p:nvPr/>
          </p:nvSpPr>
          <p:spPr>
            <a:xfrm>
              <a:off x="6589775" y="2743200"/>
              <a:ext cx="5434965" cy="3837940"/>
            </a:xfrm>
            <a:custGeom>
              <a:avLst/>
              <a:gdLst/>
              <a:ahLst/>
              <a:cxnLst/>
              <a:rect l="l" t="t" r="r" b="b"/>
              <a:pathLst>
                <a:path w="5434965" h="3837940">
                  <a:moveTo>
                    <a:pt x="5434583" y="0"/>
                  </a:moveTo>
                  <a:lnTo>
                    <a:pt x="0" y="0"/>
                  </a:lnTo>
                  <a:lnTo>
                    <a:pt x="0" y="3837432"/>
                  </a:lnTo>
                  <a:lnTo>
                    <a:pt x="5434583" y="3837432"/>
                  </a:lnTo>
                  <a:lnTo>
                    <a:pt x="5434583" y="0"/>
                  </a:lnTo>
                  <a:close/>
                </a:path>
              </a:pathLst>
            </a:custGeom>
            <a:solidFill>
              <a:srgbClr val="152B77"/>
            </a:solidFill>
          </p:spPr>
          <p:txBody>
            <a:bodyPr wrap="square" lIns="0" tIns="0" rIns="0" bIns="0" rtlCol="0"/>
            <a:lstStyle/>
            <a:p>
              <a:endParaRPr/>
            </a:p>
          </p:txBody>
        </p:sp>
        <p:sp>
          <p:nvSpPr>
            <p:cNvPr id="10" name="object 10"/>
            <p:cNvSpPr/>
            <p:nvPr/>
          </p:nvSpPr>
          <p:spPr>
            <a:xfrm>
              <a:off x="6589775" y="2743200"/>
              <a:ext cx="5434965" cy="3837940"/>
            </a:xfrm>
            <a:custGeom>
              <a:avLst/>
              <a:gdLst/>
              <a:ahLst/>
              <a:cxnLst/>
              <a:rect l="l" t="t" r="r" b="b"/>
              <a:pathLst>
                <a:path w="5434965" h="3837940">
                  <a:moveTo>
                    <a:pt x="0" y="3837432"/>
                  </a:moveTo>
                  <a:lnTo>
                    <a:pt x="5434583" y="3837432"/>
                  </a:lnTo>
                  <a:lnTo>
                    <a:pt x="5434583" y="0"/>
                  </a:lnTo>
                  <a:lnTo>
                    <a:pt x="0" y="0"/>
                  </a:lnTo>
                  <a:lnTo>
                    <a:pt x="0" y="3837432"/>
                  </a:lnTo>
                  <a:close/>
                </a:path>
              </a:pathLst>
            </a:custGeom>
            <a:ln w="12700">
              <a:solidFill>
                <a:srgbClr val="00D9CE"/>
              </a:solidFill>
            </a:ln>
          </p:spPr>
          <p:txBody>
            <a:bodyPr wrap="square" lIns="0" tIns="0" rIns="0" bIns="0" rtlCol="0"/>
            <a:lstStyle/>
            <a:p>
              <a:endParaRPr/>
            </a:p>
          </p:txBody>
        </p:sp>
        <p:sp>
          <p:nvSpPr>
            <p:cNvPr id="11" name="object 11"/>
            <p:cNvSpPr/>
            <p:nvPr/>
          </p:nvSpPr>
          <p:spPr>
            <a:xfrm>
              <a:off x="2599943" y="1626107"/>
              <a:ext cx="3830574" cy="454913"/>
            </a:xfrm>
            <a:prstGeom prst="rect">
              <a:avLst/>
            </a:prstGeom>
            <a:blipFill>
              <a:blip r:embed="rId4" cstate="print"/>
              <a:stretch>
                <a:fillRect/>
              </a:stretch>
            </a:blipFill>
          </p:spPr>
          <p:txBody>
            <a:bodyPr wrap="square" lIns="0" tIns="0" rIns="0" bIns="0" rtlCol="0"/>
            <a:lstStyle/>
            <a:p>
              <a:endParaRPr/>
            </a:p>
          </p:txBody>
        </p:sp>
        <p:sp>
          <p:nvSpPr>
            <p:cNvPr id="12" name="object 12"/>
            <p:cNvSpPr/>
            <p:nvPr/>
          </p:nvSpPr>
          <p:spPr>
            <a:xfrm>
              <a:off x="1133856" y="1869947"/>
              <a:ext cx="5503926" cy="454913"/>
            </a:xfrm>
            <a:prstGeom prst="rect">
              <a:avLst/>
            </a:prstGeom>
            <a:blipFill>
              <a:blip r:embed="rId5" cstate="print"/>
              <a:stretch>
                <a:fillRect/>
              </a:stretch>
            </a:blipFill>
          </p:spPr>
          <p:txBody>
            <a:bodyPr wrap="square" lIns="0" tIns="0" rIns="0" bIns="0" rtlCol="0"/>
            <a:lstStyle/>
            <a:p>
              <a:endParaRPr/>
            </a:p>
          </p:txBody>
        </p:sp>
        <p:sp>
          <p:nvSpPr>
            <p:cNvPr id="13" name="object 13"/>
            <p:cNvSpPr/>
            <p:nvPr/>
          </p:nvSpPr>
          <p:spPr>
            <a:xfrm>
              <a:off x="1133856" y="3310127"/>
              <a:ext cx="5412486" cy="454914"/>
            </a:xfrm>
            <a:prstGeom prst="rect">
              <a:avLst/>
            </a:prstGeom>
            <a:blipFill>
              <a:blip r:embed="rId6" cstate="print"/>
              <a:stretch>
                <a:fillRect/>
              </a:stretch>
            </a:blipFill>
          </p:spPr>
          <p:txBody>
            <a:bodyPr wrap="square" lIns="0" tIns="0" rIns="0" bIns="0" rtlCol="0"/>
            <a:lstStyle/>
            <a:p>
              <a:endParaRPr/>
            </a:p>
          </p:txBody>
        </p:sp>
        <p:sp>
          <p:nvSpPr>
            <p:cNvPr id="14" name="object 14"/>
            <p:cNvSpPr/>
            <p:nvPr/>
          </p:nvSpPr>
          <p:spPr>
            <a:xfrm>
              <a:off x="1133856" y="3553968"/>
              <a:ext cx="5333238" cy="454914"/>
            </a:xfrm>
            <a:prstGeom prst="rect">
              <a:avLst/>
            </a:prstGeom>
            <a:blipFill>
              <a:blip r:embed="rId7" cstate="print"/>
              <a:stretch>
                <a:fillRect/>
              </a:stretch>
            </a:blipFill>
          </p:spPr>
          <p:txBody>
            <a:bodyPr wrap="square" lIns="0" tIns="0" rIns="0" bIns="0" rtlCol="0"/>
            <a:lstStyle/>
            <a:p>
              <a:endParaRPr/>
            </a:p>
          </p:txBody>
        </p:sp>
        <p:sp>
          <p:nvSpPr>
            <p:cNvPr id="15" name="object 15"/>
            <p:cNvSpPr/>
            <p:nvPr/>
          </p:nvSpPr>
          <p:spPr>
            <a:xfrm>
              <a:off x="1133856" y="3797808"/>
              <a:ext cx="983742" cy="454913"/>
            </a:xfrm>
            <a:prstGeom prst="rect">
              <a:avLst/>
            </a:prstGeom>
            <a:blipFill>
              <a:blip r:embed="rId8" cstate="print"/>
              <a:stretch>
                <a:fillRect/>
              </a:stretch>
            </a:blipFill>
          </p:spPr>
          <p:txBody>
            <a:bodyPr wrap="square" lIns="0" tIns="0" rIns="0" bIns="0" rtlCol="0"/>
            <a:lstStyle/>
            <a:p>
              <a:endParaRPr/>
            </a:p>
          </p:txBody>
        </p:sp>
        <p:sp>
          <p:nvSpPr>
            <p:cNvPr id="16" name="object 16"/>
            <p:cNvSpPr/>
            <p:nvPr/>
          </p:nvSpPr>
          <p:spPr>
            <a:xfrm>
              <a:off x="4047744" y="2180843"/>
              <a:ext cx="407682" cy="454913"/>
            </a:xfrm>
            <a:prstGeom prst="rect">
              <a:avLst/>
            </a:prstGeom>
            <a:blipFill>
              <a:blip r:embed="rId9" cstate="print"/>
              <a:stretch>
                <a:fillRect/>
              </a:stretch>
            </a:blipFill>
          </p:spPr>
          <p:txBody>
            <a:bodyPr wrap="square" lIns="0" tIns="0" rIns="0" bIns="0" rtlCol="0"/>
            <a:lstStyle/>
            <a:p>
              <a:endParaRPr/>
            </a:p>
          </p:txBody>
        </p:sp>
        <p:sp>
          <p:nvSpPr>
            <p:cNvPr id="17" name="object 17"/>
            <p:cNvSpPr/>
            <p:nvPr/>
          </p:nvSpPr>
          <p:spPr>
            <a:xfrm>
              <a:off x="445770" y="3426713"/>
              <a:ext cx="632460" cy="632460"/>
            </a:xfrm>
            <a:custGeom>
              <a:avLst/>
              <a:gdLst/>
              <a:ahLst/>
              <a:cxnLst/>
              <a:rect l="l" t="t" r="r" b="b"/>
              <a:pathLst>
                <a:path w="632460" h="632460">
                  <a:moveTo>
                    <a:pt x="316230" y="0"/>
                  </a:moveTo>
                  <a:lnTo>
                    <a:pt x="269499" y="3429"/>
                  </a:lnTo>
                  <a:lnTo>
                    <a:pt x="224898" y="13390"/>
                  </a:lnTo>
                  <a:lnTo>
                    <a:pt x="182914" y="29395"/>
                  </a:lnTo>
                  <a:lnTo>
                    <a:pt x="144038" y="50952"/>
                  </a:lnTo>
                  <a:lnTo>
                    <a:pt x="108759" y="77574"/>
                  </a:lnTo>
                  <a:lnTo>
                    <a:pt x="77565" y="108769"/>
                  </a:lnTo>
                  <a:lnTo>
                    <a:pt x="50946" y="144050"/>
                  </a:lnTo>
                  <a:lnTo>
                    <a:pt x="29390" y="182925"/>
                  </a:lnTo>
                  <a:lnTo>
                    <a:pt x="13388" y="224907"/>
                  </a:lnTo>
                  <a:lnTo>
                    <a:pt x="3428" y="269505"/>
                  </a:lnTo>
                  <a:lnTo>
                    <a:pt x="0" y="316230"/>
                  </a:lnTo>
                  <a:lnTo>
                    <a:pt x="3428" y="362954"/>
                  </a:lnTo>
                  <a:lnTo>
                    <a:pt x="13388" y="407552"/>
                  </a:lnTo>
                  <a:lnTo>
                    <a:pt x="29390" y="449534"/>
                  </a:lnTo>
                  <a:lnTo>
                    <a:pt x="50946" y="488409"/>
                  </a:lnTo>
                  <a:lnTo>
                    <a:pt x="77565" y="523690"/>
                  </a:lnTo>
                  <a:lnTo>
                    <a:pt x="108759" y="554885"/>
                  </a:lnTo>
                  <a:lnTo>
                    <a:pt x="144038" y="581507"/>
                  </a:lnTo>
                  <a:lnTo>
                    <a:pt x="182914" y="603064"/>
                  </a:lnTo>
                  <a:lnTo>
                    <a:pt x="224898" y="619069"/>
                  </a:lnTo>
                  <a:lnTo>
                    <a:pt x="269499" y="629030"/>
                  </a:lnTo>
                  <a:lnTo>
                    <a:pt x="316230" y="632460"/>
                  </a:lnTo>
                  <a:lnTo>
                    <a:pt x="362960" y="629030"/>
                  </a:lnTo>
                  <a:lnTo>
                    <a:pt x="407561" y="619069"/>
                  </a:lnTo>
                  <a:lnTo>
                    <a:pt x="449545" y="603064"/>
                  </a:lnTo>
                  <a:lnTo>
                    <a:pt x="488421" y="581507"/>
                  </a:lnTo>
                  <a:lnTo>
                    <a:pt x="523700" y="554885"/>
                  </a:lnTo>
                  <a:lnTo>
                    <a:pt x="554894" y="523690"/>
                  </a:lnTo>
                  <a:lnTo>
                    <a:pt x="581513" y="488409"/>
                  </a:lnTo>
                  <a:lnTo>
                    <a:pt x="603069" y="449534"/>
                  </a:lnTo>
                  <a:lnTo>
                    <a:pt x="619071" y="407552"/>
                  </a:lnTo>
                  <a:lnTo>
                    <a:pt x="629031" y="362954"/>
                  </a:lnTo>
                  <a:lnTo>
                    <a:pt x="632460" y="316230"/>
                  </a:lnTo>
                  <a:lnTo>
                    <a:pt x="629031" y="269505"/>
                  </a:lnTo>
                  <a:lnTo>
                    <a:pt x="619071" y="224907"/>
                  </a:lnTo>
                  <a:lnTo>
                    <a:pt x="603069" y="182925"/>
                  </a:lnTo>
                  <a:lnTo>
                    <a:pt x="581513" y="144050"/>
                  </a:lnTo>
                  <a:lnTo>
                    <a:pt x="554894" y="108769"/>
                  </a:lnTo>
                  <a:lnTo>
                    <a:pt x="523700" y="77574"/>
                  </a:lnTo>
                  <a:lnTo>
                    <a:pt x="488421" y="50952"/>
                  </a:lnTo>
                  <a:lnTo>
                    <a:pt x="449545" y="29395"/>
                  </a:lnTo>
                  <a:lnTo>
                    <a:pt x="407561" y="13390"/>
                  </a:lnTo>
                  <a:lnTo>
                    <a:pt x="362960" y="3429"/>
                  </a:lnTo>
                  <a:lnTo>
                    <a:pt x="316230" y="0"/>
                  </a:lnTo>
                  <a:close/>
                </a:path>
              </a:pathLst>
            </a:custGeom>
            <a:solidFill>
              <a:srgbClr val="0F1F58"/>
            </a:solidFill>
          </p:spPr>
          <p:txBody>
            <a:bodyPr wrap="square" lIns="0" tIns="0" rIns="0" bIns="0" rtlCol="0"/>
            <a:lstStyle/>
            <a:p>
              <a:endParaRPr/>
            </a:p>
          </p:txBody>
        </p:sp>
        <p:sp>
          <p:nvSpPr>
            <p:cNvPr id="18" name="object 18"/>
            <p:cNvSpPr/>
            <p:nvPr/>
          </p:nvSpPr>
          <p:spPr>
            <a:xfrm>
              <a:off x="445770" y="3426713"/>
              <a:ext cx="632460" cy="632460"/>
            </a:xfrm>
            <a:custGeom>
              <a:avLst/>
              <a:gdLst/>
              <a:ahLst/>
              <a:cxnLst/>
              <a:rect l="l" t="t" r="r" b="b"/>
              <a:pathLst>
                <a:path w="632460" h="632460">
                  <a:moveTo>
                    <a:pt x="0" y="316230"/>
                  </a:moveTo>
                  <a:lnTo>
                    <a:pt x="3428" y="269505"/>
                  </a:lnTo>
                  <a:lnTo>
                    <a:pt x="13388" y="224907"/>
                  </a:lnTo>
                  <a:lnTo>
                    <a:pt x="29390" y="182925"/>
                  </a:lnTo>
                  <a:lnTo>
                    <a:pt x="50946" y="144050"/>
                  </a:lnTo>
                  <a:lnTo>
                    <a:pt x="77565" y="108769"/>
                  </a:lnTo>
                  <a:lnTo>
                    <a:pt x="108759" y="77574"/>
                  </a:lnTo>
                  <a:lnTo>
                    <a:pt x="144038" y="50952"/>
                  </a:lnTo>
                  <a:lnTo>
                    <a:pt x="182914" y="29395"/>
                  </a:lnTo>
                  <a:lnTo>
                    <a:pt x="224898" y="13390"/>
                  </a:lnTo>
                  <a:lnTo>
                    <a:pt x="269499" y="3429"/>
                  </a:lnTo>
                  <a:lnTo>
                    <a:pt x="316230" y="0"/>
                  </a:lnTo>
                  <a:lnTo>
                    <a:pt x="362960" y="3429"/>
                  </a:lnTo>
                  <a:lnTo>
                    <a:pt x="407561" y="13390"/>
                  </a:lnTo>
                  <a:lnTo>
                    <a:pt x="449545" y="29395"/>
                  </a:lnTo>
                  <a:lnTo>
                    <a:pt x="488421" y="50952"/>
                  </a:lnTo>
                  <a:lnTo>
                    <a:pt x="523700" y="77574"/>
                  </a:lnTo>
                  <a:lnTo>
                    <a:pt x="554894" y="108769"/>
                  </a:lnTo>
                  <a:lnTo>
                    <a:pt x="581513" y="144050"/>
                  </a:lnTo>
                  <a:lnTo>
                    <a:pt x="603069" y="182925"/>
                  </a:lnTo>
                  <a:lnTo>
                    <a:pt x="619071" y="224907"/>
                  </a:lnTo>
                  <a:lnTo>
                    <a:pt x="629031" y="269505"/>
                  </a:lnTo>
                  <a:lnTo>
                    <a:pt x="632460" y="316230"/>
                  </a:lnTo>
                  <a:lnTo>
                    <a:pt x="629031" y="362954"/>
                  </a:lnTo>
                  <a:lnTo>
                    <a:pt x="619071" y="407552"/>
                  </a:lnTo>
                  <a:lnTo>
                    <a:pt x="603069" y="449534"/>
                  </a:lnTo>
                  <a:lnTo>
                    <a:pt x="581513" y="488409"/>
                  </a:lnTo>
                  <a:lnTo>
                    <a:pt x="554894" y="523690"/>
                  </a:lnTo>
                  <a:lnTo>
                    <a:pt x="523700" y="554885"/>
                  </a:lnTo>
                  <a:lnTo>
                    <a:pt x="488421" y="581507"/>
                  </a:lnTo>
                  <a:lnTo>
                    <a:pt x="449545" y="603064"/>
                  </a:lnTo>
                  <a:lnTo>
                    <a:pt x="407561" y="619069"/>
                  </a:lnTo>
                  <a:lnTo>
                    <a:pt x="362960" y="629030"/>
                  </a:lnTo>
                  <a:lnTo>
                    <a:pt x="316230" y="632460"/>
                  </a:lnTo>
                  <a:lnTo>
                    <a:pt x="269499" y="629030"/>
                  </a:lnTo>
                  <a:lnTo>
                    <a:pt x="224898" y="619069"/>
                  </a:lnTo>
                  <a:lnTo>
                    <a:pt x="182914" y="603064"/>
                  </a:lnTo>
                  <a:lnTo>
                    <a:pt x="144038" y="581507"/>
                  </a:lnTo>
                  <a:lnTo>
                    <a:pt x="108759" y="554885"/>
                  </a:lnTo>
                  <a:lnTo>
                    <a:pt x="77565" y="523690"/>
                  </a:lnTo>
                  <a:lnTo>
                    <a:pt x="50946" y="488409"/>
                  </a:lnTo>
                  <a:lnTo>
                    <a:pt x="29390" y="449534"/>
                  </a:lnTo>
                  <a:lnTo>
                    <a:pt x="13388" y="407552"/>
                  </a:lnTo>
                  <a:lnTo>
                    <a:pt x="3428" y="362954"/>
                  </a:lnTo>
                  <a:lnTo>
                    <a:pt x="0" y="316230"/>
                  </a:lnTo>
                  <a:close/>
                </a:path>
              </a:pathLst>
            </a:custGeom>
            <a:ln w="3175">
              <a:solidFill>
                <a:srgbClr val="FF8E01"/>
              </a:solidFill>
            </a:ln>
          </p:spPr>
          <p:txBody>
            <a:bodyPr wrap="square" lIns="0" tIns="0" rIns="0" bIns="0" rtlCol="0"/>
            <a:lstStyle/>
            <a:p>
              <a:endParaRPr/>
            </a:p>
          </p:txBody>
        </p:sp>
        <p:sp>
          <p:nvSpPr>
            <p:cNvPr id="19" name="object 19"/>
            <p:cNvSpPr/>
            <p:nvPr/>
          </p:nvSpPr>
          <p:spPr>
            <a:xfrm>
              <a:off x="478536" y="3459480"/>
              <a:ext cx="565785" cy="565785"/>
            </a:xfrm>
            <a:custGeom>
              <a:avLst/>
              <a:gdLst/>
              <a:ahLst/>
              <a:cxnLst/>
              <a:rect l="l" t="t" r="r" b="b"/>
              <a:pathLst>
                <a:path w="565785" h="565785">
                  <a:moveTo>
                    <a:pt x="282702" y="0"/>
                  </a:moveTo>
                  <a:lnTo>
                    <a:pt x="236845" y="3701"/>
                  </a:lnTo>
                  <a:lnTo>
                    <a:pt x="193345" y="14417"/>
                  </a:lnTo>
                  <a:lnTo>
                    <a:pt x="152783" y="31563"/>
                  </a:lnTo>
                  <a:lnTo>
                    <a:pt x="115741" y="54559"/>
                  </a:lnTo>
                  <a:lnTo>
                    <a:pt x="82800" y="82819"/>
                  </a:lnTo>
                  <a:lnTo>
                    <a:pt x="54544" y="115763"/>
                  </a:lnTo>
                  <a:lnTo>
                    <a:pt x="31554" y="152805"/>
                  </a:lnTo>
                  <a:lnTo>
                    <a:pt x="14412" y="193365"/>
                  </a:lnTo>
                  <a:lnTo>
                    <a:pt x="3700" y="236858"/>
                  </a:lnTo>
                  <a:lnTo>
                    <a:pt x="0" y="282702"/>
                  </a:lnTo>
                  <a:lnTo>
                    <a:pt x="3700" y="328545"/>
                  </a:lnTo>
                  <a:lnTo>
                    <a:pt x="14412" y="372038"/>
                  </a:lnTo>
                  <a:lnTo>
                    <a:pt x="31554" y="412598"/>
                  </a:lnTo>
                  <a:lnTo>
                    <a:pt x="54544" y="449640"/>
                  </a:lnTo>
                  <a:lnTo>
                    <a:pt x="82800" y="482584"/>
                  </a:lnTo>
                  <a:lnTo>
                    <a:pt x="115741" y="510844"/>
                  </a:lnTo>
                  <a:lnTo>
                    <a:pt x="152783" y="533840"/>
                  </a:lnTo>
                  <a:lnTo>
                    <a:pt x="193345" y="550986"/>
                  </a:lnTo>
                  <a:lnTo>
                    <a:pt x="236845" y="561702"/>
                  </a:lnTo>
                  <a:lnTo>
                    <a:pt x="282702" y="565404"/>
                  </a:lnTo>
                  <a:lnTo>
                    <a:pt x="328558" y="561702"/>
                  </a:lnTo>
                  <a:lnTo>
                    <a:pt x="372058" y="550986"/>
                  </a:lnTo>
                  <a:lnTo>
                    <a:pt x="412620" y="533840"/>
                  </a:lnTo>
                  <a:lnTo>
                    <a:pt x="449662" y="510844"/>
                  </a:lnTo>
                  <a:lnTo>
                    <a:pt x="482603" y="482584"/>
                  </a:lnTo>
                  <a:lnTo>
                    <a:pt x="510859" y="449640"/>
                  </a:lnTo>
                  <a:lnTo>
                    <a:pt x="533849" y="412598"/>
                  </a:lnTo>
                  <a:lnTo>
                    <a:pt x="550991" y="372038"/>
                  </a:lnTo>
                  <a:lnTo>
                    <a:pt x="561703" y="328545"/>
                  </a:lnTo>
                  <a:lnTo>
                    <a:pt x="565404" y="282702"/>
                  </a:lnTo>
                  <a:lnTo>
                    <a:pt x="561703" y="236858"/>
                  </a:lnTo>
                  <a:lnTo>
                    <a:pt x="550991" y="193365"/>
                  </a:lnTo>
                  <a:lnTo>
                    <a:pt x="533849" y="152805"/>
                  </a:lnTo>
                  <a:lnTo>
                    <a:pt x="510859" y="115763"/>
                  </a:lnTo>
                  <a:lnTo>
                    <a:pt x="482603" y="82819"/>
                  </a:lnTo>
                  <a:lnTo>
                    <a:pt x="449662" y="54559"/>
                  </a:lnTo>
                  <a:lnTo>
                    <a:pt x="412620" y="31563"/>
                  </a:lnTo>
                  <a:lnTo>
                    <a:pt x="372058" y="14417"/>
                  </a:lnTo>
                  <a:lnTo>
                    <a:pt x="328558" y="3701"/>
                  </a:lnTo>
                  <a:lnTo>
                    <a:pt x="282702" y="0"/>
                  </a:lnTo>
                  <a:close/>
                </a:path>
              </a:pathLst>
            </a:custGeom>
            <a:solidFill>
              <a:srgbClr val="FF8E01"/>
            </a:solidFill>
          </p:spPr>
          <p:txBody>
            <a:bodyPr wrap="square" lIns="0" tIns="0" rIns="0" bIns="0" rtlCol="0"/>
            <a:lstStyle/>
            <a:p>
              <a:endParaRPr/>
            </a:p>
          </p:txBody>
        </p:sp>
        <p:sp>
          <p:nvSpPr>
            <p:cNvPr id="20" name="object 20"/>
            <p:cNvSpPr/>
            <p:nvPr/>
          </p:nvSpPr>
          <p:spPr>
            <a:xfrm>
              <a:off x="611124" y="3593591"/>
              <a:ext cx="300355" cy="220979"/>
            </a:xfrm>
            <a:custGeom>
              <a:avLst/>
              <a:gdLst/>
              <a:ahLst/>
              <a:cxnLst/>
              <a:rect l="l" t="t" r="r" b="b"/>
              <a:pathLst>
                <a:path w="300355" h="220979">
                  <a:moveTo>
                    <a:pt x="43624" y="91313"/>
                  </a:moveTo>
                  <a:lnTo>
                    <a:pt x="43116" y="86487"/>
                  </a:lnTo>
                  <a:lnTo>
                    <a:pt x="37922" y="81788"/>
                  </a:lnTo>
                  <a:lnTo>
                    <a:pt x="35394" y="80772"/>
                  </a:lnTo>
                  <a:lnTo>
                    <a:pt x="28041" y="80772"/>
                  </a:lnTo>
                  <a:lnTo>
                    <a:pt x="23977" y="83820"/>
                  </a:lnTo>
                  <a:lnTo>
                    <a:pt x="22123" y="92456"/>
                  </a:lnTo>
                  <a:lnTo>
                    <a:pt x="24612" y="96647"/>
                  </a:lnTo>
                  <a:lnTo>
                    <a:pt x="33337" y="100076"/>
                  </a:lnTo>
                  <a:lnTo>
                    <a:pt x="38379" y="98679"/>
                  </a:lnTo>
                  <a:lnTo>
                    <a:pt x="43624" y="91313"/>
                  </a:lnTo>
                  <a:close/>
                </a:path>
                <a:path w="300355" h="220979">
                  <a:moveTo>
                    <a:pt x="46672" y="144653"/>
                  </a:moveTo>
                  <a:lnTo>
                    <a:pt x="46151" y="139827"/>
                  </a:lnTo>
                  <a:lnTo>
                    <a:pt x="40957" y="135128"/>
                  </a:lnTo>
                  <a:lnTo>
                    <a:pt x="38430" y="134112"/>
                  </a:lnTo>
                  <a:lnTo>
                    <a:pt x="31076" y="134112"/>
                  </a:lnTo>
                  <a:lnTo>
                    <a:pt x="27012" y="137160"/>
                  </a:lnTo>
                  <a:lnTo>
                    <a:pt x="25184" y="145796"/>
                  </a:lnTo>
                  <a:lnTo>
                    <a:pt x="27660" y="149987"/>
                  </a:lnTo>
                  <a:lnTo>
                    <a:pt x="36398" y="153416"/>
                  </a:lnTo>
                  <a:lnTo>
                    <a:pt x="41427" y="152019"/>
                  </a:lnTo>
                  <a:lnTo>
                    <a:pt x="46672" y="144653"/>
                  </a:lnTo>
                  <a:close/>
                </a:path>
                <a:path w="300355" h="220979">
                  <a:moveTo>
                    <a:pt x="46672" y="37338"/>
                  </a:moveTo>
                  <a:lnTo>
                    <a:pt x="46164" y="32131"/>
                  </a:lnTo>
                  <a:lnTo>
                    <a:pt x="40957" y="26924"/>
                  </a:lnTo>
                  <a:lnTo>
                    <a:pt x="38442" y="25908"/>
                  </a:lnTo>
                  <a:lnTo>
                    <a:pt x="31089" y="25908"/>
                  </a:lnTo>
                  <a:lnTo>
                    <a:pt x="27012" y="29210"/>
                  </a:lnTo>
                  <a:lnTo>
                    <a:pt x="25184" y="38481"/>
                  </a:lnTo>
                  <a:lnTo>
                    <a:pt x="27660" y="43180"/>
                  </a:lnTo>
                  <a:lnTo>
                    <a:pt x="36398" y="46736"/>
                  </a:lnTo>
                  <a:lnTo>
                    <a:pt x="41427" y="45212"/>
                  </a:lnTo>
                  <a:lnTo>
                    <a:pt x="46672" y="37338"/>
                  </a:lnTo>
                  <a:close/>
                </a:path>
                <a:path w="300355" h="220979">
                  <a:moveTo>
                    <a:pt x="147828" y="92964"/>
                  </a:moveTo>
                  <a:lnTo>
                    <a:pt x="141732" y="71628"/>
                  </a:lnTo>
                  <a:lnTo>
                    <a:pt x="135636" y="92964"/>
                  </a:lnTo>
                  <a:lnTo>
                    <a:pt x="147828" y="92964"/>
                  </a:lnTo>
                  <a:close/>
                </a:path>
                <a:path w="300355" h="220979">
                  <a:moveTo>
                    <a:pt x="275285" y="140335"/>
                  </a:moveTo>
                  <a:lnTo>
                    <a:pt x="267550" y="133223"/>
                  </a:lnTo>
                  <a:lnTo>
                    <a:pt x="261277" y="133223"/>
                  </a:lnTo>
                  <a:lnTo>
                    <a:pt x="253542" y="140335"/>
                  </a:lnTo>
                  <a:lnTo>
                    <a:pt x="253542" y="146177"/>
                  </a:lnTo>
                  <a:lnTo>
                    <a:pt x="261277" y="153289"/>
                  </a:lnTo>
                  <a:lnTo>
                    <a:pt x="267550" y="153289"/>
                  </a:lnTo>
                  <a:lnTo>
                    <a:pt x="275285" y="146177"/>
                  </a:lnTo>
                  <a:lnTo>
                    <a:pt x="275285" y="140335"/>
                  </a:lnTo>
                  <a:close/>
                </a:path>
                <a:path w="300355" h="220979">
                  <a:moveTo>
                    <a:pt x="275285" y="32639"/>
                  </a:moveTo>
                  <a:lnTo>
                    <a:pt x="267550" y="24892"/>
                  </a:lnTo>
                  <a:lnTo>
                    <a:pt x="261277" y="24892"/>
                  </a:lnTo>
                  <a:lnTo>
                    <a:pt x="253542" y="32639"/>
                  </a:lnTo>
                  <a:lnTo>
                    <a:pt x="253542" y="38989"/>
                  </a:lnTo>
                  <a:lnTo>
                    <a:pt x="261277" y="46736"/>
                  </a:lnTo>
                  <a:lnTo>
                    <a:pt x="267550" y="46736"/>
                  </a:lnTo>
                  <a:lnTo>
                    <a:pt x="275285" y="38989"/>
                  </a:lnTo>
                  <a:lnTo>
                    <a:pt x="275285" y="32639"/>
                  </a:lnTo>
                  <a:close/>
                </a:path>
                <a:path w="300355" h="220979">
                  <a:moveTo>
                    <a:pt x="278104" y="87376"/>
                  </a:moveTo>
                  <a:lnTo>
                    <a:pt x="275615" y="83185"/>
                  </a:lnTo>
                  <a:lnTo>
                    <a:pt x="266890" y="79756"/>
                  </a:lnTo>
                  <a:lnTo>
                    <a:pt x="261848" y="81153"/>
                  </a:lnTo>
                  <a:lnTo>
                    <a:pt x="256603" y="88519"/>
                  </a:lnTo>
                  <a:lnTo>
                    <a:pt x="257111" y="93345"/>
                  </a:lnTo>
                  <a:lnTo>
                    <a:pt x="262305" y="98044"/>
                  </a:lnTo>
                  <a:lnTo>
                    <a:pt x="264833" y="99060"/>
                  </a:lnTo>
                  <a:lnTo>
                    <a:pt x="272186" y="99060"/>
                  </a:lnTo>
                  <a:lnTo>
                    <a:pt x="276250" y="96012"/>
                  </a:lnTo>
                  <a:lnTo>
                    <a:pt x="278104" y="87376"/>
                  </a:lnTo>
                  <a:close/>
                </a:path>
                <a:path w="300355" h="220979">
                  <a:moveTo>
                    <a:pt x="300228" y="188976"/>
                  </a:moveTo>
                  <a:lnTo>
                    <a:pt x="0" y="188976"/>
                  </a:lnTo>
                  <a:lnTo>
                    <a:pt x="12" y="213360"/>
                  </a:lnTo>
                  <a:lnTo>
                    <a:pt x="7594" y="220980"/>
                  </a:lnTo>
                  <a:lnTo>
                    <a:pt x="292633" y="220980"/>
                  </a:lnTo>
                  <a:lnTo>
                    <a:pt x="300215" y="213360"/>
                  </a:lnTo>
                  <a:lnTo>
                    <a:pt x="300228" y="188976"/>
                  </a:lnTo>
                  <a:close/>
                </a:path>
                <a:path w="300355" h="220979">
                  <a:moveTo>
                    <a:pt x="300228" y="179832"/>
                  </a:moveTo>
                  <a:lnTo>
                    <a:pt x="300215" y="161163"/>
                  </a:lnTo>
                  <a:lnTo>
                    <a:pt x="300215" y="125095"/>
                  </a:lnTo>
                  <a:lnTo>
                    <a:pt x="300215" y="107950"/>
                  </a:lnTo>
                  <a:lnTo>
                    <a:pt x="300215" y="71882"/>
                  </a:lnTo>
                  <a:lnTo>
                    <a:pt x="300215" y="56515"/>
                  </a:lnTo>
                  <a:lnTo>
                    <a:pt x="300215" y="18415"/>
                  </a:lnTo>
                  <a:lnTo>
                    <a:pt x="300215" y="7493"/>
                  </a:lnTo>
                  <a:lnTo>
                    <a:pt x="292633" y="0"/>
                  </a:lnTo>
                  <a:lnTo>
                    <a:pt x="285877" y="0"/>
                  </a:lnTo>
                  <a:lnTo>
                    <a:pt x="285877" y="80772"/>
                  </a:lnTo>
                  <a:lnTo>
                    <a:pt x="285877" y="99060"/>
                  </a:lnTo>
                  <a:lnTo>
                    <a:pt x="278968" y="106807"/>
                  </a:lnTo>
                  <a:lnTo>
                    <a:pt x="269773" y="107950"/>
                  </a:lnTo>
                  <a:lnTo>
                    <a:pt x="263080" y="107569"/>
                  </a:lnTo>
                  <a:lnTo>
                    <a:pt x="257149" y="104902"/>
                  </a:lnTo>
                  <a:lnTo>
                    <a:pt x="252539" y="100342"/>
                  </a:lnTo>
                  <a:lnTo>
                    <a:pt x="249770" y="94234"/>
                  </a:lnTo>
                  <a:lnTo>
                    <a:pt x="216192" y="94234"/>
                  </a:lnTo>
                  <a:lnTo>
                    <a:pt x="216090" y="95631"/>
                  </a:lnTo>
                  <a:lnTo>
                    <a:pt x="215519" y="101219"/>
                  </a:lnTo>
                  <a:lnTo>
                    <a:pt x="214503" y="106045"/>
                  </a:lnTo>
                  <a:lnTo>
                    <a:pt x="212979" y="110617"/>
                  </a:lnTo>
                  <a:lnTo>
                    <a:pt x="215544" y="110617"/>
                  </a:lnTo>
                  <a:lnTo>
                    <a:pt x="234111" y="134493"/>
                  </a:lnTo>
                  <a:lnTo>
                    <a:pt x="238493" y="138811"/>
                  </a:lnTo>
                  <a:lnTo>
                    <a:pt x="246646" y="138811"/>
                  </a:lnTo>
                  <a:lnTo>
                    <a:pt x="249402" y="132765"/>
                  </a:lnTo>
                  <a:lnTo>
                    <a:pt x="254025" y="128193"/>
                  </a:lnTo>
                  <a:lnTo>
                    <a:pt x="259943" y="125514"/>
                  </a:lnTo>
                  <a:lnTo>
                    <a:pt x="266636" y="125095"/>
                  </a:lnTo>
                  <a:lnTo>
                    <a:pt x="275844" y="126238"/>
                  </a:lnTo>
                  <a:lnTo>
                    <a:pt x="282752" y="133985"/>
                  </a:lnTo>
                  <a:lnTo>
                    <a:pt x="282752" y="152400"/>
                  </a:lnTo>
                  <a:lnTo>
                    <a:pt x="275844" y="160147"/>
                  </a:lnTo>
                  <a:lnTo>
                    <a:pt x="266636" y="161163"/>
                  </a:lnTo>
                  <a:lnTo>
                    <a:pt x="259943" y="160782"/>
                  </a:lnTo>
                  <a:lnTo>
                    <a:pt x="254025" y="158115"/>
                  </a:lnTo>
                  <a:lnTo>
                    <a:pt x="251574" y="155702"/>
                  </a:lnTo>
                  <a:lnTo>
                    <a:pt x="249402" y="153555"/>
                  </a:lnTo>
                  <a:lnTo>
                    <a:pt x="246646" y="147447"/>
                  </a:lnTo>
                  <a:lnTo>
                    <a:pt x="243916" y="147447"/>
                  </a:lnTo>
                  <a:lnTo>
                    <a:pt x="225336" y="123698"/>
                  </a:lnTo>
                  <a:lnTo>
                    <a:pt x="220954" y="119380"/>
                  </a:lnTo>
                  <a:lnTo>
                    <a:pt x="209359" y="119380"/>
                  </a:lnTo>
                  <a:lnTo>
                    <a:pt x="198907" y="134442"/>
                  </a:lnTo>
                  <a:lnTo>
                    <a:pt x="184950" y="145884"/>
                  </a:lnTo>
                  <a:lnTo>
                    <a:pt x="168402" y="153162"/>
                  </a:lnTo>
                  <a:lnTo>
                    <a:pt x="150139" y="155702"/>
                  </a:lnTo>
                  <a:lnTo>
                    <a:pt x="145732" y="155702"/>
                  </a:lnTo>
                  <a:lnTo>
                    <a:pt x="100050" y="133223"/>
                  </a:lnTo>
                  <a:lnTo>
                    <a:pt x="90703" y="119380"/>
                  </a:lnTo>
                  <a:lnTo>
                    <a:pt x="79273" y="119380"/>
                  </a:lnTo>
                  <a:lnTo>
                    <a:pt x="74891" y="123698"/>
                  </a:lnTo>
                  <a:lnTo>
                    <a:pt x="74879" y="129032"/>
                  </a:lnTo>
                  <a:lnTo>
                    <a:pt x="73406" y="136207"/>
                  </a:lnTo>
                  <a:lnTo>
                    <a:pt x="69430" y="142049"/>
                  </a:lnTo>
                  <a:lnTo>
                    <a:pt x="63525" y="145999"/>
                  </a:lnTo>
                  <a:lnTo>
                    <a:pt x="56311" y="147447"/>
                  </a:lnTo>
                  <a:lnTo>
                    <a:pt x="53581" y="147447"/>
                  </a:lnTo>
                  <a:lnTo>
                    <a:pt x="50812" y="153555"/>
                  </a:lnTo>
                  <a:lnTo>
                    <a:pt x="46202" y="158115"/>
                  </a:lnTo>
                  <a:lnTo>
                    <a:pt x="40271" y="160782"/>
                  </a:lnTo>
                  <a:lnTo>
                    <a:pt x="33591" y="161163"/>
                  </a:lnTo>
                  <a:lnTo>
                    <a:pt x="24396" y="160147"/>
                  </a:lnTo>
                  <a:lnTo>
                    <a:pt x="17475" y="152400"/>
                  </a:lnTo>
                  <a:lnTo>
                    <a:pt x="17475" y="133985"/>
                  </a:lnTo>
                  <a:lnTo>
                    <a:pt x="24396" y="126238"/>
                  </a:lnTo>
                  <a:lnTo>
                    <a:pt x="33591" y="125095"/>
                  </a:lnTo>
                  <a:lnTo>
                    <a:pt x="40271" y="125514"/>
                  </a:lnTo>
                  <a:lnTo>
                    <a:pt x="46202" y="128193"/>
                  </a:lnTo>
                  <a:lnTo>
                    <a:pt x="50812" y="132765"/>
                  </a:lnTo>
                  <a:lnTo>
                    <a:pt x="53581" y="138811"/>
                  </a:lnTo>
                  <a:lnTo>
                    <a:pt x="61734" y="138811"/>
                  </a:lnTo>
                  <a:lnTo>
                    <a:pt x="66116" y="134493"/>
                  </a:lnTo>
                  <a:lnTo>
                    <a:pt x="66128" y="129032"/>
                  </a:lnTo>
                  <a:lnTo>
                    <a:pt x="66929" y="125095"/>
                  </a:lnTo>
                  <a:lnTo>
                    <a:pt x="67589" y="121869"/>
                  </a:lnTo>
                  <a:lnTo>
                    <a:pt x="71564" y="116014"/>
                  </a:lnTo>
                  <a:lnTo>
                    <a:pt x="77470" y="112077"/>
                  </a:lnTo>
                  <a:lnTo>
                    <a:pt x="84696" y="110617"/>
                  </a:lnTo>
                  <a:lnTo>
                    <a:pt x="87071" y="110617"/>
                  </a:lnTo>
                  <a:lnTo>
                    <a:pt x="86182" y="107950"/>
                  </a:lnTo>
                  <a:lnTo>
                    <a:pt x="85293" y="105283"/>
                  </a:lnTo>
                  <a:lnTo>
                    <a:pt x="84213" y="99822"/>
                  </a:lnTo>
                  <a:lnTo>
                    <a:pt x="83845" y="94234"/>
                  </a:lnTo>
                  <a:lnTo>
                    <a:pt x="50444" y="94234"/>
                  </a:lnTo>
                  <a:lnTo>
                    <a:pt x="47675" y="100342"/>
                  </a:lnTo>
                  <a:lnTo>
                    <a:pt x="43065" y="104902"/>
                  </a:lnTo>
                  <a:lnTo>
                    <a:pt x="37134" y="107569"/>
                  </a:lnTo>
                  <a:lnTo>
                    <a:pt x="30454" y="107950"/>
                  </a:lnTo>
                  <a:lnTo>
                    <a:pt x="21259" y="106807"/>
                  </a:lnTo>
                  <a:lnTo>
                    <a:pt x="14338" y="99060"/>
                  </a:lnTo>
                  <a:lnTo>
                    <a:pt x="14338" y="80772"/>
                  </a:lnTo>
                  <a:lnTo>
                    <a:pt x="21259" y="73025"/>
                  </a:lnTo>
                  <a:lnTo>
                    <a:pt x="30454" y="71882"/>
                  </a:lnTo>
                  <a:lnTo>
                    <a:pt x="37134" y="72275"/>
                  </a:lnTo>
                  <a:lnTo>
                    <a:pt x="43065" y="74930"/>
                  </a:lnTo>
                  <a:lnTo>
                    <a:pt x="47675" y="79502"/>
                  </a:lnTo>
                  <a:lnTo>
                    <a:pt x="50444" y="85598"/>
                  </a:lnTo>
                  <a:lnTo>
                    <a:pt x="83845" y="85598"/>
                  </a:lnTo>
                  <a:lnTo>
                    <a:pt x="87058" y="69215"/>
                  </a:lnTo>
                  <a:lnTo>
                    <a:pt x="84683" y="69215"/>
                  </a:lnTo>
                  <a:lnTo>
                    <a:pt x="77457" y="67767"/>
                  </a:lnTo>
                  <a:lnTo>
                    <a:pt x="71551" y="63817"/>
                  </a:lnTo>
                  <a:lnTo>
                    <a:pt x="67576" y="57975"/>
                  </a:lnTo>
                  <a:lnTo>
                    <a:pt x="67284" y="56515"/>
                  </a:lnTo>
                  <a:lnTo>
                    <a:pt x="66116" y="50800"/>
                  </a:lnTo>
                  <a:lnTo>
                    <a:pt x="66116" y="45339"/>
                  </a:lnTo>
                  <a:lnTo>
                    <a:pt x="61734" y="41021"/>
                  </a:lnTo>
                  <a:lnTo>
                    <a:pt x="53581" y="41021"/>
                  </a:lnTo>
                  <a:lnTo>
                    <a:pt x="52781" y="44196"/>
                  </a:lnTo>
                  <a:lnTo>
                    <a:pt x="51117" y="47244"/>
                  </a:lnTo>
                  <a:lnTo>
                    <a:pt x="48755" y="49530"/>
                  </a:lnTo>
                  <a:lnTo>
                    <a:pt x="42862" y="55372"/>
                  </a:lnTo>
                  <a:lnTo>
                    <a:pt x="33756" y="56515"/>
                  </a:lnTo>
                  <a:lnTo>
                    <a:pt x="26555" y="52451"/>
                  </a:lnTo>
                  <a:lnTo>
                    <a:pt x="19367" y="48260"/>
                  </a:lnTo>
                  <a:lnTo>
                    <a:pt x="15913" y="39751"/>
                  </a:lnTo>
                  <a:lnTo>
                    <a:pt x="18148" y="31750"/>
                  </a:lnTo>
                  <a:lnTo>
                    <a:pt x="20383" y="23876"/>
                  </a:lnTo>
                  <a:lnTo>
                    <a:pt x="27749" y="18415"/>
                  </a:lnTo>
                  <a:lnTo>
                    <a:pt x="44399" y="18669"/>
                  </a:lnTo>
                  <a:lnTo>
                    <a:pt x="51587" y="24257"/>
                  </a:lnTo>
                  <a:lnTo>
                    <a:pt x="53581" y="32385"/>
                  </a:lnTo>
                  <a:lnTo>
                    <a:pt x="56311" y="32385"/>
                  </a:lnTo>
                  <a:lnTo>
                    <a:pt x="74891" y="56134"/>
                  </a:lnTo>
                  <a:lnTo>
                    <a:pt x="79273" y="60452"/>
                  </a:lnTo>
                  <a:lnTo>
                    <a:pt x="90678" y="60452"/>
                  </a:lnTo>
                  <a:lnTo>
                    <a:pt x="101142" y="45402"/>
                  </a:lnTo>
                  <a:lnTo>
                    <a:pt x="115125" y="33959"/>
                  </a:lnTo>
                  <a:lnTo>
                    <a:pt x="131711" y="26682"/>
                  </a:lnTo>
                  <a:lnTo>
                    <a:pt x="150012" y="24130"/>
                  </a:lnTo>
                  <a:lnTo>
                    <a:pt x="168300" y="26682"/>
                  </a:lnTo>
                  <a:lnTo>
                    <a:pt x="184886" y="33959"/>
                  </a:lnTo>
                  <a:lnTo>
                    <a:pt x="198856" y="45402"/>
                  </a:lnTo>
                  <a:lnTo>
                    <a:pt x="209321" y="60452"/>
                  </a:lnTo>
                  <a:lnTo>
                    <a:pt x="220954" y="60452"/>
                  </a:lnTo>
                  <a:lnTo>
                    <a:pt x="225336" y="56134"/>
                  </a:lnTo>
                  <a:lnTo>
                    <a:pt x="225348" y="50800"/>
                  </a:lnTo>
                  <a:lnTo>
                    <a:pt x="226809" y="43637"/>
                  </a:lnTo>
                  <a:lnTo>
                    <a:pt x="230784" y="37782"/>
                  </a:lnTo>
                  <a:lnTo>
                    <a:pt x="236677" y="33845"/>
                  </a:lnTo>
                  <a:lnTo>
                    <a:pt x="243916" y="32385"/>
                  </a:lnTo>
                  <a:lnTo>
                    <a:pt x="246646" y="32385"/>
                  </a:lnTo>
                  <a:lnTo>
                    <a:pt x="248640" y="24384"/>
                  </a:lnTo>
                  <a:lnTo>
                    <a:pt x="248958" y="24130"/>
                  </a:lnTo>
                  <a:lnTo>
                    <a:pt x="255828" y="18669"/>
                  </a:lnTo>
                  <a:lnTo>
                    <a:pt x="272440" y="18415"/>
                  </a:lnTo>
                  <a:lnTo>
                    <a:pt x="279793" y="23876"/>
                  </a:lnTo>
                  <a:lnTo>
                    <a:pt x="284251" y="39751"/>
                  </a:lnTo>
                  <a:lnTo>
                    <a:pt x="280809" y="48260"/>
                  </a:lnTo>
                  <a:lnTo>
                    <a:pt x="273634" y="52324"/>
                  </a:lnTo>
                  <a:lnTo>
                    <a:pt x="266458" y="56515"/>
                  </a:lnTo>
                  <a:lnTo>
                    <a:pt x="257352" y="55372"/>
                  </a:lnTo>
                  <a:lnTo>
                    <a:pt x="251472" y="49530"/>
                  </a:lnTo>
                  <a:lnTo>
                    <a:pt x="249110" y="47244"/>
                  </a:lnTo>
                  <a:lnTo>
                    <a:pt x="247434" y="44196"/>
                  </a:lnTo>
                  <a:lnTo>
                    <a:pt x="246646" y="41021"/>
                  </a:lnTo>
                  <a:lnTo>
                    <a:pt x="238493" y="41021"/>
                  </a:lnTo>
                  <a:lnTo>
                    <a:pt x="234111" y="45339"/>
                  </a:lnTo>
                  <a:lnTo>
                    <a:pt x="234099" y="50800"/>
                  </a:lnTo>
                  <a:lnTo>
                    <a:pt x="232625" y="57975"/>
                  </a:lnTo>
                  <a:lnTo>
                    <a:pt x="228650" y="63817"/>
                  </a:lnTo>
                  <a:lnTo>
                    <a:pt x="222745" y="67767"/>
                  </a:lnTo>
                  <a:lnTo>
                    <a:pt x="215519" y="69215"/>
                  </a:lnTo>
                  <a:lnTo>
                    <a:pt x="212953" y="69215"/>
                  </a:lnTo>
                  <a:lnTo>
                    <a:pt x="214744" y="74549"/>
                  </a:lnTo>
                  <a:lnTo>
                    <a:pt x="215823" y="80010"/>
                  </a:lnTo>
                  <a:lnTo>
                    <a:pt x="216192" y="85598"/>
                  </a:lnTo>
                  <a:lnTo>
                    <a:pt x="249770" y="85598"/>
                  </a:lnTo>
                  <a:lnTo>
                    <a:pt x="252539" y="79502"/>
                  </a:lnTo>
                  <a:lnTo>
                    <a:pt x="257149" y="74930"/>
                  </a:lnTo>
                  <a:lnTo>
                    <a:pt x="263080" y="72275"/>
                  </a:lnTo>
                  <a:lnTo>
                    <a:pt x="269773" y="71882"/>
                  </a:lnTo>
                  <a:lnTo>
                    <a:pt x="278968" y="73025"/>
                  </a:lnTo>
                  <a:lnTo>
                    <a:pt x="285877" y="80772"/>
                  </a:lnTo>
                  <a:lnTo>
                    <a:pt x="285877" y="0"/>
                  </a:lnTo>
                  <a:lnTo>
                    <a:pt x="7594" y="0"/>
                  </a:lnTo>
                  <a:lnTo>
                    <a:pt x="12" y="7493"/>
                  </a:lnTo>
                  <a:lnTo>
                    <a:pt x="0" y="179832"/>
                  </a:lnTo>
                  <a:lnTo>
                    <a:pt x="300228" y="179832"/>
                  </a:lnTo>
                  <a:close/>
                </a:path>
              </a:pathLst>
            </a:custGeom>
            <a:solidFill>
              <a:srgbClr val="FFFFFF"/>
            </a:solidFill>
          </p:spPr>
          <p:txBody>
            <a:bodyPr wrap="square" lIns="0" tIns="0" rIns="0" bIns="0" rtlCol="0"/>
            <a:lstStyle/>
            <a:p>
              <a:endParaRPr/>
            </a:p>
          </p:txBody>
        </p:sp>
        <p:sp>
          <p:nvSpPr>
            <p:cNvPr id="21" name="object 21"/>
            <p:cNvSpPr/>
            <p:nvPr/>
          </p:nvSpPr>
          <p:spPr>
            <a:xfrm>
              <a:off x="704168" y="3625849"/>
              <a:ext cx="114219" cy="113468"/>
            </a:xfrm>
            <a:prstGeom prst="rect">
              <a:avLst/>
            </a:prstGeom>
            <a:blipFill>
              <a:blip r:embed="rId10" cstate="print"/>
              <a:stretch>
                <a:fillRect/>
              </a:stretch>
            </a:blipFill>
          </p:spPr>
          <p:txBody>
            <a:bodyPr wrap="square" lIns="0" tIns="0" rIns="0" bIns="0" rtlCol="0"/>
            <a:lstStyle/>
            <a:p>
              <a:endParaRPr/>
            </a:p>
          </p:txBody>
        </p:sp>
        <p:sp>
          <p:nvSpPr>
            <p:cNvPr id="22" name="object 22"/>
            <p:cNvSpPr/>
            <p:nvPr/>
          </p:nvSpPr>
          <p:spPr>
            <a:xfrm>
              <a:off x="691895" y="3823715"/>
              <a:ext cx="151130" cy="60960"/>
            </a:xfrm>
            <a:custGeom>
              <a:avLst/>
              <a:gdLst/>
              <a:ahLst/>
              <a:cxnLst/>
              <a:rect l="l" t="t" r="r" b="b"/>
              <a:pathLst>
                <a:path w="151130" h="60960">
                  <a:moveTo>
                    <a:pt x="105511" y="0"/>
                  </a:moveTo>
                  <a:lnTo>
                    <a:pt x="33248" y="0"/>
                  </a:lnTo>
                  <a:lnTo>
                    <a:pt x="33248" y="51688"/>
                  </a:lnTo>
                  <a:lnTo>
                    <a:pt x="2057" y="51688"/>
                  </a:lnTo>
                  <a:lnTo>
                    <a:pt x="0" y="53847"/>
                  </a:lnTo>
                  <a:lnTo>
                    <a:pt x="0" y="58800"/>
                  </a:lnTo>
                  <a:lnTo>
                    <a:pt x="2057" y="60959"/>
                  </a:lnTo>
                  <a:lnTo>
                    <a:pt x="148818" y="60959"/>
                  </a:lnTo>
                  <a:lnTo>
                    <a:pt x="150876" y="58800"/>
                  </a:lnTo>
                  <a:lnTo>
                    <a:pt x="150876" y="53847"/>
                  </a:lnTo>
                  <a:lnTo>
                    <a:pt x="148818" y="51688"/>
                  </a:lnTo>
                  <a:lnTo>
                    <a:pt x="105511" y="51688"/>
                  </a:lnTo>
                  <a:close/>
                </a:path>
              </a:pathLst>
            </a:custGeom>
            <a:solidFill>
              <a:srgbClr val="FFFFFF"/>
            </a:solidFill>
          </p:spPr>
          <p:txBody>
            <a:bodyPr wrap="square" lIns="0" tIns="0" rIns="0" bIns="0" rtlCol="0"/>
            <a:lstStyle/>
            <a:p>
              <a:endParaRPr/>
            </a:p>
          </p:txBody>
        </p:sp>
        <p:sp>
          <p:nvSpPr>
            <p:cNvPr id="23" name="object 23"/>
            <p:cNvSpPr/>
            <p:nvPr/>
          </p:nvSpPr>
          <p:spPr>
            <a:xfrm>
              <a:off x="2470404" y="2467355"/>
              <a:ext cx="2056638" cy="454913"/>
            </a:xfrm>
            <a:prstGeom prst="rect">
              <a:avLst/>
            </a:prstGeom>
            <a:blipFill>
              <a:blip r:embed="rId11" cstate="print"/>
              <a:stretch>
                <a:fillRect/>
              </a:stretch>
            </a:blipFill>
          </p:spPr>
          <p:txBody>
            <a:bodyPr wrap="square" lIns="0" tIns="0" rIns="0" bIns="0" rtlCol="0"/>
            <a:lstStyle/>
            <a:p>
              <a:endParaRPr/>
            </a:p>
          </p:txBody>
        </p:sp>
      </p:grpSp>
      <p:sp>
        <p:nvSpPr>
          <p:cNvPr id="24" name="object 24"/>
          <p:cNvSpPr txBox="1"/>
          <p:nvPr/>
        </p:nvSpPr>
        <p:spPr>
          <a:xfrm>
            <a:off x="1248867" y="1676780"/>
            <a:ext cx="5254625" cy="2440305"/>
          </a:xfrm>
          <a:prstGeom prst="rect">
            <a:avLst/>
          </a:prstGeom>
        </p:spPr>
        <p:txBody>
          <a:bodyPr vert="horz" wrap="square" lIns="0" tIns="12065" rIns="0" bIns="0" rtlCol="0">
            <a:spAutoFit/>
          </a:bodyPr>
          <a:lstStyle/>
          <a:p>
            <a:pPr marL="12700" marR="5080">
              <a:lnSpc>
                <a:spcPct val="100000"/>
              </a:lnSpc>
              <a:spcBef>
                <a:spcPts val="95"/>
              </a:spcBef>
            </a:pPr>
            <a:r>
              <a:rPr sz="1600" b="1" spc="-5" dirty="0">
                <a:solidFill>
                  <a:srgbClr val="00D9CE"/>
                </a:solidFill>
                <a:latin typeface="Arial"/>
                <a:cs typeface="Arial"/>
              </a:rPr>
              <a:t>Deep Learning </a:t>
            </a:r>
            <a:r>
              <a:rPr sz="1600" spc="-5" dirty="0">
                <a:solidFill>
                  <a:srgbClr val="FFFFFF"/>
                </a:solidFill>
                <a:latin typeface="Arial"/>
                <a:cs typeface="Arial"/>
              </a:rPr>
              <a:t>is a subfield of machine learning that is  concerned </a:t>
            </a:r>
            <a:r>
              <a:rPr sz="1600" spc="-10" dirty="0">
                <a:solidFill>
                  <a:srgbClr val="FFFFFF"/>
                </a:solidFill>
                <a:latin typeface="Arial"/>
                <a:cs typeface="Arial"/>
              </a:rPr>
              <a:t>with </a:t>
            </a:r>
            <a:r>
              <a:rPr sz="1600" spc="-5" dirty="0">
                <a:solidFill>
                  <a:srgbClr val="FFFFFF"/>
                </a:solidFill>
                <a:latin typeface="Arial"/>
                <a:cs typeface="Arial"/>
              </a:rPr>
              <a:t>algorithms inspired by the brain's</a:t>
            </a:r>
            <a:r>
              <a:rPr sz="1600" spc="110" dirty="0">
                <a:solidFill>
                  <a:srgbClr val="FFFFFF"/>
                </a:solidFill>
                <a:latin typeface="Arial"/>
                <a:cs typeface="Arial"/>
              </a:rPr>
              <a:t> </a:t>
            </a:r>
            <a:r>
              <a:rPr sz="1600" spc="-5" dirty="0">
                <a:solidFill>
                  <a:srgbClr val="FFFFFF"/>
                </a:solidFill>
                <a:latin typeface="Arial"/>
                <a:cs typeface="Arial"/>
              </a:rPr>
              <a:t>structure</a:t>
            </a:r>
            <a:endParaRPr sz="1600">
              <a:latin typeface="Arial"/>
              <a:cs typeface="Arial"/>
            </a:endParaRPr>
          </a:p>
          <a:p>
            <a:pPr marL="734695" algn="ctr">
              <a:lnSpc>
                <a:spcPct val="100000"/>
              </a:lnSpc>
              <a:spcBef>
                <a:spcPts val="520"/>
              </a:spcBef>
            </a:pPr>
            <a:r>
              <a:rPr sz="1600" spc="-5" dirty="0">
                <a:solidFill>
                  <a:srgbClr val="FFFFFF"/>
                </a:solidFill>
                <a:latin typeface="Arial"/>
                <a:cs typeface="Arial"/>
              </a:rPr>
              <a:t>&amp;</a:t>
            </a:r>
            <a:endParaRPr sz="1600">
              <a:latin typeface="Arial"/>
              <a:cs typeface="Arial"/>
            </a:endParaRPr>
          </a:p>
          <a:p>
            <a:pPr marL="677545" algn="ctr">
              <a:lnSpc>
                <a:spcPct val="100000"/>
              </a:lnSpc>
              <a:spcBef>
                <a:spcPts val="340"/>
              </a:spcBef>
            </a:pPr>
            <a:r>
              <a:rPr sz="1600" spc="-5" dirty="0">
                <a:solidFill>
                  <a:srgbClr val="FFFFFF"/>
                </a:solidFill>
                <a:latin typeface="Arial"/>
                <a:cs typeface="Arial"/>
              </a:rPr>
              <a:t>functions known as </a:t>
            </a:r>
            <a:r>
              <a:rPr sz="1600" b="1" spc="-5" dirty="0">
                <a:solidFill>
                  <a:srgbClr val="00D9CE"/>
                </a:solidFill>
                <a:latin typeface="Arial"/>
                <a:cs typeface="Arial"/>
              </a:rPr>
              <a:t>artificial</a:t>
            </a:r>
            <a:r>
              <a:rPr sz="1600" b="1" spc="65" dirty="0">
                <a:solidFill>
                  <a:srgbClr val="00D9CE"/>
                </a:solidFill>
                <a:latin typeface="Arial"/>
                <a:cs typeface="Arial"/>
              </a:rPr>
              <a:t> </a:t>
            </a:r>
            <a:r>
              <a:rPr sz="1600" b="1" spc="-5" dirty="0">
                <a:solidFill>
                  <a:srgbClr val="00D9CE"/>
                </a:solidFill>
                <a:latin typeface="Arial"/>
                <a:cs typeface="Arial"/>
              </a:rPr>
              <a:t>neural</a:t>
            </a:r>
            <a:endParaRPr sz="1600">
              <a:latin typeface="Arial"/>
              <a:cs typeface="Arial"/>
            </a:endParaRPr>
          </a:p>
          <a:p>
            <a:pPr marR="1652905" algn="ctr">
              <a:lnSpc>
                <a:spcPct val="100000"/>
              </a:lnSpc>
              <a:spcBef>
                <a:spcPts val="5"/>
              </a:spcBef>
            </a:pPr>
            <a:r>
              <a:rPr sz="1600" b="1" dirty="0">
                <a:solidFill>
                  <a:srgbClr val="00D9CE"/>
                </a:solidFill>
                <a:latin typeface="Arial"/>
                <a:cs typeface="Arial"/>
              </a:rPr>
              <a:t>networks</a:t>
            </a:r>
            <a:endParaRPr sz="1600">
              <a:latin typeface="Arial"/>
              <a:cs typeface="Arial"/>
            </a:endParaRPr>
          </a:p>
          <a:p>
            <a:pPr>
              <a:lnSpc>
                <a:spcPct val="100000"/>
              </a:lnSpc>
              <a:spcBef>
                <a:spcPts val="30"/>
              </a:spcBef>
            </a:pPr>
            <a:endParaRPr sz="2400">
              <a:latin typeface="Arial"/>
              <a:cs typeface="Arial"/>
            </a:endParaRPr>
          </a:p>
          <a:p>
            <a:pPr marL="12700" marR="153670">
              <a:lnSpc>
                <a:spcPct val="100000"/>
              </a:lnSpc>
            </a:pPr>
            <a:r>
              <a:rPr sz="1600" spc="-5" dirty="0">
                <a:solidFill>
                  <a:srgbClr val="FFFFFF"/>
                </a:solidFill>
                <a:latin typeface="Arial"/>
                <a:cs typeface="Arial"/>
              </a:rPr>
              <a:t>A computer model can be taught using Deep Learning to  run classification actions using pictures, texts or sounds  as input</a:t>
            </a:r>
            <a:endParaRPr sz="1600">
              <a:latin typeface="Arial"/>
              <a:cs typeface="Arial"/>
            </a:endParaRPr>
          </a:p>
        </p:txBody>
      </p:sp>
      <p:grpSp>
        <p:nvGrpSpPr>
          <p:cNvPr id="25" name="object 25"/>
          <p:cNvGrpSpPr/>
          <p:nvPr/>
        </p:nvGrpSpPr>
        <p:grpSpPr>
          <a:xfrm>
            <a:off x="444880" y="1621408"/>
            <a:ext cx="10520680" cy="4741545"/>
            <a:chOff x="444880" y="1621408"/>
            <a:chExt cx="10520680" cy="4741545"/>
          </a:xfrm>
        </p:grpSpPr>
        <p:sp>
          <p:nvSpPr>
            <p:cNvPr id="26" name="object 26"/>
            <p:cNvSpPr/>
            <p:nvPr/>
          </p:nvSpPr>
          <p:spPr>
            <a:xfrm>
              <a:off x="2199004" y="2715894"/>
              <a:ext cx="308863" cy="122554"/>
            </a:xfrm>
            <a:prstGeom prst="rect">
              <a:avLst/>
            </a:prstGeom>
            <a:blipFill>
              <a:blip r:embed="rId12" cstate="print"/>
              <a:stretch>
                <a:fillRect/>
              </a:stretch>
            </a:blipFill>
          </p:spPr>
          <p:txBody>
            <a:bodyPr wrap="square" lIns="0" tIns="0" rIns="0" bIns="0" rtlCol="0"/>
            <a:lstStyle/>
            <a:p>
              <a:endParaRPr/>
            </a:p>
          </p:txBody>
        </p:sp>
        <p:sp>
          <p:nvSpPr>
            <p:cNvPr id="27" name="object 27"/>
            <p:cNvSpPr/>
            <p:nvPr/>
          </p:nvSpPr>
          <p:spPr>
            <a:xfrm>
              <a:off x="4605528" y="5983223"/>
              <a:ext cx="1222375" cy="134620"/>
            </a:xfrm>
            <a:custGeom>
              <a:avLst/>
              <a:gdLst/>
              <a:ahLst/>
              <a:cxnLst/>
              <a:rect l="l" t="t" r="r" b="b"/>
              <a:pathLst>
                <a:path w="1222375" h="134620">
                  <a:moveTo>
                    <a:pt x="42672" y="91440"/>
                  </a:moveTo>
                  <a:lnTo>
                    <a:pt x="0" y="91440"/>
                  </a:lnTo>
                  <a:lnTo>
                    <a:pt x="0" y="134112"/>
                  </a:lnTo>
                  <a:lnTo>
                    <a:pt x="42672" y="134112"/>
                  </a:lnTo>
                  <a:lnTo>
                    <a:pt x="42672" y="91440"/>
                  </a:lnTo>
                  <a:close/>
                </a:path>
                <a:path w="1222375" h="134620">
                  <a:moveTo>
                    <a:pt x="42672" y="0"/>
                  </a:moveTo>
                  <a:lnTo>
                    <a:pt x="0" y="0"/>
                  </a:lnTo>
                  <a:lnTo>
                    <a:pt x="0" y="44196"/>
                  </a:lnTo>
                  <a:lnTo>
                    <a:pt x="42672" y="44196"/>
                  </a:lnTo>
                  <a:lnTo>
                    <a:pt x="42672" y="0"/>
                  </a:lnTo>
                  <a:close/>
                </a:path>
                <a:path w="1222375" h="134620">
                  <a:moveTo>
                    <a:pt x="121920" y="91440"/>
                  </a:moveTo>
                  <a:lnTo>
                    <a:pt x="77724" y="91440"/>
                  </a:lnTo>
                  <a:lnTo>
                    <a:pt x="77724" y="134112"/>
                  </a:lnTo>
                  <a:lnTo>
                    <a:pt x="121920" y="134112"/>
                  </a:lnTo>
                  <a:lnTo>
                    <a:pt x="121920" y="91440"/>
                  </a:lnTo>
                  <a:close/>
                </a:path>
                <a:path w="1222375" h="134620">
                  <a:moveTo>
                    <a:pt x="121920" y="0"/>
                  </a:moveTo>
                  <a:lnTo>
                    <a:pt x="77724" y="0"/>
                  </a:lnTo>
                  <a:lnTo>
                    <a:pt x="77724" y="44196"/>
                  </a:lnTo>
                  <a:lnTo>
                    <a:pt x="121920" y="44196"/>
                  </a:lnTo>
                  <a:lnTo>
                    <a:pt x="121920" y="0"/>
                  </a:lnTo>
                  <a:close/>
                </a:path>
                <a:path w="1222375" h="134620">
                  <a:moveTo>
                    <a:pt x="199644" y="91440"/>
                  </a:moveTo>
                  <a:lnTo>
                    <a:pt x="156972" y="91440"/>
                  </a:lnTo>
                  <a:lnTo>
                    <a:pt x="156972" y="134112"/>
                  </a:lnTo>
                  <a:lnTo>
                    <a:pt x="199644" y="134112"/>
                  </a:lnTo>
                  <a:lnTo>
                    <a:pt x="199644" y="91440"/>
                  </a:lnTo>
                  <a:close/>
                </a:path>
                <a:path w="1222375" h="134620">
                  <a:moveTo>
                    <a:pt x="199644" y="0"/>
                  </a:moveTo>
                  <a:lnTo>
                    <a:pt x="156972" y="0"/>
                  </a:lnTo>
                  <a:lnTo>
                    <a:pt x="156972" y="44196"/>
                  </a:lnTo>
                  <a:lnTo>
                    <a:pt x="199644" y="44196"/>
                  </a:lnTo>
                  <a:lnTo>
                    <a:pt x="199644" y="0"/>
                  </a:lnTo>
                  <a:close/>
                </a:path>
                <a:path w="1222375" h="134620">
                  <a:moveTo>
                    <a:pt x="278892" y="91440"/>
                  </a:moveTo>
                  <a:lnTo>
                    <a:pt x="234696" y="91440"/>
                  </a:lnTo>
                  <a:lnTo>
                    <a:pt x="234696" y="134112"/>
                  </a:lnTo>
                  <a:lnTo>
                    <a:pt x="278892" y="134112"/>
                  </a:lnTo>
                  <a:lnTo>
                    <a:pt x="278892" y="91440"/>
                  </a:lnTo>
                  <a:close/>
                </a:path>
                <a:path w="1222375" h="134620">
                  <a:moveTo>
                    <a:pt x="278892" y="0"/>
                  </a:moveTo>
                  <a:lnTo>
                    <a:pt x="234696" y="0"/>
                  </a:lnTo>
                  <a:lnTo>
                    <a:pt x="234696" y="44196"/>
                  </a:lnTo>
                  <a:lnTo>
                    <a:pt x="278892" y="44196"/>
                  </a:lnTo>
                  <a:lnTo>
                    <a:pt x="278892" y="0"/>
                  </a:lnTo>
                  <a:close/>
                </a:path>
                <a:path w="1222375" h="134620">
                  <a:moveTo>
                    <a:pt x="356616" y="91440"/>
                  </a:moveTo>
                  <a:lnTo>
                    <a:pt x="313944" y="91440"/>
                  </a:lnTo>
                  <a:lnTo>
                    <a:pt x="313944" y="134112"/>
                  </a:lnTo>
                  <a:lnTo>
                    <a:pt x="356616" y="134112"/>
                  </a:lnTo>
                  <a:lnTo>
                    <a:pt x="356616" y="91440"/>
                  </a:lnTo>
                  <a:close/>
                </a:path>
                <a:path w="1222375" h="134620">
                  <a:moveTo>
                    <a:pt x="356616" y="0"/>
                  </a:moveTo>
                  <a:lnTo>
                    <a:pt x="313944" y="0"/>
                  </a:lnTo>
                  <a:lnTo>
                    <a:pt x="313944" y="44196"/>
                  </a:lnTo>
                  <a:lnTo>
                    <a:pt x="356616" y="44196"/>
                  </a:lnTo>
                  <a:lnTo>
                    <a:pt x="356616" y="0"/>
                  </a:lnTo>
                  <a:close/>
                </a:path>
                <a:path w="1222375" h="134620">
                  <a:moveTo>
                    <a:pt x="435864" y="91440"/>
                  </a:moveTo>
                  <a:lnTo>
                    <a:pt x="391668" y="91440"/>
                  </a:lnTo>
                  <a:lnTo>
                    <a:pt x="391668" y="134112"/>
                  </a:lnTo>
                  <a:lnTo>
                    <a:pt x="435864" y="134112"/>
                  </a:lnTo>
                  <a:lnTo>
                    <a:pt x="435864" y="91440"/>
                  </a:lnTo>
                  <a:close/>
                </a:path>
                <a:path w="1222375" h="134620">
                  <a:moveTo>
                    <a:pt x="435864" y="0"/>
                  </a:moveTo>
                  <a:lnTo>
                    <a:pt x="391668" y="0"/>
                  </a:lnTo>
                  <a:lnTo>
                    <a:pt x="391668" y="44196"/>
                  </a:lnTo>
                  <a:lnTo>
                    <a:pt x="435864" y="44196"/>
                  </a:lnTo>
                  <a:lnTo>
                    <a:pt x="435864" y="0"/>
                  </a:lnTo>
                  <a:close/>
                </a:path>
                <a:path w="1222375" h="134620">
                  <a:moveTo>
                    <a:pt x="515112" y="91440"/>
                  </a:moveTo>
                  <a:lnTo>
                    <a:pt x="470916" y="91440"/>
                  </a:lnTo>
                  <a:lnTo>
                    <a:pt x="470916" y="134112"/>
                  </a:lnTo>
                  <a:lnTo>
                    <a:pt x="515112" y="134112"/>
                  </a:lnTo>
                  <a:lnTo>
                    <a:pt x="515112" y="91440"/>
                  </a:lnTo>
                  <a:close/>
                </a:path>
                <a:path w="1222375" h="134620">
                  <a:moveTo>
                    <a:pt x="515112" y="0"/>
                  </a:moveTo>
                  <a:lnTo>
                    <a:pt x="470916" y="0"/>
                  </a:lnTo>
                  <a:lnTo>
                    <a:pt x="470916" y="44196"/>
                  </a:lnTo>
                  <a:lnTo>
                    <a:pt x="515112" y="44196"/>
                  </a:lnTo>
                  <a:lnTo>
                    <a:pt x="515112" y="0"/>
                  </a:lnTo>
                  <a:close/>
                </a:path>
                <a:path w="1222375" h="134620">
                  <a:moveTo>
                    <a:pt x="592836" y="91440"/>
                  </a:moveTo>
                  <a:lnTo>
                    <a:pt x="550164" y="91440"/>
                  </a:lnTo>
                  <a:lnTo>
                    <a:pt x="550164" y="134112"/>
                  </a:lnTo>
                  <a:lnTo>
                    <a:pt x="592836" y="134112"/>
                  </a:lnTo>
                  <a:lnTo>
                    <a:pt x="592836" y="91440"/>
                  </a:lnTo>
                  <a:close/>
                </a:path>
                <a:path w="1222375" h="134620">
                  <a:moveTo>
                    <a:pt x="592836" y="0"/>
                  </a:moveTo>
                  <a:lnTo>
                    <a:pt x="550164" y="0"/>
                  </a:lnTo>
                  <a:lnTo>
                    <a:pt x="550164" y="44196"/>
                  </a:lnTo>
                  <a:lnTo>
                    <a:pt x="592836" y="44196"/>
                  </a:lnTo>
                  <a:lnTo>
                    <a:pt x="592836" y="0"/>
                  </a:lnTo>
                  <a:close/>
                </a:path>
                <a:path w="1222375" h="134620">
                  <a:moveTo>
                    <a:pt x="672084" y="91440"/>
                  </a:moveTo>
                  <a:lnTo>
                    <a:pt x="627888" y="91440"/>
                  </a:lnTo>
                  <a:lnTo>
                    <a:pt x="627888" y="134112"/>
                  </a:lnTo>
                  <a:lnTo>
                    <a:pt x="672084" y="134112"/>
                  </a:lnTo>
                  <a:lnTo>
                    <a:pt x="672084" y="91440"/>
                  </a:lnTo>
                  <a:close/>
                </a:path>
                <a:path w="1222375" h="134620">
                  <a:moveTo>
                    <a:pt x="672084" y="0"/>
                  </a:moveTo>
                  <a:lnTo>
                    <a:pt x="627888" y="0"/>
                  </a:lnTo>
                  <a:lnTo>
                    <a:pt x="627888" y="44196"/>
                  </a:lnTo>
                  <a:lnTo>
                    <a:pt x="672084" y="44196"/>
                  </a:lnTo>
                  <a:lnTo>
                    <a:pt x="672084" y="0"/>
                  </a:lnTo>
                  <a:close/>
                </a:path>
                <a:path w="1222375" h="134620">
                  <a:moveTo>
                    <a:pt x="749808" y="91440"/>
                  </a:moveTo>
                  <a:lnTo>
                    <a:pt x="707136" y="91440"/>
                  </a:lnTo>
                  <a:lnTo>
                    <a:pt x="707136" y="134112"/>
                  </a:lnTo>
                  <a:lnTo>
                    <a:pt x="749808" y="134112"/>
                  </a:lnTo>
                  <a:lnTo>
                    <a:pt x="749808" y="91440"/>
                  </a:lnTo>
                  <a:close/>
                </a:path>
                <a:path w="1222375" h="134620">
                  <a:moveTo>
                    <a:pt x="749808" y="0"/>
                  </a:moveTo>
                  <a:lnTo>
                    <a:pt x="707136" y="0"/>
                  </a:lnTo>
                  <a:lnTo>
                    <a:pt x="707136" y="44196"/>
                  </a:lnTo>
                  <a:lnTo>
                    <a:pt x="749808" y="44196"/>
                  </a:lnTo>
                  <a:lnTo>
                    <a:pt x="749808" y="0"/>
                  </a:lnTo>
                  <a:close/>
                </a:path>
                <a:path w="1222375" h="134620">
                  <a:moveTo>
                    <a:pt x="829056" y="91440"/>
                  </a:moveTo>
                  <a:lnTo>
                    <a:pt x="784860" y="91440"/>
                  </a:lnTo>
                  <a:lnTo>
                    <a:pt x="784860" y="134112"/>
                  </a:lnTo>
                  <a:lnTo>
                    <a:pt x="829056" y="134112"/>
                  </a:lnTo>
                  <a:lnTo>
                    <a:pt x="829056" y="91440"/>
                  </a:lnTo>
                  <a:close/>
                </a:path>
                <a:path w="1222375" h="134620">
                  <a:moveTo>
                    <a:pt x="829056" y="0"/>
                  </a:moveTo>
                  <a:lnTo>
                    <a:pt x="784860" y="0"/>
                  </a:lnTo>
                  <a:lnTo>
                    <a:pt x="784860" y="44196"/>
                  </a:lnTo>
                  <a:lnTo>
                    <a:pt x="829056" y="44196"/>
                  </a:lnTo>
                  <a:lnTo>
                    <a:pt x="829056" y="0"/>
                  </a:lnTo>
                  <a:close/>
                </a:path>
                <a:path w="1222375" h="134620">
                  <a:moveTo>
                    <a:pt x="906780" y="91440"/>
                  </a:moveTo>
                  <a:lnTo>
                    <a:pt x="864108" y="91440"/>
                  </a:lnTo>
                  <a:lnTo>
                    <a:pt x="864108" y="134112"/>
                  </a:lnTo>
                  <a:lnTo>
                    <a:pt x="906780" y="134112"/>
                  </a:lnTo>
                  <a:lnTo>
                    <a:pt x="906780" y="91440"/>
                  </a:lnTo>
                  <a:close/>
                </a:path>
                <a:path w="1222375" h="134620">
                  <a:moveTo>
                    <a:pt x="906780" y="0"/>
                  </a:moveTo>
                  <a:lnTo>
                    <a:pt x="864108" y="0"/>
                  </a:lnTo>
                  <a:lnTo>
                    <a:pt x="864108" y="44196"/>
                  </a:lnTo>
                  <a:lnTo>
                    <a:pt x="906780" y="44196"/>
                  </a:lnTo>
                  <a:lnTo>
                    <a:pt x="906780" y="0"/>
                  </a:lnTo>
                  <a:close/>
                </a:path>
                <a:path w="1222375" h="134620">
                  <a:moveTo>
                    <a:pt x="986028" y="0"/>
                  </a:moveTo>
                  <a:lnTo>
                    <a:pt x="941832" y="0"/>
                  </a:lnTo>
                  <a:lnTo>
                    <a:pt x="941832" y="44196"/>
                  </a:lnTo>
                  <a:lnTo>
                    <a:pt x="986028" y="44196"/>
                  </a:lnTo>
                  <a:lnTo>
                    <a:pt x="986028" y="0"/>
                  </a:lnTo>
                  <a:close/>
                </a:path>
                <a:path w="1222375" h="134620">
                  <a:moveTo>
                    <a:pt x="1063752" y="0"/>
                  </a:moveTo>
                  <a:lnTo>
                    <a:pt x="1021080" y="0"/>
                  </a:lnTo>
                  <a:lnTo>
                    <a:pt x="1021080" y="44196"/>
                  </a:lnTo>
                  <a:lnTo>
                    <a:pt x="1063752" y="44196"/>
                  </a:lnTo>
                  <a:lnTo>
                    <a:pt x="1063752" y="0"/>
                  </a:lnTo>
                  <a:close/>
                </a:path>
                <a:path w="1222375" h="134620">
                  <a:moveTo>
                    <a:pt x="1143000" y="0"/>
                  </a:moveTo>
                  <a:lnTo>
                    <a:pt x="1098804" y="0"/>
                  </a:lnTo>
                  <a:lnTo>
                    <a:pt x="1098804" y="44196"/>
                  </a:lnTo>
                  <a:lnTo>
                    <a:pt x="1143000" y="44196"/>
                  </a:lnTo>
                  <a:lnTo>
                    <a:pt x="1143000" y="0"/>
                  </a:lnTo>
                  <a:close/>
                </a:path>
                <a:path w="1222375" h="134620">
                  <a:moveTo>
                    <a:pt x="1222248" y="0"/>
                  </a:moveTo>
                  <a:lnTo>
                    <a:pt x="1178052" y="0"/>
                  </a:lnTo>
                  <a:lnTo>
                    <a:pt x="1178052" y="44196"/>
                  </a:lnTo>
                  <a:lnTo>
                    <a:pt x="1222248" y="44196"/>
                  </a:lnTo>
                  <a:lnTo>
                    <a:pt x="1222248" y="0"/>
                  </a:lnTo>
                  <a:close/>
                </a:path>
              </a:pathLst>
            </a:custGeom>
            <a:solidFill>
              <a:srgbClr val="4264DE">
                <a:alpha val="7058"/>
              </a:srgbClr>
            </a:solidFill>
          </p:spPr>
          <p:txBody>
            <a:bodyPr wrap="square" lIns="0" tIns="0" rIns="0" bIns="0" rtlCol="0"/>
            <a:lstStyle/>
            <a:p>
              <a:endParaRPr/>
            </a:p>
          </p:txBody>
        </p:sp>
        <p:sp>
          <p:nvSpPr>
            <p:cNvPr id="28" name="object 28"/>
            <p:cNvSpPr/>
            <p:nvPr/>
          </p:nvSpPr>
          <p:spPr>
            <a:xfrm>
              <a:off x="4605528" y="5811011"/>
              <a:ext cx="1066800" cy="127000"/>
            </a:xfrm>
            <a:custGeom>
              <a:avLst/>
              <a:gdLst/>
              <a:ahLst/>
              <a:cxnLst/>
              <a:rect l="l" t="t" r="r" b="b"/>
              <a:pathLst>
                <a:path w="1066800" h="127000">
                  <a:moveTo>
                    <a:pt x="42672" y="82296"/>
                  </a:moveTo>
                  <a:lnTo>
                    <a:pt x="0" y="82296"/>
                  </a:lnTo>
                  <a:lnTo>
                    <a:pt x="0" y="126492"/>
                  </a:lnTo>
                  <a:lnTo>
                    <a:pt x="42672" y="126492"/>
                  </a:lnTo>
                  <a:lnTo>
                    <a:pt x="42672" y="82296"/>
                  </a:lnTo>
                  <a:close/>
                </a:path>
                <a:path w="1066800" h="127000">
                  <a:moveTo>
                    <a:pt x="121920" y="82296"/>
                  </a:moveTo>
                  <a:lnTo>
                    <a:pt x="77724" y="82296"/>
                  </a:lnTo>
                  <a:lnTo>
                    <a:pt x="77724" y="126492"/>
                  </a:lnTo>
                  <a:lnTo>
                    <a:pt x="121920" y="126492"/>
                  </a:lnTo>
                  <a:lnTo>
                    <a:pt x="121920" y="82296"/>
                  </a:lnTo>
                  <a:close/>
                </a:path>
                <a:path w="1066800" h="127000">
                  <a:moveTo>
                    <a:pt x="199644" y="82296"/>
                  </a:moveTo>
                  <a:lnTo>
                    <a:pt x="156972" y="82296"/>
                  </a:lnTo>
                  <a:lnTo>
                    <a:pt x="156972" y="126492"/>
                  </a:lnTo>
                  <a:lnTo>
                    <a:pt x="199644" y="126492"/>
                  </a:lnTo>
                  <a:lnTo>
                    <a:pt x="199644" y="82296"/>
                  </a:lnTo>
                  <a:close/>
                </a:path>
                <a:path w="1066800" h="127000">
                  <a:moveTo>
                    <a:pt x="278892" y="82296"/>
                  </a:moveTo>
                  <a:lnTo>
                    <a:pt x="234696" y="82296"/>
                  </a:lnTo>
                  <a:lnTo>
                    <a:pt x="234696" y="126492"/>
                  </a:lnTo>
                  <a:lnTo>
                    <a:pt x="278892" y="126492"/>
                  </a:lnTo>
                  <a:lnTo>
                    <a:pt x="278892" y="82296"/>
                  </a:lnTo>
                  <a:close/>
                </a:path>
                <a:path w="1066800" h="127000">
                  <a:moveTo>
                    <a:pt x="356616" y="82296"/>
                  </a:moveTo>
                  <a:lnTo>
                    <a:pt x="313944" y="82296"/>
                  </a:lnTo>
                  <a:lnTo>
                    <a:pt x="313944" y="126492"/>
                  </a:lnTo>
                  <a:lnTo>
                    <a:pt x="356616" y="126492"/>
                  </a:lnTo>
                  <a:lnTo>
                    <a:pt x="356616" y="82296"/>
                  </a:lnTo>
                  <a:close/>
                </a:path>
                <a:path w="1066800" h="127000">
                  <a:moveTo>
                    <a:pt x="435864" y="82296"/>
                  </a:moveTo>
                  <a:lnTo>
                    <a:pt x="391668" y="82296"/>
                  </a:lnTo>
                  <a:lnTo>
                    <a:pt x="391668" y="126492"/>
                  </a:lnTo>
                  <a:lnTo>
                    <a:pt x="435864" y="126492"/>
                  </a:lnTo>
                  <a:lnTo>
                    <a:pt x="435864" y="82296"/>
                  </a:lnTo>
                  <a:close/>
                </a:path>
                <a:path w="1066800" h="127000">
                  <a:moveTo>
                    <a:pt x="515112" y="82296"/>
                  </a:moveTo>
                  <a:lnTo>
                    <a:pt x="470916" y="82296"/>
                  </a:lnTo>
                  <a:lnTo>
                    <a:pt x="470916" y="126492"/>
                  </a:lnTo>
                  <a:lnTo>
                    <a:pt x="515112" y="126492"/>
                  </a:lnTo>
                  <a:lnTo>
                    <a:pt x="515112" y="82296"/>
                  </a:lnTo>
                  <a:close/>
                </a:path>
                <a:path w="1066800" h="127000">
                  <a:moveTo>
                    <a:pt x="516636" y="0"/>
                  </a:moveTo>
                  <a:lnTo>
                    <a:pt x="473964" y="0"/>
                  </a:lnTo>
                  <a:lnTo>
                    <a:pt x="473964" y="44196"/>
                  </a:lnTo>
                  <a:lnTo>
                    <a:pt x="516636" y="44196"/>
                  </a:lnTo>
                  <a:lnTo>
                    <a:pt x="516636" y="0"/>
                  </a:lnTo>
                  <a:close/>
                </a:path>
                <a:path w="1066800" h="127000">
                  <a:moveTo>
                    <a:pt x="592836" y="82296"/>
                  </a:moveTo>
                  <a:lnTo>
                    <a:pt x="550164" y="82296"/>
                  </a:lnTo>
                  <a:lnTo>
                    <a:pt x="550164" y="126492"/>
                  </a:lnTo>
                  <a:lnTo>
                    <a:pt x="592836" y="126492"/>
                  </a:lnTo>
                  <a:lnTo>
                    <a:pt x="592836" y="82296"/>
                  </a:lnTo>
                  <a:close/>
                </a:path>
                <a:path w="1066800" h="127000">
                  <a:moveTo>
                    <a:pt x="595884" y="0"/>
                  </a:moveTo>
                  <a:lnTo>
                    <a:pt x="553212" y="0"/>
                  </a:lnTo>
                  <a:lnTo>
                    <a:pt x="553212" y="44196"/>
                  </a:lnTo>
                  <a:lnTo>
                    <a:pt x="595884" y="44196"/>
                  </a:lnTo>
                  <a:lnTo>
                    <a:pt x="595884" y="0"/>
                  </a:lnTo>
                  <a:close/>
                </a:path>
                <a:path w="1066800" h="127000">
                  <a:moveTo>
                    <a:pt x="675132" y="0"/>
                  </a:moveTo>
                  <a:lnTo>
                    <a:pt x="630936" y="0"/>
                  </a:lnTo>
                  <a:lnTo>
                    <a:pt x="630936" y="44196"/>
                  </a:lnTo>
                  <a:lnTo>
                    <a:pt x="675132" y="44196"/>
                  </a:lnTo>
                  <a:lnTo>
                    <a:pt x="675132" y="0"/>
                  </a:lnTo>
                  <a:close/>
                </a:path>
                <a:path w="1066800" h="127000">
                  <a:moveTo>
                    <a:pt x="752856" y="0"/>
                  </a:moveTo>
                  <a:lnTo>
                    <a:pt x="710184" y="0"/>
                  </a:lnTo>
                  <a:lnTo>
                    <a:pt x="710184" y="44196"/>
                  </a:lnTo>
                  <a:lnTo>
                    <a:pt x="752856" y="44196"/>
                  </a:lnTo>
                  <a:lnTo>
                    <a:pt x="752856" y="0"/>
                  </a:lnTo>
                  <a:close/>
                </a:path>
                <a:path w="1066800" h="127000">
                  <a:moveTo>
                    <a:pt x="832104" y="0"/>
                  </a:moveTo>
                  <a:lnTo>
                    <a:pt x="787908" y="0"/>
                  </a:lnTo>
                  <a:lnTo>
                    <a:pt x="787908" y="44196"/>
                  </a:lnTo>
                  <a:lnTo>
                    <a:pt x="832104" y="44196"/>
                  </a:lnTo>
                  <a:lnTo>
                    <a:pt x="832104" y="0"/>
                  </a:lnTo>
                  <a:close/>
                </a:path>
                <a:path w="1066800" h="127000">
                  <a:moveTo>
                    <a:pt x="909828" y="0"/>
                  </a:moveTo>
                  <a:lnTo>
                    <a:pt x="867156" y="0"/>
                  </a:lnTo>
                  <a:lnTo>
                    <a:pt x="867156" y="44196"/>
                  </a:lnTo>
                  <a:lnTo>
                    <a:pt x="909828" y="44196"/>
                  </a:lnTo>
                  <a:lnTo>
                    <a:pt x="909828" y="0"/>
                  </a:lnTo>
                  <a:close/>
                </a:path>
                <a:path w="1066800" h="127000">
                  <a:moveTo>
                    <a:pt x="989076" y="0"/>
                  </a:moveTo>
                  <a:lnTo>
                    <a:pt x="944880" y="0"/>
                  </a:lnTo>
                  <a:lnTo>
                    <a:pt x="944880" y="44196"/>
                  </a:lnTo>
                  <a:lnTo>
                    <a:pt x="989076" y="44196"/>
                  </a:lnTo>
                  <a:lnTo>
                    <a:pt x="989076" y="0"/>
                  </a:lnTo>
                  <a:close/>
                </a:path>
                <a:path w="1066800" h="127000">
                  <a:moveTo>
                    <a:pt x="1066800" y="0"/>
                  </a:moveTo>
                  <a:lnTo>
                    <a:pt x="1024128" y="0"/>
                  </a:lnTo>
                  <a:lnTo>
                    <a:pt x="1024128" y="44196"/>
                  </a:lnTo>
                  <a:lnTo>
                    <a:pt x="1066800" y="44196"/>
                  </a:lnTo>
                  <a:lnTo>
                    <a:pt x="1066800" y="0"/>
                  </a:lnTo>
                  <a:close/>
                </a:path>
              </a:pathLst>
            </a:custGeom>
            <a:solidFill>
              <a:srgbClr val="00D9CE">
                <a:alpha val="7058"/>
              </a:srgbClr>
            </a:solidFill>
          </p:spPr>
          <p:txBody>
            <a:bodyPr wrap="square" lIns="0" tIns="0" rIns="0" bIns="0" rtlCol="0"/>
            <a:lstStyle/>
            <a:p>
              <a:endParaRPr/>
            </a:p>
          </p:txBody>
        </p:sp>
        <p:sp>
          <p:nvSpPr>
            <p:cNvPr id="29" name="object 29"/>
            <p:cNvSpPr/>
            <p:nvPr/>
          </p:nvSpPr>
          <p:spPr>
            <a:xfrm>
              <a:off x="5472684" y="6147816"/>
              <a:ext cx="593090" cy="43180"/>
            </a:xfrm>
            <a:custGeom>
              <a:avLst/>
              <a:gdLst/>
              <a:ahLst/>
              <a:cxnLst/>
              <a:rect l="l" t="t" r="r" b="b"/>
              <a:pathLst>
                <a:path w="593089" h="43179">
                  <a:moveTo>
                    <a:pt x="42672" y="0"/>
                  </a:moveTo>
                  <a:lnTo>
                    <a:pt x="0" y="0"/>
                  </a:lnTo>
                  <a:lnTo>
                    <a:pt x="0" y="42672"/>
                  </a:lnTo>
                  <a:lnTo>
                    <a:pt x="42672" y="42672"/>
                  </a:lnTo>
                  <a:lnTo>
                    <a:pt x="42672" y="0"/>
                  </a:lnTo>
                  <a:close/>
                </a:path>
                <a:path w="593089" h="43179">
                  <a:moveTo>
                    <a:pt x="121920" y="0"/>
                  </a:moveTo>
                  <a:lnTo>
                    <a:pt x="77724" y="0"/>
                  </a:lnTo>
                  <a:lnTo>
                    <a:pt x="77724" y="42672"/>
                  </a:lnTo>
                  <a:lnTo>
                    <a:pt x="121920" y="42672"/>
                  </a:lnTo>
                  <a:lnTo>
                    <a:pt x="121920" y="0"/>
                  </a:lnTo>
                  <a:close/>
                </a:path>
                <a:path w="593089" h="43179">
                  <a:moveTo>
                    <a:pt x="199644" y="0"/>
                  </a:moveTo>
                  <a:lnTo>
                    <a:pt x="156972" y="0"/>
                  </a:lnTo>
                  <a:lnTo>
                    <a:pt x="156972" y="42672"/>
                  </a:lnTo>
                  <a:lnTo>
                    <a:pt x="199644" y="42672"/>
                  </a:lnTo>
                  <a:lnTo>
                    <a:pt x="199644" y="0"/>
                  </a:lnTo>
                  <a:close/>
                </a:path>
                <a:path w="593089" h="43179">
                  <a:moveTo>
                    <a:pt x="278892" y="0"/>
                  </a:moveTo>
                  <a:lnTo>
                    <a:pt x="234696" y="0"/>
                  </a:lnTo>
                  <a:lnTo>
                    <a:pt x="234696" y="42672"/>
                  </a:lnTo>
                  <a:lnTo>
                    <a:pt x="278892" y="42672"/>
                  </a:lnTo>
                  <a:lnTo>
                    <a:pt x="278892" y="0"/>
                  </a:lnTo>
                  <a:close/>
                </a:path>
                <a:path w="593089" h="43179">
                  <a:moveTo>
                    <a:pt x="356616" y="0"/>
                  </a:moveTo>
                  <a:lnTo>
                    <a:pt x="313944" y="0"/>
                  </a:lnTo>
                  <a:lnTo>
                    <a:pt x="313944" y="42672"/>
                  </a:lnTo>
                  <a:lnTo>
                    <a:pt x="356616" y="42672"/>
                  </a:lnTo>
                  <a:lnTo>
                    <a:pt x="356616" y="0"/>
                  </a:lnTo>
                  <a:close/>
                </a:path>
                <a:path w="593089" h="43179">
                  <a:moveTo>
                    <a:pt x="435864" y="0"/>
                  </a:moveTo>
                  <a:lnTo>
                    <a:pt x="393192" y="0"/>
                  </a:lnTo>
                  <a:lnTo>
                    <a:pt x="393192" y="42672"/>
                  </a:lnTo>
                  <a:lnTo>
                    <a:pt x="435864" y="42672"/>
                  </a:lnTo>
                  <a:lnTo>
                    <a:pt x="435864" y="0"/>
                  </a:lnTo>
                  <a:close/>
                </a:path>
                <a:path w="593089" h="43179">
                  <a:moveTo>
                    <a:pt x="515112" y="0"/>
                  </a:moveTo>
                  <a:lnTo>
                    <a:pt x="470916" y="0"/>
                  </a:lnTo>
                  <a:lnTo>
                    <a:pt x="470916" y="42672"/>
                  </a:lnTo>
                  <a:lnTo>
                    <a:pt x="515112" y="42672"/>
                  </a:lnTo>
                  <a:lnTo>
                    <a:pt x="515112" y="0"/>
                  </a:lnTo>
                  <a:close/>
                </a:path>
                <a:path w="593089" h="43179">
                  <a:moveTo>
                    <a:pt x="592836" y="0"/>
                  </a:moveTo>
                  <a:lnTo>
                    <a:pt x="550164" y="0"/>
                  </a:lnTo>
                  <a:lnTo>
                    <a:pt x="550164" y="42672"/>
                  </a:lnTo>
                  <a:lnTo>
                    <a:pt x="592836" y="42672"/>
                  </a:lnTo>
                  <a:lnTo>
                    <a:pt x="592836" y="0"/>
                  </a:lnTo>
                  <a:close/>
                </a:path>
              </a:pathLst>
            </a:custGeom>
            <a:solidFill>
              <a:srgbClr val="FF8E01">
                <a:alpha val="7058"/>
              </a:srgbClr>
            </a:solidFill>
          </p:spPr>
          <p:txBody>
            <a:bodyPr wrap="square" lIns="0" tIns="0" rIns="0" bIns="0" rtlCol="0"/>
            <a:lstStyle/>
            <a:p>
              <a:endParaRPr/>
            </a:p>
          </p:txBody>
        </p:sp>
        <p:sp>
          <p:nvSpPr>
            <p:cNvPr id="30" name="object 30"/>
            <p:cNvSpPr/>
            <p:nvPr/>
          </p:nvSpPr>
          <p:spPr>
            <a:xfrm>
              <a:off x="6121908" y="5678423"/>
              <a:ext cx="358140" cy="43180"/>
            </a:xfrm>
            <a:custGeom>
              <a:avLst/>
              <a:gdLst/>
              <a:ahLst/>
              <a:cxnLst/>
              <a:rect l="l" t="t" r="r" b="b"/>
              <a:pathLst>
                <a:path w="358139" h="43179">
                  <a:moveTo>
                    <a:pt x="44196" y="0"/>
                  </a:moveTo>
                  <a:lnTo>
                    <a:pt x="0" y="0"/>
                  </a:lnTo>
                  <a:lnTo>
                    <a:pt x="0" y="42672"/>
                  </a:lnTo>
                  <a:lnTo>
                    <a:pt x="44196" y="42672"/>
                  </a:lnTo>
                  <a:lnTo>
                    <a:pt x="44196" y="0"/>
                  </a:lnTo>
                  <a:close/>
                </a:path>
                <a:path w="358139" h="43179">
                  <a:moveTo>
                    <a:pt x="121920" y="0"/>
                  </a:moveTo>
                  <a:lnTo>
                    <a:pt x="79248" y="0"/>
                  </a:lnTo>
                  <a:lnTo>
                    <a:pt x="79248" y="42672"/>
                  </a:lnTo>
                  <a:lnTo>
                    <a:pt x="121920" y="42672"/>
                  </a:lnTo>
                  <a:lnTo>
                    <a:pt x="121920" y="0"/>
                  </a:lnTo>
                  <a:close/>
                </a:path>
                <a:path w="358139" h="43179">
                  <a:moveTo>
                    <a:pt x="201168" y="0"/>
                  </a:moveTo>
                  <a:lnTo>
                    <a:pt x="156972" y="0"/>
                  </a:lnTo>
                  <a:lnTo>
                    <a:pt x="156972" y="42672"/>
                  </a:lnTo>
                  <a:lnTo>
                    <a:pt x="201168" y="42672"/>
                  </a:lnTo>
                  <a:lnTo>
                    <a:pt x="201168" y="0"/>
                  </a:lnTo>
                  <a:close/>
                </a:path>
                <a:path w="358139" h="43179">
                  <a:moveTo>
                    <a:pt x="278892" y="0"/>
                  </a:moveTo>
                  <a:lnTo>
                    <a:pt x="236220" y="0"/>
                  </a:lnTo>
                  <a:lnTo>
                    <a:pt x="236220" y="42672"/>
                  </a:lnTo>
                  <a:lnTo>
                    <a:pt x="278892" y="42672"/>
                  </a:lnTo>
                  <a:lnTo>
                    <a:pt x="278892" y="0"/>
                  </a:lnTo>
                  <a:close/>
                </a:path>
                <a:path w="358139" h="43179">
                  <a:moveTo>
                    <a:pt x="358140" y="0"/>
                  </a:moveTo>
                  <a:lnTo>
                    <a:pt x="313944" y="0"/>
                  </a:lnTo>
                  <a:lnTo>
                    <a:pt x="313944" y="42672"/>
                  </a:lnTo>
                  <a:lnTo>
                    <a:pt x="358140" y="42672"/>
                  </a:lnTo>
                  <a:lnTo>
                    <a:pt x="358140" y="0"/>
                  </a:lnTo>
                  <a:close/>
                </a:path>
              </a:pathLst>
            </a:custGeom>
            <a:solidFill>
              <a:srgbClr val="4264DE">
                <a:alpha val="7058"/>
              </a:srgbClr>
            </a:solidFill>
          </p:spPr>
          <p:txBody>
            <a:bodyPr wrap="square" lIns="0" tIns="0" rIns="0" bIns="0" rtlCol="0"/>
            <a:lstStyle/>
            <a:p>
              <a:endParaRPr/>
            </a:p>
          </p:txBody>
        </p:sp>
        <p:sp>
          <p:nvSpPr>
            <p:cNvPr id="31" name="object 31"/>
            <p:cNvSpPr/>
            <p:nvPr/>
          </p:nvSpPr>
          <p:spPr>
            <a:xfrm>
              <a:off x="5943600" y="6248399"/>
              <a:ext cx="358140" cy="44450"/>
            </a:xfrm>
            <a:custGeom>
              <a:avLst/>
              <a:gdLst/>
              <a:ahLst/>
              <a:cxnLst/>
              <a:rect l="l" t="t" r="r" b="b"/>
              <a:pathLst>
                <a:path w="358139" h="44450">
                  <a:moveTo>
                    <a:pt x="42672" y="0"/>
                  </a:moveTo>
                  <a:lnTo>
                    <a:pt x="0" y="0"/>
                  </a:lnTo>
                  <a:lnTo>
                    <a:pt x="0" y="44196"/>
                  </a:lnTo>
                  <a:lnTo>
                    <a:pt x="42672" y="44196"/>
                  </a:lnTo>
                  <a:lnTo>
                    <a:pt x="42672" y="0"/>
                  </a:lnTo>
                  <a:close/>
                </a:path>
                <a:path w="358139" h="44450">
                  <a:moveTo>
                    <a:pt x="121920" y="0"/>
                  </a:moveTo>
                  <a:lnTo>
                    <a:pt x="77724" y="0"/>
                  </a:lnTo>
                  <a:lnTo>
                    <a:pt x="77724" y="44196"/>
                  </a:lnTo>
                  <a:lnTo>
                    <a:pt x="121920" y="44196"/>
                  </a:lnTo>
                  <a:lnTo>
                    <a:pt x="121920" y="0"/>
                  </a:lnTo>
                  <a:close/>
                </a:path>
                <a:path w="358139" h="44450">
                  <a:moveTo>
                    <a:pt x="199644" y="0"/>
                  </a:moveTo>
                  <a:lnTo>
                    <a:pt x="156972" y="0"/>
                  </a:lnTo>
                  <a:lnTo>
                    <a:pt x="156972" y="44196"/>
                  </a:lnTo>
                  <a:lnTo>
                    <a:pt x="199644" y="44196"/>
                  </a:lnTo>
                  <a:lnTo>
                    <a:pt x="199644" y="0"/>
                  </a:lnTo>
                  <a:close/>
                </a:path>
                <a:path w="358139" h="44450">
                  <a:moveTo>
                    <a:pt x="278892" y="0"/>
                  </a:moveTo>
                  <a:lnTo>
                    <a:pt x="236220" y="0"/>
                  </a:lnTo>
                  <a:lnTo>
                    <a:pt x="236220" y="44196"/>
                  </a:lnTo>
                  <a:lnTo>
                    <a:pt x="278892" y="44196"/>
                  </a:lnTo>
                  <a:lnTo>
                    <a:pt x="278892" y="0"/>
                  </a:lnTo>
                  <a:close/>
                </a:path>
                <a:path w="358139" h="44450">
                  <a:moveTo>
                    <a:pt x="358140" y="0"/>
                  </a:moveTo>
                  <a:lnTo>
                    <a:pt x="313944" y="0"/>
                  </a:lnTo>
                  <a:lnTo>
                    <a:pt x="313944" y="44196"/>
                  </a:lnTo>
                  <a:lnTo>
                    <a:pt x="358140" y="44196"/>
                  </a:lnTo>
                  <a:lnTo>
                    <a:pt x="358140" y="0"/>
                  </a:lnTo>
                  <a:close/>
                </a:path>
              </a:pathLst>
            </a:custGeom>
            <a:solidFill>
              <a:srgbClr val="00D9CE">
                <a:alpha val="7058"/>
              </a:srgbClr>
            </a:solidFill>
          </p:spPr>
          <p:txBody>
            <a:bodyPr wrap="square" lIns="0" tIns="0" rIns="0" bIns="0" rtlCol="0"/>
            <a:lstStyle/>
            <a:p>
              <a:endParaRPr/>
            </a:p>
          </p:txBody>
        </p:sp>
        <p:sp>
          <p:nvSpPr>
            <p:cNvPr id="32" name="object 32"/>
            <p:cNvSpPr/>
            <p:nvPr/>
          </p:nvSpPr>
          <p:spPr>
            <a:xfrm>
              <a:off x="5239512" y="5897880"/>
              <a:ext cx="1240790" cy="464820"/>
            </a:xfrm>
            <a:custGeom>
              <a:avLst/>
              <a:gdLst/>
              <a:ahLst/>
              <a:cxnLst/>
              <a:rect l="l" t="t" r="r" b="b"/>
              <a:pathLst>
                <a:path w="1240789" h="464820">
                  <a:moveTo>
                    <a:pt x="44196" y="422148"/>
                  </a:moveTo>
                  <a:lnTo>
                    <a:pt x="0" y="422148"/>
                  </a:lnTo>
                  <a:lnTo>
                    <a:pt x="0" y="464820"/>
                  </a:lnTo>
                  <a:lnTo>
                    <a:pt x="44196" y="464820"/>
                  </a:lnTo>
                  <a:lnTo>
                    <a:pt x="44196" y="422148"/>
                  </a:lnTo>
                  <a:close/>
                </a:path>
                <a:path w="1240789" h="464820">
                  <a:moveTo>
                    <a:pt x="121920" y="422148"/>
                  </a:moveTo>
                  <a:lnTo>
                    <a:pt x="79248" y="422148"/>
                  </a:lnTo>
                  <a:lnTo>
                    <a:pt x="79248" y="464820"/>
                  </a:lnTo>
                  <a:lnTo>
                    <a:pt x="121920" y="464820"/>
                  </a:lnTo>
                  <a:lnTo>
                    <a:pt x="121920" y="422148"/>
                  </a:lnTo>
                  <a:close/>
                </a:path>
                <a:path w="1240789" h="464820">
                  <a:moveTo>
                    <a:pt x="201168" y="422148"/>
                  </a:moveTo>
                  <a:lnTo>
                    <a:pt x="158496" y="422148"/>
                  </a:lnTo>
                  <a:lnTo>
                    <a:pt x="158496" y="464820"/>
                  </a:lnTo>
                  <a:lnTo>
                    <a:pt x="201168" y="464820"/>
                  </a:lnTo>
                  <a:lnTo>
                    <a:pt x="201168" y="422148"/>
                  </a:lnTo>
                  <a:close/>
                </a:path>
                <a:path w="1240789" h="464820">
                  <a:moveTo>
                    <a:pt x="280416" y="422148"/>
                  </a:moveTo>
                  <a:lnTo>
                    <a:pt x="236220" y="422148"/>
                  </a:lnTo>
                  <a:lnTo>
                    <a:pt x="236220" y="464820"/>
                  </a:lnTo>
                  <a:lnTo>
                    <a:pt x="280416" y="464820"/>
                  </a:lnTo>
                  <a:lnTo>
                    <a:pt x="280416" y="422148"/>
                  </a:lnTo>
                  <a:close/>
                </a:path>
                <a:path w="1240789" h="464820">
                  <a:moveTo>
                    <a:pt x="358140" y="422148"/>
                  </a:moveTo>
                  <a:lnTo>
                    <a:pt x="315468" y="422148"/>
                  </a:lnTo>
                  <a:lnTo>
                    <a:pt x="315468" y="464820"/>
                  </a:lnTo>
                  <a:lnTo>
                    <a:pt x="358140" y="464820"/>
                  </a:lnTo>
                  <a:lnTo>
                    <a:pt x="358140" y="422148"/>
                  </a:lnTo>
                  <a:close/>
                </a:path>
                <a:path w="1240789" h="464820">
                  <a:moveTo>
                    <a:pt x="437388" y="422148"/>
                  </a:moveTo>
                  <a:lnTo>
                    <a:pt x="393192" y="422148"/>
                  </a:lnTo>
                  <a:lnTo>
                    <a:pt x="393192" y="464820"/>
                  </a:lnTo>
                  <a:lnTo>
                    <a:pt x="437388" y="464820"/>
                  </a:lnTo>
                  <a:lnTo>
                    <a:pt x="437388" y="422148"/>
                  </a:lnTo>
                  <a:close/>
                </a:path>
                <a:path w="1240789" h="464820">
                  <a:moveTo>
                    <a:pt x="515112" y="422148"/>
                  </a:moveTo>
                  <a:lnTo>
                    <a:pt x="472440" y="422148"/>
                  </a:lnTo>
                  <a:lnTo>
                    <a:pt x="472440" y="464820"/>
                  </a:lnTo>
                  <a:lnTo>
                    <a:pt x="515112" y="464820"/>
                  </a:lnTo>
                  <a:lnTo>
                    <a:pt x="515112" y="422148"/>
                  </a:lnTo>
                  <a:close/>
                </a:path>
                <a:path w="1240789" h="464820">
                  <a:moveTo>
                    <a:pt x="594360" y="422148"/>
                  </a:moveTo>
                  <a:lnTo>
                    <a:pt x="550164" y="422148"/>
                  </a:lnTo>
                  <a:lnTo>
                    <a:pt x="550164" y="464820"/>
                  </a:lnTo>
                  <a:lnTo>
                    <a:pt x="594360" y="464820"/>
                  </a:lnTo>
                  <a:lnTo>
                    <a:pt x="594360" y="422148"/>
                  </a:lnTo>
                  <a:close/>
                </a:path>
                <a:path w="1240789" h="464820">
                  <a:moveTo>
                    <a:pt x="690372" y="0"/>
                  </a:moveTo>
                  <a:lnTo>
                    <a:pt x="647700" y="0"/>
                  </a:lnTo>
                  <a:lnTo>
                    <a:pt x="647700" y="42672"/>
                  </a:lnTo>
                  <a:lnTo>
                    <a:pt x="690372" y="42672"/>
                  </a:lnTo>
                  <a:lnTo>
                    <a:pt x="690372" y="0"/>
                  </a:lnTo>
                  <a:close/>
                </a:path>
                <a:path w="1240789" h="464820">
                  <a:moveTo>
                    <a:pt x="769620" y="0"/>
                  </a:moveTo>
                  <a:lnTo>
                    <a:pt x="725424" y="0"/>
                  </a:lnTo>
                  <a:lnTo>
                    <a:pt x="725424" y="42672"/>
                  </a:lnTo>
                  <a:lnTo>
                    <a:pt x="769620" y="42672"/>
                  </a:lnTo>
                  <a:lnTo>
                    <a:pt x="769620" y="0"/>
                  </a:lnTo>
                  <a:close/>
                </a:path>
                <a:path w="1240789" h="464820">
                  <a:moveTo>
                    <a:pt x="847344" y="0"/>
                  </a:moveTo>
                  <a:lnTo>
                    <a:pt x="804672" y="0"/>
                  </a:lnTo>
                  <a:lnTo>
                    <a:pt x="804672" y="42672"/>
                  </a:lnTo>
                  <a:lnTo>
                    <a:pt x="847344" y="42672"/>
                  </a:lnTo>
                  <a:lnTo>
                    <a:pt x="847344" y="0"/>
                  </a:lnTo>
                  <a:close/>
                </a:path>
                <a:path w="1240789" h="464820">
                  <a:moveTo>
                    <a:pt x="926592" y="0"/>
                  </a:moveTo>
                  <a:lnTo>
                    <a:pt x="882396" y="0"/>
                  </a:lnTo>
                  <a:lnTo>
                    <a:pt x="882396" y="42672"/>
                  </a:lnTo>
                  <a:lnTo>
                    <a:pt x="926592" y="42672"/>
                  </a:lnTo>
                  <a:lnTo>
                    <a:pt x="926592" y="0"/>
                  </a:lnTo>
                  <a:close/>
                </a:path>
                <a:path w="1240789" h="464820">
                  <a:moveTo>
                    <a:pt x="1004316" y="0"/>
                  </a:moveTo>
                  <a:lnTo>
                    <a:pt x="961644" y="0"/>
                  </a:lnTo>
                  <a:lnTo>
                    <a:pt x="961644" y="42672"/>
                  </a:lnTo>
                  <a:lnTo>
                    <a:pt x="1004316" y="42672"/>
                  </a:lnTo>
                  <a:lnTo>
                    <a:pt x="1004316" y="0"/>
                  </a:lnTo>
                  <a:close/>
                </a:path>
                <a:path w="1240789" h="464820">
                  <a:moveTo>
                    <a:pt x="1083564" y="0"/>
                  </a:moveTo>
                  <a:lnTo>
                    <a:pt x="1039368" y="0"/>
                  </a:lnTo>
                  <a:lnTo>
                    <a:pt x="1039368" y="42672"/>
                  </a:lnTo>
                  <a:lnTo>
                    <a:pt x="1083564" y="42672"/>
                  </a:lnTo>
                  <a:lnTo>
                    <a:pt x="1083564" y="0"/>
                  </a:lnTo>
                  <a:close/>
                </a:path>
                <a:path w="1240789" h="464820">
                  <a:moveTo>
                    <a:pt x="1161288" y="0"/>
                  </a:moveTo>
                  <a:lnTo>
                    <a:pt x="1118616" y="0"/>
                  </a:lnTo>
                  <a:lnTo>
                    <a:pt x="1118616" y="42672"/>
                  </a:lnTo>
                  <a:lnTo>
                    <a:pt x="1161288" y="42672"/>
                  </a:lnTo>
                  <a:lnTo>
                    <a:pt x="1161288" y="0"/>
                  </a:lnTo>
                  <a:close/>
                </a:path>
                <a:path w="1240789" h="464820">
                  <a:moveTo>
                    <a:pt x="1240536" y="0"/>
                  </a:moveTo>
                  <a:lnTo>
                    <a:pt x="1196340" y="0"/>
                  </a:lnTo>
                  <a:lnTo>
                    <a:pt x="1196340" y="42672"/>
                  </a:lnTo>
                  <a:lnTo>
                    <a:pt x="1240536" y="42672"/>
                  </a:lnTo>
                  <a:lnTo>
                    <a:pt x="1240536" y="0"/>
                  </a:lnTo>
                  <a:close/>
                </a:path>
              </a:pathLst>
            </a:custGeom>
            <a:solidFill>
              <a:srgbClr val="FF8E01">
                <a:alpha val="7058"/>
              </a:srgbClr>
            </a:solidFill>
          </p:spPr>
          <p:txBody>
            <a:bodyPr wrap="square" lIns="0" tIns="0" rIns="0" bIns="0" rtlCol="0"/>
            <a:lstStyle/>
            <a:p>
              <a:endParaRPr/>
            </a:p>
          </p:txBody>
        </p:sp>
        <p:sp>
          <p:nvSpPr>
            <p:cNvPr id="33" name="object 33"/>
            <p:cNvSpPr/>
            <p:nvPr/>
          </p:nvSpPr>
          <p:spPr>
            <a:xfrm>
              <a:off x="9128760" y="4070603"/>
              <a:ext cx="980440" cy="650875"/>
            </a:xfrm>
            <a:custGeom>
              <a:avLst/>
              <a:gdLst/>
              <a:ahLst/>
              <a:cxnLst/>
              <a:rect l="l" t="t" r="r" b="b"/>
              <a:pathLst>
                <a:path w="980440" h="650875">
                  <a:moveTo>
                    <a:pt x="458724" y="135890"/>
                  </a:moveTo>
                  <a:lnTo>
                    <a:pt x="426046" y="108775"/>
                  </a:lnTo>
                  <a:lnTo>
                    <a:pt x="398894" y="76517"/>
                  </a:lnTo>
                  <a:lnTo>
                    <a:pt x="377850" y="39992"/>
                  </a:lnTo>
                  <a:lnTo>
                    <a:pt x="363474" y="0"/>
                  </a:lnTo>
                  <a:lnTo>
                    <a:pt x="52578" y="0"/>
                  </a:lnTo>
                  <a:lnTo>
                    <a:pt x="43929" y="26771"/>
                  </a:lnTo>
                  <a:lnTo>
                    <a:pt x="32194" y="52247"/>
                  </a:lnTo>
                  <a:lnTo>
                    <a:pt x="17500" y="76174"/>
                  </a:lnTo>
                  <a:lnTo>
                    <a:pt x="0" y="98298"/>
                  </a:lnTo>
                  <a:lnTo>
                    <a:pt x="232283" y="423672"/>
                  </a:lnTo>
                  <a:lnTo>
                    <a:pt x="248119" y="419747"/>
                  </a:lnTo>
                  <a:lnTo>
                    <a:pt x="264198" y="416928"/>
                  </a:lnTo>
                  <a:lnTo>
                    <a:pt x="280441" y="415226"/>
                  </a:lnTo>
                  <a:lnTo>
                    <a:pt x="296799" y="414655"/>
                  </a:lnTo>
                  <a:lnTo>
                    <a:pt x="304292" y="414655"/>
                  </a:lnTo>
                  <a:lnTo>
                    <a:pt x="311658" y="415036"/>
                  </a:lnTo>
                  <a:lnTo>
                    <a:pt x="318897" y="415671"/>
                  </a:lnTo>
                  <a:lnTo>
                    <a:pt x="458724" y="135890"/>
                  </a:lnTo>
                  <a:close/>
                </a:path>
                <a:path w="980440" h="650875">
                  <a:moveTo>
                    <a:pt x="979932" y="463677"/>
                  </a:moveTo>
                  <a:lnTo>
                    <a:pt x="707898" y="146304"/>
                  </a:lnTo>
                  <a:lnTo>
                    <a:pt x="680516" y="159486"/>
                  </a:lnTo>
                  <a:lnTo>
                    <a:pt x="651802" y="169024"/>
                  </a:lnTo>
                  <a:lnTo>
                    <a:pt x="622109" y="174828"/>
                  </a:lnTo>
                  <a:lnTo>
                    <a:pt x="591820" y="176784"/>
                  </a:lnTo>
                  <a:lnTo>
                    <a:pt x="584454" y="176784"/>
                  </a:lnTo>
                  <a:lnTo>
                    <a:pt x="577088" y="176403"/>
                  </a:lnTo>
                  <a:lnTo>
                    <a:pt x="569722" y="175641"/>
                  </a:lnTo>
                  <a:lnTo>
                    <a:pt x="429768" y="455549"/>
                  </a:lnTo>
                  <a:lnTo>
                    <a:pt x="465175" y="485343"/>
                  </a:lnTo>
                  <a:lnTo>
                    <a:pt x="493750" y="520903"/>
                  </a:lnTo>
                  <a:lnTo>
                    <a:pt x="514908" y="561086"/>
                  </a:lnTo>
                  <a:lnTo>
                    <a:pt x="528066" y="604748"/>
                  </a:lnTo>
                  <a:lnTo>
                    <a:pt x="532638" y="650748"/>
                  </a:lnTo>
                  <a:lnTo>
                    <a:pt x="888111" y="650748"/>
                  </a:lnTo>
                  <a:lnTo>
                    <a:pt x="894359" y="596963"/>
                  </a:lnTo>
                  <a:lnTo>
                    <a:pt x="912342" y="546595"/>
                  </a:lnTo>
                  <a:lnTo>
                    <a:pt x="941158" y="501535"/>
                  </a:lnTo>
                  <a:lnTo>
                    <a:pt x="979932" y="463677"/>
                  </a:lnTo>
                  <a:close/>
                </a:path>
              </a:pathLst>
            </a:custGeom>
            <a:solidFill>
              <a:srgbClr val="00D9CE"/>
            </a:solidFill>
          </p:spPr>
          <p:txBody>
            <a:bodyPr wrap="square" lIns="0" tIns="0" rIns="0" bIns="0" rtlCol="0"/>
            <a:lstStyle/>
            <a:p>
              <a:endParaRPr/>
            </a:p>
          </p:txBody>
        </p:sp>
        <p:sp>
          <p:nvSpPr>
            <p:cNvPr id="34" name="object 34"/>
            <p:cNvSpPr/>
            <p:nvPr/>
          </p:nvSpPr>
          <p:spPr>
            <a:xfrm>
              <a:off x="9602724" y="3892295"/>
              <a:ext cx="236220" cy="237744"/>
            </a:xfrm>
            <a:prstGeom prst="rect">
              <a:avLst/>
            </a:prstGeom>
            <a:blipFill>
              <a:blip r:embed="rId13" cstate="print"/>
              <a:stretch>
                <a:fillRect/>
              </a:stretch>
            </a:blipFill>
          </p:spPr>
          <p:txBody>
            <a:bodyPr wrap="square" lIns="0" tIns="0" rIns="0" bIns="0" rtlCol="0"/>
            <a:lstStyle/>
            <a:p>
              <a:endParaRPr/>
            </a:p>
          </p:txBody>
        </p:sp>
        <p:sp>
          <p:nvSpPr>
            <p:cNvPr id="35" name="object 35"/>
            <p:cNvSpPr/>
            <p:nvPr/>
          </p:nvSpPr>
          <p:spPr>
            <a:xfrm>
              <a:off x="10136124" y="4602479"/>
              <a:ext cx="236220" cy="237744"/>
            </a:xfrm>
            <a:prstGeom prst="rect">
              <a:avLst/>
            </a:prstGeom>
            <a:blipFill>
              <a:blip r:embed="rId14" cstate="print"/>
              <a:stretch>
                <a:fillRect/>
              </a:stretch>
            </a:blipFill>
          </p:spPr>
          <p:txBody>
            <a:bodyPr wrap="square" lIns="0" tIns="0" rIns="0" bIns="0" rtlCol="0"/>
            <a:lstStyle/>
            <a:p>
              <a:endParaRPr/>
            </a:p>
          </p:txBody>
        </p:sp>
        <p:sp>
          <p:nvSpPr>
            <p:cNvPr id="36" name="object 36"/>
            <p:cNvSpPr/>
            <p:nvPr/>
          </p:nvSpPr>
          <p:spPr>
            <a:xfrm>
              <a:off x="9595104" y="3563111"/>
              <a:ext cx="1047115" cy="1751330"/>
            </a:xfrm>
            <a:custGeom>
              <a:avLst/>
              <a:gdLst/>
              <a:ahLst/>
              <a:cxnLst/>
              <a:rect l="l" t="t" r="r" b="b"/>
              <a:pathLst>
                <a:path w="1047115" h="1751329">
                  <a:moveTo>
                    <a:pt x="1043940" y="740410"/>
                  </a:moveTo>
                  <a:lnTo>
                    <a:pt x="1035786" y="724484"/>
                  </a:lnTo>
                  <a:lnTo>
                    <a:pt x="1028903" y="707961"/>
                  </a:lnTo>
                  <a:lnTo>
                    <a:pt x="1023264" y="690981"/>
                  </a:lnTo>
                  <a:lnTo>
                    <a:pt x="1018921" y="673608"/>
                  </a:lnTo>
                  <a:lnTo>
                    <a:pt x="351790" y="519684"/>
                  </a:lnTo>
                  <a:lnTo>
                    <a:pt x="346976" y="533349"/>
                  </a:lnTo>
                  <a:lnTo>
                    <a:pt x="341337" y="546671"/>
                  </a:lnTo>
                  <a:lnTo>
                    <a:pt x="334886" y="559625"/>
                  </a:lnTo>
                  <a:lnTo>
                    <a:pt x="327660" y="572135"/>
                  </a:lnTo>
                  <a:lnTo>
                    <a:pt x="628650" y="923290"/>
                  </a:lnTo>
                  <a:lnTo>
                    <a:pt x="669213" y="921499"/>
                  </a:lnTo>
                  <a:lnTo>
                    <a:pt x="709206" y="926655"/>
                  </a:lnTo>
                  <a:lnTo>
                    <a:pt x="747750" y="938580"/>
                  </a:lnTo>
                  <a:lnTo>
                    <a:pt x="783971" y="957072"/>
                  </a:lnTo>
                  <a:lnTo>
                    <a:pt x="1043940" y="740410"/>
                  </a:lnTo>
                  <a:close/>
                </a:path>
                <a:path w="1047115" h="1751329">
                  <a:moveTo>
                    <a:pt x="1046988" y="1689862"/>
                  </a:moveTo>
                  <a:lnTo>
                    <a:pt x="739013" y="1380490"/>
                  </a:lnTo>
                  <a:lnTo>
                    <a:pt x="694601" y="1391793"/>
                  </a:lnTo>
                  <a:lnTo>
                    <a:pt x="649287" y="1394294"/>
                  </a:lnTo>
                  <a:lnTo>
                    <a:pt x="604342" y="1388046"/>
                  </a:lnTo>
                  <a:lnTo>
                    <a:pt x="561086" y="1373124"/>
                  </a:lnTo>
                  <a:lnTo>
                    <a:pt x="0" y="1748663"/>
                  </a:lnTo>
                  <a:lnTo>
                    <a:pt x="635" y="1751076"/>
                  </a:lnTo>
                  <a:lnTo>
                    <a:pt x="1021588" y="1751076"/>
                  </a:lnTo>
                  <a:lnTo>
                    <a:pt x="1026312" y="1735137"/>
                  </a:lnTo>
                  <a:lnTo>
                    <a:pt x="1032141" y="1719567"/>
                  </a:lnTo>
                  <a:lnTo>
                    <a:pt x="1039025" y="1704454"/>
                  </a:lnTo>
                  <a:lnTo>
                    <a:pt x="1046988" y="1689862"/>
                  </a:lnTo>
                  <a:close/>
                </a:path>
                <a:path w="1047115" h="1751329">
                  <a:moveTo>
                    <a:pt x="1046988" y="504825"/>
                  </a:moveTo>
                  <a:lnTo>
                    <a:pt x="542544" y="0"/>
                  </a:lnTo>
                  <a:lnTo>
                    <a:pt x="514311" y="14249"/>
                  </a:lnTo>
                  <a:lnTo>
                    <a:pt x="484606" y="24549"/>
                  </a:lnTo>
                  <a:lnTo>
                    <a:pt x="453834" y="30797"/>
                  </a:lnTo>
                  <a:lnTo>
                    <a:pt x="422402" y="32893"/>
                  </a:lnTo>
                  <a:lnTo>
                    <a:pt x="411365" y="32639"/>
                  </a:lnTo>
                  <a:lnTo>
                    <a:pt x="400392" y="31851"/>
                  </a:lnTo>
                  <a:lnTo>
                    <a:pt x="389458" y="30543"/>
                  </a:lnTo>
                  <a:lnTo>
                    <a:pt x="378587" y="28702"/>
                  </a:lnTo>
                  <a:lnTo>
                    <a:pt x="277368" y="265049"/>
                  </a:lnTo>
                  <a:lnTo>
                    <a:pt x="305917" y="293077"/>
                  </a:lnTo>
                  <a:lnTo>
                    <a:pt x="329196" y="325247"/>
                  </a:lnTo>
                  <a:lnTo>
                    <a:pt x="346786" y="360857"/>
                  </a:lnTo>
                  <a:lnTo>
                    <a:pt x="358267" y="399161"/>
                  </a:lnTo>
                  <a:lnTo>
                    <a:pt x="1025271" y="553212"/>
                  </a:lnTo>
                  <a:lnTo>
                    <a:pt x="1029690" y="540677"/>
                  </a:lnTo>
                  <a:lnTo>
                    <a:pt x="1034796" y="528408"/>
                  </a:lnTo>
                  <a:lnTo>
                    <a:pt x="1040549" y="516445"/>
                  </a:lnTo>
                  <a:lnTo>
                    <a:pt x="1046988" y="504825"/>
                  </a:lnTo>
                  <a:close/>
                </a:path>
              </a:pathLst>
            </a:custGeom>
            <a:solidFill>
              <a:srgbClr val="00D9CE"/>
            </a:solidFill>
          </p:spPr>
          <p:txBody>
            <a:bodyPr wrap="square" lIns="0" tIns="0" rIns="0" bIns="0" rtlCol="0"/>
            <a:lstStyle/>
            <a:p>
              <a:endParaRPr/>
            </a:p>
          </p:txBody>
        </p:sp>
        <p:sp>
          <p:nvSpPr>
            <p:cNvPr id="37" name="object 37"/>
            <p:cNvSpPr/>
            <p:nvPr/>
          </p:nvSpPr>
          <p:spPr>
            <a:xfrm>
              <a:off x="9898379" y="3241547"/>
              <a:ext cx="237744" cy="236219"/>
            </a:xfrm>
            <a:prstGeom prst="rect">
              <a:avLst/>
            </a:prstGeom>
            <a:blipFill>
              <a:blip r:embed="rId15" cstate="print"/>
              <a:stretch>
                <a:fillRect/>
              </a:stretch>
            </a:blipFill>
          </p:spPr>
          <p:txBody>
            <a:bodyPr wrap="square" lIns="0" tIns="0" rIns="0" bIns="0" rtlCol="0"/>
            <a:lstStyle/>
            <a:p>
              <a:endParaRPr/>
            </a:p>
          </p:txBody>
        </p:sp>
        <p:sp>
          <p:nvSpPr>
            <p:cNvPr id="38" name="object 38"/>
            <p:cNvSpPr/>
            <p:nvPr/>
          </p:nvSpPr>
          <p:spPr>
            <a:xfrm>
              <a:off x="7994904" y="4076699"/>
              <a:ext cx="2792095" cy="1092835"/>
            </a:xfrm>
            <a:custGeom>
              <a:avLst/>
              <a:gdLst/>
              <a:ahLst/>
              <a:cxnLst/>
              <a:rect l="l" t="t" r="r" b="b"/>
              <a:pathLst>
                <a:path w="2792095" h="1092835">
                  <a:moveTo>
                    <a:pt x="763524" y="69977"/>
                  </a:moveTo>
                  <a:lnTo>
                    <a:pt x="752957" y="53568"/>
                  </a:lnTo>
                  <a:lnTo>
                    <a:pt x="743775" y="36372"/>
                  </a:lnTo>
                  <a:lnTo>
                    <a:pt x="736015" y="18491"/>
                  </a:lnTo>
                  <a:lnTo>
                    <a:pt x="729742" y="0"/>
                  </a:lnTo>
                  <a:lnTo>
                    <a:pt x="9144" y="96266"/>
                  </a:lnTo>
                  <a:lnTo>
                    <a:pt x="9652" y="106299"/>
                  </a:lnTo>
                  <a:lnTo>
                    <a:pt x="9652" y="111379"/>
                  </a:lnTo>
                  <a:lnTo>
                    <a:pt x="9029" y="128384"/>
                  </a:lnTo>
                  <a:lnTo>
                    <a:pt x="7200" y="145224"/>
                  </a:lnTo>
                  <a:lnTo>
                    <a:pt x="4178" y="161886"/>
                  </a:lnTo>
                  <a:lnTo>
                    <a:pt x="0" y="178308"/>
                  </a:lnTo>
                  <a:lnTo>
                    <a:pt x="385445" y="467868"/>
                  </a:lnTo>
                  <a:lnTo>
                    <a:pt x="421474" y="441401"/>
                  </a:lnTo>
                  <a:lnTo>
                    <a:pt x="461302" y="422402"/>
                  </a:lnTo>
                  <a:lnTo>
                    <a:pt x="503796" y="411175"/>
                  </a:lnTo>
                  <a:lnTo>
                    <a:pt x="547801" y="408025"/>
                  </a:lnTo>
                  <a:lnTo>
                    <a:pt x="592201" y="413258"/>
                  </a:lnTo>
                  <a:lnTo>
                    <a:pt x="763524" y="69977"/>
                  </a:lnTo>
                  <a:close/>
                </a:path>
                <a:path w="2792095" h="1092835">
                  <a:moveTo>
                    <a:pt x="2791968" y="340741"/>
                  </a:moveTo>
                  <a:lnTo>
                    <a:pt x="2774734" y="335610"/>
                  </a:lnTo>
                  <a:lnTo>
                    <a:pt x="2757970" y="329158"/>
                  </a:lnTo>
                  <a:lnTo>
                    <a:pt x="2741765" y="321424"/>
                  </a:lnTo>
                  <a:lnTo>
                    <a:pt x="2726182" y="312420"/>
                  </a:lnTo>
                  <a:lnTo>
                    <a:pt x="2466086" y="529463"/>
                  </a:lnTo>
                  <a:lnTo>
                    <a:pt x="2485390" y="574459"/>
                  </a:lnTo>
                  <a:lnTo>
                    <a:pt x="2494915" y="621461"/>
                  </a:lnTo>
                  <a:lnTo>
                    <a:pt x="2494813" y="668959"/>
                  </a:lnTo>
                  <a:lnTo>
                    <a:pt x="2485250" y="715479"/>
                  </a:lnTo>
                  <a:lnTo>
                    <a:pt x="2466390" y="759523"/>
                  </a:lnTo>
                  <a:lnTo>
                    <a:pt x="2438400" y="799592"/>
                  </a:lnTo>
                  <a:lnTo>
                    <a:pt x="2731008" y="1092708"/>
                  </a:lnTo>
                  <a:lnTo>
                    <a:pt x="2745549" y="1084757"/>
                  </a:lnTo>
                  <a:lnTo>
                    <a:pt x="2760573" y="1077874"/>
                  </a:lnTo>
                  <a:lnTo>
                    <a:pt x="2776055" y="1072045"/>
                  </a:lnTo>
                  <a:lnTo>
                    <a:pt x="2791968" y="1067308"/>
                  </a:lnTo>
                  <a:lnTo>
                    <a:pt x="2791968" y="340741"/>
                  </a:lnTo>
                  <a:close/>
                </a:path>
              </a:pathLst>
            </a:custGeom>
            <a:solidFill>
              <a:srgbClr val="00D9CE"/>
            </a:solidFill>
          </p:spPr>
          <p:txBody>
            <a:bodyPr wrap="square" lIns="0" tIns="0" rIns="0" bIns="0" rtlCol="0"/>
            <a:lstStyle/>
            <a:p>
              <a:endParaRPr/>
            </a:p>
          </p:txBody>
        </p:sp>
        <p:sp>
          <p:nvSpPr>
            <p:cNvPr id="39" name="object 39"/>
            <p:cNvSpPr/>
            <p:nvPr/>
          </p:nvSpPr>
          <p:spPr>
            <a:xfrm>
              <a:off x="10727436" y="4070604"/>
              <a:ext cx="237744" cy="236219"/>
            </a:xfrm>
            <a:prstGeom prst="rect">
              <a:avLst/>
            </a:prstGeom>
            <a:blipFill>
              <a:blip r:embed="rId16" cstate="print"/>
              <a:stretch>
                <a:fillRect/>
              </a:stretch>
            </a:blipFill>
          </p:spPr>
          <p:txBody>
            <a:bodyPr wrap="square" lIns="0" tIns="0" rIns="0" bIns="0" rtlCol="0"/>
            <a:lstStyle/>
            <a:p>
              <a:endParaRPr/>
            </a:p>
          </p:txBody>
        </p:sp>
        <p:sp>
          <p:nvSpPr>
            <p:cNvPr id="40" name="object 40"/>
            <p:cNvSpPr/>
            <p:nvPr/>
          </p:nvSpPr>
          <p:spPr>
            <a:xfrm>
              <a:off x="9307067" y="4602479"/>
              <a:ext cx="236220" cy="237744"/>
            </a:xfrm>
            <a:prstGeom prst="rect">
              <a:avLst/>
            </a:prstGeom>
            <a:blipFill>
              <a:blip r:embed="rId17" cstate="print"/>
              <a:stretch>
                <a:fillRect/>
              </a:stretch>
            </a:blipFill>
          </p:spPr>
          <p:txBody>
            <a:bodyPr wrap="square" lIns="0" tIns="0" rIns="0" bIns="0" rtlCol="0"/>
            <a:lstStyle/>
            <a:p>
              <a:endParaRPr/>
            </a:p>
          </p:txBody>
        </p:sp>
        <p:sp>
          <p:nvSpPr>
            <p:cNvPr id="41" name="object 41"/>
            <p:cNvSpPr/>
            <p:nvPr/>
          </p:nvSpPr>
          <p:spPr>
            <a:xfrm>
              <a:off x="8418575" y="4602479"/>
              <a:ext cx="236220" cy="237744"/>
            </a:xfrm>
            <a:prstGeom prst="rect">
              <a:avLst/>
            </a:prstGeom>
            <a:blipFill>
              <a:blip r:embed="rId18" cstate="print"/>
              <a:stretch>
                <a:fillRect/>
              </a:stretch>
            </a:blipFill>
          </p:spPr>
          <p:txBody>
            <a:bodyPr wrap="square" lIns="0" tIns="0" rIns="0" bIns="0" rtlCol="0"/>
            <a:lstStyle/>
            <a:p>
              <a:endParaRPr/>
            </a:p>
          </p:txBody>
        </p:sp>
        <p:sp>
          <p:nvSpPr>
            <p:cNvPr id="42" name="object 42"/>
            <p:cNvSpPr/>
            <p:nvPr/>
          </p:nvSpPr>
          <p:spPr>
            <a:xfrm>
              <a:off x="8692896" y="4226051"/>
              <a:ext cx="673735" cy="929640"/>
            </a:xfrm>
            <a:custGeom>
              <a:avLst/>
              <a:gdLst/>
              <a:ahLst/>
              <a:cxnLst/>
              <a:rect l="l" t="t" r="r" b="b"/>
              <a:pathLst>
                <a:path w="673734" h="929639">
                  <a:moveTo>
                    <a:pt x="565404" y="327914"/>
                  </a:moveTo>
                  <a:lnTo>
                    <a:pt x="337312" y="8890"/>
                  </a:lnTo>
                  <a:lnTo>
                    <a:pt x="292633" y="19888"/>
                  </a:lnTo>
                  <a:lnTo>
                    <a:pt x="247116" y="22021"/>
                  </a:lnTo>
                  <a:lnTo>
                    <a:pt x="202057" y="15379"/>
                  </a:lnTo>
                  <a:lnTo>
                    <a:pt x="158750" y="0"/>
                  </a:lnTo>
                  <a:lnTo>
                    <a:pt x="0" y="317119"/>
                  </a:lnTo>
                  <a:lnTo>
                    <a:pt x="34518" y="354266"/>
                  </a:lnTo>
                  <a:lnTo>
                    <a:pt x="60083" y="397408"/>
                  </a:lnTo>
                  <a:lnTo>
                    <a:pt x="75946" y="444944"/>
                  </a:lnTo>
                  <a:lnTo>
                    <a:pt x="81407" y="495300"/>
                  </a:lnTo>
                  <a:lnTo>
                    <a:pt x="495681" y="495300"/>
                  </a:lnTo>
                  <a:lnTo>
                    <a:pt x="500303" y="448868"/>
                  </a:lnTo>
                  <a:lnTo>
                    <a:pt x="513816" y="404660"/>
                  </a:lnTo>
                  <a:lnTo>
                    <a:pt x="535698" y="363931"/>
                  </a:lnTo>
                  <a:lnTo>
                    <a:pt x="565404" y="327914"/>
                  </a:lnTo>
                  <a:close/>
                </a:path>
                <a:path w="673734" h="929639">
                  <a:moveTo>
                    <a:pt x="673608" y="724789"/>
                  </a:moveTo>
                  <a:lnTo>
                    <a:pt x="629348" y="708456"/>
                  </a:lnTo>
                  <a:lnTo>
                    <a:pt x="589546" y="684009"/>
                  </a:lnTo>
                  <a:lnTo>
                    <a:pt x="555282" y="652310"/>
                  </a:lnTo>
                  <a:lnTo>
                    <a:pt x="527685" y="614172"/>
                  </a:lnTo>
                  <a:lnTo>
                    <a:pt x="124968" y="614172"/>
                  </a:lnTo>
                  <a:lnTo>
                    <a:pt x="577469" y="929640"/>
                  </a:lnTo>
                  <a:lnTo>
                    <a:pt x="600570" y="920788"/>
                  </a:lnTo>
                  <a:lnTo>
                    <a:pt x="624433" y="914438"/>
                  </a:lnTo>
                  <a:lnTo>
                    <a:pt x="648843" y="910602"/>
                  </a:lnTo>
                  <a:lnTo>
                    <a:pt x="673608" y="909320"/>
                  </a:lnTo>
                  <a:lnTo>
                    <a:pt x="673608" y="724789"/>
                  </a:lnTo>
                  <a:close/>
                </a:path>
              </a:pathLst>
            </a:custGeom>
            <a:solidFill>
              <a:srgbClr val="00D9CE"/>
            </a:solidFill>
          </p:spPr>
          <p:txBody>
            <a:bodyPr wrap="square" lIns="0" tIns="0" rIns="0" bIns="0" rtlCol="0"/>
            <a:lstStyle/>
            <a:p>
              <a:endParaRPr/>
            </a:p>
          </p:txBody>
        </p:sp>
        <p:sp>
          <p:nvSpPr>
            <p:cNvPr id="43" name="object 43"/>
            <p:cNvSpPr/>
            <p:nvPr/>
          </p:nvSpPr>
          <p:spPr>
            <a:xfrm>
              <a:off x="8833103" y="3892295"/>
              <a:ext cx="236220" cy="237744"/>
            </a:xfrm>
            <a:prstGeom prst="rect">
              <a:avLst/>
            </a:prstGeom>
            <a:blipFill>
              <a:blip r:embed="rId19" cstate="print"/>
              <a:stretch>
                <a:fillRect/>
              </a:stretch>
            </a:blipFill>
          </p:spPr>
          <p:txBody>
            <a:bodyPr wrap="square" lIns="0" tIns="0" rIns="0" bIns="0" rtlCol="0"/>
            <a:lstStyle/>
            <a:p>
              <a:endParaRPr/>
            </a:p>
          </p:txBody>
        </p:sp>
        <p:sp>
          <p:nvSpPr>
            <p:cNvPr id="44" name="object 44"/>
            <p:cNvSpPr/>
            <p:nvPr/>
          </p:nvSpPr>
          <p:spPr>
            <a:xfrm>
              <a:off x="8122920" y="5254751"/>
              <a:ext cx="236220" cy="236219"/>
            </a:xfrm>
            <a:prstGeom prst="rect">
              <a:avLst/>
            </a:prstGeom>
            <a:blipFill>
              <a:blip r:embed="rId20" cstate="print"/>
              <a:stretch>
                <a:fillRect/>
              </a:stretch>
            </a:blipFill>
          </p:spPr>
          <p:txBody>
            <a:bodyPr wrap="square" lIns="0" tIns="0" rIns="0" bIns="0" rtlCol="0"/>
            <a:lstStyle/>
            <a:p>
              <a:endParaRPr/>
            </a:p>
          </p:txBody>
        </p:sp>
        <p:sp>
          <p:nvSpPr>
            <p:cNvPr id="45" name="object 45"/>
            <p:cNvSpPr/>
            <p:nvPr/>
          </p:nvSpPr>
          <p:spPr>
            <a:xfrm>
              <a:off x="9662160" y="5846063"/>
              <a:ext cx="236220" cy="237744"/>
            </a:xfrm>
            <a:prstGeom prst="rect">
              <a:avLst/>
            </a:prstGeom>
            <a:blipFill>
              <a:blip r:embed="rId21" cstate="print"/>
              <a:stretch>
                <a:fillRect/>
              </a:stretch>
            </a:blipFill>
          </p:spPr>
          <p:txBody>
            <a:bodyPr wrap="square" lIns="0" tIns="0" rIns="0" bIns="0" rtlCol="0"/>
            <a:lstStyle/>
            <a:p>
              <a:endParaRPr/>
            </a:p>
          </p:txBody>
        </p:sp>
        <p:sp>
          <p:nvSpPr>
            <p:cNvPr id="46" name="object 46"/>
            <p:cNvSpPr/>
            <p:nvPr/>
          </p:nvSpPr>
          <p:spPr>
            <a:xfrm>
              <a:off x="9483852" y="4840223"/>
              <a:ext cx="1239520" cy="1065530"/>
            </a:xfrm>
            <a:custGeom>
              <a:avLst/>
              <a:gdLst/>
              <a:ahLst/>
              <a:cxnLst/>
              <a:rect l="l" t="t" r="r" b="b"/>
              <a:pathLst>
                <a:path w="1239520" h="1065529">
                  <a:moveTo>
                    <a:pt x="577596" y="18161"/>
                  </a:moveTo>
                  <a:lnTo>
                    <a:pt x="573405" y="12319"/>
                  </a:lnTo>
                  <a:lnTo>
                    <a:pt x="569468" y="6223"/>
                  </a:lnTo>
                  <a:lnTo>
                    <a:pt x="565912" y="0"/>
                  </a:lnTo>
                  <a:lnTo>
                    <a:pt x="146050" y="0"/>
                  </a:lnTo>
                  <a:lnTo>
                    <a:pt x="118440" y="38201"/>
                  </a:lnTo>
                  <a:lnTo>
                    <a:pt x="84162" y="69938"/>
                  </a:lnTo>
                  <a:lnTo>
                    <a:pt x="44310" y="94361"/>
                  </a:lnTo>
                  <a:lnTo>
                    <a:pt x="0" y="110617"/>
                  </a:lnTo>
                  <a:lnTo>
                    <a:pt x="0" y="327152"/>
                  </a:lnTo>
                  <a:lnTo>
                    <a:pt x="13893" y="335838"/>
                  </a:lnTo>
                  <a:lnTo>
                    <a:pt x="27152" y="345465"/>
                  </a:lnTo>
                  <a:lnTo>
                    <a:pt x="39725" y="355968"/>
                  </a:lnTo>
                  <a:lnTo>
                    <a:pt x="51562" y="367284"/>
                  </a:lnTo>
                  <a:lnTo>
                    <a:pt x="577596" y="18161"/>
                  </a:lnTo>
                  <a:close/>
                </a:path>
                <a:path w="1239520" h="1065529">
                  <a:moveTo>
                    <a:pt x="1146048" y="628142"/>
                  </a:moveTo>
                  <a:lnTo>
                    <a:pt x="1142238" y="619125"/>
                  </a:lnTo>
                  <a:lnTo>
                    <a:pt x="1138809" y="609968"/>
                  </a:lnTo>
                  <a:lnTo>
                    <a:pt x="1135761" y="600697"/>
                  </a:lnTo>
                  <a:lnTo>
                    <a:pt x="1133094" y="591312"/>
                  </a:lnTo>
                  <a:lnTo>
                    <a:pt x="111887" y="591312"/>
                  </a:lnTo>
                  <a:lnTo>
                    <a:pt x="103657" y="616978"/>
                  </a:lnTo>
                  <a:lnTo>
                    <a:pt x="92608" y="641438"/>
                  </a:lnTo>
                  <a:lnTo>
                    <a:pt x="78841" y="664489"/>
                  </a:lnTo>
                  <a:lnTo>
                    <a:pt x="62484" y="685927"/>
                  </a:lnTo>
                  <a:lnTo>
                    <a:pt x="213995" y="902538"/>
                  </a:lnTo>
                  <a:lnTo>
                    <a:pt x="259422" y="890485"/>
                  </a:lnTo>
                  <a:lnTo>
                    <a:pt x="305676" y="887653"/>
                  </a:lnTo>
                  <a:lnTo>
                    <a:pt x="351396" y="893876"/>
                  </a:lnTo>
                  <a:lnTo>
                    <a:pt x="395236" y="908939"/>
                  </a:lnTo>
                  <a:lnTo>
                    <a:pt x="435864" y="932688"/>
                  </a:lnTo>
                  <a:lnTo>
                    <a:pt x="1146048" y="628142"/>
                  </a:lnTo>
                  <a:close/>
                </a:path>
                <a:path w="1239520" h="1065529">
                  <a:moveTo>
                    <a:pt x="1239012" y="734822"/>
                  </a:moveTo>
                  <a:lnTo>
                    <a:pt x="1233424" y="731393"/>
                  </a:lnTo>
                  <a:lnTo>
                    <a:pt x="1222756" y="723900"/>
                  </a:lnTo>
                  <a:lnTo>
                    <a:pt x="513588" y="1028471"/>
                  </a:lnTo>
                  <a:lnTo>
                    <a:pt x="517385" y="1037475"/>
                  </a:lnTo>
                  <a:lnTo>
                    <a:pt x="520801" y="1046607"/>
                  </a:lnTo>
                  <a:lnTo>
                    <a:pt x="523811" y="1055890"/>
                  </a:lnTo>
                  <a:lnTo>
                    <a:pt x="526415" y="1065276"/>
                  </a:lnTo>
                  <a:lnTo>
                    <a:pt x="955167" y="1065276"/>
                  </a:lnTo>
                  <a:lnTo>
                    <a:pt x="970699" y="1022527"/>
                  </a:lnTo>
                  <a:lnTo>
                    <a:pt x="993521" y="984364"/>
                  </a:lnTo>
                  <a:lnTo>
                    <a:pt x="1022680" y="951496"/>
                  </a:lnTo>
                  <a:lnTo>
                    <a:pt x="1057249" y="924661"/>
                  </a:lnTo>
                  <a:lnTo>
                    <a:pt x="1096276" y="904582"/>
                  </a:lnTo>
                  <a:lnTo>
                    <a:pt x="1138847" y="891971"/>
                  </a:lnTo>
                  <a:lnTo>
                    <a:pt x="1184021" y="887564"/>
                  </a:lnTo>
                  <a:lnTo>
                    <a:pt x="1193292" y="887793"/>
                  </a:lnTo>
                  <a:lnTo>
                    <a:pt x="1239012" y="734822"/>
                  </a:lnTo>
                  <a:close/>
                </a:path>
              </a:pathLst>
            </a:custGeom>
            <a:solidFill>
              <a:srgbClr val="00D9CE"/>
            </a:solidFill>
          </p:spPr>
          <p:txBody>
            <a:bodyPr wrap="square" lIns="0" tIns="0" rIns="0" bIns="0" rtlCol="0"/>
            <a:lstStyle/>
            <a:p>
              <a:endParaRPr/>
            </a:p>
          </p:txBody>
        </p:sp>
        <p:sp>
          <p:nvSpPr>
            <p:cNvPr id="47" name="object 47"/>
            <p:cNvSpPr/>
            <p:nvPr/>
          </p:nvSpPr>
          <p:spPr>
            <a:xfrm>
              <a:off x="9247632" y="5254751"/>
              <a:ext cx="236220" cy="236219"/>
            </a:xfrm>
            <a:prstGeom prst="rect">
              <a:avLst/>
            </a:prstGeom>
            <a:blipFill>
              <a:blip r:embed="rId20" cstate="print"/>
              <a:stretch>
                <a:fillRect/>
              </a:stretch>
            </a:blipFill>
          </p:spPr>
          <p:txBody>
            <a:bodyPr wrap="square" lIns="0" tIns="0" rIns="0" bIns="0" rtlCol="0"/>
            <a:lstStyle/>
            <a:p>
              <a:endParaRPr/>
            </a:p>
          </p:txBody>
        </p:sp>
        <p:sp>
          <p:nvSpPr>
            <p:cNvPr id="48" name="object 48"/>
            <p:cNvSpPr/>
            <p:nvPr/>
          </p:nvSpPr>
          <p:spPr>
            <a:xfrm>
              <a:off x="10727436" y="5254751"/>
              <a:ext cx="237744" cy="236219"/>
            </a:xfrm>
            <a:prstGeom prst="rect">
              <a:avLst/>
            </a:prstGeom>
            <a:blipFill>
              <a:blip r:embed="rId22" cstate="print"/>
              <a:stretch>
                <a:fillRect/>
              </a:stretch>
            </a:blipFill>
          </p:spPr>
          <p:txBody>
            <a:bodyPr wrap="square" lIns="0" tIns="0" rIns="0" bIns="0" rtlCol="0"/>
            <a:lstStyle/>
            <a:p>
              <a:endParaRPr/>
            </a:p>
          </p:txBody>
        </p:sp>
        <p:sp>
          <p:nvSpPr>
            <p:cNvPr id="49" name="object 49"/>
            <p:cNvSpPr/>
            <p:nvPr/>
          </p:nvSpPr>
          <p:spPr>
            <a:xfrm>
              <a:off x="8734044" y="3418332"/>
              <a:ext cx="1132840" cy="533400"/>
            </a:xfrm>
            <a:custGeom>
              <a:avLst/>
              <a:gdLst/>
              <a:ahLst/>
              <a:cxnLst/>
              <a:rect l="l" t="t" r="r" b="b"/>
              <a:pathLst>
                <a:path w="1132840" h="533400">
                  <a:moveTo>
                    <a:pt x="1053973" y="0"/>
                  </a:moveTo>
                  <a:lnTo>
                    <a:pt x="91948" y="0"/>
                  </a:lnTo>
                  <a:lnTo>
                    <a:pt x="78063" y="39112"/>
                  </a:lnTo>
                  <a:lnTo>
                    <a:pt x="57737" y="74961"/>
                  </a:lnTo>
                  <a:lnTo>
                    <a:pt x="31529" y="106763"/>
                  </a:lnTo>
                  <a:lnTo>
                    <a:pt x="0" y="133730"/>
                  </a:lnTo>
                  <a:lnTo>
                    <a:pt x="140715" y="368553"/>
                  </a:lnTo>
                  <a:lnTo>
                    <a:pt x="187377" y="357531"/>
                  </a:lnTo>
                  <a:lnTo>
                    <a:pt x="233874" y="356076"/>
                  </a:lnTo>
                  <a:lnTo>
                    <a:pt x="278996" y="363598"/>
                  </a:lnTo>
                  <a:lnTo>
                    <a:pt x="321532" y="379507"/>
                  </a:lnTo>
                  <a:lnTo>
                    <a:pt x="360269" y="403216"/>
                  </a:lnTo>
                  <a:lnTo>
                    <a:pt x="393997" y="434133"/>
                  </a:lnTo>
                  <a:lnTo>
                    <a:pt x="421504" y="471671"/>
                  </a:lnTo>
                  <a:lnTo>
                    <a:pt x="441578" y="515238"/>
                  </a:lnTo>
                  <a:lnTo>
                    <a:pt x="447166" y="533399"/>
                  </a:lnTo>
                  <a:lnTo>
                    <a:pt x="758062" y="533399"/>
                  </a:lnTo>
                  <a:lnTo>
                    <a:pt x="773702" y="490274"/>
                  </a:lnTo>
                  <a:lnTo>
                    <a:pt x="796619" y="451996"/>
                  </a:lnTo>
                  <a:lnTo>
                    <a:pt x="825817" y="419202"/>
                  </a:lnTo>
                  <a:lnTo>
                    <a:pt x="860297" y="392525"/>
                  </a:lnTo>
                  <a:lnTo>
                    <a:pt x="899065" y="372598"/>
                  </a:lnTo>
                  <a:lnTo>
                    <a:pt x="941121" y="360056"/>
                  </a:lnTo>
                  <a:lnTo>
                    <a:pt x="985469" y="355534"/>
                  </a:lnTo>
                  <a:lnTo>
                    <a:pt x="1031112" y="359663"/>
                  </a:lnTo>
                  <a:lnTo>
                    <a:pt x="1132331" y="123189"/>
                  </a:lnTo>
                  <a:lnTo>
                    <a:pt x="1105675" y="97333"/>
                  </a:lnTo>
                  <a:lnTo>
                    <a:pt x="1083484" y="67786"/>
                  </a:lnTo>
                  <a:lnTo>
                    <a:pt x="1066127" y="35143"/>
                  </a:lnTo>
                  <a:lnTo>
                    <a:pt x="1053973" y="0"/>
                  </a:lnTo>
                  <a:close/>
                </a:path>
              </a:pathLst>
            </a:custGeom>
            <a:solidFill>
              <a:srgbClr val="00D9CE"/>
            </a:solidFill>
          </p:spPr>
          <p:txBody>
            <a:bodyPr wrap="square" lIns="0" tIns="0" rIns="0" bIns="0" rtlCol="0"/>
            <a:lstStyle/>
            <a:p>
              <a:endParaRPr/>
            </a:p>
          </p:txBody>
        </p:sp>
        <p:sp>
          <p:nvSpPr>
            <p:cNvPr id="50" name="object 50"/>
            <p:cNvSpPr/>
            <p:nvPr/>
          </p:nvSpPr>
          <p:spPr>
            <a:xfrm>
              <a:off x="10550651" y="5846063"/>
              <a:ext cx="236220" cy="237744"/>
            </a:xfrm>
            <a:prstGeom prst="rect">
              <a:avLst/>
            </a:prstGeom>
            <a:blipFill>
              <a:blip r:embed="rId23" cstate="print"/>
              <a:stretch>
                <a:fillRect/>
              </a:stretch>
            </a:blipFill>
          </p:spPr>
          <p:txBody>
            <a:bodyPr wrap="square" lIns="0" tIns="0" rIns="0" bIns="0" rtlCol="0"/>
            <a:lstStyle/>
            <a:p>
              <a:endParaRPr/>
            </a:p>
          </p:txBody>
        </p:sp>
        <p:sp>
          <p:nvSpPr>
            <p:cNvPr id="51" name="object 51"/>
            <p:cNvSpPr/>
            <p:nvPr/>
          </p:nvSpPr>
          <p:spPr>
            <a:xfrm>
              <a:off x="8415527" y="4898136"/>
              <a:ext cx="759460" cy="416559"/>
            </a:xfrm>
            <a:custGeom>
              <a:avLst/>
              <a:gdLst/>
              <a:ahLst/>
              <a:cxnLst/>
              <a:rect l="l" t="t" r="r" b="b"/>
              <a:pathLst>
                <a:path w="759459" h="416560">
                  <a:moveTo>
                    <a:pt x="278892" y="0"/>
                  </a:moveTo>
                  <a:lnTo>
                    <a:pt x="244173" y="25820"/>
                  </a:lnTo>
                  <a:lnTo>
                    <a:pt x="205644" y="44735"/>
                  </a:lnTo>
                  <a:lnTo>
                    <a:pt x="164306" y="56364"/>
                  </a:lnTo>
                  <a:lnTo>
                    <a:pt x="121157" y="60325"/>
                  </a:lnTo>
                  <a:lnTo>
                    <a:pt x="114935" y="60325"/>
                  </a:lnTo>
                  <a:lnTo>
                    <a:pt x="102362" y="59436"/>
                  </a:lnTo>
                  <a:lnTo>
                    <a:pt x="0" y="315594"/>
                  </a:lnTo>
                  <a:lnTo>
                    <a:pt x="18121" y="338077"/>
                  </a:lnTo>
                  <a:lnTo>
                    <a:pt x="33337" y="362489"/>
                  </a:lnTo>
                  <a:lnTo>
                    <a:pt x="45505" y="388568"/>
                  </a:lnTo>
                  <a:lnTo>
                    <a:pt x="54482" y="416051"/>
                  </a:lnTo>
                  <a:lnTo>
                    <a:pt x="721232" y="416051"/>
                  </a:lnTo>
                  <a:lnTo>
                    <a:pt x="727840" y="394856"/>
                  </a:lnTo>
                  <a:lnTo>
                    <a:pt x="736377" y="374411"/>
                  </a:lnTo>
                  <a:lnTo>
                    <a:pt x="746771" y="354847"/>
                  </a:lnTo>
                  <a:lnTo>
                    <a:pt x="758951" y="336295"/>
                  </a:lnTo>
                  <a:lnTo>
                    <a:pt x="278892" y="0"/>
                  </a:lnTo>
                  <a:close/>
                </a:path>
              </a:pathLst>
            </a:custGeom>
            <a:solidFill>
              <a:srgbClr val="00D9CE"/>
            </a:solidFill>
          </p:spPr>
          <p:txBody>
            <a:bodyPr wrap="square" lIns="0" tIns="0" rIns="0" bIns="0" rtlCol="0"/>
            <a:lstStyle/>
            <a:p>
              <a:endParaRPr/>
            </a:p>
          </p:txBody>
        </p:sp>
        <p:sp>
          <p:nvSpPr>
            <p:cNvPr id="52" name="object 52"/>
            <p:cNvSpPr/>
            <p:nvPr/>
          </p:nvSpPr>
          <p:spPr>
            <a:xfrm>
              <a:off x="8478012" y="3241547"/>
              <a:ext cx="236220" cy="236219"/>
            </a:xfrm>
            <a:prstGeom prst="rect">
              <a:avLst/>
            </a:prstGeom>
            <a:blipFill>
              <a:blip r:embed="rId24" cstate="print"/>
              <a:stretch>
                <a:fillRect/>
              </a:stretch>
            </a:blipFill>
          </p:spPr>
          <p:txBody>
            <a:bodyPr wrap="square" lIns="0" tIns="0" rIns="0" bIns="0" rtlCol="0"/>
            <a:lstStyle/>
            <a:p>
              <a:endParaRPr/>
            </a:p>
          </p:txBody>
        </p:sp>
        <p:sp>
          <p:nvSpPr>
            <p:cNvPr id="53" name="object 53"/>
            <p:cNvSpPr/>
            <p:nvPr/>
          </p:nvSpPr>
          <p:spPr>
            <a:xfrm>
              <a:off x="7648955" y="4070604"/>
              <a:ext cx="236220" cy="236219"/>
            </a:xfrm>
            <a:prstGeom prst="rect">
              <a:avLst/>
            </a:prstGeom>
            <a:blipFill>
              <a:blip r:embed="rId25" cstate="print"/>
              <a:stretch>
                <a:fillRect/>
              </a:stretch>
            </a:blipFill>
          </p:spPr>
          <p:txBody>
            <a:bodyPr wrap="square" lIns="0" tIns="0" rIns="0" bIns="0" rtlCol="0"/>
            <a:lstStyle/>
            <a:p>
              <a:endParaRPr/>
            </a:p>
          </p:txBody>
        </p:sp>
        <p:sp>
          <p:nvSpPr>
            <p:cNvPr id="54" name="object 54"/>
            <p:cNvSpPr/>
            <p:nvPr/>
          </p:nvSpPr>
          <p:spPr>
            <a:xfrm>
              <a:off x="7982712" y="3563111"/>
              <a:ext cx="792480" cy="494030"/>
            </a:xfrm>
            <a:custGeom>
              <a:avLst/>
              <a:gdLst/>
              <a:ahLst/>
              <a:cxnLst/>
              <a:rect l="l" t="t" r="r" b="b"/>
              <a:pathLst>
                <a:path w="792479" h="494029">
                  <a:moveTo>
                    <a:pt x="493014" y="0"/>
                  </a:moveTo>
                  <a:lnTo>
                    <a:pt x="0" y="493775"/>
                  </a:lnTo>
                  <a:lnTo>
                    <a:pt x="737489" y="395224"/>
                  </a:lnTo>
                  <a:lnTo>
                    <a:pt x="746081" y="366299"/>
                  </a:lnTo>
                  <a:lnTo>
                    <a:pt x="758221" y="338804"/>
                  </a:lnTo>
                  <a:lnTo>
                    <a:pt x="773743" y="313070"/>
                  </a:lnTo>
                  <a:lnTo>
                    <a:pt x="792480" y="289432"/>
                  </a:lnTo>
                  <a:lnTo>
                    <a:pt x="638048" y="31623"/>
                  </a:lnTo>
                  <a:lnTo>
                    <a:pt x="629793" y="32512"/>
                  </a:lnTo>
                  <a:lnTo>
                    <a:pt x="621538" y="32892"/>
                  </a:lnTo>
                  <a:lnTo>
                    <a:pt x="613156" y="32892"/>
                  </a:lnTo>
                  <a:lnTo>
                    <a:pt x="581650" y="30843"/>
                  </a:lnTo>
                  <a:lnTo>
                    <a:pt x="550846" y="24590"/>
                  </a:lnTo>
                  <a:lnTo>
                    <a:pt x="521162" y="14265"/>
                  </a:lnTo>
                  <a:lnTo>
                    <a:pt x="493014" y="0"/>
                  </a:lnTo>
                  <a:close/>
                </a:path>
              </a:pathLst>
            </a:custGeom>
            <a:solidFill>
              <a:srgbClr val="00D9CE"/>
            </a:solidFill>
          </p:spPr>
          <p:txBody>
            <a:bodyPr wrap="square" lIns="0" tIns="0" rIns="0" bIns="0" rtlCol="0"/>
            <a:lstStyle/>
            <a:p>
              <a:endParaRPr/>
            </a:p>
          </p:txBody>
        </p:sp>
        <p:sp>
          <p:nvSpPr>
            <p:cNvPr id="55" name="object 55"/>
            <p:cNvSpPr/>
            <p:nvPr/>
          </p:nvSpPr>
          <p:spPr>
            <a:xfrm>
              <a:off x="7648955" y="4840223"/>
              <a:ext cx="236220" cy="236219"/>
            </a:xfrm>
            <a:prstGeom prst="rect">
              <a:avLst/>
            </a:prstGeom>
            <a:blipFill>
              <a:blip r:embed="rId26" cstate="print"/>
              <a:stretch>
                <a:fillRect/>
              </a:stretch>
            </a:blipFill>
          </p:spPr>
          <p:txBody>
            <a:bodyPr wrap="square" lIns="0" tIns="0" rIns="0" bIns="0" rtlCol="0"/>
            <a:lstStyle/>
            <a:p>
              <a:endParaRPr/>
            </a:p>
          </p:txBody>
        </p:sp>
        <p:sp>
          <p:nvSpPr>
            <p:cNvPr id="56" name="object 56"/>
            <p:cNvSpPr/>
            <p:nvPr/>
          </p:nvSpPr>
          <p:spPr>
            <a:xfrm>
              <a:off x="7827264" y="4357115"/>
              <a:ext cx="579120" cy="836930"/>
            </a:xfrm>
            <a:custGeom>
              <a:avLst/>
              <a:gdLst/>
              <a:ahLst/>
              <a:cxnLst/>
              <a:rect l="l" t="t" r="r" b="b"/>
              <a:pathLst>
                <a:path w="579120" h="836929">
                  <a:moveTo>
                    <a:pt x="486156" y="284988"/>
                  </a:moveTo>
                  <a:lnTo>
                    <a:pt x="106426" y="0"/>
                  </a:lnTo>
                  <a:lnTo>
                    <a:pt x="82956" y="20307"/>
                  </a:lnTo>
                  <a:lnTo>
                    <a:pt x="57162" y="37287"/>
                  </a:lnTo>
                  <a:lnTo>
                    <a:pt x="29387" y="50723"/>
                  </a:lnTo>
                  <a:lnTo>
                    <a:pt x="0" y="60452"/>
                  </a:lnTo>
                  <a:lnTo>
                    <a:pt x="0" y="371094"/>
                  </a:lnTo>
                  <a:lnTo>
                    <a:pt x="38633" y="384873"/>
                  </a:lnTo>
                  <a:lnTo>
                    <a:pt x="74066" y="404914"/>
                  </a:lnTo>
                  <a:lnTo>
                    <a:pt x="105537" y="430720"/>
                  </a:lnTo>
                  <a:lnTo>
                    <a:pt x="132334" y="461772"/>
                  </a:lnTo>
                  <a:lnTo>
                    <a:pt x="473075" y="376555"/>
                  </a:lnTo>
                  <a:lnTo>
                    <a:pt x="472694" y="363601"/>
                  </a:lnTo>
                  <a:lnTo>
                    <a:pt x="473544" y="343623"/>
                  </a:lnTo>
                  <a:lnTo>
                    <a:pt x="476084" y="323773"/>
                  </a:lnTo>
                  <a:lnTo>
                    <a:pt x="480301" y="304190"/>
                  </a:lnTo>
                  <a:lnTo>
                    <a:pt x="486156" y="284988"/>
                  </a:lnTo>
                  <a:close/>
                </a:path>
                <a:path w="579120" h="836929">
                  <a:moveTo>
                    <a:pt x="579120" y="562102"/>
                  </a:moveTo>
                  <a:lnTo>
                    <a:pt x="558901" y="547077"/>
                  </a:lnTo>
                  <a:lnTo>
                    <a:pt x="540448" y="530085"/>
                  </a:lnTo>
                  <a:lnTo>
                    <a:pt x="523887" y="511263"/>
                  </a:lnTo>
                  <a:lnTo>
                    <a:pt x="509397" y="490728"/>
                  </a:lnTo>
                  <a:lnTo>
                    <a:pt x="174625" y="574167"/>
                  </a:lnTo>
                  <a:lnTo>
                    <a:pt x="176009" y="612622"/>
                  </a:lnTo>
                  <a:lnTo>
                    <a:pt x="171132" y="650519"/>
                  </a:lnTo>
                  <a:lnTo>
                    <a:pt x="160147" y="687095"/>
                  </a:lnTo>
                  <a:lnTo>
                    <a:pt x="143256" y="721614"/>
                  </a:lnTo>
                  <a:lnTo>
                    <a:pt x="258572" y="836688"/>
                  </a:lnTo>
                  <a:lnTo>
                    <a:pt x="298907" y="808558"/>
                  </a:lnTo>
                  <a:lnTo>
                    <a:pt x="343484" y="789597"/>
                  </a:lnTo>
                  <a:lnTo>
                    <a:pt x="390766" y="780122"/>
                  </a:lnTo>
                  <a:lnTo>
                    <a:pt x="439204" y="780440"/>
                  </a:lnTo>
                  <a:lnTo>
                    <a:pt x="487299" y="790829"/>
                  </a:lnTo>
                  <a:lnTo>
                    <a:pt x="579120" y="562102"/>
                  </a:lnTo>
                  <a:close/>
                </a:path>
              </a:pathLst>
            </a:custGeom>
            <a:solidFill>
              <a:srgbClr val="00D9CE"/>
            </a:solidFill>
          </p:spPr>
          <p:txBody>
            <a:bodyPr wrap="square" lIns="0" tIns="0" rIns="0" bIns="0" rtlCol="0"/>
            <a:lstStyle/>
            <a:p>
              <a:endParaRPr/>
            </a:p>
          </p:txBody>
        </p:sp>
        <p:sp>
          <p:nvSpPr>
            <p:cNvPr id="57" name="object 57"/>
            <p:cNvSpPr/>
            <p:nvPr/>
          </p:nvSpPr>
          <p:spPr>
            <a:xfrm>
              <a:off x="444880" y="1621408"/>
              <a:ext cx="634238" cy="634238"/>
            </a:xfrm>
            <a:prstGeom prst="rect">
              <a:avLst/>
            </a:prstGeom>
            <a:blipFill>
              <a:blip r:embed="rId27" cstate="print"/>
              <a:stretch>
                <a:fillRect/>
              </a:stretch>
            </a:blipFill>
          </p:spPr>
          <p:txBody>
            <a:bodyPr wrap="square" lIns="0" tIns="0" rIns="0" bIns="0" rtlCol="0"/>
            <a:lstStyle/>
            <a:p>
              <a:endParaRPr/>
            </a:p>
          </p:txBody>
        </p:sp>
      </p:grpSp>
      <p:sp>
        <p:nvSpPr>
          <p:cNvPr id="59" name="object 59"/>
          <p:cNvSpPr txBox="1">
            <a:spLocks noGrp="1"/>
          </p:cNvSpPr>
          <p:nvPr>
            <p:ph type="sldNum" sz="quarter" idx="7"/>
          </p:nvPr>
        </p:nvSpPr>
        <p:spPr>
          <a:prstGeom prst="rect">
            <a:avLst/>
          </a:prstGeom>
        </p:spPr>
        <p:txBody>
          <a:bodyPr vert="horz" wrap="square" lIns="0" tIns="3175" rIns="0" bIns="0" rtlCol="0">
            <a:spAutoFit/>
          </a:bodyPr>
          <a:lstStyle/>
          <a:p>
            <a:pPr marL="38100">
              <a:lnSpc>
                <a:spcPct val="100000"/>
              </a:lnSpc>
              <a:spcBef>
                <a:spcPts val="25"/>
              </a:spcBef>
            </a:pPr>
            <a:fld id="{81D60167-4931-47E6-BA6A-407CBD079E47}" type="slidenum">
              <a:rPr dirty="0"/>
              <a:pPr marL="38100">
                <a:lnSpc>
                  <a:spcPct val="100000"/>
                </a:lnSpc>
                <a:spcBef>
                  <a:spcPts val="25"/>
                </a:spcBef>
              </a:pPr>
              <a:t>30</a:t>
            </a:fld>
            <a:endParaRPr dirty="0"/>
          </a:p>
        </p:txBody>
      </p:sp>
      <p:sp>
        <p:nvSpPr>
          <p:cNvPr id="60" name="object 60"/>
          <p:cNvSpPr txBox="1">
            <a:spLocks noGrp="1"/>
          </p:cNvSpPr>
          <p:nvPr>
            <p:ph type="ftr" sz="quarter" idx="5"/>
          </p:nvPr>
        </p:nvSpPr>
        <p:spPr>
          <a:prstGeom prst="rect">
            <a:avLst/>
          </a:prstGeom>
        </p:spPr>
        <p:txBody>
          <a:bodyPr vert="horz" wrap="square" lIns="0" tIns="3175" rIns="0" bIns="0" rtlCol="0">
            <a:spAutoFit/>
          </a:bodyPr>
          <a:lstStyle/>
          <a:p>
            <a:pPr marL="12700">
              <a:lnSpc>
                <a:spcPct val="100000"/>
              </a:lnSpc>
              <a:spcBef>
                <a:spcPts val="25"/>
              </a:spcBef>
            </a:pPr>
            <a:r>
              <a:rPr dirty="0"/>
              <a:t>This slide</a:t>
            </a:r>
            <a:r>
              <a:rPr spc="65" dirty="0"/>
              <a:t> </a:t>
            </a:r>
            <a:r>
              <a:rPr dirty="0"/>
              <a:t>is </a:t>
            </a:r>
            <a:r>
              <a:rPr spc="-5" dirty="0"/>
              <a:t>100% editable. Adapt </a:t>
            </a:r>
            <a:r>
              <a:rPr dirty="0"/>
              <a:t>it to </a:t>
            </a:r>
            <a:r>
              <a:rPr spc="-5" dirty="0"/>
              <a:t>your needs and capture your audience's attention.</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263753" y="204343"/>
            <a:ext cx="4638040" cy="513715"/>
          </a:xfrm>
          <a:prstGeom prst="rect">
            <a:avLst/>
          </a:prstGeom>
        </p:spPr>
        <p:txBody>
          <a:bodyPr vert="horz" wrap="square" lIns="0" tIns="12700" rIns="0" bIns="0" rtlCol="0">
            <a:spAutoFit/>
          </a:bodyPr>
          <a:lstStyle/>
          <a:p>
            <a:pPr marL="12700">
              <a:lnSpc>
                <a:spcPct val="100000"/>
              </a:lnSpc>
              <a:spcBef>
                <a:spcPts val="100"/>
              </a:spcBef>
            </a:pPr>
            <a:r>
              <a:rPr sz="3200" dirty="0"/>
              <a:t>What is </a:t>
            </a:r>
            <a:r>
              <a:rPr sz="3200" spc="-5" dirty="0"/>
              <a:t>Deep</a:t>
            </a:r>
            <a:r>
              <a:rPr sz="3200" spc="-80" dirty="0"/>
              <a:t> </a:t>
            </a:r>
            <a:r>
              <a:rPr sz="3200" dirty="0"/>
              <a:t>Learning?</a:t>
            </a:r>
            <a:endParaRPr sz="3200"/>
          </a:p>
        </p:txBody>
      </p:sp>
      <p:grpSp>
        <p:nvGrpSpPr>
          <p:cNvPr id="4" name="object 4"/>
          <p:cNvGrpSpPr/>
          <p:nvPr/>
        </p:nvGrpSpPr>
        <p:grpSpPr>
          <a:xfrm>
            <a:off x="797121" y="929782"/>
            <a:ext cx="11235690" cy="5924550"/>
            <a:chOff x="797121" y="929782"/>
            <a:chExt cx="11235690" cy="5924550"/>
          </a:xfrm>
        </p:grpSpPr>
        <p:sp>
          <p:nvSpPr>
            <p:cNvPr id="5" name="object 5"/>
            <p:cNvSpPr/>
            <p:nvPr/>
          </p:nvSpPr>
          <p:spPr>
            <a:xfrm>
              <a:off x="797121" y="929782"/>
              <a:ext cx="2000688" cy="2419969"/>
            </a:xfrm>
            <a:prstGeom prst="rect">
              <a:avLst/>
            </a:prstGeom>
            <a:blipFill>
              <a:blip r:embed="rId2" cstate="print"/>
              <a:stretch>
                <a:fillRect/>
              </a:stretch>
            </a:blipFill>
          </p:spPr>
          <p:txBody>
            <a:bodyPr wrap="square" lIns="0" tIns="0" rIns="0" bIns="0" rtlCol="0"/>
            <a:lstStyle/>
            <a:p>
              <a:endParaRPr/>
            </a:p>
          </p:txBody>
        </p:sp>
        <p:sp>
          <p:nvSpPr>
            <p:cNvPr id="6" name="object 6"/>
            <p:cNvSpPr/>
            <p:nvPr/>
          </p:nvSpPr>
          <p:spPr>
            <a:xfrm>
              <a:off x="870568" y="1007766"/>
              <a:ext cx="1630567" cy="1898615"/>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5102351" y="1165859"/>
              <a:ext cx="1738122" cy="454913"/>
            </a:xfrm>
            <a:prstGeom prst="rect">
              <a:avLst/>
            </a:prstGeom>
            <a:blipFill>
              <a:blip r:embed="rId4" cstate="print"/>
              <a:stretch>
                <a:fillRect/>
              </a:stretch>
            </a:blipFill>
          </p:spPr>
          <p:txBody>
            <a:bodyPr wrap="square" lIns="0" tIns="0" rIns="0" bIns="0" rtlCol="0"/>
            <a:lstStyle/>
            <a:p>
              <a:endParaRPr/>
            </a:p>
          </p:txBody>
        </p:sp>
        <p:sp>
          <p:nvSpPr>
            <p:cNvPr id="8" name="object 8"/>
            <p:cNvSpPr/>
            <p:nvPr/>
          </p:nvSpPr>
          <p:spPr>
            <a:xfrm>
              <a:off x="6568439" y="1165859"/>
              <a:ext cx="5252465" cy="454913"/>
            </a:xfrm>
            <a:prstGeom prst="rect">
              <a:avLst/>
            </a:prstGeom>
            <a:blipFill>
              <a:blip r:embed="rId5" cstate="print"/>
              <a:stretch>
                <a:fillRect/>
              </a:stretch>
            </a:blipFill>
          </p:spPr>
          <p:txBody>
            <a:bodyPr wrap="square" lIns="0" tIns="0" rIns="0" bIns="0" rtlCol="0"/>
            <a:lstStyle/>
            <a:p>
              <a:endParaRPr/>
            </a:p>
          </p:txBody>
        </p:sp>
        <p:sp>
          <p:nvSpPr>
            <p:cNvPr id="9" name="object 9"/>
            <p:cNvSpPr/>
            <p:nvPr/>
          </p:nvSpPr>
          <p:spPr>
            <a:xfrm>
              <a:off x="5102351" y="1409699"/>
              <a:ext cx="6320790" cy="454913"/>
            </a:xfrm>
            <a:prstGeom prst="rect">
              <a:avLst/>
            </a:prstGeom>
            <a:blipFill>
              <a:blip r:embed="rId6" cstate="print"/>
              <a:stretch>
                <a:fillRect/>
              </a:stretch>
            </a:blipFill>
          </p:spPr>
          <p:txBody>
            <a:bodyPr wrap="square" lIns="0" tIns="0" rIns="0" bIns="0" rtlCol="0"/>
            <a:lstStyle/>
            <a:p>
              <a:endParaRPr/>
            </a:p>
          </p:txBody>
        </p:sp>
        <p:sp>
          <p:nvSpPr>
            <p:cNvPr id="10" name="object 10"/>
            <p:cNvSpPr/>
            <p:nvPr/>
          </p:nvSpPr>
          <p:spPr>
            <a:xfrm>
              <a:off x="5102351" y="1653539"/>
              <a:ext cx="2504694" cy="454913"/>
            </a:xfrm>
            <a:prstGeom prst="rect">
              <a:avLst/>
            </a:prstGeom>
            <a:blipFill>
              <a:blip r:embed="rId7" cstate="print"/>
              <a:stretch>
                <a:fillRect/>
              </a:stretch>
            </a:blipFill>
          </p:spPr>
          <p:txBody>
            <a:bodyPr wrap="square" lIns="0" tIns="0" rIns="0" bIns="0" rtlCol="0"/>
            <a:lstStyle/>
            <a:p>
              <a:endParaRPr/>
            </a:p>
          </p:txBody>
        </p:sp>
        <p:sp>
          <p:nvSpPr>
            <p:cNvPr id="11" name="object 11"/>
            <p:cNvSpPr/>
            <p:nvPr/>
          </p:nvSpPr>
          <p:spPr>
            <a:xfrm>
              <a:off x="5102351" y="2410967"/>
              <a:ext cx="5763006" cy="454913"/>
            </a:xfrm>
            <a:prstGeom prst="rect">
              <a:avLst/>
            </a:prstGeom>
            <a:blipFill>
              <a:blip r:embed="rId8" cstate="print"/>
              <a:stretch>
                <a:fillRect/>
              </a:stretch>
            </a:blipFill>
          </p:spPr>
          <p:txBody>
            <a:bodyPr wrap="square" lIns="0" tIns="0" rIns="0" bIns="0" rtlCol="0"/>
            <a:lstStyle/>
            <a:p>
              <a:endParaRPr/>
            </a:p>
          </p:txBody>
        </p:sp>
        <p:sp>
          <p:nvSpPr>
            <p:cNvPr id="12" name="object 12"/>
            <p:cNvSpPr/>
            <p:nvPr/>
          </p:nvSpPr>
          <p:spPr>
            <a:xfrm>
              <a:off x="5102351" y="2654808"/>
              <a:ext cx="5750813" cy="454913"/>
            </a:xfrm>
            <a:prstGeom prst="rect">
              <a:avLst/>
            </a:prstGeom>
            <a:blipFill>
              <a:blip r:embed="rId9" cstate="print"/>
              <a:stretch>
                <a:fillRect/>
              </a:stretch>
            </a:blipFill>
          </p:spPr>
          <p:txBody>
            <a:bodyPr wrap="square" lIns="0" tIns="0" rIns="0" bIns="0" rtlCol="0"/>
            <a:lstStyle/>
            <a:p>
              <a:endParaRPr/>
            </a:p>
          </p:txBody>
        </p:sp>
        <p:sp>
          <p:nvSpPr>
            <p:cNvPr id="13" name="object 13"/>
            <p:cNvSpPr/>
            <p:nvPr/>
          </p:nvSpPr>
          <p:spPr>
            <a:xfrm>
              <a:off x="11778996" y="6621777"/>
              <a:ext cx="253746" cy="232397"/>
            </a:xfrm>
            <a:prstGeom prst="rect">
              <a:avLst/>
            </a:prstGeom>
            <a:blipFill>
              <a:blip r:embed="rId10" cstate="print"/>
              <a:stretch>
                <a:fillRect/>
              </a:stretch>
            </a:blipFill>
          </p:spPr>
          <p:txBody>
            <a:bodyPr wrap="square" lIns="0" tIns="0" rIns="0" bIns="0" rtlCol="0"/>
            <a:lstStyle/>
            <a:p>
              <a:endParaRPr/>
            </a:p>
          </p:txBody>
        </p:sp>
      </p:grpSp>
      <p:sp>
        <p:nvSpPr>
          <p:cNvPr id="14" name="object 14"/>
          <p:cNvSpPr txBox="1"/>
          <p:nvPr/>
        </p:nvSpPr>
        <p:spPr>
          <a:xfrm>
            <a:off x="5218557" y="1215643"/>
            <a:ext cx="6412230" cy="1758314"/>
          </a:xfrm>
          <a:prstGeom prst="rect">
            <a:avLst/>
          </a:prstGeom>
        </p:spPr>
        <p:txBody>
          <a:bodyPr vert="horz" wrap="square" lIns="0" tIns="12065" rIns="0" bIns="0" rtlCol="0">
            <a:spAutoFit/>
          </a:bodyPr>
          <a:lstStyle/>
          <a:p>
            <a:pPr marL="12700" marR="5080">
              <a:lnSpc>
                <a:spcPct val="100000"/>
              </a:lnSpc>
              <a:spcBef>
                <a:spcPts val="95"/>
              </a:spcBef>
            </a:pPr>
            <a:r>
              <a:rPr sz="1600" b="1" spc="-5" dirty="0">
                <a:solidFill>
                  <a:srgbClr val="00D9CE"/>
                </a:solidFill>
                <a:latin typeface="Arial"/>
                <a:cs typeface="Arial"/>
              </a:rPr>
              <a:t>Deep Learning </a:t>
            </a:r>
            <a:r>
              <a:rPr sz="1600" spc="-5" dirty="0">
                <a:solidFill>
                  <a:srgbClr val="FFFFFF"/>
                </a:solidFill>
                <a:latin typeface="Arial"/>
                <a:cs typeface="Arial"/>
              </a:rPr>
              <a:t>is a subfield of machine learning that is concerned </a:t>
            </a:r>
            <a:r>
              <a:rPr sz="1600" spc="-10" dirty="0">
                <a:solidFill>
                  <a:srgbClr val="FFFFFF"/>
                </a:solidFill>
                <a:latin typeface="Arial"/>
                <a:cs typeface="Arial"/>
              </a:rPr>
              <a:t>with  </a:t>
            </a:r>
            <a:r>
              <a:rPr sz="1600" spc="-5" dirty="0">
                <a:solidFill>
                  <a:srgbClr val="FFFFFF"/>
                </a:solidFill>
                <a:latin typeface="Arial"/>
                <a:cs typeface="Arial"/>
              </a:rPr>
              <a:t>algorithms inspired by the brain's structure and functions known as  artificial neural</a:t>
            </a:r>
            <a:r>
              <a:rPr sz="1600" spc="-10" dirty="0">
                <a:solidFill>
                  <a:srgbClr val="FFFFFF"/>
                </a:solidFill>
                <a:latin typeface="Arial"/>
                <a:cs typeface="Arial"/>
              </a:rPr>
              <a:t> </a:t>
            </a:r>
            <a:r>
              <a:rPr sz="1600" spc="-5" dirty="0">
                <a:solidFill>
                  <a:srgbClr val="FFFFFF"/>
                </a:solidFill>
                <a:latin typeface="Arial"/>
                <a:cs typeface="Arial"/>
              </a:rPr>
              <a:t>networks.</a:t>
            </a:r>
            <a:endParaRPr sz="1600">
              <a:latin typeface="Arial"/>
              <a:cs typeface="Arial"/>
            </a:endParaRPr>
          </a:p>
          <a:p>
            <a:pPr>
              <a:lnSpc>
                <a:spcPct val="100000"/>
              </a:lnSpc>
            </a:pPr>
            <a:endParaRPr sz="1800">
              <a:latin typeface="Arial"/>
              <a:cs typeface="Arial"/>
            </a:endParaRPr>
          </a:p>
          <a:p>
            <a:pPr>
              <a:lnSpc>
                <a:spcPct val="100000"/>
              </a:lnSpc>
              <a:spcBef>
                <a:spcPts val="20"/>
              </a:spcBef>
            </a:pPr>
            <a:endParaRPr sz="1700">
              <a:latin typeface="Arial"/>
              <a:cs typeface="Arial"/>
            </a:endParaRPr>
          </a:p>
          <a:p>
            <a:pPr marL="12700" marR="916940">
              <a:lnSpc>
                <a:spcPct val="100000"/>
              </a:lnSpc>
            </a:pPr>
            <a:r>
              <a:rPr sz="1600" spc="-5" dirty="0">
                <a:solidFill>
                  <a:srgbClr val="FFFFFF"/>
                </a:solidFill>
                <a:latin typeface="Arial"/>
                <a:cs typeface="Arial"/>
              </a:rPr>
              <a:t>A computer model can be taught using Deep Learning to run  classification actions using pictures, texts or sounds as</a:t>
            </a:r>
            <a:r>
              <a:rPr sz="1600" spc="90" dirty="0">
                <a:solidFill>
                  <a:srgbClr val="FFFFFF"/>
                </a:solidFill>
                <a:latin typeface="Arial"/>
                <a:cs typeface="Arial"/>
              </a:rPr>
              <a:t> </a:t>
            </a:r>
            <a:r>
              <a:rPr sz="1600" spc="-5" dirty="0">
                <a:solidFill>
                  <a:srgbClr val="FFFFFF"/>
                </a:solidFill>
                <a:latin typeface="Arial"/>
                <a:cs typeface="Arial"/>
              </a:rPr>
              <a:t>input.</a:t>
            </a:r>
            <a:endParaRPr sz="1600">
              <a:latin typeface="Arial"/>
              <a:cs typeface="Arial"/>
            </a:endParaRPr>
          </a:p>
        </p:txBody>
      </p:sp>
      <p:grpSp>
        <p:nvGrpSpPr>
          <p:cNvPr id="15" name="object 15"/>
          <p:cNvGrpSpPr/>
          <p:nvPr/>
        </p:nvGrpSpPr>
        <p:grpSpPr>
          <a:xfrm>
            <a:off x="1313688" y="1284605"/>
            <a:ext cx="6052820" cy="5097145"/>
            <a:chOff x="1313688" y="1284605"/>
            <a:chExt cx="6052820" cy="5097145"/>
          </a:xfrm>
        </p:grpSpPr>
        <p:sp>
          <p:nvSpPr>
            <p:cNvPr id="16" name="object 16"/>
            <p:cNvSpPr/>
            <p:nvPr/>
          </p:nvSpPr>
          <p:spPr>
            <a:xfrm>
              <a:off x="4262627" y="1287780"/>
              <a:ext cx="620395" cy="622300"/>
            </a:xfrm>
            <a:custGeom>
              <a:avLst/>
              <a:gdLst/>
              <a:ahLst/>
              <a:cxnLst/>
              <a:rect l="l" t="t" r="r" b="b"/>
              <a:pathLst>
                <a:path w="620395" h="622300">
                  <a:moveTo>
                    <a:pt x="310134" y="0"/>
                  </a:moveTo>
                  <a:lnTo>
                    <a:pt x="264295" y="3370"/>
                  </a:lnTo>
                  <a:lnTo>
                    <a:pt x="220548" y="13162"/>
                  </a:lnTo>
                  <a:lnTo>
                    <a:pt x="179371" y="28895"/>
                  </a:lnTo>
                  <a:lnTo>
                    <a:pt x="141244" y="50087"/>
                  </a:lnTo>
                  <a:lnTo>
                    <a:pt x="106646" y="76257"/>
                  </a:lnTo>
                  <a:lnTo>
                    <a:pt x="76056" y="106925"/>
                  </a:lnTo>
                  <a:lnTo>
                    <a:pt x="49954" y="141609"/>
                  </a:lnTo>
                  <a:lnTo>
                    <a:pt x="28818" y="179829"/>
                  </a:lnTo>
                  <a:lnTo>
                    <a:pt x="13127" y="221104"/>
                  </a:lnTo>
                  <a:lnTo>
                    <a:pt x="3361" y="264953"/>
                  </a:lnTo>
                  <a:lnTo>
                    <a:pt x="0" y="310896"/>
                  </a:lnTo>
                  <a:lnTo>
                    <a:pt x="3361" y="356838"/>
                  </a:lnTo>
                  <a:lnTo>
                    <a:pt x="13127" y="400687"/>
                  </a:lnTo>
                  <a:lnTo>
                    <a:pt x="28818" y="441962"/>
                  </a:lnTo>
                  <a:lnTo>
                    <a:pt x="49954" y="480182"/>
                  </a:lnTo>
                  <a:lnTo>
                    <a:pt x="76056" y="514866"/>
                  </a:lnTo>
                  <a:lnTo>
                    <a:pt x="106646" y="545534"/>
                  </a:lnTo>
                  <a:lnTo>
                    <a:pt x="141244" y="571704"/>
                  </a:lnTo>
                  <a:lnTo>
                    <a:pt x="179371" y="592896"/>
                  </a:lnTo>
                  <a:lnTo>
                    <a:pt x="220548" y="608629"/>
                  </a:lnTo>
                  <a:lnTo>
                    <a:pt x="264295" y="618421"/>
                  </a:lnTo>
                  <a:lnTo>
                    <a:pt x="310134" y="621792"/>
                  </a:lnTo>
                  <a:lnTo>
                    <a:pt x="355972" y="618421"/>
                  </a:lnTo>
                  <a:lnTo>
                    <a:pt x="399719" y="608629"/>
                  </a:lnTo>
                  <a:lnTo>
                    <a:pt x="440896" y="592896"/>
                  </a:lnTo>
                  <a:lnTo>
                    <a:pt x="479023" y="571704"/>
                  </a:lnTo>
                  <a:lnTo>
                    <a:pt x="513621" y="545534"/>
                  </a:lnTo>
                  <a:lnTo>
                    <a:pt x="544211" y="514866"/>
                  </a:lnTo>
                  <a:lnTo>
                    <a:pt x="570313" y="480182"/>
                  </a:lnTo>
                  <a:lnTo>
                    <a:pt x="591449" y="441962"/>
                  </a:lnTo>
                  <a:lnTo>
                    <a:pt x="607140" y="400687"/>
                  </a:lnTo>
                  <a:lnTo>
                    <a:pt x="616906" y="356838"/>
                  </a:lnTo>
                  <a:lnTo>
                    <a:pt x="620268" y="310896"/>
                  </a:lnTo>
                  <a:lnTo>
                    <a:pt x="616906" y="264953"/>
                  </a:lnTo>
                  <a:lnTo>
                    <a:pt x="607140" y="221104"/>
                  </a:lnTo>
                  <a:lnTo>
                    <a:pt x="591449" y="179829"/>
                  </a:lnTo>
                  <a:lnTo>
                    <a:pt x="570313" y="141609"/>
                  </a:lnTo>
                  <a:lnTo>
                    <a:pt x="544211" y="106925"/>
                  </a:lnTo>
                  <a:lnTo>
                    <a:pt x="513621" y="76257"/>
                  </a:lnTo>
                  <a:lnTo>
                    <a:pt x="479023" y="50087"/>
                  </a:lnTo>
                  <a:lnTo>
                    <a:pt x="440896" y="28895"/>
                  </a:lnTo>
                  <a:lnTo>
                    <a:pt x="399719" y="13162"/>
                  </a:lnTo>
                  <a:lnTo>
                    <a:pt x="355972" y="3370"/>
                  </a:lnTo>
                  <a:lnTo>
                    <a:pt x="310134" y="0"/>
                  </a:lnTo>
                  <a:close/>
                </a:path>
              </a:pathLst>
            </a:custGeom>
            <a:solidFill>
              <a:srgbClr val="152B77"/>
            </a:solidFill>
          </p:spPr>
          <p:txBody>
            <a:bodyPr wrap="square" lIns="0" tIns="0" rIns="0" bIns="0" rtlCol="0"/>
            <a:lstStyle/>
            <a:p>
              <a:endParaRPr/>
            </a:p>
          </p:txBody>
        </p:sp>
        <p:sp>
          <p:nvSpPr>
            <p:cNvPr id="17" name="object 17"/>
            <p:cNvSpPr/>
            <p:nvPr/>
          </p:nvSpPr>
          <p:spPr>
            <a:xfrm>
              <a:off x="4262627" y="1287780"/>
              <a:ext cx="620395" cy="622300"/>
            </a:xfrm>
            <a:custGeom>
              <a:avLst/>
              <a:gdLst/>
              <a:ahLst/>
              <a:cxnLst/>
              <a:rect l="l" t="t" r="r" b="b"/>
              <a:pathLst>
                <a:path w="620395" h="622300">
                  <a:moveTo>
                    <a:pt x="0" y="310896"/>
                  </a:moveTo>
                  <a:lnTo>
                    <a:pt x="3361" y="264953"/>
                  </a:lnTo>
                  <a:lnTo>
                    <a:pt x="13127" y="221104"/>
                  </a:lnTo>
                  <a:lnTo>
                    <a:pt x="28818" y="179829"/>
                  </a:lnTo>
                  <a:lnTo>
                    <a:pt x="49954" y="141609"/>
                  </a:lnTo>
                  <a:lnTo>
                    <a:pt x="76056" y="106925"/>
                  </a:lnTo>
                  <a:lnTo>
                    <a:pt x="106646" y="76257"/>
                  </a:lnTo>
                  <a:lnTo>
                    <a:pt x="141244" y="50087"/>
                  </a:lnTo>
                  <a:lnTo>
                    <a:pt x="179371" y="28895"/>
                  </a:lnTo>
                  <a:lnTo>
                    <a:pt x="220548" y="13162"/>
                  </a:lnTo>
                  <a:lnTo>
                    <a:pt x="264295" y="3370"/>
                  </a:lnTo>
                  <a:lnTo>
                    <a:pt x="310134" y="0"/>
                  </a:lnTo>
                  <a:lnTo>
                    <a:pt x="355972" y="3370"/>
                  </a:lnTo>
                  <a:lnTo>
                    <a:pt x="399719" y="13162"/>
                  </a:lnTo>
                  <a:lnTo>
                    <a:pt x="440896" y="28895"/>
                  </a:lnTo>
                  <a:lnTo>
                    <a:pt x="479023" y="50087"/>
                  </a:lnTo>
                  <a:lnTo>
                    <a:pt x="513621" y="76257"/>
                  </a:lnTo>
                  <a:lnTo>
                    <a:pt x="544211" y="106925"/>
                  </a:lnTo>
                  <a:lnTo>
                    <a:pt x="570313" y="141609"/>
                  </a:lnTo>
                  <a:lnTo>
                    <a:pt x="591449" y="179829"/>
                  </a:lnTo>
                  <a:lnTo>
                    <a:pt x="607140" y="221104"/>
                  </a:lnTo>
                  <a:lnTo>
                    <a:pt x="616906" y="264953"/>
                  </a:lnTo>
                  <a:lnTo>
                    <a:pt x="620268" y="310896"/>
                  </a:lnTo>
                  <a:lnTo>
                    <a:pt x="616906" y="356838"/>
                  </a:lnTo>
                  <a:lnTo>
                    <a:pt x="607140" y="400687"/>
                  </a:lnTo>
                  <a:lnTo>
                    <a:pt x="591449" y="441962"/>
                  </a:lnTo>
                  <a:lnTo>
                    <a:pt x="570313" y="480182"/>
                  </a:lnTo>
                  <a:lnTo>
                    <a:pt x="544211" y="514866"/>
                  </a:lnTo>
                  <a:lnTo>
                    <a:pt x="513621" y="545534"/>
                  </a:lnTo>
                  <a:lnTo>
                    <a:pt x="479023" y="571704"/>
                  </a:lnTo>
                  <a:lnTo>
                    <a:pt x="440896" y="592896"/>
                  </a:lnTo>
                  <a:lnTo>
                    <a:pt x="399719" y="608629"/>
                  </a:lnTo>
                  <a:lnTo>
                    <a:pt x="355972" y="618421"/>
                  </a:lnTo>
                  <a:lnTo>
                    <a:pt x="310134" y="621792"/>
                  </a:lnTo>
                  <a:lnTo>
                    <a:pt x="264295" y="618421"/>
                  </a:lnTo>
                  <a:lnTo>
                    <a:pt x="220548" y="608629"/>
                  </a:lnTo>
                  <a:lnTo>
                    <a:pt x="179371" y="592896"/>
                  </a:lnTo>
                  <a:lnTo>
                    <a:pt x="141244" y="571704"/>
                  </a:lnTo>
                  <a:lnTo>
                    <a:pt x="106646" y="545534"/>
                  </a:lnTo>
                  <a:lnTo>
                    <a:pt x="76056" y="514866"/>
                  </a:lnTo>
                  <a:lnTo>
                    <a:pt x="49954" y="480182"/>
                  </a:lnTo>
                  <a:lnTo>
                    <a:pt x="28818" y="441962"/>
                  </a:lnTo>
                  <a:lnTo>
                    <a:pt x="13127" y="400687"/>
                  </a:lnTo>
                  <a:lnTo>
                    <a:pt x="3361" y="356838"/>
                  </a:lnTo>
                  <a:lnTo>
                    <a:pt x="0" y="310896"/>
                  </a:lnTo>
                  <a:close/>
                </a:path>
              </a:pathLst>
            </a:custGeom>
            <a:ln w="6350">
              <a:solidFill>
                <a:srgbClr val="00D9CE"/>
              </a:solidFill>
              <a:prstDash val="sysDash"/>
            </a:ln>
          </p:spPr>
          <p:txBody>
            <a:bodyPr wrap="square" lIns="0" tIns="0" rIns="0" bIns="0" rtlCol="0"/>
            <a:lstStyle/>
            <a:p>
              <a:endParaRPr/>
            </a:p>
          </p:txBody>
        </p:sp>
        <p:sp>
          <p:nvSpPr>
            <p:cNvPr id="18" name="object 18"/>
            <p:cNvSpPr/>
            <p:nvPr/>
          </p:nvSpPr>
          <p:spPr>
            <a:xfrm>
              <a:off x="4314444" y="1339596"/>
              <a:ext cx="516890" cy="518159"/>
            </a:xfrm>
            <a:custGeom>
              <a:avLst/>
              <a:gdLst/>
              <a:ahLst/>
              <a:cxnLst/>
              <a:rect l="l" t="t" r="r" b="b"/>
              <a:pathLst>
                <a:path w="516889" h="518160">
                  <a:moveTo>
                    <a:pt x="258317" y="0"/>
                  </a:moveTo>
                  <a:lnTo>
                    <a:pt x="211896" y="4172"/>
                  </a:lnTo>
                  <a:lnTo>
                    <a:pt x="168200" y="16203"/>
                  </a:lnTo>
                  <a:lnTo>
                    <a:pt x="127959" y="35362"/>
                  </a:lnTo>
                  <a:lnTo>
                    <a:pt x="91905" y="60918"/>
                  </a:lnTo>
                  <a:lnTo>
                    <a:pt x="60767" y="92140"/>
                  </a:lnTo>
                  <a:lnTo>
                    <a:pt x="35277" y="128298"/>
                  </a:lnTo>
                  <a:lnTo>
                    <a:pt x="16166" y="168661"/>
                  </a:lnTo>
                  <a:lnTo>
                    <a:pt x="4163" y="212498"/>
                  </a:lnTo>
                  <a:lnTo>
                    <a:pt x="0" y="259079"/>
                  </a:lnTo>
                  <a:lnTo>
                    <a:pt x="4163" y="305661"/>
                  </a:lnTo>
                  <a:lnTo>
                    <a:pt x="16166" y="349498"/>
                  </a:lnTo>
                  <a:lnTo>
                    <a:pt x="35277" y="389861"/>
                  </a:lnTo>
                  <a:lnTo>
                    <a:pt x="60767" y="426019"/>
                  </a:lnTo>
                  <a:lnTo>
                    <a:pt x="91905" y="457241"/>
                  </a:lnTo>
                  <a:lnTo>
                    <a:pt x="127959" y="482797"/>
                  </a:lnTo>
                  <a:lnTo>
                    <a:pt x="168200" y="501956"/>
                  </a:lnTo>
                  <a:lnTo>
                    <a:pt x="211896" y="513987"/>
                  </a:lnTo>
                  <a:lnTo>
                    <a:pt x="258317" y="518159"/>
                  </a:lnTo>
                  <a:lnTo>
                    <a:pt x="304739" y="513987"/>
                  </a:lnTo>
                  <a:lnTo>
                    <a:pt x="348435" y="501956"/>
                  </a:lnTo>
                  <a:lnTo>
                    <a:pt x="388676" y="482797"/>
                  </a:lnTo>
                  <a:lnTo>
                    <a:pt x="424730" y="457241"/>
                  </a:lnTo>
                  <a:lnTo>
                    <a:pt x="455868" y="426019"/>
                  </a:lnTo>
                  <a:lnTo>
                    <a:pt x="481358" y="389861"/>
                  </a:lnTo>
                  <a:lnTo>
                    <a:pt x="500469" y="349498"/>
                  </a:lnTo>
                  <a:lnTo>
                    <a:pt x="512472" y="305661"/>
                  </a:lnTo>
                  <a:lnTo>
                    <a:pt x="516635" y="259079"/>
                  </a:lnTo>
                  <a:lnTo>
                    <a:pt x="512472" y="212498"/>
                  </a:lnTo>
                  <a:lnTo>
                    <a:pt x="500469" y="168661"/>
                  </a:lnTo>
                  <a:lnTo>
                    <a:pt x="481358" y="128298"/>
                  </a:lnTo>
                  <a:lnTo>
                    <a:pt x="455868" y="92140"/>
                  </a:lnTo>
                  <a:lnTo>
                    <a:pt x="424730" y="60918"/>
                  </a:lnTo>
                  <a:lnTo>
                    <a:pt x="388676" y="35362"/>
                  </a:lnTo>
                  <a:lnTo>
                    <a:pt x="348435" y="16203"/>
                  </a:lnTo>
                  <a:lnTo>
                    <a:pt x="304739" y="4172"/>
                  </a:lnTo>
                  <a:lnTo>
                    <a:pt x="258317" y="0"/>
                  </a:lnTo>
                  <a:close/>
                </a:path>
              </a:pathLst>
            </a:custGeom>
            <a:solidFill>
              <a:srgbClr val="00D9CE"/>
            </a:solidFill>
          </p:spPr>
          <p:txBody>
            <a:bodyPr wrap="square" lIns="0" tIns="0" rIns="0" bIns="0" rtlCol="0"/>
            <a:lstStyle/>
            <a:p>
              <a:endParaRPr/>
            </a:p>
          </p:txBody>
        </p:sp>
        <p:sp>
          <p:nvSpPr>
            <p:cNvPr id="19" name="object 19"/>
            <p:cNvSpPr/>
            <p:nvPr/>
          </p:nvSpPr>
          <p:spPr>
            <a:xfrm>
              <a:off x="4393692" y="1444752"/>
              <a:ext cx="358140" cy="306324"/>
            </a:xfrm>
            <a:prstGeom prst="rect">
              <a:avLst/>
            </a:prstGeom>
            <a:blipFill>
              <a:blip r:embed="rId11" cstate="print"/>
              <a:stretch>
                <a:fillRect/>
              </a:stretch>
            </a:blipFill>
          </p:spPr>
          <p:txBody>
            <a:bodyPr wrap="square" lIns="0" tIns="0" rIns="0" bIns="0" rtlCol="0"/>
            <a:lstStyle/>
            <a:p>
              <a:endParaRPr/>
            </a:p>
          </p:txBody>
        </p:sp>
        <p:sp>
          <p:nvSpPr>
            <p:cNvPr id="20" name="object 20"/>
            <p:cNvSpPr/>
            <p:nvPr/>
          </p:nvSpPr>
          <p:spPr>
            <a:xfrm>
              <a:off x="4262627" y="2410968"/>
              <a:ext cx="620395" cy="620395"/>
            </a:xfrm>
            <a:custGeom>
              <a:avLst/>
              <a:gdLst/>
              <a:ahLst/>
              <a:cxnLst/>
              <a:rect l="l" t="t" r="r" b="b"/>
              <a:pathLst>
                <a:path w="620395" h="620394">
                  <a:moveTo>
                    <a:pt x="310134" y="0"/>
                  </a:moveTo>
                  <a:lnTo>
                    <a:pt x="264295" y="3361"/>
                  </a:lnTo>
                  <a:lnTo>
                    <a:pt x="220548" y="13127"/>
                  </a:lnTo>
                  <a:lnTo>
                    <a:pt x="179371" y="28818"/>
                  </a:lnTo>
                  <a:lnTo>
                    <a:pt x="141244" y="49954"/>
                  </a:lnTo>
                  <a:lnTo>
                    <a:pt x="106646" y="76056"/>
                  </a:lnTo>
                  <a:lnTo>
                    <a:pt x="76056" y="106646"/>
                  </a:lnTo>
                  <a:lnTo>
                    <a:pt x="49954" y="141244"/>
                  </a:lnTo>
                  <a:lnTo>
                    <a:pt x="28818" y="179371"/>
                  </a:lnTo>
                  <a:lnTo>
                    <a:pt x="13127" y="220548"/>
                  </a:lnTo>
                  <a:lnTo>
                    <a:pt x="3361" y="264295"/>
                  </a:lnTo>
                  <a:lnTo>
                    <a:pt x="0" y="310134"/>
                  </a:lnTo>
                  <a:lnTo>
                    <a:pt x="3361" y="355972"/>
                  </a:lnTo>
                  <a:lnTo>
                    <a:pt x="13127" y="399719"/>
                  </a:lnTo>
                  <a:lnTo>
                    <a:pt x="28818" y="440896"/>
                  </a:lnTo>
                  <a:lnTo>
                    <a:pt x="49954" y="479023"/>
                  </a:lnTo>
                  <a:lnTo>
                    <a:pt x="76056" y="513621"/>
                  </a:lnTo>
                  <a:lnTo>
                    <a:pt x="106646" y="544211"/>
                  </a:lnTo>
                  <a:lnTo>
                    <a:pt x="141244" y="570313"/>
                  </a:lnTo>
                  <a:lnTo>
                    <a:pt x="179371" y="591449"/>
                  </a:lnTo>
                  <a:lnTo>
                    <a:pt x="220548" y="607140"/>
                  </a:lnTo>
                  <a:lnTo>
                    <a:pt x="264295" y="616906"/>
                  </a:lnTo>
                  <a:lnTo>
                    <a:pt x="310134" y="620268"/>
                  </a:lnTo>
                  <a:lnTo>
                    <a:pt x="355972" y="616906"/>
                  </a:lnTo>
                  <a:lnTo>
                    <a:pt x="399719" y="607140"/>
                  </a:lnTo>
                  <a:lnTo>
                    <a:pt x="440896" y="591449"/>
                  </a:lnTo>
                  <a:lnTo>
                    <a:pt x="479023" y="570313"/>
                  </a:lnTo>
                  <a:lnTo>
                    <a:pt x="513621" y="544211"/>
                  </a:lnTo>
                  <a:lnTo>
                    <a:pt x="544211" y="513621"/>
                  </a:lnTo>
                  <a:lnTo>
                    <a:pt x="570313" y="479023"/>
                  </a:lnTo>
                  <a:lnTo>
                    <a:pt x="591449" y="440896"/>
                  </a:lnTo>
                  <a:lnTo>
                    <a:pt x="607140" y="399719"/>
                  </a:lnTo>
                  <a:lnTo>
                    <a:pt x="616906" y="355972"/>
                  </a:lnTo>
                  <a:lnTo>
                    <a:pt x="620268" y="310134"/>
                  </a:lnTo>
                  <a:lnTo>
                    <a:pt x="616906" y="264295"/>
                  </a:lnTo>
                  <a:lnTo>
                    <a:pt x="607140" y="220548"/>
                  </a:lnTo>
                  <a:lnTo>
                    <a:pt x="591449" y="179371"/>
                  </a:lnTo>
                  <a:lnTo>
                    <a:pt x="570313" y="141244"/>
                  </a:lnTo>
                  <a:lnTo>
                    <a:pt x="544211" y="106646"/>
                  </a:lnTo>
                  <a:lnTo>
                    <a:pt x="513621" y="76056"/>
                  </a:lnTo>
                  <a:lnTo>
                    <a:pt x="479023" y="49954"/>
                  </a:lnTo>
                  <a:lnTo>
                    <a:pt x="440896" y="28818"/>
                  </a:lnTo>
                  <a:lnTo>
                    <a:pt x="399719" y="13127"/>
                  </a:lnTo>
                  <a:lnTo>
                    <a:pt x="355972" y="3361"/>
                  </a:lnTo>
                  <a:lnTo>
                    <a:pt x="310134" y="0"/>
                  </a:lnTo>
                  <a:close/>
                </a:path>
              </a:pathLst>
            </a:custGeom>
            <a:solidFill>
              <a:srgbClr val="152B77"/>
            </a:solidFill>
          </p:spPr>
          <p:txBody>
            <a:bodyPr wrap="square" lIns="0" tIns="0" rIns="0" bIns="0" rtlCol="0"/>
            <a:lstStyle/>
            <a:p>
              <a:endParaRPr/>
            </a:p>
          </p:txBody>
        </p:sp>
        <p:sp>
          <p:nvSpPr>
            <p:cNvPr id="21" name="object 21"/>
            <p:cNvSpPr/>
            <p:nvPr/>
          </p:nvSpPr>
          <p:spPr>
            <a:xfrm>
              <a:off x="4262627" y="2410968"/>
              <a:ext cx="620395" cy="620395"/>
            </a:xfrm>
            <a:custGeom>
              <a:avLst/>
              <a:gdLst/>
              <a:ahLst/>
              <a:cxnLst/>
              <a:rect l="l" t="t" r="r" b="b"/>
              <a:pathLst>
                <a:path w="620395" h="620394">
                  <a:moveTo>
                    <a:pt x="0" y="310134"/>
                  </a:moveTo>
                  <a:lnTo>
                    <a:pt x="3361" y="264295"/>
                  </a:lnTo>
                  <a:lnTo>
                    <a:pt x="13127" y="220548"/>
                  </a:lnTo>
                  <a:lnTo>
                    <a:pt x="28818" y="179371"/>
                  </a:lnTo>
                  <a:lnTo>
                    <a:pt x="49954" y="141244"/>
                  </a:lnTo>
                  <a:lnTo>
                    <a:pt x="76056" y="106646"/>
                  </a:lnTo>
                  <a:lnTo>
                    <a:pt x="106646" y="76056"/>
                  </a:lnTo>
                  <a:lnTo>
                    <a:pt x="141244" y="49954"/>
                  </a:lnTo>
                  <a:lnTo>
                    <a:pt x="179371" y="28818"/>
                  </a:lnTo>
                  <a:lnTo>
                    <a:pt x="220548" y="13127"/>
                  </a:lnTo>
                  <a:lnTo>
                    <a:pt x="264295" y="3361"/>
                  </a:lnTo>
                  <a:lnTo>
                    <a:pt x="310134" y="0"/>
                  </a:lnTo>
                  <a:lnTo>
                    <a:pt x="355972" y="3361"/>
                  </a:lnTo>
                  <a:lnTo>
                    <a:pt x="399719" y="13127"/>
                  </a:lnTo>
                  <a:lnTo>
                    <a:pt x="440896" y="28818"/>
                  </a:lnTo>
                  <a:lnTo>
                    <a:pt x="479023" y="49954"/>
                  </a:lnTo>
                  <a:lnTo>
                    <a:pt x="513621" y="76056"/>
                  </a:lnTo>
                  <a:lnTo>
                    <a:pt x="544211" y="106646"/>
                  </a:lnTo>
                  <a:lnTo>
                    <a:pt x="570313" y="141244"/>
                  </a:lnTo>
                  <a:lnTo>
                    <a:pt x="591449" y="179371"/>
                  </a:lnTo>
                  <a:lnTo>
                    <a:pt x="607140" y="220548"/>
                  </a:lnTo>
                  <a:lnTo>
                    <a:pt x="616906" y="264295"/>
                  </a:lnTo>
                  <a:lnTo>
                    <a:pt x="620268" y="310134"/>
                  </a:lnTo>
                  <a:lnTo>
                    <a:pt x="616906" y="355972"/>
                  </a:lnTo>
                  <a:lnTo>
                    <a:pt x="607140" y="399719"/>
                  </a:lnTo>
                  <a:lnTo>
                    <a:pt x="591449" y="440896"/>
                  </a:lnTo>
                  <a:lnTo>
                    <a:pt x="570313" y="479023"/>
                  </a:lnTo>
                  <a:lnTo>
                    <a:pt x="544211" y="513621"/>
                  </a:lnTo>
                  <a:lnTo>
                    <a:pt x="513621" y="544211"/>
                  </a:lnTo>
                  <a:lnTo>
                    <a:pt x="479023" y="570313"/>
                  </a:lnTo>
                  <a:lnTo>
                    <a:pt x="440896" y="591449"/>
                  </a:lnTo>
                  <a:lnTo>
                    <a:pt x="399719" y="607140"/>
                  </a:lnTo>
                  <a:lnTo>
                    <a:pt x="355972" y="616906"/>
                  </a:lnTo>
                  <a:lnTo>
                    <a:pt x="310134" y="620268"/>
                  </a:lnTo>
                  <a:lnTo>
                    <a:pt x="264295" y="616906"/>
                  </a:lnTo>
                  <a:lnTo>
                    <a:pt x="220548" y="607140"/>
                  </a:lnTo>
                  <a:lnTo>
                    <a:pt x="179371" y="591449"/>
                  </a:lnTo>
                  <a:lnTo>
                    <a:pt x="141244" y="570313"/>
                  </a:lnTo>
                  <a:lnTo>
                    <a:pt x="106646" y="544211"/>
                  </a:lnTo>
                  <a:lnTo>
                    <a:pt x="76056" y="513621"/>
                  </a:lnTo>
                  <a:lnTo>
                    <a:pt x="49954" y="479023"/>
                  </a:lnTo>
                  <a:lnTo>
                    <a:pt x="28818" y="440896"/>
                  </a:lnTo>
                  <a:lnTo>
                    <a:pt x="13127" y="399719"/>
                  </a:lnTo>
                  <a:lnTo>
                    <a:pt x="3361" y="355972"/>
                  </a:lnTo>
                  <a:lnTo>
                    <a:pt x="0" y="310134"/>
                  </a:lnTo>
                  <a:close/>
                </a:path>
              </a:pathLst>
            </a:custGeom>
            <a:ln w="6350">
              <a:solidFill>
                <a:srgbClr val="FF8E01"/>
              </a:solidFill>
              <a:prstDash val="sysDash"/>
            </a:ln>
          </p:spPr>
          <p:txBody>
            <a:bodyPr wrap="square" lIns="0" tIns="0" rIns="0" bIns="0" rtlCol="0"/>
            <a:lstStyle/>
            <a:p>
              <a:endParaRPr/>
            </a:p>
          </p:txBody>
        </p:sp>
        <p:sp>
          <p:nvSpPr>
            <p:cNvPr id="22" name="object 22"/>
            <p:cNvSpPr/>
            <p:nvPr/>
          </p:nvSpPr>
          <p:spPr>
            <a:xfrm>
              <a:off x="4314444" y="2462783"/>
              <a:ext cx="516890" cy="516890"/>
            </a:xfrm>
            <a:custGeom>
              <a:avLst/>
              <a:gdLst/>
              <a:ahLst/>
              <a:cxnLst/>
              <a:rect l="l" t="t" r="r" b="b"/>
              <a:pathLst>
                <a:path w="516889" h="516889">
                  <a:moveTo>
                    <a:pt x="258317" y="0"/>
                  </a:moveTo>
                  <a:lnTo>
                    <a:pt x="211896" y="4163"/>
                  </a:lnTo>
                  <a:lnTo>
                    <a:pt x="168200" y="16166"/>
                  </a:lnTo>
                  <a:lnTo>
                    <a:pt x="127959" y="35277"/>
                  </a:lnTo>
                  <a:lnTo>
                    <a:pt x="91905" y="60767"/>
                  </a:lnTo>
                  <a:lnTo>
                    <a:pt x="60767" y="91905"/>
                  </a:lnTo>
                  <a:lnTo>
                    <a:pt x="35277" y="127959"/>
                  </a:lnTo>
                  <a:lnTo>
                    <a:pt x="16166" y="168200"/>
                  </a:lnTo>
                  <a:lnTo>
                    <a:pt x="4163" y="211896"/>
                  </a:lnTo>
                  <a:lnTo>
                    <a:pt x="0" y="258317"/>
                  </a:lnTo>
                  <a:lnTo>
                    <a:pt x="4163" y="304739"/>
                  </a:lnTo>
                  <a:lnTo>
                    <a:pt x="16166" y="348435"/>
                  </a:lnTo>
                  <a:lnTo>
                    <a:pt x="35277" y="388676"/>
                  </a:lnTo>
                  <a:lnTo>
                    <a:pt x="60767" y="424730"/>
                  </a:lnTo>
                  <a:lnTo>
                    <a:pt x="91905" y="455868"/>
                  </a:lnTo>
                  <a:lnTo>
                    <a:pt x="127959" y="481358"/>
                  </a:lnTo>
                  <a:lnTo>
                    <a:pt x="168200" y="500469"/>
                  </a:lnTo>
                  <a:lnTo>
                    <a:pt x="211896" y="512472"/>
                  </a:lnTo>
                  <a:lnTo>
                    <a:pt x="258317" y="516636"/>
                  </a:lnTo>
                  <a:lnTo>
                    <a:pt x="304739" y="512472"/>
                  </a:lnTo>
                  <a:lnTo>
                    <a:pt x="348435" y="500469"/>
                  </a:lnTo>
                  <a:lnTo>
                    <a:pt x="388676" y="481358"/>
                  </a:lnTo>
                  <a:lnTo>
                    <a:pt x="424730" y="455868"/>
                  </a:lnTo>
                  <a:lnTo>
                    <a:pt x="455868" y="424730"/>
                  </a:lnTo>
                  <a:lnTo>
                    <a:pt x="481358" y="388676"/>
                  </a:lnTo>
                  <a:lnTo>
                    <a:pt x="500469" y="348435"/>
                  </a:lnTo>
                  <a:lnTo>
                    <a:pt x="512472" y="304739"/>
                  </a:lnTo>
                  <a:lnTo>
                    <a:pt x="516635" y="258317"/>
                  </a:lnTo>
                  <a:lnTo>
                    <a:pt x="512472" y="211896"/>
                  </a:lnTo>
                  <a:lnTo>
                    <a:pt x="500469" y="168200"/>
                  </a:lnTo>
                  <a:lnTo>
                    <a:pt x="481358" y="127959"/>
                  </a:lnTo>
                  <a:lnTo>
                    <a:pt x="455868" y="91905"/>
                  </a:lnTo>
                  <a:lnTo>
                    <a:pt x="424730" y="60767"/>
                  </a:lnTo>
                  <a:lnTo>
                    <a:pt x="388676" y="35277"/>
                  </a:lnTo>
                  <a:lnTo>
                    <a:pt x="348435" y="16166"/>
                  </a:lnTo>
                  <a:lnTo>
                    <a:pt x="304739" y="4163"/>
                  </a:lnTo>
                  <a:lnTo>
                    <a:pt x="258317" y="0"/>
                  </a:lnTo>
                  <a:close/>
                </a:path>
              </a:pathLst>
            </a:custGeom>
            <a:solidFill>
              <a:srgbClr val="FF8E01"/>
            </a:solidFill>
          </p:spPr>
          <p:txBody>
            <a:bodyPr wrap="square" lIns="0" tIns="0" rIns="0" bIns="0" rtlCol="0"/>
            <a:lstStyle/>
            <a:p>
              <a:endParaRPr/>
            </a:p>
          </p:txBody>
        </p:sp>
        <p:sp>
          <p:nvSpPr>
            <p:cNvPr id="23" name="object 23"/>
            <p:cNvSpPr/>
            <p:nvPr/>
          </p:nvSpPr>
          <p:spPr>
            <a:xfrm>
              <a:off x="4416552" y="2823971"/>
              <a:ext cx="312420" cy="53975"/>
            </a:xfrm>
            <a:custGeom>
              <a:avLst/>
              <a:gdLst/>
              <a:ahLst/>
              <a:cxnLst/>
              <a:rect l="l" t="t" r="r" b="b"/>
              <a:pathLst>
                <a:path w="312420" h="53975">
                  <a:moveTo>
                    <a:pt x="236220" y="42418"/>
                  </a:moveTo>
                  <a:lnTo>
                    <a:pt x="214884" y="42418"/>
                  </a:lnTo>
                  <a:lnTo>
                    <a:pt x="214884" y="32258"/>
                  </a:lnTo>
                  <a:lnTo>
                    <a:pt x="97536" y="32258"/>
                  </a:lnTo>
                  <a:lnTo>
                    <a:pt x="97536" y="42418"/>
                  </a:lnTo>
                  <a:lnTo>
                    <a:pt x="76200" y="42418"/>
                  </a:lnTo>
                  <a:lnTo>
                    <a:pt x="76200" y="53848"/>
                  </a:lnTo>
                  <a:lnTo>
                    <a:pt x="236220" y="53848"/>
                  </a:lnTo>
                  <a:lnTo>
                    <a:pt x="236220" y="42418"/>
                  </a:lnTo>
                  <a:close/>
                </a:path>
                <a:path w="312420" h="53975">
                  <a:moveTo>
                    <a:pt x="312420" y="0"/>
                  </a:moveTo>
                  <a:lnTo>
                    <a:pt x="0" y="0"/>
                  </a:lnTo>
                  <a:lnTo>
                    <a:pt x="0" y="14097"/>
                  </a:lnTo>
                  <a:lnTo>
                    <a:pt x="7239" y="21336"/>
                  </a:lnTo>
                  <a:lnTo>
                    <a:pt x="305181" y="21336"/>
                  </a:lnTo>
                  <a:lnTo>
                    <a:pt x="312420" y="14097"/>
                  </a:lnTo>
                  <a:lnTo>
                    <a:pt x="312420" y="0"/>
                  </a:lnTo>
                  <a:close/>
                </a:path>
              </a:pathLst>
            </a:custGeom>
            <a:solidFill>
              <a:srgbClr val="FFFFFF"/>
            </a:solidFill>
          </p:spPr>
          <p:txBody>
            <a:bodyPr wrap="square" lIns="0" tIns="0" rIns="0" bIns="0" rtlCol="0"/>
            <a:lstStyle/>
            <a:p>
              <a:endParaRPr/>
            </a:p>
          </p:txBody>
        </p:sp>
        <p:sp>
          <p:nvSpPr>
            <p:cNvPr id="24" name="object 24"/>
            <p:cNvSpPr/>
            <p:nvPr/>
          </p:nvSpPr>
          <p:spPr>
            <a:xfrm>
              <a:off x="4503420" y="2564891"/>
              <a:ext cx="138683" cy="227075"/>
            </a:xfrm>
            <a:prstGeom prst="rect">
              <a:avLst/>
            </a:prstGeom>
            <a:blipFill>
              <a:blip r:embed="rId12" cstate="print"/>
              <a:stretch>
                <a:fillRect/>
              </a:stretch>
            </a:blipFill>
          </p:spPr>
          <p:txBody>
            <a:bodyPr wrap="square" lIns="0" tIns="0" rIns="0" bIns="0" rtlCol="0"/>
            <a:lstStyle/>
            <a:p>
              <a:endParaRPr/>
            </a:p>
          </p:txBody>
        </p:sp>
        <p:sp>
          <p:nvSpPr>
            <p:cNvPr id="25" name="object 25"/>
            <p:cNvSpPr/>
            <p:nvPr/>
          </p:nvSpPr>
          <p:spPr>
            <a:xfrm>
              <a:off x="4416552" y="2598419"/>
              <a:ext cx="312420" cy="215265"/>
            </a:xfrm>
            <a:custGeom>
              <a:avLst/>
              <a:gdLst/>
              <a:ahLst/>
              <a:cxnLst/>
              <a:rect l="l" t="t" r="r" b="b"/>
              <a:pathLst>
                <a:path w="312420" h="215264">
                  <a:moveTo>
                    <a:pt x="164592" y="193548"/>
                  </a:moveTo>
                  <a:lnTo>
                    <a:pt x="157988" y="176784"/>
                  </a:lnTo>
                  <a:lnTo>
                    <a:pt x="154432" y="176784"/>
                  </a:lnTo>
                  <a:lnTo>
                    <a:pt x="147828" y="193548"/>
                  </a:lnTo>
                  <a:lnTo>
                    <a:pt x="164592" y="193548"/>
                  </a:lnTo>
                  <a:close/>
                </a:path>
                <a:path w="312420" h="215264">
                  <a:moveTo>
                    <a:pt x="167640" y="26162"/>
                  </a:moveTo>
                  <a:lnTo>
                    <a:pt x="162560" y="21336"/>
                  </a:lnTo>
                  <a:lnTo>
                    <a:pt x="149860" y="21336"/>
                  </a:lnTo>
                  <a:lnTo>
                    <a:pt x="144780" y="26162"/>
                  </a:lnTo>
                  <a:lnTo>
                    <a:pt x="144780" y="37846"/>
                  </a:lnTo>
                  <a:lnTo>
                    <a:pt x="149860" y="42672"/>
                  </a:lnTo>
                  <a:lnTo>
                    <a:pt x="162560" y="42672"/>
                  </a:lnTo>
                  <a:lnTo>
                    <a:pt x="167640" y="37846"/>
                  </a:lnTo>
                  <a:lnTo>
                    <a:pt x="167640" y="26162"/>
                  </a:lnTo>
                  <a:close/>
                </a:path>
                <a:path w="312420" h="215264">
                  <a:moveTo>
                    <a:pt x="188976" y="32004"/>
                  </a:moveTo>
                  <a:lnTo>
                    <a:pt x="186385" y="19558"/>
                  </a:lnTo>
                  <a:lnTo>
                    <a:pt x="180238" y="10668"/>
                  </a:lnTo>
                  <a:lnTo>
                    <a:pt x="179349" y="9385"/>
                  </a:lnTo>
                  <a:lnTo>
                    <a:pt x="178054" y="8534"/>
                  </a:lnTo>
                  <a:lnTo>
                    <a:pt x="178054" y="32004"/>
                  </a:lnTo>
                  <a:lnTo>
                    <a:pt x="176326" y="40322"/>
                  </a:lnTo>
                  <a:lnTo>
                    <a:pt x="171653" y="47104"/>
                  </a:lnTo>
                  <a:lnTo>
                    <a:pt x="164706" y="51676"/>
                  </a:lnTo>
                  <a:lnTo>
                    <a:pt x="156210" y="53340"/>
                  </a:lnTo>
                  <a:lnTo>
                    <a:pt x="147701" y="51676"/>
                  </a:lnTo>
                  <a:lnTo>
                    <a:pt x="140754" y="47104"/>
                  </a:lnTo>
                  <a:lnTo>
                    <a:pt x="136080" y="40322"/>
                  </a:lnTo>
                  <a:lnTo>
                    <a:pt x="134366" y="32004"/>
                  </a:lnTo>
                  <a:lnTo>
                    <a:pt x="136080" y="23698"/>
                  </a:lnTo>
                  <a:lnTo>
                    <a:pt x="140754" y="16916"/>
                  </a:lnTo>
                  <a:lnTo>
                    <a:pt x="147701" y="12344"/>
                  </a:lnTo>
                  <a:lnTo>
                    <a:pt x="156210" y="10668"/>
                  </a:lnTo>
                  <a:lnTo>
                    <a:pt x="164706" y="12344"/>
                  </a:lnTo>
                  <a:lnTo>
                    <a:pt x="171653" y="16916"/>
                  </a:lnTo>
                  <a:lnTo>
                    <a:pt x="176326" y="23698"/>
                  </a:lnTo>
                  <a:lnTo>
                    <a:pt x="178054" y="32004"/>
                  </a:lnTo>
                  <a:lnTo>
                    <a:pt x="178054" y="8534"/>
                  </a:lnTo>
                  <a:lnTo>
                    <a:pt x="168935" y="2527"/>
                  </a:lnTo>
                  <a:lnTo>
                    <a:pt x="156210" y="0"/>
                  </a:lnTo>
                  <a:lnTo>
                    <a:pt x="143471" y="2527"/>
                  </a:lnTo>
                  <a:lnTo>
                    <a:pt x="133057" y="9385"/>
                  </a:lnTo>
                  <a:lnTo>
                    <a:pt x="126022" y="19558"/>
                  </a:lnTo>
                  <a:lnTo>
                    <a:pt x="123444" y="32004"/>
                  </a:lnTo>
                  <a:lnTo>
                    <a:pt x="126022" y="44462"/>
                  </a:lnTo>
                  <a:lnTo>
                    <a:pt x="133057" y="54635"/>
                  </a:lnTo>
                  <a:lnTo>
                    <a:pt x="143471" y="61493"/>
                  </a:lnTo>
                  <a:lnTo>
                    <a:pt x="156210" y="64008"/>
                  </a:lnTo>
                  <a:lnTo>
                    <a:pt x="168935" y="61493"/>
                  </a:lnTo>
                  <a:lnTo>
                    <a:pt x="179349" y="54635"/>
                  </a:lnTo>
                  <a:lnTo>
                    <a:pt x="180238" y="53340"/>
                  </a:lnTo>
                  <a:lnTo>
                    <a:pt x="186385" y="44462"/>
                  </a:lnTo>
                  <a:lnTo>
                    <a:pt x="188976" y="32004"/>
                  </a:lnTo>
                  <a:close/>
                </a:path>
                <a:path w="312420" h="215264">
                  <a:moveTo>
                    <a:pt x="312420" y="60579"/>
                  </a:moveTo>
                  <a:lnTo>
                    <a:pt x="305181" y="53340"/>
                  </a:lnTo>
                  <a:lnTo>
                    <a:pt x="301625" y="53340"/>
                  </a:lnTo>
                  <a:lnTo>
                    <a:pt x="301625" y="64135"/>
                  </a:lnTo>
                  <a:lnTo>
                    <a:pt x="301625" y="74930"/>
                  </a:lnTo>
                  <a:lnTo>
                    <a:pt x="301625" y="139446"/>
                  </a:lnTo>
                  <a:lnTo>
                    <a:pt x="247777" y="139446"/>
                  </a:lnTo>
                  <a:lnTo>
                    <a:pt x="247777" y="128778"/>
                  </a:lnTo>
                  <a:lnTo>
                    <a:pt x="301625" y="128778"/>
                  </a:lnTo>
                  <a:lnTo>
                    <a:pt x="301625" y="117983"/>
                  </a:lnTo>
                  <a:lnTo>
                    <a:pt x="247777" y="117983"/>
                  </a:lnTo>
                  <a:lnTo>
                    <a:pt x="247777" y="107188"/>
                  </a:lnTo>
                  <a:lnTo>
                    <a:pt x="301625" y="107188"/>
                  </a:lnTo>
                  <a:lnTo>
                    <a:pt x="301625" y="96393"/>
                  </a:lnTo>
                  <a:lnTo>
                    <a:pt x="247777" y="96393"/>
                  </a:lnTo>
                  <a:lnTo>
                    <a:pt x="247777" y="85598"/>
                  </a:lnTo>
                  <a:lnTo>
                    <a:pt x="301625" y="85598"/>
                  </a:lnTo>
                  <a:lnTo>
                    <a:pt x="301625" y="74930"/>
                  </a:lnTo>
                  <a:lnTo>
                    <a:pt x="247777" y="74930"/>
                  </a:lnTo>
                  <a:lnTo>
                    <a:pt x="247777" y="64135"/>
                  </a:lnTo>
                  <a:lnTo>
                    <a:pt x="301625" y="64135"/>
                  </a:lnTo>
                  <a:lnTo>
                    <a:pt x="301625" y="53340"/>
                  </a:lnTo>
                  <a:lnTo>
                    <a:pt x="226949" y="53340"/>
                  </a:lnTo>
                  <a:lnTo>
                    <a:pt x="216027" y="56134"/>
                  </a:lnTo>
                  <a:lnTo>
                    <a:pt x="215773" y="56642"/>
                  </a:lnTo>
                  <a:lnTo>
                    <a:pt x="215773" y="56896"/>
                  </a:lnTo>
                  <a:lnTo>
                    <a:pt x="223901" y="70739"/>
                  </a:lnTo>
                  <a:lnTo>
                    <a:pt x="195199" y="99441"/>
                  </a:lnTo>
                  <a:lnTo>
                    <a:pt x="181356" y="91313"/>
                  </a:lnTo>
                  <a:lnTo>
                    <a:pt x="181102" y="91440"/>
                  </a:lnTo>
                  <a:lnTo>
                    <a:pt x="180848" y="91440"/>
                  </a:lnTo>
                  <a:lnTo>
                    <a:pt x="180594" y="91567"/>
                  </a:lnTo>
                  <a:lnTo>
                    <a:pt x="177673" y="102870"/>
                  </a:lnTo>
                  <a:lnTo>
                    <a:pt x="177800" y="114173"/>
                  </a:lnTo>
                  <a:lnTo>
                    <a:pt x="219329" y="129286"/>
                  </a:lnTo>
                  <a:lnTo>
                    <a:pt x="226529" y="133261"/>
                  </a:lnTo>
                  <a:lnTo>
                    <a:pt x="232105" y="139115"/>
                  </a:lnTo>
                  <a:lnTo>
                    <a:pt x="235699" y="146380"/>
                  </a:lnTo>
                  <a:lnTo>
                    <a:pt x="236982" y="154559"/>
                  </a:lnTo>
                  <a:lnTo>
                    <a:pt x="236982" y="204089"/>
                  </a:lnTo>
                  <a:lnTo>
                    <a:pt x="75438" y="204089"/>
                  </a:lnTo>
                  <a:lnTo>
                    <a:pt x="75438" y="193294"/>
                  </a:lnTo>
                  <a:lnTo>
                    <a:pt x="75438" y="182626"/>
                  </a:lnTo>
                  <a:lnTo>
                    <a:pt x="75438" y="171831"/>
                  </a:lnTo>
                  <a:lnTo>
                    <a:pt x="75438" y="161036"/>
                  </a:lnTo>
                  <a:lnTo>
                    <a:pt x="75438" y="154559"/>
                  </a:lnTo>
                  <a:lnTo>
                    <a:pt x="76111" y="150241"/>
                  </a:lnTo>
                  <a:lnTo>
                    <a:pt x="134620" y="114173"/>
                  </a:lnTo>
                  <a:lnTo>
                    <a:pt x="134747" y="102870"/>
                  </a:lnTo>
                  <a:lnTo>
                    <a:pt x="133858" y="99441"/>
                  </a:lnTo>
                  <a:lnTo>
                    <a:pt x="131826" y="91567"/>
                  </a:lnTo>
                  <a:lnTo>
                    <a:pt x="131572" y="91440"/>
                  </a:lnTo>
                  <a:lnTo>
                    <a:pt x="131318" y="91440"/>
                  </a:lnTo>
                  <a:lnTo>
                    <a:pt x="131064" y="91313"/>
                  </a:lnTo>
                  <a:lnTo>
                    <a:pt x="117221" y="99441"/>
                  </a:lnTo>
                  <a:lnTo>
                    <a:pt x="88519" y="70739"/>
                  </a:lnTo>
                  <a:lnTo>
                    <a:pt x="96647" y="56896"/>
                  </a:lnTo>
                  <a:lnTo>
                    <a:pt x="96647" y="56642"/>
                  </a:lnTo>
                  <a:lnTo>
                    <a:pt x="96393" y="56134"/>
                  </a:lnTo>
                  <a:lnTo>
                    <a:pt x="85471" y="53340"/>
                  </a:lnTo>
                  <a:lnTo>
                    <a:pt x="64643" y="53340"/>
                  </a:lnTo>
                  <a:lnTo>
                    <a:pt x="64643" y="128778"/>
                  </a:lnTo>
                  <a:lnTo>
                    <a:pt x="64643" y="139446"/>
                  </a:lnTo>
                  <a:lnTo>
                    <a:pt x="64643" y="204089"/>
                  </a:lnTo>
                  <a:lnTo>
                    <a:pt x="10795" y="204089"/>
                  </a:lnTo>
                  <a:lnTo>
                    <a:pt x="10795" y="193294"/>
                  </a:lnTo>
                  <a:lnTo>
                    <a:pt x="64643" y="193294"/>
                  </a:lnTo>
                  <a:lnTo>
                    <a:pt x="64643" y="182626"/>
                  </a:lnTo>
                  <a:lnTo>
                    <a:pt x="10795" y="182626"/>
                  </a:lnTo>
                  <a:lnTo>
                    <a:pt x="10795" y="171831"/>
                  </a:lnTo>
                  <a:lnTo>
                    <a:pt x="64643" y="171831"/>
                  </a:lnTo>
                  <a:lnTo>
                    <a:pt x="64643" y="161036"/>
                  </a:lnTo>
                  <a:lnTo>
                    <a:pt x="10795" y="161036"/>
                  </a:lnTo>
                  <a:lnTo>
                    <a:pt x="10795" y="150241"/>
                  </a:lnTo>
                  <a:lnTo>
                    <a:pt x="64643" y="150241"/>
                  </a:lnTo>
                  <a:lnTo>
                    <a:pt x="64643" y="139446"/>
                  </a:lnTo>
                  <a:lnTo>
                    <a:pt x="10795" y="139446"/>
                  </a:lnTo>
                  <a:lnTo>
                    <a:pt x="10795" y="128778"/>
                  </a:lnTo>
                  <a:lnTo>
                    <a:pt x="64643" y="128778"/>
                  </a:lnTo>
                  <a:lnTo>
                    <a:pt x="64643" y="53340"/>
                  </a:lnTo>
                  <a:lnTo>
                    <a:pt x="7239" y="53340"/>
                  </a:lnTo>
                  <a:lnTo>
                    <a:pt x="0" y="60579"/>
                  </a:lnTo>
                  <a:lnTo>
                    <a:pt x="0" y="214884"/>
                  </a:lnTo>
                  <a:lnTo>
                    <a:pt x="312420" y="214884"/>
                  </a:lnTo>
                  <a:lnTo>
                    <a:pt x="312420" y="204089"/>
                  </a:lnTo>
                  <a:lnTo>
                    <a:pt x="312420" y="139446"/>
                  </a:lnTo>
                  <a:lnTo>
                    <a:pt x="312420" y="64135"/>
                  </a:lnTo>
                  <a:lnTo>
                    <a:pt x="312420" y="60579"/>
                  </a:lnTo>
                  <a:close/>
                </a:path>
              </a:pathLst>
            </a:custGeom>
            <a:solidFill>
              <a:srgbClr val="FFFFFF"/>
            </a:solidFill>
          </p:spPr>
          <p:txBody>
            <a:bodyPr wrap="square" lIns="0" tIns="0" rIns="0" bIns="0" rtlCol="0"/>
            <a:lstStyle/>
            <a:p>
              <a:endParaRPr/>
            </a:p>
          </p:txBody>
        </p:sp>
        <p:sp>
          <p:nvSpPr>
            <p:cNvPr id="26" name="object 26"/>
            <p:cNvSpPr/>
            <p:nvPr/>
          </p:nvSpPr>
          <p:spPr>
            <a:xfrm>
              <a:off x="1688592" y="5097780"/>
              <a:ext cx="106680" cy="106680"/>
            </a:xfrm>
            <a:prstGeom prst="rect">
              <a:avLst/>
            </a:prstGeom>
            <a:blipFill>
              <a:blip r:embed="rId13" cstate="print"/>
              <a:stretch>
                <a:fillRect/>
              </a:stretch>
            </a:blipFill>
          </p:spPr>
          <p:txBody>
            <a:bodyPr wrap="square" lIns="0" tIns="0" rIns="0" bIns="0" rtlCol="0"/>
            <a:lstStyle/>
            <a:p>
              <a:endParaRPr/>
            </a:p>
          </p:txBody>
        </p:sp>
        <p:sp>
          <p:nvSpPr>
            <p:cNvPr id="27" name="object 27"/>
            <p:cNvSpPr/>
            <p:nvPr/>
          </p:nvSpPr>
          <p:spPr>
            <a:xfrm>
              <a:off x="2462784" y="5097780"/>
              <a:ext cx="106680" cy="106680"/>
            </a:xfrm>
            <a:prstGeom prst="rect">
              <a:avLst/>
            </a:prstGeom>
            <a:blipFill>
              <a:blip r:embed="rId14" cstate="print"/>
              <a:stretch>
                <a:fillRect/>
              </a:stretch>
            </a:blipFill>
          </p:spPr>
          <p:txBody>
            <a:bodyPr wrap="square" lIns="0" tIns="0" rIns="0" bIns="0" rtlCol="0"/>
            <a:lstStyle/>
            <a:p>
              <a:endParaRPr/>
            </a:p>
          </p:txBody>
        </p:sp>
        <p:sp>
          <p:nvSpPr>
            <p:cNvPr id="28" name="object 28"/>
            <p:cNvSpPr/>
            <p:nvPr/>
          </p:nvSpPr>
          <p:spPr>
            <a:xfrm>
              <a:off x="1313688" y="4556757"/>
              <a:ext cx="1710055" cy="809625"/>
            </a:xfrm>
            <a:custGeom>
              <a:avLst/>
              <a:gdLst/>
              <a:ahLst/>
              <a:cxnLst/>
              <a:rect l="l" t="t" r="r" b="b"/>
              <a:pathLst>
                <a:path w="1710055" h="809625">
                  <a:moveTo>
                    <a:pt x="570268" y="0"/>
                  </a:moveTo>
                  <a:lnTo>
                    <a:pt x="515132" y="130"/>
                  </a:lnTo>
                  <a:lnTo>
                    <a:pt x="470344" y="907"/>
                  </a:lnTo>
                  <a:lnTo>
                    <a:pt x="402546" y="5487"/>
                  </a:lnTo>
                  <a:lnTo>
                    <a:pt x="348343" y="15917"/>
                  </a:lnTo>
                  <a:lnTo>
                    <a:pt x="299874" y="32683"/>
                  </a:lnTo>
                  <a:lnTo>
                    <a:pt x="235858" y="63278"/>
                  </a:lnTo>
                  <a:lnTo>
                    <a:pt x="198979" y="85168"/>
                  </a:lnTo>
                  <a:lnTo>
                    <a:pt x="139515" y="128213"/>
                  </a:lnTo>
                  <a:lnTo>
                    <a:pt x="83725" y="183879"/>
                  </a:lnTo>
                  <a:lnTo>
                    <a:pt x="53095" y="227351"/>
                  </a:lnTo>
                  <a:lnTo>
                    <a:pt x="29590" y="272671"/>
                  </a:lnTo>
                  <a:lnTo>
                    <a:pt x="13029" y="319600"/>
                  </a:lnTo>
                  <a:lnTo>
                    <a:pt x="3226" y="367898"/>
                  </a:lnTo>
                  <a:lnTo>
                    <a:pt x="0" y="417324"/>
                  </a:lnTo>
                  <a:lnTo>
                    <a:pt x="0" y="510796"/>
                  </a:lnTo>
                  <a:lnTo>
                    <a:pt x="8334" y="552303"/>
                  </a:lnTo>
                  <a:lnTo>
                    <a:pt x="31051" y="586441"/>
                  </a:lnTo>
                  <a:lnTo>
                    <a:pt x="64722" y="609648"/>
                  </a:lnTo>
                  <a:lnTo>
                    <a:pt x="105918" y="618365"/>
                  </a:lnTo>
                  <a:lnTo>
                    <a:pt x="215137" y="618365"/>
                  </a:lnTo>
                  <a:lnTo>
                    <a:pt x="224941" y="662649"/>
                  </a:lnTo>
                  <a:lnTo>
                    <a:pt x="243317" y="703027"/>
                  </a:lnTo>
                  <a:lnTo>
                    <a:pt x="269228" y="738440"/>
                  </a:lnTo>
                  <a:lnTo>
                    <a:pt x="301638" y="767828"/>
                  </a:lnTo>
                  <a:lnTo>
                    <a:pt x="339509" y="790132"/>
                  </a:lnTo>
                  <a:lnTo>
                    <a:pt x="381802" y="804291"/>
                  </a:lnTo>
                  <a:lnTo>
                    <a:pt x="427481" y="809246"/>
                  </a:lnTo>
                  <a:lnTo>
                    <a:pt x="472806" y="804386"/>
                  </a:lnTo>
                  <a:lnTo>
                    <a:pt x="514812" y="790489"/>
                  </a:lnTo>
                  <a:lnTo>
                    <a:pt x="552482" y="768578"/>
                  </a:lnTo>
                  <a:lnTo>
                    <a:pt x="566793" y="755779"/>
                  </a:lnTo>
                  <a:lnTo>
                    <a:pt x="427481" y="755779"/>
                  </a:lnTo>
                  <a:lnTo>
                    <a:pt x="376870" y="747553"/>
                  </a:lnTo>
                  <a:lnTo>
                    <a:pt x="332880" y="724653"/>
                  </a:lnTo>
                  <a:lnTo>
                    <a:pt x="298167" y="689750"/>
                  </a:lnTo>
                  <a:lnTo>
                    <a:pt x="275390" y="645515"/>
                  </a:lnTo>
                  <a:lnTo>
                    <a:pt x="267208" y="594616"/>
                  </a:lnTo>
                  <a:lnTo>
                    <a:pt x="275390" y="543718"/>
                  </a:lnTo>
                  <a:lnTo>
                    <a:pt x="298167" y="499482"/>
                  </a:lnTo>
                  <a:lnTo>
                    <a:pt x="332880" y="464579"/>
                  </a:lnTo>
                  <a:lnTo>
                    <a:pt x="376870" y="441680"/>
                  </a:lnTo>
                  <a:lnTo>
                    <a:pt x="427481" y="433453"/>
                  </a:lnTo>
                  <a:lnTo>
                    <a:pt x="1705718" y="433453"/>
                  </a:lnTo>
                  <a:lnTo>
                    <a:pt x="1699043" y="413260"/>
                  </a:lnTo>
                  <a:lnTo>
                    <a:pt x="734694" y="413260"/>
                  </a:lnTo>
                  <a:lnTo>
                    <a:pt x="724312" y="411165"/>
                  </a:lnTo>
                  <a:lnTo>
                    <a:pt x="715835" y="405450"/>
                  </a:lnTo>
                  <a:lnTo>
                    <a:pt x="710120" y="396972"/>
                  </a:lnTo>
                  <a:lnTo>
                    <a:pt x="708025" y="386590"/>
                  </a:lnTo>
                  <a:lnTo>
                    <a:pt x="710120" y="376188"/>
                  </a:lnTo>
                  <a:lnTo>
                    <a:pt x="715835" y="367667"/>
                  </a:lnTo>
                  <a:lnTo>
                    <a:pt x="724312" y="361909"/>
                  </a:lnTo>
                  <a:lnTo>
                    <a:pt x="734694" y="359793"/>
                  </a:lnTo>
                  <a:lnTo>
                    <a:pt x="1678008" y="359793"/>
                  </a:lnTo>
                  <a:lnTo>
                    <a:pt x="1670486" y="344440"/>
                  </a:lnTo>
                  <a:lnTo>
                    <a:pt x="1644110" y="314565"/>
                  </a:lnTo>
                  <a:lnTo>
                    <a:pt x="1610828" y="292668"/>
                  </a:lnTo>
                  <a:lnTo>
                    <a:pt x="1572260" y="280164"/>
                  </a:lnTo>
                  <a:lnTo>
                    <a:pt x="1279906" y="227586"/>
                  </a:lnTo>
                  <a:lnTo>
                    <a:pt x="1277904" y="225554"/>
                  </a:lnTo>
                  <a:lnTo>
                    <a:pt x="376174" y="225554"/>
                  </a:lnTo>
                  <a:lnTo>
                    <a:pt x="441864" y="74011"/>
                  </a:lnTo>
                  <a:lnTo>
                    <a:pt x="448933" y="57497"/>
                  </a:lnTo>
                  <a:lnTo>
                    <a:pt x="449834" y="54866"/>
                  </a:lnTo>
                  <a:lnTo>
                    <a:pt x="455908" y="54551"/>
                  </a:lnTo>
                  <a:lnTo>
                    <a:pt x="463639" y="54352"/>
                  </a:lnTo>
                  <a:lnTo>
                    <a:pt x="1059852" y="54201"/>
                  </a:lnTo>
                  <a:lnTo>
                    <a:pt x="1057799" y="53136"/>
                  </a:lnTo>
                  <a:lnTo>
                    <a:pt x="1012187" y="34352"/>
                  </a:lnTo>
                  <a:lnTo>
                    <a:pt x="965388" y="19697"/>
                  </a:lnTo>
                  <a:lnTo>
                    <a:pt x="917707" y="9196"/>
                  </a:lnTo>
                  <a:lnTo>
                    <a:pt x="869452" y="2876"/>
                  </a:lnTo>
                  <a:lnTo>
                    <a:pt x="820928" y="764"/>
                  </a:lnTo>
                  <a:lnTo>
                    <a:pt x="570268" y="0"/>
                  </a:lnTo>
                  <a:close/>
                </a:path>
                <a:path w="1710055" h="809625">
                  <a:moveTo>
                    <a:pt x="1046202" y="621286"/>
                  </a:moveTo>
                  <a:lnTo>
                    <a:pt x="990219" y="621286"/>
                  </a:lnTo>
                  <a:lnTo>
                    <a:pt x="1000414" y="665008"/>
                  </a:lnTo>
                  <a:lnTo>
                    <a:pt x="1019003" y="704814"/>
                  </a:lnTo>
                  <a:lnTo>
                    <a:pt x="1044969" y="739678"/>
                  </a:lnTo>
                  <a:lnTo>
                    <a:pt x="1077298" y="768578"/>
                  </a:lnTo>
                  <a:lnTo>
                    <a:pt x="1114975" y="790489"/>
                  </a:lnTo>
                  <a:lnTo>
                    <a:pt x="1156983" y="804386"/>
                  </a:lnTo>
                  <a:lnTo>
                    <a:pt x="1202309" y="809246"/>
                  </a:lnTo>
                  <a:lnTo>
                    <a:pt x="1247627" y="804386"/>
                  </a:lnTo>
                  <a:lnTo>
                    <a:pt x="1289617" y="790489"/>
                  </a:lnTo>
                  <a:lnTo>
                    <a:pt x="1327269" y="768578"/>
                  </a:lnTo>
                  <a:lnTo>
                    <a:pt x="1341574" y="755779"/>
                  </a:lnTo>
                  <a:lnTo>
                    <a:pt x="1202309" y="755779"/>
                  </a:lnTo>
                  <a:lnTo>
                    <a:pt x="1151684" y="747553"/>
                  </a:lnTo>
                  <a:lnTo>
                    <a:pt x="1107662" y="724653"/>
                  </a:lnTo>
                  <a:lnTo>
                    <a:pt x="1072912" y="689750"/>
                  </a:lnTo>
                  <a:lnTo>
                    <a:pt x="1050104" y="645515"/>
                  </a:lnTo>
                  <a:lnTo>
                    <a:pt x="1046202" y="621286"/>
                  </a:lnTo>
                  <a:close/>
                </a:path>
                <a:path w="1710055" h="809625">
                  <a:moveTo>
                    <a:pt x="1202309" y="433453"/>
                  </a:moveTo>
                  <a:lnTo>
                    <a:pt x="427481" y="433453"/>
                  </a:lnTo>
                  <a:lnTo>
                    <a:pt x="478093" y="441680"/>
                  </a:lnTo>
                  <a:lnTo>
                    <a:pt x="522083" y="464579"/>
                  </a:lnTo>
                  <a:lnTo>
                    <a:pt x="556796" y="499482"/>
                  </a:lnTo>
                  <a:lnTo>
                    <a:pt x="579573" y="543718"/>
                  </a:lnTo>
                  <a:lnTo>
                    <a:pt x="587756" y="594616"/>
                  </a:lnTo>
                  <a:lnTo>
                    <a:pt x="579573" y="645515"/>
                  </a:lnTo>
                  <a:lnTo>
                    <a:pt x="556796" y="689750"/>
                  </a:lnTo>
                  <a:lnTo>
                    <a:pt x="522083" y="724653"/>
                  </a:lnTo>
                  <a:lnTo>
                    <a:pt x="478093" y="747553"/>
                  </a:lnTo>
                  <a:lnTo>
                    <a:pt x="427481" y="755779"/>
                  </a:lnTo>
                  <a:lnTo>
                    <a:pt x="566793" y="755779"/>
                  </a:lnTo>
                  <a:lnTo>
                    <a:pt x="584797" y="739678"/>
                  </a:lnTo>
                  <a:lnTo>
                    <a:pt x="610741" y="704814"/>
                  </a:lnTo>
                  <a:lnTo>
                    <a:pt x="629296" y="665008"/>
                  </a:lnTo>
                  <a:lnTo>
                    <a:pt x="639444" y="621286"/>
                  </a:lnTo>
                  <a:lnTo>
                    <a:pt x="1046202" y="621286"/>
                  </a:lnTo>
                  <a:lnTo>
                    <a:pt x="1050104" y="543718"/>
                  </a:lnTo>
                  <a:lnTo>
                    <a:pt x="1072912" y="499482"/>
                  </a:lnTo>
                  <a:lnTo>
                    <a:pt x="1107662" y="464579"/>
                  </a:lnTo>
                  <a:lnTo>
                    <a:pt x="1151684" y="441680"/>
                  </a:lnTo>
                  <a:lnTo>
                    <a:pt x="1202309" y="433453"/>
                  </a:lnTo>
                  <a:close/>
                </a:path>
                <a:path w="1710055" h="809625">
                  <a:moveTo>
                    <a:pt x="1705718" y="433453"/>
                  </a:moveTo>
                  <a:lnTo>
                    <a:pt x="1202309" y="433453"/>
                  </a:lnTo>
                  <a:lnTo>
                    <a:pt x="1252920" y="441680"/>
                  </a:lnTo>
                  <a:lnTo>
                    <a:pt x="1296910" y="464579"/>
                  </a:lnTo>
                  <a:lnTo>
                    <a:pt x="1331623" y="499482"/>
                  </a:lnTo>
                  <a:lnTo>
                    <a:pt x="1354400" y="543718"/>
                  </a:lnTo>
                  <a:lnTo>
                    <a:pt x="1362583" y="594616"/>
                  </a:lnTo>
                  <a:lnTo>
                    <a:pt x="1354400" y="645515"/>
                  </a:lnTo>
                  <a:lnTo>
                    <a:pt x="1331623" y="689750"/>
                  </a:lnTo>
                  <a:lnTo>
                    <a:pt x="1296910" y="724653"/>
                  </a:lnTo>
                  <a:lnTo>
                    <a:pt x="1252920" y="747553"/>
                  </a:lnTo>
                  <a:lnTo>
                    <a:pt x="1202309" y="755779"/>
                  </a:lnTo>
                  <a:lnTo>
                    <a:pt x="1341574" y="755779"/>
                  </a:lnTo>
                  <a:lnTo>
                    <a:pt x="1359571" y="739678"/>
                  </a:lnTo>
                  <a:lnTo>
                    <a:pt x="1385512" y="704814"/>
                  </a:lnTo>
                  <a:lnTo>
                    <a:pt x="1404083" y="665008"/>
                  </a:lnTo>
                  <a:lnTo>
                    <a:pt x="1414272" y="621286"/>
                  </a:lnTo>
                  <a:lnTo>
                    <a:pt x="1639697" y="621286"/>
                  </a:lnTo>
                  <a:lnTo>
                    <a:pt x="1692189" y="513900"/>
                  </a:lnTo>
                  <a:lnTo>
                    <a:pt x="1705752" y="468632"/>
                  </a:lnTo>
                  <a:lnTo>
                    <a:pt x="1709910" y="450130"/>
                  </a:lnTo>
                  <a:lnTo>
                    <a:pt x="1708531" y="441962"/>
                  </a:lnTo>
                  <a:lnTo>
                    <a:pt x="1705718" y="433453"/>
                  </a:lnTo>
                  <a:close/>
                </a:path>
                <a:path w="1710055" h="809625">
                  <a:moveTo>
                    <a:pt x="1678008" y="359793"/>
                  </a:moveTo>
                  <a:lnTo>
                    <a:pt x="788162" y="359793"/>
                  </a:lnTo>
                  <a:lnTo>
                    <a:pt x="798544" y="361909"/>
                  </a:lnTo>
                  <a:lnTo>
                    <a:pt x="807021" y="367667"/>
                  </a:lnTo>
                  <a:lnTo>
                    <a:pt x="812736" y="376188"/>
                  </a:lnTo>
                  <a:lnTo>
                    <a:pt x="814832" y="386590"/>
                  </a:lnTo>
                  <a:lnTo>
                    <a:pt x="812736" y="396972"/>
                  </a:lnTo>
                  <a:lnTo>
                    <a:pt x="807021" y="405450"/>
                  </a:lnTo>
                  <a:lnTo>
                    <a:pt x="798544" y="411165"/>
                  </a:lnTo>
                  <a:lnTo>
                    <a:pt x="788162" y="413260"/>
                  </a:lnTo>
                  <a:lnTo>
                    <a:pt x="1699043" y="413260"/>
                  </a:lnTo>
                  <a:lnTo>
                    <a:pt x="1688338" y="380875"/>
                  </a:lnTo>
                  <a:lnTo>
                    <a:pt x="1678008" y="359793"/>
                  </a:lnTo>
                  <a:close/>
                </a:path>
                <a:path w="1710055" h="809625">
                  <a:moveTo>
                    <a:pt x="1059852" y="54201"/>
                  </a:moveTo>
                  <a:lnTo>
                    <a:pt x="509302" y="54201"/>
                  </a:lnTo>
                  <a:lnTo>
                    <a:pt x="747903" y="54231"/>
                  </a:lnTo>
                  <a:lnTo>
                    <a:pt x="796289" y="225554"/>
                  </a:lnTo>
                  <a:lnTo>
                    <a:pt x="851788" y="225554"/>
                  </a:lnTo>
                  <a:lnTo>
                    <a:pt x="842138" y="191230"/>
                  </a:lnTo>
                  <a:lnTo>
                    <a:pt x="803401" y="54231"/>
                  </a:lnTo>
                  <a:lnTo>
                    <a:pt x="1059909" y="54231"/>
                  </a:lnTo>
                  <a:close/>
                </a:path>
                <a:path w="1710055" h="809625">
                  <a:moveTo>
                    <a:pt x="1059909" y="54231"/>
                  </a:moveTo>
                  <a:lnTo>
                    <a:pt x="820928" y="54231"/>
                  </a:lnTo>
                  <a:lnTo>
                    <a:pt x="870195" y="56638"/>
                  </a:lnTo>
                  <a:lnTo>
                    <a:pt x="919150" y="63843"/>
                  </a:lnTo>
                  <a:lnTo>
                    <a:pt x="967397" y="75823"/>
                  </a:lnTo>
                  <a:lnTo>
                    <a:pt x="1014539" y="92553"/>
                  </a:lnTo>
                  <a:lnTo>
                    <a:pt x="1060181" y="114010"/>
                  </a:lnTo>
                  <a:lnTo>
                    <a:pt x="1103927" y="140170"/>
                  </a:lnTo>
                  <a:lnTo>
                    <a:pt x="1145381" y="171010"/>
                  </a:lnTo>
                  <a:lnTo>
                    <a:pt x="1184148" y="206504"/>
                  </a:lnTo>
                  <a:lnTo>
                    <a:pt x="1202944" y="225554"/>
                  </a:lnTo>
                  <a:lnTo>
                    <a:pt x="1277904" y="225554"/>
                  </a:lnTo>
                  <a:lnTo>
                    <a:pt x="1222248" y="169039"/>
                  </a:lnTo>
                  <a:lnTo>
                    <a:pt x="1184448" y="134001"/>
                  </a:lnTo>
                  <a:lnTo>
                    <a:pt x="1144236" y="102987"/>
                  </a:lnTo>
                  <a:lnTo>
                    <a:pt x="1101917" y="76023"/>
                  </a:lnTo>
                  <a:lnTo>
                    <a:pt x="1059909" y="54231"/>
                  </a:lnTo>
                  <a:close/>
                </a:path>
              </a:pathLst>
            </a:custGeom>
            <a:solidFill>
              <a:srgbClr val="00D9CE"/>
            </a:solidFill>
          </p:spPr>
          <p:txBody>
            <a:bodyPr wrap="square" lIns="0" tIns="0" rIns="0" bIns="0" rtlCol="0"/>
            <a:lstStyle/>
            <a:p>
              <a:endParaRPr/>
            </a:p>
          </p:txBody>
        </p:sp>
        <p:sp>
          <p:nvSpPr>
            <p:cNvPr id="29" name="object 29"/>
            <p:cNvSpPr/>
            <p:nvPr/>
          </p:nvSpPr>
          <p:spPr>
            <a:xfrm>
              <a:off x="4846320" y="5967983"/>
              <a:ext cx="2502535" cy="407034"/>
            </a:xfrm>
            <a:custGeom>
              <a:avLst/>
              <a:gdLst/>
              <a:ahLst/>
              <a:cxnLst/>
              <a:rect l="l" t="t" r="r" b="b"/>
              <a:pathLst>
                <a:path w="2502534" h="407035">
                  <a:moveTo>
                    <a:pt x="2434589" y="0"/>
                  </a:moveTo>
                  <a:lnTo>
                    <a:pt x="67817" y="0"/>
                  </a:lnTo>
                  <a:lnTo>
                    <a:pt x="41415" y="5329"/>
                  </a:lnTo>
                  <a:lnTo>
                    <a:pt x="19859" y="19864"/>
                  </a:lnTo>
                  <a:lnTo>
                    <a:pt x="5328" y="41421"/>
                  </a:lnTo>
                  <a:lnTo>
                    <a:pt x="0" y="67817"/>
                  </a:lnTo>
                  <a:lnTo>
                    <a:pt x="0" y="339089"/>
                  </a:lnTo>
                  <a:lnTo>
                    <a:pt x="5328" y="365486"/>
                  </a:lnTo>
                  <a:lnTo>
                    <a:pt x="19859" y="387043"/>
                  </a:lnTo>
                  <a:lnTo>
                    <a:pt x="41415" y="401578"/>
                  </a:lnTo>
                  <a:lnTo>
                    <a:pt x="67817" y="406907"/>
                  </a:lnTo>
                  <a:lnTo>
                    <a:pt x="2434589" y="406907"/>
                  </a:lnTo>
                  <a:lnTo>
                    <a:pt x="2460992" y="401578"/>
                  </a:lnTo>
                  <a:lnTo>
                    <a:pt x="2482548" y="387043"/>
                  </a:lnTo>
                  <a:lnTo>
                    <a:pt x="2497079" y="365486"/>
                  </a:lnTo>
                  <a:lnTo>
                    <a:pt x="2502407" y="339089"/>
                  </a:lnTo>
                  <a:lnTo>
                    <a:pt x="2502407" y="67817"/>
                  </a:lnTo>
                  <a:lnTo>
                    <a:pt x="2497079" y="41421"/>
                  </a:lnTo>
                  <a:lnTo>
                    <a:pt x="2482548" y="19864"/>
                  </a:lnTo>
                  <a:lnTo>
                    <a:pt x="2460992" y="5329"/>
                  </a:lnTo>
                  <a:lnTo>
                    <a:pt x="2434589" y="0"/>
                  </a:lnTo>
                  <a:close/>
                </a:path>
              </a:pathLst>
            </a:custGeom>
            <a:solidFill>
              <a:srgbClr val="0F1F58"/>
            </a:solidFill>
          </p:spPr>
          <p:txBody>
            <a:bodyPr wrap="square" lIns="0" tIns="0" rIns="0" bIns="0" rtlCol="0"/>
            <a:lstStyle/>
            <a:p>
              <a:endParaRPr/>
            </a:p>
          </p:txBody>
        </p:sp>
        <p:sp>
          <p:nvSpPr>
            <p:cNvPr id="30" name="object 30"/>
            <p:cNvSpPr/>
            <p:nvPr/>
          </p:nvSpPr>
          <p:spPr>
            <a:xfrm>
              <a:off x="4846320" y="5967983"/>
              <a:ext cx="2502535" cy="407034"/>
            </a:xfrm>
            <a:custGeom>
              <a:avLst/>
              <a:gdLst/>
              <a:ahLst/>
              <a:cxnLst/>
              <a:rect l="l" t="t" r="r" b="b"/>
              <a:pathLst>
                <a:path w="2502534" h="407035">
                  <a:moveTo>
                    <a:pt x="0" y="67817"/>
                  </a:moveTo>
                  <a:lnTo>
                    <a:pt x="5328" y="41421"/>
                  </a:lnTo>
                  <a:lnTo>
                    <a:pt x="19859" y="19864"/>
                  </a:lnTo>
                  <a:lnTo>
                    <a:pt x="41415" y="5329"/>
                  </a:lnTo>
                  <a:lnTo>
                    <a:pt x="67817" y="0"/>
                  </a:lnTo>
                  <a:lnTo>
                    <a:pt x="2434589" y="0"/>
                  </a:lnTo>
                  <a:lnTo>
                    <a:pt x="2460992" y="5329"/>
                  </a:lnTo>
                  <a:lnTo>
                    <a:pt x="2482548" y="19864"/>
                  </a:lnTo>
                  <a:lnTo>
                    <a:pt x="2497079" y="41421"/>
                  </a:lnTo>
                  <a:lnTo>
                    <a:pt x="2502407" y="67817"/>
                  </a:lnTo>
                  <a:lnTo>
                    <a:pt x="2502407" y="339089"/>
                  </a:lnTo>
                  <a:lnTo>
                    <a:pt x="2497079" y="365486"/>
                  </a:lnTo>
                  <a:lnTo>
                    <a:pt x="2482548" y="387043"/>
                  </a:lnTo>
                  <a:lnTo>
                    <a:pt x="2460992" y="401578"/>
                  </a:lnTo>
                  <a:lnTo>
                    <a:pt x="2434589" y="406907"/>
                  </a:lnTo>
                  <a:lnTo>
                    <a:pt x="67817" y="406907"/>
                  </a:lnTo>
                  <a:lnTo>
                    <a:pt x="41415" y="401578"/>
                  </a:lnTo>
                  <a:lnTo>
                    <a:pt x="19859" y="387043"/>
                  </a:lnTo>
                  <a:lnTo>
                    <a:pt x="5328" y="365486"/>
                  </a:lnTo>
                  <a:lnTo>
                    <a:pt x="0" y="339089"/>
                  </a:lnTo>
                  <a:lnTo>
                    <a:pt x="0" y="67817"/>
                  </a:lnTo>
                  <a:close/>
                </a:path>
              </a:pathLst>
            </a:custGeom>
            <a:ln w="12700">
              <a:solidFill>
                <a:srgbClr val="8197E9"/>
              </a:solidFill>
            </a:ln>
          </p:spPr>
          <p:txBody>
            <a:bodyPr wrap="square" lIns="0" tIns="0" rIns="0" bIns="0" rtlCol="0"/>
            <a:lstStyle/>
            <a:p>
              <a:endParaRPr/>
            </a:p>
          </p:txBody>
        </p:sp>
        <p:sp>
          <p:nvSpPr>
            <p:cNvPr id="31" name="object 31"/>
            <p:cNvSpPr/>
            <p:nvPr/>
          </p:nvSpPr>
          <p:spPr>
            <a:xfrm>
              <a:off x="4841747" y="6027420"/>
              <a:ext cx="2524505" cy="345186"/>
            </a:xfrm>
            <a:prstGeom prst="rect">
              <a:avLst/>
            </a:prstGeom>
            <a:blipFill>
              <a:blip r:embed="rId15" cstate="print"/>
              <a:stretch>
                <a:fillRect/>
              </a:stretch>
            </a:blipFill>
          </p:spPr>
          <p:txBody>
            <a:bodyPr wrap="square" lIns="0" tIns="0" rIns="0" bIns="0" rtlCol="0"/>
            <a:lstStyle/>
            <a:p>
              <a:endParaRPr/>
            </a:p>
          </p:txBody>
        </p:sp>
      </p:grpSp>
      <p:sp>
        <p:nvSpPr>
          <p:cNvPr id="32" name="object 32"/>
          <p:cNvSpPr txBox="1"/>
          <p:nvPr/>
        </p:nvSpPr>
        <p:spPr>
          <a:xfrm>
            <a:off x="4927219" y="6064402"/>
            <a:ext cx="2339975"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FFFFFF"/>
                </a:solidFill>
                <a:latin typeface="Arial"/>
                <a:cs typeface="Arial"/>
              </a:rPr>
              <a:t>Feature </a:t>
            </a:r>
            <a:r>
              <a:rPr sz="1200" spc="-5" dirty="0">
                <a:solidFill>
                  <a:srgbClr val="FFFFFF"/>
                </a:solidFill>
                <a:latin typeface="Arial"/>
                <a:cs typeface="Arial"/>
              </a:rPr>
              <a:t>Extraction </a:t>
            </a:r>
            <a:r>
              <a:rPr sz="1200" dirty="0">
                <a:solidFill>
                  <a:srgbClr val="FFFFFF"/>
                </a:solidFill>
                <a:latin typeface="Arial"/>
                <a:cs typeface="Arial"/>
              </a:rPr>
              <a:t>+</a:t>
            </a:r>
            <a:r>
              <a:rPr sz="1200" spc="-30" dirty="0">
                <a:solidFill>
                  <a:srgbClr val="FFFFFF"/>
                </a:solidFill>
                <a:latin typeface="Arial"/>
                <a:cs typeface="Arial"/>
              </a:rPr>
              <a:t> </a:t>
            </a:r>
            <a:r>
              <a:rPr sz="1200" spc="-5" dirty="0">
                <a:solidFill>
                  <a:srgbClr val="FFFFFF"/>
                </a:solidFill>
                <a:latin typeface="Arial"/>
                <a:cs typeface="Arial"/>
              </a:rPr>
              <a:t>Classification</a:t>
            </a:r>
            <a:endParaRPr sz="1200">
              <a:latin typeface="Arial"/>
              <a:cs typeface="Arial"/>
            </a:endParaRPr>
          </a:p>
        </p:txBody>
      </p:sp>
      <p:grpSp>
        <p:nvGrpSpPr>
          <p:cNvPr id="33" name="object 33"/>
          <p:cNvGrpSpPr/>
          <p:nvPr/>
        </p:nvGrpSpPr>
        <p:grpSpPr>
          <a:xfrm>
            <a:off x="889761" y="5961634"/>
            <a:ext cx="2515235" cy="419734"/>
            <a:chOff x="889761" y="5961634"/>
            <a:chExt cx="2515235" cy="419734"/>
          </a:xfrm>
        </p:grpSpPr>
        <p:sp>
          <p:nvSpPr>
            <p:cNvPr id="34" name="object 34"/>
            <p:cNvSpPr/>
            <p:nvPr/>
          </p:nvSpPr>
          <p:spPr>
            <a:xfrm>
              <a:off x="896111" y="5967984"/>
              <a:ext cx="2502535" cy="407034"/>
            </a:xfrm>
            <a:custGeom>
              <a:avLst/>
              <a:gdLst/>
              <a:ahLst/>
              <a:cxnLst/>
              <a:rect l="l" t="t" r="r" b="b"/>
              <a:pathLst>
                <a:path w="2502535" h="407035">
                  <a:moveTo>
                    <a:pt x="2434590" y="0"/>
                  </a:moveTo>
                  <a:lnTo>
                    <a:pt x="67818" y="0"/>
                  </a:lnTo>
                  <a:lnTo>
                    <a:pt x="41421" y="5329"/>
                  </a:lnTo>
                  <a:lnTo>
                    <a:pt x="19864" y="19864"/>
                  </a:lnTo>
                  <a:lnTo>
                    <a:pt x="5329" y="41421"/>
                  </a:lnTo>
                  <a:lnTo>
                    <a:pt x="0" y="67817"/>
                  </a:lnTo>
                  <a:lnTo>
                    <a:pt x="0" y="339089"/>
                  </a:lnTo>
                  <a:lnTo>
                    <a:pt x="5329" y="365486"/>
                  </a:lnTo>
                  <a:lnTo>
                    <a:pt x="19864" y="387043"/>
                  </a:lnTo>
                  <a:lnTo>
                    <a:pt x="41421" y="401578"/>
                  </a:lnTo>
                  <a:lnTo>
                    <a:pt x="67818" y="406907"/>
                  </a:lnTo>
                  <a:lnTo>
                    <a:pt x="2434590" y="406907"/>
                  </a:lnTo>
                  <a:lnTo>
                    <a:pt x="2460992" y="401578"/>
                  </a:lnTo>
                  <a:lnTo>
                    <a:pt x="2482548" y="387043"/>
                  </a:lnTo>
                  <a:lnTo>
                    <a:pt x="2497079" y="365486"/>
                  </a:lnTo>
                  <a:lnTo>
                    <a:pt x="2502408" y="339089"/>
                  </a:lnTo>
                  <a:lnTo>
                    <a:pt x="2502408" y="67817"/>
                  </a:lnTo>
                  <a:lnTo>
                    <a:pt x="2497079" y="41421"/>
                  </a:lnTo>
                  <a:lnTo>
                    <a:pt x="2482548" y="19864"/>
                  </a:lnTo>
                  <a:lnTo>
                    <a:pt x="2460992" y="5329"/>
                  </a:lnTo>
                  <a:lnTo>
                    <a:pt x="2434590" y="0"/>
                  </a:lnTo>
                  <a:close/>
                </a:path>
              </a:pathLst>
            </a:custGeom>
            <a:solidFill>
              <a:srgbClr val="0F1F58"/>
            </a:solidFill>
          </p:spPr>
          <p:txBody>
            <a:bodyPr wrap="square" lIns="0" tIns="0" rIns="0" bIns="0" rtlCol="0"/>
            <a:lstStyle/>
            <a:p>
              <a:endParaRPr/>
            </a:p>
          </p:txBody>
        </p:sp>
        <p:sp>
          <p:nvSpPr>
            <p:cNvPr id="35" name="object 35"/>
            <p:cNvSpPr/>
            <p:nvPr/>
          </p:nvSpPr>
          <p:spPr>
            <a:xfrm>
              <a:off x="896111" y="5967984"/>
              <a:ext cx="2502535" cy="407034"/>
            </a:xfrm>
            <a:custGeom>
              <a:avLst/>
              <a:gdLst/>
              <a:ahLst/>
              <a:cxnLst/>
              <a:rect l="l" t="t" r="r" b="b"/>
              <a:pathLst>
                <a:path w="2502535" h="407035">
                  <a:moveTo>
                    <a:pt x="0" y="67817"/>
                  </a:moveTo>
                  <a:lnTo>
                    <a:pt x="5329" y="41421"/>
                  </a:lnTo>
                  <a:lnTo>
                    <a:pt x="19864" y="19864"/>
                  </a:lnTo>
                  <a:lnTo>
                    <a:pt x="41421" y="5329"/>
                  </a:lnTo>
                  <a:lnTo>
                    <a:pt x="67818" y="0"/>
                  </a:lnTo>
                  <a:lnTo>
                    <a:pt x="2434590" y="0"/>
                  </a:lnTo>
                  <a:lnTo>
                    <a:pt x="2460992" y="5329"/>
                  </a:lnTo>
                  <a:lnTo>
                    <a:pt x="2482548" y="19864"/>
                  </a:lnTo>
                  <a:lnTo>
                    <a:pt x="2497079" y="41421"/>
                  </a:lnTo>
                  <a:lnTo>
                    <a:pt x="2502408" y="67817"/>
                  </a:lnTo>
                  <a:lnTo>
                    <a:pt x="2502408" y="339089"/>
                  </a:lnTo>
                  <a:lnTo>
                    <a:pt x="2497079" y="365486"/>
                  </a:lnTo>
                  <a:lnTo>
                    <a:pt x="2482548" y="387043"/>
                  </a:lnTo>
                  <a:lnTo>
                    <a:pt x="2460992" y="401578"/>
                  </a:lnTo>
                  <a:lnTo>
                    <a:pt x="2434590" y="406907"/>
                  </a:lnTo>
                  <a:lnTo>
                    <a:pt x="67818" y="406907"/>
                  </a:lnTo>
                  <a:lnTo>
                    <a:pt x="41421" y="401578"/>
                  </a:lnTo>
                  <a:lnTo>
                    <a:pt x="19864" y="387043"/>
                  </a:lnTo>
                  <a:lnTo>
                    <a:pt x="5329" y="365486"/>
                  </a:lnTo>
                  <a:lnTo>
                    <a:pt x="0" y="339089"/>
                  </a:lnTo>
                  <a:lnTo>
                    <a:pt x="0" y="67817"/>
                  </a:lnTo>
                  <a:close/>
                </a:path>
              </a:pathLst>
            </a:custGeom>
            <a:ln w="12700">
              <a:solidFill>
                <a:srgbClr val="8197E9"/>
              </a:solidFill>
            </a:ln>
          </p:spPr>
          <p:txBody>
            <a:bodyPr wrap="square" lIns="0" tIns="0" rIns="0" bIns="0" rtlCol="0"/>
            <a:lstStyle/>
            <a:p>
              <a:endParaRPr/>
            </a:p>
          </p:txBody>
        </p:sp>
        <p:sp>
          <p:nvSpPr>
            <p:cNvPr id="36" name="object 36"/>
            <p:cNvSpPr/>
            <p:nvPr/>
          </p:nvSpPr>
          <p:spPr>
            <a:xfrm>
              <a:off x="1877567" y="6027420"/>
              <a:ext cx="549401" cy="345186"/>
            </a:xfrm>
            <a:prstGeom prst="rect">
              <a:avLst/>
            </a:prstGeom>
            <a:blipFill>
              <a:blip r:embed="rId16" cstate="print"/>
              <a:stretch>
                <a:fillRect/>
              </a:stretch>
            </a:blipFill>
          </p:spPr>
          <p:txBody>
            <a:bodyPr wrap="square" lIns="0" tIns="0" rIns="0" bIns="0" rtlCol="0"/>
            <a:lstStyle/>
            <a:p>
              <a:endParaRPr/>
            </a:p>
          </p:txBody>
        </p:sp>
      </p:grpSp>
      <p:sp>
        <p:nvSpPr>
          <p:cNvPr id="37" name="object 37"/>
          <p:cNvSpPr txBox="1"/>
          <p:nvPr/>
        </p:nvSpPr>
        <p:spPr>
          <a:xfrm>
            <a:off x="1963039" y="6064402"/>
            <a:ext cx="366395"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FFFFFF"/>
                </a:solidFill>
                <a:latin typeface="Arial"/>
                <a:cs typeface="Arial"/>
              </a:rPr>
              <a:t>I</a:t>
            </a:r>
            <a:r>
              <a:rPr sz="1200" spc="5" dirty="0">
                <a:solidFill>
                  <a:srgbClr val="FFFFFF"/>
                </a:solidFill>
                <a:latin typeface="Arial"/>
                <a:cs typeface="Arial"/>
              </a:rPr>
              <a:t>n</a:t>
            </a:r>
            <a:r>
              <a:rPr sz="1200" spc="-5" dirty="0">
                <a:solidFill>
                  <a:srgbClr val="FFFFFF"/>
                </a:solidFill>
                <a:latin typeface="Arial"/>
                <a:cs typeface="Arial"/>
              </a:rPr>
              <a:t>pu</a:t>
            </a:r>
            <a:r>
              <a:rPr sz="1200" dirty="0">
                <a:solidFill>
                  <a:srgbClr val="FFFFFF"/>
                </a:solidFill>
                <a:latin typeface="Arial"/>
                <a:cs typeface="Arial"/>
              </a:rPr>
              <a:t>t</a:t>
            </a:r>
            <a:endParaRPr sz="1200">
              <a:latin typeface="Arial"/>
              <a:cs typeface="Arial"/>
            </a:endParaRPr>
          </a:p>
        </p:txBody>
      </p:sp>
      <p:grpSp>
        <p:nvGrpSpPr>
          <p:cNvPr id="38" name="object 38"/>
          <p:cNvGrpSpPr/>
          <p:nvPr/>
        </p:nvGrpSpPr>
        <p:grpSpPr>
          <a:xfrm>
            <a:off x="8791702" y="5961634"/>
            <a:ext cx="2515235" cy="419734"/>
            <a:chOff x="8791702" y="5961634"/>
            <a:chExt cx="2515235" cy="419734"/>
          </a:xfrm>
        </p:grpSpPr>
        <p:sp>
          <p:nvSpPr>
            <p:cNvPr id="39" name="object 39"/>
            <p:cNvSpPr/>
            <p:nvPr/>
          </p:nvSpPr>
          <p:spPr>
            <a:xfrm>
              <a:off x="8798052" y="5967984"/>
              <a:ext cx="2502535" cy="407034"/>
            </a:xfrm>
            <a:custGeom>
              <a:avLst/>
              <a:gdLst/>
              <a:ahLst/>
              <a:cxnLst/>
              <a:rect l="l" t="t" r="r" b="b"/>
              <a:pathLst>
                <a:path w="2502534" h="407035">
                  <a:moveTo>
                    <a:pt x="2434590" y="0"/>
                  </a:moveTo>
                  <a:lnTo>
                    <a:pt x="67818" y="0"/>
                  </a:lnTo>
                  <a:lnTo>
                    <a:pt x="41415" y="5329"/>
                  </a:lnTo>
                  <a:lnTo>
                    <a:pt x="19859" y="19864"/>
                  </a:lnTo>
                  <a:lnTo>
                    <a:pt x="5328" y="41421"/>
                  </a:lnTo>
                  <a:lnTo>
                    <a:pt x="0" y="67817"/>
                  </a:lnTo>
                  <a:lnTo>
                    <a:pt x="0" y="339089"/>
                  </a:lnTo>
                  <a:lnTo>
                    <a:pt x="5328" y="365486"/>
                  </a:lnTo>
                  <a:lnTo>
                    <a:pt x="19859" y="387043"/>
                  </a:lnTo>
                  <a:lnTo>
                    <a:pt x="41415" y="401578"/>
                  </a:lnTo>
                  <a:lnTo>
                    <a:pt x="67818" y="406907"/>
                  </a:lnTo>
                  <a:lnTo>
                    <a:pt x="2434590" y="406907"/>
                  </a:lnTo>
                  <a:lnTo>
                    <a:pt x="2460992" y="401578"/>
                  </a:lnTo>
                  <a:lnTo>
                    <a:pt x="2482548" y="387043"/>
                  </a:lnTo>
                  <a:lnTo>
                    <a:pt x="2497079" y="365486"/>
                  </a:lnTo>
                  <a:lnTo>
                    <a:pt x="2502407" y="339089"/>
                  </a:lnTo>
                  <a:lnTo>
                    <a:pt x="2502407" y="67817"/>
                  </a:lnTo>
                  <a:lnTo>
                    <a:pt x="2497079" y="41421"/>
                  </a:lnTo>
                  <a:lnTo>
                    <a:pt x="2482548" y="19864"/>
                  </a:lnTo>
                  <a:lnTo>
                    <a:pt x="2460992" y="5329"/>
                  </a:lnTo>
                  <a:lnTo>
                    <a:pt x="2434590" y="0"/>
                  </a:lnTo>
                  <a:close/>
                </a:path>
              </a:pathLst>
            </a:custGeom>
            <a:solidFill>
              <a:srgbClr val="0F1F58"/>
            </a:solidFill>
          </p:spPr>
          <p:txBody>
            <a:bodyPr wrap="square" lIns="0" tIns="0" rIns="0" bIns="0" rtlCol="0"/>
            <a:lstStyle/>
            <a:p>
              <a:endParaRPr/>
            </a:p>
          </p:txBody>
        </p:sp>
        <p:sp>
          <p:nvSpPr>
            <p:cNvPr id="40" name="object 40"/>
            <p:cNvSpPr/>
            <p:nvPr/>
          </p:nvSpPr>
          <p:spPr>
            <a:xfrm>
              <a:off x="8798052" y="5967984"/>
              <a:ext cx="2502535" cy="407034"/>
            </a:xfrm>
            <a:custGeom>
              <a:avLst/>
              <a:gdLst/>
              <a:ahLst/>
              <a:cxnLst/>
              <a:rect l="l" t="t" r="r" b="b"/>
              <a:pathLst>
                <a:path w="2502534" h="407035">
                  <a:moveTo>
                    <a:pt x="0" y="67817"/>
                  </a:moveTo>
                  <a:lnTo>
                    <a:pt x="5328" y="41421"/>
                  </a:lnTo>
                  <a:lnTo>
                    <a:pt x="19859" y="19864"/>
                  </a:lnTo>
                  <a:lnTo>
                    <a:pt x="41415" y="5329"/>
                  </a:lnTo>
                  <a:lnTo>
                    <a:pt x="67818" y="0"/>
                  </a:lnTo>
                  <a:lnTo>
                    <a:pt x="2434590" y="0"/>
                  </a:lnTo>
                  <a:lnTo>
                    <a:pt x="2460992" y="5329"/>
                  </a:lnTo>
                  <a:lnTo>
                    <a:pt x="2482548" y="19864"/>
                  </a:lnTo>
                  <a:lnTo>
                    <a:pt x="2497079" y="41421"/>
                  </a:lnTo>
                  <a:lnTo>
                    <a:pt x="2502407" y="67817"/>
                  </a:lnTo>
                  <a:lnTo>
                    <a:pt x="2502407" y="339089"/>
                  </a:lnTo>
                  <a:lnTo>
                    <a:pt x="2497079" y="365486"/>
                  </a:lnTo>
                  <a:lnTo>
                    <a:pt x="2482548" y="387043"/>
                  </a:lnTo>
                  <a:lnTo>
                    <a:pt x="2460992" y="401578"/>
                  </a:lnTo>
                  <a:lnTo>
                    <a:pt x="2434590" y="406907"/>
                  </a:lnTo>
                  <a:lnTo>
                    <a:pt x="67818" y="406907"/>
                  </a:lnTo>
                  <a:lnTo>
                    <a:pt x="41415" y="401578"/>
                  </a:lnTo>
                  <a:lnTo>
                    <a:pt x="19859" y="387043"/>
                  </a:lnTo>
                  <a:lnTo>
                    <a:pt x="5328" y="365486"/>
                  </a:lnTo>
                  <a:lnTo>
                    <a:pt x="0" y="339089"/>
                  </a:lnTo>
                  <a:lnTo>
                    <a:pt x="0" y="67817"/>
                  </a:lnTo>
                  <a:close/>
                </a:path>
              </a:pathLst>
            </a:custGeom>
            <a:ln w="12700">
              <a:solidFill>
                <a:srgbClr val="8197E9"/>
              </a:solidFill>
            </a:ln>
          </p:spPr>
          <p:txBody>
            <a:bodyPr wrap="square" lIns="0" tIns="0" rIns="0" bIns="0" rtlCol="0"/>
            <a:lstStyle/>
            <a:p>
              <a:endParaRPr/>
            </a:p>
          </p:txBody>
        </p:sp>
        <p:sp>
          <p:nvSpPr>
            <p:cNvPr id="41" name="object 41"/>
            <p:cNvSpPr/>
            <p:nvPr/>
          </p:nvSpPr>
          <p:spPr>
            <a:xfrm>
              <a:off x="9720072" y="6027420"/>
              <a:ext cx="668274" cy="345186"/>
            </a:xfrm>
            <a:prstGeom prst="rect">
              <a:avLst/>
            </a:prstGeom>
            <a:blipFill>
              <a:blip r:embed="rId17" cstate="print"/>
              <a:stretch>
                <a:fillRect/>
              </a:stretch>
            </a:blipFill>
          </p:spPr>
          <p:txBody>
            <a:bodyPr wrap="square" lIns="0" tIns="0" rIns="0" bIns="0" rtlCol="0"/>
            <a:lstStyle/>
            <a:p>
              <a:endParaRPr/>
            </a:p>
          </p:txBody>
        </p:sp>
      </p:grpSp>
      <p:sp>
        <p:nvSpPr>
          <p:cNvPr id="42" name="object 42"/>
          <p:cNvSpPr txBox="1"/>
          <p:nvPr/>
        </p:nvSpPr>
        <p:spPr>
          <a:xfrm>
            <a:off x="9806178" y="6064402"/>
            <a:ext cx="485140"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FFFFFF"/>
                </a:solidFill>
                <a:latin typeface="Arial"/>
                <a:cs typeface="Arial"/>
              </a:rPr>
              <a:t>O</a:t>
            </a:r>
            <a:r>
              <a:rPr sz="1200" spc="5" dirty="0">
                <a:solidFill>
                  <a:srgbClr val="FFFFFF"/>
                </a:solidFill>
                <a:latin typeface="Arial"/>
                <a:cs typeface="Arial"/>
              </a:rPr>
              <a:t>u</a:t>
            </a:r>
            <a:r>
              <a:rPr sz="1200" dirty="0">
                <a:solidFill>
                  <a:srgbClr val="FFFFFF"/>
                </a:solidFill>
                <a:latin typeface="Arial"/>
                <a:cs typeface="Arial"/>
              </a:rPr>
              <a:t>t</a:t>
            </a:r>
            <a:r>
              <a:rPr sz="1200" spc="5" dirty="0">
                <a:solidFill>
                  <a:srgbClr val="FFFFFF"/>
                </a:solidFill>
                <a:latin typeface="Arial"/>
                <a:cs typeface="Arial"/>
              </a:rPr>
              <a:t>p</a:t>
            </a:r>
            <a:r>
              <a:rPr sz="1200" spc="-5" dirty="0">
                <a:solidFill>
                  <a:srgbClr val="FFFFFF"/>
                </a:solidFill>
                <a:latin typeface="Arial"/>
                <a:cs typeface="Arial"/>
              </a:rPr>
              <a:t>u</a:t>
            </a:r>
            <a:r>
              <a:rPr sz="1200" dirty="0">
                <a:solidFill>
                  <a:srgbClr val="FFFFFF"/>
                </a:solidFill>
                <a:latin typeface="Arial"/>
                <a:cs typeface="Arial"/>
              </a:rPr>
              <a:t>t</a:t>
            </a:r>
            <a:endParaRPr sz="1200">
              <a:latin typeface="Arial"/>
              <a:cs typeface="Arial"/>
            </a:endParaRPr>
          </a:p>
        </p:txBody>
      </p:sp>
      <p:grpSp>
        <p:nvGrpSpPr>
          <p:cNvPr id="43" name="object 43"/>
          <p:cNvGrpSpPr/>
          <p:nvPr/>
        </p:nvGrpSpPr>
        <p:grpSpPr>
          <a:xfrm>
            <a:off x="5641476" y="4445508"/>
            <a:ext cx="5036185" cy="1033780"/>
            <a:chOff x="5641476" y="4445508"/>
            <a:chExt cx="5036185" cy="1033780"/>
          </a:xfrm>
        </p:grpSpPr>
        <p:sp>
          <p:nvSpPr>
            <p:cNvPr id="44" name="object 44"/>
            <p:cNvSpPr/>
            <p:nvPr/>
          </p:nvSpPr>
          <p:spPr>
            <a:xfrm>
              <a:off x="5641467" y="4510277"/>
              <a:ext cx="904240" cy="902969"/>
            </a:xfrm>
            <a:custGeom>
              <a:avLst/>
              <a:gdLst/>
              <a:ahLst/>
              <a:cxnLst/>
              <a:rect l="l" t="t" r="r" b="b"/>
              <a:pathLst>
                <a:path w="904240" h="902970">
                  <a:moveTo>
                    <a:pt x="305181" y="378714"/>
                  </a:moveTo>
                  <a:lnTo>
                    <a:pt x="288671" y="419989"/>
                  </a:lnTo>
                  <a:lnTo>
                    <a:pt x="286893" y="438150"/>
                  </a:lnTo>
                  <a:lnTo>
                    <a:pt x="298958" y="389001"/>
                  </a:lnTo>
                  <a:lnTo>
                    <a:pt x="305181" y="378714"/>
                  </a:lnTo>
                  <a:close/>
                </a:path>
                <a:path w="904240" h="902970">
                  <a:moveTo>
                    <a:pt x="321945" y="552450"/>
                  </a:moveTo>
                  <a:lnTo>
                    <a:pt x="299466" y="516128"/>
                  </a:lnTo>
                  <a:lnTo>
                    <a:pt x="286893" y="464058"/>
                  </a:lnTo>
                  <a:lnTo>
                    <a:pt x="289179" y="486791"/>
                  </a:lnTo>
                  <a:lnTo>
                    <a:pt x="291084" y="494931"/>
                  </a:lnTo>
                  <a:lnTo>
                    <a:pt x="293370" y="502958"/>
                  </a:lnTo>
                  <a:lnTo>
                    <a:pt x="296037" y="510832"/>
                  </a:lnTo>
                  <a:lnTo>
                    <a:pt x="299085" y="518541"/>
                  </a:lnTo>
                  <a:lnTo>
                    <a:pt x="321945" y="552450"/>
                  </a:lnTo>
                  <a:close/>
                </a:path>
                <a:path w="904240" h="902970">
                  <a:moveTo>
                    <a:pt x="371754" y="596455"/>
                  </a:moveTo>
                  <a:lnTo>
                    <a:pt x="343281" y="576834"/>
                  </a:lnTo>
                  <a:lnTo>
                    <a:pt x="364604" y="592721"/>
                  </a:lnTo>
                  <a:lnTo>
                    <a:pt x="371754" y="596455"/>
                  </a:lnTo>
                  <a:close/>
                </a:path>
                <a:path w="904240" h="902970">
                  <a:moveTo>
                    <a:pt x="431673" y="288798"/>
                  </a:moveTo>
                  <a:lnTo>
                    <a:pt x="419100" y="290068"/>
                  </a:lnTo>
                  <a:lnTo>
                    <a:pt x="398145" y="296418"/>
                  </a:lnTo>
                  <a:lnTo>
                    <a:pt x="431673" y="288798"/>
                  </a:lnTo>
                  <a:close/>
                </a:path>
                <a:path w="904240" h="902970">
                  <a:moveTo>
                    <a:pt x="440817" y="616839"/>
                  </a:moveTo>
                  <a:lnTo>
                    <a:pt x="413842" y="613321"/>
                  </a:lnTo>
                  <a:lnTo>
                    <a:pt x="388277" y="605078"/>
                  </a:lnTo>
                  <a:lnTo>
                    <a:pt x="371754" y="596455"/>
                  </a:lnTo>
                  <a:lnTo>
                    <a:pt x="387731" y="607441"/>
                  </a:lnTo>
                  <a:lnTo>
                    <a:pt x="440817" y="619506"/>
                  </a:lnTo>
                  <a:lnTo>
                    <a:pt x="440817" y="616839"/>
                  </a:lnTo>
                  <a:close/>
                </a:path>
                <a:path w="904240" h="902970">
                  <a:moveTo>
                    <a:pt x="527685" y="305562"/>
                  </a:moveTo>
                  <a:lnTo>
                    <a:pt x="486664" y="290322"/>
                  </a:lnTo>
                  <a:lnTo>
                    <a:pt x="471297" y="288798"/>
                  </a:lnTo>
                  <a:lnTo>
                    <a:pt x="516890" y="299212"/>
                  </a:lnTo>
                  <a:lnTo>
                    <a:pt x="527685" y="305562"/>
                  </a:lnTo>
                  <a:close/>
                </a:path>
                <a:path w="904240" h="902970">
                  <a:moveTo>
                    <a:pt x="539280" y="593102"/>
                  </a:moveTo>
                  <a:lnTo>
                    <a:pt x="515874" y="605015"/>
                  </a:lnTo>
                  <a:lnTo>
                    <a:pt x="490232" y="613219"/>
                  </a:lnTo>
                  <a:lnTo>
                    <a:pt x="463677" y="616712"/>
                  </a:lnTo>
                  <a:lnTo>
                    <a:pt x="463677" y="619506"/>
                  </a:lnTo>
                  <a:lnTo>
                    <a:pt x="502932" y="613016"/>
                  </a:lnTo>
                  <a:lnTo>
                    <a:pt x="518287" y="607314"/>
                  </a:lnTo>
                  <a:lnTo>
                    <a:pt x="539280" y="593102"/>
                  </a:lnTo>
                  <a:close/>
                </a:path>
                <a:path w="904240" h="902970">
                  <a:moveTo>
                    <a:pt x="543928" y="589953"/>
                  </a:moveTo>
                  <a:lnTo>
                    <a:pt x="539280" y="593102"/>
                  </a:lnTo>
                  <a:lnTo>
                    <a:pt x="540067" y="592696"/>
                  </a:lnTo>
                  <a:lnTo>
                    <a:pt x="543928" y="589953"/>
                  </a:lnTo>
                  <a:close/>
                </a:path>
                <a:path w="904240" h="902970">
                  <a:moveTo>
                    <a:pt x="562737" y="577215"/>
                  </a:moveTo>
                  <a:lnTo>
                    <a:pt x="562356" y="576834"/>
                  </a:lnTo>
                  <a:lnTo>
                    <a:pt x="543928" y="589953"/>
                  </a:lnTo>
                  <a:lnTo>
                    <a:pt x="562737" y="577215"/>
                  </a:lnTo>
                  <a:close/>
                </a:path>
                <a:path w="904240" h="902970">
                  <a:moveTo>
                    <a:pt x="581609" y="556488"/>
                  </a:moveTo>
                  <a:lnTo>
                    <a:pt x="577977" y="561340"/>
                  </a:lnTo>
                  <a:lnTo>
                    <a:pt x="578231" y="561594"/>
                  </a:lnTo>
                  <a:lnTo>
                    <a:pt x="581609" y="556488"/>
                  </a:lnTo>
                  <a:close/>
                </a:path>
                <a:path w="904240" h="902970">
                  <a:moveTo>
                    <a:pt x="594715" y="536676"/>
                  </a:moveTo>
                  <a:lnTo>
                    <a:pt x="581609" y="556488"/>
                  </a:lnTo>
                  <a:lnTo>
                    <a:pt x="586066" y="550532"/>
                  </a:lnTo>
                  <a:lnTo>
                    <a:pt x="593305" y="539229"/>
                  </a:lnTo>
                  <a:lnTo>
                    <a:pt x="594715" y="536676"/>
                  </a:lnTo>
                  <a:close/>
                </a:path>
                <a:path w="904240" h="902970">
                  <a:moveTo>
                    <a:pt x="619125" y="441198"/>
                  </a:moveTo>
                  <a:lnTo>
                    <a:pt x="612787" y="403517"/>
                  </a:lnTo>
                  <a:lnTo>
                    <a:pt x="591693" y="364998"/>
                  </a:lnTo>
                  <a:lnTo>
                    <a:pt x="605663" y="387731"/>
                  </a:lnTo>
                  <a:lnTo>
                    <a:pt x="610285" y="400532"/>
                  </a:lnTo>
                  <a:lnTo>
                    <a:pt x="613829" y="413753"/>
                  </a:lnTo>
                  <a:lnTo>
                    <a:pt x="616216" y="427329"/>
                  </a:lnTo>
                  <a:lnTo>
                    <a:pt x="617347" y="441198"/>
                  </a:lnTo>
                  <a:lnTo>
                    <a:pt x="619125" y="441198"/>
                  </a:lnTo>
                  <a:close/>
                </a:path>
                <a:path w="904240" h="902970">
                  <a:moveTo>
                    <a:pt x="904113" y="452120"/>
                  </a:moveTo>
                  <a:lnTo>
                    <a:pt x="897547" y="419100"/>
                  </a:lnTo>
                  <a:lnTo>
                    <a:pt x="879576" y="392430"/>
                  </a:lnTo>
                  <a:lnTo>
                    <a:pt x="852728" y="373380"/>
                  </a:lnTo>
                  <a:lnTo>
                    <a:pt x="819531" y="365760"/>
                  </a:lnTo>
                  <a:lnTo>
                    <a:pt x="811568" y="336550"/>
                  </a:lnTo>
                  <a:lnTo>
                    <a:pt x="801217" y="307340"/>
                  </a:lnTo>
                  <a:lnTo>
                    <a:pt x="797687" y="299605"/>
                  </a:lnTo>
                  <a:lnTo>
                    <a:pt x="797687" y="368300"/>
                  </a:lnTo>
                  <a:lnTo>
                    <a:pt x="774103" y="378460"/>
                  </a:lnTo>
                  <a:lnTo>
                    <a:pt x="754519" y="394970"/>
                  </a:lnTo>
                  <a:lnTo>
                    <a:pt x="740473" y="416560"/>
                  </a:lnTo>
                  <a:lnTo>
                    <a:pt x="733552" y="441960"/>
                  </a:lnTo>
                  <a:lnTo>
                    <a:pt x="618617" y="441960"/>
                  </a:lnTo>
                  <a:lnTo>
                    <a:pt x="619760" y="453390"/>
                  </a:lnTo>
                  <a:lnTo>
                    <a:pt x="618959" y="462534"/>
                  </a:lnTo>
                  <a:lnTo>
                    <a:pt x="617220" y="462534"/>
                  </a:lnTo>
                  <a:lnTo>
                    <a:pt x="615784" y="475970"/>
                  </a:lnTo>
                  <a:lnTo>
                    <a:pt x="605790" y="515112"/>
                  </a:lnTo>
                  <a:lnTo>
                    <a:pt x="594715" y="536676"/>
                  </a:lnTo>
                  <a:lnTo>
                    <a:pt x="607060" y="518033"/>
                  </a:lnTo>
                  <a:lnTo>
                    <a:pt x="619023" y="463550"/>
                  </a:lnTo>
                  <a:lnTo>
                    <a:pt x="733552" y="463550"/>
                  </a:lnTo>
                  <a:lnTo>
                    <a:pt x="740473" y="487680"/>
                  </a:lnTo>
                  <a:lnTo>
                    <a:pt x="754519" y="509270"/>
                  </a:lnTo>
                  <a:lnTo>
                    <a:pt x="774103" y="525780"/>
                  </a:lnTo>
                  <a:lnTo>
                    <a:pt x="797687" y="534670"/>
                  </a:lnTo>
                  <a:lnTo>
                    <a:pt x="790498" y="562610"/>
                  </a:lnTo>
                  <a:lnTo>
                    <a:pt x="780821" y="588010"/>
                  </a:lnTo>
                  <a:lnTo>
                    <a:pt x="768997" y="613410"/>
                  </a:lnTo>
                  <a:lnTo>
                    <a:pt x="755396" y="637540"/>
                  </a:lnTo>
                  <a:lnTo>
                    <a:pt x="731647" y="627380"/>
                  </a:lnTo>
                  <a:lnTo>
                    <a:pt x="706259" y="626110"/>
                  </a:lnTo>
                  <a:lnTo>
                    <a:pt x="681367" y="631190"/>
                  </a:lnTo>
                  <a:lnTo>
                    <a:pt x="659130" y="643890"/>
                  </a:lnTo>
                  <a:lnTo>
                    <a:pt x="577342" y="562610"/>
                  </a:lnTo>
                  <a:lnTo>
                    <a:pt x="570738" y="571500"/>
                  </a:lnTo>
                  <a:lnTo>
                    <a:pt x="562102" y="577850"/>
                  </a:lnTo>
                  <a:lnTo>
                    <a:pt x="643763" y="659130"/>
                  </a:lnTo>
                  <a:lnTo>
                    <a:pt x="631012" y="680720"/>
                  </a:lnTo>
                  <a:lnTo>
                    <a:pt x="625627" y="706132"/>
                  </a:lnTo>
                  <a:lnTo>
                    <a:pt x="627722" y="731520"/>
                  </a:lnTo>
                  <a:lnTo>
                    <a:pt x="637413" y="755650"/>
                  </a:lnTo>
                  <a:lnTo>
                    <a:pt x="613587" y="768350"/>
                  </a:lnTo>
                  <a:lnTo>
                    <a:pt x="588479" y="781050"/>
                  </a:lnTo>
                  <a:lnTo>
                    <a:pt x="562178" y="789940"/>
                  </a:lnTo>
                  <a:lnTo>
                    <a:pt x="534797" y="797560"/>
                  </a:lnTo>
                  <a:lnTo>
                    <a:pt x="525170" y="773430"/>
                  </a:lnTo>
                  <a:lnTo>
                    <a:pt x="508952" y="754380"/>
                  </a:lnTo>
                  <a:lnTo>
                    <a:pt x="487680" y="740410"/>
                  </a:lnTo>
                  <a:lnTo>
                    <a:pt x="462915" y="732790"/>
                  </a:lnTo>
                  <a:lnTo>
                    <a:pt x="462915" y="621030"/>
                  </a:lnTo>
                  <a:lnTo>
                    <a:pt x="462915" y="619760"/>
                  </a:lnTo>
                  <a:lnTo>
                    <a:pt x="452501" y="621030"/>
                  </a:lnTo>
                  <a:lnTo>
                    <a:pt x="441198" y="619760"/>
                  </a:lnTo>
                  <a:lnTo>
                    <a:pt x="441198" y="732790"/>
                  </a:lnTo>
                  <a:lnTo>
                    <a:pt x="415861" y="740410"/>
                  </a:lnTo>
                  <a:lnTo>
                    <a:pt x="394525" y="754380"/>
                  </a:lnTo>
                  <a:lnTo>
                    <a:pt x="378218" y="773430"/>
                  </a:lnTo>
                  <a:lnTo>
                    <a:pt x="368046" y="797560"/>
                  </a:lnTo>
                  <a:lnTo>
                    <a:pt x="341337" y="789940"/>
                  </a:lnTo>
                  <a:lnTo>
                    <a:pt x="315252" y="781050"/>
                  </a:lnTo>
                  <a:lnTo>
                    <a:pt x="300050" y="773430"/>
                  </a:lnTo>
                  <a:lnTo>
                    <a:pt x="289902" y="768350"/>
                  </a:lnTo>
                  <a:lnTo>
                    <a:pt x="265430" y="755650"/>
                  </a:lnTo>
                  <a:lnTo>
                    <a:pt x="275831" y="731520"/>
                  </a:lnTo>
                  <a:lnTo>
                    <a:pt x="278269" y="706132"/>
                  </a:lnTo>
                  <a:lnTo>
                    <a:pt x="273011" y="680720"/>
                  </a:lnTo>
                  <a:lnTo>
                    <a:pt x="260350" y="659130"/>
                  </a:lnTo>
                  <a:lnTo>
                    <a:pt x="275488" y="643890"/>
                  </a:lnTo>
                  <a:lnTo>
                    <a:pt x="342392" y="576580"/>
                  </a:lnTo>
                  <a:lnTo>
                    <a:pt x="334264" y="571500"/>
                  </a:lnTo>
                  <a:lnTo>
                    <a:pt x="321056" y="552450"/>
                  </a:lnTo>
                  <a:lnTo>
                    <a:pt x="327025" y="561340"/>
                  </a:lnTo>
                  <a:lnTo>
                    <a:pt x="244856" y="643890"/>
                  </a:lnTo>
                  <a:lnTo>
                    <a:pt x="233451" y="637540"/>
                  </a:lnTo>
                  <a:lnTo>
                    <a:pt x="222059" y="631190"/>
                  </a:lnTo>
                  <a:lnTo>
                    <a:pt x="197104" y="626110"/>
                  </a:lnTo>
                  <a:lnTo>
                    <a:pt x="171665" y="627380"/>
                  </a:lnTo>
                  <a:lnTo>
                    <a:pt x="147447" y="637540"/>
                  </a:lnTo>
                  <a:lnTo>
                    <a:pt x="140741" y="626110"/>
                  </a:lnTo>
                  <a:lnTo>
                    <a:pt x="123063" y="589280"/>
                  </a:lnTo>
                  <a:lnTo>
                    <a:pt x="109016" y="548640"/>
                  </a:lnTo>
                  <a:lnTo>
                    <a:pt x="105156" y="534670"/>
                  </a:lnTo>
                  <a:lnTo>
                    <a:pt x="129209" y="525780"/>
                  </a:lnTo>
                  <a:lnTo>
                    <a:pt x="148856" y="509270"/>
                  </a:lnTo>
                  <a:lnTo>
                    <a:pt x="162991" y="487680"/>
                  </a:lnTo>
                  <a:lnTo>
                    <a:pt x="170561" y="463550"/>
                  </a:lnTo>
                  <a:lnTo>
                    <a:pt x="286004" y="463550"/>
                  </a:lnTo>
                  <a:lnTo>
                    <a:pt x="286385" y="464820"/>
                  </a:lnTo>
                  <a:lnTo>
                    <a:pt x="286258" y="463550"/>
                  </a:lnTo>
                  <a:lnTo>
                    <a:pt x="285242" y="453390"/>
                  </a:lnTo>
                  <a:lnTo>
                    <a:pt x="286385" y="441960"/>
                  </a:lnTo>
                  <a:lnTo>
                    <a:pt x="286766" y="438150"/>
                  </a:lnTo>
                  <a:lnTo>
                    <a:pt x="286004" y="441960"/>
                  </a:lnTo>
                  <a:lnTo>
                    <a:pt x="170561" y="441960"/>
                  </a:lnTo>
                  <a:lnTo>
                    <a:pt x="162991" y="416560"/>
                  </a:lnTo>
                  <a:lnTo>
                    <a:pt x="148856" y="394970"/>
                  </a:lnTo>
                  <a:lnTo>
                    <a:pt x="129209" y="378460"/>
                  </a:lnTo>
                  <a:lnTo>
                    <a:pt x="105156" y="368300"/>
                  </a:lnTo>
                  <a:lnTo>
                    <a:pt x="112814" y="341630"/>
                  </a:lnTo>
                  <a:lnTo>
                    <a:pt x="122440" y="316230"/>
                  </a:lnTo>
                  <a:lnTo>
                    <a:pt x="133997" y="290830"/>
                  </a:lnTo>
                  <a:lnTo>
                    <a:pt x="147447" y="266700"/>
                  </a:lnTo>
                  <a:lnTo>
                    <a:pt x="171665" y="276860"/>
                  </a:lnTo>
                  <a:lnTo>
                    <a:pt x="197104" y="279400"/>
                  </a:lnTo>
                  <a:lnTo>
                    <a:pt x="222059" y="274320"/>
                  </a:lnTo>
                  <a:lnTo>
                    <a:pt x="234492" y="266700"/>
                  </a:lnTo>
                  <a:lnTo>
                    <a:pt x="244856" y="260350"/>
                  </a:lnTo>
                  <a:lnTo>
                    <a:pt x="327025" y="342900"/>
                  </a:lnTo>
                  <a:lnTo>
                    <a:pt x="305054" y="378460"/>
                  </a:lnTo>
                  <a:lnTo>
                    <a:pt x="334264" y="335280"/>
                  </a:lnTo>
                  <a:lnTo>
                    <a:pt x="372757" y="307340"/>
                  </a:lnTo>
                  <a:lnTo>
                    <a:pt x="397129" y="297180"/>
                  </a:lnTo>
                  <a:lnTo>
                    <a:pt x="387858" y="298450"/>
                  </a:lnTo>
                  <a:lnTo>
                    <a:pt x="375627" y="304800"/>
                  </a:lnTo>
                  <a:lnTo>
                    <a:pt x="363931" y="311150"/>
                  </a:lnTo>
                  <a:lnTo>
                    <a:pt x="352831" y="318770"/>
                  </a:lnTo>
                  <a:lnTo>
                    <a:pt x="342392" y="327660"/>
                  </a:lnTo>
                  <a:lnTo>
                    <a:pt x="275488" y="260350"/>
                  </a:lnTo>
                  <a:lnTo>
                    <a:pt x="260350" y="245110"/>
                  </a:lnTo>
                  <a:lnTo>
                    <a:pt x="273011" y="222250"/>
                  </a:lnTo>
                  <a:lnTo>
                    <a:pt x="278269" y="198120"/>
                  </a:lnTo>
                  <a:lnTo>
                    <a:pt x="275831" y="172720"/>
                  </a:lnTo>
                  <a:lnTo>
                    <a:pt x="265430" y="148590"/>
                  </a:lnTo>
                  <a:lnTo>
                    <a:pt x="289902" y="134620"/>
                  </a:lnTo>
                  <a:lnTo>
                    <a:pt x="295541" y="132080"/>
                  </a:lnTo>
                  <a:lnTo>
                    <a:pt x="315252" y="123190"/>
                  </a:lnTo>
                  <a:lnTo>
                    <a:pt x="341337" y="114300"/>
                  </a:lnTo>
                  <a:lnTo>
                    <a:pt x="368046" y="106680"/>
                  </a:lnTo>
                  <a:lnTo>
                    <a:pt x="378218" y="130810"/>
                  </a:lnTo>
                  <a:lnTo>
                    <a:pt x="394525" y="149860"/>
                  </a:lnTo>
                  <a:lnTo>
                    <a:pt x="415861" y="163830"/>
                  </a:lnTo>
                  <a:lnTo>
                    <a:pt x="441198" y="171450"/>
                  </a:lnTo>
                  <a:lnTo>
                    <a:pt x="441198" y="287020"/>
                  </a:lnTo>
                  <a:lnTo>
                    <a:pt x="431800" y="288290"/>
                  </a:lnTo>
                  <a:lnTo>
                    <a:pt x="452501" y="287020"/>
                  </a:lnTo>
                  <a:lnTo>
                    <a:pt x="471043" y="288290"/>
                  </a:lnTo>
                  <a:lnTo>
                    <a:pt x="462915" y="287020"/>
                  </a:lnTo>
                  <a:lnTo>
                    <a:pt x="462915" y="171450"/>
                  </a:lnTo>
                  <a:lnTo>
                    <a:pt x="487680" y="163830"/>
                  </a:lnTo>
                  <a:lnTo>
                    <a:pt x="508939" y="149860"/>
                  </a:lnTo>
                  <a:lnTo>
                    <a:pt x="525170" y="130810"/>
                  </a:lnTo>
                  <a:lnTo>
                    <a:pt x="534797" y="106680"/>
                  </a:lnTo>
                  <a:lnTo>
                    <a:pt x="562178" y="114300"/>
                  </a:lnTo>
                  <a:lnTo>
                    <a:pt x="588479" y="123190"/>
                  </a:lnTo>
                  <a:lnTo>
                    <a:pt x="613587" y="134620"/>
                  </a:lnTo>
                  <a:lnTo>
                    <a:pt x="637413" y="148590"/>
                  </a:lnTo>
                  <a:lnTo>
                    <a:pt x="627722" y="172720"/>
                  </a:lnTo>
                  <a:lnTo>
                    <a:pt x="625627" y="198120"/>
                  </a:lnTo>
                  <a:lnTo>
                    <a:pt x="631012" y="222250"/>
                  </a:lnTo>
                  <a:lnTo>
                    <a:pt x="643763" y="245110"/>
                  </a:lnTo>
                  <a:lnTo>
                    <a:pt x="561721" y="327660"/>
                  </a:lnTo>
                  <a:lnTo>
                    <a:pt x="526796" y="306070"/>
                  </a:lnTo>
                  <a:lnTo>
                    <a:pt x="570738" y="335280"/>
                  </a:lnTo>
                  <a:lnTo>
                    <a:pt x="591185" y="365760"/>
                  </a:lnTo>
                  <a:lnTo>
                    <a:pt x="577088" y="342900"/>
                  </a:lnTo>
                  <a:lnTo>
                    <a:pt x="592226" y="327660"/>
                  </a:lnTo>
                  <a:lnTo>
                    <a:pt x="659130" y="260350"/>
                  </a:lnTo>
                  <a:lnTo>
                    <a:pt x="681367" y="274320"/>
                  </a:lnTo>
                  <a:lnTo>
                    <a:pt x="706259" y="279400"/>
                  </a:lnTo>
                  <a:lnTo>
                    <a:pt x="731647" y="276860"/>
                  </a:lnTo>
                  <a:lnTo>
                    <a:pt x="755396" y="266700"/>
                  </a:lnTo>
                  <a:lnTo>
                    <a:pt x="768997" y="290830"/>
                  </a:lnTo>
                  <a:lnTo>
                    <a:pt x="780821" y="316230"/>
                  </a:lnTo>
                  <a:lnTo>
                    <a:pt x="790498" y="341630"/>
                  </a:lnTo>
                  <a:lnTo>
                    <a:pt x="797687" y="368300"/>
                  </a:lnTo>
                  <a:lnTo>
                    <a:pt x="797687" y="299605"/>
                  </a:lnTo>
                  <a:lnTo>
                    <a:pt x="788466" y="279400"/>
                  </a:lnTo>
                  <a:lnTo>
                    <a:pt x="781240" y="266700"/>
                  </a:lnTo>
                  <a:lnTo>
                    <a:pt x="777633" y="260350"/>
                  </a:lnTo>
                  <a:lnTo>
                    <a:pt x="773303" y="252730"/>
                  </a:lnTo>
                  <a:lnTo>
                    <a:pt x="791095" y="224790"/>
                  </a:lnTo>
                  <a:lnTo>
                    <a:pt x="796671" y="193040"/>
                  </a:lnTo>
                  <a:lnTo>
                    <a:pt x="790232" y="161290"/>
                  </a:lnTo>
                  <a:lnTo>
                    <a:pt x="772033" y="133350"/>
                  </a:lnTo>
                  <a:lnTo>
                    <a:pt x="770140" y="132080"/>
                  </a:lnTo>
                  <a:lnTo>
                    <a:pt x="743788" y="114300"/>
                  </a:lnTo>
                  <a:lnTo>
                    <a:pt x="711720" y="107950"/>
                  </a:lnTo>
                  <a:lnTo>
                    <a:pt x="679678" y="114300"/>
                  </a:lnTo>
                  <a:lnTo>
                    <a:pt x="651510" y="132080"/>
                  </a:lnTo>
                  <a:lnTo>
                    <a:pt x="624801" y="116840"/>
                  </a:lnTo>
                  <a:lnTo>
                    <a:pt x="602399" y="106680"/>
                  </a:lnTo>
                  <a:lnTo>
                    <a:pt x="596798" y="104140"/>
                  </a:lnTo>
                  <a:lnTo>
                    <a:pt x="567601" y="92710"/>
                  </a:lnTo>
                  <a:lnTo>
                    <a:pt x="537337" y="83820"/>
                  </a:lnTo>
                  <a:lnTo>
                    <a:pt x="530580" y="52070"/>
                  </a:lnTo>
                  <a:lnTo>
                    <a:pt x="512152" y="25400"/>
                  </a:lnTo>
                  <a:lnTo>
                    <a:pt x="484822" y="6350"/>
                  </a:lnTo>
                  <a:lnTo>
                    <a:pt x="451358" y="0"/>
                  </a:lnTo>
                  <a:lnTo>
                    <a:pt x="418668" y="6350"/>
                  </a:lnTo>
                  <a:lnTo>
                    <a:pt x="391617" y="25400"/>
                  </a:lnTo>
                  <a:lnTo>
                    <a:pt x="372960" y="52070"/>
                  </a:lnTo>
                  <a:lnTo>
                    <a:pt x="365506" y="83820"/>
                  </a:lnTo>
                  <a:lnTo>
                    <a:pt x="335965" y="92710"/>
                  </a:lnTo>
                  <a:lnTo>
                    <a:pt x="307149" y="104140"/>
                  </a:lnTo>
                  <a:lnTo>
                    <a:pt x="279273" y="116840"/>
                  </a:lnTo>
                  <a:lnTo>
                    <a:pt x="252603" y="132080"/>
                  </a:lnTo>
                  <a:lnTo>
                    <a:pt x="239229" y="121920"/>
                  </a:lnTo>
                  <a:lnTo>
                    <a:pt x="224383" y="114300"/>
                  </a:lnTo>
                  <a:lnTo>
                    <a:pt x="208572" y="109220"/>
                  </a:lnTo>
                  <a:lnTo>
                    <a:pt x="192278" y="107950"/>
                  </a:lnTo>
                  <a:lnTo>
                    <a:pt x="158877" y="114300"/>
                  </a:lnTo>
                  <a:lnTo>
                    <a:pt x="131584" y="132080"/>
                  </a:lnTo>
                  <a:lnTo>
                    <a:pt x="113169" y="160020"/>
                  </a:lnTo>
                  <a:lnTo>
                    <a:pt x="106426" y="193040"/>
                  </a:lnTo>
                  <a:lnTo>
                    <a:pt x="108064" y="209550"/>
                  </a:lnTo>
                  <a:lnTo>
                    <a:pt x="112852" y="224790"/>
                  </a:lnTo>
                  <a:lnTo>
                    <a:pt x="120510" y="240030"/>
                  </a:lnTo>
                  <a:lnTo>
                    <a:pt x="130810" y="252730"/>
                  </a:lnTo>
                  <a:lnTo>
                    <a:pt x="115608" y="279400"/>
                  </a:lnTo>
                  <a:lnTo>
                    <a:pt x="102717" y="307340"/>
                  </a:lnTo>
                  <a:lnTo>
                    <a:pt x="91998" y="336550"/>
                  </a:lnTo>
                  <a:lnTo>
                    <a:pt x="83312" y="365760"/>
                  </a:lnTo>
                  <a:lnTo>
                    <a:pt x="66509" y="368300"/>
                  </a:lnTo>
                  <a:lnTo>
                    <a:pt x="24384" y="391160"/>
                  </a:lnTo>
                  <a:lnTo>
                    <a:pt x="2514" y="426720"/>
                  </a:lnTo>
                  <a:lnTo>
                    <a:pt x="0" y="466090"/>
                  </a:lnTo>
                  <a:lnTo>
                    <a:pt x="14325" y="501650"/>
                  </a:lnTo>
                  <a:lnTo>
                    <a:pt x="42926" y="527050"/>
                  </a:lnTo>
                  <a:lnTo>
                    <a:pt x="83312" y="537210"/>
                  </a:lnTo>
                  <a:lnTo>
                    <a:pt x="87376" y="552450"/>
                  </a:lnTo>
                  <a:lnTo>
                    <a:pt x="102616" y="596900"/>
                  </a:lnTo>
                  <a:lnTo>
                    <a:pt x="123126" y="637540"/>
                  </a:lnTo>
                  <a:lnTo>
                    <a:pt x="130810" y="651510"/>
                  </a:lnTo>
                  <a:lnTo>
                    <a:pt x="120510" y="664210"/>
                  </a:lnTo>
                  <a:lnTo>
                    <a:pt x="112852" y="679450"/>
                  </a:lnTo>
                  <a:lnTo>
                    <a:pt x="108064" y="695960"/>
                  </a:lnTo>
                  <a:lnTo>
                    <a:pt x="106426" y="711200"/>
                  </a:lnTo>
                  <a:lnTo>
                    <a:pt x="113169" y="744220"/>
                  </a:lnTo>
                  <a:lnTo>
                    <a:pt x="131584" y="770890"/>
                  </a:lnTo>
                  <a:lnTo>
                    <a:pt x="158877" y="789940"/>
                  </a:lnTo>
                  <a:lnTo>
                    <a:pt x="192278" y="796290"/>
                  </a:lnTo>
                  <a:lnTo>
                    <a:pt x="208572" y="795020"/>
                  </a:lnTo>
                  <a:lnTo>
                    <a:pt x="224383" y="789940"/>
                  </a:lnTo>
                  <a:lnTo>
                    <a:pt x="239229" y="783590"/>
                  </a:lnTo>
                  <a:lnTo>
                    <a:pt x="252603" y="773430"/>
                  </a:lnTo>
                  <a:lnTo>
                    <a:pt x="279273" y="788670"/>
                  </a:lnTo>
                  <a:lnTo>
                    <a:pt x="307149" y="801370"/>
                  </a:lnTo>
                  <a:lnTo>
                    <a:pt x="335965" y="811530"/>
                  </a:lnTo>
                  <a:lnTo>
                    <a:pt x="365506" y="819150"/>
                  </a:lnTo>
                  <a:lnTo>
                    <a:pt x="372960" y="852170"/>
                  </a:lnTo>
                  <a:lnTo>
                    <a:pt x="391617" y="878840"/>
                  </a:lnTo>
                  <a:lnTo>
                    <a:pt x="418668" y="896620"/>
                  </a:lnTo>
                  <a:lnTo>
                    <a:pt x="451358" y="902970"/>
                  </a:lnTo>
                  <a:lnTo>
                    <a:pt x="484822" y="896620"/>
                  </a:lnTo>
                  <a:lnTo>
                    <a:pt x="512152" y="878840"/>
                  </a:lnTo>
                  <a:lnTo>
                    <a:pt x="530580" y="852170"/>
                  </a:lnTo>
                  <a:lnTo>
                    <a:pt x="537337" y="819150"/>
                  </a:lnTo>
                  <a:lnTo>
                    <a:pt x="567601" y="811530"/>
                  </a:lnTo>
                  <a:lnTo>
                    <a:pt x="596798" y="801370"/>
                  </a:lnTo>
                  <a:lnTo>
                    <a:pt x="605205" y="797560"/>
                  </a:lnTo>
                  <a:lnTo>
                    <a:pt x="624801" y="788670"/>
                  </a:lnTo>
                  <a:lnTo>
                    <a:pt x="651510" y="773430"/>
                  </a:lnTo>
                  <a:lnTo>
                    <a:pt x="679678" y="791210"/>
                  </a:lnTo>
                  <a:lnTo>
                    <a:pt x="711720" y="796290"/>
                  </a:lnTo>
                  <a:lnTo>
                    <a:pt x="743788" y="789940"/>
                  </a:lnTo>
                  <a:lnTo>
                    <a:pt x="770013" y="773430"/>
                  </a:lnTo>
                  <a:lnTo>
                    <a:pt x="772033" y="772160"/>
                  </a:lnTo>
                  <a:lnTo>
                    <a:pt x="790765" y="744220"/>
                  </a:lnTo>
                  <a:lnTo>
                    <a:pt x="797140" y="711200"/>
                  </a:lnTo>
                  <a:lnTo>
                    <a:pt x="791273" y="679450"/>
                  </a:lnTo>
                  <a:lnTo>
                    <a:pt x="773303" y="651510"/>
                  </a:lnTo>
                  <a:lnTo>
                    <a:pt x="777633" y="643890"/>
                  </a:lnTo>
                  <a:lnTo>
                    <a:pt x="781240" y="637540"/>
                  </a:lnTo>
                  <a:lnTo>
                    <a:pt x="788466" y="624840"/>
                  </a:lnTo>
                  <a:lnTo>
                    <a:pt x="801217" y="596900"/>
                  </a:lnTo>
                  <a:lnTo>
                    <a:pt x="811568" y="567690"/>
                  </a:lnTo>
                  <a:lnTo>
                    <a:pt x="819531" y="537210"/>
                  </a:lnTo>
                  <a:lnTo>
                    <a:pt x="852728" y="530860"/>
                  </a:lnTo>
                  <a:lnTo>
                    <a:pt x="879576" y="511810"/>
                  </a:lnTo>
                  <a:lnTo>
                    <a:pt x="897547" y="485140"/>
                  </a:lnTo>
                  <a:lnTo>
                    <a:pt x="904113" y="452120"/>
                  </a:lnTo>
                  <a:close/>
                </a:path>
              </a:pathLst>
            </a:custGeom>
            <a:solidFill>
              <a:srgbClr val="FF8E01"/>
            </a:solidFill>
          </p:spPr>
          <p:txBody>
            <a:bodyPr wrap="square" lIns="0" tIns="0" rIns="0" bIns="0" rtlCol="0"/>
            <a:lstStyle/>
            <a:p>
              <a:endParaRPr/>
            </a:p>
          </p:txBody>
        </p:sp>
        <p:sp>
          <p:nvSpPr>
            <p:cNvPr id="45" name="object 45"/>
            <p:cNvSpPr/>
            <p:nvPr/>
          </p:nvSpPr>
          <p:spPr>
            <a:xfrm>
              <a:off x="5922263" y="4791456"/>
              <a:ext cx="341630" cy="341630"/>
            </a:xfrm>
            <a:custGeom>
              <a:avLst/>
              <a:gdLst/>
              <a:ahLst/>
              <a:cxnLst/>
              <a:rect l="l" t="t" r="r" b="b"/>
              <a:pathLst>
                <a:path w="341629" h="341629">
                  <a:moveTo>
                    <a:pt x="170687" y="0"/>
                  </a:moveTo>
                  <a:lnTo>
                    <a:pt x="114173" y="10287"/>
                  </a:lnTo>
                  <a:lnTo>
                    <a:pt x="75247" y="29178"/>
                  </a:lnTo>
                  <a:lnTo>
                    <a:pt x="20193" y="94107"/>
                  </a:lnTo>
                  <a:lnTo>
                    <a:pt x="1650" y="154686"/>
                  </a:lnTo>
                  <a:lnTo>
                    <a:pt x="0" y="170688"/>
                  </a:lnTo>
                  <a:lnTo>
                    <a:pt x="1143" y="182118"/>
                  </a:lnTo>
                  <a:lnTo>
                    <a:pt x="13843" y="234823"/>
                  </a:lnTo>
                  <a:lnTo>
                    <a:pt x="36575" y="271399"/>
                  </a:lnTo>
                  <a:lnTo>
                    <a:pt x="50037" y="291338"/>
                  </a:lnTo>
                  <a:lnTo>
                    <a:pt x="58293" y="296926"/>
                  </a:lnTo>
                  <a:lnTo>
                    <a:pt x="80335" y="313045"/>
                  </a:lnTo>
                  <a:lnTo>
                    <a:pt x="104806" y="325580"/>
                  </a:lnTo>
                  <a:lnTo>
                    <a:pt x="131230" y="333948"/>
                  </a:lnTo>
                  <a:lnTo>
                    <a:pt x="159131" y="337566"/>
                  </a:lnTo>
                  <a:lnTo>
                    <a:pt x="159131" y="340233"/>
                  </a:lnTo>
                  <a:lnTo>
                    <a:pt x="170687" y="341376"/>
                  </a:lnTo>
                  <a:lnTo>
                    <a:pt x="181356" y="340360"/>
                  </a:lnTo>
                  <a:lnTo>
                    <a:pt x="181356" y="337566"/>
                  </a:lnTo>
                  <a:lnTo>
                    <a:pt x="208468" y="333948"/>
                  </a:lnTo>
                  <a:lnTo>
                    <a:pt x="234616" y="325580"/>
                  </a:lnTo>
                  <a:lnTo>
                    <a:pt x="259312" y="313045"/>
                  </a:lnTo>
                  <a:lnTo>
                    <a:pt x="282066" y="296926"/>
                  </a:lnTo>
                  <a:lnTo>
                    <a:pt x="283015" y="296926"/>
                  </a:lnTo>
                  <a:lnTo>
                    <a:pt x="291338" y="291338"/>
                  </a:lnTo>
                  <a:lnTo>
                    <a:pt x="298069" y="281559"/>
                  </a:lnTo>
                  <a:lnTo>
                    <a:pt x="297814" y="281305"/>
                  </a:lnTo>
                  <a:lnTo>
                    <a:pt x="306193" y="270228"/>
                  </a:lnTo>
                  <a:lnTo>
                    <a:pt x="326516" y="234188"/>
                  </a:lnTo>
                  <a:lnTo>
                    <a:pt x="336875" y="194183"/>
                  </a:lnTo>
                  <a:lnTo>
                    <a:pt x="338327" y="180467"/>
                  </a:lnTo>
                  <a:lnTo>
                    <a:pt x="340360" y="180467"/>
                  </a:lnTo>
                  <a:lnTo>
                    <a:pt x="341375" y="170688"/>
                  </a:lnTo>
                  <a:lnTo>
                    <a:pt x="340106" y="158242"/>
                  </a:lnTo>
                  <a:lnTo>
                    <a:pt x="338327" y="158242"/>
                  </a:lnTo>
                  <a:lnTo>
                    <a:pt x="337194" y="144158"/>
                  </a:lnTo>
                  <a:lnTo>
                    <a:pt x="326389" y="103886"/>
                  </a:lnTo>
                  <a:lnTo>
                    <a:pt x="291338" y="50038"/>
                  </a:lnTo>
                  <a:lnTo>
                    <a:pt x="246507" y="19685"/>
                  </a:lnTo>
                  <a:lnTo>
                    <a:pt x="189611" y="1905"/>
                  </a:lnTo>
                  <a:lnTo>
                    <a:pt x="170687" y="0"/>
                  </a:lnTo>
                  <a:close/>
                </a:path>
                <a:path w="341629" h="341629">
                  <a:moveTo>
                    <a:pt x="283015" y="296926"/>
                  </a:moveTo>
                  <a:lnTo>
                    <a:pt x="282066" y="296926"/>
                  </a:lnTo>
                  <a:lnTo>
                    <a:pt x="282448" y="297307"/>
                  </a:lnTo>
                  <a:lnTo>
                    <a:pt x="283015" y="296926"/>
                  </a:lnTo>
                  <a:close/>
                </a:path>
              </a:pathLst>
            </a:custGeom>
            <a:solidFill>
              <a:srgbClr val="00D9CE"/>
            </a:solidFill>
          </p:spPr>
          <p:txBody>
            <a:bodyPr wrap="square" lIns="0" tIns="0" rIns="0" bIns="0" rtlCol="0"/>
            <a:lstStyle/>
            <a:p>
              <a:endParaRPr/>
            </a:p>
          </p:txBody>
        </p:sp>
        <p:sp>
          <p:nvSpPr>
            <p:cNvPr id="46" name="object 46"/>
            <p:cNvSpPr/>
            <p:nvPr/>
          </p:nvSpPr>
          <p:spPr>
            <a:xfrm>
              <a:off x="9419843" y="4445508"/>
              <a:ext cx="1257300" cy="1033780"/>
            </a:xfrm>
            <a:custGeom>
              <a:avLst/>
              <a:gdLst/>
              <a:ahLst/>
              <a:cxnLst/>
              <a:rect l="l" t="t" r="r" b="b"/>
              <a:pathLst>
                <a:path w="1257300" h="1033779">
                  <a:moveTo>
                    <a:pt x="1257300" y="0"/>
                  </a:moveTo>
                  <a:lnTo>
                    <a:pt x="0" y="0"/>
                  </a:lnTo>
                  <a:lnTo>
                    <a:pt x="0" y="1033271"/>
                  </a:lnTo>
                  <a:lnTo>
                    <a:pt x="1257300" y="1033271"/>
                  </a:lnTo>
                  <a:lnTo>
                    <a:pt x="1257300" y="0"/>
                  </a:lnTo>
                  <a:close/>
                </a:path>
              </a:pathLst>
            </a:custGeom>
            <a:solidFill>
              <a:srgbClr val="4264DE"/>
            </a:solidFill>
          </p:spPr>
          <p:txBody>
            <a:bodyPr wrap="square" lIns="0" tIns="0" rIns="0" bIns="0" rtlCol="0"/>
            <a:lstStyle/>
            <a:p>
              <a:endParaRPr/>
            </a:p>
          </p:txBody>
        </p:sp>
        <p:sp>
          <p:nvSpPr>
            <p:cNvPr id="47" name="object 47"/>
            <p:cNvSpPr/>
            <p:nvPr/>
          </p:nvSpPr>
          <p:spPr>
            <a:xfrm>
              <a:off x="9723119" y="4651248"/>
              <a:ext cx="666750" cy="454913"/>
            </a:xfrm>
            <a:prstGeom prst="rect">
              <a:avLst/>
            </a:prstGeom>
            <a:blipFill>
              <a:blip r:embed="rId18" cstate="print"/>
              <a:stretch>
                <a:fillRect/>
              </a:stretch>
            </a:blipFill>
          </p:spPr>
          <p:txBody>
            <a:bodyPr wrap="square" lIns="0" tIns="0" rIns="0" bIns="0" rtlCol="0"/>
            <a:lstStyle/>
            <a:p>
              <a:endParaRPr/>
            </a:p>
          </p:txBody>
        </p:sp>
        <p:sp>
          <p:nvSpPr>
            <p:cNvPr id="48" name="object 48"/>
            <p:cNvSpPr/>
            <p:nvPr/>
          </p:nvSpPr>
          <p:spPr>
            <a:xfrm>
              <a:off x="9553955" y="4895088"/>
              <a:ext cx="1005077" cy="454914"/>
            </a:xfrm>
            <a:prstGeom prst="rect">
              <a:avLst/>
            </a:prstGeom>
            <a:blipFill>
              <a:blip r:embed="rId19" cstate="print"/>
              <a:stretch>
                <a:fillRect/>
              </a:stretch>
            </a:blipFill>
          </p:spPr>
          <p:txBody>
            <a:bodyPr wrap="square" lIns="0" tIns="0" rIns="0" bIns="0" rtlCol="0"/>
            <a:lstStyle/>
            <a:p>
              <a:endParaRPr/>
            </a:p>
          </p:txBody>
        </p:sp>
      </p:grpSp>
      <p:sp>
        <p:nvSpPr>
          <p:cNvPr id="49" name="object 49"/>
          <p:cNvSpPr txBox="1"/>
          <p:nvPr/>
        </p:nvSpPr>
        <p:spPr>
          <a:xfrm>
            <a:off x="9419843" y="4445508"/>
            <a:ext cx="1257300" cy="1033780"/>
          </a:xfrm>
          <a:prstGeom prst="rect">
            <a:avLst/>
          </a:prstGeom>
          <a:ln w="12700">
            <a:solidFill>
              <a:srgbClr val="FFFFFF"/>
            </a:solidFill>
          </a:ln>
        </p:spPr>
        <p:txBody>
          <a:bodyPr vert="horz" wrap="square" lIns="0" tIns="5715" rIns="0" bIns="0" rtlCol="0">
            <a:spAutoFit/>
          </a:bodyPr>
          <a:lstStyle/>
          <a:p>
            <a:pPr>
              <a:lnSpc>
                <a:spcPct val="100000"/>
              </a:lnSpc>
              <a:spcBef>
                <a:spcPts val="45"/>
              </a:spcBef>
            </a:pPr>
            <a:endParaRPr sz="1800">
              <a:latin typeface="Times New Roman"/>
              <a:cs typeface="Times New Roman"/>
            </a:endParaRPr>
          </a:p>
          <a:p>
            <a:pPr marL="262255" marR="254635" indent="168910">
              <a:lnSpc>
                <a:spcPct val="100000"/>
              </a:lnSpc>
            </a:pPr>
            <a:r>
              <a:rPr sz="1600" b="1" spc="-5" dirty="0">
                <a:solidFill>
                  <a:srgbClr val="FFFFFF"/>
                </a:solidFill>
                <a:latin typeface="Arial"/>
                <a:cs typeface="Arial"/>
              </a:rPr>
              <a:t>Car  Not</a:t>
            </a:r>
            <a:r>
              <a:rPr sz="1600" b="1" spc="-85" dirty="0">
                <a:solidFill>
                  <a:srgbClr val="FFFFFF"/>
                </a:solidFill>
                <a:latin typeface="Arial"/>
                <a:cs typeface="Arial"/>
              </a:rPr>
              <a:t> </a:t>
            </a:r>
            <a:r>
              <a:rPr sz="1600" b="1" spc="-5" dirty="0">
                <a:solidFill>
                  <a:srgbClr val="FFFFFF"/>
                </a:solidFill>
                <a:latin typeface="Arial"/>
                <a:cs typeface="Arial"/>
              </a:rPr>
              <a:t>Car</a:t>
            </a:r>
            <a:endParaRPr sz="1600">
              <a:latin typeface="Arial"/>
              <a:cs typeface="Arial"/>
            </a:endParaRPr>
          </a:p>
        </p:txBody>
      </p:sp>
      <p:grpSp>
        <p:nvGrpSpPr>
          <p:cNvPr id="50" name="object 50"/>
          <p:cNvGrpSpPr/>
          <p:nvPr/>
        </p:nvGrpSpPr>
        <p:grpSpPr>
          <a:xfrm>
            <a:off x="763" y="3673429"/>
            <a:ext cx="8914191" cy="1400217"/>
            <a:chOff x="762" y="3681983"/>
            <a:chExt cx="8906382" cy="1391665"/>
          </a:xfrm>
        </p:grpSpPr>
        <p:sp>
          <p:nvSpPr>
            <p:cNvPr id="51" name="object 51"/>
            <p:cNvSpPr/>
            <p:nvPr/>
          </p:nvSpPr>
          <p:spPr>
            <a:xfrm>
              <a:off x="4946776" y="4961254"/>
              <a:ext cx="308863" cy="101092"/>
            </a:xfrm>
            <a:prstGeom prst="rect">
              <a:avLst/>
            </a:prstGeom>
            <a:blipFill>
              <a:blip r:embed="rId20" cstate="print"/>
              <a:stretch>
                <a:fillRect/>
              </a:stretch>
            </a:blipFill>
          </p:spPr>
          <p:txBody>
            <a:bodyPr wrap="square" lIns="0" tIns="0" rIns="0" bIns="0" rtlCol="0"/>
            <a:lstStyle/>
            <a:p>
              <a:endParaRPr/>
            </a:p>
          </p:txBody>
        </p:sp>
        <p:sp>
          <p:nvSpPr>
            <p:cNvPr id="52" name="object 52"/>
            <p:cNvSpPr/>
            <p:nvPr/>
          </p:nvSpPr>
          <p:spPr>
            <a:xfrm>
              <a:off x="3409187" y="5010911"/>
              <a:ext cx="1487805" cy="1905"/>
            </a:xfrm>
            <a:custGeom>
              <a:avLst/>
              <a:gdLst/>
              <a:ahLst/>
              <a:cxnLst/>
              <a:rect l="l" t="t" r="r" b="b"/>
              <a:pathLst>
                <a:path w="1487804" h="1904">
                  <a:moveTo>
                    <a:pt x="0" y="1905"/>
                  </a:moveTo>
                  <a:lnTo>
                    <a:pt x="584200" y="0"/>
                  </a:lnTo>
                </a:path>
                <a:path w="1487804" h="1904">
                  <a:moveTo>
                    <a:pt x="617220" y="0"/>
                  </a:moveTo>
                  <a:lnTo>
                    <a:pt x="717803" y="0"/>
                  </a:lnTo>
                </a:path>
                <a:path w="1487804" h="1904">
                  <a:moveTo>
                    <a:pt x="749808" y="0"/>
                  </a:moveTo>
                  <a:lnTo>
                    <a:pt x="850391" y="0"/>
                  </a:lnTo>
                </a:path>
                <a:path w="1487804" h="1904">
                  <a:moveTo>
                    <a:pt x="883920" y="0"/>
                  </a:moveTo>
                  <a:lnTo>
                    <a:pt x="1487424" y="0"/>
                  </a:lnTo>
                </a:path>
              </a:pathLst>
            </a:custGeom>
            <a:ln w="6350">
              <a:solidFill>
                <a:srgbClr val="FFFFFF"/>
              </a:solidFill>
            </a:ln>
          </p:spPr>
          <p:txBody>
            <a:bodyPr wrap="square" lIns="0" tIns="0" rIns="0" bIns="0" rtlCol="0"/>
            <a:lstStyle/>
            <a:p>
              <a:endParaRPr/>
            </a:p>
          </p:txBody>
        </p:sp>
        <p:sp>
          <p:nvSpPr>
            <p:cNvPr id="53" name="object 53"/>
            <p:cNvSpPr/>
            <p:nvPr/>
          </p:nvSpPr>
          <p:spPr>
            <a:xfrm>
              <a:off x="4384293" y="4948173"/>
              <a:ext cx="137667" cy="125475"/>
            </a:xfrm>
            <a:prstGeom prst="rect">
              <a:avLst/>
            </a:prstGeom>
            <a:blipFill>
              <a:blip r:embed="rId21" cstate="print"/>
              <a:stretch>
                <a:fillRect/>
              </a:stretch>
            </a:blipFill>
          </p:spPr>
          <p:txBody>
            <a:bodyPr wrap="square" lIns="0" tIns="0" rIns="0" bIns="0" rtlCol="0"/>
            <a:lstStyle/>
            <a:p>
              <a:endParaRPr/>
            </a:p>
          </p:txBody>
        </p:sp>
        <p:sp>
          <p:nvSpPr>
            <p:cNvPr id="54" name="object 54"/>
            <p:cNvSpPr/>
            <p:nvPr/>
          </p:nvSpPr>
          <p:spPr>
            <a:xfrm>
              <a:off x="8596756" y="4961254"/>
              <a:ext cx="310388" cy="101092"/>
            </a:xfrm>
            <a:prstGeom prst="rect">
              <a:avLst/>
            </a:prstGeom>
            <a:blipFill>
              <a:blip r:embed="rId22" cstate="print"/>
              <a:stretch>
                <a:fillRect/>
              </a:stretch>
            </a:blipFill>
          </p:spPr>
          <p:txBody>
            <a:bodyPr wrap="square" lIns="0" tIns="0" rIns="0" bIns="0" rtlCol="0"/>
            <a:lstStyle/>
            <a:p>
              <a:endParaRPr/>
            </a:p>
          </p:txBody>
        </p:sp>
        <p:sp>
          <p:nvSpPr>
            <p:cNvPr id="55" name="object 55"/>
            <p:cNvSpPr/>
            <p:nvPr/>
          </p:nvSpPr>
          <p:spPr>
            <a:xfrm>
              <a:off x="7059167" y="5010911"/>
              <a:ext cx="1487805" cy="1905"/>
            </a:xfrm>
            <a:custGeom>
              <a:avLst/>
              <a:gdLst/>
              <a:ahLst/>
              <a:cxnLst/>
              <a:rect l="l" t="t" r="r" b="b"/>
              <a:pathLst>
                <a:path w="1487804" h="1904">
                  <a:moveTo>
                    <a:pt x="0" y="1905"/>
                  </a:moveTo>
                  <a:lnTo>
                    <a:pt x="584200" y="0"/>
                  </a:lnTo>
                </a:path>
                <a:path w="1487804" h="1904">
                  <a:moveTo>
                    <a:pt x="617220" y="0"/>
                  </a:moveTo>
                  <a:lnTo>
                    <a:pt x="717803" y="0"/>
                  </a:lnTo>
                </a:path>
                <a:path w="1487804" h="1904">
                  <a:moveTo>
                    <a:pt x="751331" y="0"/>
                  </a:moveTo>
                  <a:lnTo>
                    <a:pt x="851915" y="0"/>
                  </a:lnTo>
                </a:path>
                <a:path w="1487804" h="1904">
                  <a:moveTo>
                    <a:pt x="883920" y="0"/>
                  </a:moveTo>
                  <a:lnTo>
                    <a:pt x="1487424" y="0"/>
                  </a:lnTo>
                </a:path>
              </a:pathLst>
            </a:custGeom>
            <a:ln w="6350">
              <a:solidFill>
                <a:srgbClr val="FFFFFF"/>
              </a:solidFill>
            </a:ln>
          </p:spPr>
          <p:txBody>
            <a:bodyPr wrap="square" lIns="0" tIns="0" rIns="0" bIns="0" rtlCol="0"/>
            <a:lstStyle/>
            <a:p>
              <a:endParaRPr/>
            </a:p>
          </p:txBody>
        </p:sp>
        <p:sp>
          <p:nvSpPr>
            <p:cNvPr id="56" name="object 56"/>
            <p:cNvSpPr/>
            <p:nvPr/>
          </p:nvSpPr>
          <p:spPr>
            <a:xfrm>
              <a:off x="8035798" y="4948173"/>
              <a:ext cx="136144" cy="125475"/>
            </a:xfrm>
            <a:prstGeom prst="rect">
              <a:avLst/>
            </a:prstGeom>
            <a:blipFill>
              <a:blip r:embed="rId23" cstate="print"/>
              <a:stretch>
                <a:fillRect/>
              </a:stretch>
            </a:blipFill>
          </p:spPr>
          <p:txBody>
            <a:bodyPr wrap="square" lIns="0" tIns="0" rIns="0" bIns="0" rtlCol="0"/>
            <a:lstStyle/>
            <a:p>
              <a:endParaRPr/>
            </a:p>
          </p:txBody>
        </p:sp>
        <p:sp>
          <p:nvSpPr>
            <p:cNvPr id="57" name="object 57"/>
            <p:cNvSpPr/>
            <p:nvPr/>
          </p:nvSpPr>
          <p:spPr>
            <a:xfrm>
              <a:off x="762" y="3858005"/>
              <a:ext cx="3849370" cy="0"/>
            </a:xfrm>
            <a:custGeom>
              <a:avLst/>
              <a:gdLst/>
              <a:ahLst/>
              <a:cxnLst/>
              <a:rect l="l" t="t" r="r" b="b"/>
              <a:pathLst>
                <a:path w="3849370">
                  <a:moveTo>
                    <a:pt x="0" y="0"/>
                  </a:moveTo>
                  <a:lnTo>
                    <a:pt x="3848862" y="0"/>
                  </a:lnTo>
                </a:path>
              </a:pathLst>
            </a:custGeom>
            <a:ln w="3175">
              <a:solidFill>
                <a:srgbClr val="BEBEBE"/>
              </a:solidFill>
            </a:ln>
          </p:spPr>
          <p:txBody>
            <a:bodyPr wrap="square" lIns="0" tIns="0" rIns="0" bIns="0" rtlCol="0"/>
            <a:lstStyle/>
            <a:p>
              <a:endParaRPr/>
            </a:p>
          </p:txBody>
        </p:sp>
        <p:sp>
          <p:nvSpPr>
            <p:cNvPr id="58" name="object 58"/>
            <p:cNvSpPr/>
            <p:nvPr/>
          </p:nvSpPr>
          <p:spPr>
            <a:xfrm>
              <a:off x="3665219" y="3832859"/>
              <a:ext cx="415925" cy="0"/>
            </a:xfrm>
            <a:custGeom>
              <a:avLst/>
              <a:gdLst/>
              <a:ahLst/>
              <a:cxnLst/>
              <a:rect l="l" t="t" r="r" b="b"/>
              <a:pathLst>
                <a:path w="415925">
                  <a:moveTo>
                    <a:pt x="415797" y="0"/>
                  </a:moveTo>
                  <a:lnTo>
                    <a:pt x="0" y="0"/>
                  </a:lnTo>
                </a:path>
              </a:pathLst>
            </a:custGeom>
            <a:ln w="6350">
              <a:solidFill>
                <a:srgbClr val="BEBEBE"/>
              </a:solidFill>
            </a:ln>
          </p:spPr>
          <p:txBody>
            <a:bodyPr wrap="square" lIns="0" tIns="0" rIns="0" bIns="0" rtlCol="0"/>
            <a:lstStyle/>
            <a:p>
              <a:endParaRPr/>
            </a:p>
          </p:txBody>
        </p:sp>
        <p:sp>
          <p:nvSpPr>
            <p:cNvPr id="59" name="object 59"/>
            <p:cNvSpPr/>
            <p:nvPr/>
          </p:nvSpPr>
          <p:spPr>
            <a:xfrm>
              <a:off x="4079620" y="3701668"/>
              <a:ext cx="125221" cy="130937"/>
            </a:xfrm>
            <a:prstGeom prst="rect">
              <a:avLst/>
            </a:prstGeom>
            <a:blipFill>
              <a:blip r:embed="rId24" cstate="print"/>
              <a:stretch>
                <a:fillRect/>
              </a:stretch>
            </a:blipFill>
          </p:spPr>
          <p:txBody>
            <a:bodyPr wrap="square" lIns="0" tIns="0" rIns="0" bIns="0" rtlCol="0"/>
            <a:lstStyle/>
            <a:p>
              <a:endParaRPr/>
            </a:p>
          </p:txBody>
        </p:sp>
        <p:sp>
          <p:nvSpPr>
            <p:cNvPr id="60" name="object 60"/>
            <p:cNvSpPr/>
            <p:nvPr/>
          </p:nvSpPr>
          <p:spPr>
            <a:xfrm>
              <a:off x="3665219" y="3883151"/>
              <a:ext cx="415925" cy="0"/>
            </a:xfrm>
            <a:custGeom>
              <a:avLst/>
              <a:gdLst/>
              <a:ahLst/>
              <a:cxnLst/>
              <a:rect l="l" t="t" r="r" b="b"/>
              <a:pathLst>
                <a:path w="415925">
                  <a:moveTo>
                    <a:pt x="415797" y="0"/>
                  </a:moveTo>
                  <a:lnTo>
                    <a:pt x="0" y="0"/>
                  </a:lnTo>
                </a:path>
              </a:pathLst>
            </a:custGeom>
            <a:ln w="6350">
              <a:solidFill>
                <a:srgbClr val="BEBEBE"/>
              </a:solidFill>
            </a:ln>
          </p:spPr>
          <p:txBody>
            <a:bodyPr wrap="square" lIns="0" tIns="0" rIns="0" bIns="0" rtlCol="0"/>
            <a:lstStyle/>
            <a:p>
              <a:endParaRPr/>
            </a:p>
          </p:txBody>
        </p:sp>
        <p:sp>
          <p:nvSpPr>
            <p:cNvPr id="61" name="object 61"/>
            <p:cNvSpPr/>
            <p:nvPr/>
          </p:nvSpPr>
          <p:spPr>
            <a:xfrm>
              <a:off x="4079620" y="3881500"/>
              <a:ext cx="125221" cy="132842"/>
            </a:xfrm>
            <a:prstGeom prst="rect">
              <a:avLst/>
            </a:prstGeom>
            <a:blipFill>
              <a:blip r:embed="rId25" cstate="print"/>
              <a:stretch>
                <a:fillRect/>
              </a:stretch>
            </a:blipFill>
          </p:spPr>
          <p:txBody>
            <a:bodyPr wrap="square" lIns="0" tIns="0" rIns="0" bIns="0" rtlCol="0"/>
            <a:lstStyle/>
            <a:p>
              <a:endParaRPr/>
            </a:p>
          </p:txBody>
        </p:sp>
        <p:sp>
          <p:nvSpPr>
            <p:cNvPr id="63" name="object 63"/>
            <p:cNvSpPr/>
            <p:nvPr/>
          </p:nvSpPr>
          <p:spPr>
            <a:xfrm>
              <a:off x="4892039" y="3681983"/>
              <a:ext cx="2420873" cy="427481"/>
            </a:xfrm>
            <a:prstGeom prst="rect">
              <a:avLst/>
            </a:prstGeom>
            <a:blipFill>
              <a:blip r:embed="rId26" cstate="print"/>
              <a:stretch>
                <a:fillRect/>
              </a:stretch>
            </a:blipFill>
          </p:spPr>
          <p:txBody>
            <a:bodyPr wrap="square" lIns="0" tIns="0" rIns="0" bIns="0" rtlCol="0"/>
            <a:lstStyle/>
            <a:p>
              <a:endParaRPr/>
            </a:p>
          </p:txBody>
        </p:sp>
      </p:grpSp>
      <p:sp>
        <p:nvSpPr>
          <p:cNvPr id="64" name="object 64"/>
          <p:cNvSpPr txBox="1"/>
          <p:nvPr/>
        </p:nvSpPr>
        <p:spPr>
          <a:xfrm>
            <a:off x="5001005" y="3728161"/>
            <a:ext cx="2189480" cy="254635"/>
          </a:xfrm>
          <a:prstGeom prst="rect">
            <a:avLst/>
          </a:prstGeom>
        </p:spPr>
        <p:txBody>
          <a:bodyPr vert="horz" wrap="square" lIns="0" tIns="12700" rIns="0" bIns="0" rtlCol="0">
            <a:spAutoFit/>
          </a:bodyPr>
          <a:lstStyle/>
          <a:p>
            <a:pPr marL="12700">
              <a:lnSpc>
                <a:spcPct val="100000"/>
              </a:lnSpc>
              <a:spcBef>
                <a:spcPts val="100"/>
              </a:spcBef>
            </a:pPr>
            <a:r>
              <a:rPr sz="1500" b="1" spc="-5" dirty="0">
                <a:solidFill>
                  <a:srgbClr val="FFFFFF"/>
                </a:solidFill>
                <a:latin typeface="Gothic Uralic"/>
                <a:cs typeface="Gothic Uralic"/>
              </a:rPr>
              <a:t>What </a:t>
            </a:r>
            <a:r>
              <a:rPr sz="1500" b="1" dirty="0">
                <a:solidFill>
                  <a:srgbClr val="FFFFFF"/>
                </a:solidFill>
                <a:latin typeface="Gothic Uralic"/>
                <a:cs typeface="Gothic Uralic"/>
              </a:rPr>
              <a:t>is </a:t>
            </a:r>
            <a:r>
              <a:rPr sz="1500" b="1" spc="-5" dirty="0">
                <a:solidFill>
                  <a:srgbClr val="FFFFFF"/>
                </a:solidFill>
                <a:latin typeface="Gothic Uralic"/>
                <a:cs typeface="Gothic Uralic"/>
              </a:rPr>
              <a:t>Deep</a:t>
            </a:r>
            <a:r>
              <a:rPr sz="1500" b="1" spc="-60" dirty="0">
                <a:solidFill>
                  <a:srgbClr val="FFFFFF"/>
                </a:solidFill>
                <a:latin typeface="Gothic Uralic"/>
                <a:cs typeface="Gothic Uralic"/>
              </a:rPr>
              <a:t> </a:t>
            </a:r>
            <a:r>
              <a:rPr sz="1500" b="1" dirty="0">
                <a:solidFill>
                  <a:srgbClr val="FFFFFF"/>
                </a:solidFill>
                <a:latin typeface="Gothic Uralic"/>
                <a:cs typeface="Gothic Uralic"/>
              </a:rPr>
              <a:t>Learning?</a:t>
            </a:r>
            <a:endParaRPr sz="1500">
              <a:latin typeface="Gothic Uralic"/>
              <a:cs typeface="Gothic Uralic"/>
            </a:endParaRPr>
          </a:p>
        </p:txBody>
      </p:sp>
      <p:grpSp>
        <p:nvGrpSpPr>
          <p:cNvPr id="65" name="object 65"/>
          <p:cNvGrpSpPr/>
          <p:nvPr/>
        </p:nvGrpSpPr>
        <p:grpSpPr>
          <a:xfrm>
            <a:off x="7988681" y="3701669"/>
            <a:ext cx="4202175" cy="312674"/>
            <a:chOff x="7988681" y="3701669"/>
            <a:chExt cx="4202175" cy="312674"/>
          </a:xfrm>
        </p:grpSpPr>
        <p:sp>
          <p:nvSpPr>
            <p:cNvPr id="66" name="object 66"/>
            <p:cNvSpPr/>
            <p:nvPr/>
          </p:nvSpPr>
          <p:spPr>
            <a:xfrm>
              <a:off x="8344661" y="3858005"/>
              <a:ext cx="3846195" cy="0"/>
            </a:xfrm>
            <a:custGeom>
              <a:avLst/>
              <a:gdLst/>
              <a:ahLst/>
              <a:cxnLst/>
              <a:rect l="l" t="t" r="r" b="b"/>
              <a:pathLst>
                <a:path w="3846195">
                  <a:moveTo>
                    <a:pt x="3845814" y="0"/>
                  </a:moveTo>
                  <a:lnTo>
                    <a:pt x="0" y="0"/>
                  </a:lnTo>
                </a:path>
              </a:pathLst>
            </a:custGeom>
            <a:ln w="3175">
              <a:solidFill>
                <a:srgbClr val="BEBEBE"/>
              </a:solidFill>
            </a:ln>
          </p:spPr>
          <p:txBody>
            <a:bodyPr wrap="square" lIns="0" tIns="0" rIns="0" bIns="0" rtlCol="0"/>
            <a:lstStyle/>
            <a:p>
              <a:endParaRPr/>
            </a:p>
          </p:txBody>
        </p:sp>
        <p:sp>
          <p:nvSpPr>
            <p:cNvPr id="67" name="object 67"/>
            <p:cNvSpPr/>
            <p:nvPr/>
          </p:nvSpPr>
          <p:spPr>
            <a:xfrm>
              <a:off x="8110728" y="3832859"/>
              <a:ext cx="415925" cy="0"/>
            </a:xfrm>
            <a:custGeom>
              <a:avLst/>
              <a:gdLst/>
              <a:ahLst/>
              <a:cxnLst/>
              <a:rect l="l" t="t" r="r" b="b"/>
              <a:pathLst>
                <a:path w="415925">
                  <a:moveTo>
                    <a:pt x="0" y="0"/>
                  </a:moveTo>
                  <a:lnTo>
                    <a:pt x="415798" y="0"/>
                  </a:lnTo>
                </a:path>
              </a:pathLst>
            </a:custGeom>
            <a:ln w="6350">
              <a:solidFill>
                <a:srgbClr val="BEBEBE"/>
              </a:solidFill>
            </a:ln>
          </p:spPr>
          <p:txBody>
            <a:bodyPr wrap="square" lIns="0" tIns="0" rIns="0" bIns="0" rtlCol="0"/>
            <a:lstStyle/>
            <a:p>
              <a:endParaRPr/>
            </a:p>
          </p:txBody>
        </p:sp>
        <p:sp>
          <p:nvSpPr>
            <p:cNvPr id="68" name="object 68"/>
            <p:cNvSpPr/>
            <p:nvPr/>
          </p:nvSpPr>
          <p:spPr>
            <a:xfrm>
              <a:off x="7988681" y="3701669"/>
              <a:ext cx="123698" cy="130937"/>
            </a:xfrm>
            <a:prstGeom prst="rect">
              <a:avLst/>
            </a:prstGeom>
            <a:blipFill>
              <a:blip r:embed="rId27" cstate="print"/>
              <a:stretch>
                <a:fillRect/>
              </a:stretch>
            </a:blipFill>
          </p:spPr>
          <p:txBody>
            <a:bodyPr wrap="square" lIns="0" tIns="0" rIns="0" bIns="0" rtlCol="0"/>
            <a:lstStyle/>
            <a:p>
              <a:endParaRPr/>
            </a:p>
          </p:txBody>
        </p:sp>
        <p:sp>
          <p:nvSpPr>
            <p:cNvPr id="69" name="object 69"/>
            <p:cNvSpPr/>
            <p:nvPr/>
          </p:nvSpPr>
          <p:spPr>
            <a:xfrm>
              <a:off x="8110728" y="3883152"/>
              <a:ext cx="415925" cy="0"/>
            </a:xfrm>
            <a:custGeom>
              <a:avLst/>
              <a:gdLst/>
              <a:ahLst/>
              <a:cxnLst/>
              <a:rect l="l" t="t" r="r" b="b"/>
              <a:pathLst>
                <a:path w="415925">
                  <a:moveTo>
                    <a:pt x="0" y="0"/>
                  </a:moveTo>
                  <a:lnTo>
                    <a:pt x="415798" y="0"/>
                  </a:lnTo>
                </a:path>
              </a:pathLst>
            </a:custGeom>
            <a:ln w="6350">
              <a:solidFill>
                <a:srgbClr val="BEBEBE"/>
              </a:solidFill>
            </a:ln>
          </p:spPr>
          <p:txBody>
            <a:bodyPr wrap="square" lIns="0" tIns="0" rIns="0" bIns="0" rtlCol="0"/>
            <a:lstStyle/>
            <a:p>
              <a:endParaRPr/>
            </a:p>
          </p:txBody>
        </p:sp>
        <p:sp>
          <p:nvSpPr>
            <p:cNvPr id="70" name="object 70"/>
            <p:cNvSpPr/>
            <p:nvPr/>
          </p:nvSpPr>
          <p:spPr>
            <a:xfrm>
              <a:off x="7988681" y="3881501"/>
              <a:ext cx="123698" cy="132842"/>
            </a:xfrm>
            <a:prstGeom prst="rect">
              <a:avLst/>
            </a:prstGeom>
            <a:blipFill>
              <a:blip r:embed="rId28" cstate="print"/>
              <a:stretch>
                <a:fillRect/>
              </a:stretch>
            </a:blipFill>
          </p:spPr>
          <p:txBody>
            <a:bodyPr wrap="square" lIns="0" tIns="0" rIns="0" bIns="0" rtlCol="0"/>
            <a:lstStyle/>
            <a:p>
              <a:endParaRPr/>
            </a:p>
          </p:txBody>
        </p:sp>
      </p:grpSp>
      <p:sp>
        <p:nvSpPr>
          <p:cNvPr id="72" name="object 72"/>
          <p:cNvSpPr txBox="1">
            <a:spLocks noGrp="1"/>
          </p:cNvSpPr>
          <p:nvPr>
            <p:ph type="sldNum" sz="quarter" idx="7"/>
          </p:nvPr>
        </p:nvSpPr>
        <p:spPr>
          <a:prstGeom prst="rect">
            <a:avLst/>
          </a:prstGeom>
        </p:spPr>
        <p:txBody>
          <a:bodyPr vert="horz" wrap="square" lIns="0" tIns="3175" rIns="0" bIns="0" rtlCol="0">
            <a:spAutoFit/>
          </a:bodyPr>
          <a:lstStyle/>
          <a:p>
            <a:pPr marL="38100">
              <a:lnSpc>
                <a:spcPct val="100000"/>
              </a:lnSpc>
              <a:spcBef>
                <a:spcPts val="25"/>
              </a:spcBef>
            </a:pPr>
            <a:fld id="{81D60167-4931-47E6-BA6A-407CBD079E47}" type="slidenum">
              <a:rPr dirty="0"/>
              <a:pPr marL="38100">
                <a:lnSpc>
                  <a:spcPct val="100000"/>
                </a:lnSpc>
                <a:spcBef>
                  <a:spcPts val="25"/>
                </a:spcBef>
              </a:pPr>
              <a:t>31</a:t>
            </a:fld>
            <a:endParaRPr dirty="0"/>
          </a:p>
        </p:txBody>
      </p:sp>
      <p:sp>
        <p:nvSpPr>
          <p:cNvPr id="73" name="object 73"/>
          <p:cNvSpPr txBox="1">
            <a:spLocks noGrp="1"/>
          </p:cNvSpPr>
          <p:nvPr>
            <p:ph type="ftr" sz="quarter" idx="5"/>
          </p:nvPr>
        </p:nvSpPr>
        <p:spPr>
          <a:prstGeom prst="rect">
            <a:avLst/>
          </a:prstGeom>
        </p:spPr>
        <p:txBody>
          <a:bodyPr vert="horz" wrap="square" lIns="0" tIns="3175" rIns="0" bIns="0" rtlCol="0">
            <a:spAutoFit/>
          </a:bodyPr>
          <a:lstStyle/>
          <a:p>
            <a:pPr marL="12700">
              <a:lnSpc>
                <a:spcPct val="100000"/>
              </a:lnSpc>
              <a:spcBef>
                <a:spcPts val="25"/>
              </a:spcBef>
            </a:pPr>
            <a:r>
              <a:rPr dirty="0"/>
              <a:t>This slide</a:t>
            </a:r>
            <a:r>
              <a:rPr spc="65" dirty="0"/>
              <a:t> </a:t>
            </a:r>
            <a:r>
              <a:rPr dirty="0"/>
              <a:t>is </a:t>
            </a:r>
            <a:r>
              <a:rPr spc="-5" dirty="0"/>
              <a:t>100% editable. Adapt </a:t>
            </a:r>
            <a:r>
              <a:rPr dirty="0"/>
              <a:t>it to </a:t>
            </a:r>
            <a:r>
              <a:rPr spc="-5" dirty="0"/>
              <a:t>your needs and capture your audience's attention.</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966469"/>
          </a:xfrm>
          <a:custGeom>
            <a:avLst/>
            <a:gdLst/>
            <a:ahLst/>
            <a:cxnLst/>
            <a:rect l="l" t="t" r="r" b="b"/>
            <a:pathLst>
              <a:path w="12192000" h="966469">
                <a:moveTo>
                  <a:pt x="0" y="966216"/>
                </a:moveTo>
                <a:lnTo>
                  <a:pt x="12192000" y="966216"/>
                </a:lnTo>
                <a:lnTo>
                  <a:pt x="12192000" y="0"/>
                </a:lnTo>
                <a:lnTo>
                  <a:pt x="0" y="0"/>
                </a:lnTo>
                <a:lnTo>
                  <a:pt x="0" y="966216"/>
                </a:lnTo>
                <a:close/>
              </a:path>
            </a:pathLst>
          </a:custGeom>
          <a:solidFill>
            <a:srgbClr val="152B77"/>
          </a:solidFill>
        </p:spPr>
        <p:txBody>
          <a:bodyPr wrap="square" lIns="0" tIns="0" rIns="0" bIns="0" rtlCol="0"/>
          <a:lstStyle/>
          <a:p>
            <a:endParaRPr/>
          </a:p>
        </p:txBody>
      </p:sp>
      <p:sp>
        <p:nvSpPr>
          <p:cNvPr id="3" name="object 3"/>
          <p:cNvSpPr/>
          <p:nvPr/>
        </p:nvSpPr>
        <p:spPr>
          <a:xfrm>
            <a:off x="0" y="3515867"/>
            <a:ext cx="12192000" cy="3342640"/>
          </a:xfrm>
          <a:custGeom>
            <a:avLst/>
            <a:gdLst/>
            <a:ahLst/>
            <a:cxnLst/>
            <a:rect l="l" t="t" r="r" b="b"/>
            <a:pathLst>
              <a:path w="12192000" h="3342640">
                <a:moveTo>
                  <a:pt x="0" y="3342131"/>
                </a:moveTo>
                <a:lnTo>
                  <a:pt x="12192000" y="3342131"/>
                </a:lnTo>
                <a:lnTo>
                  <a:pt x="12192000" y="0"/>
                </a:lnTo>
                <a:lnTo>
                  <a:pt x="0" y="0"/>
                </a:lnTo>
                <a:lnTo>
                  <a:pt x="0" y="3342131"/>
                </a:lnTo>
                <a:close/>
              </a:path>
            </a:pathLst>
          </a:custGeom>
          <a:solidFill>
            <a:srgbClr val="152B77"/>
          </a:solidFill>
        </p:spPr>
        <p:txBody>
          <a:bodyPr wrap="square" lIns="0" tIns="0" rIns="0" bIns="0" rtlCol="0"/>
          <a:lstStyle/>
          <a:p>
            <a:endParaRPr/>
          </a:p>
        </p:txBody>
      </p:sp>
      <p:sp>
        <p:nvSpPr>
          <p:cNvPr id="4" name="object 4"/>
          <p:cNvSpPr/>
          <p:nvPr/>
        </p:nvSpPr>
        <p:spPr>
          <a:xfrm>
            <a:off x="0" y="30480"/>
            <a:ext cx="12189460" cy="41275"/>
          </a:xfrm>
          <a:custGeom>
            <a:avLst/>
            <a:gdLst/>
            <a:ahLst/>
            <a:cxnLst/>
            <a:rect l="l" t="t" r="r" b="b"/>
            <a:pathLst>
              <a:path w="12189460" h="41275">
                <a:moveTo>
                  <a:pt x="12188952" y="0"/>
                </a:moveTo>
                <a:lnTo>
                  <a:pt x="0" y="0"/>
                </a:lnTo>
                <a:lnTo>
                  <a:pt x="0" y="41148"/>
                </a:lnTo>
                <a:lnTo>
                  <a:pt x="12188952" y="41148"/>
                </a:lnTo>
                <a:lnTo>
                  <a:pt x="12188952" y="0"/>
                </a:lnTo>
                <a:close/>
              </a:path>
            </a:pathLst>
          </a:custGeom>
          <a:solidFill>
            <a:srgbClr val="00D9CE"/>
          </a:solidFill>
        </p:spPr>
        <p:txBody>
          <a:bodyPr wrap="square" lIns="0" tIns="0" rIns="0" bIns="0" rtlCol="0"/>
          <a:lstStyle/>
          <a:p>
            <a:endParaRPr/>
          </a:p>
        </p:txBody>
      </p:sp>
      <p:grpSp>
        <p:nvGrpSpPr>
          <p:cNvPr id="5" name="object 5"/>
          <p:cNvGrpSpPr/>
          <p:nvPr/>
        </p:nvGrpSpPr>
        <p:grpSpPr>
          <a:xfrm>
            <a:off x="1524" y="966216"/>
            <a:ext cx="12189460" cy="2550160"/>
            <a:chOff x="1524" y="966216"/>
            <a:chExt cx="12189460" cy="2550160"/>
          </a:xfrm>
        </p:grpSpPr>
        <p:sp>
          <p:nvSpPr>
            <p:cNvPr id="6" name="object 6"/>
            <p:cNvSpPr/>
            <p:nvPr/>
          </p:nvSpPr>
          <p:spPr>
            <a:xfrm>
              <a:off x="182879" y="966216"/>
              <a:ext cx="12007850" cy="2550160"/>
            </a:xfrm>
            <a:custGeom>
              <a:avLst/>
              <a:gdLst/>
              <a:ahLst/>
              <a:cxnLst/>
              <a:rect l="l" t="t" r="r" b="b"/>
              <a:pathLst>
                <a:path w="12007850" h="2550160">
                  <a:moveTo>
                    <a:pt x="0" y="2549652"/>
                  </a:moveTo>
                  <a:lnTo>
                    <a:pt x="12007596" y="2549652"/>
                  </a:lnTo>
                  <a:lnTo>
                    <a:pt x="12007596" y="0"/>
                  </a:lnTo>
                  <a:lnTo>
                    <a:pt x="0" y="0"/>
                  </a:lnTo>
                  <a:lnTo>
                    <a:pt x="0" y="2549652"/>
                  </a:lnTo>
                  <a:close/>
                </a:path>
              </a:pathLst>
            </a:custGeom>
            <a:solidFill>
              <a:srgbClr val="0F1F58"/>
            </a:solidFill>
          </p:spPr>
          <p:txBody>
            <a:bodyPr wrap="square" lIns="0" tIns="0" rIns="0" bIns="0" rtlCol="0"/>
            <a:lstStyle/>
            <a:p>
              <a:endParaRPr/>
            </a:p>
          </p:txBody>
        </p:sp>
        <p:sp>
          <p:nvSpPr>
            <p:cNvPr id="7" name="object 7"/>
            <p:cNvSpPr/>
            <p:nvPr/>
          </p:nvSpPr>
          <p:spPr>
            <a:xfrm>
              <a:off x="1524" y="966216"/>
              <a:ext cx="12189460" cy="2550160"/>
            </a:xfrm>
            <a:custGeom>
              <a:avLst/>
              <a:gdLst/>
              <a:ahLst/>
              <a:cxnLst/>
              <a:rect l="l" t="t" r="r" b="b"/>
              <a:pathLst>
                <a:path w="12189460" h="2550160">
                  <a:moveTo>
                    <a:pt x="0" y="2549652"/>
                  </a:moveTo>
                  <a:lnTo>
                    <a:pt x="12188952" y="2549652"/>
                  </a:lnTo>
                  <a:lnTo>
                    <a:pt x="12188952" y="0"/>
                  </a:lnTo>
                  <a:lnTo>
                    <a:pt x="0" y="0"/>
                  </a:lnTo>
                  <a:lnTo>
                    <a:pt x="0" y="2549652"/>
                  </a:lnTo>
                  <a:close/>
                </a:path>
              </a:pathLst>
            </a:custGeom>
            <a:ln w="12700">
              <a:solidFill>
                <a:srgbClr val="0C1D55"/>
              </a:solidFill>
            </a:ln>
          </p:spPr>
          <p:txBody>
            <a:bodyPr wrap="square" lIns="0" tIns="0" rIns="0" bIns="0" rtlCol="0"/>
            <a:lstStyle/>
            <a:p>
              <a:endParaRPr/>
            </a:p>
          </p:txBody>
        </p:sp>
        <p:sp>
          <p:nvSpPr>
            <p:cNvPr id="8" name="object 8"/>
            <p:cNvSpPr/>
            <p:nvPr/>
          </p:nvSpPr>
          <p:spPr>
            <a:xfrm>
              <a:off x="184403" y="1066800"/>
              <a:ext cx="3902964" cy="2363724"/>
            </a:xfrm>
            <a:prstGeom prst="rect">
              <a:avLst/>
            </a:prstGeom>
            <a:blipFill>
              <a:blip r:embed="rId2" cstate="print"/>
              <a:stretch>
                <a:fillRect/>
              </a:stretch>
            </a:blipFill>
          </p:spPr>
          <p:txBody>
            <a:bodyPr wrap="square" lIns="0" tIns="0" rIns="0" bIns="0" rtlCol="0"/>
            <a:lstStyle/>
            <a:p>
              <a:endParaRPr/>
            </a:p>
          </p:txBody>
        </p:sp>
      </p:grpSp>
      <p:sp>
        <p:nvSpPr>
          <p:cNvPr id="10" name="object 10"/>
          <p:cNvSpPr txBox="1">
            <a:spLocks noGrp="1"/>
          </p:cNvSpPr>
          <p:nvPr>
            <p:ph type="title"/>
          </p:nvPr>
        </p:nvSpPr>
        <p:spPr>
          <a:xfrm>
            <a:off x="263753" y="204343"/>
            <a:ext cx="6553834" cy="513715"/>
          </a:xfrm>
          <a:prstGeom prst="rect">
            <a:avLst/>
          </a:prstGeom>
        </p:spPr>
        <p:txBody>
          <a:bodyPr vert="horz" wrap="square" lIns="0" tIns="12700" rIns="0" bIns="0" rtlCol="0">
            <a:spAutoFit/>
          </a:bodyPr>
          <a:lstStyle/>
          <a:p>
            <a:pPr marL="12700">
              <a:lnSpc>
                <a:spcPct val="100000"/>
              </a:lnSpc>
              <a:spcBef>
                <a:spcPts val="100"/>
              </a:spcBef>
            </a:pPr>
            <a:r>
              <a:rPr sz="3200" dirty="0"/>
              <a:t>Types </a:t>
            </a:r>
            <a:r>
              <a:rPr sz="3200" spc="-5" dirty="0"/>
              <a:t>of Deep Learning</a:t>
            </a:r>
            <a:r>
              <a:rPr sz="3200" spc="-25" dirty="0"/>
              <a:t> </a:t>
            </a:r>
            <a:r>
              <a:rPr sz="3200" dirty="0"/>
              <a:t>Networks</a:t>
            </a:r>
            <a:endParaRPr sz="3200"/>
          </a:p>
        </p:txBody>
      </p:sp>
      <p:sp>
        <p:nvSpPr>
          <p:cNvPr id="11" name="object 11"/>
          <p:cNvSpPr/>
          <p:nvPr/>
        </p:nvSpPr>
        <p:spPr>
          <a:xfrm>
            <a:off x="5114544" y="1941576"/>
            <a:ext cx="1012698" cy="345186"/>
          </a:xfrm>
          <a:prstGeom prst="rect">
            <a:avLst/>
          </a:prstGeom>
          <a:blipFill>
            <a:blip r:embed="rId3" cstate="print"/>
            <a:stretch>
              <a:fillRect/>
            </a:stretch>
          </a:blipFill>
        </p:spPr>
        <p:txBody>
          <a:bodyPr wrap="square" lIns="0" tIns="0" rIns="0" bIns="0" rtlCol="0"/>
          <a:lstStyle/>
          <a:p>
            <a:endParaRPr/>
          </a:p>
        </p:txBody>
      </p:sp>
      <p:sp>
        <p:nvSpPr>
          <p:cNvPr id="12" name="object 12"/>
          <p:cNvSpPr/>
          <p:nvPr/>
        </p:nvSpPr>
        <p:spPr>
          <a:xfrm>
            <a:off x="5026152" y="2983992"/>
            <a:ext cx="1189481" cy="345186"/>
          </a:xfrm>
          <a:prstGeom prst="rect">
            <a:avLst/>
          </a:prstGeom>
          <a:blipFill>
            <a:blip r:embed="rId4" cstate="print"/>
            <a:stretch>
              <a:fillRect/>
            </a:stretch>
          </a:blipFill>
        </p:spPr>
        <p:txBody>
          <a:bodyPr wrap="square" lIns="0" tIns="0" rIns="0" bIns="0" rtlCol="0"/>
          <a:lstStyle/>
          <a:p>
            <a:endParaRPr/>
          </a:p>
        </p:txBody>
      </p:sp>
      <p:grpSp>
        <p:nvGrpSpPr>
          <p:cNvPr id="13" name="object 13"/>
          <p:cNvGrpSpPr/>
          <p:nvPr/>
        </p:nvGrpSpPr>
        <p:grpSpPr>
          <a:xfrm>
            <a:off x="6576059" y="1216139"/>
            <a:ext cx="2112010" cy="2054225"/>
            <a:chOff x="6576059" y="1216139"/>
            <a:chExt cx="2112010" cy="2054225"/>
          </a:xfrm>
        </p:grpSpPr>
        <p:sp>
          <p:nvSpPr>
            <p:cNvPr id="14" name="object 14"/>
            <p:cNvSpPr/>
            <p:nvPr/>
          </p:nvSpPr>
          <p:spPr>
            <a:xfrm>
              <a:off x="6576059" y="1216139"/>
              <a:ext cx="1753361" cy="316242"/>
            </a:xfrm>
            <a:prstGeom prst="rect">
              <a:avLst/>
            </a:prstGeom>
            <a:blipFill>
              <a:blip r:embed="rId5" cstate="print"/>
              <a:stretch>
                <a:fillRect/>
              </a:stretch>
            </a:blipFill>
          </p:spPr>
          <p:txBody>
            <a:bodyPr wrap="square" lIns="0" tIns="0" rIns="0" bIns="0" rtlCol="0"/>
            <a:lstStyle/>
            <a:p>
              <a:endParaRPr/>
            </a:p>
          </p:txBody>
        </p:sp>
        <p:sp>
          <p:nvSpPr>
            <p:cNvPr id="15" name="object 15"/>
            <p:cNvSpPr/>
            <p:nvPr/>
          </p:nvSpPr>
          <p:spPr>
            <a:xfrm>
              <a:off x="6576059" y="1563611"/>
              <a:ext cx="2111502" cy="316242"/>
            </a:xfrm>
            <a:prstGeom prst="rect">
              <a:avLst/>
            </a:prstGeom>
            <a:blipFill>
              <a:blip r:embed="rId6" cstate="print"/>
              <a:stretch>
                <a:fillRect/>
              </a:stretch>
            </a:blipFill>
          </p:spPr>
          <p:txBody>
            <a:bodyPr wrap="square" lIns="0" tIns="0" rIns="0" bIns="0" rtlCol="0"/>
            <a:lstStyle/>
            <a:p>
              <a:endParaRPr/>
            </a:p>
          </p:txBody>
        </p:sp>
        <p:sp>
          <p:nvSpPr>
            <p:cNvPr id="16" name="object 16"/>
            <p:cNvSpPr/>
            <p:nvPr/>
          </p:nvSpPr>
          <p:spPr>
            <a:xfrm>
              <a:off x="6576059" y="1911083"/>
              <a:ext cx="1913381" cy="316242"/>
            </a:xfrm>
            <a:prstGeom prst="rect">
              <a:avLst/>
            </a:prstGeom>
            <a:blipFill>
              <a:blip r:embed="rId7" cstate="print"/>
              <a:stretch>
                <a:fillRect/>
              </a:stretch>
            </a:blipFill>
          </p:spPr>
          <p:txBody>
            <a:bodyPr wrap="square" lIns="0" tIns="0" rIns="0" bIns="0" rtlCol="0"/>
            <a:lstStyle/>
            <a:p>
              <a:endParaRPr/>
            </a:p>
          </p:txBody>
        </p:sp>
        <p:sp>
          <p:nvSpPr>
            <p:cNvPr id="17" name="object 17"/>
            <p:cNvSpPr/>
            <p:nvPr/>
          </p:nvSpPr>
          <p:spPr>
            <a:xfrm>
              <a:off x="6576059" y="2258555"/>
              <a:ext cx="432053" cy="316242"/>
            </a:xfrm>
            <a:prstGeom prst="rect">
              <a:avLst/>
            </a:prstGeom>
            <a:blipFill>
              <a:blip r:embed="rId8" cstate="print"/>
              <a:stretch>
                <a:fillRect/>
              </a:stretch>
            </a:blipFill>
          </p:spPr>
          <p:txBody>
            <a:bodyPr wrap="square" lIns="0" tIns="0" rIns="0" bIns="0" rtlCol="0"/>
            <a:lstStyle/>
            <a:p>
              <a:endParaRPr/>
            </a:p>
          </p:txBody>
        </p:sp>
        <p:sp>
          <p:nvSpPr>
            <p:cNvPr id="18" name="object 18"/>
            <p:cNvSpPr/>
            <p:nvPr/>
          </p:nvSpPr>
          <p:spPr>
            <a:xfrm>
              <a:off x="6818375" y="2258555"/>
              <a:ext cx="236969" cy="316242"/>
            </a:xfrm>
            <a:prstGeom prst="rect">
              <a:avLst/>
            </a:prstGeom>
            <a:blipFill>
              <a:blip r:embed="rId9" cstate="print"/>
              <a:stretch>
                <a:fillRect/>
              </a:stretch>
            </a:blipFill>
          </p:spPr>
          <p:txBody>
            <a:bodyPr wrap="square" lIns="0" tIns="0" rIns="0" bIns="0" rtlCol="0"/>
            <a:lstStyle/>
            <a:p>
              <a:endParaRPr/>
            </a:p>
          </p:txBody>
        </p:sp>
        <p:sp>
          <p:nvSpPr>
            <p:cNvPr id="19" name="object 19"/>
            <p:cNvSpPr/>
            <p:nvPr/>
          </p:nvSpPr>
          <p:spPr>
            <a:xfrm>
              <a:off x="6865619" y="2258555"/>
              <a:ext cx="1241298" cy="316242"/>
            </a:xfrm>
            <a:prstGeom prst="rect">
              <a:avLst/>
            </a:prstGeom>
            <a:blipFill>
              <a:blip r:embed="rId10" cstate="print"/>
              <a:stretch>
                <a:fillRect/>
              </a:stretch>
            </a:blipFill>
          </p:spPr>
          <p:txBody>
            <a:bodyPr wrap="square" lIns="0" tIns="0" rIns="0" bIns="0" rtlCol="0"/>
            <a:lstStyle/>
            <a:p>
              <a:endParaRPr/>
            </a:p>
          </p:txBody>
        </p:sp>
        <p:sp>
          <p:nvSpPr>
            <p:cNvPr id="20" name="object 20"/>
            <p:cNvSpPr/>
            <p:nvPr/>
          </p:nvSpPr>
          <p:spPr>
            <a:xfrm>
              <a:off x="6576059" y="2606027"/>
              <a:ext cx="1856994" cy="316242"/>
            </a:xfrm>
            <a:prstGeom prst="rect">
              <a:avLst/>
            </a:prstGeom>
            <a:blipFill>
              <a:blip r:embed="rId11" cstate="print"/>
              <a:stretch>
                <a:fillRect/>
              </a:stretch>
            </a:blipFill>
          </p:spPr>
          <p:txBody>
            <a:bodyPr wrap="square" lIns="0" tIns="0" rIns="0" bIns="0" rtlCol="0"/>
            <a:lstStyle/>
            <a:p>
              <a:endParaRPr/>
            </a:p>
          </p:txBody>
        </p:sp>
        <p:sp>
          <p:nvSpPr>
            <p:cNvPr id="21" name="object 21"/>
            <p:cNvSpPr/>
            <p:nvPr/>
          </p:nvSpPr>
          <p:spPr>
            <a:xfrm>
              <a:off x="6576059" y="2953499"/>
              <a:ext cx="1069086" cy="316242"/>
            </a:xfrm>
            <a:prstGeom prst="rect">
              <a:avLst/>
            </a:prstGeom>
            <a:blipFill>
              <a:blip r:embed="rId12" cstate="print"/>
              <a:stretch>
                <a:fillRect/>
              </a:stretch>
            </a:blipFill>
          </p:spPr>
          <p:txBody>
            <a:bodyPr wrap="square" lIns="0" tIns="0" rIns="0" bIns="0" rtlCol="0"/>
            <a:lstStyle/>
            <a:p>
              <a:endParaRPr/>
            </a:p>
          </p:txBody>
        </p:sp>
      </p:grpSp>
      <p:grpSp>
        <p:nvGrpSpPr>
          <p:cNvPr id="22" name="object 22"/>
          <p:cNvGrpSpPr/>
          <p:nvPr/>
        </p:nvGrpSpPr>
        <p:grpSpPr>
          <a:xfrm>
            <a:off x="9150095" y="1216139"/>
            <a:ext cx="2457450" cy="2054225"/>
            <a:chOff x="9150095" y="1216139"/>
            <a:chExt cx="2457450" cy="2054225"/>
          </a:xfrm>
        </p:grpSpPr>
        <p:sp>
          <p:nvSpPr>
            <p:cNvPr id="23" name="object 23"/>
            <p:cNvSpPr/>
            <p:nvPr/>
          </p:nvSpPr>
          <p:spPr>
            <a:xfrm>
              <a:off x="9150095" y="1216139"/>
              <a:ext cx="2457450" cy="316242"/>
            </a:xfrm>
            <a:prstGeom prst="rect">
              <a:avLst/>
            </a:prstGeom>
            <a:blipFill>
              <a:blip r:embed="rId13" cstate="print"/>
              <a:stretch>
                <a:fillRect/>
              </a:stretch>
            </a:blipFill>
          </p:spPr>
          <p:txBody>
            <a:bodyPr wrap="square" lIns="0" tIns="0" rIns="0" bIns="0" rtlCol="0"/>
            <a:lstStyle/>
            <a:p>
              <a:endParaRPr/>
            </a:p>
          </p:txBody>
        </p:sp>
        <p:sp>
          <p:nvSpPr>
            <p:cNvPr id="24" name="object 24"/>
            <p:cNvSpPr/>
            <p:nvPr/>
          </p:nvSpPr>
          <p:spPr>
            <a:xfrm>
              <a:off x="9150095" y="1563611"/>
              <a:ext cx="1785366" cy="316242"/>
            </a:xfrm>
            <a:prstGeom prst="rect">
              <a:avLst/>
            </a:prstGeom>
            <a:blipFill>
              <a:blip r:embed="rId14" cstate="print"/>
              <a:stretch>
                <a:fillRect/>
              </a:stretch>
            </a:blipFill>
          </p:spPr>
          <p:txBody>
            <a:bodyPr wrap="square" lIns="0" tIns="0" rIns="0" bIns="0" rtlCol="0"/>
            <a:lstStyle/>
            <a:p>
              <a:endParaRPr/>
            </a:p>
          </p:txBody>
        </p:sp>
        <p:sp>
          <p:nvSpPr>
            <p:cNvPr id="25" name="object 25"/>
            <p:cNvSpPr/>
            <p:nvPr/>
          </p:nvSpPr>
          <p:spPr>
            <a:xfrm>
              <a:off x="9150095" y="1911083"/>
              <a:ext cx="2056638" cy="316242"/>
            </a:xfrm>
            <a:prstGeom prst="rect">
              <a:avLst/>
            </a:prstGeom>
            <a:blipFill>
              <a:blip r:embed="rId15" cstate="print"/>
              <a:stretch>
                <a:fillRect/>
              </a:stretch>
            </a:blipFill>
          </p:spPr>
          <p:txBody>
            <a:bodyPr wrap="square" lIns="0" tIns="0" rIns="0" bIns="0" rtlCol="0"/>
            <a:lstStyle/>
            <a:p>
              <a:endParaRPr/>
            </a:p>
          </p:txBody>
        </p:sp>
        <p:sp>
          <p:nvSpPr>
            <p:cNvPr id="26" name="object 26"/>
            <p:cNvSpPr/>
            <p:nvPr/>
          </p:nvSpPr>
          <p:spPr>
            <a:xfrm>
              <a:off x="9150095" y="2258555"/>
              <a:ext cx="1864613" cy="316242"/>
            </a:xfrm>
            <a:prstGeom prst="rect">
              <a:avLst/>
            </a:prstGeom>
            <a:blipFill>
              <a:blip r:embed="rId16" cstate="print"/>
              <a:stretch>
                <a:fillRect/>
              </a:stretch>
            </a:blipFill>
          </p:spPr>
          <p:txBody>
            <a:bodyPr wrap="square" lIns="0" tIns="0" rIns="0" bIns="0" rtlCol="0"/>
            <a:lstStyle/>
            <a:p>
              <a:endParaRPr/>
            </a:p>
          </p:txBody>
        </p:sp>
        <p:sp>
          <p:nvSpPr>
            <p:cNvPr id="27" name="object 27"/>
            <p:cNvSpPr/>
            <p:nvPr/>
          </p:nvSpPr>
          <p:spPr>
            <a:xfrm>
              <a:off x="9150095" y="2606027"/>
              <a:ext cx="2425446" cy="316242"/>
            </a:xfrm>
            <a:prstGeom prst="rect">
              <a:avLst/>
            </a:prstGeom>
            <a:blipFill>
              <a:blip r:embed="rId17" cstate="print"/>
              <a:stretch>
                <a:fillRect/>
              </a:stretch>
            </a:blipFill>
          </p:spPr>
          <p:txBody>
            <a:bodyPr wrap="square" lIns="0" tIns="0" rIns="0" bIns="0" rtlCol="0"/>
            <a:lstStyle/>
            <a:p>
              <a:endParaRPr/>
            </a:p>
          </p:txBody>
        </p:sp>
        <p:sp>
          <p:nvSpPr>
            <p:cNvPr id="28" name="object 28"/>
            <p:cNvSpPr/>
            <p:nvPr/>
          </p:nvSpPr>
          <p:spPr>
            <a:xfrm>
              <a:off x="9150095" y="2953499"/>
              <a:ext cx="2425446" cy="316242"/>
            </a:xfrm>
            <a:prstGeom prst="rect">
              <a:avLst/>
            </a:prstGeom>
            <a:blipFill>
              <a:blip r:embed="rId17" cstate="print"/>
              <a:stretch>
                <a:fillRect/>
              </a:stretch>
            </a:blipFill>
          </p:spPr>
          <p:txBody>
            <a:bodyPr wrap="square" lIns="0" tIns="0" rIns="0" bIns="0" rtlCol="0"/>
            <a:lstStyle/>
            <a:p>
              <a:endParaRPr/>
            </a:p>
          </p:txBody>
        </p:sp>
      </p:grpSp>
      <p:grpSp>
        <p:nvGrpSpPr>
          <p:cNvPr id="29" name="object 29"/>
          <p:cNvGrpSpPr/>
          <p:nvPr/>
        </p:nvGrpSpPr>
        <p:grpSpPr>
          <a:xfrm>
            <a:off x="11740895" y="6574535"/>
            <a:ext cx="292100" cy="283845"/>
            <a:chOff x="11740895" y="6574535"/>
            <a:chExt cx="292100" cy="283845"/>
          </a:xfrm>
        </p:grpSpPr>
        <p:sp>
          <p:nvSpPr>
            <p:cNvPr id="30" name="object 30"/>
            <p:cNvSpPr/>
            <p:nvPr/>
          </p:nvSpPr>
          <p:spPr>
            <a:xfrm>
              <a:off x="11778995" y="6621777"/>
              <a:ext cx="253746" cy="232397"/>
            </a:xfrm>
            <a:prstGeom prst="rect">
              <a:avLst/>
            </a:prstGeom>
            <a:blipFill>
              <a:blip r:embed="rId18" cstate="print"/>
              <a:stretch>
                <a:fillRect/>
              </a:stretch>
            </a:blipFill>
          </p:spPr>
          <p:txBody>
            <a:bodyPr wrap="square" lIns="0" tIns="0" rIns="0" bIns="0" rtlCol="0"/>
            <a:lstStyle/>
            <a:p>
              <a:endParaRPr/>
            </a:p>
          </p:txBody>
        </p:sp>
        <p:sp>
          <p:nvSpPr>
            <p:cNvPr id="31" name="object 31"/>
            <p:cNvSpPr/>
            <p:nvPr/>
          </p:nvSpPr>
          <p:spPr>
            <a:xfrm>
              <a:off x="11740896" y="6574535"/>
              <a:ext cx="215265" cy="283845"/>
            </a:xfrm>
            <a:custGeom>
              <a:avLst/>
              <a:gdLst/>
              <a:ahLst/>
              <a:cxnLst/>
              <a:rect l="l" t="t" r="r" b="b"/>
              <a:pathLst>
                <a:path w="215265" h="283845">
                  <a:moveTo>
                    <a:pt x="33528" y="205740"/>
                  </a:moveTo>
                  <a:lnTo>
                    <a:pt x="21717" y="205740"/>
                  </a:lnTo>
                  <a:lnTo>
                    <a:pt x="19939" y="210464"/>
                  </a:lnTo>
                  <a:lnTo>
                    <a:pt x="16891" y="214591"/>
                  </a:lnTo>
                  <a:lnTo>
                    <a:pt x="8001" y="221665"/>
                  </a:lnTo>
                  <a:lnTo>
                    <a:pt x="3810" y="224066"/>
                  </a:lnTo>
                  <a:lnTo>
                    <a:pt x="0" y="225336"/>
                  </a:lnTo>
                  <a:lnTo>
                    <a:pt x="0" y="238798"/>
                  </a:lnTo>
                  <a:lnTo>
                    <a:pt x="7239" y="236372"/>
                  </a:lnTo>
                  <a:lnTo>
                    <a:pt x="13589" y="232625"/>
                  </a:lnTo>
                  <a:lnTo>
                    <a:pt x="18923" y="227545"/>
                  </a:lnTo>
                  <a:lnTo>
                    <a:pt x="18923" y="283464"/>
                  </a:lnTo>
                  <a:lnTo>
                    <a:pt x="33528" y="283464"/>
                  </a:lnTo>
                  <a:lnTo>
                    <a:pt x="33528" y="205740"/>
                  </a:lnTo>
                  <a:close/>
                </a:path>
                <a:path w="215265" h="283845">
                  <a:moveTo>
                    <a:pt x="33528" y="1524"/>
                  </a:moveTo>
                  <a:lnTo>
                    <a:pt x="21717" y="1524"/>
                  </a:lnTo>
                  <a:lnTo>
                    <a:pt x="19939" y="6146"/>
                  </a:lnTo>
                  <a:lnTo>
                    <a:pt x="16891" y="10198"/>
                  </a:lnTo>
                  <a:lnTo>
                    <a:pt x="8001" y="17132"/>
                  </a:lnTo>
                  <a:lnTo>
                    <a:pt x="3810" y="19481"/>
                  </a:lnTo>
                  <a:lnTo>
                    <a:pt x="0" y="20726"/>
                  </a:lnTo>
                  <a:lnTo>
                    <a:pt x="0" y="33934"/>
                  </a:lnTo>
                  <a:lnTo>
                    <a:pt x="7239" y="31546"/>
                  </a:lnTo>
                  <a:lnTo>
                    <a:pt x="13589" y="27876"/>
                  </a:lnTo>
                  <a:lnTo>
                    <a:pt x="18923" y="22898"/>
                  </a:lnTo>
                  <a:lnTo>
                    <a:pt x="18923" y="77724"/>
                  </a:lnTo>
                  <a:lnTo>
                    <a:pt x="33528" y="77724"/>
                  </a:lnTo>
                  <a:lnTo>
                    <a:pt x="33528" y="1524"/>
                  </a:lnTo>
                  <a:close/>
                </a:path>
                <a:path w="215265" h="283845">
                  <a:moveTo>
                    <a:pt x="214884" y="244627"/>
                  </a:moveTo>
                  <a:lnTo>
                    <a:pt x="203073" y="208368"/>
                  </a:lnTo>
                  <a:lnTo>
                    <a:pt x="199288" y="206667"/>
                  </a:lnTo>
                  <a:lnTo>
                    <a:pt x="199288" y="234480"/>
                  </a:lnTo>
                  <a:lnTo>
                    <a:pt x="199288" y="254673"/>
                  </a:lnTo>
                  <a:lnTo>
                    <a:pt x="198882" y="259892"/>
                  </a:lnTo>
                  <a:lnTo>
                    <a:pt x="197866" y="263639"/>
                  </a:lnTo>
                  <a:lnTo>
                    <a:pt x="197104" y="266547"/>
                  </a:lnTo>
                  <a:lnTo>
                    <a:pt x="195961" y="268554"/>
                  </a:lnTo>
                  <a:lnTo>
                    <a:pt x="193141" y="270814"/>
                  </a:lnTo>
                  <a:lnTo>
                    <a:pt x="191516" y="271373"/>
                  </a:lnTo>
                  <a:lnTo>
                    <a:pt x="187960" y="271373"/>
                  </a:lnTo>
                  <a:lnTo>
                    <a:pt x="180174" y="254673"/>
                  </a:lnTo>
                  <a:lnTo>
                    <a:pt x="180174" y="234480"/>
                  </a:lnTo>
                  <a:lnTo>
                    <a:pt x="187960" y="217843"/>
                  </a:lnTo>
                  <a:lnTo>
                    <a:pt x="191516" y="217843"/>
                  </a:lnTo>
                  <a:lnTo>
                    <a:pt x="199288" y="234480"/>
                  </a:lnTo>
                  <a:lnTo>
                    <a:pt x="199288" y="206667"/>
                  </a:lnTo>
                  <a:lnTo>
                    <a:pt x="197231" y="205740"/>
                  </a:lnTo>
                  <a:lnTo>
                    <a:pt x="182245" y="205740"/>
                  </a:lnTo>
                  <a:lnTo>
                    <a:pt x="164592" y="244475"/>
                  </a:lnTo>
                  <a:lnTo>
                    <a:pt x="165023" y="254673"/>
                  </a:lnTo>
                  <a:lnTo>
                    <a:pt x="182245" y="283464"/>
                  </a:lnTo>
                  <a:lnTo>
                    <a:pt x="197231" y="283464"/>
                  </a:lnTo>
                  <a:lnTo>
                    <a:pt x="214401" y="254673"/>
                  </a:lnTo>
                  <a:lnTo>
                    <a:pt x="214884" y="244627"/>
                  </a:lnTo>
                  <a:close/>
                </a:path>
                <a:path w="215265" h="283845">
                  <a:moveTo>
                    <a:pt x="214884" y="38887"/>
                  </a:moveTo>
                  <a:lnTo>
                    <a:pt x="214388" y="28740"/>
                  </a:lnTo>
                  <a:lnTo>
                    <a:pt x="212966" y="20256"/>
                  </a:lnTo>
                  <a:lnTo>
                    <a:pt x="210642" y="13335"/>
                  </a:lnTo>
                  <a:lnTo>
                    <a:pt x="209905" y="12103"/>
                  </a:lnTo>
                  <a:lnTo>
                    <a:pt x="207391" y="7886"/>
                  </a:lnTo>
                  <a:lnTo>
                    <a:pt x="203073" y="2628"/>
                  </a:lnTo>
                  <a:lnTo>
                    <a:pt x="199288" y="927"/>
                  </a:lnTo>
                  <a:lnTo>
                    <a:pt x="199288" y="28740"/>
                  </a:lnTo>
                  <a:lnTo>
                    <a:pt x="199288" y="48933"/>
                  </a:lnTo>
                  <a:lnTo>
                    <a:pt x="198882" y="54152"/>
                  </a:lnTo>
                  <a:lnTo>
                    <a:pt x="197866" y="57886"/>
                  </a:lnTo>
                  <a:lnTo>
                    <a:pt x="197104" y="60794"/>
                  </a:lnTo>
                  <a:lnTo>
                    <a:pt x="195961" y="62814"/>
                  </a:lnTo>
                  <a:lnTo>
                    <a:pt x="193167" y="65062"/>
                  </a:lnTo>
                  <a:lnTo>
                    <a:pt x="191516" y="65620"/>
                  </a:lnTo>
                  <a:lnTo>
                    <a:pt x="187960" y="65620"/>
                  </a:lnTo>
                  <a:lnTo>
                    <a:pt x="180174" y="48933"/>
                  </a:lnTo>
                  <a:lnTo>
                    <a:pt x="180174" y="28740"/>
                  </a:lnTo>
                  <a:lnTo>
                    <a:pt x="187960" y="12103"/>
                  </a:lnTo>
                  <a:lnTo>
                    <a:pt x="191516" y="12103"/>
                  </a:lnTo>
                  <a:lnTo>
                    <a:pt x="199288" y="28740"/>
                  </a:lnTo>
                  <a:lnTo>
                    <a:pt x="199288" y="927"/>
                  </a:lnTo>
                  <a:lnTo>
                    <a:pt x="197231" y="0"/>
                  </a:lnTo>
                  <a:lnTo>
                    <a:pt x="182245" y="0"/>
                  </a:lnTo>
                  <a:lnTo>
                    <a:pt x="164592" y="38735"/>
                  </a:lnTo>
                  <a:lnTo>
                    <a:pt x="165023" y="48933"/>
                  </a:lnTo>
                  <a:lnTo>
                    <a:pt x="182245" y="77724"/>
                  </a:lnTo>
                  <a:lnTo>
                    <a:pt x="197231" y="77724"/>
                  </a:lnTo>
                  <a:lnTo>
                    <a:pt x="203073" y="75133"/>
                  </a:lnTo>
                  <a:lnTo>
                    <a:pt x="207264" y="69938"/>
                  </a:lnTo>
                  <a:lnTo>
                    <a:pt x="209880" y="65620"/>
                  </a:lnTo>
                  <a:lnTo>
                    <a:pt x="210591" y="64465"/>
                  </a:lnTo>
                  <a:lnTo>
                    <a:pt x="212979" y="57454"/>
                  </a:lnTo>
                  <a:lnTo>
                    <a:pt x="214401" y="48933"/>
                  </a:lnTo>
                  <a:lnTo>
                    <a:pt x="214884" y="38887"/>
                  </a:lnTo>
                  <a:close/>
                </a:path>
              </a:pathLst>
            </a:custGeom>
            <a:solidFill>
              <a:srgbClr val="4264DE">
                <a:alpha val="10195"/>
              </a:srgbClr>
            </a:solidFill>
          </p:spPr>
          <p:txBody>
            <a:bodyPr wrap="square" lIns="0" tIns="0" rIns="0" bIns="0" rtlCol="0"/>
            <a:lstStyle/>
            <a:p>
              <a:endParaRPr/>
            </a:p>
          </p:txBody>
        </p:sp>
      </p:grpSp>
      <p:graphicFrame>
        <p:nvGraphicFramePr>
          <p:cNvPr id="32" name="object 32"/>
          <p:cNvGraphicFramePr>
            <a:graphicFrameLocks noGrp="1"/>
          </p:cNvGraphicFramePr>
          <p:nvPr/>
        </p:nvGraphicFramePr>
        <p:xfrm>
          <a:off x="4652708" y="1173543"/>
          <a:ext cx="7065645" cy="2084831"/>
        </p:xfrm>
        <a:graphic>
          <a:graphicData uri="http://schemas.openxmlformats.org/drawingml/2006/table">
            <a:tbl>
              <a:tblPr firstRow="1" bandRow="1">
                <a:tableStyleId>{2D5ABB26-0587-4C30-8999-92F81FD0307C}</a:tableStyleId>
              </a:tblPr>
              <a:tblGrid>
                <a:gridCol w="1919605">
                  <a:extLst>
                    <a:ext uri="{9D8B030D-6E8A-4147-A177-3AD203B41FA5}">
                      <a16:colId xmlns:a16="http://schemas.microsoft.com/office/drawing/2014/main" val="20000"/>
                    </a:ext>
                  </a:extLst>
                </a:gridCol>
                <a:gridCol w="2573020">
                  <a:extLst>
                    <a:ext uri="{9D8B030D-6E8A-4147-A177-3AD203B41FA5}">
                      <a16:colId xmlns:a16="http://schemas.microsoft.com/office/drawing/2014/main" val="20001"/>
                    </a:ext>
                  </a:extLst>
                </a:gridCol>
                <a:gridCol w="2573020">
                  <a:extLst>
                    <a:ext uri="{9D8B030D-6E8A-4147-A177-3AD203B41FA5}">
                      <a16:colId xmlns:a16="http://schemas.microsoft.com/office/drawing/2014/main" val="20002"/>
                    </a:ext>
                  </a:extLst>
                </a:gridCol>
              </a:tblGrid>
              <a:tr h="1042416">
                <a:tc>
                  <a:txBody>
                    <a:bodyPr/>
                    <a:lstStyle/>
                    <a:p>
                      <a:pPr>
                        <a:lnSpc>
                          <a:spcPct val="100000"/>
                        </a:lnSpc>
                      </a:pPr>
                      <a:endParaRPr sz="1400">
                        <a:latin typeface="Times New Roman"/>
                        <a:cs typeface="Times New Roman"/>
                      </a:endParaRPr>
                    </a:p>
                    <a:p>
                      <a:pPr>
                        <a:lnSpc>
                          <a:spcPct val="100000"/>
                        </a:lnSpc>
                      </a:pPr>
                      <a:endParaRPr sz="1400">
                        <a:latin typeface="Times New Roman"/>
                        <a:cs typeface="Times New Roman"/>
                      </a:endParaRPr>
                    </a:p>
                    <a:p>
                      <a:pPr>
                        <a:lnSpc>
                          <a:spcPct val="100000"/>
                        </a:lnSpc>
                      </a:pPr>
                      <a:endParaRPr sz="1400">
                        <a:latin typeface="Times New Roman"/>
                        <a:cs typeface="Times New Roman"/>
                      </a:endParaRPr>
                    </a:p>
                    <a:p>
                      <a:pPr>
                        <a:lnSpc>
                          <a:spcPct val="100000"/>
                        </a:lnSpc>
                        <a:spcBef>
                          <a:spcPts val="40"/>
                        </a:spcBef>
                      </a:pPr>
                      <a:endParaRPr sz="1350">
                        <a:latin typeface="Times New Roman"/>
                        <a:cs typeface="Times New Roman"/>
                      </a:endParaRPr>
                    </a:p>
                    <a:p>
                      <a:pPr marL="1905" algn="ctr">
                        <a:lnSpc>
                          <a:spcPct val="100000"/>
                        </a:lnSpc>
                        <a:spcBef>
                          <a:spcPts val="5"/>
                        </a:spcBef>
                      </a:pPr>
                      <a:r>
                        <a:rPr sz="1200" b="1" dirty="0">
                          <a:solidFill>
                            <a:srgbClr val="00D9CE"/>
                          </a:solidFill>
                          <a:latin typeface="Gothic Uralic"/>
                          <a:cs typeface="Gothic Uralic"/>
                        </a:rPr>
                        <a:t>Supervised</a:t>
                      </a:r>
                      <a:endParaRPr sz="1200">
                        <a:latin typeface="Gothic Uralic"/>
                        <a:cs typeface="Gothic Uralic"/>
                      </a:endParaRPr>
                    </a:p>
                  </a:txBody>
                  <a:tcPr marL="0" marR="0" marT="0" marB="0">
                    <a:lnL w="3175">
                      <a:solidFill>
                        <a:srgbClr val="D9D9D9"/>
                      </a:solidFill>
                      <a:prstDash val="solid"/>
                    </a:lnL>
                    <a:lnR w="3175">
                      <a:solidFill>
                        <a:srgbClr val="D9D9D9"/>
                      </a:solidFill>
                      <a:prstDash val="solid"/>
                    </a:lnR>
                    <a:lnT w="3175">
                      <a:solidFill>
                        <a:srgbClr val="D9D9D9"/>
                      </a:solidFill>
                      <a:prstDash val="solid"/>
                    </a:lnT>
                    <a:lnB w="3175">
                      <a:solidFill>
                        <a:srgbClr val="D9D9D9"/>
                      </a:solidFill>
                      <a:prstDash val="solid"/>
                    </a:lnB>
                  </a:tcPr>
                </a:tc>
                <a:tc>
                  <a:txBody>
                    <a:bodyPr/>
                    <a:lstStyle/>
                    <a:p>
                      <a:pPr marL="92075">
                        <a:lnSpc>
                          <a:spcPct val="100000"/>
                        </a:lnSpc>
                        <a:spcBef>
                          <a:spcPts val="680"/>
                        </a:spcBef>
                      </a:pPr>
                      <a:r>
                        <a:rPr sz="1100" spc="-5" dirty="0">
                          <a:solidFill>
                            <a:srgbClr val="FFFFFF"/>
                          </a:solidFill>
                          <a:latin typeface="Arial"/>
                          <a:cs typeface="Arial"/>
                        </a:rPr>
                        <a:t>Artificial Neural</a:t>
                      </a:r>
                      <a:r>
                        <a:rPr sz="1100" spc="-20" dirty="0">
                          <a:solidFill>
                            <a:srgbClr val="FFFFFF"/>
                          </a:solidFill>
                          <a:latin typeface="Arial"/>
                          <a:cs typeface="Arial"/>
                        </a:rPr>
                        <a:t> </a:t>
                      </a:r>
                      <a:r>
                        <a:rPr sz="1100" dirty="0">
                          <a:solidFill>
                            <a:srgbClr val="FFFFFF"/>
                          </a:solidFill>
                          <a:latin typeface="Arial"/>
                          <a:cs typeface="Arial"/>
                        </a:rPr>
                        <a:t>Networks</a:t>
                      </a:r>
                      <a:endParaRPr sz="1100">
                        <a:latin typeface="Arial"/>
                        <a:cs typeface="Arial"/>
                      </a:endParaRPr>
                    </a:p>
                    <a:p>
                      <a:pPr marL="92075" marR="551180">
                        <a:lnSpc>
                          <a:spcPct val="207300"/>
                        </a:lnSpc>
                      </a:pPr>
                      <a:r>
                        <a:rPr sz="1100" spc="-5" dirty="0">
                          <a:solidFill>
                            <a:srgbClr val="FFFFFF"/>
                          </a:solidFill>
                          <a:latin typeface="Arial"/>
                          <a:cs typeface="Arial"/>
                        </a:rPr>
                        <a:t>Convolutional Neural </a:t>
                      </a:r>
                      <a:r>
                        <a:rPr sz="1100" dirty="0">
                          <a:solidFill>
                            <a:srgbClr val="FFFFFF"/>
                          </a:solidFill>
                          <a:latin typeface="Arial"/>
                          <a:cs typeface="Arial"/>
                        </a:rPr>
                        <a:t>Networks  </a:t>
                      </a:r>
                      <a:r>
                        <a:rPr sz="1100" spc="-5" dirty="0">
                          <a:solidFill>
                            <a:srgbClr val="FFFFFF"/>
                          </a:solidFill>
                          <a:latin typeface="Arial"/>
                          <a:cs typeface="Arial"/>
                        </a:rPr>
                        <a:t>Recurrent Neutral</a:t>
                      </a:r>
                      <a:r>
                        <a:rPr sz="1100" spc="-50" dirty="0">
                          <a:solidFill>
                            <a:srgbClr val="FFFFFF"/>
                          </a:solidFill>
                          <a:latin typeface="Arial"/>
                          <a:cs typeface="Arial"/>
                        </a:rPr>
                        <a:t> </a:t>
                      </a:r>
                      <a:r>
                        <a:rPr sz="1100" dirty="0">
                          <a:solidFill>
                            <a:srgbClr val="FFFFFF"/>
                          </a:solidFill>
                          <a:latin typeface="Arial"/>
                          <a:cs typeface="Arial"/>
                        </a:rPr>
                        <a:t>Networks</a:t>
                      </a:r>
                      <a:endParaRPr sz="1100">
                        <a:latin typeface="Arial"/>
                        <a:cs typeface="Arial"/>
                      </a:endParaRPr>
                    </a:p>
                  </a:txBody>
                  <a:tcPr marL="0" marR="0" marT="86360" marB="0">
                    <a:lnL w="3175">
                      <a:solidFill>
                        <a:srgbClr val="D9D9D9"/>
                      </a:solidFill>
                      <a:prstDash val="solid"/>
                    </a:lnL>
                    <a:lnR w="3175">
                      <a:solidFill>
                        <a:srgbClr val="D9D9D9"/>
                      </a:solidFill>
                      <a:prstDash val="solid"/>
                    </a:lnR>
                    <a:lnT w="3175">
                      <a:solidFill>
                        <a:srgbClr val="D9D9D9"/>
                      </a:solidFill>
                      <a:prstDash val="solid"/>
                    </a:lnT>
                    <a:lnB w="3175">
                      <a:solidFill>
                        <a:srgbClr val="D9D9D9"/>
                      </a:solidFill>
                      <a:prstDash val="solid"/>
                    </a:lnB>
                  </a:tcPr>
                </a:tc>
                <a:tc>
                  <a:txBody>
                    <a:bodyPr/>
                    <a:lstStyle/>
                    <a:p>
                      <a:pPr marL="92075">
                        <a:lnSpc>
                          <a:spcPct val="100000"/>
                        </a:lnSpc>
                        <a:spcBef>
                          <a:spcPts val="680"/>
                        </a:spcBef>
                      </a:pPr>
                      <a:r>
                        <a:rPr sz="1100" spc="-5" dirty="0">
                          <a:solidFill>
                            <a:srgbClr val="FFFFFF"/>
                          </a:solidFill>
                          <a:latin typeface="Arial"/>
                          <a:cs typeface="Arial"/>
                        </a:rPr>
                        <a:t>Used </a:t>
                      </a:r>
                      <a:r>
                        <a:rPr sz="1100" spc="5" dirty="0">
                          <a:solidFill>
                            <a:srgbClr val="FFFFFF"/>
                          </a:solidFill>
                          <a:latin typeface="Arial"/>
                          <a:cs typeface="Arial"/>
                        </a:rPr>
                        <a:t>for </a:t>
                      </a:r>
                      <a:r>
                        <a:rPr sz="1100" dirty="0">
                          <a:solidFill>
                            <a:srgbClr val="FFFFFF"/>
                          </a:solidFill>
                          <a:latin typeface="Arial"/>
                          <a:cs typeface="Arial"/>
                        </a:rPr>
                        <a:t>Regression &amp;</a:t>
                      </a:r>
                      <a:r>
                        <a:rPr sz="1100" spc="-70" dirty="0">
                          <a:solidFill>
                            <a:srgbClr val="FFFFFF"/>
                          </a:solidFill>
                          <a:latin typeface="Arial"/>
                          <a:cs typeface="Arial"/>
                        </a:rPr>
                        <a:t> </a:t>
                      </a:r>
                      <a:r>
                        <a:rPr sz="1100" spc="-5" dirty="0">
                          <a:solidFill>
                            <a:srgbClr val="FFFFFF"/>
                          </a:solidFill>
                          <a:latin typeface="Arial"/>
                          <a:cs typeface="Arial"/>
                        </a:rPr>
                        <a:t>Classification</a:t>
                      </a:r>
                      <a:endParaRPr sz="1100">
                        <a:latin typeface="Arial"/>
                        <a:cs typeface="Arial"/>
                      </a:endParaRPr>
                    </a:p>
                    <a:p>
                      <a:pPr marL="92075" marR="605790">
                        <a:lnSpc>
                          <a:spcPct val="207300"/>
                        </a:lnSpc>
                      </a:pPr>
                      <a:r>
                        <a:rPr sz="1100" spc="-5" dirty="0">
                          <a:solidFill>
                            <a:srgbClr val="FFFFFF"/>
                          </a:solidFill>
                          <a:latin typeface="Arial"/>
                          <a:cs typeface="Arial"/>
                        </a:rPr>
                        <a:t>Used </a:t>
                      </a:r>
                      <a:r>
                        <a:rPr sz="1100" spc="5" dirty="0">
                          <a:solidFill>
                            <a:srgbClr val="FFFFFF"/>
                          </a:solidFill>
                          <a:latin typeface="Arial"/>
                          <a:cs typeface="Arial"/>
                        </a:rPr>
                        <a:t>for </a:t>
                      </a:r>
                      <a:r>
                        <a:rPr sz="1100" dirty="0">
                          <a:solidFill>
                            <a:srgbClr val="FFFFFF"/>
                          </a:solidFill>
                          <a:latin typeface="Arial"/>
                          <a:cs typeface="Arial"/>
                        </a:rPr>
                        <a:t>Computer </a:t>
                      </a:r>
                      <a:r>
                        <a:rPr sz="1100" spc="-5" dirty="0">
                          <a:solidFill>
                            <a:srgbClr val="FFFFFF"/>
                          </a:solidFill>
                          <a:latin typeface="Arial"/>
                          <a:cs typeface="Arial"/>
                        </a:rPr>
                        <a:t>Vision  Used </a:t>
                      </a:r>
                      <a:r>
                        <a:rPr sz="1100" spc="5" dirty="0">
                          <a:solidFill>
                            <a:srgbClr val="FFFFFF"/>
                          </a:solidFill>
                          <a:latin typeface="Arial"/>
                          <a:cs typeface="Arial"/>
                        </a:rPr>
                        <a:t>for </a:t>
                      </a:r>
                      <a:r>
                        <a:rPr sz="1100" dirty="0">
                          <a:solidFill>
                            <a:srgbClr val="FFFFFF"/>
                          </a:solidFill>
                          <a:latin typeface="Arial"/>
                          <a:cs typeface="Arial"/>
                        </a:rPr>
                        <a:t>Time Series</a:t>
                      </a:r>
                      <a:r>
                        <a:rPr sz="1100" spc="-130" dirty="0">
                          <a:solidFill>
                            <a:srgbClr val="FFFFFF"/>
                          </a:solidFill>
                          <a:latin typeface="Arial"/>
                          <a:cs typeface="Arial"/>
                        </a:rPr>
                        <a:t> </a:t>
                      </a:r>
                      <a:r>
                        <a:rPr sz="1100" spc="-5" dirty="0">
                          <a:solidFill>
                            <a:srgbClr val="FFFFFF"/>
                          </a:solidFill>
                          <a:latin typeface="Arial"/>
                          <a:cs typeface="Arial"/>
                        </a:rPr>
                        <a:t>Analysis</a:t>
                      </a:r>
                      <a:endParaRPr sz="1100">
                        <a:latin typeface="Arial"/>
                        <a:cs typeface="Arial"/>
                      </a:endParaRPr>
                    </a:p>
                  </a:txBody>
                  <a:tcPr marL="0" marR="0" marT="86360" marB="0">
                    <a:lnL w="3175">
                      <a:solidFill>
                        <a:srgbClr val="D9D9D9"/>
                      </a:solidFill>
                      <a:prstDash val="solid"/>
                    </a:lnL>
                    <a:lnR w="3175">
                      <a:solidFill>
                        <a:srgbClr val="D9D9D9"/>
                      </a:solidFill>
                      <a:prstDash val="solid"/>
                    </a:lnR>
                    <a:lnT w="3175">
                      <a:solidFill>
                        <a:srgbClr val="D9D9D9"/>
                      </a:solidFill>
                      <a:prstDash val="solid"/>
                    </a:lnT>
                    <a:lnB w="3175">
                      <a:solidFill>
                        <a:srgbClr val="D9D9D9"/>
                      </a:solidFill>
                      <a:prstDash val="solid"/>
                    </a:lnB>
                  </a:tcPr>
                </a:tc>
                <a:extLst>
                  <a:ext uri="{0D108BD9-81ED-4DB2-BD59-A6C34878D82A}">
                    <a16:rowId xmlns:a16="http://schemas.microsoft.com/office/drawing/2014/main" val="10000"/>
                  </a:ext>
                </a:extLst>
              </a:tr>
              <a:tr h="1042415">
                <a:tc>
                  <a:txBody>
                    <a:bodyPr/>
                    <a:lstStyle/>
                    <a:p>
                      <a:pPr>
                        <a:lnSpc>
                          <a:spcPct val="100000"/>
                        </a:lnSpc>
                      </a:pPr>
                      <a:endParaRPr sz="1400">
                        <a:latin typeface="Times New Roman"/>
                        <a:cs typeface="Times New Roman"/>
                      </a:endParaRPr>
                    </a:p>
                    <a:p>
                      <a:pPr>
                        <a:lnSpc>
                          <a:spcPct val="100000"/>
                        </a:lnSpc>
                      </a:pPr>
                      <a:endParaRPr sz="1400">
                        <a:latin typeface="Times New Roman"/>
                        <a:cs typeface="Times New Roman"/>
                      </a:endParaRPr>
                    </a:p>
                    <a:p>
                      <a:pPr>
                        <a:lnSpc>
                          <a:spcPct val="100000"/>
                        </a:lnSpc>
                      </a:pPr>
                      <a:endParaRPr sz="1400">
                        <a:latin typeface="Times New Roman"/>
                        <a:cs typeface="Times New Roman"/>
                      </a:endParaRPr>
                    </a:p>
                    <a:p>
                      <a:pPr>
                        <a:lnSpc>
                          <a:spcPct val="100000"/>
                        </a:lnSpc>
                        <a:spcBef>
                          <a:spcPts val="45"/>
                        </a:spcBef>
                      </a:pPr>
                      <a:endParaRPr sz="1350">
                        <a:latin typeface="Times New Roman"/>
                        <a:cs typeface="Times New Roman"/>
                      </a:endParaRPr>
                    </a:p>
                    <a:p>
                      <a:pPr marL="1270" algn="ctr">
                        <a:lnSpc>
                          <a:spcPct val="100000"/>
                        </a:lnSpc>
                      </a:pPr>
                      <a:r>
                        <a:rPr sz="1200" b="1" spc="-5" dirty="0">
                          <a:solidFill>
                            <a:srgbClr val="FF8E01"/>
                          </a:solidFill>
                          <a:latin typeface="Gothic Uralic"/>
                          <a:cs typeface="Gothic Uralic"/>
                        </a:rPr>
                        <a:t>Unsupervised</a:t>
                      </a:r>
                      <a:endParaRPr sz="1200">
                        <a:latin typeface="Gothic Uralic"/>
                        <a:cs typeface="Gothic Uralic"/>
                      </a:endParaRPr>
                    </a:p>
                  </a:txBody>
                  <a:tcPr marL="0" marR="0" marT="0" marB="0">
                    <a:lnL w="3175">
                      <a:solidFill>
                        <a:srgbClr val="D9D9D9"/>
                      </a:solidFill>
                      <a:prstDash val="solid"/>
                    </a:lnL>
                    <a:lnR w="3175">
                      <a:solidFill>
                        <a:srgbClr val="D9D9D9"/>
                      </a:solidFill>
                      <a:prstDash val="solid"/>
                    </a:lnR>
                    <a:lnT w="3175">
                      <a:solidFill>
                        <a:srgbClr val="D9D9D9"/>
                      </a:solidFill>
                      <a:prstDash val="solid"/>
                    </a:lnT>
                    <a:lnB w="3175">
                      <a:solidFill>
                        <a:srgbClr val="D9D9D9"/>
                      </a:solidFill>
                      <a:prstDash val="solid"/>
                    </a:lnB>
                  </a:tcPr>
                </a:tc>
                <a:tc>
                  <a:txBody>
                    <a:bodyPr/>
                    <a:lstStyle/>
                    <a:p>
                      <a:pPr marL="92075">
                        <a:lnSpc>
                          <a:spcPct val="100000"/>
                        </a:lnSpc>
                        <a:spcBef>
                          <a:spcPts val="680"/>
                        </a:spcBef>
                      </a:pPr>
                      <a:r>
                        <a:rPr sz="1100" spc="-5" dirty="0">
                          <a:solidFill>
                            <a:srgbClr val="FFFFFF"/>
                          </a:solidFill>
                          <a:latin typeface="Arial"/>
                          <a:cs typeface="Arial"/>
                        </a:rPr>
                        <a:t>Self-Organizing</a:t>
                      </a:r>
                      <a:r>
                        <a:rPr sz="1100" spc="-30" dirty="0">
                          <a:solidFill>
                            <a:srgbClr val="FFFFFF"/>
                          </a:solidFill>
                          <a:latin typeface="Arial"/>
                          <a:cs typeface="Arial"/>
                        </a:rPr>
                        <a:t> </a:t>
                      </a:r>
                      <a:r>
                        <a:rPr sz="1100" spc="-5" dirty="0">
                          <a:solidFill>
                            <a:srgbClr val="FFFFFF"/>
                          </a:solidFill>
                          <a:latin typeface="Arial"/>
                          <a:cs typeface="Arial"/>
                        </a:rPr>
                        <a:t>Maps</a:t>
                      </a:r>
                      <a:endParaRPr sz="1100">
                        <a:latin typeface="Arial"/>
                        <a:cs typeface="Arial"/>
                      </a:endParaRPr>
                    </a:p>
                    <a:p>
                      <a:pPr marL="92075" marR="805180">
                        <a:lnSpc>
                          <a:spcPct val="207300"/>
                        </a:lnSpc>
                      </a:pPr>
                      <a:r>
                        <a:rPr sz="1100" spc="-5" dirty="0">
                          <a:solidFill>
                            <a:srgbClr val="FFFFFF"/>
                          </a:solidFill>
                          <a:latin typeface="Arial"/>
                          <a:cs typeface="Arial"/>
                        </a:rPr>
                        <a:t>Deep Boltzmann Machines  </a:t>
                      </a:r>
                      <a:r>
                        <a:rPr sz="1100" dirty="0">
                          <a:solidFill>
                            <a:srgbClr val="FFFFFF"/>
                          </a:solidFill>
                          <a:latin typeface="Arial"/>
                          <a:cs typeface="Arial"/>
                        </a:rPr>
                        <a:t>AutoEncoders</a:t>
                      </a:r>
                      <a:endParaRPr sz="1100">
                        <a:latin typeface="Arial"/>
                        <a:cs typeface="Arial"/>
                      </a:endParaRPr>
                    </a:p>
                  </a:txBody>
                  <a:tcPr marL="0" marR="0" marT="86360" marB="0">
                    <a:lnL w="3175">
                      <a:solidFill>
                        <a:srgbClr val="D9D9D9"/>
                      </a:solidFill>
                      <a:prstDash val="solid"/>
                    </a:lnL>
                    <a:lnR w="3175">
                      <a:solidFill>
                        <a:srgbClr val="D9D9D9"/>
                      </a:solidFill>
                      <a:prstDash val="solid"/>
                    </a:lnR>
                    <a:lnT w="3175">
                      <a:solidFill>
                        <a:srgbClr val="D9D9D9"/>
                      </a:solidFill>
                      <a:prstDash val="solid"/>
                    </a:lnT>
                    <a:lnB w="3175">
                      <a:solidFill>
                        <a:srgbClr val="D9D9D9"/>
                      </a:solidFill>
                      <a:prstDash val="solid"/>
                    </a:lnB>
                  </a:tcPr>
                </a:tc>
                <a:tc>
                  <a:txBody>
                    <a:bodyPr/>
                    <a:lstStyle/>
                    <a:p>
                      <a:pPr marL="92075">
                        <a:lnSpc>
                          <a:spcPct val="100000"/>
                        </a:lnSpc>
                        <a:spcBef>
                          <a:spcPts val="680"/>
                        </a:spcBef>
                      </a:pPr>
                      <a:r>
                        <a:rPr sz="1100" spc="-5" dirty="0">
                          <a:solidFill>
                            <a:srgbClr val="FFFFFF"/>
                          </a:solidFill>
                          <a:latin typeface="Arial"/>
                          <a:cs typeface="Arial"/>
                        </a:rPr>
                        <a:t>Used </a:t>
                      </a:r>
                      <a:r>
                        <a:rPr sz="1100" spc="5" dirty="0">
                          <a:solidFill>
                            <a:srgbClr val="FFFFFF"/>
                          </a:solidFill>
                          <a:latin typeface="Arial"/>
                          <a:cs typeface="Arial"/>
                        </a:rPr>
                        <a:t>for </a:t>
                      </a:r>
                      <a:r>
                        <a:rPr sz="1100" dirty="0">
                          <a:solidFill>
                            <a:srgbClr val="FFFFFF"/>
                          </a:solidFill>
                          <a:latin typeface="Arial"/>
                          <a:cs typeface="Arial"/>
                        </a:rPr>
                        <a:t>Feature</a:t>
                      </a:r>
                      <a:r>
                        <a:rPr sz="1100" spc="-85" dirty="0">
                          <a:solidFill>
                            <a:srgbClr val="FFFFFF"/>
                          </a:solidFill>
                          <a:latin typeface="Arial"/>
                          <a:cs typeface="Arial"/>
                        </a:rPr>
                        <a:t> </a:t>
                      </a:r>
                      <a:r>
                        <a:rPr sz="1100" dirty="0">
                          <a:solidFill>
                            <a:srgbClr val="FFFFFF"/>
                          </a:solidFill>
                          <a:latin typeface="Arial"/>
                          <a:cs typeface="Arial"/>
                        </a:rPr>
                        <a:t>Detection</a:t>
                      </a:r>
                      <a:endParaRPr sz="1100">
                        <a:latin typeface="Arial"/>
                        <a:cs typeface="Arial"/>
                      </a:endParaRPr>
                    </a:p>
                    <a:p>
                      <a:pPr marL="92075" marR="237490">
                        <a:lnSpc>
                          <a:spcPct val="207300"/>
                        </a:lnSpc>
                      </a:pPr>
                      <a:r>
                        <a:rPr sz="1100" spc="-5" dirty="0">
                          <a:solidFill>
                            <a:srgbClr val="FFFFFF"/>
                          </a:solidFill>
                          <a:latin typeface="Arial"/>
                          <a:cs typeface="Arial"/>
                        </a:rPr>
                        <a:t>Used </a:t>
                      </a:r>
                      <a:r>
                        <a:rPr sz="1100" spc="5" dirty="0">
                          <a:solidFill>
                            <a:srgbClr val="FFFFFF"/>
                          </a:solidFill>
                          <a:latin typeface="Arial"/>
                          <a:cs typeface="Arial"/>
                        </a:rPr>
                        <a:t>for </a:t>
                      </a:r>
                      <a:r>
                        <a:rPr sz="1100" spc="-5" dirty="0">
                          <a:solidFill>
                            <a:srgbClr val="FFFFFF"/>
                          </a:solidFill>
                          <a:latin typeface="Arial"/>
                          <a:cs typeface="Arial"/>
                        </a:rPr>
                        <a:t>Recommendation Systems  Used </a:t>
                      </a:r>
                      <a:r>
                        <a:rPr sz="1100" spc="5" dirty="0">
                          <a:solidFill>
                            <a:srgbClr val="FFFFFF"/>
                          </a:solidFill>
                          <a:latin typeface="Arial"/>
                          <a:cs typeface="Arial"/>
                        </a:rPr>
                        <a:t>for </a:t>
                      </a:r>
                      <a:r>
                        <a:rPr sz="1100" spc="-5" dirty="0">
                          <a:solidFill>
                            <a:srgbClr val="FFFFFF"/>
                          </a:solidFill>
                          <a:latin typeface="Arial"/>
                          <a:cs typeface="Arial"/>
                        </a:rPr>
                        <a:t>Recommendation</a:t>
                      </a:r>
                      <a:r>
                        <a:rPr sz="1100" spc="-50" dirty="0">
                          <a:solidFill>
                            <a:srgbClr val="FFFFFF"/>
                          </a:solidFill>
                          <a:latin typeface="Arial"/>
                          <a:cs typeface="Arial"/>
                        </a:rPr>
                        <a:t> </a:t>
                      </a:r>
                      <a:r>
                        <a:rPr sz="1100" spc="-5" dirty="0">
                          <a:solidFill>
                            <a:srgbClr val="FFFFFF"/>
                          </a:solidFill>
                          <a:latin typeface="Arial"/>
                          <a:cs typeface="Arial"/>
                        </a:rPr>
                        <a:t>Systems</a:t>
                      </a:r>
                      <a:endParaRPr sz="1100">
                        <a:latin typeface="Arial"/>
                        <a:cs typeface="Arial"/>
                      </a:endParaRPr>
                    </a:p>
                  </a:txBody>
                  <a:tcPr marL="0" marR="0" marT="86360" marB="0">
                    <a:lnL w="3175">
                      <a:solidFill>
                        <a:srgbClr val="D9D9D9"/>
                      </a:solidFill>
                      <a:prstDash val="solid"/>
                    </a:lnL>
                    <a:lnR w="3175">
                      <a:solidFill>
                        <a:srgbClr val="D9D9D9"/>
                      </a:solidFill>
                      <a:prstDash val="solid"/>
                    </a:lnR>
                    <a:lnT w="3175">
                      <a:solidFill>
                        <a:srgbClr val="D9D9D9"/>
                      </a:solidFill>
                      <a:prstDash val="solid"/>
                    </a:lnT>
                    <a:lnB w="3175">
                      <a:solidFill>
                        <a:srgbClr val="D9D9D9"/>
                      </a:solidFill>
                      <a:prstDash val="solid"/>
                    </a:lnB>
                  </a:tcPr>
                </a:tc>
                <a:extLst>
                  <a:ext uri="{0D108BD9-81ED-4DB2-BD59-A6C34878D82A}">
                    <a16:rowId xmlns:a16="http://schemas.microsoft.com/office/drawing/2014/main" val="10001"/>
                  </a:ext>
                </a:extLst>
              </a:tr>
            </a:tbl>
          </a:graphicData>
        </a:graphic>
      </p:graphicFrame>
      <p:grpSp>
        <p:nvGrpSpPr>
          <p:cNvPr id="33" name="object 33"/>
          <p:cNvGrpSpPr/>
          <p:nvPr/>
        </p:nvGrpSpPr>
        <p:grpSpPr>
          <a:xfrm>
            <a:off x="5410200" y="1386839"/>
            <a:ext cx="408940" cy="408940"/>
            <a:chOff x="5410200" y="1386839"/>
            <a:chExt cx="408940" cy="408940"/>
          </a:xfrm>
        </p:grpSpPr>
        <p:sp>
          <p:nvSpPr>
            <p:cNvPr id="34" name="object 34"/>
            <p:cNvSpPr/>
            <p:nvPr/>
          </p:nvSpPr>
          <p:spPr>
            <a:xfrm>
              <a:off x="5593079" y="1400555"/>
              <a:ext cx="196596" cy="344424"/>
            </a:xfrm>
            <a:prstGeom prst="rect">
              <a:avLst/>
            </a:prstGeom>
            <a:blipFill>
              <a:blip r:embed="rId19" cstate="print"/>
              <a:stretch>
                <a:fillRect/>
              </a:stretch>
            </a:blipFill>
          </p:spPr>
          <p:txBody>
            <a:bodyPr wrap="square" lIns="0" tIns="0" rIns="0" bIns="0" rtlCol="0"/>
            <a:lstStyle/>
            <a:p>
              <a:endParaRPr/>
            </a:p>
          </p:txBody>
        </p:sp>
        <p:sp>
          <p:nvSpPr>
            <p:cNvPr id="35" name="object 35"/>
            <p:cNvSpPr/>
            <p:nvPr/>
          </p:nvSpPr>
          <p:spPr>
            <a:xfrm>
              <a:off x="5410200" y="1484375"/>
              <a:ext cx="408940" cy="311785"/>
            </a:xfrm>
            <a:custGeom>
              <a:avLst/>
              <a:gdLst/>
              <a:ahLst/>
              <a:cxnLst/>
              <a:rect l="l" t="t" r="r" b="b"/>
              <a:pathLst>
                <a:path w="408939" h="311785">
                  <a:moveTo>
                    <a:pt x="225552" y="4699"/>
                  </a:moveTo>
                  <a:lnTo>
                    <a:pt x="220853" y="0"/>
                  </a:lnTo>
                  <a:lnTo>
                    <a:pt x="49276" y="0"/>
                  </a:lnTo>
                  <a:lnTo>
                    <a:pt x="30099" y="3898"/>
                  </a:lnTo>
                  <a:lnTo>
                    <a:pt x="14439" y="14516"/>
                  </a:lnTo>
                  <a:lnTo>
                    <a:pt x="3873" y="30226"/>
                  </a:lnTo>
                  <a:lnTo>
                    <a:pt x="0" y="49403"/>
                  </a:lnTo>
                  <a:lnTo>
                    <a:pt x="0" y="120142"/>
                  </a:lnTo>
                  <a:lnTo>
                    <a:pt x="1663" y="128397"/>
                  </a:lnTo>
                  <a:lnTo>
                    <a:pt x="6197" y="135128"/>
                  </a:lnTo>
                  <a:lnTo>
                    <a:pt x="12903" y="139687"/>
                  </a:lnTo>
                  <a:lnTo>
                    <a:pt x="21082" y="141351"/>
                  </a:lnTo>
                  <a:lnTo>
                    <a:pt x="21082" y="28321"/>
                  </a:lnTo>
                  <a:lnTo>
                    <a:pt x="35179" y="28321"/>
                  </a:lnTo>
                  <a:lnTo>
                    <a:pt x="35179" y="304546"/>
                  </a:lnTo>
                  <a:lnTo>
                    <a:pt x="41529" y="310896"/>
                  </a:lnTo>
                  <a:lnTo>
                    <a:pt x="57150" y="310896"/>
                  </a:lnTo>
                  <a:lnTo>
                    <a:pt x="63373" y="304546"/>
                  </a:lnTo>
                  <a:lnTo>
                    <a:pt x="63373" y="127127"/>
                  </a:lnTo>
                  <a:lnTo>
                    <a:pt x="77470" y="127127"/>
                  </a:lnTo>
                  <a:lnTo>
                    <a:pt x="77470" y="304546"/>
                  </a:lnTo>
                  <a:lnTo>
                    <a:pt x="83820" y="310896"/>
                  </a:lnTo>
                  <a:lnTo>
                    <a:pt x="99441" y="310896"/>
                  </a:lnTo>
                  <a:lnTo>
                    <a:pt x="105664" y="304546"/>
                  </a:lnTo>
                  <a:lnTo>
                    <a:pt x="105664" y="42418"/>
                  </a:lnTo>
                  <a:lnTo>
                    <a:pt x="107327" y="34175"/>
                  </a:lnTo>
                  <a:lnTo>
                    <a:pt x="111874" y="27432"/>
                  </a:lnTo>
                  <a:lnTo>
                    <a:pt x="118618" y="22885"/>
                  </a:lnTo>
                  <a:lnTo>
                    <a:pt x="126873" y="21209"/>
                  </a:lnTo>
                  <a:lnTo>
                    <a:pt x="220853" y="21209"/>
                  </a:lnTo>
                  <a:lnTo>
                    <a:pt x="225552" y="16383"/>
                  </a:lnTo>
                  <a:lnTo>
                    <a:pt x="225552" y="4699"/>
                  </a:lnTo>
                  <a:close/>
                </a:path>
                <a:path w="408939" h="311785">
                  <a:moveTo>
                    <a:pt x="408432" y="120904"/>
                  </a:moveTo>
                  <a:lnTo>
                    <a:pt x="394335" y="120904"/>
                  </a:lnTo>
                  <a:lnTo>
                    <a:pt x="394335" y="275844"/>
                  </a:lnTo>
                  <a:lnTo>
                    <a:pt x="168021" y="275844"/>
                  </a:lnTo>
                  <a:lnTo>
                    <a:pt x="168021" y="120904"/>
                  </a:lnTo>
                  <a:lnTo>
                    <a:pt x="153924" y="120904"/>
                  </a:lnTo>
                  <a:lnTo>
                    <a:pt x="153924" y="275844"/>
                  </a:lnTo>
                  <a:lnTo>
                    <a:pt x="153924" y="289814"/>
                  </a:lnTo>
                  <a:lnTo>
                    <a:pt x="267081" y="289814"/>
                  </a:lnTo>
                  <a:lnTo>
                    <a:pt x="267081" y="305054"/>
                  </a:lnTo>
                  <a:lnTo>
                    <a:pt x="270751" y="305054"/>
                  </a:lnTo>
                  <a:lnTo>
                    <a:pt x="270751" y="311404"/>
                  </a:lnTo>
                  <a:lnTo>
                    <a:pt x="291592" y="311404"/>
                  </a:lnTo>
                  <a:lnTo>
                    <a:pt x="291592" y="305054"/>
                  </a:lnTo>
                  <a:lnTo>
                    <a:pt x="295275" y="305054"/>
                  </a:lnTo>
                  <a:lnTo>
                    <a:pt x="295275" y="289814"/>
                  </a:lnTo>
                  <a:lnTo>
                    <a:pt x="408432" y="289814"/>
                  </a:lnTo>
                  <a:lnTo>
                    <a:pt x="408432" y="275844"/>
                  </a:lnTo>
                  <a:lnTo>
                    <a:pt x="408432" y="120904"/>
                  </a:lnTo>
                  <a:close/>
                </a:path>
              </a:pathLst>
            </a:custGeom>
            <a:solidFill>
              <a:srgbClr val="00D9CE"/>
            </a:solidFill>
          </p:spPr>
          <p:txBody>
            <a:bodyPr wrap="square" lIns="0" tIns="0" rIns="0" bIns="0" rtlCol="0"/>
            <a:lstStyle/>
            <a:p>
              <a:endParaRPr/>
            </a:p>
          </p:txBody>
        </p:sp>
        <p:sp>
          <p:nvSpPr>
            <p:cNvPr id="36" name="object 36"/>
            <p:cNvSpPr/>
            <p:nvPr/>
          </p:nvSpPr>
          <p:spPr>
            <a:xfrm>
              <a:off x="5437632" y="1386839"/>
              <a:ext cx="85343" cy="83820"/>
            </a:xfrm>
            <a:prstGeom prst="rect">
              <a:avLst/>
            </a:prstGeom>
            <a:blipFill>
              <a:blip r:embed="rId20" cstate="print"/>
              <a:stretch>
                <a:fillRect/>
              </a:stretch>
            </a:blipFill>
          </p:spPr>
          <p:txBody>
            <a:bodyPr wrap="square" lIns="0" tIns="0" rIns="0" bIns="0" rtlCol="0"/>
            <a:lstStyle/>
            <a:p>
              <a:endParaRPr/>
            </a:p>
          </p:txBody>
        </p:sp>
        <p:sp>
          <p:nvSpPr>
            <p:cNvPr id="37" name="object 37"/>
            <p:cNvSpPr/>
            <p:nvPr/>
          </p:nvSpPr>
          <p:spPr>
            <a:xfrm>
              <a:off x="5643372" y="1443227"/>
              <a:ext cx="97536" cy="97536"/>
            </a:xfrm>
            <a:prstGeom prst="rect">
              <a:avLst/>
            </a:prstGeom>
            <a:blipFill>
              <a:blip r:embed="rId21" cstate="print"/>
              <a:stretch>
                <a:fillRect/>
              </a:stretch>
            </a:blipFill>
          </p:spPr>
          <p:txBody>
            <a:bodyPr wrap="square" lIns="0" tIns="0" rIns="0" bIns="0" rtlCol="0"/>
            <a:lstStyle/>
            <a:p>
              <a:endParaRPr/>
            </a:p>
          </p:txBody>
        </p:sp>
      </p:grpSp>
      <p:sp>
        <p:nvSpPr>
          <p:cNvPr id="38" name="object 38"/>
          <p:cNvSpPr/>
          <p:nvPr/>
        </p:nvSpPr>
        <p:spPr>
          <a:xfrm>
            <a:off x="5396484" y="2496311"/>
            <a:ext cx="434340" cy="309880"/>
          </a:xfrm>
          <a:custGeom>
            <a:avLst/>
            <a:gdLst/>
            <a:ahLst/>
            <a:cxnLst/>
            <a:rect l="l" t="t" r="r" b="b"/>
            <a:pathLst>
              <a:path w="434339" h="309880">
                <a:moveTo>
                  <a:pt x="92964" y="111633"/>
                </a:moveTo>
                <a:lnTo>
                  <a:pt x="89535" y="108204"/>
                </a:lnTo>
                <a:lnTo>
                  <a:pt x="81153" y="108204"/>
                </a:lnTo>
                <a:lnTo>
                  <a:pt x="77724" y="111633"/>
                </a:lnTo>
                <a:lnTo>
                  <a:pt x="77724" y="120015"/>
                </a:lnTo>
                <a:lnTo>
                  <a:pt x="81153" y="123444"/>
                </a:lnTo>
                <a:lnTo>
                  <a:pt x="89535" y="123444"/>
                </a:lnTo>
                <a:lnTo>
                  <a:pt x="92964" y="120015"/>
                </a:lnTo>
                <a:lnTo>
                  <a:pt x="92964" y="111633"/>
                </a:lnTo>
                <a:close/>
              </a:path>
              <a:path w="434339" h="309880">
                <a:moveTo>
                  <a:pt x="117348" y="204597"/>
                </a:moveTo>
                <a:lnTo>
                  <a:pt x="113538" y="201168"/>
                </a:lnTo>
                <a:lnTo>
                  <a:pt x="104394" y="201168"/>
                </a:lnTo>
                <a:lnTo>
                  <a:pt x="100584" y="204597"/>
                </a:lnTo>
                <a:lnTo>
                  <a:pt x="100584" y="212979"/>
                </a:lnTo>
                <a:lnTo>
                  <a:pt x="104394" y="216408"/>
                </a:lnTo>
                <a:lnTo>
                  <a:pt x="113538" y="216408"/>
                </a:lnTo>
                <a:lnTo>
                  <a:pt x="117348" y="212979"/>
                </a:lnTo>
                <a:lnTo>
                  <a:pt x="117348" y="204597"/>
                </a:lnTo>
                <a:close/>
              </a:path>
              <a:path w="434339" h="309880">
                <a:moveTo>
                  <a:pt x="124968" y="56769"/>
                </a:moveTo>
                <a:lnTo>
                  <a:pt x="121539" y="53340"/>
                </a:lnTo>
                <a:lnTo>
                  <a:pt x="113157" y="53340"/>
                </a:lnTo>
                <a:lnTo>
                  <a:pt x="109728" y="56769"/>
                </a:lnTo>
                <a:lnTo>
                  <a:pt x="109728" y="65151"/>
                </a:lnTo>
                <a:lnTo>
                  <a:pt x="113157" y="68580"/>
                </a:lnTo>
                <a:lnTo>
                  <a:pt x="121539" y="68580"/>
                </a:lnTo>
                <a:lnTo>
                  <a:pt x="124968" y="65151"/>
                </a:lnTo>
                <a:lnTo>
                  <a:pt x="124968" y="56769"/>
                </a:lnTo>
                <a:close/>
              </a:path>
              <a:path w="434339" h="309880">
                <a:moveTo>
                  <a:pt x="193548" y="19304"/>
                </a:moveTo>
                <a:lnTo>
                  <a:pt x="191503" y="17780"/>
                </a:lnTo>
                <a:lnTo>
                  <a:pt x="178054" y="7708"/>
                </a:lnTo>
                <a:lnTo>
                  <a:pt x="178054" y="36576"/>
                </a:lnTo>
                <a:lnTo>
                  <a:pt x="178054" y="85090"/>
                </a:lnTo>
                <a:lnTo>
                  <a:pt x="162560" y="85090"/>
                </a:lnTo>
                <a:lnTo>
                  <a:pt x="162560" y="84709"/>
                </a:lnTo>
                <a:lnTo>
                  <a:pt x="162471" y="41833"/>
                </a:lnTo>
                <a:lnTo>
                  <a:pt x="159639" y="38989"/>
                </a:lnTo>
                <a:lnTo>
                  <a:pt x="152527" y="31877"/>
                </a:lnTo>
                <a:lnTo>
                  <a:pt x="152527" y="149225"/>
                </a:lnTo>
                <a:lnTo>
                  <a:pt x="141605" y="160147"/>
                </a:lnTo>
                <a:lnTo>
                  <a:pt x="136144" y="154686"/>
                </a:lnTo>
                <a:lnTo>
                  <a:pt x="124714" y="143256"/>
                </a:lnTo>
                <a:lnTo>
                  <a:pt x="123825" y="141224"/>
                </a:lnTo>
                <a:lnTo>
                  <a:pt x="123825" y="139192"/>
                </a:lnTo>
                <a:lnTo>
                  <a:pt x="123825" y="92837"/>
                </a:lnTo>
                <a:lnTo>
                  <a:pt x="139319" y="92837"/>
                </a:lnTo>
                <a:lnTo>
                  <a:pt x="139319" y="136017"/>
                </a:lnTo>
                <a:lnTo>
                  <a:pt x="152527" y="149225"/>
                </a:lnTo>
                <a:lnTo>
                  <a:pt x="152527" y="31877"/>
                </a:lnTo>
                <a:lnTo>
                  <a:pt x="149352" y="28702"/>
                </a:lnTo>
                <a:lnTo>
                  <a:pt x="160274" y="17780"/>
                </a:lnTo>
                <a:lnTo>
                  <a:pt x="177292" y="34671"/>
                </a:lnTo>
                <a:lnTo>
                  <a:pt x="178054" y="36576"/>
                </a:lnTo>
                <a:lnTo>
                  <a:pt x="178054" y="7708"/>
                </a:lnTo>
                <a:lnTo>
                  <a:pt x="167767" y="0"/>
                </a:lnTo>
                <a:lnTo>
                  <a:pt x="117729" y="0"/>
                </a:lnTo>
                <a:lnTo>
                  <a:pt x="69723" y="20574"/>
                </a:lnTo>
                <a:lnTo>
                  <a:pt x="69723" y="35433"/>
                </a:lnTo>
                <a:lnTo>
                  <a:pt x="88392" y="54102"/>
                </a:lnTo>
                <a:lnTo>
                  <a:pt x="94361" y="54102"/>
                </a:lnTo>
                <a:lnTo>
                  <a:pt x="98361" y="46977"/>
                </a:lnTo>
                <a:lnTo>
                  <a:pt x="104432" y="41833"/>
                </a:lnTo>
                <a:lnTo>
                  <a:pt x="111912" y="39052"/>
                </a:lnTo>
                <a:lnTo>
                  <a:pt x="120281" y="39052"/>
                </a:lnTo>
                <a:lnTo>
                  <a:pt x="127863" y="41783"/>
                </a:lnTo>
                <a:lnTo>
                  <a:pt x="133972" y="46901"/>
                </a:lnTo>
                <a:lnTo>
                  <a:pt x="137998" y="53784"/>
                </a:lnTo>
                <a:lnTo>
                  <a:pt x="139446" y="61849"/>
                </a:lnTo>
                <a:lnTo>
                  <a:pt x="137998" y="69926"/>
                </a:lnTo>
                <a:lnTo>
                  <a:pt x="133985" y="76809"/>
                </a:lnTo>
                <a:lnTo>
                  <a:pt x="127863" y="81927"/>
                </a:lnTo>
                <a:lnTo>
                  <a:pt x="120142" y="84709"/>
                </a:lnTo>
                <a:lnTo>
                  <a:pt x="111912" y="84658"/>
                </a:lnTo>
                <a:lnTo>
                  <a:pt x="104432" y="81876"/>
                </a:lnTo>
                <a:lnTo>
                  <a:pt x="98361" y="76733"/>
                </a:lnTo>
                <a:lnTo>
                  <a:pt x="94361" y="69596"/>
                </a:lnTo>
                <a:lnTo>
                  <a:pt x="83058" y="69596"/>
                </a:lnTo>
                <a:lnTo>
                  <a:pt x="81153" y="68834"/>
                </a:lnTo>
                <a:lnTo>
                  <a:pt x="59817" y="47498"/>
                </a:lnTo>
                <a:lnTo>
                  <a:pt x="23241" y="59690"/>
                </a:lnTo>
                <a:lnTo>
                  <a:pt x="23241" y="128270"/>
                </a:lnTo>
                <a:lnTo>
                  <a:pt x="34163" y="139192"/>
                </a:lnTo>
                <a:lnTo>
                  <a:pt x="50927" y="139192"/>
                </a:lnTo>
                <a:lnTo>
                  <a:pt x="64249" y="125984"/>
                </a:lnTo>
                <a:lnTo>
                  <a:pt x="62738" y="123063"/>
                </a:lnTo>
                <a:lnTo>
                  <a:pt x="61976" y="119507"/>
                </a:lnTo>
                <a:lnTo>
                  <a:pt x="61976" y="115951"/>
                </a:lnTo>
                <a:lnTo>
                  <a:pt x="63792" y="106984"/>
                </a:lnTo>
                <a:lnTo>
                  <a:pt x="68783" y="99644"/>
                </a:lnTo>
                <a:lnTo>
                  <a:pt x="76161" y="94665"/>
                </a:lnTo>
                <a:lnTo>
                  <a:pt x="85217" y="92837"/>
                </a:lnTo>
                <a:lnTo>
                  <a:pt x="94234" y="94665"/>
                </a:lnTo>
                <a:lnTo>
                  <a:pt x="101574" y="99644"/>
                </a:lnTo>
                <a:lnTo>
                  <a:pt x="106514" y="106984"/>
                </a:lnTo>
                <a:lnTo>
                  <a:pt x="108331" y="115951"/>
                </a:lnTo>
                <a:lnTo>
                  <a:pt x="106514" y="125006"/>
                </a:lnTo>
                <a:lnTo>
                  <a:pt x="101574" y="132384"/>
                </a:lnTo>
                <a:lnTo>
                  <a:pt x="94234" y="137375"/>
                </a:lnTo>
                <a:lnTo>
                  <a:pt x="85217" y="139192"/>
                </a:lnTo>
                <a:lnTo>
                  <a:pt x="81661" y="139192"/>
                </a:lnTo>
                <a:lnTo>
                  <a:pt x="78105" y="138303"/>
                </a:lnTo>
                <a:lnTo>
                  <a:pt x="75184" y="136906"/>
                </a:lnTo>
                <a:lnTo>
                  <a:pt x="58166" y="153924"/>
                </a:lnTo>
                <a:lnTo>
                  <a:pt x="56261" y="154686"/>
                </a:lnTo>
                <a:lnTo>
                  <a:pt x="28956" y="154686"/>
                </a:lnTo>
                <a:lnTo>
                  <a:pt x="26924" y="153924"/>
                </a:lnTo>
                <a:lnTo>
                  <a:pt x="25527" y="152400"/>
                </a:lnTo>
                <a:lnTo>
                  <a:pt x="13335" y="140335"/>
                </a:lnTo>
                <a:lnTo>
                  <a:pt x="0" y="144780"/>
                </a:lnTo>
                <a:lnTo>
                  <a:pt x="0" y="210947"/>
                </a:lnTo>
                <a:lnTo>
                  <a:pt x="35560" y="222885"/>
                </a:lnTo>
                <a:lnTo>
                  <a:pt x="47752" y="204470"/>
                </a:lnTo>
                <a:lnTo>
                  <a:pt x="49149" y="202438"/>
                </a:lnTo>
                <a:lnTo>
                  <a:pt x="51562" y="201041"/>
                </a:lnTo>
                <a:lnTo>
                  <a:pt x="86614" y="201041"/>
                </a:lnTo>
                <a:lnTo>
                  <a:pt x="90614" y="193967"/>
                </a:lnTo>
                <a:lnTo>
                  <a:pt x="96685" y="188823"/>
                </a:lnTo>
                <a:lnTo>
                  <a:pt x="104165" y="186004"/>
                </a:lnTo>
                <a:lnTo>
                  <a:pt x="112560" y="186004"/>
                </a:lnTo>
                <a:lnTo>
                  <a:pt x="120116" y="188722"/>
                </a:lnTo>
                <a:lnTo>
                  <a:pt x="126225" y="193840"/>
                </a:lnTo>
                <a:lnTo>
                  <a:pt x="130251" y="200723"/>
                </a:lnTo>
                <a:lnTo>
                  <a:pt x="131699" y="208788"/>
                </a:lnTo>
                <a:lnTo>
                  <a:pt x="130251" y="216865"/>
                </a:lnTo>
                <a:lnTo>
                  <a:pt x="126238" y="223748"/>
                </a:lnTo>
                <a:lnTo>
                  <a:pt x="120116" y="228866"/>
                </a:lnTo>
                <a:lnTo>
                  <a:pt x="112395" y="231648"/>
                </a:lnTo>
                <a:lnTo>
                  <a:pt x="104165" y="231597"/>
                </a:lnTo>
                <a:lnTo>
                  <a:pt x="96685" y="228815"/>
                </a:lnTo>
                <a:lnTo>
                  <a:pt x="90614" y="223672"/>
                </a:lnTo>
                <a:lnTo>
                  <a:pt x="86614" y="216535"/>
                </a:lnTo>
                <a:lnTo>
                  <a:pt x="58293" y="216535"/>
                </a:lnTo>
                <a:lnTo>
                  <a:pt x="46482" y="234315"/>
                </a:lnTo>
                <a:lnTo>
                  <a:pt x="46482" y="275209"/>
                </a:lnTo>
                <a:lnTo>
                  <a:pt x="80645" y="309372"/>
                </a:lnTo>
                <a:lnTo>
                  <a:pt x="116078" y="309372"/>
                </a:lnTo>
                <a:lnTo>
                  <a:pt x="116078" y="273939"/>
                </a:lnTo>
                <a:lnTo>
                  <a:pt x="110617" y="268478"/>
                </a:lnTo>
                <a:lnTo>
                  <a:pt x="121666" y="257556"/>
                </a:lnTo>
                <a:lnTo>
                  <a:pt x="130810" y="266700"/>
                </a:lnTo>
                <a:lnTo>
                  <a:pt x="131508" y="268478"/>
                </a:lnTo>
                <a:lnTo>
                  <a:pt x="131572" y="309372"/>
                </a:lnTo>
                <a:lnTo>
                  <a:pt x="153035" y="309372"/>
                </a:lnTo>
                <a:lnTo>
                  <a:pt x="193548" y="289179"/>
                </a:lnTo>
                <a:lnTo>
                  <a:pt x="193548" y="282321"/>
                </a:lnTo>
                <a:lnTo>
                  <a:pt x="165735" y="261366"/>
                </a:lnTo>
                <a:lnTo>
                  <a:pt x="163703" y="259969"/>
                </a:lnTo>
                <a:lnTo>
                  <a:pt x="162560" y="257683"/>
                </a:lnTo>
                <a:lnTo>
                  <a:pt x="162560" y="257556"/>
                </a:lnTo>
                <a:lnTo>
                  <a:pt x="162560" y="239776"/>
                </a:lnTo>
                <a:lnTo>
                  <a:pt x="178054" y="239776"/>
                </a:lnTo>
                <a:lnTo>
                  <a:pt x="178054" y="251333"/>
                </a:lnTo>
                <a:lnTo>
                  <a:pt x="193548" y="263017"/>
                </a:lnTo>
                <a:lnTo>
                  <a:pt x="193548" y="239776"/>
                </a:lnTo>
                <a:lnTo>
                  <a:pt x="193548" y="231648"/>
                </a:lnTo>
                <a:lnTo>
                  <a:pt x="193548" y="213995"/>
                </a:lnTo>
                <a:lnTo>
                  <a:pt x="193548" y="162433"/>
                </a:lnTo>
                <a:lnTo>
                  <a:pt x="181102" y="162433"/>
                </a:lnTo>
                <a:lnTo>
                  <a:pt x="170307" y="173101"/>
                </a:lnTo>
                <a:lnTo>
                  <a:pt x="170307" y="202692"/>
                </a:lnTo>
                <a:lnTo>
                  <a:pt x="169545" y="204724"/>
                </a:lnTo>
                <a:lnTo>
                  <a:pt x="168021" y="206121"/>
                </a:lnTo>
                <a:lnTo>
                  <a:pt x="160147" y="213995"/>
                </a:lnTo>
                <a:lnTo>
                  <a:pt x="149225" y="203073"/>
                </a:lnTo>
                <a:lnTo>
                  <a:pt x="154813" y="197485"/>
                </a:lnTo>
                <a:lnTo>
                  <a:pt x="154813" y="185928"/>
                </a:lnTo>
                <a:lnTo>
                  <a:pt x="154813" y="167894"/>
                </a:lnTo>
                <a:lnTo>
                  <a:pt x="155702" y="165862"/>
                </a:lnTo>
                <a:lnTo>
                  <a:pt x="161417" y="160147"/>
                </a:lnTo>
                <a:lnTo>
                  <a:pt x="172339" y="149225"/>
                </a:lnTo>
                <a:lnTo>
                  <a:pt x="173863" y="147828"/>
                </a:lnTo>
                <a:lnTo>
                  <a:pt x="175768" y="146939"/>
                </a:lnTo>
                <a:lnTo>
                  <a:pt x="193548" y="146939"/>
                </a:lnTo>
                <a:lnTo>
                  <a:pt x="193548" y="92837"/>
                </a:lnTo>
                <a:lnTo>
                  <a:pt x="193548" y="85090"/>
                </a:lnTo>
                <a:lnTo>
                  <a:pt x="193548" y="19304"/>
                </a:lnTo>
                <a:close/>
              </a:path>
              <a:path w="434339" h="309880">
                <a:moveTo>
                  <a:pt x="225552" y="22860"/>
                </a:moveTo>
                <a:lnTo>
                  <a:pt x="210312" y="22860"/>
                </a:lnTo>
                <a:lnTo>
                  <a:pt x="210312" y="298323"/>
                </a:lnTo>
                <a:lnTo>
                  <a:pt x="213741" y="301752"/>
                </a:lnTo>
                <a:lnTo>
                  <a:pt x="222123" y="301752"/>
                </a:lnTo>
                <a:lnTo>
                  <a:pt x="225552" y="298323"/>
                </a:lnTo>
                <a:lnTo>
                  <a:pt x="225552" y="22860"/>
                </a:lnTo>
                <a:close/>
              </a:path>
              <a:path w="434339" h="309880">
                <a:moveTo>
                  <a:pt x="379476" y="7620"/>
                </a:moveTo>
                <a:lnTo>
                  <a:pt x="364236" y="7620"/>
                </a:lnTo>
                <a:lnTo>
                  <a:pt x="364236" y="27432"/>
                </a:lnTo>
                <a:lnTo>
                  <a:pt x="369443" y="22225"/>
                </a:lnTo>
                <a:lnTo>
                  <a:pt x="374269" y="22225"/>
                </a:lnTo>
                <a:lnTo>
                  <a:pt x="379476" y="27432"/>
                </a:lnTo>
                <a:lnTo>
                  <a:pt x="379476" y="7620"/>
                </a:lnTo>
                <a:close/>
              </a:path>
              <a:path w="434339" h="309880">
                <a:moveTo>
                  <a:pt x="411480" y="7620"/>
                </a:moveTo>
                <a:lnTo>
                  <a:pt x="395986" y="7620"/>
                </a:lnTo>
                <a:lnTo>
                  <a:pt x="395986" y="49530"/>
                </a:lnTo>
                <a:lnTo>
                  <a:pt x="394081" y="52324"/>
                </a:lnTo>
                <a:lnTo>
                  <a:pt x="391160" y="53594"/>
                </a:lnTo>
                <a:lnTo>
                  <a:pt x="388239" y="54737"/>
                </a:lnTo>
                <a:lnTo>
                  <a:pt x="384937" y="54102"/>
                </a:lnTo>
                <a:lnTo>
                  <a:pt x="382778" y="51816"/>
                </a:lnTo>
                <a:lnTo>
                  <a:pt x="380492" y="49568"/>
                </a:lnTo>
                <a:lnTo>
                  <a:pt x="380492" y="240284"/>
                </a:lnTo>
                <a:lnTo>
                  <a:pt x="271780" y="240284"/>
                </a:lnTo>
                <a:lnTo>
                  <a:pt x="271780" y="224790"/>
                </a:lnTo>
                <a:lnTo>
                  <a:pt x="380492" y="224790"/>
                </a:lnTo>
                <a:lnTo>
                  <a:pt x="380492" y="209296"/>
                </a:lnTo>
                <a:lnTo>
                  <a:pt x="271780" y="209296"/>
                </a:lnTo>
                <a:lnTo>
                  <a:pt x="271780" y="193675"/>
                </a:lnTo>
                <a:lnTo>
                  <a:pt x="380492" y="193675"/>
                </a:lnTo>
                <a:lnTo>
                  <a:pt x="380492" y="178181"/>
                </a:lnTo>
                <a:lnTo>
                  <a:pt x="271780" y="178181"/>
                </a:lnTo>
                <a:lnTo>
                  <a:pt x="271780" y="162687"/>
                </a:lnTo>
                <a:lnTo>
                  <a:pt x="380492" y="162687"/>
                </a:lnTo>
                <a:lnTo>
                  <a:pt x="380492" y="147193"/>
                </a:lnTo>
                <a:lnTo>
                  <a:pt x="271780" y="147193"/>
                </a:lnTo>
                <a:lnTo>
                  <a:pt x="271780" y="131699"/>
                </a:lnTo>
                <a:lnTo>
                  <a:pt x="380492" y="131699"/>
                </a:lnTo>
                <a:lnTo>
                  <a:pt x="380492" y="116205"/>
                </a:lnTo>
                <a:lnTo>
                  <a:pt x="271780" y="116205"/>
                </a:lnTo>
                <a:lnTo>
                  <a:pt x="271780" y="100711"/>
                </a:lnTo>
                <a:lnTo>
                  <a:pt x="380492" y="100711"/>
                </a:lnTo>
                <a:lnTo>
                  <a:pt x="380492" y="85217"/>
                </a:lnTo>
                <a:lnTo>
                  <a:pt x="271780" y="85217"/>
                </a:lnTo>
                <a:lnTo>
                  <a:pt x="271780" y="69596"/>
                </a:lnTo>
                <a:lnTo>
                  <a:pt x="380492" y="69596"/>
                </a:lnTo>
                <a:lnTo>
                  <a:pt x="380492" y="49568"/>
                </a:lnTo>
                <a:lnTo>
                  <a:pt x="372745" y="41910"/>
                </a:lnTo>
                <a:lnTo>
                  <a:pt x="362712" y="51816"/>
                </a:lnTo>
                <a:lnTo>
                  <a:pt x="360426" y="54102"/>
                </a:lnTo>
                <a:lnTo>
                  <a:pt x="357124" y="54737"/>
                </a:lnTo>
                <a:lnTo>
                  <a:pt x="355498" y="54102"/>
                </a:lnTo>
                <a:lnTo>
                  <a:pt x="354203" y="53594"/>
                </a:lnTo>
                <a:lnTo>
                  <a:pt x="351282" y="52324"/>
                </a:lnTo>
                <a:lnTo>
                  <a:pt x="349377" y="49530"/>
                </a:lnTo>
                <a:lnTo>
                  <a:pt x="349377" y="38608"/>
                </a:lnTo>
                <a:lnTo>
                  <a:pt x="349377" y="7620"/>
                </a:lnTo>
                <a:lnTo>
                  <a:pt x="318389" y="7620"/>
                </a:lnTo>
                <a:lnTo>
                  <a:pt x="318389" y="38608"/>
                </a:lnTo>
                <a:lnTo>
                  <a:pt x="318389" y="54102"/>
                </a:lnTo>
                <a:lnTo>
                  <a:pt x="271780" y="54102"/>
                </a:lnTo>
                <a:lnTo>
                  <a:pt x="271780" y="38608"/>
                </a:lnTo>
                <a:lnTo>
                  <a:pt x="318389" y="38608"/>
                </a:lnTo>
                <a:lnTo>
                  <a:pt x="318389" y="7620"/>
                </a:lnTo>
                <a:lnTo>
                  <a:pt x="240792" y="7620"/>
                </a:lnTo>
                <a:lnTo>
                  <a:pt x="240792" y="271272"/>
                </a:lnTo>
                <a:lnTo>
                  <a:pt x="411480" y="271272"/>
                </a:lnTo>
                <a:lnTo>
                  <a:pt x="411480" y="240284"/>
                </a:lnTo>
                <a:lnTo>
                  <a:pt x="411480" y="224790"/>
                </a:lnTo>
                <a:lnTo>
                  <a:pt x="411480" y="54737"/>
                </a:lnTo>
                <a:lnTo>
                  <a:pt x="411480" y="7620"/>
                </a:lnTo>
                <a:close/>
              </a:path>
              <a:path w="434339" h="309880">
                <a:moveTo>
                  <a:pt x="434340" y="30480"/>
                </a:moveTo>
                <a:lnTo>
                  <a:pt x="426593" y="30480"/>
                </a:lnTo>
                <a:lnTo>
                  <a:pt x="426593" y="282829"/>
                </a:lnTo>
                <a:lnTo>
                  <a:pt x="423164" y="286258"/>
                </a:lnTo>
                <a:lnTo>
                  <a:pt x="240665" y="286258"/>
                </a:lnTo>
                <a:lnTo>
                  <a:pt x="240665" y="296672"/>
                </a:lnTo>
                <a:lnTo>
                  <a:pt x="240157" y="299212"/>
                </a:lnTo>
                <a:lnTo>
                  <a:pt x="239268" y="301752"/>
                </a:lnTo>
                <a:lnTo>
                  <a:pt x="434340" y="301752"/>
                </a:lnTo>
                <a:lnTo>
                  <a:pt x="434340" y="30480"/>
                </a:lnTo>
                <a:close/>
              </a:path>
            </a:pathLst>
          </a:custGeom>
          <a:solidFill>
            <a:srgbClr val="FF8E01"/>
          </a:solidFill>
        </p:spPr>
        <p:txBody>
          <a:bodyPr wrap="square" lIns="0" tIns="0" rIns="0" bIns="0" rtlCol="0"/>
          <a:lstStyle/>
          <a:p>
            <a:endParaRPr/>
          </a:p>
        </p:txBody>
      </p:sp>
      <p:sp>
        <p:nvSpPr>
          <p:cNvPr id="39" name="object 39"/>
          <p:cNvSpPr/>
          <p:nvPr/>
        </p:nvSpPr>
        <p:spPr>
          <a:xfrm>
            <a:off x="3853434" y="4147439"/>
            <a:ext cx="281304" cy="102616"/>
          </a:xfrm>
          <a:prstGeom prst="rect">
            <a:avLst/>
          </a:prstGeom>
          <a:blipFill>
            <a:blip r:embed="rId22" cstate="print"/>
            <a:stretch>
              <a:fillRect/>
            </a:stretch>
          </a:blipFill>
        </p:spPr>
        <p:txBody>
          <a:bodyPr wrap="square" lIns="0" tIns="0" rIns="0" bIns="0" rtlCol="0"/>
          <a:lstStyle/>
          <a:p>
            <a:endParaRPr/>
          </a:p>
        </p:txBody>
      </p:sp>
      <p:sp>
        <p:nvSpPr>
          <p:cNvPr id="40" name="object 40"/>
          <p:cNvSpPr/>
          <p:nvPr/>
        </p:nvSpPr>
        <p:spPr>
          <a:xfrm>
            <a:off x="7836281" y="4147439"/>
            <a:ext cx="281304" cy="102616"/>
          </a:xfrm>
          <a:prstGeom prst="rect">
            <a:avLst/>
          </a:prstGeom>
          <a:blipFill>
            <a:blip r:embed="rId23" cstate="print"/>
            <a:stretch>
              <a:fillRect/>
            </a:stretch>
          </a:blipFill>
        </p:spPr>
        <p:txBody>
          <a:bodyPr wrap="square" lIns="0" tIns="0" rIns="0" bIns="0" rtlCol="0"/>
          <a:lstStyle/>
          <a:p>
            <a:endParaRPr/>
          </a:p>
        </p:txBody>
      </p:sp>
      <p:grpSp>
        <p:nvGrpSpPr>
          <p:cNvPr id="41" name="object 41"/>
          <p:cNvGrpSpPr/>
          <p:nvPr/>
        </p:nvGrpSpPr>
        <p:grpSpPr>
          <a:xfrm>
            <a:off x="4177157" y="4009644"/>
            <a:ext cx="3616960" cy="1804670"/>
            <a:chOff x="4177157" y="4009644"/>
            <a:chExt cx="3616960" cy="1804670"/>
          </a:xfrm>
        </p:grpSpPr>
        <p:sp>
          <p:nvSpPr>
            <p:cNvPr id="42" name="object 42"/>
            <p:cNvSpPr/>
            <p:nvPr/>
          </p:nvSpPr>
          <p:spPr>
            <a:xfrm>
              <a:off x="5984621" y="4195699"/>
              <a:ext cx="928369" cy="1615440"/>
            </a:xfrm>
            <a:custGeom>
              <a:avLst/>
              <a:gdLst/>
              <a:ahLst/>
              <a:cxnLst/>
              <a:rect l="l" t="t" r="r" b="b"/>
              <a:pathLst>
                <a:path w="928370" h="1615439">
                  <a:moveTo>
                    <a:pt x="620268" y="0"/>
                  </a:moveTo>
                  <a:lnTo>
                    <a:pt x="654940" y="32693"/>
                  </a:lnTo>
                  <a:lnTo>
                    <a:pt x="687566" y="66735"/>
                  </a:lnTo>
                  <a:lnTo>
                    <a:pt x="718140" y="102042"/>
                  </a:lnTo>
                  <a:lnTo>
                    <a:pt x="746658" y="138533"/>
                  </a:lnTo>
                  <a:lnTo>
                    <a:pt x="773114" y="176126"/>
                  </a:lnTo>
                  <a:lnTo>
                    <a:pt x="797506" y="214739"/>
                  </a:lnTo>
                  <a:lnTo>
                    <a:pt x="819828" y="254288"/>
                  </a:lnTo>
                  <a:lnTo>
                    <a:pt x="840075" y="294693"/>
                  </a:lnTo>
                  <a:lnTo>
                    <a:pt x="858243" y="335871"/>
                  </a:lnTo>
                  <a:lnTo>
                    <a:pt x="874328" y="377739"/>
                  </a:lnTo>
                  <a:lnTo>
                    <a:pt x="888325" y="420217"/>
                  </a:lnTo>
                  <a:lnTo>
                    <a:pt x="900229" y="463220"/>
                  </a:lnTo>
                  <a:lnTo>
                    <a:pt x="910036" y="506668"/>
                  </a:lnTo>
                  <a:lnTo>
                    <a:pt x="917742" y="550479"/>
                  </a:lnTo>
                  <a:lnTo>
                    <a:pt x="923341" y="594569"/>
                  </a:lnTo>
                  <a:lnTo>
                    <a:pt x="926830" y="638857"/>
                  </a:lnTo>
                  <a:lnTo>
                    <a:pt x="928203" y="683261"/>
                  </a:lnTo>
                  <a:lnTo>
                    <a:pt x="927457" y="727698"/>
                  </a:lnTo>
                  <a:lnTo>
                    <a:pt x="924586" y="772087"/>
                  </a:lnTo>
                  <a:lnTo>
                    <a:pt x="919587" y="816345"/>
                  </a:lnTo>
                  <a:lnTo>
                    <a:pt x="912454" y="860390"/>
                  </a:lnTo>
                  <a:lnTo>
                    <a:pt x="903184" y="904141"/>
                  </a:lnTo>
                  <a:lnTo>
                    <a:pt x="891770" y="947513"/>
                  </a:lnTo>
                  <a:lnTo>
                    <a:pt x="878210" y="990427"/>
                  </a:lnTo>
                  <a:lnTo>
                    <a:pt x="862499" y="1032799"/>
                  </a:lnTo>
                  <a:lnTo>
                    <a:pt x="844631" y="1074547"/>
                  </a:lnTo>
                  <a:lnTo>
                    <a:pt x="824603" y="1115589"/>
                  </a:lnTo>
                  <a:lnTo>
                    <a:pt x="802410" y="1155844"/>
                  </a:lnTo>
                  <a:lnTo>
                    <a:pt x="778047" y="1195228"/>
                  </a:lnTo>
                  <a:lnTo>
                    <a:pt x="751510" y="1233660"/>
                  </a:lnTo>
                  <a:lnTo>
                    <a:pt x="722794" y="1271057"/>
                  </a:lnTo>
                  <a:lnTo>
                    <a:pt x="691896" y="1307338"/>
                  </a:lnTo>
                  <a:lnTo>
                    <a:pt x="657997" y="1343204"/>
                  </a:lnTo>
                  <a:lnTo>
                    <a:pt x="622421" y="1377047"/>
                  </a:lnTo>
                  <a:lnTo>
                    <a:pt x="585259" y="1408826"/>
                  </a:lnTo>
                  <a:lnTo>
                    <a:pt x="546604" y="1438499"/>
                  </a:lnTo>
                  <a:lnTo>
                    <a:pt x="506548" y="1466026"/>
                  </a:lnTo>
                  <a:lnTo>
                    <a:pt x="465184" y="1491364"/>
                  </a:lnTo>
                  <a:lnTo>
                    <a:pt x="422605" y="1514473"/>
                  </a:lnTo>
                  <a:lnTo>
                    <a:pt x="378904" y="1535310"/>
                  </a:lnTo>
                  <a:lnTo>
                    <a:pt x="334173" y="1553836"/>
                  </a:lnTo>
                  <a:lnTo>
                    <a:pt x="288504" y="1570009"/>
                  </a:lnTo>
                  <a:lnTo>
                    <a:pt x="241991" y="1583787"/>
                  </a:lnTo>
                  <a:lnTo>
                    <a:pt x="194726" y="1595129"/>
                  </a:lnTo>
                  <a:lnTo>
                    <a:pt x="146802" y="1603994"/>
                  </a:lnTo>
                  <a:lnTo>
                    <a:pt x="98311" y="1610340"/>
                  </a:lnTo>
                  <a:lnTo>
                    <a:pt x="49346" y="1614127"/>
                  </a:lnTo>
                  <a:lnTo>
                    <a:pt x="0" y="1615313"/>
                  </a:lnTo>
                </a:path>
              </a:pathLst>
            </a:custGeom>
            <a:ln w="6350">
              <a:solidFill>
                <a:srgbClr val="FF8E01"/>
              </a:solidFill>
            </a:ln>
          </p:spPr>
          <p:txBody>
            <a:bodyPr wrap="square" lIns="0" tIns="0" rIns="0" bIns="0" rtlCol="0"/>
            <a:lstStyle/>
            <a:p>
              <a:endParaRPr/>
            </a:p>
          </p:txBody>
        </p:sp>
        <p:sp>
          <p:nvSpPr>
            <p:cNvPr id="43" name="object 43"/>
            <p:cNvSpPr/>
            <p:nvPr/>
          </p:nvSpPr>
          <p:spPr>
            <a:xfrm>
              <a:off x="5061204" y="4195572"/>
              <a:ext cx="916305" cy="1615440"/>
            </a:xfrm>
            <a:custGeom>
              <a:avLst/>
              <a:gdLst/>
              <a:ahLst/>
              <a:cxnLst/>
              <a:rect l="l" t="t" r="r" b="b"/>
              <a:pathLst>
                <a:path w="916304" h="1615439">
                  <a:moveTo>
                    <a:pt x="916178" y="1615389"/>
                  </a:moveTo>
                  <a:lnTo>
                    <a:pt x="868549" y="1613687"/>
                  </a:lnTo>
                  <a:lnTo>
                    <a:pt x="821570" y="1609622"/>
                  </a:lnTo>
                  <a:lnTo>
                    <a:pt x="775298" y="1603251"/>
                  </a:lnTo>
                  <a:lnTo>
                    <a:pt x="729792" y="1594634"/>
                  </a:lnTo>
                  <a:lnTo>
                    <a:pt x="685108" y="1583830"/>
                  </a:lnTo>
                  <a:lnTo>
                    <a:pt x="641305" y="1570897"/>
                  </a:lnTo>
                  <a:lnTo>
                    <a:pt x="598439" y="1555894"/>
                  </a:lnTo>
                  <a:lnTo>
                    <a:pt x="556569" y="1538879"/>
                  </a:lnTo>
                  <a:lnTo>
                    <a:pt x="515752" y="1519912"/>
                  </a:lnTo>
                  <a:lnTo>
                    <a:pt x="476045" y="1499052"/>
                  </a:lnTo>
                  <a:lnTo>
                    <a:pt x="437506" y="1476356"/>
                  </a:lnTo>
                  <a:lnTo>
                    <a:pt x="400193" y="1451884"/>
                  </a:lnTo>
                  <a:lnTo>
                    <a:pt x="364164" y="1425695"/>
                  </a:lnTo>
                  <a:lnTo>
                    <a:pt x="329475" y="1397847"/>
                  </a:lnTo>
                  <a:lnTo>
                    <a:pt x="296184" y="1368400"/>
                  </a:lnTo>
                  <a:lnTo>
                    <a:pt x="264350" y="1337411"/>
                  </a:lnTo>
                  <a:lnTo>
                    <a:pt x="234029" y="1304940"/>
                  </a:lnTo>
                  <a:lnTo>
                    <a:pt x="205279" y="1271045"/>
                  </a:lnTo>
                  <a:lnTo>
                    <a:pt x="178159" y="1235786"/>
                  </a:lnTo>
                  <a:lnTo>
                    <a:pt x="152724" y="1199221"/>
                  </a:lnTo>
                  <a:lnTo>
                    <a:pt x="129033" y="1161408"/>
                  </a:lnTo>
                  <a:lnTo>
                    <a:pt x="107144" y="1122407"/>
                  </a:lnTo>
                  <a:lnTo>
                    <a:pt x="87114" y="1082276"/>
                  </a:lnTo>
                  <a:lnTo>
                    <a:pt x="69000" y="1041074"/>
                  </a:lnTo>
                  <a:lnTo>
                    <a:pt x="52861" y="998860"/>
                  </a:lnTo>
                  <a:lnTo>
                    <a:pt x="38753" y="955693"/>
                  </a:lnTo>
                  <a:lnTo>
                    <a:pt x="26735" y="911631"/>
                  </a:lnTo>
                  <a:lnTo>
                    <a:pt x="16864" y="866733"/>
                  </a:lnTo>
                  <a:lnTo>
                    <a:pt x="9197" y="821058"/>
                  </a:lnTo>
                  <a:lnTo>
                    <a:pt x="3792" y="774664"/>
                  </a:lnTo>
                  <a:lnTo>
                    <a:pt x="707" y="727611"/>
                  </a:lnTo>
                  <a:lnTo>
                    <a:pt x="0" y="679957"/>
                  </a:lnTo>
                  <a:lnTo>
                    <a:pt x="1794" y="631405"/>
                  </a:lnTo>
                  <a:lnTo>
                    <a:pt x="6102" y="583248"/>
                  </a:lnTo>
                  <a:lnTo>
                    <a:pt x="12884" y="535574"/>
                  </a:lnTo>
                  <a:lnTo>
                    <a:pt x="22101" y="488471"/>
                  </a:lnTo>
                  <a:lnTo>
                    <a:pt x="33713" y="442029"/>
                  </a:lnTo>
                  <a:lnTo>
                    <a:pt x="47680" y="396335"/>
                  </a:lnTo>
                  <a:lnTo>
                    <a:pt x="63961" y="351478"/>
                  </a:lnTo>
                  <a:lnTo>
                    <a:pt x="82518" y="307546"/>
                  </a:lnTo>
                  <a:lnTo>
                    <a:pt x="103310" y="264627"/>
                  </a:lnTo>
                  <a:lnTo>
                    <a:pt x="126298" y="222811"/>
                  </a:lnTo>
                  <a:lnTo>
                    <a:pt x="151441" y="182185"/>
                  </a:lnTo>
                  <a:lnTo>
                    <a:pt x="178700" y="142837"/>
                  </a:lnTo>
                  <a:lnTo>
                    <a:pt x="208036" y="104856"/>
                  </a:lnTo>
                  <a:lnTo>
                    <a:pt x="239408" y="68331"/>
                  </a:lnTo>
                  <a:lnTo>
                    <a:pt x="272776" y="33349"/>
                  </a:lnTo>
                  <a:lnTo>
                    <a:pt x="308101" y="0"/>
                  </a:lnTo>
                </a:path>
              </a:pathLst>
            </a:custGeom>
            <a:ln w="6350">
              <a:solidFill>
                <a:srgbClr val="FFFFFF"/>
              </a:solidFill>
            </a:ln>
          </p:spPr>
          <p:txBody>
            <a:bodyPr wrap="square" lIns="0" tIns="0" rIns="0" bIns="0" rtlCol="0"/>
            <a:lstStyle/>
            <a:p>
              <a:endParaRPr/>
            </a:p>
          </p:txBody>
        </p:sp>
        <p:sp>
          <p:nvSpPr>
            <p:cNvPr id="44" name="object 44"/>
            <p:cNvSpPr/>
            <p:nvPr/>
          </p:nvSpPr>
          <p:spPr>
            <a:xfrm>
              <a:off x="5111496" y="4009644"/>
              <a:ext cx="870585" cy="1751330"/>
            </a:xfrm>
            <a:custGeom>
              <a:avLst/>
              <a:gdLst/>
              <a:ahLst/>
              <a:cxnLst/>
              <a:rect l="l" t="t" r="r" b="b"/>
              <a:pathLst>
                <a:path w="870585" h="1751329">
                  <a:moveTo>
                    <a:pt x="870203" y="0"/>
                  </a:moveTo>
                  <a:lnTo>
                    <a:pt x="786256" y="4190"/>
                  </a:lnTo>
                  <a:lnTo>
                    <a:pt x="739327" y="10251"/>
                  </a:lnTo>
                  <a:lnTo>
                    <a:pt x="693206" y="18753"/>
                  </a:lnTo>
                  <a:lnTo>
                    <a:pt x="647962" y="29630"/>
                  </a:lnTo>
                  <a:lnTo>
                    <a:pt x="603663" y="42814"/>
                  </a:lnTo>
                  <a:lnTo>
                    <a:pt x="560377" y="58236"/>
                  </a:lnTo>
                  <a:lnTo>
                    <a:pt x="518171" y="75831"/>
                  </a:lnTo>
                  <a:lnTo>
                    <a:pt x="477113" y="95529"/>
                  </a:lnTo>
                  <a:lnTo>
                    <a:pt x="437270" y="117264"/>
                  </a:lnTo>
                  <a:lnTo>
                    <a:pt x="398711" y="140968"/>
                  </a:lnTo>
                  <a:lnTo>
                    <a:pt x="361503" y="166573"/>
                  </a:lnTo>
                  <a:lnTo>
                    <a:pt x="325714" y="194012"/>
                  </a:lnTo>
                  <a:lnTo>
                    <a:pt x="291411" y="223217"/>
                  </a:lnTo>
                  <a:lnTo>
                    <a:pt x="258662" y="254120"/>
                  </a:lnTo>
                  <a:lnTo>
                    <a:pt x="227536" y="286654"/>
                  </a:lnTo>
                  <a:lnTo>
                    <a:pt x="198099" y="320752"/>
                  </a:lnTo>
                  <a:lnTo>
                    <a:pt x="170420" y="356346"/>
                  </a:lnTo>
                  <a:lnTo>
                    <a:pt x="144566" y="393367"/>
                  </a:lnTo>
                  <a:lnTo>
                    <a:pt x="120604" y="431750"/>
                  </a:lnTo>
                  <a:lnTo>
                    <a:pt x="98604" y="471425"/>
                  </a:lnTo>
                  <a:lnTo>
                    <a:pt x="78631" y="512326"/>
                  </a:lnTo>
                  <a:lnTo>
                    <a:pt x="60755" y="554384"/>
                  </a:lnTo>
                  <a:lnTo>
                    <a:pt x="45043" y="597533"/>
                  </a:lnTo>
                  <a:lnTo>
                    <a:pt x="31562" y="641705"/>
                  </a:lnTo>
                  <a:lnTo>
                    <a:pt x="20380" y="686831"/>
                  </a:lnTo>
                  <a:lnTo>
                    <a:pt x="11565" y="732846"/>
                  </a:lnTo>
                  <a:lnTo>
                    <a:pt x="5185" y="779680"/>
                  </a:lnTo>
                  <a:lnTo>
                    <a:pt x="1307" y="827266"/>
                  </a:lnTo>
                  <a:lnTo>
                    <a:pt x="0" y="875537"/>
                  </a:lnTo>
                  <a:lnTo>
                    <a:pt x="1307" y="923809"/>
                  </a:lnTo>
                  <a:lnTo>
                    <a:pt x="5185" y="971396"/>
                  </a:lnTo>
                  <a:lnTo>
                    <a:pt x="11565" y="1018231"/>
                  </a:lnTo>
                  <a:lnTo>
                    <a:pt x="20380" y="1064247"/>
                  </a:lnTo>
                  <a:lnTo>
                    <a:pt x="31562" y="1109375"/>
                  </a:lnTo>
                  <a:lnTo>
                    <a:pt x="45043" y="1153548"/>
                  </a:lnTo>
                  <a:lnTo>
                    <a:pt x="60755" y="1196699"/>
                  </a:lnTo>
                  <a:lnTo>
                    <a:pt x="78631" y="1238759"/>
                  </a:lnTo>
                  <a:lnTo>
                    <a:pt x="98604" y="1279662"/>
                  </a:lnTo>
                  <a:lnTo>
                    <a:pt x="120604" y="1319339"/>
                  </a:lnTo>
                  <a:lnTo>
                    <a:pt x="144566" y="1357723"/>
                  </a:lnTo>
                  <a:lnTo>
                    <a:pt x="170420" y="1394745"/>
                  </a:lnTo>
                  <a:lnTo>
                    <a:pt x="198099" y="1430340"/>
                  </a:lnTo>
                  <a:lnTo>
                    <a:pt x="227536" y="1464438"/>
                  </a:lnTo>
                  <a:lnTo>
                    <a:pt x="258662" y="1496973"/>
                  </a:lnTo>
                  <a:lnTo>
                    <a:pt x="291411" y="1527876"/>
                  </a:lnTo>
                  <a:lnTo>
                    <a:pt x="325714" y="1557079"/>
                  </a:lnTo>
                  <a:lnTo>
                    <a:pt x="361503" y="1584517"/>
                  </a:lnTo>
                  <a:lnTo>
                    <a:pt x="398711" y="1610119"/>
                  </a:lnTo>
                  <a:lnTo>
                    <a:pt x="437270" y="1633820"/>
                  </a:lnTo>
                  <a:lnTo>
                    <a:pt x="477113" y="1655551"/>
                  </a:lnTo>
                  <a:lnTo>
                    <a:pt x="518171" y="1675245"/>
                  </a:lnTo>
                  <a:lnTo>
                    <a:pt x="560377" y="1692833"/>
                  </a:lnTo>
                  <a:lnTo>
                    <a:pt x="603663" y="1708249"/>
                  </a:lnTo>
                  <a:lnTo>
                    <a:pt x="647962" y="1721425"/>
                  </a:lnTo>
                  <a:lnTo>
                    <a:pt x="693206" y="1732293"/>
                  </a:lnTo>
                  <a:lnTo>
                    <a:pt x="739327" y="1740785"/>
                  </a:lnTo>
                  <a:lnTo>
                    <a:pt x="786256" y="1746834"/>
                  </a:lnTo>
                  <a:lnTo>
                    <a:pt x="870203" y="1751075"/>
                  </a:lnTo>
                  <a:lnTo>
                    <a:pt x="870203" y="0"/>
                  </a:lnTo>
                  <a:close/>
                </a:path>
              </a:pathLst>
            </a:custGeom>
            <a:solidFill>
              <a:srgbClr val="00D9CE"/>
            </a:solidFill>
          </p:spPr>
          <p:txBody>
            <a:bodyPr wrap="square" lIns="0" tIns="0" rIns="0" bIns="0" rtlCol="0"/>
            <a:lstStyle/>
            <a:p>
              <a:endParaRPr/>
            </a:p>
          </p:txBody>
        </p:sp>
        <p:sp>
          <p:nvSpPr>
            <p:cNvPr id="45" name="object 45"/>
            <p:cNvSpPr/>
            <p:nvPr/>
          </p:nvSpPr>
          <p:spPr>
            <a:xfrm>
              <a:off x="5992367" y="4009644"/>
              <a:ext cx="870585" cy="1751330"/>
            </a:xfrm>
            <a:custGeom>
              <a:avLst/>
              <a:gdLst/>
              <a:ahLst/>
              <a:cxnLst/>
              <a:rect l="l" t="t" r="r" b="b"/>
              <a:pathLst>
                <a:path w="870584" h="1751329">
                  <a:moveTo>
                    <a:pt x="0" y="0"/>
                  </a:moveTo>
                  <a:lnTo>
                    <a:pt x="0" y="1751075"/>
                  </a:lnTo>
                  <a:lnTo>
                    <a:pt x="83947" y="1746834"/>
                  </a:lnTo>
                  <a:lnTo>
                    <a:pt x="130876" y="1740785"/>
                  </a:lnTo>
                  <a:lnTo>
                    <a:pt x="176997" y="1732293"/>
                  </a:lnTo>
                  <a:lnTo>
                    <a:pt x="222241" y="1721425"/>
                  </a:lnTo>
                  <a:lnTo>
                    <a:pt x="266540" y="1708249"/>
                  </a:lnTo>
                  <a:lnTo>
                    <a:pt x="309826" y="1692833"/>
                  </a:lnTo>
                  <a:lnTo>
                    <a:pt x="352032" y="1675245"/>
                  </a:lnTo>
                  <a:lnTo>
                    <a:pt x="393090" y="1655551"/>
                  </a:lnTo>
                  <a:lnTo>
                    <a:pt x="432933" y="1633820"/>
                  </a:lnTo>
                  <a:lnTo>
                    <a:pt x="471492" y="1610119"/>
                  </a:lnTo>
                  <a:lnTo>
                    <a:pt x="508700" y="1584517"/>
                  </a:lnTo>
                  <a:lnTo>
                    <a:pt x="544489" y="1557079"/>
                  </a:lnTo>
                  <a:lnTo>
                    <a:pt x="578792" y="1527876"/>
                  </a:lnTo>
                  <a:lnTo>
                    <a:pt x="611541" y="1496973"/>
                  </a:lnTo>
                  <a:lnTo>
                    <a:pt x="642667" y="1464438"/>
                  </a:lnTo>
                  <a:lnTo>
                    <a:pt x="672104" y="1430340"/>
                  </a:lnTo>
                  <a:lnTo>
                    <a:pt x="699783" y="1394745"/>
                  </a:lnTo>
                  <a:lnTo>
                    <a:pt x="725637" y="1357723"/>
                  </a:lnTo>
                  <a:lnTo>
                    <a:pt x="749599" y="1319339"/>
                  </a:lnTo>
                  <a:lnTo>
                    <a:pt x="771599" y="1279662"/>
                  </a:lnTo>
                  <a:lnTo>
                    <a:pt x="791572" y="1238759"/>
                  </a:lnTo>
                  <a:lnTo>
                    <a:pt x="809448" y="1196699"/>
                  </a:lnTo>
                  <a:lnTo>
                    <a:pt x="825160" y="1153548"/>
                  </a:lnTo>
                  <a:lnTo>
                    <a:pt x="838641" y="1109375"/>
                  </a:lnTo>
                  <a:lnTo>
                    <a:pt x="849823" y="1064247"/>
                  </a:lnTo>
                  <a:lnTo>
                    <a:pt x="858638" y="1018231"/>
                  </a:lnTo>
                  <a:lnTo>
                    <a:pt x="865018" y="971396"/>
                  </a:lnTo>
                  <a:lnTo>
                    <a:pt x="868896" y="923809"/>
                  </a:lnTo>
                  <a:lnTo>
                    <a:pt x="870204" y="875537"/>
                  </a:lnTo>
                  <a:lnTo>
                    <a:pt x="868896" y="827266"/>
                  </a:lnTo>
                  <a:lnTo>
                    <a:pt x="865018" y="779680"/>
                  </a:lnTo>
                  <a:lnTo>
                    <a:pt x="858638" y="732846"/>
                  </a:lnTo>
                  <a:lnTo>
                    <a:pt x="849823" y="686831"/>
                  </a:lnTo>
                  <a:lnTo>
                    <a:pt x="838641" y="641705"/>
                  </a:lnTo>
                  <a:lnTo>
                    <a:pt x="825160" y="597533"/>
                  </a:lnTo>
                  <a:lnTo>
                    <a:pt x="809448" y="554384"/>
                  </a:lnTo>
                  <a:lnTo>
                    <a:pt x="791572" y="512326"/>
                  </a:lnTo>
                  <a:lnTo>
                    <a:pt x="771599" y="471425"/>
                  </a:lnTo>
                  <a:lnTo>
                    <a:pt x="749599" y="431750"/>
                  </a:lnTo>
                  <a:lnTo>
                    <a:pt x="725637" y="393367"/>
                  </a:lnTo>
                  <a:lnTo>
                    <a:pt x="699783" y="356346"/>
                  </a:lnTo>
                  <a:lnTo>
                    <a:pt x="672104" y="320752"/>
                  </a:lnTo>
                  <a:lnTo>
                    <a:pt x="642667" y="286654"/>
                  </a:lnTo>
                  <a:lnTo>
                    <a:pt x="611541" y="254120"/>
                  </a:lnTo>
                  <a:lnTo>
                    <a:pt x="578792" y="223217"/>
                  </a:lnTo>
                  <a:lnTo>
                    <a:pt x="544489" y="194012"/>
                  </a:lnTo>
                  <a:lnTo>
                    <a:pt x="508700" y="166573"/>
                  </a:lnTo>
                  <a:lnTo>
                    <a:pt x="471492" y="140968"/>
                  </a:lnTo>
                  <a:lnTo>
                    <a:pt x="432933" y="117264"/>
                  </a:lnTo>
                  <a:lnTo>
                    <a:pt x="393090" y="95529"/>
                  </a:lnTo>
                  <a:lnTo>
                    <a:pt x="352032" y="75831"/>
                  </a:lnTo>
                  <a:lnTo>
                    <a:pt x="309826" y="58236"/>
                  </a:lnTo>
                  <a:lnTo>
                    <a:pt x="266540" y="42814"/>
                  </a:lnTo>
                  <a:lnTo>
                    <a:pt x="222241" y="29630"/>
                  </a:lnTo>
                  <a:lnTo>
                    <a:pt x="176997" y="18753"/>
                  </a:lnTo>
                  <a:lnTo>
                    <a:pt x="130876" y="10251"/>
                  </a:lnTo>
                  <a:lnTo>
                    <a:pt x="83947" y="4190"/>
                  </a:lnTo>
                  <a:lnTo>
                    <a:pt x="0" y="0"/>
                  </a:lnTo>
                  <a:close/>
                </a:path>
              </a:pathLst>
            </a:custGeom>
            <a:solidFill>
              <a:srgbClr val="FF8E01"/>
            </a:solidFill>
          </p:spPr>
          <p:txBody>
            <a:bodyPr wrap="square" lIns="0" tIns="0" rIns="0" bIns="0" rtlCol="0"/>
            <a:lstStyle/>
            <a:p>
              <a:endParaRPr/>
            </a:p>
          </p:txBody>
        </p:sp>
        <p:sp>
          <p:nvSpPr>
            <p:cNvPr id="46" name="object 46"/>
            <p:cNvSpPr/>
            <p:nvPr/>
          </p:nvSpPr>
          <p:spPr>
            <a:xfrm>
              <a:off x="5190744" y="4090416"/>
              <a:ext cx="1592580" cy="1591310"/>
            </a:xfrm>
            <a:custGeom>
              <a:avLst/>
              <a:gdLst/>
              <a:ahLst/>
              <a:cxnLst/>
              <a:rect l="l" t="t" r="r" b="b"/>
              <a:pathLst>
                <a:path w="1592579" h="1591310">
                  <a:moveTo>
                    <a:pt x="796289" y="0"/>
                  </a:moveTo>
                  <a:lnTo>
                    <a:pt x="747779" y="1451"/>
                  </a:lnTo>
                  <a:lnTo>
                    <a:pt x="700038" y="5750"/>
                  </a:lnTo>
                  <a:lnTo>
                    <a:pt x="653150" y="12814"/>
                  </a:lnTo>
                  <a:lnTo>
                    <a:pt x="607196" y="22560"/>
                  </a:lnTo>
                  <a:lnTo>
                    <a:pt x="562262" y="34904"/>
                  </a:lnTo>
                  <a:lnTo>
                    <a:pt x="518429" y="49763"/>
                  </a:lnTo>
                  <a:lnTo>
                    <a:pt x="475782" y="67053"/>
                  </a:lnTo>
                  <a:lnTo>
                    <a:pt x="434403" y="86693"/>
                  </a:lnTo>
                  <a:lnTo>
                    <a:pt x="394377" y="108599"/>
                  </a:lnTo>
                  <a:lnTo>
                    <a:pt x="355785" y="132687"/>
                  </a:lnTo>
                  <a:lnTo>
                    <a:pt x="318712" y="158874"/>
                  </a:lnTo>
                  <a:lnTo>
                    <a:pt x="283241" y="187077"/>
                  </a:lnTo>
                  <a:lnTo>
                    <a:pt x="249454" y="217214"/>
                  </a:lnTo>
                  <a:lnTo>
                    <a:pt x="217436" y="249200"/>
                  </a:lnTo>
                  <a:lnTo>
                    <a:pt x="187270" y="282953"/>
                  </a:lnTo>
                  <a:lnTo>
                    <a:pt x="159038" y="318390"/>
                  </a:lnTo>
                  <a:lnTo>
                    <a:pt x="132824" y="355427"/>
                  </a:lnTo>
                  <a:lnTo>
                    <a:pt x="108712" y="393982"/>
                  </a:lnTo>
                  <a:lnTo>
                    <a:pt x="86784" y="433970"/>
                  </a:lnTo>
                  <a:lnTo>
                    <a:pt x="67124" y="475310"/>
                  </a:lnTo>
                  <a:lnTo>
                    <a:pt x="49815" y="517917"/>
                  </a:lnTo>
                  <a:lnTo>
                    <a:pt x="34940" y="561709"/>
                  </a:lnTo>
                  <a:lnTo>
                    <a:pt x="22584" y="606602"/>
                  </a:lnTo>
                  <a:lnTo>
                    <a:pt x="12828" y="652514"/>
                  </a:lnTo>
                  <a:lnTo>
                    <a:pt x="5757" y="699361"/>
                  </a:lnTo>
                  <a:lnTo>
                    <a:pt x="1453" y="747060"/>
                  </a:lnTo>
                  <a:lnTo>
                    <a:pt x="0" y="795527"/>
                  </a:lnTo>
                  <a:lnTo>
                    <a:pt x="1453" y="843995"/>
                  </a:lnTo>
                  <a:lnTo>
                    <a:pt x="5757" y="891694"/>
                  </a:lnTo>
                  <a:lnTo>
                    <a:pt x="12828" y="938541"/>
                  </a:lnTo>
                  <a:lnTo>
                    <a:pt x="22584" y="984453"/>
                  </a:lnTo>
                  <a:lnTo>
                    <a:pt x="34940" y="1029346"/>
                  </a:lnTo>
                  <a:lnTo>
                    <a:pt x="49815" y="1073138"/>
                  </a:lnTo>
                  <a:lnTo>
                    <a:pt x="67124" y="1115745"/>
                  </a:lnTo>
                  <a:lnTo>
                    <a:pt x="86784" y="1157085"/>
                  </a:lnTo>
                  <a:lnTo>
                    <a:pt x="108712" y="1197073"/>
                  </a:lnTo>
                  <a:lnTo>
                    <a:pt x="132824" y="1235628"/>
                  </a:lnTo>
                  <a:lnTo>
                    <a:pt x="159038" y="1272665"/>
                  </a:lnTo>
                  <a:lnTo>
                    <a:pt x="187270" y="1308102"/>
                  </a:lnTo>
                  <a:lnTo>
                    <a:pt x="217436" y="1341855"/>
                  </a:lnTo>
                  <a:lnTo>
                    <a:pt x="249454" y="1373841"/>
                  </a:lnTo>
                  <a:lnTo>
                    <a:pt x="283241" y="1403978"/>
                  </a:lnTo>
                  <a:lnTo>
                    <a:pt x="318712" y="1432181"/>
                  </a:lnTo>
                  <a:lnTo>
                    <a:pt x="355785" y="1458368"/>
                  </a:lnTo>
                  <a:lnTo>
                    <a:pt x="394377" y="1482456"/>
                  </a:lnTo>
                  <a:lnTo>
                    <a:pt x="434403" y="1504362"/>
                  </a:lnTo>
                  <a:lnTo>
                    <a:pt x="475782" y="1524002"/>
                  </a:lnTo>
                  <a:lnTo>
                    <a:pt x="518429" y="1541292"/>
                  </a:lnTo>
                  <a:lnTo>
                    <a:pt x="562262" y="1556151"/>
                  </a:lnTo>
                  <a:lnTo>
                    <a:pt x="607196" y="1568495"/>
                  </a:lnTo>
                  <a:lnTo>
                    <a:pt x="653150" y="1578241"/>
                  </a:lnTo>
                  <a:lnTo>
                    <a:pt x="700038" y="1585305"/>
                  </a:lnTo>
                  <a:lnTo>
                    <a:pt x="747779" y="1589604"/>
                  </a:lnTo>
                  <a:lnTo>
                    <a:pt x="796289" y="1591055"/>
                  </a:lnTo>
                  <a:lnTo>
                    <a:pt x="844800" y="1589604"/>
                  </a:lnTo>
                  <a:lnTo>
                    <a:pt x="892541" y="1585305"/>
                  </a:lnTo>
                  <a:lnTo>
                    <a:pt x="939429" y="1578241"/>
                  </a:lnTo>
                  <a:lnTo>
                    <a:pt x="985383" y="1568495"/>
                  </a:lnTo>
                  <a:lnTo>
                    <a:pt x="1030317" y="1556151"/>
                  </a:lnTo>
                  <a:lnTo>
                    <a:pt x="1074150" y="1541292"/>
                  </a:lnTo>
                  <a:lnTo>
                    <a:pt x="1116797" y="1524002"/>
                  </a:lnTo>
                  <a:lnTo>
                    <a:pt x="1158176" y="1504362"/>
                  </a:lnTo>
                  <a:lnTo>
                    <a:pt x="1198202" y="1482456"/>
                  </a:lnTo>
                  <a:lnTo>
                    <a:pt x="1236794" y="1458368"/>
                  </a:lnTo>
                  <a:lnTo>
                    <a:pt x="1273867" y="1432181"/>
                  </a:lnTo>
                  <a:lnTo>
                    <a:pt x="1309338" y="1403978"/>
                  </a:lnTo>
                  <a:lnTo>
                    <a:pt x="1343125" y="1373841"/>
                  </a:lnTo>
                  <a:lnTo>
                    <a:pt x="1375143" y="1341855"/>
                  </a:lnTo>
                  <a:lnTo>
                    <a:pt x="1405309" y="1308102"/>
                  </a:lnTo>
                  <a:lnTo>
                    <a:pt x="1433541" y="1272665"/>
                  </a:lnTo>
                  <a:lnTo>
                    <a:pt x="1459755" y="1235628"/>
                  </a:lnTo>
                  <a:lnTo>
                    <a:pt x="1483868" y="1197073"/>
                  </a:lnTo>
                  <a:lnTo>
                    <a:pt x="1505795" y="1157085"/>
                  </a:lnTo>
                  <a:lnTo>
                    <a:pt x="1525455" y="1115745"/>
                  </a:lnTo>
                  <a:lnTo>
                    <a:pt x="1542764" y="1073138"/>
                  </a:lnTo>
                  <a:lnTo>
                    <a:pt x="1557639" y="1029346"/>
                  </a:lnTo>
                  <a:lnTo>
                    <a:pt x="1569995" y="984453"/>
                  </a:lnTo>
                  <a:lnTo>
                    <a:pt x="1579751" y="938541"/>
                  </a:lnTo>
                  <a:lnTo>
                    <a:pt x="1586822" y="891694"/>
                  </a:lnTo>
                  <a:lnTo>
                    <a:pt x="1591126" y="843995"/>
                  </a:lnTo>
                  <a:lnTo>
                    <a:pt x="1592579" y="795527"/>
                  </a:lnTo>
                  <a:lnTo>
                    <a:pt x="1591126" y="747060"/>
                  </a:lnTo>
                  <a:lnTo>
                    <a:pt x="1586822" y="699361"/>
                  </a:lnTo>
                  <a:lnTo>
                    <a:pt x="1579751" y="652514"/>
                  </a:lnTo>
                  <a:lnTo>
                    <a:pt x="1569995" y="606602"/>
                  </a:lnTo>
                  <a:lnTo>
                    <a:pt x="1557639" y="561709"/>
                  </a:lnTo>
                  <a:lnTo>
                    <a:pt x="1542764" y="517917"/>
                  </a:lnTo>
                  <a:lnTo>
                    <a:pt x="1525455" y="475310"/>
                  </a:lnTo>
                  <a:lnTo>
                    <a:pt x="1505795" y="433970"/>
                  </a:lnTo>
                  <a:lnTo>
                    <a:pt x="1483868" y="393982"/>
                  </a:lnTo>
                  <a:lnTo>
                    <a:pt x="1459755" y="355427"/>
                  </a:lnTo>
                  <a:lnTo>
                    <a:pt x="1433541" y="318390"/>
                  </a:lnTo>
                  <a:lnTo>
                    <a:pt x="1405309" y="282953"/>
                  </a:lnTo>
                  <a:lnTo>
                    <a:pt x="1375143" y="249200"/>
                  </a:lnTo>
                  <a:lnTo>
                    <a:pt x="1343125" y="217214"/>
                  </a:lnTo>
                  <a:lnTo>
                    <a:pt x="1309338" y="187077"/>
                  </a:lnTo>
                  <a:lnTo>
                    <a:pt x="1273867" y="158874"/>
                  </a:lnTo>
                  <a:lnTo>
                    <a:pt x="1236794" y="132687"/>
                  </a:lnTo>
                  <a:lnTo>
                    <a:pt x="1198202" y="108599"/>
                  </a:lnTo>
                  <a:lnTo>
                    <a:pt x="1158176" y="86693"/>
                  </a:lnTo>
                  <a:lnTo>
                    <a:pt x="1116797" y="67053"/>
                  </a:lnTo>
                  <a:lnTo>
                    <a:pt x="1074150" y="49763"/>
                  </a:lnTo>
                  <a:lnTo>
                    <a:pt x="1030317" y="34904"/>
                  </a:lnTo>
                  <a:lnTo>
                    <a:pt x="985383" y="22560"/>
                  </a:lnTo>
                  <a:lnTo>
                    <a:pt x="939429" y="12814"/>
                  </a:lnTo>
                  <a:lnTo>
                    <a:pt x="892541" y="5750"/>
                  </a:lnTo>
                  <a:lnTo>
                    <a:pt x="844800" y="1451"/>
                  </a:lnTo>
                  <a:lnTo>
                    <a:pt x="796289" y="0"/>
                  </a:lnTo>
                  <a:close/>
                </a:path>
              </a:pathLst>
            </a:custGeom>
            <a:solidFill>
              <a:srgbClr val="FFFFFF"/>
            </a:solidFill>
          </p:spPr>
          <p:txBody>
            <a:bodyPr wrap="square" lIns="0" tIns="0" rIns="0" bIns="0" rtlCol="0"/>
            <a:lstStyle/>
            <a:p>
              <a:endParaRPr/>
            </a:p>
          </p:txBody>
        </p:sp>
        <p:sp>
          <p:nvSpPr>
            <p:cNvPr id="47" name="object 47"/>
            <p:cNvSpPr/>
            <p:nvPr/>
          </p:nvSpPr>
          <p:spPr>
            <a:xfrm>
              <a:off x="4180332" y="4198620"/>
              <a:ext cx="1187450" cy="0"/>
            </a:xfrm>
            <a:custGeom>
              <a:avLst/>
              <a:gdLst/>
              <a:ahLst/>
              <a:cxnLst/>
              <a:rect l="l" t="t" r="r" b="b"/>
              <a:pathLst>
                <a:path w="1187450">
                  <a:moveTo>
                    <a:pt x="1187195" y="0"/>
                  </a:moveTo>
                  <a:lnTo>
                    <a:pt x="821435" y="0"/>
                  </a:lnTo>
                </a:path>
                <a:path w="1187450">
                  <a:moveTo>
                    <a:pt x="790955" y="0"/>
                  </a:moveTo>
                  <a:lnTo>
                    <a:pt x="699515" y="0"/>
                  </a:lnTo>
                </a:path>
                <a:path w="1187450">
                  <a:moveTo>
                    <a:pt x="670559" y="0"/>
                  </a:moveTo>
                  <a:lnTo>
                    <a:pt x="579119" y="0"/>
                  </a:lnTo>
                </a:path>
                <a:path w="1187450">
                  <a:moveTo>
                    <a:pt x="548639" y="0"/>
                  </a:moveTo>
                  <a:lnTo>
                    <a:pt x="0" y="0"/>
                  </a:lnTo>
                </a:path>
              </a:pathLst>
            </a:custGeom>
            <a:ln w="6350">
              <a:solidFill>
                <a:srgbClr val="00D9CE"/>
              </a:solidFill>
            </a:ln>
          </p:spPr>
          <p:txBody>
            <a:bodyPr wrap="square" lIns="0" tIns="0" rIns="0" bIns="0" rtlCol="0"/>
            <a:lstStyle/>
            <a:p>
              <a:endParaRPr/>
            </a:p>
          </p:txBody>
        </p:sp>
        <p:sp>
          <p:nvSpPr>
            <p:cNvPr id="48" name="object 48"/>
            <p:cNvSpPr/>
            <p:nvPr/>
          </p:nvSpPr>
          <p:spPr>
            <a:xfrm>
              <a:off x="4521454" y="4135882"/>
              <a:ext cx="123951" cy="123951"/>
            </a:xfrm>
            <a:prstGeom prst="rect">
              <a:avLst/>
            </a:prstGeom>
            <a:blipFill>
              <a:blip r:embed="rId24" cstate="print"/>
              <a:stretch>
                <a:fillRect/>
              </a:stretch>
            </a:blipFill>
          </p:spPr>
          <p:txBody>
            <a:bodyPr wrap="square" lIns="0" tIns="0" rIns="0" bIns="0" rtlCol="0"/>
            <a:lstStyle/>
            <a:p>
              <a:endParaRPr/>
            </a:p>
          </p:txBody>
        </p:sp>
        <p:sp>
          <p:nvSpPr>
            <p:cNvPr id="49" name="object 49"/>
            <p:cNvSpPr/>
            <p:nvPr/>
          </p:nvSpPr>
          <p:spPr>
            <a:xfrm>
              <a:off x="6603492" y="4198620"/>
              <a:ext cx="1187450" cy="0"/>
            </a:xfrm>
            <a:custGeom>
              <a:avLst/>
              <a:gdLst/>
              <a:ahLst/>
              <a:cxnLst/>
              <a:rect l="l" t="t" r="r" b="b"/>
              <a:pathLst>
                <a:path w="1187450">
                  <a:moveTo>
                    <a:pt x="0" y="0"/>
                  </a:moveTo>
                  <a:lnTo>
                    <a:pt x="365759" y="0"/>
                  </a:lnTo>
                </a:path>
                <a:path w="1187450">
                  <a:moveTo>
                    <a:pt x="396239" y="0"/>
                  </a:moveTo>
                  <a:lnTo>
                    <a:pt x="487679" y="0"/>
                  </a:lnTo>
                </a:path>
                <a:path w="1187450">
                  <a:moveTo>
                    <a:pt x="516635" y="0"/>
                  </a:moveTo>
                  <a:lnTo>
                    <a:pt x="608076" y="0"/>
                  </a:lnTo>
                </a:path>
                <a:path w="1187450">
                  <a:moveTo>
                    <a:pt x="638555" y="0"/>
                  </a:moveTo>
                  <a:lnTo>
                    <a:pt x="1187196" y="0"/>
                  </a:lnTo>
                </a:path>
              </a:pathLst>
            </a:custGeom>
            <a:ln w="6350">
              <a:solidFill>
                <a:srgbClr val="FF8E01"/>
              </a:solidFill>
            </a:ln>
          </p:spPr>
          <p:txBody>
            <a:bodyPr wrap="square" lIns="0" tIns="0" rIns="0" bIns="0" rtlCol="0"/>
            <a:lstStyle/>
            <a:p>
              <a:endParaRPr/>
            </a:p>
          </p:txBody>
        </p:sp>
        <p:sp>
          <p:nvSpPr>
            <p:cNvPr id="50" name="object 50"/>
            <p:cNvSpPr/>
            <p:nvPr/>
          </p:nvSpPr>
          <p:spPr>
            <a:xfrm>
              <a:off x="7325614" y="4135882"/>
              <a:ext cx="123951" cy="123951"/>
            </a:xfrm>
            <a:prstGeom prst="rect">
              <a:avLst/>
            </a:prstGeom>
            <a:blipFill>
              <a:blip r:embed="rId25" cstate="print"/>
              <a:stretch>
                <a:fillRect/>
              </a:stretch>
            </a:blipFill>
          </p:spPr>
          <p:txBody>
            <a:bodyPr wrap="square" lIns="0" tIns="0" rIns="0" bIns="0" rtlCol="0"/>
            <a:lstStyle/>
            <a:p>
              <a:endParaRPr/>
            </a:p>
          </p:txBody>
        </p:sp>
      </p:grpSp>
      <p:grpSp>
        <p:nvGrpSpPr>
          <p:cNvPr id="51" name="object 51"/>
          <p:cNvGrpSpPr/>
          <p:nvPr/>
        </p:nvGrpSpPr>
        <p:grpSpPr>
          <a:xfrm>
            <a:off x="821436" y="4643615"/>
            <a:ext cx="2750185" cy="375920"/>
            <a:chOff x="821436" y="4643615"/>
            <a:chExt cx="2750185" cy="375920"/>
          </a:xfrm>
        </p:grpSpPr>
        <p:sp>
          <p:nvSpPr>
            <p:cNvPr id="52" name="object 52"/>
            <p:cNvSpPr/>
            <p:nvPr/>
          </p:nvSpPr>
          <p:spPr>
            <a:xfrm>
              <a:off x="821436" y="4669536"/>
              <a:ext cx="310121" cy="349757"/>
            </a:xfrm>
            <a:prstGeom prst="rect">
              <a:avLst/>
            </a:prstGeom>
            <a:blipFill>
              <a:blip r:embed="rId26" cstate="print"/>
              <a:stretch>
                <a:fillRect/>
              </a:stretch>
            </a:blipFill>
          </p:spPr>
          <p:txBody>
            <a:bodyPr wrap="square" lIns="0" tIns="0" rIns="0" bIns="0" rtlCol="0"/>
            <a:lstStyle/>
            <a:p>
              <a:endParaRPr/>
            </a:p>
          </p:txBody>
        </p:sp>
        <p:sp>
          <p:nvSpPr>
            <p:cNvPr id="53" name="object 53"/>
            <p:cNvSpPr/>
            <p:nvPr/>
          </p:nvSpPr>
          <p:spPr>
            <a:xfrm>
              <a:off x="998220" y="4643615"/>
              <a:ext cx="2573274" cy="371106"/>
            </a:xfrm>
            <a:prstGeom prst="rect">
              <a:avLst/>
            </a:prstGeom>
            <a:blipFill>
              <a:blip r:embed="rId27" cstate="print"/>
              <a:stretch>
                <a:fillRect/>
              </a:stretch>
            </a:blipFill>
          </p:spPr>
          <p:txBody>
            <a:bodyPr wrap="square" lIns="0" tIns="0" rIns="0" bIns="0" rtlCol="0"/>
            <a:lstStyle/>
            <a:p>
              <a:endParaRPr/>
            </a:p>
          </p:txBody>
        </p:sp>
      </p:grpSp>
      <p:grpSp>
        <p:nvGrpSpPr>
          <p:cNvPr id="54" name="object 54"/>
          <p:cNvGrpSpPr/>
          <p:nvPr/>
        </p:nvGrpSpPr>
        <p:grpSpPr>
          <a:xfrm>
            <a:off x="914341" y="4015939"/>
            <a:ext cx="2611999" cy="367849"/>
            <a:chOff x="914400" y="4012691"/>
            <a:chExt cx="2636520" cy="370840"/>
          </a:xfrm>
        </p:grpSpPr>
        <p:sp>
          <p:nvSpPr>
            <p:cNvPr id="55" name="object 55"/>
            <p:cNvSpPr/>
            <p:nvPr/>
          </p:nvSpPr>
          <p:spPr>
            <a:xfrm>
              <a:off x="914400" y="4012691"/>
              <a:ext cx="2636520" cy="370840"/>
            </a:xfrm>
            <a:custGeom>
              <a:avLst/>
              <a:gdLst/>
              <a:ahLst/>
              <a:cxnLst/>
              <a:rect l="l" t="t" r="r" b="b"/>
              <a:pathLst>
                <a:path w="2636520" h="370839">
                  <a:moveTo>
                    <a:pt x="2574798" y="0"/>
                  </a:moveTo>
                  <a:lnTo>
                    <a:pt x="61721" y="0"/>
                  </a:lnTo>
                  <a:lnTo>
                    <a:pt x="37697" y="4857"/>
                  </a:lnTo>
                  <a:lnTo>
                    <a:pt x="18078" y="18097"/>
                  </a:lnTo>
                  <a:lnTo>
                    <a:pt x="4850" y="37718"/>
                  </a:lnTo>
                  <a:lnTo>
                    <a:pt x="0" y="61721"/>
                  </a:lnTo>
                  <a:lnTo>
                    <a:pt x="0" y="308609"/>
                  </a:lnTo>
                  <a:lnTo>
                    <a:pt x="4850" y="332612"/>
                  </a:lnTo>
                  <a:lnTo>
                    <a:pt x="18078" y="352234"/>
                  </a:lnTo>
                  <a:lnTo>
                    <a:pt x="37697" y="365474"/>
                  </a:lnTo>
                  <a:lnTo>
                    <a:pt x="61721" y="370331"/>
                  </a:lnTo>
                  <a:lnTo>
                    <a:pt x="2574798" y="370331"/>
                  </a:lnTo>
                  <a:lnTo>
                    <a:pt x="2598801" y="365474"/>
                  </a:lnTo>
                  <a:lnTo>
                    <a:pt x="2618422" y="352234"/>
                  </a:lnTo>
                  <a:lnTo>
                    <a:pt x="2631662" y="332612"/>
                  </a:lnTo>
                  <a:lnTo>
                    <a:pt x="2636520" y="308609"/>
                  </a:lnTo>
                  <a:lnTo>
                    <a:pt x="2636520" y="61721"/>
                  </a:lnTo>
                  <a:lnTo>
                    <a:pt x="2631662" y="37718"/>
                  </a:lnTo>
                  <a:lnTo>
                    <a:pt x="2618422" y="18097"/>
                  </a:lnTo>
                  <a:lnTo>
                    <a:pt x="2598801" y="4857"/>
                  </a:lnTo>
                  <a:lnTo>
                    <a:pt x="2574798" y="0"/>
                  </a:lnTo>
                  <a:close/>
                </a:path>
              </a:pathLst>
            </a:custGeom>
            <a:solidFill>
              <a:srgbClr val="00D9CE"/>
            </a:solidFill>
          </p:spPr>
          <p:txBody>
            <a:bodyPr wrap="square" lIns="0" tIns="0" rIns="0" bIns="0" rtlCol="0"/>
            <a:lstStyle/>
            <a:p>
              <a:endParaRPr/>
            </a:p>
          </p:txBody>
        </p:sp>
        <p:sp>
          <p:nvSpPr>
            <p:cNvPr id="56" name="object 56"/>
            <p:cNvSpPr/>
            <p:nvPr/>
          </p:nvSpPr>
          <p:spPr>
            <a:xfrm>
              <a:off x="914400" y="4012691"/>
              <a:ext cx="2636520" cy="370840"/>
            </a:xfrm>
            <a:custGeom>
              <a:avLst/>
              <a:gdLst/>
              <a:ahLst/>
              <a:cxnLst/>
              <a:rect l="l" t="t" r="r" b="b"/>
              <a:pathLst>
                <a:path w="2636520" h="370839">
                  <a:moveTo>
                    <a:pt x="0" y="61721"/>
                  </a:moveTo>
                  <a:lnTo>
                    <a:pt x="4850" y="37718"/>
                  </a:lnTo>
                  <a:lnTo>
                    <a:pt x="18078" y="18097"/>
                  </a:lnTo>
                  <a:lnTo>
                    <a:pt x="37697" y="4857"/>
                  </a:lnTo>
                  <a:lnTo>
                    <a:pt x="61721" y="0"/>
                  </a:lnTo>
                  <a:lnTo>
                    <a:pt x="2574798" y="0"/>
                  </a:lnTo>
                  <a:lnTo>
                    <a:pt x="2598801" y="4857"/>
                  </a:lnTo>
                  <a:lnTo>
                    <a:pt x="2618422" y="18097"/>
                  </a:lnTo>
                  <a:lnTo>
                    <a:pt x="2631662" y="37718"/>
                  </a:lnTo>
                  <a:lnTo>
                    <a:pt x="2636520" y="61721"/>
                  </a:lnTo>
                  <a:lnTo>
                    <a:pt x="2636520" y="308609"/>
                  </a:lnTo>
                  <a:lnTo>
                    <a:pt x="2631662" y="332612"/>
                  </a:lnTo>
                  <a:lnTo>
                    <a:pt x="2618422" y="352234"/>
                  </a:lnTo>
                  <a:lnTo>
                    <a:pt x="2598801" y="365474"/>
                  </a:lnTo>
                  <a:lnTo>
                    <a:pt x="2574798" y="370331"/>
                  </a:lnTo>
                  <a:lnTo>
                    <a:pt x="61721" y="370331"/>
                  </a:lnTo>
                  <a:lnTo>
                    <a:pt x="37697" y="365474"/>
                  </a:lnTo>
                  <a:lnTo>
                    <a:pt x="18078" y="352234"/>
                  </a:lnTo>
                  <a:lnTo>
                    <a:pt x="4850" y="332612"/>
                  </a:lnTo>
                  <a:lnTo>
                    <a:pt x="0" y="308609"/>
                  </a:lnTo>
                  <a:lnTo>
                    <a:pt x="0" y="61721"/>
                  </a:lnTo>
                  <a:close/>
                </a:path>
              </a:pathLst>
            </a:custGeom>
            <a:ln w="12700">
              <a:solidFill>
                <a:srgbClr val="FFFFFF"/>
              </a:solidFill>
            </a:ln>
          </p:spPr>
          <p:txBody>
            <a:bodyPr wrap="square" lIns="0" tIns="0" rIns="0" bIns="0" rtlCol="0"/>
            <a:lstStyle/>
            <a:p>
              <a:endParaRPr/>
            </a:p>
          </p:txBody>
        </p:sp>
      </p:grpSp>
      <p:grpSp>
        <p:nvGrpSpPr>
          <p:cNvPr id="58" name="object 58"/>
          <p:cNvGrpSpPr/>
          <p:nvPr/>
        </p:nvGrpSpPr>
        <p:grpSpPr>
          <a:xfrm>
            <a:off x="0" y="981455"/>
            <a:ext cx="4185285" cy="2550160"/>
            <a:chOff x="0" y="981455"/>
            <a:chExt cx="4185285" cy="2550160"/>
          </a:xfrm>
        </p:grpSpPr>
        <p:sp>
          <p:nvSpPr>
            <p:cNvPr id="59" name="object 59"/>
            <p:cNvSpPr/>
            <p:nvPr/>
          </p:nvSpPr>
          <p:spPr>
            <a:xfrm>
              <a:off x="0" y="981455"/>
              <a:ext cx="182880" cy="2550160"/>
            </a:xfrm>
            <a:custGeom>
              <a:avLst/>
              <a:gdLst/>
              <a:ahLst/>
              <a:cxnLst/>
              <a:rect l="l" t="t" r="r" b="b"/>
              <a:pathLst>
                <a:path w="182880" h="2550160">
                  <a:moveTo>
                    <a:pt x="182880" y="0"/>
                  </a:moveTo>
                  <a:lnTo>
                    <a:pt x="0" y="0"/>
                  </a:lnTo>
                  <a:lnTo>
                    <a:pt x="0" y="2549652"/>
                  </a:lnTo>
                  <a:lnTo>
                    <a:pt x="182880" y="2549652"/>
                  </a:lnTo>
                  <a:lnTo>
                    <a:pt x="182880" y="0"/>
                  </a:lnTo>
                  <a:close/>
                </a:path>
              </a:pathLst>
            </a:custGeom>
            <a:solidFill>
              <a:srgbClr val="00D9CE"/>
            </a:solidFill>
          </p:spPr>
          <p:txBody>
            <a:bodyPr wrap="square" lIns="0" tIns="0" rIns="0" bIns="0" rtlCol="0"/>
            <a:lstStyle/>
            <a:p>
              <a:endParaRPr/>
            </a:p>
          </p:txBody>
        </p:sp>
        <p:sp>
          <p:nvSpPr>
            <p:cNvPr id="60" name="object 60"/>
            <p:cNvSpPr/>
            <p:nvPr/>
          </p:nvSpPr>
          <p:spPr>
            <a:xfrm>
              <a:off x="4093464" y="1062227"/>
              <a:ext cx="91439" cy="2368296"/>
            </a:xfrm>
            <a:prstGeom prst="rect">
              <a:avLst/>
            </a:prstGeom>
            <a:blipFill>
              <a:blip r:embed="rId28" cstate="print"/>
              <a:stretch>
                <a:fillRect/>
              </a:stretch>
            </a:blipFill>
          </p:spPr>
          <p:txBody>
            <a:bodyPr wrap="square" lIns="0" tIns="0" rIns="0" bIns="0" rtlCol="0"/>
            <a:lstStyle/>
            <a:p>
              <a:endParaRPr/>
            </a:p>
          </p:txBody>
        </p:sp>
        <p:sp>
          <p:nvSpPr>
            <p:cNvPr id="61" name="object 61"/>
            <p:cNvSpPr/>
            <p:nvPr/>
          </p:nvSpPr>
          <p:spPr>
            <a:xfrm>
              <a:off x="184404" y="1066799"/>
              <a:ext cx="3903345" cy="2364105"/>
            </a:xfrm>
            <a:custGeom>
              <a:avLst/>
              <a:gdLst/>
              <a:ahLst/>
              <a:cxnLst/>
              <a:rect l="l" t="t" r="r" b="b"/>
              <a:pathLst>
                <a:path w="3903345" h="2364104">
                  <a:moveTo>
                    <a:pt x="3902964" y="0"/>
                  </a:moveTo>
                  <a:lnTo>
                    <a:pt x="0" y="0"/>
                  </a:lnTo>
                  <a:lnTo>
                    <a:pt x="0" y="2363724"/>
                  </a:lnTo>
                  <a:lnTo>
                    <a:pt x="3902964" y="2363724"/>
                  </a:lnTo>
                  <a:lnTo>
                    <a:pt x="3902964" y="0"/>
                  </a:lnTo>
                  <a:close/>
                </a:path>
              </a:pathLst>
            </a:custGeom>
            <a:solidFill>
              <a:srgbClr val="FFFFFF">
                <a:alpha val="25097"/>
              </a:srgbClr>
            </a:solidFill>
          </p:spPr>
          <p:txBody>
            <a:bodyPr wrap="square" lIns="0" tIns="0" rIns="0" bIns="0" rtlCol="0"/>
            <a:lstStyle/>
            <a:p>
              <a:endParaRPr/>
            </a:p>
          </p:txBody>
        </p:sp>
      </p:grpSp>
      <p:sp>
        <p:nvSpPr>
          <p:cNvPr id="62" name="object 62"/>
          <p:cNvSpPr txBox="1"/>
          <p:nvPr/>
        </p:nvSpPr>
        <p:spPr>
          <a:xfrm>
            <a:off x="906881" y="4682109"/>
            <a:ext cx="2561590" cy="223520"/>
          </a:xfrm>
          <a:prstGeom prst="rect">
            <a:avLst/>
          </a:prstGeom>
        </p:spPr>
        <p:txBody>
          <a:bodyPr vert="horz" wrap="square" lIns="0" tIns="12065" rIns="0" bIns="0" rtlCol="0">
            <a:spAutoFit/>
          </a:bodyPr>
          <a:lstStyle/>
          <a:p>
            <a:pPr marL="12700">
              <a:lnSpc>
                <a:spcPct val="100000"/>
              </a:lnSpc>
              <a:spcBef>
                <a:spcPts val="95"/>
              </a:spcBef>
            </a:pPr>
            <a:r>
              <a:rPr sz="1300" spc="-5" dirty="0">
                <a:solidFill>
                  <a:srgbClr val="FFFFFF"/>
                </a:solidFill>
                <a:latin typeface="Courier New"/>
                <a:cs typeface="Courier New"/>
              </a:rPr>
              <a:t>o </a:t>
            </a:r>
            <a:r>
              <a:rPr sz="1300" spc="-5" dirty="0">
                <a:solidFill>
                  <a:srgbClr val="FFFFFF"/>
                </a:solidFill>
                <a:latin typeface="Arial"/>
                <a:cs typeface="Arial"/>
              </a:rPr>
              <a:t>Artificial Neural Networks</a:t>
            </a:r>
            <a:r>
              <a:rPr sz="1300" spc="-50" dirty="0">
                <a:solidFill>
                  <a:srgbClr val="FFFFFF"/>
                </a:solidFill>
                <a:latin typeface="Arial"/>
                <a:cs typeface="Arial"/>
              </a:rPr>
              <a:t> </a:t>
            </a:r>
            <a:r>
              <a:rPr sz="1300" spc="-5" dirty="0">
                <a:solidFill>
                  <a:srgbClr val="FFFFFF"/>
                </a:solidFill>
                <a:latin typeface="Arial"/>
                <a:cs typeface="Arial"/>
              </a:rPr>
              <a:t>(ANN)</a:t>
            </a:r>
            <a:endParaRPr sz="1300" dirty="0">
              <a:latin typeface="Arial"/>
              <a:cs typeface="Arial"/>
            </a:endParaRPr>
          </a:p>
        </p:txBody>
      </p:sp>
      <p:grpSp>
        <p:nvGrpSpPr>
          <p:cNvPr id="63" name="object 63"/>
          <p:cNvGrpSpPr/>
          <p:nvPr/>
        </p:nvGrpSpPr>
        <p:grpSpPr>
          <a:xfrm>
            <a:off x="821436" y="5070335"/>
            <a:ext cx="3183255" cy="375920"/>
            <a:chOff x="821436" y="5070335"/>
            <a:chExt cx="3183255" cy="375920"/>
          </a:xfrm>
        </p:grpSpPr>
        <p:sp>
          <p:nvSpPr>
            <p:cNvPr id="64" name="object 64"/>
            <p:cNvSpPr/>
            <p:nvPr/>
          </p:nvSpPr>
          <p:spPr>
            <a:xfrm>
              <a:off x="821436" y="5096256"/>
              <a:ext cx="310121" cy="349757"/>
            </a:xfrm>
            <a:prstGeom prst="rect">
              <a:avLst/>
            </a:prstGeom>
            <a:blipFill>
              <a:blip r:embed="rId26" cstate="print"/>
              <a:stretch>
                <a:fillRect/>
              </a:stretch>
            </a:blipFill>
          </p:spPr>
          <p:txBody>
            <a:bodyPr wrap="square" lIns="0" tIns="0" rIns="0" bIns="0" rtlCol="0"/>
            <a:lstStyle/>
            <a:p>
              <a:endParaRPr/>
            </a:p>
          </p:txBody>
        </p:sp>
        <p:sp>
          <p:nvSpPr>
            <p:cNvPr id="65" name="object 65"/>
            <p:cNvSpPr/>
            <p:nvPr/>
          </p:nvSpPr>
          <p:spPr>
            <a:xfrm>
              <a:off x="998220" y="5070335"/>
              <a:ext cx="3006089" cy="371106"/>
            </a:xfrm>
            <a:prstGeom prst="rect">
              <a:avLst/>
            </a:prstGeom>
            <a:blipFill>
              <a:blip r:embed="rId29" cstate="print"/>
              <a:stretch>
                <a:fillRect/>
              </a:stretch>
            </a:blipFill>
          </p:spPr>
          <p:txBody>
            <a:bodyPr wrap="square" lIns="0" tIns="0" rIns="0" bIns="0" rtlCol="0"/>
            <a:lstStyle/>
            <a:p>
              <a:endParaRPr/>
            </a:p>
          </p:txBody>
        </p:sp>
      </p:grpSp>
      <p:sp>
        <p:nvSpPr>
          <p:cNvPr id="66" name="object 66"/>
          <p:cNvSpPr txBox="1"/>
          <p:nvPr/>
        </p:nvSpPr>
        <p:spPr>
          <a:xfrm>
            <a:off x="906881" y="5108828"/>
            <a:ext cx="2995295" cy="223520"/>
          </a:xfrm>
          <a:prstGeom prst="rect">
            <a:avLst/>
          </a:prstGeom>
        </p:spPr>
        <p:txBody>
          <a:bodyPr vert="horz" wrap="square" lIns="0" tIns="12065" rIns="0" bIns="0" rtlCol="0">
            <a:spAutoFit/>
          </a:bodyPr>
          <a:lstStyle/>
          <a:p>
            <a:pPr marL="12700">
              <a:lnSpc>
                <a:spcPct val="100000"/>
              </a:lnSpc>
              <a:spcBef>
                <a:spcPts val="95"/>
              </a:spcBef>
            </a:pPr>
            <a:r>
              <a:rPr sz="1300" spc="-5" dirty="0">
                <a:solidFill>
                  <a:srgbClr val="FFFFFF"/>
                </a:solidFill>
                <a:latin typeface="Courier New"/>
                <a:cs typeface="Courier New"/>
              </a:rPr>
              <a:t>o </a:t>
            </a:r>
            <a:r>
              <a:rPr sz="1300" spc="-5" dirty="0">
                <a:solidFill>
                  <a:srgbClr val="FFFFFF"/>
                </a:solidFill>
                <a:latin typeface="Arial"/>
                <a:cs typeface="Arial"/>
              </a:rPr>
              <a:t>Convolutional Neural Networks</a:t>
            </a:r>
            <a:r>
              <a:rPr sz="1300" spc="-25" dirty="0">
                <a:solidFill>
                  <a:srgbClr val="FFFFFF"/>
                </a:solidFill>
                <a:latin typeface="Arial"/>
                <a:cs typeface="Arial"/>
              </a:rPr>
              <a:t> </a:t>
            </a:r>
            <a:r>
              <a:rPr sz="1300" spc="-5" dirty="0">
                <a:solidFill>
                  <a:srgbClr val="FFFFFF"/>
                </a:solidFill>
                <a:latin typeface="Arial"/>
                <a:cs typeface="Arial"/>
              </a:rPr>
              <a:t>(CNN)</a:t>
            </a:r>
            <a:endParaRPr sz="1300">
              <a:latin typeface="Arial"/>
              <a:cs typeface="Arial"/>
            </a:endParaRPr>
          </a:p>
        </p:txBody>
      </p:sp>
      <p:grpSp>
        <p:nvGrpSpPr>
          <p:cNvPr id="67" name="object 67"/>
          <p:cNvGrpSpPr/>
          <p:nvPr/>
        </p:nvGrpSpPr>
        <p:grpSpPr>
          <a:xfrm>
            <a:off x="821436" y="5497067"/>
            <a:ext cx="2908935" cy="375920"/>
            <a:chOff x="821436" y="5497067"/>
            <a:chExt cx="2908935" cy="375920"/>
          </a:xfrm>
        </p:grpSpPr>
        <p:sp>
          <p:nvSpPr>
            <p:cNvPr id="68" name="object 68"/>
            <p:cNvSpPr/>
            <p:nvPr/>
          </p:nvSpPr>
          <p:spPr>
            <a:xfrm>
              <a:off x="821436" y="5522975"/>
              <a:ext cx="310121" cy="349758"/>
            </a:xfrm>
            <a:prstGeom prst="rect">
              <a:avLst/>
            </a:prstGeom>
            <a:blipFill>
              <a:blip r:embed="rId26" cstate="print"/>
              <a:stretch>
                <a:fillRect/>
              </a:stretch>
            </a:blipFill>
          </p:spPr>
          <p:txBody>
            <a:bodyPr wrap="square" lIns="0" tIns="0" rIns="0" bIns="0" rtlCol="0"/>
            <a:lstStyle/>
            <a:p>
              <a:endParaRPr/>
            </a:p>
          </p:txBody>
        </p:sp>
        <p:sp>
          <p:nvSpPr>
            <p:cNvPr id="69" name="object 69"/>
            <p:cNvSpPr/>
            <p:nvPr/>
          </p:nvSpPr>
          <p:spPr>
            <a:xfrm>
              <a:off x="998220" y="5497067"/>
              <a:ext cx="2731770" cy="371106"/>
            </a:xfrm>
            <a:prstGeom prst="rect">
              <a:avLst/>
            </a:prstGeom>
            <a:blipFill>
              <a:blip r:embed="rId30" cstate="print"/>
              <a:stretch>
                <a:fillRect/>
              </a:stretch>
            </a:blipFill>
          </p:spPr>
          <p:txBody>
            <a:bodyPr wrap="square" lIns="0" tIns="0" rIns="0" bIns="0" rtlCol="0"/>
            <a:lstStyle/>
            <a:p>
              <a:endParaRPr/>
            </a:p>
          </p:txBody>
        </p:sp>
      </p:grpSp>
      <p:sp>
        <p:nvSpPr>
          <p:cNvPr id="70" name="object 70"/>
          <p:cNvSpPr txBox="1"/>
          <p:nvPr/>
        </p:nvSpPr>
        <p:spPr>
          <a:xfrm>
            <a:off x="906881" y="5535879"/>
            <a:ext cx="2720340" cy="223520"/>
          </a:xfrm>
          <a:prstGeom prst="rect">
            <a:avLst/>
          </a:prstGeom>
        </p:spPr>
        <p:txBody>
          <a:bodyPr vert="horz" wrap="square" lIns="0" tIns="12065" rIns="0" bIns="0" rtlCol="0">
            <a:spAutoFit/>
          </a:bodyPr>
          <a:lstStyle/>
          <a:p>
            <a:pPr marL="12700">
              <a:lnSpc>
                <a:spcPct val="100000"/>
              </a:lnSpc>
              <a:spcBef>
                <a:spcPts val="95"/>
              </a:spcBef>
            </a:pPr>
            <a:r>
              <a:rPr sz="1300" spc="-5" dirty="0">
                <a:solidFill>
                  <a:srgbClr val="FFFFFF"/>
                </a:solidFill>
                <a:latin typeface="Courier New"/>
                <a:cs typeface="Courier New"/>
              </a:rPr>
              <a:t>o </a:t>
            </a:r>
            <a:r>
              <a:rPr sz="1300" spc="-5" dirty="0">
                <a:solidFill>
                  <a:srgbClr val="FFFFFF"/>
                </a:solidFill>
                <a:latin typeface="Arial"/>
                <a:cs typeface="Arial"/>
              </a:rPr>
              <a:t>Recurrent Neural Networks</a:t>
            </a:r>
            <a:r>
              <a:rPr sz="1300" spc="-40" dirty="0">
                <a:solidFill>
                  <a:srgbClr val="FFFFFF"/>
                </a:solidFill>
                <a:latin typeface="Arial"/>
                <a:cs typeface="Arial"/>
              </a:rPr>
              <a:t> </a:t>
            </a:r>
            <a:r>
              <a:rPr sz="1300" spc="-5" dirty="0">
                <a:solidFill>
                  <a:srgbClr val="FFFFFF"/>
                </a:solidFill>
                <a:latin typeface="Arial"/>
                <a:cs typeface="Arial"/>
              </a:rPr>
              <a:t>(RNN)</a:t>
            </a:r>
            <a:endParaRPr sz="1300">
              <a:latin typeface="Arial"/>
              <a:cs typeface="Arial"/>
            </a:endParaRPr>
          </a:p>
        </p:txBody>
      </p:sp>
      <p:grpSp>
        <p:nvGrpSpPr>
          <p:cNvPr id="71" name="object 71"/>
          <p:cNvGrpSpPr/>
          <p:nvPr/>
        </p:nvGrpSpPr>
        <p:grpSpPr>
          <a:xfrm>
            <a:off x="8436864" y="4643615"/>
            <a:ext cx="2510790" cy="375920"/>
            <a:chOff x="8436864" y="4643615"/>
            <a:chExt cx="2510790" cy="375920"/>
          </a:xfrm>
        </p:grpSpPr>
        <p:sp>
          <p:nvSpPr>
            <p:cNvPr id="72" name="object 72"/>
            <p:cNvSpPr/>
            <p:nvPr/>
          </p:nvSpPr>
          <p:spPr>
            <a:xfrm>
              <a:off x="8436864" y="4669536"/>
              <a:ext cx="310121" cy="349757"/>
            </a:xfrm>
            <a:prstGeom prst="rect">
              <a:avLst/>
            </a:prstGeom>
            <a:blipFill>
              <a:blip r:embed="rId31" cstate="print"/>
              <a:stretch>
                <a:fillRect/>
              </a:stretch>
            </a:blipFill>
          </p:spPr>
          <p:txBody>
            <a:bodyPr wrap="square" lIns="0" tIns="0" rIns="0" bIns="0" rtlCol="0"/>
            <a:lstStyle/>
            <a:p>
              <a:endParaRPr/>
            </a:p>
          </p:txBody>
        </p:sp>
        <p:sp>
          <p:nvSpPr>
            <p:cNvPr id="73" name="object 73"/>
            <p:cNvSpPr/>
            <p:nvPr/>
          </p:nvSpPr>
          <p:spPr>
            <a:xfrm>
              <a:off x="8613648" y="4643615"/>
              <a:ext cx="2334005" cy="371106"/>
            </a:xfrm>
            <a:prstGeom prst="rect">
              <a:avLst/>
            </a:prstGeom>
            <a:blipFill>
              <a:blip r:embed="rId32" cstate="print"/>
              <a:stretch>
                <a:fillRect/>
              </a:stretch>
            </a:blipFill>
          </p:spPr>
          <p:txBody>
            <a:bodyPr wrap="square" lIns="0" tIns="0" rIns="0" bIns="0" rtlCol="0"/>
            <a:lstStyle/>
            <a:p>
              <a:endParaRPr/>
            </a:p>
          </p:txBody>
        </p:sp>
      </p:grpSp>
      <p:sp>
        <p:nvSpPr>
          <p:cNvPr id="74" name="object 74"/>
          <p:cNvSpPr txBox="1"/>
          <p:nvPr/>
        </p:nvSpPr>
        <p:spPr>
          <a:xfrm>
            <a:off x="8522969" y="4682109"/>
            <a:ext cx="2319020" cy="223520"/>
          </a:xfrm>
          <a:prstGeom prst="rect">
            <a:avLst/>
          </a:prstGeom>
        </p:spPr>
        <p:txBody>
          <a:bodyPr vert="horz" wrap="square" lIns="0" tIns="12065" rIns="0" bIns="0" rtlCol="0">
            <a:spAutoFit/>
          </a:bodyPr>
          <a:lstStyle/>
          <a:p>
            <a:pPr marL="12700">
              <a:lnSpc>
                <a:spcPct val="100000"/>
              </a:lnSpc>
              <a:spcBef>
                <a:spcPts val="95"/>
              </a:spcBef>
            </a:pPr>
            <a:r>
              <a:rPr sz="1300" spc="-5" dirty="0">
                <a:solidFill>
                  <a:srgbClr val="FFFFFF"/>
                </a:solidFill>
                <a:latin typeface="Courier New"/>
                <a:cs typeface="Courier New"/>
              </a:rPr>
              <a:t>o </a:t>
            </a:r>
            <a:r>
              <a:rPr sz="1300" spc="-5" dirty="0">
                <a:solidFill>
                  <a:srgbClr val="FFFFFF"/>
                </a:solidFill>
                <a:latin typeface="Arial"/>
                <a:cs typeface="Arial"/>
              </a:rPr>
              <a:t>Self Organizing </a:t>
            </a:r>
            <a:r>
              <a:rPr sz="1300" spc="-10" dirty="0">
                <a:solidFill>
                  <a:srgbClr val="FFFFFF"/>
                </a:solidFill>
                <a:latin typeface="Arial"/>
                <a:cs typeface="Arial"/>
              </a:rPr>
              <a:t>Maps</a:t>
            </a:r>
            <a:r>
              <a:rPr sz="1300" spc="-60" dirty="0">
                <a:solidFill>
                  <a:srgbClr val="FFFFFF"/>
                </a:solidFill>
                <a:latin typeface="Arial"/>
                <a:cs typeface="Arial"/>
              </a:rPr>
              <a:t> </a:t>
            </a:r>
            <a:r>
              <a:rPr sz="1300" spc="-10" dirty="0">
                <a:solidFill>
                  <a:srgbClr val="FFFFFF"/>
                </a:solidFill>
                <a:latin typeface="Arial"/>
                <a:cs typeface="Arial"/>
              </a:rPr>
              <a:t>(SOM)</a:t>
            </a:r>
            <a:endParaRPr sz="1300">
              <a:latin typeface="Arial"/>
              <a:cs typeface="Arial"/>
            </a:endParaRPr>
          </a:p>
        </p:txBody>
      </p:sp>
      <p:grpSp>
        <p:nvGrpSpPr>
          <p:cNvPr id="75" name="object 75"/>
          <p:cNvGrpSpPr/>
          <p:nvPr/>
        </p:nvGrpSpPr>
        <p:grpSpPr>
          <a:xfrm>
            <a:off x="8436864" y="5070335"/>
            <a:ext cx="2337435" cy="375920"/>
            <a:chOff x="8436864" y="5070335"/>
            <a:chExt cx="2337435" cy="375920"/>
          </a:xfrm>
        </p:grpSpPr>
        <p:sp>
          <p:nvSpPr>
            <p:cNvPr id="76" name="object 76"/>
            <p:cNvSpPr/>
            <p:nvPr/>
          </p:nvSpPr>
          <p:spPr>
            <a:xfrm>
              <a:off x="8436864" y="5096256"/>
              <a:ext cx="310121" cy="349757"/>
            </a:xfrm>
            <a:prstGeom prst="rect">
              <a:avLst/>
            </a:prstGeom>
            <a:blipFill>
              <a:blip r:embed="rId31" cstate="print"/>
              <a:stretch>
                <a:fillRect/>
              </a:stretch>
            </a:blipFill>
          </p:spPr>
          <p:txBody>
            <a:bodyPr wrap="square" lIns="0" tIns="0" rIns="0" bIns="0" rtlCol="0"/>
            <a:lstStyle/>
            <a:p>
              <a:endParaRPr/>
            </a:p>
          </p:txBody>
        </p:sp>
        <p:sp>
          <p:nvSpPr>
            <p:cNvPr id="77" name="object 77"/>
            <p:cNvSpPr/>
            <p:nvPr/>
          </p:nvSpPr>
          <p:spPr>
            <a:xfrm>
              <a:off x="8613648" y="5070335"/>
              <a:ext cx="2160270" cy="371106"/>
            </a:xfrm>
            <a:prstGeom prst="rect">
              <a:avLst/>
            </a:prstGeom>
            <a:blipFill>
              <a:blip r:embed="rId33" cstate="print"/>
              <a:stretch>
                <a:fillRect/>
              </a:stretch>
            </a:blipFill>
          </p:spPr>
          <p:txBody>
            <a:bodyPr wrap="square" lIns="0" tIns="0" rIns="0" bIns="0" rtlCol="0"/>
            <a:lstStyle/>
            <a:p>
              <a:endParaRPr/>
            </a:p>
          </p:txBody>
        </p:sp>
      </p:grpSp>
      <p:sp>
        <p:nvSpPr>
          <p:cNvPr id="78" name="object 78"/>
          <p:cNvSpPr txBox="1"/>
          <p:nvPr/>
        </p:nvSpPr>
        <p:spPr>
          <a:xfrm>
            <a:off x="8522969" y="5108828"/>
            <a:ext cx="2145030" cy="223520"/>
          </a:xfrm>
          <a:prstGeom prst="rect">
            <a:avLst/>
          </a:prstGeom>
        </p:spPr>
        <p:txBody>
          <a:bodyPr vert="horz" wrap="square" lIns="0" tIns="12065" rIns="0" bIns="0" rtlCol="0">
            <a:spAutoFit/>
          </a:bodyPr>
          <a:lstStyle/>
          <a:p>
            <a:pPr marL="12700">
              <a:lnSpc>
                <a:spcPct val="100000"/>
              </a:lnSpc>
              <a:spcBef>
                <a:spcPts val="95"/>
              </a:spcBef>
            </a:pPr>
            <a:r>
              <a:rPr sz="1300" spc="-5" dirty="0">
                <a:solidFill>
                  <a:srgbClr val="FFFFFF"/>
                </a:solidFill>
                <a:latin typeface="Courier New"/>
                <a:cs typeface="Courier New"/>
              </a:rPr>
              <a:t>o </a:t>
            </a:r>
            <a:r>
              <a:rPr sz="1300" spc="-10" dirty="0">
                <a:solidFill>
                  <a:srgbClr val="FFFFFF"/>
                </a:solidFill>
                <a:latin typeface="Arial"/>
                <a:cs typeface="Arial"/>
              </a:rPr>
              <a:t>Boltzmann Machines</a:t>
            </a:r>
            <a:r>
              <a:rPr sz="1300" spc="-70" dirty="0">
                <a:solidFill>
                  <a:srgbClr val="FFFFFF"/>
                </a:solidFill>
                <a:latin typeface="Arial"/>
                <a:cs typeface="Arial"/>
              </a:rPr>
              <a:t> </a:t>
            </a:r>
            <a:r>
              <a:rPr sz="1300" spc="-10" dirty="0">
                <a:solidFill>
                  <a:srgbClr val="FFFFFF"/>
                </a:solidFill>
                <a:latin typeface="Arial"/>
                <a:cs typeface="Arial"/>
              </a:rPr>
              <a:t>(BM)</a:t>
            </a:r>
            <a:endParaRPr sz="1300">
              <a:latin typeface="Arial"/>
              <a:cs typeface="Arial"/>
            </a:endParaRPr>
          </a:p>
        </p:txBody>
      </p:sp>
      <p:grpSp>
        <p:nvGrpSpPr>
          <p:cNvPr id="79" name="object 79"/>
          <p:cNvGrpSpPr/>
          <p:nvPr/>
        </p:nvGrpSpPr>
        <p:grpSpPr>
          <a:xfrm>
            <a:off x="8436864" y="5497067"/>
            <a:ext cx="1812925" cy="375920"/>
            <a:chOff x="8436864" y="5497067"/>
            <a:chExt cx="1812925" cy="375920"/>
          </a:xfrm>
        </p:grpSpPr>
        <p:sp>
          <p:nvSpPr>
            <p:cNvPr id="80" name="object 80"/>
            <p:cNvSpPr/>
            <p:nvPr/>
          </p:nvSpPr>
          <p:spPr>
            <a:xfrm>
              <a:off x="8436864" y="5522975"/>
              <a:ext cx="310121" cy="349758"/>
            </a:xfrm>
            <a:prstGeom prst="rect">
              <a:avLst/>
            </a:prstGeom>
            <a:blipFill>
              <a:blip r:embed="rId31" cstate="print"/>
              <a:stretch>
                <a:fillRect/>
              </a:stretch>
            </a:blipFill>
          </p:spPr>
          <p:txBody>
            <a:bodyPr wrap="square" lIns="0" tIns="0" rIns="0" bIns="0" rtlCol="0"/>
            <a:lstStyle/>
            <a:p>
              <a:endParaRPr/>
            </a:p>
          </p:txBody>
        </p:sp>
        <p:sp>
          <p:nvSpPr>
            <p:cNvPr id="81" name="object 81"/>
            <p:cNvSpPr/>
            <p:nvPr/>
          </p:nvSpPr>
          <p:spPr>
            <a:xfrm>
              <a:off x="8613648" y="5497067"/>
              <a:ext cx="1256538" cy="371106"/>
            </a:xfrm>
            <a:prstGeom prst="rect">
              <a:avLst/>
            </a:prstGeom>
            <a:blipFill>
              <a:blip r:embed="rId34" cstate="print"/>
              <a:stretch>
                <a:fillRect/>
              </a:stretch>
            </a:blipFill>
          </p:spPr>
          <p:txBody>
            <a:bodyPr wrap="square" lIns="0" tIns="0" rIns="0" bIns="0" rtlCol="0"/>
            <a:lstStyle/>
            <a:p>
              <a:endParaRPr/>
            </a:p>
          </p:txBody>
        </p:sp>
        <p:sp>
          <p:nvSpPr>
            <p:cNvPr id="82" name="object 82"/>
            <p:cNvSpPr/>
            <p:nvPr/>
          </p:nvSpPr>
          <p:spPr>
            <a:xfrm>
              <a:off x="9697212" y="5497067"/>
              <a:ext cx="552450" cy="371106"/>
            </a:xfrm>
            <a:prstGeom prst="rect">
              <a:avLst/>
            </a:prstGeom>
            <a:blipFill>
              <a:blip r:embed="rId35" cstate="print"/>
              <a:stretch>
                <a:fillRect/>
              </a:stretch>
            </a:blipFill>
          </p:spPr>
          <p:txBody>
            <a:bodyPr wrap="square" lIns="0" tIns="0" rIns="0" bIns="0" rtlCol="0"/>
            <a:lstStyle/>
            <a:p>
              <a:endParaRPr/>
            </a:p>
          </p:txBody>
        </p:sp>
      </p:grpSp>
      <p:sp>
        <p:nvSpPr>
          <p:cNvPr id="83" name="object 83"/>
          <p:cNvSpPr txBox="1"/>
          <p:nvPr/>
        </p:nvSpPr>
        <p:spPr>
          <a:xfrm>
            <a:off x="8522969" y="5535879"/>
            <a:ext cx="1621790" cy="223520"/>
          </a:xfrm>
          <a:prstGeom prst="rect">
            <a:avLst/>
          </a:prstGeom>
        </p:spPr>
        <p:txBody>
          <a:bodyPr vert="horz" wrap="square" lIns="0" tIns="12065" rIns="0" bIns="0" rtlCol="0">
            <a:spAutoFit/>
          </a:bodyPr>
          <a:lstStyle/>
          <a:p>
            <a:pPr marL="12700">
              <a:lnSpc>
                <a:spcPct val="100000"/>
              </a:lnSpc>
              <a:spcBef>
                <a:spcPts val="95"/>
              </a:spcBef>
            </a:pPr>
            <a:r>
              <a:rPr sz="1300" spc="-5" dirty="0">
                <a:solidFill>
                  <a:srgbClr val="FFFFFF"/>
                </a:solidFill>
                <a:latin typeface="Courier New"/>
                <a:cs typeface="Courier New"/>
              </a:rPr>
              <a:t>o </a:t>
            </a:r>
            <a:r>
              <a:rPr sz="1300" spc="-10" dirty="0">
                <a:solidFill>
                  <a:srgbClr val="FFFFFF"/>
                </a:solidFill>
                <a:latin typeface="Arial"/>
                <a:cs typeface="Arial"/>
              </a:rPr>
              <a:t>AutoEncoders</a:t>
            </a:r>
            <a:r>
              <a:rPr sz="1300" spc="-125" dirty="0">
                <a:solidFill>
                  <a:srgbClr val="FFFFFF"/>
                </a:solidFill>
                <a:latin typeface="Arial"/>
                <a:cs typeface="Arial"/>
              </a:rPr>
              <a:t> </a:t>
            </a:r>
            <a:r>
              <a:rPr sz="1300" spc="-5" dirty="0">
                <a:solidFill>
                  <a:srgbClr val="FFFFFF"/>
                </a:solidFill>
                <a:latin typeface="Arial"/>
                <a:cs typeface="Arial"/>
              </a:rPr>
              <a:t>(AE)</a:t>
            </a:r>
            <a:endParaRPr sz="1300">
              <a:latin typeface="Arial"/>
              <a:cs typeface="Arial"/>
            </a:endParaRPr>
          </a:p>
        </p:txBody>
      </p:sp>
      <p:sp>
        <p:nvSpPr>
          <p:cNvPr id="84" name="object 84"/>
          <p:cNvSpPr txBox="1"/>
          <p:nvPr/>
        </p:nvSpPr>
        <p:spPr>
          <a:xfrm>
            <a:off x="1902714" y="4009644"/>
            <a:ext cx="1297685" cy="212238"/>
          </a:xfrm>
          <a:prstGeom prst="rect">
            <a:avLst/>
          </a:prstGeom>
        </p:spPr>
        <p:txBody>
          <a:bodyPr vert="horz" wrap="square" lIns="0" tIns="12065" rIns="0" bIns="0" rtlCol="0">
            <a:spAutoFit/>
          </a:bodyPr>
          <a:lstStyle/>
          <a:p>
            <a:pPr marL="12700">
              <a:lnSpc>
                <a:spcPct val="100000"/>
              </a:lnSpc>
              <a:spcBef>
                <a:spcPts val="95"/>
              </a:spcBef>
            </a:pPr>
            <a:r>
              <a:rPr sz="1300" b="1" spc="-5" dirty="0">
                <a:solidFill>
                  <a:srgbClr val="FFFFFF"/>
                </a:solidFill>
                <a:latin typeface="Gothic Uralic"/>
                <a:cs typeface="Gothic Uralic"/>
              </a:rPr>
              <a:t>Sup</a:t>
            </a:r>
            <a:r>
              <a:rPr sz="1300" b="1" spc="-10" dirty="0">
                <a:solidFill>
                  <a:srgbClr val="FFFFFF"/>
                </a:solidFill>
                <a:latin typeface="Gothic Uralic"/>
                <a:cs typeface="Gothic Uralic"/>
              </a:rPr>
              <a:t>e</a:t>
            </a:r>
            <a:r>
              <a:rPr sz="1300" b="1" spc="-5" dirty="0">
                <a:solidFill>
                  <a:srgbClr val="FFFFFF"/>
                </a:solidFill>
                <a:latin typeface="Gothic Uralic"/>
                <a:cs typeface="Gothic Uralic"/>
              </a:rPr>
              <a:t>r</a:t>
            </a:r>
            <a:r>
              <a:rPr sz="1300" b="1" spc="-15" dirty="0">
                <a:solidFill>
                  <a:srgbClr val="FFFFFF"/>
                </a:solidFill>
                <a:latin typeface="Gothic Uralic"/>
                <a:cs typeface="Gothic Uralic"/>
              </a:rPr>
              <a:t>v</a:t>
            </a:r>
            <a:r>
              <a:rPr sz="1300" b="1" spc="-5" dirty="0">
                <a:solidFill>
                  <a:srgbClr val="FFFFFF"/>
                </a:solidFill>
                <a:latin typeface="Gothic Uralic"/>
                <a:cs typeface="Gothic Uralic"/>
              </a:rPr>
              <a:t>i</a:t>
            </a:r>
            <a:r>
              <a:rPr sz="1300" b="1" dirty="0">
                <a:solidFill>
                  <a:srgbClr val="FFFFFF"/>
                </a:solidFill>
                <a:latin typeface="Gothic Uralic"/>
                <a:cs typeface="Gothic Uralic"/>
              </a:rPr>
              <a:t>s</a:t>
            </a:r>
            <a:r>
              <a:rPr sz="1300" b="1" spc="-10" dirty="0">
                <a:solidFill>
                  <a:srgbClr val="FFFFFF"/>
                </a:solidFill>
                <a:latin typeface="Gothic Uralic"/>
                <a:cs typeface="Gothic Uralic"/>
              </a:rPr>
              <a:t>ed</a:t>
            </a:r>
            <a:endParaRPr sz="1300" dirty="0">
              <a:latin typeface="Gothic Uralic"/>
              <a:cs typeface="Gothic Uralic"/>
            </a:endParaRPr>
          </a:p>
        </p:txBody>
      </p:sp>
      <p:sp>
        <p:nvSpPr>
          <p:cNvPr id="85" name="object 85"/>
          <p:cNvSpPr/>
          <p:nvPr/>
        </p:nvSpPr>
        <p:spPr>
          <a:xfrm>
            <a:off x="1443227" y="4070603"/>
            <a:ext cx="252984" cy="255015"/>
          </a:xfrm>
          <a:prstGeom prst="rect">
            <a:avLst/>
          </a:prstGeom>
          <a:blipFill>
            <a:blip r:embed="rId36" cstate="print"/>
            <a:stretch>
              <a:fillRect/>
            </a:stretch>
          </a:blipFill>
        </p:spPr>
        <p:txBody>
          <a:bodyPr wrap="square" lIns="0" tIns="0" rIns="0" bIns="0" rtlCol="0"/>
          <a:lstStyle/>
          <a:p>
            <a:endParaRPr/>
          </a:p>
        </p:txBody>
      </p:sp>
      <p:grpSp>
        <p:nvGrpSpPr>
          <p:cNvPr id="86" name="object 86"/>
          <p:cNvGrpSpPr/>
          <p:nvPr/>
        </p:nvGrpSpPr>
        <p:grpSpPr>
          <a:xfrm>
            <a:off x="8506968" y="4012691"/>
            <a:ext cx="2636520" cy="370840"/>
            <a:chOff x="8506968" y="4012691"/>
            <a:chExt cx="2636520" cy="370840"/>
          </a:xfrm>
        </p:grpSpPr>
        <p:sp>
          <p:nvSpPr>
            <p:cNvPr id="87" name="object 87"/>
            <p:cNvSpPr/>
            <p:nvPr/>
          </p:nvSpPr>
          <p:spPr>
            <a:xfrm>
              <a:off x="8506968" y="4012691"/>
              <a:ext cx="2636520" cy="370840"/>
            </a:xfrm>
            <a:custGeom>
              <a:avLst/>
              <a:gdLst/>
              <a:ahLst/>
              <a:cxnLst/>
              <a:rect l="l" t="t" r="r" b="b"/>
              <a:pathLst>
                <a:path w="2636520" h="370839">
                  <a:moveTo>
                    <a:pt x="2574798" y="0"/>
                  </a:moveTo>
                  <a:lnTo>
                    <a:pt x="61722" y="0"/>
                  </a:lnTo>
                  <a:lnTo>
                    <a:pt x="37719" y="4857"/>
                  </a:lnTo>
                  <a:lnTo>
                    <a:pt x="18097" y="18097"/>
                  </a:lnTo>
                  <a:lnTo>
                    <a:pt x="4857" y="37718"/>
                  </a:lnTo>
                  <a:lnTo>
                    <a:pt x="0" y="61721"/>
                  </a:lnTo>
                  <a:lnTo>
                    <a:pt x="0" y="308609"/>
                  </a:lnTo>
                  <a:lnTo>
                    <a:pt x="4857" y="332612"/>
                  </a:lnTo>
                  <a:lnTo>
                    <a:pt x="18097" y="352234"/>
                  </a:lnTo>
                  <a:lnTo>
                    <a:pt x="37719" y="365474"/>
                  </a:lnTo>
                  <a:lnTo>
                    <a:pt x="61722" y="370331"/>
                  </a:lnTo>
                  <a:lnTo>
                    <a:pt x="2574798" y="370331"/>
                  </a:lnTo>
                  <a:lnTo>
                    <a:pt x="2598801" y="365474"/>
                  </a:lnTo>
                  <a:lnTo>
                    <a:pt x="2618422" y="352234"/>
                  </a:lnTo>
                  <a:lnTo>
                    <a:pt x="2631662" y="332612"/>
                  </a:lnTo>
                  <a:lnTo>
                    <a:pt x="2636520" y="308609"/>
                  </a:lnTo>
                  <a:lnTo>
                    <a:pt x="2636520" y="61721"/>
                  </a:lnTo>
                  <a:lnTo>
                    <a:pt x="2631662" y="37718"/>
                  </a:lnTo>
                  <a:lnTo>
                    <a:pt x="2618422" y="18097"/>
                  </a:lnTo>
                  <a:lnTo>
                    <a:pt x="2598801" y="4857"/>
                  </a:lnTo>
                  <a:lnTo>
                    <a:pt x="2574798" y="0"/>
                  </a:lnTo>
                  <a:close/>
                </a:path>
              </a:pathLst>
            </a:custGeom>
            <a:solidFill>
              <a:srgbClr val="FF8E01"/>
            </a:solidFill>
          </p:spPr>
          <p:txBody>
            <a:bodyPr wrap="square" lIns="0" tIns="0" rIns="0" bIns="0" rtlCol="0"/>
            <a:lstStyle/>
            <a:p>
              <a:endParaRPr/>
            </a:p>
          </p:txBody>
        </p:sp>
        <p:sp>
          <p:nvSpPr>
            <p:cNvPr id="88" name="object 88"/>
            <p:cNvSpPr/>
            <p:nvPr/>
          </p:nvSpPr>
          <p:spPr>
            <a:xfrm>
              <a:off x="8506968" y="4012691"/>
              <a:ext cx="2636520" cy="370840"/>
            </a:xfrm>
            <a:custGeom>
              <a:avLst/>
              <a:gdLst/>
              <a:ahLst/>
              <a:cxnLst/>
              <a:rect l="l" t="t" r="r" b="b"/>
              <a:pathLst>
                <a:path w="2636520" h="370839">
                  <a:moveTo>
                    <a:pt x="0" y="61721"/>
                  </a:moveTo>
                  <a:lnTo>
                    <a:pt x="4857" y="37718"/>
                  </a:lnTo>
                  <a:lnTo>
                    <a:pt x="18097" y="18097"/>
                  </a:lnTo>
                  <a:lnTo>
                    <a:pt x="37719" y="4857"/>
                  </a:lnTo>
                  <a:lnTo>
                    <a:pt x="61722" y="0"/>
                  </a:lnTo>
                  <a:lnTo>
                    <a:pt x="2574798" y="0"/>
                  </a:lnTo>
                  <a:lnTo>
                    <a:pt x="2598801" y="4857"/>
                  </a:lnTo>
                  <a:lnTo>
                    <a:pt x="2618422" y="18097"/>
                  </a:lnTo>
                  <a:lnTo>
                    <a:pt x="2631662" y="37718"/>
                  </a:lnTo>
                  <a:lnTo>
                    <a:pt x="2636520" y="61721"/>
                  </a:lnTo>
                  <a:lnTo>
                    <a:pt x="2636520" y="308609"/>
                  </a:lnTo>
                  <a:lnTo>
                    <a:pt x="2631662" y="332612"/>
                  </a:lnTo>
                  <a:lnTo>
                    <a:pt x="2618422" y="352234"/>
                  </a:lnTo>
                  <a:lnTo>
                    <a:pt x="2598801" y="365474"/>
                  </a:lnTo>
                  <a:lnTo>
                    <a:pt x="2574798" y="370331"/>
                  </a:lnTo>
                  <a:lnTo>
                    <a:pt x="61722" y="370331"/>
                  </a:lnTo>
                  <a:lnTo>
                    <a:pt x="37719" y="365474"/>
                  </a:lnTo>
                  <a:lnTo>
                    <a:pt x="18097" y="352234"/>
                  </a:lnTo>
                  <a:lnTo>
                    <a:pt x="4857" y="332612"/>
                  </a:lnTo>
                  <a:lnTo>
                    <a:pt x="0" y="308609"/>
                  </a:lnTo>
                  <a:lnTo>
                    <a:pt x="0" y="61721"/>
                  </a:lnTo>
                  <a:close/>
                </a:path>
              </a:pathLst>
            </a:custGeom>
            <a:ln w="12700">
              <a:solidFill>
                <a:srgbClr val="FFFFFF"/>
              </a:solidFill>
            </a:ln>
          </p:spPr>
          <p:txBody>
            <a:bodyPr wrap="square" lIns="0" tIns="0" rIns="0" bIns="0" rtlCol="0"/>
            <a:lstStyle/>
            <a:p>
              <a:endParaRPr/>
            </a:p>
          </p:txBody>
        </p:sp>
      </p:grpSp>
      <p:sp>
        <p:nvSpPr>
          <p:cNvPr id="90" name="object 90"/>
          <p:cNvSpPr txBox="1"/>
          <p:nvPr/>
        </p:nvSpPr>
        <p:spPr>
          <a:xfrm>
            <a:off x="9457181" y="4084065"/>
            <a:ext cx="1086485" cy="223520"/>
          </a:xfrm>
          <a:prstGeom prst="rect">
            <a:avLst/>
          </a:prstGeom>
        </p:spPr>
        <p:txBody>
          <a:bodyPr vert="horz" wrap="square" lIns="0" tIns="12065" rIns="0" bIns="0" rtlCol="0">
            <a:spAutoFit/>
          </a:bodyPr>
          <a:lstStyle/>
          <a:p>
            <a:pPr marL="12700">
              <a:lnSpc>
                <a:spcPct val="100000"/>
              </a:lnSpc>
              <a:spcBef>
                <a:spcPts val="95"/>
              </a:spcBef>
            </a:pPr>
            <a:r>
              <a:rPr sz="1300" b="1" spc="-10" dirty="0">
                <a:solidFill>
                  <a:srgbClr val="FFFFFF"/>
                </a:solidFill>
                <a:latin typeface="Gothic Uralic"/>
                <a:cs typeface="Gothic Uralic"/>
              </a:rPr>
              <a:t>Unsupervised</a:t>
            </a:r>
            <a:endParaRPr sz="1300">
              <a:latin typeface="Gothic Uralic"/>
              <a:cs typeface="Gothic Uralic"/>
            </a:endParaRPr>
          </a:p>
        </p:txBody>
      </p:sp>
      <p:sp>
        <p:nvSpPr>
          <p:cNvPr id="91" name="object 91"/>
          <p:cNvSpPr/>
          <p:nvPr/>
        </p:nvSpPr>
        <p:spPr>
          <a:xfrm>
            <a:off x="8939783" y="4081271"/>
            <a:ext cx="326136" cy="233171"/>
          </a:xfrm>
          <a:prstGeom prst="rect">
            <a:avLst/>
          </a:prstGeom>
          <a:blipFill>
            <a:blip r:embed="rId37" cstate="print"/>
            <a:stretch>
              <a:fillRect/>
            </a:stretch>
          </a:blipFill>
        </p:spPr>
        <p:txBody>
          <a:bodyPr wrap="square" lIns="0" tIns="0" rIns="0" bIns="0" rtlCol="0"/>
          <a:lstStyle/>
          <a:p>
            <a:endParaRPr/>
          </a:p>
        </p:txBody>
      </p:sp>
      <p:sp>
        <p:nvSpPr>
          <p:cNvPr id="92" name="object 92"/>
          <p:cNvSpPr txBox="1"/>
          <p:nvPr/>
        </p:nvSpPr>
        <p:spPr>
          <a:xfrm>
            <a:off x="5321934" y="4923535"/>
            <a:ext cx="1284605" cy="451484"/>
          </a:xfrm>
          <a:prstGeom prst="rect">
            <a:avLst/>
          </a:prstGeom>
        </p:spPr>
        <p:txBody>
          <a:bodyPr vert="horz" wrap="square" lIns="0" tIns="20955" rIns="0" bIns="0" rtlCol="0">
            <a:spAutoFit/>
          </a:bodyPr>
          <a:lstStyle/>
          <a:p>
            <a:pPr marL="352425" marR="5080" indent="-340360">
              <a:lnSpc>
                <a:spcPts val="1670"/>
              </a:lnSpc>
              <a:spcBef>
                <a:spcPts val="165"/>
              </a:spcBef>
            </a:pPr>
            <a:r>
              <a:rPr sz="1400" b="1" spc="-5" dirty="0">
                <a:solidFill>
                  <a:srgbClr val="152B77"/>
                </a:solidFill>
                <a:latin typeface="Gothic Uralic"/>
                <a:cs typeface="Gothic Uralic"/>
              </a:rPr>
              <a:t>Deep</a:t>
            </a:r>
            <a:r>
              <a:rPr sz="1400" b="1" spc="-80" dirty="0">
                <a:solidFill>
                  <a:srgbClr val="152B77"/>
                </a:solidFill>
                <a:latin typeface="Gothic Uralic"/>
                <a:cs typeface="Gothic Uralic"/>
              </a:rPr>
              <a:t> </a:t>
            </a:r>
            <a:r>
              <a:rPr sz="1400" b="1" spc="-5" dirty="0">
                <a:solidFill>
                  <a:srgbClr val="152B77"/>
                </a:solidFill>
                <a:latin typeface="Gothic Uralic"/>
                <a:cs typeface="Gothic Uralic"/>
              </a:rPr>
              <a:t>Learning  Models</a:t>
            </a:r>
            <a:endParaRPr sz="1400">
              <a:latin typeface="Gothic Uralic"/>
              <a:cs typeface="Gothic Uralic"/>
            </a:endParaRPr>
          </a:p>
        </p:txBody>
      </p:sp>
      <p:sp>
        <p:nvSpPr>
          <p:cNvPr id="93" name="object 93"/>
          <p:cNvSpPr/>
          <p:nvPr/>
        </p:nvSpPr>
        <p:spPr>
          <a:xfrm>
            <a:off x="118871" y="5754623"/>
            <a:ext cx="48895" cy="78105"/>
          </a:xfrm>
          <a:custGeom>
            <a:avLst/>
            <a:gdLst/>
            <a:ahLst/>
            <a:cxnLst/>
            <a:rect l="l" t="t" r="r" b="b"/>
            <a:pathLst>
              <a:path w="48894" h="78104">
                <a:moveTo>
                  <a:pt x="31661" y="0"/>
                </a:moveTo>
                <a:lnTo>
                  <a:pt x="17106" y="0"/>
                </a:lnTo>
                <a:lnTo>
                  <a:pt x="11442" y="2590"/>
                </a:lnTo>
                <a:lnTo>
                  <a:pt x="0" y="38734"/>
                </a:lnTo>
                <a:lnTo>
                  <a:pt x="430" y="48929"/>
                </a:lnTo>
                <a:lnTo>
                  <a:pt x="17081" y="77723"/>
                </a:lnTo>
                <a:lnTo>
                  <a:pt x="31661" y="77723"/>
                </a:lnTo>
                <a:lnTo>
                  <a:pt x="37325" y="75133"/>
                </a:lnTo>
                <a:lnTo>
                  <a:pt x="41389" y="69938"/>
                </a:lnTo>
                <a:lnTo>
                  <a:pt x="43929" y="65620"/>
                </a:lnTo>
                <a:lnTo>
                  <a:pt x="22644" y="65620"/>
                </a:lnTo>
                <a:lnTo>
                  <a:pt x="21079" y="65062"/>
                </a:lnTo>
                <a:lnTo>
                  <a:pt x="18402" y="62852"/>
                </a:lnTo>
                <a:lnTo>
                  <a:pt x="17284" y="60629"/>
                </a:lnTo>
                <a:lnTo>
                  <a:pt x="15506" y="53949"/>
                </a:lnTo>
                <a:lnTo>
                  <a:pt x="15142" y="48929"/>
                </a:lnTo>
                <a:lnTo>
                  <a:pt x="15157" y="28735"/>
                </a:lnTo>
                <a:lnTo>
                  <a:pt x="22644" y="12103"/>
                </a:lnTo>
                <a:lnTo>
                  <a:pt x="43924" y="12103"/>
                </a:lnTo>
                <a:lnTo>
                  <a:pt x="41440" y="7886"/>
                </a:lnTo>
                <a:lnTo>
                  <a:pt x="37338" y="2628"/>
                </a:lnTo>
                <a:lnTo>
                  <a:pt x="31661" y="0"/>
                </a:lnTo>
                <a:close/>
              </a:path>
              <a:path w="48894" h="78104">
                <a:moveTo>
                  <a:pt x="43924" y="12103"/>
                </a:moveTo>
                <a:lnTo>
                  <a:pt x="26123" y="12103"/>
                </a:lnTo>
                <a:lnTo>
                  <a:pt x="27673" y="12661"/>
                </a:lnTo>
                <a:lnTo>
                  <a:pt x="30365" y="14909"/>
                </a:lnTo>
                <a:lnTo>
                  <a:pt x="31483" y="17144"/>
                </a:lnTo>
                <a:lnTo>
                  <a:pt x="33261" y="23825"/>
                </a:lnTo>
                <a:lnTo>
                  <a:pt x="33617" y="28735"/>
                </a:lnTo>
                <a:lnTo>
                  <a:pt x="33618" y="48929"/>
                </a:lnTo>
                <a:lnTo>
                  <a:pt x="33210" y="54152"/>
                </a:lnTo>
                <a:lnTo>
                  <a:pt x="31470" y="60794"/>
                </a:lnTo>
                <a:lnTo>
                  <a:pt x="30416" y="62814"/>
                </a:lnTo>
                <a:lnTo>
                  <a:pt x="27638" y="65074"/>
                </a:lnTo>
                <a:lnTo>
                  <a:pt x="26123" y="65620"/>
                </a:lnTo>
                <a:lnTo>
                  <a:pt x="43929" y="65620"/>
                </a:lnTo>
                <a:lnTo>
                  <a:pt x="44615" y="64454"/>
                </a:lnTo>
                <a:lnTo>
                  <a:pt x="46921" y="57451"/>
                </a:lnTo>
                <a:lnTo>
                  <a:pt x="48306" y="48929"/>
                </a:lnTo>
                <a:lnTo>
                  <a:pt x="48768" y="38887"/>
                </a:lnTo>
                <a:lnTo>
                  <a:pt x="48295" y="28735"/>
                </a:lnTo>
                <a:lnTo>
                  <a:pt x="46916" y="20245"/>
                </a:lnTo>
                <a:lnTo>
                  <a:pt x="44647" y="13330"/>
                </a:lnTo>
                <a:lnTo>
                  <a:pt x="43924" y="12103"/>
                </a:lnTo>
                <a:close/>
              </a:path>
            </a:pathLst>
          </a:custGeom>
          <a:solidFill>
            <a:srgbClr val="4264DE">
              <a:alpha val="10195"/>
            </a:srgbClr>
          </a:solidFill>
        </p:spPr>
        <p:txBody>
          <a:bodyPr wrap="square" lIns="0" tIns="0" rIns="0" bIns="0" rtlCol="0"/>
          <a:lstStyle/>
          <a:p>
            <a:endParaRPr/>
          </a:p>
        </p:txBody>
      </p:sp>
      <p:sp>
        <p:nvSpPr>
          <p:cNvPr id="94" name="object 94"/>
          <p:cNvSpPr/>
          <p:nvPr/>
        </p:nvSpPr>
        <p:spPr>
          <a:xfrm>
            <a:off x="300227" y="5756147"/>
            <a:ext cx="33655" cy="76200"/>
          </a:xfrm>
          <a:custGeom>
            <a:avLst/>
            <a:gdLst/>
            <a:ahLst/>
            <a:cxnLst/>
            <a:rect l="l" t="t" r="r" b="b"/>
            <a:pathLst>
              <a:path w="33654" h="76200">
                <a:moveTo>
                  <a:pt x="33528" y="0"/>
                </a:moveTo>
                <a:lnTo>
                  <a:pt x="21653" y="0"/>
                </a:lnTo>
                <a:lnTo>
                  <a:pt x="19989" y="4622"/>
                </a:lnTo>
                <a:lnTo>
                  <a:pt x="16916" y="8674"/>
                </a:lnTo>
                <a:lnTo>
                  <a:pt x="7962" y="15608"/>
                </a:lnTo>
                <a:lnTo>
                  <a:pt x="3822" y="17957"/>
                </a:lnTo>
                <a:lnTo>
                  <a:pt x="0" y="19202"/>
                </a:lnTo>
                <a:lnTo>
                  <a:pt x="0" y="32410"/>
                </a:lnTo>
                <a:lnTo>
                  <a:pt x="7251" y="30022"/>
                </a:lnTo>
                <a:lnTo>
                  <a:pt x="13550" y="26352"/>
                </a:lnTo>
                <a:lnTo>
                  <a:pt x="18897" y="21374"/>
                </a:lnTo>
                <a:lnTo>
                  <a:pt x="18897" y="76199"/>
                </a:lnTo>
                <a:lnTo>
                  <a:pt x="33528" y="76199"/>
                </a:lnTo>
                <a:lnTo>
                  <a:pt x="33528" y="0"/>
                </a:lnTo>
                <a:close/>
              </a:path>
            </a:pathLst>
          </a:custGeom>
          <a:solidFill>
            <a:srgbClr val="4264DE">
              <a:alpha val="10195"/>
            </a:srgbClr>
          </a:solidFill>
        </p:spPr>
        <p:txBody>
          <a:bodyPr wrap="square" lIns="0" tIns="0" rIns="0" bIns="0" rtlCol="0"/>
          <a:lstStyle/>
          <a:p>
            <a:endParaRPr/>
          </a:p>
        </p:txBody>
      </p:sp>
      <p:sp>
        <p:nvSpPr>
          <p:cNvPr id="95" name="object 95"/>
          <p:cNvSpPr/>
          <p:nvPr/>
        </p:nvSpPr>
        <p:spPr>
          <a:xfrm>
            <a:off x="464819" y="5754623"/>
            <a:ext cx="50800" cy="78105"/>
          </a:xfrm>
          <a:custGeom>
            <a:avLst/>
            <a:gdLst/>
            <a:ahLst/>
            <a:cxnLst/>
            <a:rect l="l" t="t" r="r" b="b"/>
            <a:pathLst>
              <a:path w="50800" h="78104">
                <a:moveTo>
                  <a:pt x="32651" y="0"/>
                </a:moveTo>
                <a:lnTo>
                  <a:pt x="17640" y="0"/>
                </a:lnTo>
                <a:lnTo>
                  <a:pt x="11798" y="2590"/>
                </a:lnTo>
                <a:lnTo>
                  <a:pt x="0" y="38734"/>
                </a:lnTo>
                <a:lnTo>
                  <a:pt x="444" y="48929"/>
                </a:lnTo>
                <a:lnTo>
                  <a:pt x="17614" y="77723"/>
                </a:lnTo>
                <a:lnTo>
                  <a:pt x="32651" y="77723"/>
                </a:lnTo>
                <a:lnTo>
                  <a:pt x="38493" y="75133"/>
                </a:lnTo>
                <a:lnTo>
                  <a:pt x="42684" y="69938"/>
                </a:lnTo>
                <a:lnTo>
                  <a:pt x="45303" y="65620"/>
                </a:lnTo>
                <a:lnTo>
                  <a:pt x="23355" y="65620"/>
                </a:lnTo>
                <a:lnTo>
                  <a:pt x="21739" y="65062"/>
                </a:lnTo>
                <a:lnTo>
                  <a:pt x="18973" y="62852"/>
                </a:lnTo>
                <a:lnTo>
                  <a:pt x="17818" y="60629"/>
                </a:lnTo>
                <a:lnTo>
                  <a:pt x="15989" y="53949"/>
                </a:lnTo>
                <a:lnTo>
                  <a:pt x="15615" y="48929"/>
                </a:lnTo>
                <a:lnTo>
                  <a:pt x="15629" y="28735"/>
                </a:lnTo>
                <a:lnTo>
                  <a:pt x="23355" y="12103"/>
                </a:lnTo>
                <a:lnTo>
                  <a:pt x="45297" y="12103"/>
                </a:lnTo>
                <a:lnTo>
                  <a:pt x="42735" y="7886"/>
                </a:lnTo>
                <a:lnTo>
                  <a:pt x="38506" y="2628"/>
                </a:lnTo>
                <a:lnTo>
                  <a:pt x="32651" y="0"/>
                </a:lnTo>
                <a:close/>
              </a:path>
              <a:path w="50800" h="78104">
                <a:moveTo>
                  <a:pt x="45297" y="12103"/>
                </a:moveTo>
                <a:lnTo>
                  <a:pt x="26936" y="12103"/>
                </a:lnTo>
                <a:lnTo>
                  <a:pt x="28536" y="12661"/>
                </a:lnTo>
                <a:lnTo>
                  <a:pt x="31318" y="14909"/>
                </a:lnTo>
                <a:lnTo>
                  <a:pt x="32473" y="17144"/>
                </a:lnTo>
                <a:lnTo>
                  <a:pt x="34302" y="23825"/>
                </a:lnTo>
                <a:lnTo>
                  <a:pt x="34668" y="28735"/>
                </a:lnTo>
                <a:lnTo>
                  <a:pt x="34670" y="48929"/>
                </a:lnTo>
                <a:lnTo>
                  <a:pt x="34251" y="54152"/>
                </a:lnTo>
                <a:lnTo>
                  <a:pt x="33223" y="57886"/>
                </a:lnTo>
                <a:lnTo>
                  <a:pt x="32448" y="60794"/>
                </a:lnTo>
                <a:lnTo>
                  <a:pt x="31356" y="62814"/>
                </a:lnTo>
                <a:lnTo>
                  <a:pt x="28549" y="65062"/>
                </a:lnTo>
                <a:lnTo>
                  <a:pt x="26936" y="65620"/>
                </a:lnTo>
                <a:lnTo>
                  <a:pt x="45303" y="65620"/>
                </a:lnTo>
                <a:lnTo>
                  <a:pt x="46011" y="64454"/>
                </a:lnTo>
                <a:lnTo>
                  <a:pt x="48388" y="57451"/>
                </a:lnTo>
                <a:lnTo>
                  <a:pt x="49815" y="48929"/>
                </a:lnTo>
                <a:lnTo>
                  <a:pt x="50292" y="38887"/>
                </a:lnTo>
                <a:lnTo>
                  <a:pt x="49804" y="28735"/>
                </a:lnTo>
                <a:lnTo>
                  <a:pt x="48382" y="20245"/>
                </a:lnTo>
                <a:lnTo>
                  <a:pt x="46043" y="13330"/>
                </a:lnTo>
                <a:lnTo>
                  <a:pt x="45297" y="12103"/>
                </a:lnTo>
                <a:close/>
              </a:path>
            </a:pathLst>
          </a:custGeom>
          <a:solidFill>
            <a:srgbClr val="4264DE">
              <a:alpha val="10195"/>
            </a:srgbClr>
          </a:solidFill>
        </p:spPr>
        <p:txBody>
          <a:bodyPr wrap="square" lIns="0" tIns="0" rIns="0" bIns="0" rtlCol="0"/>
          <a:lstStyle/>
          <a:p>
            <a:endParaRPr/>
          </a:p>
        </p:txBody>
      </p:sp>
      <p:sp>
        <p:nvSpPr>
          <p:cNvPr id="96" name="object 96"/>
          <p:cNvSpPr/>
          <p:nvPr/>
        </p:nvSpPr>
        <p:spPr>
          <a:xfrm>
            <a:off x="646176" y="5756147"/>
            <a:ext cx="33655" cy="76200"/>
          </a:xfrm>
          <a:custGeom>
            <a:avLst/>
            <a:gdLst/>
            <a:ahLst/>
            <a:cxnLst/>
            <a:rect l="l" t="t" r="r" b="b"/>
            <a:pathLst>
              <a:path w="33654" h="76200">
                <a:moveTo>
                  <a:pt x="33528" y="0"/>
                </a:moveTo>
                <a:lnTo>
                  <a:pt x="21653" y="0"/>
                </a:lnTo>
                <a:lnTo>
                  <a:pt x="19989" y="4622"/>
                </a:lnTo>
                <a:lnTo>
                  <a:pt x="16916" y="8674"/>
                </a:lnTo>
                <a:lnTo>
                  <a:pt x="7962" y="15608"/>
                </a:lnTo>
                <a:lnTo>
                  <a:pt x="3822" y="17957"/>
                </a:lnTo>
                <a:lnTo>
                  <a:pt x="0" y="19202"/>
                </a:lnTo>
                <a:lnTo>
                  <a:pt x="0" y="32410"/>
                </a:lnTo>
                <a:lnTo>
                  <a:pt x="7251" y="30022"/>
                </a:lnTo>
                <a:lnTo>
                  <a:pt x="13550" y="26352"/>
                </a:lnTo>
                <a:lnTo>
                  <a:pt x="18897" y="21374"/>
                </a:lnTo>
                <a:lnTo>
                  <a:pt x="18897" y="76199"/>
                </a:lnTo>
                <a:lnTo>
                  <a:pt x="33528" y="76199"/>
                </a:lnTo>
                <a:lnTo>
                  <a:pt x="33528" y="0"/>
                </a:lnTo>
                <a:close/>
              </a:path>
            </a:pathLst>
          </a:custGeom>
          <a:solidFill>
            <a:srgbClr val="4264DE">
              <a:alpha val="10195"/>
            </a:srgbClr>
          </a:solidFill>
        </p:spPr>
        <p:txBody>
          <a:bodyPr wrap="square" lIns="0" tIns="0" rIns="0" bIns="0" rtlCol="0"/>
          <a:lstStyle/>
          <a:p>
            <a:endParaRPr/>
          </a:p>
        </p:txBody>
      </p:sp>
      <p:sp>
        <p:nvSpPr>
          <p:cNvPr id="97" name="object 97"/>
          <p:cNvSpPr/>
          <p:nvPr/>
        </p:nvSpPr>
        <p:spPr>
          <a:xfrm>
            <a:off x="812292" y="5754623"/>
            <a:ext cx="2988945" cy="78105"/>
          </a:xfrm>
          <a:custGeom>
            <a:avLst/>
            <a:gdLst/>
            <a:ahLst/>
            <a:cxnLst/>
            <a:rect l="l" t="t" r="r" b="b"/>
            <a:pathLst>
              <a:path w="2988945" h="78104">
                <a:moveTo>
                  <a:pt x="48768" y="38887"/>
                </a:moveTo>
                <a:lnTo>
                  <a:pt x="48285" y="28740"/>
                </a:lnTo>
                <a:lnTo>
                  <a:pt x="46913" y="20256"/>
                </a:lnTo>
                <a:lnTo>
                  <a:pt x="44640" y="13335"/>
                </a:lnTo>
                <a:lnTo>
                  <a:pt x="43916" y="12103"/>
                </a:lnTo>
                <a:lnTo>
                  <a:pt x="41440" y="7886"/>
                </a:lnTo>
                <a:lnTo>
                  <a:pt x="37338" y="2628"/>
                </a:lnTo>
                <a:lnTo>
                  <a:pt x="33616" y="914"/>
                </a:lnTo>
                <a:lnTo>
                  <a:pt x="33616" y="28740"/>
                </a:lnTo>
                <a:lnTo>
                  <a:pt x="33616" y="48933"/>
                </a:lnTo>
                <a:lnTo>
                  <a:pt x="26123" y="65620"/>
                </a:lnTo>
                <a:lnTo>
                  <a:pt x="22644" y="65620"/>
                </a:lnTo>
                <a:lnTo>
                  <a:pt x="15138" y="48933"/>
                </a:lnTo>
                <a:lnTo>
                  <a:pt x="15151" y="28740"/>
                </a:lnTo>
                <a:lnTo>
                  <a:pt x="22644" y="12103"/>
                </a:lnTo>
                <a:lnTo>
                  <a:pt x="26123" y="12103"/>
                </a:lnTo>
                <a:lnTo>
                  <a:pt x="33616" y="28740"/>
                </a:lnTo>
                <a:lnTo>
                  <a:pt x="33616" y="914"/>
                </a:lnTo>
                <a:lnTo>
                  <a:pt x="31661" y="0"/>
                </a:lnTo>
                <a:lnTo>
                  <a:pt x="17106" y="0"/>
                </a:lnTo>
                <a:lnTo>
                  <a:pt x="0" y="38735"/>
                </a:lnTo>
                <a:lnTo>
                  <a:pt x="419" y="48933"/>
                </a:lnTo>
                <a:lnTo>
                  <a:pt x="17081" y="77724"/>
                </a:lnTo>
                <a:lnTo>
                  <a:pt x="31661" y="77724"/>
                </a:lnTo>
                <a:lnTo>
                  <a:pt x="37325" y="75133"/>
                </a:lnTo>
                <a:lnTo>
                  <a:pt x="41389" y="69938"/>
                </a:lnTo>
                <a:lnTo>
                  <a:pt x="43929" y="65620"/>
                </a:lnTo>
                <a:lnTo>
                  <a:pt x="44615" y="64465"/>
                </a:lnTo>
                <a:lnTo>
                  <a:pt x="46913" y="57454"/>
                </a:lnTo>
                <a:lnTo>
                  <a:pt x="48298" y="48933"/>
                </a:lnTo>
                <a:lnTo>
                  <a:pt x="48768" y="38887"/>
                </a:lnTo>
                <a:close/>
              </a:path>
              <a:path w="2988945" h="78104">
                <a:moveTo>
                  <a:pt x="214884" y="1524"/>
                </a:moveTo>
                <a:lnTo>
                  <a:pt x="203009" y="1524"/>
                </a:lnTo>
                <a:lnTo>
                  <a:pt x="201345" y="6146"/>
                </a:lnTo>
                <a:lnTo>
                  <a:pt x="198272" y="10198"/>
                </a:lnTo>
                <a:lnTo>
                  <a:pt x="189318" y="17132"/>
                </a:lnTo>
                <a:lnTo>
                  <a:pt x="185178" y="19481"/>
                </a:lnTo>
                <a:lnTo>
                  <a:pt x="181356" y="20726"/>
                </a:lnTo>
                <a:lnTo>
                  <a:pt x="181356" y="33934"/>
                </a:lnTo>
                <a:lnTo>
                  <a:pt x="188607" y="31546"/>
                </a:lnTo>
                <a:lnTo>
                  <a:pt x="194906" y="27876"/>
                </a:lnTo>
                <a:lnTo>
                  <a:pt x="200253" y="22898"/>
                </a:lnTo>
                <a:lnTo>
                  <a:pt x="200253" y="77724"/>
                </a:lnTo>
                <a:lnTo>
                  <a:pt x="214884" y="77724"/>
                </a:lnTo>
                <a:lnTo>
                  <a:pt x="214884" y="1524"/>
                </a:lnTo>
                <a:close/>
              </a:path>
              <a:path w="2988945" h="78104">
                <a:moveTo>
                  <a:pt x="396240" y="38887"/>
                </a:moveTo>
                <a:lnTo>
                  <a:pt x="395744" y="28740"/>
                </a:lnTo>
                <a:lnTo>
                  <a:pt x="394322" y="20256"/>
                </a:lnTo>
                <a:lnTo>
                  <a:pt x="391985" y="13335"/>
                </a:lnTo>
                <a:lnTo>
                  <a:pt x="391236" y="12103"/>
                </a:lnTo>
                <a:lnTo>
                  <a:pt x="388683" y="7886"/>
                </a:lnTo>
                <a:lnTo>
                  <a:pt x="384454" y="2628"/>
                </a:lnTo>
                <a:lnTo>
                  <a:pt x="380606" y="901"/>
                </a:lnTo>
                <a:lnTo>
                  <a:pt x="380606" y="28740"/>
                </a:lnTo>
                <a:lnTo>
                  <a:pt x="380606" y="48933"/>
                </a:lnTo>
                <a:lnTo>
                  <a:pt x="380199" y="54152"/>
                </a:lnTo>
                <a:lnTo>
                  <a:pt x="379171" y="57886"/>
                </a:lnTo>
                <a:lnTo>
                  <a:pt x="378396" y="60794"/>
                </a:lnTo>
                <a:lnTo>
                  <a:pt x="377304" y="62814"/>
                </a:lnTo>
                <a:lnTo>
                  <a:pt x="374497" y="65062"/>
                </a:lnTo>
                <a:lnTo>
                  <a:pt x="372884" y="65620"/>
                </a:lnTo>
                <a:lnTo>
                  <a:pt x="369303" y="65620"/>
                </a:lnTo>
                <a:lnTo>
                  <a:pt x="361556" y="48933"/>
                </a:lnTo>
                <a:lnTo>
                  <a:pt x="361569" y="28740"/>
                </a:lnTo>
                <a:lnTo>
                  <a:pt x="369303" y="12103"/>
                </a:lnTo>
                <a:lnTo>
                  <a:pt x="372884" y="12103"/>
                </a:lnTo>
                <a:lnTo>
                  <a:pt x="380606" y="28740"/>
                </a:lnTo>
                <a:lnTo>
                  <a:pt x="380606" y="901"/>
                </a:lnTo>
                <a:lnTo>
                  <a:pt x="378599" y="0"/>
                </a:lnTo>
                <a:lnTo>
                  <a:pt x="363588" y="0"/>
                </a:lnTo>
                <a:lnTo>
                  <a:pt x="345948" y="38735"/>
                </a:lnTo>
                <a:lnTo>
                  <a:pt x="346392" y="48933"/>
                </a:lnTo>
                <a:lnTo>
                  <a:pt x="363562" y="77724"/>
                </a:lnTo>
                <a:lnTo>
                  <a:pt x="378599" y="77724"/>
                </a:lnTo>
                <a:lnTo>
                  <a:pt x="395757" y="48933"/>
                </a:lnTo>
                <a:lnTo>
                  <a:pt x="396240" y="38887"/>
                </a:lnTo>
                <a:close/>
              </a:path>
              <a:path w="2988945" h="78104">
                <a:moveTo>
                  <a:pt x="560832" y="1524"/>
                </a:moveTo>
                <a:lnTo>
                  <a:pt x="549021" y="1524"/>
                </a:lnTo>
                <a:lnTo>
                  <a:pt x="547243" y="6146"/>
                </a:lnTo>
                <a:lnTo>
                  <a:pt x="544195" y="10198"/>
                </a:lnTo>
                <a:lnTo>
                  <a:pt x="535305" y="17132"/>
                </a:lnTo>
                <a:lnTo>
                  <a:pt x="531114" y="19481"/>
                </a:lnTo>
                <a:lnTo>
                  <a:pt x="527304" y="20726"/>
                </a:lnTo>
                <a:lnTo>
                  <a:pt x="527304" y="33934"/>
                </a:lnTo>
                <a:lnTo>
                  <a:pt x="534543" y="31546"/>
                </a:lnTo>
                <a:lnTo>
                  <a:pt x="540893" y="27876"/>
                </a:lnTo>
                <a:lnTo>
                  <a:pt x="546227" y="22898"/>
                </a:lnTo>
                <a:lnTo>
                  <a:pt x="546227" y="77724"/>
                </a:lnTo>
                <a:lnTo>
                  <a:pt x="560832" y="77724"/>
                </a:lnTo>
                <a:lnTo>
                  <a:pt x="560832" y="1524"/>
                </a:lnTo>
                <a:close/>
              </a:path>
              <a:path w="2988945" h="78104">
                <a:moveTo>
                  <a:pt x="742188" y="38887"/>
                </a:moveTo>
                <a:lnTo>
                  <a:pt x="741718" y="28740"/>
                </a:lnTo>
                <a:lnTo>
                  <a:pt x="740333" y="20256"/>
                </a:lnTo>
                <a:lnTo>
                  <a:pt x="738060" y="13335"/>
                </a:lnTo>
                <a:lnTo>
                  <a:pt x="737323" y="12103"/>
                </a:lnTo>
                <a:lnTo>
                  <a:pt x="734822" y="7886"/>
                </a:lnTo>
                <a:lnTo>
                  <a:pt x="730758" y="2628"/>
                </a:lnTo>
                <a:lnTo>
                  <a:pt x="726998" y="901"/>
                </a:lnTo>
                <a:lnTo>
                  <a:pt x="726998" y="28740"/>
                </a:lnTo>
                <a:lnTo>
                  <a:pt x="726998" y="48933"/>
                </a:lnTo>
                <a:lnTo>
                  <a:pt x="726694" y="54152"/>
                </a:lnTo>
                <a:lnTo>
                  <a:pt x="725678" y="57886"/>
                </a:lnTo>
                <a:lnTo>
                  <a:pt x="724916" y="60794"/>
                </a:lnTo>
                <a:lnTo>
                  <a:pt x="723773" y="62814"/>
                </a:lnTo>
                <a:lnTo>
                  <a:pt x="722464" y="63969"/>
                </a:lnTo>
                <a:lnTo>
                  <a:pt x="721067" y="65074"/>
                </a:lnTo>
                <a:lnTo>
                  <a:pt x="719582" y="65620"/>
                </a:lnTo>
                <a:lnTo>
                  <a:pt x="716026" y="65620"/>
                </a:lnTo>
                <a:lnTo>
                  <a:pt x="708596" y="48933"/>
                </a:lnTo>
                <a:lnTo>
                  <a:pt x="708596" y="28740"/>
                </a:lnTo>
                <a:lnTo>
                  <a:pt x="716026" y="12103"/>
                </a:lnTo>
                <a:lnTo>
                  <a:pt x="719582" y="12103"/>
                </a:lnTo>
                <a:lnTo>
                  <a:pt x="726998" y="28740"/>
                </a:lnTo>
                <a:lnTo>
                  <a:pt x="726998" y="901"/>
                </a:lnTo>
                <a:lnTo>
                  <a:pt x="725043" y="0"/>
                </a:lnTo>
                <a:lnTo>
                  <a:pt x="710565" y="0"/>
                </a:lnTo>
                <a:lnTo>
                  <a:pt x="693420" y="38735"/>
                </a:lnTo>
                <a:lnTo>
                  <a:pt x="693851" y="48933"/>
                </a:lnTo>
                <a:lnTo>
                  <a:pt x="710438" y="77724"/>
                </a:lnTo>
                <a:lnTo>
                  <a:pt x="725043" y="77724"/>
                </a:lnTo>
                <a:lnTo>
                  <a:pt x="730758" y="75133"/>
                </a:lnTo>
                <a:lnTo>
                  <a:pt x="734822" y="69938"/>
                </a:lnTo>
                <a:lnTo>
                  <a:pt x="737362" y="65620"/>
                </a:lnTo>
                <a:lnTo>
                  <a:pt x="738060" y="64465"/>
                </a:lnTo>
                <a:lnTo>
                  <a:pt x="740359" y="57454"/>
                </a:lnTo>
                <a:lnTo>
                  <a:pt x="741730" y="48933"/>
                </a:lnTo>
                <a:lnTo>
                  <a:pt x="742188" y="38887"/>
                </a:lnTo>
                <a:close/>
              </a:path>
              <a:path w="2988945" h="78104">
                <a:moveTo>
                  <a:pt x="908304" y="1524"/>
                </a:moveTo>
                <a:lnTo>
                  <a:pt x="896493" y="1524"/>
                </a:lnTo>
                <a:lnTo>
                  <a:pt x="894715" y="6146"/>
                </a:lnTo>
                <a:lnTo>
                  <a:pt x="891667" y="10198"/>
                </a:lnTo>
                <a:lnTo>
                  <a:pt x="882777" y="17132"/>
                </a:lnTo>
                <a:lnTo>
                  <a:pt x="878586" y="19481"/>
                </a:lnTo>
                <a:lnTo>
                  <a:pt x="874776" y="20726"/>
                </a:lnTo>
                <a:lnTo>
                  <a:pt x="874776" y="33934"/>
                </a:lnTo>
                <a:lnTo>
                  <a:pt x="882015" y="31546"/>
                </a:lnTo>
                <a:lnTo>
                  <a:pt x="888365" y="27876"/>
                </a:lnTo>
                <a:lnTo>
                  <a:pt x="893699" y="22898"/>
                </a:lnTo>
                <a:lnTo>
                  <a:pt x="893699" y="77724"/>
                </a:lnTo>
                <a:lnTo>
                  <a:pt x="908304" y="77724"/>
                </a:lnTo>
                <a:lnTo>
                  <a:pt x="908304" y="1524"/>
                </a:lnTo>
                <a:close/>
              </a:path>
              <a:path w="2988945" h="78104">
                <a:moveTo>
                  <a:pt x="1089660" y="38887"/>
                </a:moveTo>
                <a:lnTo>
                  <a:pt x="1089164" y="28740"/>
                </a:lnTo>
                <a:lnTo>
                  <a:pt x="1087742" y="20256"/>
                </a:lnTo>
                <a:lnTo>
                  <a:pt x="1085418" y="13335"/>
                </a:lnTo>
                <a:lnTo>
                  <a:pt x="1084681" y="12103"/>
                </a:lnTo>
                <a:lnTo>
                  <a:pt x="1082167" y="7886"/>
                </a:lnTo>
                <a:lnTo>
                  <a:pt x="1077849" y="2628"/>
                </a:lnTo>
                <a:lnTo>
                  <a:pt x="1074064" y="927"/>
                </a:lnTo>
                <a:lnTo>
                  <a:pt x="1074064" y="28740"/>
                </a:lnTo>
                <a:lnTo>
                  <a:pt x="1074064" y="48933"/>
                </a:lnTo>
                <a:lnTo>
                  <a:pt x="1073658" y="54152"/>
                </a:lnTo>
                <a:lnTo>
                  <a:pt x="1072642" y="57886"/>
                </a:lnTo>
                <a:lnTo>
                  <a:pt x="1071880" y="60794"/>
                </a:lnTo>
                <a:lnTo>
                  <a:pt x="1070737" y="62814"/>
                </a:lnTo>
                <a:lnTo>
                  <a:pt x="1067943" y="65062"/>
                </a:lnTo>
                <a:lnTo>
                  <a:pt x="1066292" y="65620"/>
                </a:lnTo>
                <a:lnTo>
                  <a:pt x="1062736" y="65620"/>
                </a:lnTo>
                <a:lnTo>
                  <a:pt x="1054950" y="48933"/>
                </a:lnTo>
                <a:lnTo>
                  <a:pt x="1054950" y="28740"/>
                </a:lnTo>
                <a:lnTo>
                  <a:pt x="1062736" y="12103"/>
                </a:lnTo>
                <a:lnTo>
                  <a:pt x="1066292" y="12103"/>
                </a:lnTo>
                <a:lnTo>
                  <a:pt x="1074064" y="28740"/>
                </a:lnTo>
                <a:lnTo>
                  <a:pt x="1074064" y="927"/>
                </a:lnTo>
                <a:lnTo>
                  <a:pt x="1072007" y="0"/>
                </a:lnTo>
                <a:lnTo>
                  <a:pt x="1057021" y="0"/>
                </a:lnTo>
                <a:lnTo>
                  <a:pt x="1039368" y="38735"/>
                </a:lnTo>
                <a:lnTo>
                  <a:pt x="1039799" y="48933"/>
                </a:lnTo>
                <a:lnTo>
                  <a:pt x="1057021" y="77724"/>
                </a:lnTo>
                <a:lnTo>
                  <a:pt x="1072007" y="77724"/>
                </a:lnTo>
                <a:lnTo>
                  <a:pt x="1077849" y="75133"/>
                </a:lnTo>
                <a:lnTo>
                  <a:pt x="1082040" y="69938"/>
                </a:lnTo>
                <a:lnTo>
                  <a:pt x="1084656" y="65620"/>
                </a:lnTo>
                <a:lnTo>
                  <a:pt x="1085367" y="64465"/>
                </a:lnTo>
                <a:lnTo>
                  <a:pt x="1087755" y="57454"/>
                </a:lnTo>
                <a:lnTo>
                  <a:pt x="1089177" y="48933"/>
                </a:lnTo>
                <a:lnTo>
                  <a:pt x="1089660" y="38887"/>
                </a:lnTo>
                <a:close/>
              </a:path>
              <a:path w="2988945" h="78104">
                <a:moveTo>
                  <a:pt x="1254252" y="1524"/>
                </a:moveTo>
                <a:lnTo>
                  <a:pt x="1242441" y="1524"/>
                </a:lnTo>
                <a:lnTo>
                  <a:pt x="1240663" y="6146"/>
                </a:lnTo>
                <a:lnTo>
                  <a:pt x="1237615" y="10198"/>
                </a:lnTo>
                <a:lnTo>
                  <a:pt x="1228725" y="17132"/>
                </a:lnTo>
                <a:lnTo>
                  <a:pt x="1224534" y="19481"/>
                </a:lnTo>
                <a:lnTo>
                  <a:pt x="1220724" y="20726"/>
                </a:lnTo>
                <a:lnTo>
                  <a:pt x="1220724" y="33934"/>
                </a:lnTo>
                <a:lnTo>
                  <a:pt x="1227963" y="31546"/>
                </a:lnTo>
                <a:lnTo>
                  <a:pt x="1234313" y="27876"/>
                </a:lnTo>
                <a:lnTo>
                  <a:pt x="1239647" y="22898"/>
                </a:lnTo>
                <a:lnTo>
                  <a:pt x="1239647" y="77724"/>
                </a:lnTo>
                <a:lnTo>
                  <a:pt x="1254252" y="77724"/>
                </a:lnTo>
                <a:lnTo>
                  <a:pt x="1254252" y="1524"/>
                </a:lnTo>
                <a:close/>
              </a:path>
              <a:path w="2988945" h="78104">
                <a:moveTo>
                  <a:pt x="1435608" y="38887"/>
                </a:moveTo>
                <a:lnTo>
                  <a:pt x="1435138" y="28740"/>
                </a:lnTo>
                <a:lnTo>
                  <a:pt x="1433753" y="20256"/>
                </a:lnTo>
                <a:lnTo>
                  <a:pt x="1431480" y="13335"/>
                </a:lnTo>
                <a:lnTo>
                  <a:pt x="1430743" y="12103"/>
                </a:lnTo>
                <a:lnTo>
                  <a:pt x="1428242" y="7886"/>
                </a:lnTo>
                <a:lnTo>
                  <a:pt x="1424178" y="2628"/>
                </a:lnTo>
                <a:lnTo>
                  <a:pt x="1420418" y="901"/>
                </a:lnTo>
                <a:lnTo>
                  <a:pt x="1420418" y="28740"/>
                </a:lnTo>
                <a:lnTo>
                  <a:pt x="1420418" y="48933"/>
                </a:lnTo>
                <a:lnTo>
                  <a:pt x="1420114" y="54152"/>
                </a:lnTo>
                <a:lnTo>
                  <a:pt x="1419098" y="57886"/>
                </a:lnTo>
                <a:lnTo>
                  <a:pt x="1418336" y="60794"/>
                </a:lnTo>
                <a:lnTo>
                  <a:pt x="1417193" y="62814"/>
                </a:lnTo>
                <a:lnTo>
                  <a:pt x="1415884" y="63969"/>
                </a:lnTo>
                <a:lnTo>
                  <a:pt x="1414487" y="65074"/>
                </a:lnTo>
                <a:lnTo>
                  <a:pt x="1413002" y="65620"/>
                </a:lnTo>
                <a:lnTo>
                  <a:pt x="1409446" y="65620"/>
                </a:lnTo>
                <a:lnTo>
                  <a:pt x="1402016" y="48933"/>
                </a:lnTo>
                <a:lnTo>
                  <a:pt x="1402016" y="28740"/>
                </a:lnTo>
                <a:lnTo>
                  <a:pt x="1409446" y="12103"/>
                </a:lnTo>
                <a:lnTo>
                  <a:pt x="1413002" y="12103"/>
                </a:lnTo>
                <a:lnTo>
                  <a:pt x="1420418" y="28740"/>
                </a:lnTo>
                <a:lnTo>
                  <a:pt x="1420418" y="901"/>
                </a:lnTo>
                <a:lnTo>
                  <a:pt x="1418463" y="0"/>
                </a:lnTo>
                <a:lnTo>
                  <a:pt x="1403985" y="0"/>
                </a:lnTo>
                <a:lnTo>
                  <a:pt x="1386840" y="38735"/>
                </a:lnTo>
                <a:lnTo>
                  <a:pt x="1387271" y="48933"/>
                </a:lnTo>
                <a:lnTo>
                  <a:pt x="1403858" y="77724"/>
                </a:lnTo>
                <a:lnTo>
                  <a:pt x="1418463" y="77724"/>
                </a:lnTo>
                <a:lnTo>
                  <a:pt x="1424178" y="75133"/>
                </a:lnTo>
                <a:lnTo>
                  <a:pt x="1428242" y="69938"/>
                </a:lnTo>
                <a:lnTo>
                  <a:pt x="1430782" y="65620"/>
                </a:lnTo>
                <a:lnTo>
                  <a:pt x="1431480" y="64465"/>
                </a:lnTo>
                <a:lnTo>
                  <a:pt x="1433779" y="57454"/>
                </a:lnTo>
                <a:lnTo>
                  <a:pt x="1435150" y="48933"/>
                </a:lnTo>
                <a:lnTo>
                  <a:pt x="1435608" y="38887"/>
                </a:lnTo>
                <a:close/>
              </a:path>
              <a:path w="2988945" h="78104">
                <a:moveTo>
                  <a:pt x="1601724" y="1524"/>
                </a:moveTo>
                <a:lnTo>
                  <a:pt x="1589913" y="1524"/>
                </a:lnTo>
                <a:lnTo>
                  <a:pt x="1588135" y="6146"/>
                </a:lnTo>
                <a:lnTo>
                  <a:pt x="1585087" y="10198"/>
                </a:lnTo>
                <a:lnTo>
                  <a:pt x="1576197" y="17132"/>
                </a:lnTo>
                <a:lnTo>
                  <a:pt x="1572006" y="19481"/>
                </a:lnTo>
                <a:lnTo>
                  <a:pt x="1568196" y="20726"/>
                </a:lnTo>
                <a:lnTo>
                  <a:pt x="1568196" y="33934"/>
                </a:lnTo>
                <a:lnTo>
                  <a:pt x="1575435" y="31546"/>
                </a:lnTo>
                <a:lnTo>
                  <a:pt x="1581785" y="27876"/>
                </a:lnTo>
                <a:lnTo>
                  <a:pt x="1587119" y="22898"/>
                </a:lnTo>
                <a:lnTo>
                  <a:pt x="1587119" y="77724"/>
                </a:lnTo>
                <a:lnTo>
                  <a:pt x="1601724" y="77724"/>
                </a:lnTo>
                <a:lnTo>
                  <a:pt x="1601724" y="1524"/>
                </a:lnTo>
                <a:close/>
              </a:path>
              <a:path w="2988945" h="78104">
                <a:moveTo>
                  <a:pt x="1783080" y="38887"/>
                </a:moveTo>
                <a:lnTo>
                  <a:pt x="1782584" y="28740"/>
                </a:lnTo>
                <a:lnTo>
                  <a:pt x="1781162" y="20256"/>
                </a:lnTo>
                <a:lnTo>
                  <a:pt x="1778838" y="13335"/>
                </a:lnTo>
                <a:lnTo>
                  <a:pt x="1778101" y="12103"/>
                </a:lnTo>
                <a:lnTo>
                  <a:pt x="1775587" y="7886"/>
                </a:lnTo>
                <a:lnTo>
                  <a:pt x="1771269" y="2628"/>
                </a:lnTo>
                <a:lnTo>
                  <a:pt x="1767484" y="927"/>
                </a:lnTo>
                <a:lnTo>
                  <a:pt x="1767484" y="28740"/>
                </a:lnTo>
                <a:lnTo>
                  <a:pt x="1767484" y="48933"/>
                </a:lnTo>
                <a:lnTo>
                  <a:pt x="1767078" y="54152"/>
                </a:lnTo>
                <a:lnTo>
                  <a:pt x="1766062" y="57886"/>
                </a:lnTo>
                <a:lnTo>
                  <a:pt x="1765300" y="60794"/>
                </a:lnTo>
                <a:lnTo>
                  <a:pt x="1764157" y="62814"/>
                </a:lnTo>
                <a:lnTo>
                  <a:pt x="1761363" y="65062"/>
                </a:lnTo>
                <a:lnTo>
                  <a:pt x="1759712" y="65620"/>
                </a:lnTo>
                <a:lnTo>
                  <a:pt x="1756156" y="65620"/>
                </a:lnTo>
                <a:lnTo>
                  <a:pt x="1748370" y="48933"/>
                </a:lnTo>
                <a:lnTo>
                  <a:pt x="1748370" y="28740"/>
                </a:lnTo>
                <a:lnTo>
                  <a:pt x="1756156" y="12103"/>
                </a:lnTo>
                <a:lnTo>
                  <a:pt x="1759712" y="12103"/>
                </a:lnTo>
                <a:lnTo>
                  <a:pt x="1767484" y="28740"/>
                </a:lnTo>
                <a:lnTo>
                  <a:pt x="1767484" y="927"/>
                </a:lnTo>
                <a:lnTo>
                  <a:pt x="1765427" y="0"/>
                </a:lnTo>
                <a:lnTo>
                  <a:pt x="1750441" y="0"/>
                </a:lnTo>
                <a:lnTo>
                  <a:pt x="1732788" y="38735"/>
                </a:lnTo>
                <a:lnTo>
                  <a:pt x="1733219" y="48933"/>
                </a:lnTo>
                <a:lnTo>
                  <a:pt x="1750441" y="77724"/>
                </a:lnTo>
                <a:lnTo>
                  <a:pt x="1765427" y="77724"/>
                </a:lnTo>
                <a:lnTo>
                  <a:pt x="1771269" y="75133"/>
                </a:lnTo>
                <a:lnTo>
                  <a:pt x="1775460" y="69938"/>
                </a:lnTo>
                <a:lnTo>
                  <a:pt x="1778076" y="65620"/>
                </a:lnTo>
                <a:lnTo>
                  <a:pt x="1778787" y="64465"/>
                </a:lnTo>
                <a:lnTo>
                  <a:pt x="1781175" y="57454"/>
                </a:lnTo>
                <a:lnTo>
                  <a:pt x="1782597" y="48933"/>
                </a:lnTo>
                <a:lnTo>
                  <a:pt x="1783080" y="38887"/>
                </a:lnTo>
                <a:close/>
              </a:path>
              <a:path w="2988945" h="78104">
                <a:moveTo>
                  <a:pt x="1947672" y="1524"/>
                </a:moveTo>
                <a:lnTo>
                  <a:pt x="1935861" y="1524"/>
                </a:lnTo>
                <a:lnTo>
                  <a:pt x="1934083" y="6146"/>
                </a:lnTo>
                <a:lnTo>
                  <a:pt x="1931035" y="10198"/>
                </a:lnTo>
                <a:lnTo>
                  <a:pt x="1922145" y="17132"/>
                </a:lnTo>
                <a:lnTo>
                  <a:pt x="1917954" y="19481"/>
                </a:lnTo>
                <a:lnTo>
                  <a:pt x="1914144" y="20726"/>
                </a:lnTo>
                <a:lnTo>
                  <a:pt x="1914144" y="33934"/>
                </a:lnTo>
                <a:lnTo>
                  <a:pt x="1921383" y="31546"/>
                </a:lnTo>
                <a:lnTo>
                  <a:pt x="1927733" y="27876"/>
                </a:lnTo>
                <a:lnTo>
                  <a:pt x="1933067" y="22898"/>
                </a:lnTo>
                <a:lnTo>
                  <a:pt x="1933067" y="77724"/>
                </a:lnTo>
                <a:lnTo>
                  <a:pt x="1947672" y="77724"/>
                </a:lnTo>
                <a:lnTo>
                  <a:pt x="1947672" y="1524"/>
                </a:lnTo>
                <a:close/>
              </a:path>
              <a:path w="2988945" h="78104">
                <a:moveTo>
                  <a:pt x="2129028" y="38887"/>
                </a:moveTo>
                <a:lnTo>
                  <a:pt x="2128558" y="28740"/>
                </a:lnTo>
                <a:lnTo>
                  <a:pt x="2127173" y="20256"/>
                </a:lnTo>
                <a:lnTo>
                  <a:pt x="2124900" y="13335"/>
                </a:lnTo>
                <a:lnTo>
                  <a:pt x="2124164" y="12103"/>
                </a:lnTo>
                <a:lnTo>
                  <a:pt x="2121662" y="7886"/>
                </a:lnTo>
                <a:lnTo>
                  <a:pt x="2117598" y="2628"/>
                </a:lnTo>
                <a:lnTo>
                  <a:pt x="2113838" y="901"/>
                </a:lnTo>
                <a:lnTo>
                  <a:pt x="2113838" y="28740"/>
                </a:lnTo>
                <a:lnTo>
                  <a:pt x="2113838" y="48933"/>
                </a:lnTo>
                <a:lnTo>
                  <a:pt x="2113534" y="54152"/>
                </a:lnTo>
                <a:lnTo>
                  <a:pt x="2112518" y="57886"/>
                </a:lnTo>
                <a:lnTo>
                  <a:pt x="2111756" y="60794"/>
                </a:lnTo>
                <a:lnTo>
                  <a:pt x="2110613" y="62814"/>
                </a:lnTo>
                <a:lnTo>
                  <a:pt x="2109305" y="63969"/>
                </a:lnTo>
                <a:lnTo>
                  <a:pt x="2107908" y="65074"/>
                </a:lnTo>
                <a:lnTo>
                  <a:pt x="2106422" y="65620"/>
                </a:lnTo>
                <a:lnTo>
                  <a:pt x="2102866" y="65620"/>
                </a:lnTo>
                <a:lnTo>
                  <a:pt x="2095436" y="48933"/>
                </a:lnTo>
                <a:lnTo>
                  <a:pt x="2095436" y="28740"/>
                </a:lnTo>
                <a:lnTo>
                  <a:pt x="2102866" y="12103"/>
                </a:lnTo>
                <a:lnTo>
                  <a:pt x="2106422" y="12103"/>
                </a:lnTo>
                <a:lnTo>
                  <a:pt x="2113838" y="28740"/>
                </a:lnTo>
                <a:lnTo>
                  <a:pt x="2113838" y="901"/>
                </a:lnTo>
                <a:lnTo>
                  <a:pt x="2111883" y="0"/>
                </a:lnTo>
                <a:lnTo>
                  <a:pt x="2097405" y="0"/>
                </a:lnTo>
                <a:lnTo>
                  <a:pt x="2080260" y="38735"/>
                </a:lnTo>
                <a:lnTo>
                  <a:pt x="2080691" y="48933"/>
                </a:lnTo>
                <a:lnTo>
                  <a:pt x="2097278" y="77724"/>
                </a:lnTo>
                <a:lnTo>
                  <a:pt x="2111883" y="77724"/>
                </a:lnTo>
                <a:lnTo>
                  <a:pt x="2117598" y="75133"/>
                </a:lnTo>
                <a:lnTo>
                  <a:pt x="2121662" y="69938"/>
                </a:lnTo>
                <a:lnTo>
                  <a:pt x="2124202" y="65620"/>
                </a:lnTo>
                <a:lnTo>
                  <a:pt x="2124900" y="64465"/>
                </a:lnTo>
                <a:lnTo>
                  <a:pt x="2127199" y="57454"/>
                </a:lnTo>
                <a:lnTo>
                  <a:pt x="2128570" y="48933"/>
                </a:lnTo>
                <a:lnTo>
                  <a:pt x="2129028" y="38887"/>
                </a:lnTo>
                <a:close/>
              </a:path>
              <a:path w="2988945" h="78104">
                <a:moveTo>
                  <a:pt x="2295144" y="1524"/>
                </a:moveTo>
                <a:lnTo>
                  <a:pt x="2283333" y="1524"/>
                </a:lnTo>
                <a:lnTo>
                  <a:pt x="2281555" y="6146"/>
                </a:lnTo>
                <a:lnTo>
                  <a:pt x="2278507" y="10198"/>
                </a:lnTo>
                <a:lnTo>
                  <a:pt x="2269617" y="17132"/>
                </a:lnTo>
                <a:lnTo>
                  <a:pt x="2265426" y="19481"/>
                </a:lnTo>
                <a:lnTo>
                  <a:pt x="2261616" y="20726"/>
                </a:lnTo>
                <a:lnTo>
                  <a:pt x="2261616" y="33934"/>
                </a:lnTo>
                <a:lnTo>
                  <a:pt x="2268855" y="31546"/>
                </a:lnTo>
                <a:lnTo>
                  <a:pt x="2275205" y="27876"/>
                </a:lnTo>
                <a:lnTo>
                  <a:pt x="2280539" y="22898"/>
                </a:lnTo>
                <a:lnTo>
                  <a:pt x="2280539" y="77724"/>
                </a:lnTo>
                <a:lnTo>
                  <a:pt x="2295144" y="77724"/>
                </a:lnTo>
                <a:lnTo>
                  <a:pt x="2295144" y="1524"/>
                </a:lnTo>
                <a:close/>
              </a:path>
              <a:path w="2988945" h="78104">
                <a:moveTo>
                  <a:pt x="2476487" y="38887"/>
                </a:moveTo>
                <a:lnTo>
                  <a:pt x="2476004" y="28740"/>
                </a:lnTo>
                <a:lnTo>
                  <a:pt x="2474582" y="20256"/>
                </a:lnTo>
                <a:lnTo>
                  <a:pt x="2472258" y="13335"/>
                </a:lnTo>
                <a:lnTo>
                  <a:pt x="2471521" y="12103"/>
                </a:lnTo>
                <a:lnTo>
                  <a:pt x="2469007" y="7886"/>
                </a:lnTo>
                <a:lnTo>
                  <a:pt x="2464676" y="2628"/>
                </a:lnTo>
                <a:lnTo>
                  <a:pt x="2460904" y="939"/>
                </a:lnTo>
                <a:lnTo>
                  <a:pt x="2460904" y="28740"/>
                </a:lnTo>
                <a:lnTo>
                  <a:pt x="2460904" y="48933"/>
                </a:lnTo>
                <a:lnTo>
                  <a:pt x="2460498" y="54152"/>
                </a:lnTo>
                <a:lnTo>
                  <a:pt x="2459482" y="57886"/>
                </a:lnTo>
                <a:lnTo>
                  <a:pt x="2458720" y="60794"/>
                </a:lnTo>
                <a:lnTo>
                  <a:pt x="2457577" y="62814"/>
                </a:lnTo>
                <a:lnTo>
                  <a:pt x="2454783" y="65062"/>
                </a:lnTo>
                <a:lnTo>
                  <a:pt x="2453132" y="65620"/>
                </a:lnTo>
                <a:lnTo>
                  <a:pt x="2449563" y="65620"/>
                </a:lnTo>
                <a:lnTo>
                  <a:pt x="2441791" y="48933"/>
                </a:lnTo>
                <a:lnTo>
                  <a:pt x="2441791" y="28740"/>
                </a:lnTo>
                <a:lnTo>
                  <a:pt x="2449563" y="12103"/>
                </a:lnTo>
                <a:lnTo>
                  <a:pt x="2453132" y="12103"/>
                </a:lnTo>
                <a:lnTo>
                  <a:pt x="2460904" y="28740"/>
                </a:lnTo>
                <a:lnTo>
                  <a:pt x="2460904" y="939"/>
                </a:lnTo>
                <a:lnTo>
                  <a:pt x="2458847" y="0"/>
                </a:lnTo>
                <a:lnTo>
                  <a:pt x="2443861" y="0"/>
                </a:lnTo>
                <a:lnTo>
                  <a:pt x="2426208" y="38735"/>
                </a:lnTo>
                <a:lnTo>
                  <a:pt x="2426639" y="48933"/>
                </a:lnTo>
                <a:lnTo>
                  <a:pt x="2443861" y="77724"/>
                </a:lnTo>
                <a:lnTo>
                  <a:pt x="2458847" y="77724"/>
                </a:lnTo>
                <a:lnTo>
                  <a:pt x="2464676" y="75133"/>
                </a:lnTo>
                <a:lnTo>
                  <a:pt x="2468880" y="69938"/>
                </a:lnTo>
                <a:lnTo>
                  <a:pt x="2471496" y="65620"/>
                </a:lnTo>
                <a:lnTo>
                  <a:pt x="2472207" y="64465"/>
                </a:lnTo>
                <a:lnTo>
                  <a:pt x="2474582" y="57454"/>
                </a:lnTo>
                <a:lnTo>
                  <a:pt x="2476017" y="48933"/>
                </a:lnTo>
                <a:lnTo>
                  <a:pt x="2476487" y="38887"/>
                </a:lnTo>
                <a:close/>
              </a:path>
              <a:path w="2988945" h="78104">
                <a:moveTo>
                  <a:pt x="2641092" y="1524"/>
                </a:moveTo>
                <a:lnTo>
                  <a:pt x="2629281" y="1524"/>
                </a:lnTo>
                <a:lnTo>
                  <a:pt x="2627503" y="6146"/>
                </a:lnTo>
                <a:lnTo>
                  <a:pt x="2624455" y="10198"/>
                </a:lnTo>
                <a:lnTo>
                  <a:pt x="2615565" y="17132"/>
                </a:lnTo>
                <a:lnTo>
                  <a:pt x="2611374" y="19481"/>
                </a:lnTo>
                <a:lnTo>
                  <a:pt x="2607564" y="20726"/>
                </a:lnTo>
                <a:lnTo>
                  <a:pt x="2607564" y="33934"/>
                </a:lnTo>
                <a:lnTo>
                  <a:pt x="2614803" y="31546"/>
                </a:lnTo>
                <a:lnTo>
                  <a:pt x="2621153" y="27876"/>
                </a:lnTo>
                <a:lnTo>
                  <a:pt x="2626487" y="22898"/>
                </a:lnTo>
                <a:lnTo>
                  <a:pt x="2626487" y="77724"/>
                </a:lnTo>
                <a:lnTo>
                  <a:pt x="2641092" y="77724"/>
                </a:lnTo>
                <a:lnTo>
                  <a:pt x="2641092" y="1524"/>
                </a:lnTo>
                <a:close/>
              </a:path>
              <a:path w="2988945" h="78104">
                <a:moveTo>
                  <a:pt x="2822448" y="38887"/>
                </a:moveTo>
                <a:lnTo>
                  <a:pt x="2821978" y="28740"/>
                </a:lnTo>
                <a:lnTo>
                  <a:pt x="2820593" y="20256"/>
                </a:lnTo>
                <a:lnTo>
                  <a:pt x="2818320" y="13335"/>
                </a:lnTo>
                <a:lnTo>
                  <a:pt x="2817584" y="12103"/>
                </a:lnTo>
                <a:lnTo>
                  <a:pt x="2815082" y="7886"/>
                </a:lnTo>
                <a:lnTo>
                  <a:pt x="2811018" y="2628"/>
                </a:lnTo>
                <a:lnTo>
                  <a:pt x="2807258" y="901"/>
                </a:lnTo>
                <a:lnTo>
                  <a:pt x="2807258" y="28740"/>
                </a:lnTo>
                <a:lnTo>
                  <a:pt x="2807258" y="48933"/>
                </a:lnTo>
                <a:lnTo>
                  <a:pt x="2806954" y="54152"/>
                </a:lnTo>
                <a:lnTo>
                  <a:pt x="2805938" y="57886"/>
                </a:lnTo>
                <a:lnTo>
                  <a:pt x="2805176" y="60794"/>
                </a:lnTo>
                <a:lnTo>
                  <a:pt x="2804033" y="62814"/>
                </a:lnTo>
                <a:lnTo>
                  <a:pt x="2802725" y="63969"/>
                </a:lnTo>
                <a:lnTo>
                  <a:pt x="2801328" y="65074"/>
                </a:lnTo>
                <a:lnTo>
                  <a:pt x="2799842" y="65620"/>
                </a:lnTo>
                <a:lnTo>
                  <a:pt x="2796286" y="65620"/>
                </a:lnTo>
                <a:lnTo>
                  <a:pt x="2788856" y="48933"/>
                </a:lnTo>
                <a:lnTo>
                  <a:pt x="2788856" y="28740"/>
                </a:lnTo>
                <a:lnTo>
                  <a:pt x="2796286" y="12103"/>
                </a:lnTo>
                <a:lnTo>
                  <a:pt x="2799842" y="12103"/>
                </a:lnTo>
                <a:lnTo>
                  <a:pt x="2807258" y="28740"/>
                </a:lnTo>
                <a:lnTo>
                  <a:pt x="2807258" y="901"/>
                </a:lnTo>
                <a:lnTo>
                  <a:pt x="2805303" y="0"/>
                </a:lnTo>
                <a:lnTo>
                  <a:pt x="2790825" y="0"/>
                </a:lnTo>
                <a:lnTo>
                  <a:pt x="2773680" y="38735"/>
                </a:lnTo>
                <a:lnTo>
                  <a:pt x="2774111" y="48933"/>
                </a:lnTo>
                <a:lnTo>
                  <a:pt x="2790698" y="77724"/>
                </a:lnTo>
                <a:lnTo>
                  <a:pt x="2805303" y="77724"/>
                </a:lnTo>
                <a:lnTo>
                  <a:pt x="2811018" y="75133"/>
                </a:lnTo>
                <a:lnTo>
                  <a:pt x="2815082" y="69938"/>
                </a:lnTo>
                <a:lnTo>
                  <a:pt x="2817622" y="65620"/>
                </a:lnTo>
                <a:lnTo>
                  <a:pt x="2818320" y="64465"/>
                </a:lnTo>
                <a:lnTo>
                  <a:pt x="2820619" y="57454"/>
                </a:lnTo>
                <a:lnTo>
                  <a:pt x="2821990" y="48933"/>
                </a:lnTo>
                <a:lnTo>
                  <a:pt x="2822448" y="38887"/>
                </a:lnTo>
                <a:close/>
              </a:path>
              <a:path w="2988945" h="78104">
                <a:moveTo>
                  <a:pt x="2988564" y="1524"/>
                </a:moveTo>
                <a:lnTo>
                  <a:pt x="2976753" y="1524"/>
                </a:lnTo>
                <a:lnTo>
                  <a:pt x="2974975" y="6146"/>
                </a:lnTo>
                <a:lnTo>
                  <a:pt x="2971927" y="10198"/>
                </a:lnTo>
                <a:lnTo>
                  <a:pt x="2963037" y="17132"/>
                </a:lnTo>
                <a:lnTo>
                  <a:pt x="2958846" y="19481"/>
                </a:lnTo>
                <a:lnTo>
                  <a:pt x="2955036" y="20726"/>
                </a:lnTo>
                <a:lnTo>
                  <a:pt x="2955036" y="33934"/>
                </a:lnTo>
                <a:lnTo>
                  <a:pt x="2962275" y="31546"/>
                </a:lnTo>
                <a:lnTo>
                  <a:pt x="2968625" y="27876"/>
                </a:lnTo>
                <a:lnTo>
                  <a:pt x="2973959" y="22898"/>
                </a:lnTo>
                <a:lnTo>
                  <a:pt x="2973959" y="77724"/>
                </a:lnTo>
                <a:lnTo>
                  <a:pt x="2988564" y="77724"/>
                </a:lnTo>
                <a:lnTo>
                  <a:pt x="2988564" y="1524"/>
                </a:lnTo>
                <a:close/>
              </a:path>
            </a:pathLst>
          </a:custGeom>
          <a:solidFill>
            <a:srgbClr val="4264DE">
              <a:alpha val="10195"/>
            </a:srgbClr>
          </a:solidFill>
        </p:spPr>
        <p:txBody>
          <a:bodyPr wrap="square" lIns="0" tIns="0" rIns="0" bIns="0" rtlCol="0"/>
          <a:lstStyle/>
          <a:p>
            <a:endParaRPr/>
          </a:p>
        </p:txBody>
      </p:sp>
      <p:sp>
        <p:nvSpPr>
          <p:cNvPr id="98" name="object 98"/>
          <p:cNvSpPr/>
          <p:nvPr/>
        </p:nvSpPr>
        <p:spPr>
          <a:xfrm>
            <a:off x="3931920" y="5754623"/>
            <a:ext cx="50800" cy="78105"/>
          </a:xfrm>
          <a:custGeom>
            <a:avLst/>
            <a:gdLst/>
            <a:ahLst/>
            <a:cxnLst/>
            <a:rect l="l" t="t" r="r" b="b"/>
            <a:pathLst>
              <a:path w="50800" h="78104">
                <a:moveTo>
                  <a:pt x="32638" y="0"/>
                </a:moveTo>
                <a:lnTo>
                  <a:pt x="17652" y="0"/>
                </a:lnTo>
                <a:lnTo>
                  <a:pt x="11810" y="2590"/>
                </a:lnTo>
                <a:lnTo>
                  <a:pt x="0" y="38734"/>
                </a:lnTo>
                <a:lnTo>
                  <a:pt x="440" y="48929"/>
                </a:lnTo>
                <a:lnTo>
                  <a:pt x="17652" y="77723"/>
                </a:lnTo>
                <a:lnTo>
                  <a:pt x="32638" y="77723"/>
                </a:lnTo>
                <a:lnTo>
                  <a:pt x="38480" y="75133"/>
                </a:lnTo>
                <a:lnTo>
                  <a:pt x="42671" y="69938"/>
                </a:lnTo>
                <a:lnTo>
                  <a:pt x="45296" y="65620"/>
                </a:lnTo>
                <a:lnTo>
                  <a:pt x="23367" y="65620"/>
                </a:lnTo>
                <a:lnTo>
                  <a:pt x="21701" y="65062"/>
                </a:lnTo>
                <a:lnTo>
                  <a:pt x="18922" y="62852"/>
                </a:lnTo>
                <a:lnTo>
                  <a:pt x="17779" y="60629"/>
                </a:lnTo>
                <a:lnTo>
                  <a:pt x="16001" y="53949"/>
                </a:lnTo>
                <a:lnTo>
                  <a:pt x="15586" y="48929"/>
                </a:lnTo>
                <a:lnTo>
                  <a:pt x="15591" y="28735"/>
                </a:lnTo>
                <a:lnTo>
                  <a:pt x="23367" y="12103"/>
                </a:lnTo>
                <a:lnTo>
                  <a:pt x="45324" y="12103"/>
                </a:lnTo>
                <a:lnTo>
                  <a:pt x="42799" y="7886"/>
                </a:lnTo>
                <a:lnTo>
                  <a:pt x="38480" y="2628"/>
                </a:lnTo>
                <a:lnTo>
                  <a:pt x="32638" y="0"/>
                </a:lnTo>
                <a:close/>
              </a:path>
              <a:path w="50800" h="78104">
                <a:moveTo>
                  <a:pt x="45324" y="12103"/>
                </a:moveTo>
                <a:lnTo>
                  <a:pt x="26924" y="12103"/>
                </a:lnTo>
                <a:lnTo>
                  <a:pt x="28575" y="12661"/>
                </a:lnTo>
                <a:lnTo>
                  <a:pt x="31368" y="14909"/>
                </a:lnTo>
                <a:lnTo>
                  <a:pt x="32512" y="17144"/>
                </a:lnTo>
                <a:lnTo>
                  <a:pt x="34289" y="23825"/>
                </a:lnTo>
                <a:lnTo>
                  <a:pt x="34696" y="28735"/>
                </a:lnTo>
                <a:lnTo>
                  <a:pt x="34708" y="48929"/>
                </a:lnTo>
                <a:lnTo>
                  <a:pt x="34289" y="54152"/>
                </a:lnTo>
                <a:lnTo>
                  <a:pt x="33274" y="57886"/>
                </a:lnTo>
                <a:lnTo>
                  <a:pt x="32512" y="60794"/>
                </a:lnTo>
                <a:lnTo>
                  <a:pt x="31368" y="62814"/>
                </a:lnTo>
                <a:lnTo>
                  <a:pt x="28575" y="65062"/>
                </a:lnTo>
                <a:lnTo>
                  <a:pt x="26924" y="65620"/>
                </a:lnTo>
                <a:lnTo>
                  <a:pt x="45296" y="65620"/>
                </a:lnTo>
                <a:lnTo>
                  <a:pt x="46005" y="64454"/>
                </a:lnTo>
                <a:lnTo>
                  <a:pt x="48386" y="57451"/>
                </a:lnTo>
                <a:lnTo>
                  <a:pt x="49815" y="48929"/>
                </a:lnTo>
                <a:lnTo>
                  <a:pt x="50291"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grpSp>
        <p:nvGrpSpPr>
          <p:cNvPr id="99" name="object 99"/>
          <p:cNvGrpSpPr/>
          <p:nvPr/>
        </p:nvGrpSpPr>
        <p:grpSpPr>
          <a:xfrm>
            <a:off x="4113276" y="4358640"/>
            <a:ext cx="3682365" cy="1473835"/>
            <a:chOff x="4113276" y="4358640"/>
            <a:chExt cx="3682365" cy="1473835"/>
          </a:xfrm>
        </p:grpSpPr>
        <p:sp>
          <p:nvSpPr>
            <p:cNvPr id="100" name="object 100"/>
            <p:cNvSpPr/>
            <p:nvPr/>
          </p:nvSpPr>
          <p:spPr>
            <a:xfrm>
              <a:off x="5736336" y="4419346"/>
              <a:ext cx="277495" cy="440690"/>
            </a:xfrm>
            <a:custGeom>
              <a:avLst/>
              <a:gdLst/>
              <a:ahLst/>
              <a:cxnLst/>
              <a:rect l="l" t="t" r="r" b="b"/>
              <a:pathLst>
                <a:path w="277495" h="440689">
                  <a:moveTo>
                    <a:pt x="129540" y="34925"/>
                  </a:moveTo>
                  <a:lnTo>
                    <a:pt x="127952" y="27051"/>
                  </a:lnTo>
                  <a:lnTo>
                    <a:pt x="126809" y="21424"/>
                  </a:lnTo>
                  <a:lnTo>
                    <a:pt x="120904" y="12636"/>
                  </a:lnTo>
                  <a:lnTo>
                    <a:pt x="120904" y="86868"/>
                  </a:lnTo>
                  <a:lnTo>
                    <a:pt x="103632" y="86868"/>
                  </a:lnTo>
                  <a:lnTo>
                    <a:pt x="103632" y="82169"/>
                  </a:lnTo>
                  <a:lnTo>
                    <a:pt x="99822" y="78232"/>
                  </a:lnTo>
                  <a:lnTo>
                    <a:pt x="94996" y="78232"/>
                  </a:lnTo>
                  <a:lnTo>
                    <a:pt x="94996" y="69596"/>
                  </a:lnTo>
                  <a:lnTo>
                    <a:pt x="94996" y="60960"/>
                  </a:lnTo>
                  <a:lnTo>
                    <a:pt x="105041" y="62992"/>
                  </a:lnTo>
                  <a:lnTo>
                    <a:pt x="113284" y="68541"/>
                  </a:lnTo>
                  <a:lnTo>
                    <a:pt x="118846" y="76771"/>
                  </a:lnTo>
                  <a:lnTo>
                    <a:pt x="120904" y="86868"/>
                  </a:lnTo>
                  <a:lnTo>
                    <a:pt x="120904" y="12636"/>
                  </a:lnTo>
                  <a:lnTo>
                    <a:pt x="119405" y="10401"/>
                  </a:lnTo>
                  <a:lnTo>
                    <a:pt x="108419" y="2984"/>
                  </a:lnTo>
                  <a:lnTo>
                    <a:pt x="94996" y="254"/>
                  </a:lnTo>
                  <a:lnTo>
                    <a:pt x="84963" y="1752"/>
                  </a:lnTo>
                  <a:lnTo>
                    <a:pt x="75971" y="5994"/>
                  </a:lnTo>
                  <a:lnTo>
                    <a:pt x="69088" y="12166"/>
                  </a:lnTo>
                  <a:lnTo>
                    <a:pt x="69088" y="43561"/>
                  </a:lnTo>
                  <a:lnTo>
                    <a:pt x="69088" y="60960"/>
                  </a:lnTo>
                  <a:lnTo>
                    <a:pt x="64262" y="60960"/>
                  </a:lnTo>
                  <a:lnTo>
                    <a:pt x="60452" y="64770"/>
                  </a:lnTo>
                  <a:lnTo>
                    <a:pt x="60452" y="69596"/>
                  </a:lnTo>
                  <a:lnTo>
                    <a:pt x="60452" y="112903"/>
                  </a:lnTo>
                  <a:lnTo>
                    <a:pt x="58394" y="123037"/>
                  </a:lnTo>
                  <a:lnTo>
                    <a:pt x="52832" y="131305"/>
                  </a:lnTo>
                  <a:lnTo>
                    <a:pt x="44589" y="136893"/>
                  </a:lnTo>
                  <a:lnTo>
                    <a:pt x="34544" y="138938"/>
                  </a:lnTo>
                  <a:lnTo>
                    <a:pt x="34544" y="121539"/>
                  </a:lnTo>
                  <a:lnTo>
                    <a:pt x="39370" y="121539"/>
                  </a:lnTo>
                  <a:lnTo>
                    <a:pt x="43180" y="117729"/>
                  </a:lnTo>
                  <a:lnTo>
                    <a:pt x="43180" y="112903"/>
                  </a:lnTo>
                  <a:lnTo>
                    <a:pt x="60452" y="112903"/>
                  </a:lnTo>
                  <a:lnTo>
                    <a:pt x="60452" y="69596"/>
                  </a:lnTo>
                  <a:lnTo>
                    <a:pt x="43180" y="69596"/>
                  </a:lnTo>
                  <a:lnTo>
                    <a:pt x="45224" y="59474"/>
                  </a:lnTo>
                  <a:lnTo>
                    <a:pt x="50800" y="51206"/>
                  </a:lnTo>
                  <a:lnTo>
                    <a:pt x="59029" y="45618"/>
                  </a:lnTo>
                  <a:lnTo>
                    <a:pt x="69088" y="43561"/>
                  </a:lnTo>
                  <a:lnTo>
                    <a:pt x="69088" y="12166"/>
                  </a:lnTo>
                  <a:lnTo>
                    <a:pt x="68554" y="12636"/>
                  </a:lnTo>
                  <a:lnTo>
                    <a:pt x="63246" y="21336"/>
                  </a:lnTo>
                  <a:lnTo>
                    <a:pt x="60833" y="27051"/>
                  </a:lnTo>
                  <a:lnTo>
                    <a:pt x="54610" y="26543"/>
                  </a:lnTo>
                  <a:lnTo>
                    <a:pt x="53975" y="26543"/>
                  </a:lnTo>
                  <a:lnTo>
                    <a:pt x="53340" y="26416"/>
                  </a:lnTo>
                  <a:lnTo>
                    <a:pt x="52705" y="26416"/>
                  </a:lnTo>
                  <a:lnTo>
                    <a:pt x="52451" y="26289"/>
                  </a:lnTo>
                  <a:lnTo>
                    <a:pt x="51816" y="26289"/>
                  </a:lnTo>
                  <a:lnTo>
                    <a:pt x="38379" y="29019"/>
                  </a:lnTo>
                  <a:lnTo>
                    <a:pt x="27393" y="36436"/>
                  </a:lnTo>
                  <a:lnTo>
                    <a:pt x="19989" y="47459"/>
                  </a:lnTo>
                  <a:lnTo>
                    <a:pt x="17272" y="60960"/>
                  </a:lnTo>
                  <a:lnTo>
                    <a:pt x="17272" y="67056"/>
                  </a:lnTo>
                  <a:lnTo>
                    <a:pt x="18923" y="73152"/>
                  </a:lnTo>
                  <a:lnTo>
                    <a:pt x="27178" y="86614"/>
                  </a:lnTo>
                  <a:lnTo>
                    <a:pt x="18923" y="90932"/>
                  </a:lnTo>
                  <a:lnTo>
                    <a:pt x="11036" y="96418"/>
                  </a:lnTo>
                  <a:lnTo>
                    <a:pt x="5080" y="103619"/>
                  </a:lnTo>
                  <a:lnTo>
                    <a:pt x="1308" y="112141"/>
                  </a:lnTo>
                  <a:lnTo>
                    <a:pt x="0" y="121539"/>
                  </a:lnTo>
                  <a:lnTo>
                    <a:pt x="2717" y="135051"/>
                  </a:lnTo>
                  <a:lnTo>
                    <a:pt x="10121" y="146075"/>
                  </a:lnTo>
                  <a:lnTo>
                    <a:pt x="21107" y="153492"/>
                  </a:lnTo>
                  <a:lnTo>
                    <a:pt x="34544" y="156210"/>
                  </a:lnTo>
                  <a:lnTo>
                    <a:pt x="47967" y="153492"/>
                  </a:lnTo>
                  <a:lnTo>
                    <a:pt x="58953" y="146075"/>
                  </a:lnTo>
                  <a:lnTo>
                    <a:pt x="63741" y="138938"/>
                  </a:lnTo>
                  <a:lnTo>
                    <a:pt x="66357" y="135051"/>
                  </a:lnTo>
                  <a:lnTo>
                    <a:pt x="69088" y="121539"/>
                  </a:lnTo>
                  <a:lnTo>
                    <a:pt x="86360" y="121539"/>
                  </a:lnTo>
                  <a:lnTo>
                    <a:pt x="82270" y="141795"/>
                  </a:lnTo>
                  <a:lnTo>
                    <a:pt x="71158" y="158343"/>
                  </a:lnTo>
                  <a:lnTo>
                    <a:pt x="54686" y="169519"/>
                  </a:lnTo>
                  <a:lnTo>
                    <a:pt x="34544" y="173609"/>
                  </a:lnTo>
                  <a:lnTo>
                    <a:pt x="29210" y="173609"/>
                  </a:lnTo>
                  <a:lnTo>
                    <a:pt x="24003" y="172720"/>
                  </a:lnTo>
                  <a:lnTo>
                    <a:pt x="19177" y="171196"/>
                  </a:lnTo>
                  <a:lnTo>
                    <a:pt x="17907" y="174752"/>
                  </a:lnTo>
                  <a:lnTo>
                    <a:pt x="17272" y="178435"/>
                  </a:lnTo>
                  <a:lnTo>
                    <a:pt x="17272" y="182245"/>
                  </a:lnTo>
                  <a:lnTo>
                    <a:pt x="19989" y="195707"/>
                  </a:lnTo>
                  <a:lnTo>
                    <a:pt x="27393" y="206730"/>
                  </a:lnTo>
                  <a:lnTo>
                    <a:pt x="38379" y="214185"/>
                  </a:lnTo>
                  <a:lnTo>
                    <a:pt x="51816" y="216916"/>
                  </a:lnTo>
                  <a:lnTo>
                    <a:pt x="65239" y="214185"/>
                  </a:lnTo>
                  <a:lnTo>
                    <a:pt x="76225" y="206730"/>
                  </a:lnTo>
                  <a:lnTo>
                    <a:pt x="83629" y="195707"/>
                  </a:lnTo>
                  <a:lnTo>
                    <a:pt x="86360" y="182245"/>
                  </a:lnTo>
                  <a:lnTo>
                    <a:pt x="103632" y="182245"/>
                  </a:lnTo>
                  <a:lnTo>
                    <a:pt x="100431" y="200228"/>
                  </a:lnTo>
                  <a:lnTo>
                    <a:pt x="91630" y="215493"/>
                  </a:lnTo>
                  <a:lnTo>
                    <a:pt x="78333" y="226898"/>
                  </a:lnTo>
                  <a:lnTo>
                    <a:pt x="61722" y="233299"/>
                  </a:lnTo>
                  <a:lnTo>
                    <a:pt x="64731" y="242176"/>
                  </a:lnTo>
                  <a:lnTo>
                    <a:pt x="68783" y="250952"/>
                  </a:lnTo>
                  <a:lnTo>
                    <a:pt x="72948" y="258597"/>
                  </a:lnTo>
                  <a:lnTo>
                    <a:pt x="76327" y="264033"/>
                  </a:lnTo>
                  <a:lnTo>
                    <a:pt x="77724" y="266192"/>
                  </a:lnTo>
                  <a:lnTo>
                    <a:pt x="77724" y="286258"/>
                  </a:lnTo>
                  <a:lnTo>
                    <a:pt x="46990" y="286258"/>
                  </a:lnTo>
                  <a:lnTo>
                    <a:pt x="43180" y="290068"/>
                  </a:lnTo>
                  <a:lnTo>
                    <a:pt x="43180" y="299593"/>
                  </a:lnTo>
                  <a:lnTo>
                    <a:pt x="46990" y="303530"/>
                  </a:lnTo>
                  <a:lnTo>
                    <a:pt x="129540" y="303530"/>
                  </a:lnTo>
                  <a:lnTo>
                    <a:pt x="129540" y="182245"/>
                  </a:lnTo>
                  <a:lnTo>
                    <a:pt x="129540" y="173609"/>
                  </a:lnTo>
                  <a:lnTo>
                    <a:pt x="129540" y="121539"/>
                  </a:lnTo>
                  <a:lnTo>
                    <a:pt x="129540" y="112903"/>
                  </a:lnTo>
                  <a:lnTo>
                    <a:pt x="129540" y="86868"/>
                  </a:lnTo>
                  <a:lnTo>
                    <a:pt x="129540" y="43561"/>
                  </a:lnTo>
                  <a:lnTo>
                    <a:pt x="129540" y="34925"/>
                  </a:lnTo>
                  <a:close/>
                </a:path>
                <a:path w="277495" h="440689">
                  <a:moveTo>
                    <a:pt x="181356" y="388874"/>
                  </a:moveTo>
                  <a:lnTo>
                    <a:pt x="94488" y="388874"/>
                  </a:lnTo>
                  <a:lnTo>
                    <a:pt x="94488" y="397510"/>
                  </a:lnTo>
                  <a:lnTo>
                    <a:pt x="97891" y="414286"/>
                  </a:lnTo>
                  <a:lnTo>
                    <a:pt x="107200" y="428015"/>
                  </a:lnTo>
                  <a:lnTo>
                    <a:pt x="121005" y="437286"/>
                  </a:lnTo>
                  <a:lnTo>
                    <a:pt x="137922" y="440690"/>
                  </a:lnTo>
                  <a:lnTo>
                    <a:pt x="154825" y="437286"/>
                  </a:lnTo>
                  <a:lnTo>
                    <a:pt x="168630" y="428015"/>
                  </a:lnTo>
                  <a:lnTo>
                    <a:pt x="177939" y="414286"/>
                  </a:lnTo>
                  <a:lnTo>
                    <a:pt x="181356" y="397510"/>
                  </a:lnTo>
                  <a:lnTo>
                    <a:pt x="181356" y="388874"/>
                  </a:lnTo>
                  <a:close/>
                </a:path>
                <a:path w="277495" h="440689">
                  <a:moveTo>
                    <a:pt x="184404" y="135763"/>
                  </a:moveTo>
                  <a:lnTo>
                    <a:pt x="181483" y="133350"/>
                  </a:lnTo>
                  <a:lnTo>
                    <a:pt x="162687" y="114554"/>
                  </a:lnTo>
                  <a:lnTo>
                    <a:pt x="146304" y="125476"/>
                  </a:lnTo>
                  <a:lnTo>
                    <a:pt x="146304" y="303530"/>
                  </a:lnTo>
                  <a:lnTo>
                    <a:pt x="156337" y="303530"/>
                  </a:lnTo>
                  <a:lnTo>
                    <a:pt x="184404" y="135763"/>
                  </a:lnTo>
                  <a:close/>
                </a:path>
                <a:path w="277495" h="440689">
                  <a:moveTo>
                    <a:pt x="198120" y="359156"/>
                  </a:moveTo>
                  <a:lnTo>
                    <a:pt x="194310" y="355346"/>
                  </a:lnTo>
                  <a:lnTo>
                    <a:pt x="81534" y="355346"/>
                  </a:lnTo>
                  <a:lnTo>
                    <a:pt x="77724" y="359156"/>
                  </a:lnTo>
                  <a:lnTo>
                    <a:pt x="77724" y="368300"/>
                  </a:lnTo>
                  <a:lnTo>
                    <a:pt x="81534" y="372110"/>
                  </a:lnTo>
                  <a:lnTo>
                    <a:pt x="194310" y="372110"/>
                  </a:lnTo>
                  <a:lnTo>
                    <a:pt x="198120" y="368300"/>
                  </a:lnTo>
                  <a:lnTo>
                    <a:pt x="198120" y="359156"/>
                  </a:lnTo>
                  <a:close/>
                </a:path>
                <a:path w="277495" h="440689">
                  <a:moveTo>
                    <a:pt x="216408" y="324104"/>
                  </a:moveTo>
                  <a:lnTo>
                    <a:pt x="212598" y="320294"/>
                  </a:lnTo>
                  <a:lnTo>
                    <a:pt x="64770" y="320294"/>
                  </a:lnTo>
                  <a:lnTo>
                    <a:pt x="60960" y="324104"/>
                  </a:lnTo>
                  <a:lnTo>
                    <a:pt x="60960" y="333248"/>
                  </a:lnTo>
                  <a:lnTo>
                    <a:pt x="64770" y="337058"/>
                  </a:lnTo>
                  <a:lnTo>
                    <a:pt x="212598" y="337058"/>
                  </a:lnTo>
                  <a:lnTo>
                    <a:pt x="216408" y="333248"/>
                  </a:lnTo>
                  <a:lnTo>
                    <a:pt x="216408" y="324104"/>
                  </a:lnTo>
                  <a:close/>
                </a:path>
                <a:path w="277495" h="440689">
                  <a:moveTo>
                    <a:pt x="225552" y="116840"/>
                  </a:moveTo>
                  <a:lnTo>
                    <a:pt x="221615" y="113030"/>
                  </a:lnTo>
                  <a:lnTo>
                    <a:pt x="209804" y="113030"/>
                  </a:lnTo>
                  <a:lnTo>
                    <a:pt x="206248" y="115951"/>
                  </a:lnTo>
                  <a:lnTo>
                    <a:pt x="204216" y="127381"/>
                  </a:lnTo>
                  <a:lnTo>
                    <a:pt x="208153" y="128905"/>
                  </a:lnTo>
                  <a:lnTo>
                    <a:pt x="212471" y="129794"/>
                  </a:lnTo>
                  <a:lnTo>
                    <a:pt x="221615" y="129794"/>
                  </a:lnTo>
                  <a:lnTo>
                    <a:pt x="225552" y="125984"/>
                  </a:lnTo>
                  <a:lnTo>
                    <a:pt x="225552" y="116840"/>
                  </a:lnTo>
                  <a:close/>
                </a:path>
                <a:path w="277495" h="440689">
                  <a:moveTo>
                    <a:pt x="277368" y="138303"/>
                  </a:moveTo>
                  <a:lnTo>
                    <a:pt x="268173" y="88734"/>
                  </a:lnTo>
                  <a:lnTo>
                    <a:pt x="242773" y="46723"/>
                  </a:lnTo>
                  <a:lnTo>
                    <a:pt x="204444" y="16027"/>
                  </a:lnTo>
                  <a:lnTo>
                    <a:pt x="156464" y="381"/>
                  </a:lnTo>
                  <a:lnTo>
                    <a:pt x="153797" y="0"/>
                  </a:lnTo>
                  <a:lnTo>
                    <a:pt x="151257" y="762"/>
                  </a:lnTo>
                  <a:lnTo>
                    <a:pt x="147320" y="4064"/>
                  </a:lnTo>
                  <a:lnTo>
                    <a:pt x="146304" y="6477"/>
                  </a:lnTo>
                  <a:lnTo>
                    <a:pt x="146304" y="104648"/>
                  </a:lnTo>
                  <a:lnTo>
                    <a:pt x="164846" y="92329"/>
                  </a:lnTo>
                  <a:lnTo>
                    <a:pt x="187960" y="115189"/>
                  </a:lnTo>
                  <a:lnTo>
                    <a:pt x="191338" y="106959"/>
                  </a:lnTo>
                  <a:lnTo>
                    <a:pt x="197104" y="100495"/>
                  </a:lnTo>
                  <a:lnTo>
                    <a:pt x="204673" y="96266"/>
                  </a:lnTo>
                  <a:lnTo>
                    <a:pt x="213487" y="94742"/>
                  </a:lnTo>
                  <a:lnTo>
                    <a:pt x="216154" y="94742"/>
                  </a:lnTo>
                  <a:lnTo>
                    <a:pt x="226364" y="96799"/>
                  </a:lnTo>
                  <a:lnTo>
                    <a:pt x="234721" y="102400"/>
                  </a:lnTo>
                  <a:lnTo>
                    <a:pt x="240360" y="110718"/>
                  </a:lnTo>
                  <a:lnTo>
                    <a:pt x="242443" y="120904"/>
                  </a:lnTo>
                  <a:lnTo>
                    <a:pt x="240360" y="131038"/>
                  </a:lnTo>
                  <a:lnTo>
                    <a:pt x="234721" y="139306"/>
                  </a:lnTo>
                  <a:lnTo>
                    <a:pt x="226364" y="144894"/>
                  </a:lnTo>
                  <a:lnTo>
                    <a:pt x="216154" y="146939"/>
                  </a:lnTo>
                  <a:lnTo>
                    <a:pt x="210947" y="146939"/>
                  </a:lnTo>
                  <a:lnTo>
                    <a:pt x="205740" y="146050"/>
                  </a:lnTo>
                  <a:lnTo>
                    <a:pt x="200660" y="144526"/>
                  </a:lnTo>
                  <a:lnTo>
                    <a:pt x="174117" y="303530"/>
                  </a:lnTo>
                  <a:lnTo>
                    <a:pt x="229743" y="303530"/>
                  </a:lnTo>
                  <a:lnTo>
                    <a:pt x="233680" y="299593"/>
                  </a:lnTo>
                  <a:lnTo>
                    <a:pt x="233680" y="290068"/>
                  </a:lnTo>
                  <a:lnTo>
                    <a:pt x="229743" y="286131"/>
                  </a:lnTo>
                  <a:lnTo>
                    <a:pt x="198755" y="286131"/>
                  </a:lnTo>
                  <a:lnTo>
                    <a:pt x="198755" y="263525"/>
                  </a:lnTo>
                  <a:lnTo>
                    <a:pt x="203327" y="260985"/>
                  </a:lnTo>
                  <a:lnTo>
                    <a:pt x="234175" y="238823"/>
                  </a:lnTo>
                  <a:lnTo>
                    <a:pt x="257492" y="209842"/>
                  </a:lnTo>
                  <a:lnTo>
                    <a:pt x="272224" y="175768"/>
                  </a:lnTo>
                  <a:lnTo>
                    <a:pt x="277368" y="138303"/>
                  </a:lnTo>
                  <a:close/>
                </a:path>
              </a:pathLst>
            </a:custGeom>
            <a:solidFill>
              <a:srgbClr val="152B77"/>
            </a:solidFill>
          </p:spPr>
          <p:txBody>
            <a:bodyPr wrap="square" lIns="0" tIns="0" rIns="0" bIns="0" rtlCol="0"/>
            <a:lstStyle/>
            <a:p>
              <a:endParaRPr/>
            </a:p>
          </p:txBody>
        </p:sp>
        <p:sp>
          <p:nvSpPr>
            <p:cNvPr id="101" name="object 101"/>
            <p:cNvSpPr/>
            <p:nvPr/>
          </p:nvSpPr>
          <p:spPr>
            <a:xfrm>
              <a:off x="5960364" y="4358640"/>
              <a:ext cx="277368" cy="501396"/>
            </a:xfrm>
            <a:prstGeom prst="rect">
              <a:avLst/>
            </a:prstGeom>
            <a:blipFill>
              <a:blip r:embed="rId38" cstate="print"/>
              <a:stretch>
                <a:fillRect/>
              </a:stretch>
            </a:blipFill>
          </p:spPr>
          <p:txBody>
            <a:bodyPr wrap="square" lIns="0" tIns="0" rIns="0" bIns="0" rtlCol="0"/>
            <a:lstStyle/>
            <a:p>
              <a:endParaRPr/>
            </a:p>
          </p:txBody>
        </p:sp>
        <p:sp>
          <p:nvSpPr>
            <p:cNvPr id="102" name="object 102"/>
            <p:cNvSpPr/>
            <p:nvPr/>
          </p:nvSpPr>
          <p:spPr>
            <a:xfrm>
              <a:off x="4113276" y="5754624"/>
              <a:ext cx="3682365" cy="78105"/>
            </a:xfrm>
            <a:custGeom>
              <a:avLst/>
              <a:gdLst/>
              <a:ahLst/>
              <a:cxnLst/>
              <a:rect l="l" t="t" r="r" b="b"/>
              <a:pathLst>
                <a:path w="3682365" h="78104">
                  <a:moveTo>
                    <a:pt x="33528" y="1524"/>
                  </a:moveTo>
                  <a:lnTo>
                    <a:pt x="21717" y="1524"/>
                  </a:lnTo>
                  <a:lnTo>
                    <a:pt x="19939" y="6146"/>
                  </a:lnTo>
                  <a:lnTo>
                    <a:pt x="16891" y="10198"/>
                  </a:lnTo>
                  <a:lnTo>
                    <a:pt x="8001" y="17132"/>
                  </a:lnTo>
                  <a:lnTo>
                    <a:pt x="3810" y="19481"/>
                  </a:lnTo>
                  <a:lnTo>
                    <a:pt x="0" y="20726"/>
                  </a:lnTo>
                  <a:lnTo>
                    <a:pt x="0" y="33934"/>
                  </a:lnTo>
                  <a:lnTo>
                    <a:pt x="7239" y="31546"/>
                  </a:lnTo>
                  <a:lnTo>
                    <a:pt x="13589" y="27876"/>
                  </a:lnTo>
                  <a:lnTo>
                    <a:pt x="18923" y="22898"/>
                  </a:lnTo>
                  <a:lnTo>
                    <a:pt x="18923" y="77724"/>
                  </a:lnTo>
                  <a:lnTo>
                    <a:pt x="33528" y="77724"/>
                  </a:lnTo>
                  <a:lnTo>
                    <a:pt x="33528" y="1524"/>
                  </a:lnTo>
                  <a:close/>
                </a:path>
                <a:path w="3682365" h="78104">
                  <a:moveTo>
                    <a:pt x="214884" y="38887"/>
                  </a:moveTo>
                  <a:lnTo>
                    <a:pt x="214414" y="28740"/>
                  </a:lnTo>
                  <a:lnTo>
                    <a:pt x="213029" y="20256"/>
                  </a:lnTo>
                  <a:lnTo>
                    <a:pt x="210756" y="13335"/>
                  </a:lnTo>
                  <a:lnTo>
                    <a:pt x="210019" y="12103"/>
                  </a:lnTo>
                  <a:lnTo>
                    <a:pt x="207518" y="7886"/>
                  </a:lnTo>
                  <a:lnTo>
                    <a:pt x="203454" y="2628"/>
                  </a:lnTo>
                  <a:lnTo>
                    <a:pt x="199694" y="901"/>
                  </a:lnTo>
                  <a:lnTo>
                    <a:pt x="199694" y="28740"/>
                  </a:lnTo>
                  <a:lnTo>
                    <a:pt x="199694" y="48933"/>
                  </a:lnTo>
                  <a:lnTo>
                    <a:pt x="199390" y="54152"/>
                  </a:lnTo>
                  <a:lnTo>
                    <a:pt x="198374" y="57886"/>
                  </a:lnTo>
                  <a:lnTo>
                    <a:pt x="197612" y="60794"/>
                  </a:lnTo>
                  <a:lnTo>
                    <a:pt x="196469" y="62814"/>
                  </a:lnTo>
                  <a:lnTo>
                    <a:pt x="195160" y="63969"/>
                  </a:lnTo>
                  <a:lnTo>
                    <a:pt x="193763" y="65074"/>
                  </a:lnTo>
                  <a:lnTo>
                    <a:pt x="192278" y="65620"/>
                  </a:lnTo>
                  <a:lnTo>
                    <a:pt x="188722" y="65620"/>
                  </a:lnTo>
                  <a:lnTo>
                    <a:pt x="181292" y="48933"/>
                  </a:lnTo>
                  <a:lnTo>
                    <a:pt x="181292" y="28740"/>
                  </a:lnTo>
                  <a:lnTo>
                    <a:pt x="188722" y="12103"/>
                  </a:lnTo>
                  <a:lnTo>
                    <a:pt x="192278" y="12103"/>
                  </a:lnTo>
                  <a:lnTo>
                    <a:pt x="199694" y="28740"/>
                  </a:lnTo>
                  <a:lnTo>
                    <a:pt x="199694" y="901"/>
                  </a:lnTo>
                  <a:lnTo>
                    <a:pt x="197739" y="0"/>
                  </a:lnTo>
                  <a:lnTo>
                    <a:pt x="183261" y="0"/>
                  </a:lnTo>
                  <a:lnTo>
                    <a:pt x="166116" y="38735"/>
                  </a:lnTo>
                  <a:lnTo>
                    <a:pt x="166547" y="48933"/>
                  </a:lnTo>
                  <a:lnTo>
                    <a:pt x="183134" y="77724"/>
                  </a:lnTo>
                  <a:lnTo>
                    <a:pt x="197739" y="77724"/>
                  </a:lnTo>
                  <a:lnTo>
                    <a:pt x="203454" y="75133"/>
                  </a:lnTo>
                  <a:lnTo>
                    <a:pt x="207518" y="69938"/>
                  </a:lnTo>
                  <a:lnTo>
                    <a:pt x="210058" y="65620"/>
                  </a:lnTo>
                  <a:lnTo>
                    <a:pt x="210756" y="64465"/>
                  </a:lnTo>
                  <a:lnTo>
                    <a:pt x="213055" y="57454"/>
                  </a:lnTo>
                  <a:lnTo>
                    <a:pt x="214426" y="48933"/>
                  </a:lnTo>
                  <a:lnTo>
                    <a:pt x="214884" y="38887"/>
                  </a:lnTo>
                  <a:close/>
                </a:path>
                <a:path w="3682365" h="78104">
                  <a:moveTo>
                    <a:pt x="381000" y="1524"/>
                  </a:moveTo>
                  <a:lnTo>
                    <a:pt x="369189" y="1524"/>
                  </a:lnTo>
                  <a:lnTo>
                    <a:pt x="367411" y="6146"/>
                  </a:lnTo>
                  <a:lnTo>
                    <a:pt x="364363" y="10198"/>
                  </a:lnTo>
                  <a:lnTo>
                    <a:pt x="355473" y="17132"/>
                  </a:lnTo>
                  <a:lnTo>
                    <a:pt x="351282" y="19481"/>
                  </a:lnTo>
                  <a:lnTo>
                    <a:pt x="347472" y="20726"/>
                  </a:lnTo>
                  <a:lnTo>
                    <a:pt x="347472" y="33934"/>
                  </a:lnTo>
                  <a:lnTo>
                    <a:pt x="354711" y="31546"/>
                  </a:lnTo>
                  <a:lnTo>
                    <a:pt x="361061" y="27876"/>
                  </a:lnTo>
                  <a:lnTo>
                    <a:pt x="366395" y="22898"/>
                  </a:lnTo>
                  <a:lnTo>
                    <a:pt x="366395" y="77724"/>
                  </a:lnTo>
                  <a:lnTo>
                    <a:pt x="381000" y="77724"/>
                  </a:lnTo>
                  <a:lnTo>
                    <a:pt x="381000" y="1524"/>
                  </a:lnTo>
                  <a:close/>
                </a:path>
                <a:path w="3682365" h="78104">
                  <a:moveTo>
                    <a:pt x="562356" y="38887"/>
                  </a:moveTo>
                  <a:lnTo>
                    <a:pt x="561860" y="28740"/>
                  </a:lnTo>
                  <a:lnTo>
                    <a:pt x="560438" y="20256"/>
                  </a:lnTo>
                  <a:lnTo>
                    <a:pt x="558114" y="13335"/>
                  </a:lnTo>
                  <a:lnTo>
                    <a:pt x="557377" y="12103"/>
                  </a:lnTo>
                  <a:lnTo>
                    <a:pt x="554863" y="7886"/>
                  </a:lnTo>
                  <a:lnTo>
                    <a:pt x="550545" y="2628"/>
                  </a:lnTo>
                  <a:lnTo>
                    <a:pt x="546760" y="927"/>
                  </a:lnTo>
                  <a:lnTo>
                    <a:pt x="546760" y="28740"/>
                  </a:lnTo>
                  <a:lnTo>
                    <a:pt x="546760" y="48933"/>
                  </a:lnTo>
                  <a:lnTo>
                    <a:pt x="546354" y="54152"/>
                  </a:lnTo>
                  <a:lnTo>
                    <a:pt x="545338" y="57886"/>
                  </a:lnTo>
                  <a:lnTo>
                    <a:pt x="544576" y="60794"/>
                  </a:lnTo>
                  <a:lnTo>
                    <a:pt x="543433" y="62814"/>
                  </a:lnTo>
                  <a:lnTo>
                    <a:pt x="540639" y="65062"/>
                  </a:lnTo>
                  <a:lnTo>
                    <a:pt x="538988" y="65620"/>
                  </a:lnTo>
                  <a:lnTo>
                    <a:pt x="535432" y="65620"/>
                  </a:lnTo>
                  <a:lnTo>
                    <a:pt x="527646" y="48933"/>
                  </a:lnTo>
                  <a:lnTo>
                    <a:pt x="527646" y="28740"/>
                  </a:lnTo>
                  <a:lnTo>
                    <a:pt x="535432" y="12103"/>
                  </a:lnTo>
                  <a:lnTo>
                    <a:pt x="538988" y="12103"/>
                  </a:lnTo>
                  <a:lnTo>
                    <a:pt x="546760" y="28740"/>
                  </a:lnTo>
                  <a:lnTo>
                    <a:pt x="546760" y="927"/>
                  </a:lnTo>
                  <a:lnTo>
                    <a:pt x="544703" y="0"/>
                  </a:lnTo>
                  <a:lnTo>
                    <a:pt x="529717" y="0"/>
                  </a:lnTo>
                  <a:lnTo>
                    <a:pt x="512064" y="38735"/>
                  </a:lnTo>
                  <a:lnTo>
                    <a:pt x="512495" y="48933"/>
                  </a:lnTo>
                  <a:lnTo>
                    <a:pt x="529717" y="77724"/>
                  </a:lnTo>
                  <a:lnTo>
                    <a:pt x="544703" y="77724"/>
                  </a:lnTo>
                  <a:lnTo>
                    <a:pt x="550545" y="75133"/>
                  </a:lnTo>
                  <a:lnTo>
                    <a:pt x="554736" y="69938"/>
                  </a:lnTo>
                  <a:lnTo>
                    <a:pt x="557352" y="65620"/>
                  </a:lnTo>
                  <a:lnTo>
                    <a:pt x="558063" y="64465"/>
                  </a:lnTo>
                  <a:lnTo>
                    <a:pt x="560451" y="57454"/>
                  </a:lnTo>
                  <a:lnTo>
                    <a:pt x="561873" y="48933"/>
                  </a:lnTo>
                  <a:lnTo>
                    <a:pt x="562356" y="38887"/>
                  </a:lnTo>
                  <a:close/>
                </a:path>
                <a:path w="3682365" h="78104">
                  <a:moveTo>
                    <a:pt x="726948" y="1524"/>
                  </a:moveTo>
                  <a:lnTo>
                    <a:pt x="715137" y="1524"/>
                  </a:lnTo>
                  <a:lnTo>
                    <a:pt x="713359" y="6146"/>
                  </a:lnTo>
                  <a:lnTo>
                    <a:pt x="710311" y="10198"/>
                  </a:lnTo>
                  <a:lnTo>
                    <a:pt x="701421" y="17132"/>
                  </a:lnTo>
                  <a:lnTo>
                    <a:pt x="697230" y="19481"/>
                  </a:lnTo>
                  <a:lnTo>
                    <a:pt x="693420" y="20726"/>
                  </a:lnTo>
                  <a:lnTo>
                    <a:pt x="693420" y="33934"/>
                  </a:lnTo>
                  <a:lnTo>
                    <a:pt x="700659" y="31546"/>
                  </a:lnTo>
                  <a:lnTo>
                    <a:pt x="707009" y="27876"/>
                  </a:lnTo>
                  <a:lnTo>
                    <a:pt x="712343" y="22898"/>
                  </a:lnTo>
                  <a:lnTo>
                    <a:pt x="712343" y="77724"/>
                  </a:lnTo>
                  <a:lnTo>
                    <a:pt x="726948" y="77724"/>
                  </a:lnTo>
                  <a:lnTo>
                    <a:pt x="726948" y="1524"/>
                  </a:lnTo>
                  <a:close/>
                </a:path>
                <a:path w="3682365" h="78104">
                  <a:moveTo>
                    <a:pt x="908304" y="38887"/>
                  </a:moveTo>
                  <a:lnTo>
                    <a:pt x="907834" y="28740"/>
                  </a:lnTo>
                  <a:lnTo>
                    <a:pt x="906449" y="20256"/>
                  </a:lnTo>
                  <a:lnTo>
                    <a:pt x="904176" y="13335"/>
                  </a:lnTo>
                  <a:lnTo>
                    <a:pt x="903439" y="12103"/>
                  </a:lnTo>
                  <a:lnTo>
                    <a:pt x="900938" y="7886"/>
                  </a:lnTo>
                  <a:lnTo>
                    <a:pt x="896874" y="2628"/>
                  </a:lnTo>
                  <a:lnTo>
                    <a:pt x="893114" y="901"/>
                  </a:lnTo>
                  <a:lnTo>
                    <a:pt x="893114" y="28740"/>
                  </a:lnTo>
                  <a:lnTo>
                    <a:pt x="893114" y="48933"/>
                  </a:lnTo>
                  <a:lnTo>
                    <a:pt x="892810" y="54152"/>
                  </a:lnTo>
                  <a:lnTo>
                    <a:pt x="891794" y="57886"/>
                  </a:lnTo>
                  <a:lnTo>
                    <a:pt x="891032" y="60794"/>
                  </a:lnTo>
                  <a:lnTo>
                    <a:pt x="889889" y="62814"/>
                  </a:lnTo>
                  <a:lnTo>
                    <a:pt x="888580" y="63969"/>
                  </a:lnTo>
                  <a:lnTo>
                    <a:pt x="887183" y="65074"/>
                  </a:lnTo>
                  <a:lnTo>
                    <a:pt x="885698" y="65620"/>
                  </a:lnTo>
                  <a:lnTo>
                    <a:pt x="882142" y="65620"/>
                  </a:lnTo>
                  <a:lnTo>
                    <a:pt x="874712" y="48933"/>
                  </a:lnTo>
                  <a:lnTo>
                    <a:pt x="874712" y="28740"/>
                  </a:lnTo>
                  <a:lnTo>
                    <a:pt x="882142" y="12103"/>
                  </a:lnTo>
                  <a:lnTo>
                    <a:pt x="885698" y="12103"/>
                  </a:lnTo>
                  <a:lnTo>
                    <a:pt x="893114" y="28740"/>
                  </a:lnTo>
                  <a:lnTo>
                    <a:pt x="893114" y="901"/>
                  </a:lnTo>
                  <a:lnTo>
                    <a:pt x="891159" y="0"/>
                  </a:lnTo>
                  <a:lnTo>
                    <a:pt x="876681" y="0"/>
                  </a:lnTo>
                  <a:lnTo>
                    <a:pt x="859536" y="38735"/>
                  </a:lnTo>
                  <a:lnTo>
                    <a:pt x="859967" y="48933"/>
                  </a:lnTo>
                  <a:lnTo>
                    <a:pt x="876554" y="77724"/>
                  </a:lnTo>
                  <a:lnTo>
                    <a:pt x="891159" y="77724"/>
                  </a:lnTo>
                  <a:lnTo>
                    <a:pt x="896874" y="75133"/>
                  </a:lnTo>
                  <a:lnTo>
                    <a:pt x="900938" y="69938"/>
                  </a:lnTo>
                  <a:lnTo>
                    <a:pt x="903478" y="65620"/>
                  </a:lnTo>
                  <a:lnTo>
                    <a:pt x="904176" y="64465"/>
                  </a:lnTo>
                  <a:lnTo>
                    <a:pt x="906475" y="57454"/>
                  </a:lnTo>
                  <a:lnTo>
                    <a:pt x="907846" y="48933"/>
                  </a:lnTo>
                  <a:lnTo>
                    <a:pt x="908304" y="38887"/>
                  </a:lnTo>
                  <a:close/>
                </a:path>
                <a:path w="3682365" h="78104">
                  <a:moveTo>
                    <a:pt x="1074420" y="1524"/>
                  </a:moveTo>
                  <a:lnTo>
                    <a:pt x="1062609" y="1524"/>
                  </a:lnTo>
                  <a:lnTo>
                    <a:pt x="1060831" y="6146"/>
                  </a:lnTo>
                  <a:lnTo>
                    <a:pt x="1057783" y="10198"/>
                  </a:lnTo>
                  <a:lnTo>
                    <a:pt x="1048893" y="17132"/>
                  </a:lnTo>
                  <a:lnTo>
                    <a:pt x="1044702" y="19481"/>
                  </a:lnTo>
                  <a:lnTo>
                    <a:pt x="1040892" y="20726"/>
                  </a:lnTo>
                  <a:lnTo>
                    <a:pt x="1040892" y="33934"/>
                  </a:lnTo>
                  <a:lnTo>
                    <a:pt x="1048131" y="31546"/>
                  </a:lnTo>
                  <a:lnTo>
                    <a:pt x="1054481" y="27876"/>
                  </a:lnTo>
                  <a:lnTo>
                    <a:pt x="1059815" y="22898"/>
                  </a:lnTo>
                  <a:lnTo>
                    <a:pt x="1059815" y="77724"/>
                  </a:lnTo>
                  <a:lnTo>
                    <a:pt x="1074420" y="77724"/>
                  </a:lnTo>
                  <a:lnTo>
                    <a:pt x="1074420" y="1524"/>
                  </a:lnTo>
                  <a:close/>
                </a:path>
                <a:path w="3682365" h="78104">
                  <a:moveTo>
                    <a:pt x="1255776" y="38887"/>
                  </a:moveTo>
                  <a:lnTo>
                    <a:pt x="1255280" y="28740"/>
                  </a:lnTo>
                  <a:lnTo>
                    <a:pt x="1253858" y="20256"/>
                  </a:lnTo>
                  <a:lnTo>
                    <a:pt x="1251534" y="13335"/>
                  </a:lnTo>
                  <a:lnTo>
                    <a:pt x="1250797" y="12103"/>
                  </a:lnTo>
                  <a:lnTo>
                    <a:pt x="1248283" y="7886"/>
                  </a:lnTo>
                  <a:lnTo>
                    <a:pt x="1243965" y="2628"/>
                  </a:lnTo>
                  <a:lnTo>
                    <a:pt x="1240180" y="927"/>
                  </a:lnTo>
                  <a:lnTo>
                    <a:pt x="1240180" y="28740"/>
                  </a:lnTo>
                  <a:lnTo>
                    <a:pt x="1240180" y="48933"/>
                  </a:lnTo>
                  <a:lnTo>
                    <a:pt x="1239774" y="54152"/>
                  </a:lnTo>
                  <a:lnTo>
                    <a:pt x="1238758" y="57886"/>
                  </a:lnTo>
                  <a:lnTo>
                    <a:pt x="1237996" y="60794"/>
                  </a:lnTo>
                  <a:lnTo>
                    <a:pt x="1236853" y="62814"/>
                  </a:lnTo>
                  <a:lnTo>
                    <a:pt x="1234059" y="65062"/>
                  </a:lnTo>
                  <a:lnTo>
                    <a:pt x="1232408" y="65620"/>
                  </a:lnTo>
                  <a:lnTo>
                    <a:pt x="1228852" y="65620"/>
                  </a:lnTo>
                  <a:lnTo>
                    <a:pt x="1221066" y="48933"/>
                  </a:lnTo>
                  <a:lnTo>
                    <a:pt x="1221066" y="28740"/>
                  </a:lnTo>
                  <a:lnTo>
                    <a:pt x="1228852" y="12103"/>
                  </a:lnTo>
                  <a:lnTo>
                    <a:pt x="1232408" y="12103"/>
                  </a:lnTo>
                  <a:lnTo>
                    <a:pt x="1240180" y="28740"/>
                  </a:lnTo>
                  <a:lnTo>
                    <a:pt x="1240180" y="927"/>
                  </a:lnTo>
                  <a:lnTo>
                    <a:pt x="1238123" y="0"/>
                  </a:lnTo>
                  <a:lnTo>
                    <a:pt x="1223137" y="0"/>
                  </a:lnTo>
                  <a:lnTo>
                    <a:pt x="1205484" y="38735"/>
                  </a:lnTo>
                  <a:lnTo>
                    <a:pt x="1205915" y="48933"/>
                  </a:lnTo>
                  <a:lnTo>
                    <a:pt x="1223137" y="77724"/>
                  </a:lnTo>
                  <a:lnTo>
                    <a:pt x="1238123" y="77724"/>
                  </a:lnTo>
                  <a:lnTo>
                    <a:pt x="1243965" y="75133"/>
                  </a:lnTo>
                  <a:lnTo>
                    <a:pt x="1248156" y="69938"/>
                  </a:lnTo>
                  <a:lnTo>
                    <a:pt x="1250772" y="65620"/>
                  </a:lnTo>
                  <a:lnTo>
                    <a:pt x="1251483" y="64465"/>
                  </a:lnTo>
                  <a:lnTo>
                    <a:pt x="1253858" y="57454"/>
                  </a:lnTo>
                  <a:lnTo>
                    <a:pt x="1255293" y="48933"/>
                  </a:lnTo>
                  <a:lnTo>
                    <a:pt x="1255776" y="38887"/>
                  </a:lnTo>
                  <a:close/>
                </a:path>
                <a:path w="3682365" h="78104">
                  <a:moveTo>
                    <a:pt x="1420368" y="1524"/>
                  </a:moveTo>
                  <a:lnTo>
                    <a:pt x="1408557" y="1524"/>
                  </a:lnTo>
                  <a:lnTo>
                    <a:pt x="1406779" y="6146"/>
                  </a:lnTo>
                  <a:lnTo>
                    <a:pt x="1403731" y="10198"/>
                  </a:lnTo>
                  <a:lnTo>
                    <a:pt x="1394841" y="17132"/>
                  </a:lnTo>
                  <a:lnTo>
                    <a:pt x="1390650" y="19481"/>
                  </a:lnTo>
                  <a:lnTo>
                    <a:pt x="1386840" y="20726"/>
                  </a:lnTo>
                  <a:lnTo>
                    <a:pt x="1386840" y="33934"/>
                  </a:lnTo>
                  <a:lnTo>
                    <a:pt x="1394079" y="31546"/>
                  </a:lnTo>
                  <a:lnTo>
                    <a:pt x="1400429" y="27876"/>
                  </a:lnTo>
                  <a:lnTo>
                    <a:pt x="1405763" y="22898"/>
                  </a:lnTo>
                  <a:lnTo>
                    <a:pt x="1405763" y="77724"/>
                  </a:lnTo>
                  <a:lnTo>
                    <a:pt x="1420368" y="77724"/>
                  </a:lnTo>
                  <a:lnTo>
                    <a:pt x="1420368" y="1524"/>
                  </a:lnTo>
                  <a:close/>
                </a:path>
                <a:path w="3682365" h="78104">
                  <a:moveTo>
                    <a:pt x="1601724" y="38887"/>
                  </a:moveTo>
                  <a:lnTo>
                    <a:pt x="1601254" y="28740"/>
                  </a:lnTo>
                  <a:lnTo>
                    <a:pt x="1599869" y="20256"/>
                  </a:lnTo>
                  <a:lnTo>
                    <a:pt x="1597596" y="13335"/>
                  </a:lnTo>
                  <a:lnTo>
                    <a:pt x="1596859" y="12103"/>
                  </a:lnTo>
                  <a:lnTo>
                    <a:pt x="1594358" y="7886"/>
                  </a:lnTo>
                  <a:lnTo>
                    <a:pt x="1590294" y="2628"/>
                  </a:lnTo>
                  <a:lnTo>
                    <a:pt x="1586534" y="901"/>
                  </a:lnTo>
                  <a:lnTo>
                    <a:pt x="1586534" y="28740"/>
                  </a:lnTo>
                  <a:lnTo>
                    <a:pt x="1586534" y="48933"/>
                  </a:lnTo>
                  <a:lnTo>
                    <a:pt x="1586230" y="54152"/>
                  </a:lnTo>
                  <a:lnTo>
                    <a:pt x="1585214" y="57886"/>
                  </a:lnTo>
                  <a:lnTo>
                    <a:pt x="1584452" y="60794"/>
                  </a:lnTo>
                  <a:lnTo>
                    <a:pt x="1583309" y="62814"/>
                  </a:lnTo>
                  <a:lnTo>
                    <a:pt x="1582000" y="63969"/>
                  </a:lnTo>
                  <a:lnTo>
                    <a:pt x="1580603" y="65074"/>
                  </a:lnTo>
                  <a:lnTo>
                    <a:pt x="1579118" y="65620"/>
                  </a:lnTo>
                  <a:lnTo>
                    <a:pt x="1575562" y="65620"/>
                  </a:lnTo>
                  <a:lnTo>
                    <a:pt x="1568132" y="48933"/>
                  </a:lnTo>
                  <a:lnTo>
                    <a:pt x="1568132" y="28740"/>
                  </a:lnTo>
                  <a:lnTo>
                    <a:pt x="1575562" y="12103"/>
                  </a:lnTo>
                  <a:lnTo>
                    <a:pt x="1579118" y="12103"/>
                  </a:lnTo>
                  <a:lnTo>
                    <a:pt x="1586534" y="28740"/>
                  </a:lnTo>
                  <a:lnTo>
                    <a:pt x="1586534" y="901"/>
                  </a:lnTo>
                  <a:lnTo>
                    <a:pt x="1584579" y="0"/>
                  </a:lnTo>
                  <a:lnTo>
                    <a:pt x="1570101" y="0"/>
                  </a:lnTo>
                  <a:lnTo>
                    <a:pt x="1552956" y="38735"/>
                  </a:lnTo>
                  <a:lnTo>
                    <a:pt x="1553387" y="48933"/>
                  </a:lnTo>
                  <a:lnTo>
                    <a:pt x="1569974" y="77724"/>
                  </a:lnTo>
                  <a:lnTo>
                    <a:pt x="1584579" y="77724"/>
                  </a:lnTo>
                  <a:lnTo>
                    <a:pt x="1590294" y="75133"/>
                  </a:lnTo>
                  <a:lnTo>
                    <a:pt x="1594358" y="69938"/>
                  </a:lnTo>
                  <a:lnTo>
                    <a:pt x="1596898" y="65620"/>
                  </a:lnTo>
                  <a:lnTo>
                    <a:pt x="1597596" y="64465"/>
                  </a:lnTo>
                  <a:lnTo>
                    <a:pt x="1599895" y="57454"/>
                  </a:lnTo>
                  <a:lnTo>
                    <a:pt x="1601266" y="48933"/>
                  </a:lnTo>
                  <a:lnTo>
                    <a:pt x="1601724" y="38887"/>
                  </a:lnTo>
                  <a:close/>
                </a:path>
                <a:path w="3682365" h="78104">
                  <a:moveTo>
                    <a:pt x="1767840" y="1524"/>
                  </a:moveTo>
                  <a:lnTo>
                    <a:pt x="1756029" y="1524"/>
                  </a:lnTo>
                  <a:lnTo>
                    <a:pt x="1754251" y="6146"/>
                  </a:lnTo>
                  <a:lnTo>
                    <a:pt x="1751203" y="10198"/>
                  </a:lnTo>
                  <a:lnTo>
                    <a:pt x="1742313" y="17132"/>
                  </a:lnTo>
                  <a:lnTo>
                    <a:pt x="1738122" y="19481"/>
                  </a:lnTo>
                  <a:lnTo>
                    <a:pt x="1734312" y="20726"/>
                  </a:lnTo>
                  <a:lnTo>
                    <a:pt x="1734312" y="33934"/>
                  </a:lnTo>
                  <a:lnTo>
                    <a:pt x="1741551" y="31546"/>
                  </a:lnTo>
                  <a:lnTo>
                    <a:pt x="1747901" y="27876"/>
                  </a:lnTo>
                  <a:lnTo>
                    <a:pt x="1753235" y="22898"/>
                  </a:lnTo>
                  <a:lnTo>
                    <a:pt x="1753235" y="77724"/>
                  </a:lnTo>
                  <a:lnTo>
                    <a:pt x="1767840" y="77724"/>
                  </a:lnTo>
                  <a:lnTo>
                    <a:pt x="1767840" y="1524"/>
                  </a:lnTo>
                  <a:close/>
                </a:path>
                <a:path w="3682365" h="78104">
                  <a:moveTo>
                    <a:pt x="1949196" y="38887"/>
                  </a:moveTo>
                  <a:lnTo>
                    <a:pt x="1948700" y="28740"/>
                  </a:lnTo>
                  <a:lnTo>
                    <a:pt x="1947278" y="20256"/>
                  </a:lnTo>
                  <a:lnTo>
                    <a:pt x="1944954" y="13335"/>
                  </a:lnTo>
                  <a:lnTo>
                    <a:pt x="1944217" y="12103"/>
                  </a:lnTo>
                  <a:lnTo>
                    <a:pt x="1941703" y="7886"/>
                  </a:lnTo>
                  <a:lnTo>
                    <a:pt x="1937385" y="2628"/>
                  </a:lnTo>
                  <a:lnTo>
                    <a:pt x="1933600" y="927"/>
                  </a:lnTo>
                  <a:lnTo>
                    <a:pt x="1933600" y="28740"/>
                  </a:lnTo>
                  <a:lnTo>
                    <a:pt x="1933600" y="48933"/>
                  </a:lnTo>
                  <a:lnTo>
                    <a:pt x="1933194" y="54152"/>
                  </a:lnTo>
                  <a:lnTo>
                    <a:pt x="1932178" y="57886"/>
                  </a:lnTo>
                  <a:lnTo>
                    <a:pt x="1931416" y="60794"/>
                  </a:lnTo>
                  <a:lnTo>
                    <a:pt x="1930273" y="62814"/>
                  </a:lnTo>
                  <a:lnTo>
                    <a:pt x="1927479" y="65062"/>
                  </a:lnTo>
                  <a:lnTo>
                    <a:pt x="1925828" y="65620"/>
                  </a:lnTo>
                  <a:lnTo>
                    <a:pt x="1922272" y="65620"/>
                  </a:lnTo>
                  <a:lnTo>
                    <a:pt x="1914486" y="48933"/>
                  </a:lnTo>
                  <a:lnTo>
                    <a:pt x="1914486" y="28740"/>
                  </a:lnTo>
                  <a:lnTo>
                    <a:pt x="1922272" y="12103"/>
                  </a:lnTo>
                  <a:lnTo>
                    <a:pt x="1925828" y="12103"/>
                  </a:lnTo>
                  <a:lnTo>
                    <a:pt x="1933600" y="28740"/>
                  </a:lnTo>
                  <a:lnTo>
                    <a:pt x="1933600" y="927"/>
                  </a:lnTo>
                  <a:lnTo>
                    <a:pt x="1931543" y="0"/>
                  </a:lnTo>
                  <a:lnTo>
                    <a:pt x="1916557" y="0"/>
                  </a:lnTo>
                  <a:lnTo>
                    <a:pt x="1898904" y="38735"/>
                  </a:lnTo>
                  <a:lnTo>
                    <a:pt x="1899335" y="48933"/>
                  </a:lnTo>
                  <a:lnTo>
                    <a:pt x="1916557" y="77724"/>
                  </a:lnTo>
                  <a:lnTo>
                    <a:pt x="1931543" y="77724"/>
                  </a:lnTo>
                  <a:lnTo>
                    <a:pt x="1937385" y="75133"/>
                  </a:lnTo>
                  <a:lnTo>
                    <a:pt x="1941576" y="69938"/>
                  </a:lnTo>
                  <a:lnTo>
                    <a:pt x="1944192" y="65620"/>
                  </a:lnTo>
                  <a:lnTo>
                    <a:pt x="1944903" y="64465"/>
                  </a:lnTo>
                  <a:lnTo>
                    <a:pt x="1947291" y="57454"/>
                  </a:lnTo>
                  <a:lnTo>
                    <a:pt x="1948713" y="48933"/>
                  </a:lnTo>
                  <a:lnTo>
                    <a:pt x="1949196" y="38887"/>
                  </a:lnTo>
                  <a:close/>
                </a:path>
                <a:path w="3682365" h="78104">
                  <a:moveTo>
                    <a:pt x="2113788" y="1524"/>
                  </a:moveTo>
                  <a:lnTo>
                    <a:pt x="2101977" y="1524"/>
                  </a:lnTo>
                  <a:lnTo>
                    <a:pt x="2100199" y="6146"/>
                  </a:lnTo>
                  <a:lnTo>
                    <a:pt x="2097151" y="10198"/>
                  </a:lnTo>
                  <a:lnTo>
                    <a:pt x="2088261" y="17132"/>
                  </a:lnTo>
                  <a:lnTo>
                    <a:pt x="2084070" y="19481"/>
                  </a:lnTo>
                  <a:lnTo>
                    <a:pt x="2080260" y="20726"/>
                  </a:lnTo>
                  <a:lnTo>
                    <a:pt x="2080260" y="33934"/>
                  </a:lnTo>
                  <a:lnTo>
                    <a:pt x="2087499" y="31546"/>
                  </a:lnTo>
                  <a:lnTo>
                    <a:pt x="2093849" y="27876"/>
                  </a:lnTo>
                  <a:lnTo>
                    <a:pt x="2099183" y="22898"/>
                  </a:lnTo>
                  <a:lnTo>
                    <a:pt x="2099183" y="77724"/>
                  </a:lnTo>
                  <a:lnTo>
                    <a:pt x="2113788" y="77724"/>
                  </a:lnTo>
                  <a:lnTo>
                    <a:pt x="2113788" y="1524"/>
                  </a:lnTo>
                  <a:close/>
                </a:path>
                <a:path w="3682365" h="78104">
                  <a:moveTo>
                    <a:pt x="2295144" y="38887"/>
                  </a:moveTo>
                  <a:lnTo>
                    <a:pt x="2294648" y="28740"/>
                  </a:lnTo>
                  <a:lnTo>
                    <a:pt x="2293226" y="20256"/>
                  </a:lnTo>
                  <a:lnTo>
                    <a:pt x="2290902" y="13335"/>
                  </a:lnTo>
                  <a:lnTo>
                    <a:pt x="2290165" y="12103"/>
                  </a:lnTo>
                  <a:lnTo>
                    <a:pt x="2287651" y="7886"/>
                  </a:lnTo>
                  <a:lnTo>
                    <a:pt x="2283333" y="2628"/>
                  </a:lnTo>
                  <a:lnTo>
                    <a:pt x="2279548" y="927"/>
                  </a:lnTo>
                  <a:lnTo>
                    <a:pt x="2279548" y="28740"/>
                  </a:lnTo>
                  <a:lnTo>
                    <a:pt x="2279548" y="48933"/>
                  </a:lnTo>
                  <a:lnTo>
                    <a:pt x="2279142" y="54152"/>
                  </a:lnTo>
                  <a:lnTo>
                    <a:pt x="2278126" y="57886"/>
                  </a:lnTo>
                  <a:lnTo>
                    <a:pt x="2277364" y="60794"/>
                  </a:lnTo>
                  <a:lnTo>
                    <a:pt x="2276221" y="62814"/>
                  </a:lnTo>
                  <a:lnTo>
                    <a:pt x="2273427" y="65062"/>
                  </a:lnTo>
                  <a:lnTo>
                    <a:pt x="2271776" y="65620"/>
                  </a:lnTo>
                  <a:lnTo>
                    <a:pt x="2268220" y="65620"/>
                  </a:lnTo>
                  <a:lnTo>
                    <a:pt x="2260435" y="48933"/>
                  </a:lnTo>
                  <a:lnTo>
                    <a:pt x="2260435" y="28740"/>
                  </a:lnTo>
                  <a:lnTo>
                    <a:pt x="2268220" y="12103"/>
                  </a:lnTo>
                  <a:lnTo>
                    <a:pt x="2271776" y="12103"/>
                  </a:lnTo>
                  <a:lnTo>
                    <a:pt x="2279548" y="28740"/>
                  </a:lnTo>
                  <a:lnTo>
                    <a:pt x="2279548" y="927"/>
                  </a:lnTo>
                  <a:lnTo>
                    <a:pt x="2277491" y="0"/>
                  </a:lnTo>
                  <a:lnTo>
                    <a:pt x="2262505" y="0"/>
                  </a:lnTo>
                  <a:lnTo>
                    <a:pt x="2244852" y="38735"/>
                  </a:lnTo>
                  <a:lnTo>
                    <a:pt x="2245283" y="48933"/>
                  </a:lnTo>
                  <a:lnTo>
                    <a:pt x="2262505" y="77724"/>
                  </a:lnTo>
                  <a:lnTo>
                    <a:pt x="2277491" y="77724"/>
                  </a:lnTo>
                  <a:lnTo>
                    <a:pt x="2283333" y="75133"/>
                  </a:lnTo>
                  <a:lnTo>
                    <a:pt x="2287524" y="69938"/>
                  </a:lnTo>
                  <a:lnTo>
                    <a:pt x="2290140" y="65620"/>
                  </a:lnTo>
                  <a:lnTo>
                    <a:pt x="2290851" y="64465"/>
                  </a:lnTo>
                  <a:lnTo>
                    <a:pt x="2293239" y="57454"/>
                  </a:lnTo>
                  <a:lnTo>
                    <a:pt x="2294661" y="48933"/>
                  </a:lnTo>
                  <a:lnTo>
                    <a:pt x="2295144" y="38887"/>
                  </a:lnTo>
                  <a:close/>
                </a:path>
                <a:path w="3682365" h="78104">
                  <a:moveTo>
                    <a:pt x="2459723" y="1524"/>
                  </a:moveTo>
                  <a:lnTo>
                    <a:pt x="2447925" y="1524"/>
                  </a:lnTo>
                  <a:lnTo>
                    <a:pt x="2446147" y="6146"/>
                  </a:lnTo>
                  <a:lnTo>
                    <a:pt x="2443099" y="10198"/>
                  </a:lnTo>
                  <a:lnTo>
                    <a:pt x="2434196" y="17132"/>
                  </a:lnTo>
                  <a:lnTo>
                    <a:pt x="2430018" y="19481"/>
                  </a:lnTo>
                  <a:lnTo>
                    <a:pt x="2426195" y="20726"/>
                  </a:lnTo>
                  <a:lnTo>
                    <a:pt x="2426195" y="33934"/>
                  </a:lnTo>
                  <a:lnTo>
                    <a:pt x="2433447" y="31546"/>
                  </a:lnTo>
                  <a:lnTo>
                    <a:pt x="2439797" y="27876"/>
                  </a:lnTo>
                  <a:lnTo>
                    <a:pt x="2445118" y="22898"/>
                  </a:lnTo>
                  <a:lnTo>
                    <a:pt x="2445118" y="77724"/>
                  </a:lnTo>
                  <a:lnTo>
                    <a:pt x="2459723" y="77724"/>
                  </a:lnTo>
                  <a:lnTo>
                    <a:pt x="2459723" y="1524"/>
                  </a:lnTo>
                  <a:close/>
                </a:path>
                <a:path w="3682365" h="78104">
                  <a:moveTo>
                    <a:pt x="2642616" y="38887"/>
                  </a:moveTo>
                  <a:lnTo>
                    <a:pt x="2642120" y="28740"/>
                  </a:lnTo>
                  <a:lnTo>
                    <a:pt x="2640698" y="20256"/>
                  </a:lnTo>
                  <a:lnTo>
                    <a:pt x="2638374" y="13335"/>
                  </a:lnTo>
                  <a:lnTo>
                    <a:pt x="2637637" y="12103"/>
                  </a:lnTo>
                  <a:lnTo>
                    <a:pt x="2635123" y="7886"/>
                  </a:lnTo>
                  <a:lnTo>
                    <a:pt x="2630805" y="2628"/>
                  </a:lnTo>
                  <a:lnTo>
                    <a:pt x="2627020" y="927"/>
                  </a:lnTo>
                  <a:lnTo>
                    <a:pt x="2627020" y="28740"/>
                  </a:lnTo>
                  <a:lnTo>
                    <a:pt x="2627020" y="48933"/>
                  </a:lnTo>
                  <a:lnTo>
                    <a:pt x="2626614" y="54152"/>
                  </a:lnTo>
                  <a:lnTo>
                    <a:pt x="2625598" y="57886"/>
                  </a:lnTo>
                  <a:lnTo>
                    <a:pt x="2624836" y="60794"/>
                  </a:lnTo>
                  <a:lnTo>
                    <a:pt x="2623693" y="62814"/>
                  </a:lnTo>
                  <a:lnTo>
                    <a:pt x="2620899" y="65062"/>
                  </a:lnTo>
                  <a:lnTo>
                    <a:pt x="2619248" y="65620"/>
                  </a:lnTo>
                  <a:lnTo>
                    <a:pt x="2615692" y="65620"/>
                  </a:lnTo>
                  <a:lnTo>
                    <a:pt x="2607907" y="48933"/>
                  </a:lnTo>
                  <a:lnTo>
                    <a:pt x="2607907" y="28740"/>
                  </a:lnTo>
                  <a:lnTo>
                    <a:pt x="2615692" y="12103"/>
                  </a:lnTo>
                  <a:lnTo>
                    <a:pt x="2619248" y="12103"/>
                  </a:lnTo>
                  <a:lnTo>
                    <a:pt x="2627020" y="28740"/>
                  </a:lnTo>
                  <a:lnTo>
                    <a:pt x="2627020" y="927"/>
                  </a:lnTo>
                  <a:lnTo>
                    <a:pt x="2624963" y="0"/>
                  </a:lnTo>
                  <a:lnTo>
                    <a:pt x="2609977" y="0"/>
                  </a:lnTo>
                  <a:lnTo>
                    <a:pt x="2592324" y="38735"/>
                  </a:lnTo>
                  <a:lnTo>
                    <a:pt x="2592755" y="48933"/>
                  </a:lnTo>
                  <a:lnTo>
                    <a:pt x="2609977" y="77724"/>
                  </a:lnTo>
                  <a:lnTo>
                    <a:pt x="2624963" y="77724"/>
                  </a:lnTo>
                  <a:lnTo>
                    <a:pt x="2630805" y="75133"/>
                  </a:lnTo>
                  <a:lnTo>
                    <a:pt x="2634996" y="69938"/>
                  </a:lnTo>
                  <a:lnTo>
                    <a:pt x="2637612" y="65620"/>
                  </a:lnTo>
                  <a:lnTo>
                    <a:pt x="2638323" y="64465"/>
                  </a:lnTo>
                  <a:lnTo>
                    <a:pt x="2640711" y="57454"/>
                  </a:lnTo>
                  <a:lnTo>
                    <a:pt x="2642133" y="48933"/>
                  </a:lnTo>
                  <a:lnTo>
                    <a:pt x="2642616" y="38887"/>
                  </a:lnTo>
                  <a:close/>
                </a:path>
                <a:path w="3682365" h="78104">
                  <a:moveTo>
                    <a:pt x="2807208" y="1524"/>
                  </a:moveTo>
                  <a:lnTo>
                    <a:pt x="2795397" y="1524"/>
                  </a:lnTo>
                  <a:lnTo>
                    <a:pt x="2793619" y="6146"/>
                  </a:lnTo>
                  <a:lnTo>
                    <a:pt x="2790571" y="10198"/>
                  </a:lnTo>
                  <a:lnTo>
                    <a:pt x="2781681" y="17132"/>
                  </a:lnTo>
                  <a:lnTo>
                    <a:pt x="2777490" y="19481"/>
                  </a:lnTo>
                  <a:lnTo>
                    <a:pt x="2773680" y="20726"/>
                  </a:lnTo>
                  <a:lnTo>
                    <a:pt x="2773680" y="33934"/>
                  </a:lnTo>
                  <a:lnTo>
                    <a:pt x="2780919" y="31546"/>
                  </a:lnTo>
                  <a:lnTo>
                    <a:pt x="2787269" y="27876"/>
                  </a:lnTo>
                  <a:lnTo>
                    <a:pt x="2792603" y="22898"/>
                  </a:lnTo>
                  <a:lnTo>
                    <a:pt x="2792603" y="77724"/>
                  </a:lnTo>
                  <a:lnTo>
                    <a:pt x="2807208" y="77724"/>
                  </a:lnTo>
                  <a:lnTo>
                    <a:pt x="2807208" y="1524"/>
                  </a:lnTo>
                  <a:close/>
                </a:path>
                <a:path w="3682365" h="78104">
                  <a:moveTo>
                    <a:pt x="2988564" y="38887"/>
                  </a:moveTo>
                  <a:lnTo>
                    <a:pt x="2988068" y="28740"/>
                  </a:lnTo>
                  <a:lnTo>
                    <a:pt x="2986646" y="20256"/>
                  </a:lnTo>
                  <a:lnTo>
                    <a:pt x="2984322" y="13335"/>
                  </a:lnTo>
                  <a:lnTo>
                    <a:pt x="2983585" y="12103"/>
                  </a:lnTo>
                  <a:lnTo>
                    <a:pt x="2981071" y="7886"/>
                  </a:lnTo>
                  <a:lnTo>
                    <a:pt x="2976753" y="2628"/>
                  </a:lnTo>
                  <a:lnTo>
                    <a:pt x="2972968" y="927"/>
                  </a:lnTo>
                  <a:lnTo>
                    <a:pt x="2972968" y="28740"/>
                  </a:lnTo>
                  <a:lnTo>
                    <a:pt x="2972968" y="48933"/>
                  </a:lnTo>
                  <a:lnTo>
                    <a:pt x="2972562" y="54152"/>
                  </a:lnTo>
                  <a:lnTo>
                    <a:pt x="2971546" y="57886"/>
                  </a:lnTo>
                  <a:lnTo>
                    <a:pt x="2970784" y="60794"/>
                  </a:lnTo>
                  <a:lnTo>
                    <a:pt x="2969641" y="62814"/>
                  </a:lnTo>
                  <a:lnTo>
                    <a:pt x="2966847" y="65062"/>
                  </a:lnTo>
                  <a:lnTo>
                    <a:pt x="2965196" y="65620"/>
                  </a:lnTo>
                  <a:lnTo>
                    <a:pt x="2961640" y="65620"/>
                  </a:lnTo>
                  <a:lnTo>
                    <a:pt x="2953855" y="48933"/>
                  </a:lnTo>
                  <a:lnTo>
                    <a:pt x="2953855" y="28740"/>
                  </a:lnTo>
                  <a:lnTo>
                    <a:pt x="2961640" y="12103"/>
                  </a:lnTo>
                  <a:lnTo>
                    <a:pt x="2965196" y="12103"/>
                  </a:lnTo>
                  <a:lnTo>
                    <a:pt x="2972968" y="28740"/>
                  </a:lnTo>
                  <a:lnTo>
                    <a:pt x="2972968" y="927"/>
                  </a:lnTo>
                  <a:lnTo>
                    <a:pt x="2970911" y="0"/>
                  </a:lnTo>
                  <a:lnTo>
                    <a:pt x="2955925" y="0"/>
                  </a:lnTo>
                  <a:lnTo>
                    <a:pt x="2938272" y="38735"/>
                  </a:lnTo>
                  <a:lnTo>
                    <a:pt x="2938703" y="48933"/>
                  </a:lnTo>
                  <a:lnTo>
                    <a:pt x="2955925" y="77724"/>
                  </a:lnTo>
                  <a:lnTo>
                    <a:pt x="2970911" y="77724"/>
                  </a:lnTo>
                  <a:lnTo>
                    <a:pt x="2976753" y="75133"/>
                  </a:lnTo>
                  <a:lnTo>
                    <a:pt x="2980944" y="69938"/>
                  </a:lnTo>
                  <a:lnTo>
                    <a:pt x="2983560" y="65620"/>
                  </a:lnTo>
                  <a:lnTo>
                    <a:pt x="2984271" y="64465"/>
                  </a:lnTo>
                  <a:lnTo>
                    <a:pt x="2986659" y="57454"/>
                  </a:lnTo>
                  <a:lnTo>
                    <a:pt x="2988081" y="48933"/>
                  </a:lnTo>
                  <a:lnTo>
                    <a:pt x="2988564" y="38887"/>
                  </a:lnTo>
                  <a:close/>
                </a:path>
                <a:path w="3682365" h="78104">
                  <a:moveTo>
                    <a:pt x="3153156" y="1524"/>
                  </a:moveTo>
                  <a:lnTo>
                    <a:pt x="3141345" y="1524"/>
                  </a:lnTo>
                  <a:lnTo>
                    <a:pt x="3139567" y="6146"/>
                  </a:lnTo>
                  <a:lnTo>
                    <a:pt x="3136519" y="10198"/>
                  </a:lnTo>
                  <a:lnTo>
                    <a:pt x="3127629" y="17132"/>
                  </a:lnTo>
                  <a:lnTo>
                    <a:pt x="3123438" y="19481"/>
                  </a:lnTo>
                  <a:lnTo>
                    <a:pt x="3119628" y="20726"/>
                  </a:lnTo>
                  <a:lnTo>
                    <a:pt x="3119628" y="33934"/>
                  </a:lnTo>
                  <a:lnTo>
                    <a:pt x="3126867" y="31546"/>
                  </a:lnTo>
                  <a:lnTo>
                    <a:pt x="3133217" y="27876"/>
                  </a:lnTo>
                  <a:lnTo>
                    <a:pt x="3138551" y="22898"/>
                  </a:lnTo>
                  <a:lnTo>
                    <a:pt x="3138551" y="77724"/>
                  </a:lnTo>
                  <a:lnTo>
                    <a:pt x="3153156" y="77724"/>
                  </a:lnTo>
                  <a:lnTo>
                    <a:pt x="3153156" y="1524"/>
                  </a:lnTo>
                  <a:close/>
                </a:path>
                <a:path w="3682365" h="78104">
                  <a:moveTo>
                    <a:pt x="3334512" y="38887"/>
                  </a:moveTo>
                  <a:lnTo>
                    <a:pt x="3334042" y="28740"/>
                  </a:lnTo>
                  <a:lnTo>
                    <a:pt x="3332657" y="20256"/>
                  </a:lnTo>
                  <a:lnTo>
                    <a:pt x="3330384" y="13335"/>
                  </a:lnTo>
                  <a:lnTo>
                    <a:pt x="3329648" y="12103"/>
                  </a:lnTo>
                  <a:lnTo>
                    <a:pt x="3327146" y="7886"/>
                  </a:lnTo>
                  <a:lnTo>
                    <a:pt x="3323082" y="2628"/>
                  </a:lnTo>
                  <a:lnTo>
                    <a:pt x="3319322" y="901"/>
                  </a:lnTo>
                  <a:lnTo>
                    <a:pt x="3319322" y="28740"/>
                  </a:lnTo>
                  <a:lnTo>
                    <a:pt x="3319322" y="48933"/>
                  </a:lnTo>
                  <a:lnTo>
                    <a:pt x="3319018" y="54152"/>
                  </a:lnTo>
                  <a:lnTo>
                    <a:pt x="3318002" y="57886"/>
                  </a:lnTo>
                  <a:lnTo>
                    <a:pt x="3317240" y="60794"/>
                  </a:lnTo>
                  <a:lnTo>
                    <a:pt x="3316097" y="62814"/>
                  </a:lnTo>
                  <a:lnTo>
                    <a:pt x="3314789" y="63969"/>
                  </a:lnTo>
                  <a:lnTo>
                    <a:pt x="3313392" y="65074"/>
                  </a:lnTo>
                  <a:lnTo>
                    <a:pt x="3311906" y="65620"/>
                  </a:lnTo>
                  <a:lnTo>
                    <a:pt x="3308350" y="65620"/>
                  </a:lnTo>
                  <a:lnTo>
                    <a:pt x="3300920" y="48933"/>
                  </a:lnTo>
                  <a:lnTo>
                    <a:pt x="3300920" y="28740"/>
                  </a:lnTo>
                  <a:lnTo>
                    <a:pt x="3308350" y="12103"/>
                  </a:lnTo>
                  <a:lnTo>
                    <a:pt x="3311906" y="12103"/>
                  </a:lnTo>
                  <a:lnTo>
                    <a:pt x="3319322" y="28740"/>
                  </a:lnTo>
                  <a:lnTo>
                    <a:pt x="3319322" y="901"/>
                  </a:lnTo>
                  <a:lnTo>
                    <a:pt x="3317367" y="0"/>
                  </a:lnTo>
                  <a:lnTo>
                    <a:pt x="3302889" y="0"/>
                  </a:lnTo>
                  <a:lnTo>
                    <a:pt x="3285744" y="38735"/>
                  </a:lnTo>
                  <a:lnTo>
                    <a:pt x="3286175" y="48933"/>
                  </a:lnTo>
                  <a:lnTo>
                    <a:pt x="3302762" y="77724"/>
                  </a:lnTo>
                  <a:lnTo>
                    <a:pt x="3317367" y="77724"/>
                  </a:lnTo>
                  <a:lnTo>
                    <a:pt x="3323082" y="75133"/>
                  </a:lnTo>
                  <a:lnTo>
                    <a:pt x="3327146" y="69938"/>
                  </a:lnTo>
                  <a:lnTo>
                    <a:pt x="3329686" y="65620"/>
                  </a:lnTo>
                  <a:lnTo>
                    <a:pt x="3330384" y="64465"/>
                  </a:lnTo>
                  <a:lnTo>
                    <a:pt x="3332683" y="57454"/>
                  </a:lnTo>
                  <a:lnTo>
                    <a:pt x="3334054" y="48933"/>
                  </a:lnTo>
                  <a:lnTo>
                    <a:pt x="3334512" y="38887"/>
                  </a:lnTo>
                  <a:close/>
                </a:path>
                <a:path w="3682365" h="78104">
                  <a:moveTo>
                    <a:pt x="3500628" y="1524"/>
                  </a:moveTo>
                  <a:lnTo>
                    <a:pt x="3488817" y="1524"/>
                  </a:lnTo>
                  <a:lnTo>
                    <a:pt x="3487039" y="6146"/>
                  </a:lnTo>
                  <a:lnTo>
                    <a:pt x="3483991" y="10198"/>
                  </a:lnTo>
                  <a:lnTo>
                    <a:pt x="3475101" y="17132"/>
                  </a:lnTo>
                  <a:lnTo>
                    <a:pt x="3470910" y="19481"/>
                  </a:lnTo>
                  <a:lnTo>
                    <a:pt x="3467100" y="20726"/>
                  </a:lnTo>
                  <a:lnTo>
                    <a:pt x="3467100" y="33934"/>
                  </a:lnTo>
                  <a:lnTo>
                    <a:pt x="3474339" y="31546"/>
                  </a:lnTo>
                  <a:lnTo>
                    <a:pt x="3480689" y="27876"/>
                  </a:lnTo>
                  <a:lnTo>
                    <a:pt x="3486023" y="22898"/>
                  </a:lnTo>
                  <a:lnTo>
                    <a:pt x="3486023" y="77724"/>
                  </a:lnTo>
                  <a:lnTo>
                    <a:pt x="3500628" y="77724"/>
                  </a:lnTo>
                  <a:lnTo>
                    <a:pt x="3500628" y="1524"/>
                  </a:lnTo>
                  <a:close/>
                </a:path>
                <a:path w="3682365" h="78104">
                  <a:moveTo>
                    <a:pt x="3681984" y="38887"/>
                  </a:moveTo>
                  <a:lnTo>
                    <a:pt x="3681488" y="28740"/>
                  </a:lnTo>
                  <a:lnTo>
                    <a:pt x="3680066" y="20256"/>
                  </a:lnTo>
                  <a:lnTo>
                    <a:pt x="3677742" y="13335"/>
                  </a:lnTo>
                  <a:lnTo>
                    <a:pt x="3677005" y="12103"/>
                  </a:lnTo>
                  <a:lnTo>
                    <a:pt x="3674491" y="7886"/>
                  </a:lnTo>
                  <a:lnTo>
                    <a:pt x="3670173" y="2628"/>
                  </a:lnTo>
                  <a:lnTo>
                    <a:pt x="3666388" y="927"/>
                  </a:lnTo>
                  <a:lnTo>
                    <a:pt x="3666388" y="28740"/>
                  </a:lnTo>
                  <a:lnTo>
                    <a:pt x="3666388" y="48933"/>
                  </a:lnTo>
                  <a:lnTo>
                    <a:pt x="3665982" y="54152"/>
                  </a:lnTo>
                  <a:lnTo>
                    <a:pt x="3664966" y="57886"/>
                  </a:lnTo>
                  <a:lnTo>
                    <a:pt x="3664204" y="60794"/>
                  </a:lnTo>
                  <a:lnTo>
                    <a:pt x="3663061" y="62814"/>
                  </a:lnTo>
                  <a:lnTo>
                    <a:pt x="3660267" y="65062"/>
                  </a:lnTo>
                  <a:lnTo>
                    <a:pt x="3658616" y="65620"/>
                  </a:lnTo>
                  <a:lnTo>
                    <a:pt x="3655060" y="65620"/>
                  </a:lnTo>
                  <a:lnTo>
                    <a:pt x="3647275" y="48933"/>
                  </a:lnTo>
                  <a:lnTo>
                    <a:pt x="3647275" y="28740"/>
                  </a:lnTo>
                  <a:lnTo>
                    <a:pt x="3655060" y="12103"/>
                  </a:lnTo>
                  <a:lnTo>
                    <a:pt x="3658616" y="12103"/>
                  </a:lnTo>
                  <a:lnTo>
                    <a:pt x="3666388" y="28740"/>
                  </a:lnTo>
                  <a:lnTo>
                    <a:pt x="3666388" y="927"/>
                  </a:lnTo>
                  <a:lnTo>
                    <a:pt x="3664331" y="0"/>
                  </a:lnTo>
                  <a:lnTo>
                    <a:pt x="3649345" y="0"/>
                  </a:lnTo>
                  <a:lnTo>
                    <a:pt x="3631692" y="38735"/>
                  </a:lnTo>
                  <a:lnTo>
                    <a:pt x="3632123" y="48933"/>
                  </a:lnTo>
                  <a:lnTo>
                    <a:pt x="3649345" y="77724"/>
                  </a:lnTo>
                  <a:lnTo>
                    <a:pt x="3664331" y="77724"/>
                  </a:lnTo>
                  <a:lnTo>
                    <a:pt x="3670173" y="75133"/>
                  </a:lnTo>
                  <a:lnTo>
                    <a:pt x="3674364" y="69938"/>
                  </a:lnTo>
                  <a:lnTo>
                    <a:pt x="3676980" y="65620"/>
                  </a:lnTo>
                  <a:lnTo>
                    <a:pt x="3677691" y="64465"/>
                  </a:lnTo>
                  <a:lnTo>
                    <a:pt x="3680079" y="57454"/>
                  </a:lnTo>
                  <a:lnTo>
                    <a:pt x="3681501" y="48933"/>
                  </a:lnTo>
                  <a:lnTo>
                    <a:pt x="3681984" y="38887"/>
                  </a:lnTo>
                  <a:close/>
                </a:path>
              </a:pathLst>
            </a:custGeom>
            <a:solidFill>
              <a:srgbClr val="4264DE">
                <a:alpha val="10195"/>
              </a:srgbClr>
            </a:solidFill>
          </p:spPr>
          <p:txBody>
            <a:bodyPr wrap="square" lIns="0" tIns="0" rIns="0" bIns="0" rtlCol="0"/>
            <a:lstStyle/>
            <a:p>
              <a:endParaRPr/>
            </a:p>
          </p:txBody>
        </p:sp>
      </p:grpSp>
      <p:sp>
        <p:nvSpPr>
          <p:cNvPr id="103" name="object 103"/>
          <p:cNvSpPr/>
          <p:nvPr/>
        </p:nvSpPr>
        <p:spPr>
          <a:xfrm>
            <a:off x="7926323" y="5756147"/>
            <a:ext cx="33655" cy="76200"/>
          </a:xfrm>
          <a:custGeom>
            <a:avLst/>
            <a:gdLst/>
            <a:ahLst/>
            <a:cxnLst/>
            <a:rect l="l" t="t" r="r" b="b"/>
            <a:pathLst>
              <a:path w="33654" h="76200">
                <a:moveTo>
                  <a:pt x="33527" y="0"/>
                </a:moveTo>
                <a:lnTo>
                  <a:pt x="21717" y="0"/>
                </a:lnTo>
                <a:lnTo>
                  <a:pt x="19939" y="4622"/>
                </a:lnTo>
                <a:lnTo>
                  <a:pt x="16891" y="8674"/>
                </a:lnTo>
                <a:lnTo>
                  <a:pt x="8000" y="15608"/>
                </a:lnTo>
                <a:lnTo>
                  <a:pt x="3809" y="17957"/>
                </a:lnTo>
                <a:lnTo>
                  <a:pt x="0" y="19202"/>
                </a:lnTo>
                <a:lnTo>
                  <a:pt x="0" y="32410"/>
                </a:lnTo>
                <a:lnTo>
                  <a:pt x="7239" y="30022"/>
                </a:lnTo>
                <a:lnTo>
                  <a:pt x="13589" y="26352"/>
                </a:lnTo>
                <a:lnTo>
                  <a:pt x="18923" y="21374"/>
                </a:lnTo>
                <a:lnTo>
                  <a:pt x="18923" y="76199"/>
                </a:lnTo>
                <a:lnTo>
                  <a:pt x="33527" y="76199"/>
                </a:lnTo>
                <a:lnTo>
                  <a:pt x="33527" y="0"/>
                </a:lnTo>
                <a:close/>
              </a:path>
            </a:pathLst>
          </a:custGeom>
          <a:solidFill>
            <a:srgbClr val="4264DE">
              <a:alpha val="10195"/>
            </a:srgbClr>
          </a:solidFill>
        </p:spPr>
        <p:txBody>
          <a:bodyPr wrap="square" lIns="0" tIns="0" rIns="0" bIns="0" rtlCol="0"/>
          <a:lstStyle/>
          <a:p>
            <a:endParaRPr/>
          </a:p>
        </p:txBody>
      </p:sp>
      <p:sp>
        <p:nvSpPr>
          <p:cNvPr id="104" name="object 104"/>
          <p:cNvSpPr/>
          <p:nvPr/>
        </p:nvSpPr>
        <p:spPr>
          <a:xfrm>
            <a:off x="8092440" y="5754623"/>
            <a:ext cx="48895" cy="78105"/>
          </a:xfrm>
          <a:custGeom>
            <a:avLst/>
            <a:gdLst/>
            <a:ahLst/>
            <a:cxnLst/>
            <a:rect l="l" t="t" r="r" b="b"/>
            <a:pathLst>
              <a:path w="48895" h="78104">
                <a:moveTo>
                  <a:pt x="31623" y="0"/>
                </a:moveTo>
                <a:lnTo>
                  <a:pt x="17144" y="0"/>
                </a:lnTo>
                <a:lnTo>
                  <a:pt x="11429" y="2590"/>
                </a:lnTo>
                <a:lnTo>
                  <a:pt x="0" y="38734"/>
                </a:lnTo>
                <a:lnTo>
                  <a:pt x="438" y="48929"/>
                </a:lnTo>
                <a:lnTo>
                  <a:pt x="17017" y="77723"/>
                </a:lnTo>
                <a:lnTo>
                  <a:pt x="31623" y="77723"/>
                </a:lnTo>
                <a:lnTo>
                  <a:pt x="37337" y="75133"/>
                </a:lnTo>
                <a:lnTo>
                  <a:pt x="41401" y="69938"/>
                </a:lnTo>
                <a:lnTo>
                  <a:pt x="43953" y="65620"/>
                </a:lnTo>
                <a:lnTo>
                  <a:pt x="22605" y="65620"/>
                </a:lnTo>
                <a:lnTo>
                  <a:pt x="21065" y="65062"/>
                </a:lnTo>
                <a:lnTo>
                  <a:pt x="15182" y="48929"/>
                </a:lnTo>
                <a:lnTo>
                  <a:pt x="15186" y="28735"/>
                </a:lnTo>
                <a:lnTo>
                  <a:pt x="22605" y="12103"/>
                </a:lnTo>
                <a:lnTo>
                  <a:pt x="43911" y="12103"/>
                </a:lnTo>
                <a:lnTo>
                  <a:pt x="41401" y="7886"/>
                </a:lnTo>
                <a:lnTo>
                  <a:pt x="37337" y="2628"/>
                </a:lnTo>
                <a:lnTo>
                  <a:pt x="31623" y="0"/>
                </a:lnTo>
                <a:close/>
              </a:path>
              <a:path w="48895" h="78104">
                <a:moveTo>
                  <a:pt x="43911" y="12103"/>
                </a:moveTo>
                <a:lnTo>
                  <a:pt x="26161" y="12103"/>
                </a:lnTo>
                <a:lnTo>
                  <a:pt x="27685" y="12661"/>
                </a:lnTo>
                <a:lnTo>
                  <a:pt x="28955" y="13779"/>
                </a:lnTo>
                <a:lnTo>
                  <a:pt x="33588" y="48929"/>
                </a:lnTo>
                <a:lnTo>
                  <a:pt x="33274" y="54152"/>
                </a:lnTo>
                <a:lnTo>
                  <a:pt x="32257" y="57886"/>
                </a:lnTo>
                <a:lnTo>
                  <a:pt x="31495" y="60794"/>
                </a:lnTo>
                <a:lnTo>
                  <a:pt x="30352" y="62814"/>
                </a:lnTo>
                <a:lnTo>
                  <a:pt x="29051" y="63969"/>
                </a:lnTo>
                <a:lnTo>
                  <a:pt x="27651" y="65074"/>
                </a:lnTo>
                <a:lnTo>
                  <a:pt x="26161" y="65620"/>
                </a:lnTo>
                <a:lnTo>
                  <a:pt x="43953" y="65620"/>
                </a:lnTo>
                <a:lnTo>
                  <a:pt x="44642" y="64454"/>
                </a:lnTo>
                <a:lnTo>
                  <a:pt x="46942" y="57451"/>
                </a:lnTo>
                <a:lnTo>
                  <a:pt x="48313" y="48929"/>
                </a:lnTo>
                <a:lnTo>
                  <a:pt x="48767"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105" name="object 105"/>
          <p:cNvSpPr/>
          <p:nvPr/>
        </p:nvSpPr>
        <p:spPr>
          <a:xfrm>
            <a:off x="8273795" y="5756147"/>
            <a:ext cx="33655" cy="76200"/>
          </a:xfrm>
          <a:custGeom>
            <a:avLst/>
            <a:gdLst/>
            <a:ahLst/>
            <a:cxnLst/>
            <a:rect l="l" t="t" r="r" b="b"/>
            <a:pathLst>
              <a:path w="33654" h="76200">
                <a:moveTo>
                  <a:pt x="33527" y="0"/>
                </a:moveTo>
                <a:lnTo>
                  <a:pt x="21717" y="0"/>
                </a:lnTo>
                <a:lnTo>
                  <a:pt x="19938" y="4622"/>
                </a:lnTo>
                <a:lnTo>
                  <a:pt x="16890" y="8674"/>
                </a:lnTo>
                <a:lnTo>
                  <a:pt x="8000" y="15608"/>
                </a:lnTo>
                <a:lnTo>
                  <a:pt x="3809" y="17957"/>
                </a:lnTo>
                <a:lnTo>
                  <a:pt x="0" y="19202"/>
                </a:lnTo>
                <a:lnTo>
                  <a:pt x="0" y="32410"/>
                </a:lnTo>
                <a:lnTo>
                  <a:pt x="7238" y="30022"/>
                </a:lnTo>
                <a:lnTo>
                  <a:pt x="13588" y="26352"/>
                </a:lnTo>
                <a:lnTo>
                  <a:pt x="18923" y="21374"/>
                </a:lnTo>
                <a:lnTo>
                  <a:pt x="18923" y="76199"/>
                </a:lnTo>
                <a:lnTo>
                  <a:pt x="33527" y="76199"/>
                </a:lnTo>
                <a:lnTo>
                  <a:pt x="33527" y="0"/>
                </a:lnTo>
                <a:close/>
              </a:path>
            </a:pathLst>
          </a:custGeom>
          <a:solidFill>
            <a:srgbClr val="4264DE">
              <a:alpha val="10195"/>
            </a:srgbClr>
          </a:solidFill>
        </p:spPr>
        <p:txBody>
          <a:bodyPr wrap="square" lIns="0" tIns="0" rIns="0" bIns="0" rtlCol="0"/>
          <a:lstStyle/>
          <a:p>
            <a:endParaRPr/>
          </a:p>
        </p:txBody>
      </p:sp>
      <p:sp>
        <p:nvSpPr>
          <p:cNvPr id="106" name="object 106"/>
          <p:cNvSpPr/>
          <p:nvPr/>
        </p:nvSpPr>
        <p:spPr>
          <a:xfrm>
            <a:off x="8438388" y="5754623"/>
            <a:ext cx="1783080" cy="78105"/>
          </a:xfrm>
          <a:custGeom>
            <a:avLst/>
            <a:gdLst/>
            <a:ahLst/>
            <a:cxnLst/>
            <a:rect l="l" t="t" r="r" b="b"/>
            <a:pathLst>
              <a:path w="1783079" h="78104">
                <a:moveTo>
                  <a:pt x="50292" y="38887"/>
                </a:moveTo>
                <a:lnTo>
                  <a:pt x="49796" y="28740"/>
                </a:lnTo>
                <a:lnTo>
                  <a:pt x="48374" y="20256"/>
                </a:lnTo>
                <a:lnTo>
                  <a:pt x="46050" y="13335"/>
                </a:lnTo>
                <a:lnTo>
                  <a:pt x="45313" y="12103"/>
                </a:lnTo>
                <a:lnTo>
                  <a:pt x="42799" y="7886"/>
                </a:lnTo>
                <a:lnTo>
                  <a:pt x="38481" y="2628"/>
                </a:lnTo>
                <a:lnTo>
                  <a:pt x="34696" y="927"/>
                </a:lnTo>
                <a:lnTo>
                  <a:pt x="34696" y="28740"/>
                </a:lnTo>
                <a:lnTo>
                  <a:pt x="34696" y="48933"/>
                </a:lnTo>
                <a:lnTo>
                  <a:pt x="34290" y="54152"/>
                </a:lnTo>
                <a:lnTo>
                  <a:pt x="33274" y="57886"/>
                </a:lnTo>
                <a:lnTo>
                  <a:pt x="32512" y="60794"/>
                </a:lnTo>
                <a:lnTo>
                  <a:pt x="31369" y="62814"/>
                </a:lnTo>
                <a:lnTo>
                  <a:pt x="28575" y="65062"/>
                </a:lnTo>
                <a:lnTo>
                  <a:pt x="26924" y="65620"/>
                </a:lnTo>
                <a:lnTo>
                  <a:pt x="23368" y="65620"/>
                </a:lnTo>
                <a:lnTo>
                  <a:pt x="15582" y="48933"/>
                </a:lnTo>
                <a:lnTo>
                  <a:pt x="15582" y="28740"/>
                </a:lnTo>
                <a:lnTo>
                  <a:pt x="23368" y="12103"/>
                </a:lnTo>
                <a:lnTo>
                  <a:pt x="26924" y="12103"/>
                </a:lnTo>
                <a:lnTo>
                  <a:pt x="34696" y="28740"/>
                </a:lnTo>
                <a:lnTo>
                  <a:pt x="34696" y="927"/>
                </a:lnTo>
                <a:lnTo>
                  <a:pt x="32639" y="0"/>
                </a:lnTo>
                <a:lnTo>
                  <a:pt x="17653" y="0"/>
                </a:lnTo>
                <a:lnTo>
                  <a:pt x="0" y="38735"/>
                </a:lnTo>
                <a:lnTo>
                  <a:pt x="431" y="48933"/>
                </a:lnTo>
                <a:lnTo>
                  <a:pt x="17653" y="77724"/>
                </a:lnTo>
                <a:lnTo>
                  <a:pt x="32639" y="77724"/>
                </a:lnTo>
                <a:lnTo>
                  <a:pt x="38481" y="75133"/>
                </a:lnTo>
                <a:lnTo>
                  <a:pt x="42672" y="69938"/>
                </a:lnTo>
                <a:lnTo>
                  <a:pt x="45288" y="65620"/>
                </a:lnTo>
                <a:lnTo>
                  <a:pt x="45999" y="64465"/>
                </a:lnTo>
                <a:lnTo>
                  <a:pt x="48387" y="57454"/>
                </a:lnTo>
                <a:lnTo>
                  <a:pt x="49809" y="48933"/>
                </a:lnTo>
                <a:lnTo>
                  <a:pt x="50292" y="38887"/>
                </a:lnTo>
                <a:close/>
              </a:path>
              <a:path w="1783079" h="78104">
                <a:moveTo>
                  <a:pt x="214884" y="1524"/>
                </a:moveTo>
                <a:lnTo>
                  <a:pt x="203073" y="1524"/>
                </a:lnTo>
                <a:lnTo>
                  <a:pt x="201295" y="6146"/>
                </a:lnTo>
                <a:lnTo>
                  <a:pt x="198247" y="10198"/>
                </a:lnTo>
                <a:lnTo>
                  <a:pt x="189357" y="17132"/>
                </a:lnTo>
                <a:lnTo>
                  <a:pt x="185166" y="19481"/>
                </a:lnTo>
                <a:lnTo>
                  <a:pt x="181356" y="20726"/>
                </a:lnTo>
                <a:lnTo>
                  <a:pt x="181356" y="33934"/>
                </a:lnTo>
                <a:lnTo>
                  <a:pt x="188595" y="31546"/>
                </a:lnTo>
                <a:lnTo>
                  <a:pt x="194945" y="27876"/>
                </a:lnTo>
                <a:lnTo>
                  <a:pt x="200279" y="22898"/>
                </a:lnTo>
                <a:lnTo>
                  <a:pt x="200279" y="77724"/>
                </a:lnTo>
                <a:lnTo>
                  <a:pt x="214884" y="77724"/>
                </a:lnTo>
                <a:lnTo>
                  <a:pt x="214884" y="1524"/>
                </a:lnTo>
                <a:close/>
              </a:path>
              <a:path w="1783079" h="78104">
                <a:moveTo>
                  <a:pt x="396240" y="38887"/>
                </a:moveTo>
                <a:lnTo>
                  <a:pt x="395770" y="28740"/>
                </a:lnTo>
                <a:lnTo>
                  <a:pt x="394385" y="20256"/>
                </a:lnTo>
                <a:lnTo>
                  <a:pt x="392112" y="13335"/>
                </a:lnTo>
                <a:lnTo>
                  <a:pt x="391375" y="12103"/>
                </a:lnTo>
                <a:lnTo>
                  <a:pt x="388874" y="7886"/>
                </a:lnTo>
                <a:lnTo>
                  <a:pt x="384810" y="2628"/>
                </a:lnTo>
                <a:lnTo>
                  <a:pt x="381050" y="901"/>
                </a:lnTo>
                <a:lnTo>
                  <a:pt x="381050" y="28740"/>
                </a:lnTo>
                <a:lnTo>
                  <a:pt x="381050" y="48933"/>
                </a:lnTo>
                <a:lnTo>
                  <a:pt x="380746" y="54152"/>
                </a:lnTo>
                <a:lnTo>
                  <a:pt x="379730" y="57886"/>
                </a:lnTo>
                <a:lnTo>
                  <a:pt x="378968" y="60794"/>
                </a:lnTo>
                <a:lnTo>
                  <a:pt x="377825" y="62814"/>
                </a:lnTo>
                <a:lnTo>
                  <a:pt x="376516" y="63969"/>
                </a:lnTo>
                <a:lnTo>
                  <a:pt x="375119" y="65074"/>
                </a:lnTo>
                <a:lnTo>
                  <a:pt x="373634" y="65620"/>
                </a:lnTo>
                <a:lnTo>
                  <a:pt x="370078" y="65620"/>
                </a:lnTo>
                <a:lnTo>
                  <a:pt x="362648" y="48933"/>
                </a:lnTo>
                <a:lnTo>
                  <a:pt x="362648" y="28740"/>
                </a:lnTo>
                <a:lnTo>
                  <a:pt x="370078" y="12103"/>
                </a:lnTo>
                <a:lnTo>
                  <a:pt x="373634" y="12103"/>
                </a:lnTo>
                <a:lnTo>
                  <a:pt x="375158" y="12661"/>
                </a:lnTo>
                <a:lnTo>
                  <a:pt x="376428" y="13779"/>
                </a:lnTo>
                <a:lnTo>
                  <a:pt x="377825" y="14909"/>
                </a:lnTo>
                <a:lnTo>
                  <a:pt x="378968" y="17145"/>
                </a:lnTo>
                <a:lnTo>
                  <a:pt x="380746" y="23825"/>
                </a:lnTo>
                <a:lnTo>
                  <a:pt x="381050" y="28740"/>
                </a:lnTo>
                <a:lnTo>
                  <a:pt x="381050" y="901"/>
                </a:lnTo>
                <a:lnTo>
                  <a:pt x="379095" y="0"/>
                </a:lnTo>
                <a:lnTo>
                  <a:pt x="364617" y="0"/>
                </a:lnTo>
                <a:lnTo>
                  <a:pt x="347472" y="38735"/>
                </a:lnTo>
                <a:lnTo>
                  <a:pt x="347903" y="48933"/>
                </a:lnTo>
                <a:lnTo>
                  <a:pt x="364490" y="77724"/>
                </a:lnTo>
                <a:lnTo>
                  <a:pt x="379095" y="77724"/>
                </a:lnTo>
                <a:lnTo>
                  <a:pt x="384810" y="75133"/>
                </a:lnTo>
                <a:lnTo>
                  <a:pt x="388874" y="69938"/>
                </a:lnTo>
                <a:lnTo>
                  <a:pt x="391414" y="65620"/>
                </a:lnTo>
                <a:lnTo>
                  <a:pt x="392112" y="64465"/>
                </a:lnTo>
                <a:lnTo>
                  <a:pt x="394411" y="57454"/>
                </a:lnTo>
                <a:lnTo>
                  <a:pt x="395782" y="48933"/>
                </a:lnTo>
                <a:lnTo>
                  <a:pt x="396240" y="38887"/>
                </a:lnTo>
                <a:close/>
              </a:path>
              <a:path w="1783079" h="78104">
                <a:moveTo>
                  <a:pt x="562356" y="1524"/>
                </a:moveTo>
                <a:lnTo>
                  <a:pt x="550545" y="1524"/>
                </a:lnTo>
                <a:lnTo>
                  <a:pt x="548767" y="6146"/>
                </a:lnTo>
                <a:lnTo>
                  <a:pt x="545719" y="10198"/>
                </a:lnTo>
                <a:lnTo>
                  <a:pt x="536829" y="17132"/>
                </a:lnTo>
                <a:lnTo>
                  <a:pt x="532638" y="19481"/>
                </a:lnTo>
                <a:lnTo>
                  <a:pt x="528828" y="20726"/>
                </a:lnTo>
                <a:lnTo>
                  <a:pt x="528828" y="33934"/>
                </a:lnTo>
                <a:lnTo>
                  <a:pt x="536067" y="31546"/>
                </a:lnTo>
                <a:lnTo>
                  <a:pt x="542417" y="27876"/>
                </a:lnTo>
                <a:lnTo>
                  <a:pt x="547751" y="22898"/>
                </a:lnTo>
                <a:lnTo>
                  <a:pt x="547751" y="77724"/>
                </a:lnTo>
                <a:lnTo>
                  <a:pt x="562356" y="77724"/>
                </a:lnTo>
                <a:lnTo>
                  <a:pt x="562356" y="1524"/>
                </a:lnTo>
                <a:close/>
              </a:path>
              <a:path w="1783079" h="78104">
                <a:moveTo>
                  <a:pt x="743712" y="38887"/>
                </a:moveTo>
                <a:lnTo>
                  <a:pt x="743216" y="28740"/>
                </a:lnTo>
                <a:lnTo>
                  <a:pt x="741794" y="20256"/>
                </a:lnTo>
                <a:lnTo>
                  <a:pt x="739470" y="13335"/>
                </a:lnTo>
                <a:lnTo>
                  <a:pt x="738733" y="12103"/>
                </a:lnTo>
                <a:lnTo>
                  <a:pt x="736219" y="7886"/>
                </a:lnTo>
                <a:lnTo>
                  <a:pt x="731901" y="2628"/>
                </a:lnTo>
                <a:lnTo>
                  <a:pt x="728116" y="927"/>
                </a:lnTo>
                <a:lnTo>
                  <a:pt x="728116" y="28740"/>
                </a:lnTo>
                <a:lnTo>
                  <a:pt x="728116" y="48933"/>
                </a:lnTo>
                <a:lnTo>
                  <a:pt x="727710" y="54152"/>
                </a:lnTo>
                <a:lnTo>
                  <a:pt x="726694" y="57886"/>
                </a:lnTo>
                <a:lnTo>
                  <a:pt x="725932" y="60794"/>
                </a:lnTo>
                <a:lnTo>
                  <a:pt x="724789" y="62814"/>
                </a:lnTo>
                <a:lnTo>
                  <a:pt x="721995" y="65062"/>
                </a:lnTo>
                <a:lnTo>
                  <a:pt x="720344" y="65620"/>
                </a:lnTo>
                <a:lnTo>
                  <a:pt x="716788" y="65620"/>
                </a:lnTo>
                <a:lnTo>
                  <a:pt x="709002" y="48933"/>
                </a:lnTo>
                <a:lnTo>
                  <a:pt x="709002" y="28740"/>
                </a:lnTo>
                <a:lnTo>
                  <a:pt x="716788" y="12103"/>
                </a:lnTo>
                <a:lnTo>
                  <a:pt x="720344" y="12103"/>
                </a:lnTo>
                <a:lnTo>
                  <a:pt x="728116" y="28740"/>
                </a:lnTo>
                <a:lnTo>
                  <a:pt x="728116" y="927"/>
                </a:lnTo>
                <a:lnTo>
                  <a:pt x="726059" y="0"/>
                </a:lnTo>
                <a:lnTo>
                  <a:pt x="711073" y="0"/>
                </a:lnTo>
                <a:lnTo>
                  <a:pt x="693420" y="38735"/>
                </a:lnTo>
                <a:lnTo>
                  <a:pt x="693851" y="48933"/>
                </a:lnTo>
                <a:lnTo>
                  <a:pt x="711073" y="77724"/>
                </a:lnTo>
                <a:lnTo>
                  <a:pt x="726059" y="77724"/>
                </a:lnTo>
                <a:lnTo>
                  <a:pt x="731901" y="75133"/>
                </a:lnTo>
                <a:lnTo>
                  <a:pt x="736092" y="69938"/>
                </a:lnTo>
                <a:lnTo>
                  <a:pt x="738708" y="65620"/>
                </a:lnTo>
                <a:lnTo>
                  <a:pt x="739419" y="64465"/>
                </a:lnTo>
                <a:lnTo>
                  <a:pt x="741794" y="57454"/>
                </a:lnTo>
                <a:lnTo>
                  <a:pt x="743229" y="48933"/>
                </a:lnTo>
                <a:lnTo>
                  <a:pt x="743712" y="38887"/>
                </a:lnTo>
                <a:close/>
              </a:path>
              <a:path w="1783079" h="78104">
                <a:moveTo>
                  <a:pt x="908304" y="1524"/>
                </a:moveTo>
                <a:lnTo>
                  <a:pt x="896493" y="1524"/>
                </a:lnTo>
                <a:lnTo>
                  <a:pt x="894715" y="6146"/>
                </a:lnTo>
                <a:lnTo>
                  <a:pt x="891667" y="10198"/>
                </a:lnTo>
                <a:lnTo>
                  <a:pt x="882777" y="17132"/>
                </a:lnTo>
                <a:lnTo>
                  <a:pt x="878586" y="19481"/>
                </a:lnTo>
                <a:lnTo>
                  <a:pt x="874776" y="20726"/>
                </a:lnTo>
                <a:lnTo>
                  <a:pt x="874776" y="33934"/>
                </a:lnTo>
                <a:lnTo>
                  <a:pt x="882015" y="31546"/>
                </a:lnTo>
                <a:lnTo>
                  <a:pt x="888365" y="27876"/>
                </a:lnTo>
                <a:lnTo>
                  <a:pt x="893699" y="22898"/>
                </a:lnTo>
                <a:lnTo>
                  <a:pt x="893699" y="77724"/>
                </a:lnTo>
                <a:lnTo>
                  <a:pt x="908304" y="77724"/>
                </a:lnTo>
                <a:lnTo>
                  <a:pt x="908304" y="1524"/>
                </a:lnTo>
                <a:close/>
              </a:path>
              <a:path w="1783079" h="78104">
                <a:moveTo>
                  <a:pt x="1089660" y="38887"/>
                </a:moveTo>
                <a:lnTo>
                  <a:pt x="1089190" y="28740"/>
                </a:lnTo>
                <a:lnTo>
                  <a:pt x="1087805" y="20256"/>
                </a:lnTo>
                <a:lnTo>
                  <a:pt x="1085532" y="13335"/>
                </a:lnTo>
                <a:lnTo>
                  <a:pt x="1084795" y="12103"/>
                </a:lnTo>
                <a:lnTo>
                  <a:pt x="1082294" y="7886"/>
                </a:lnTo>
                <a:lnTo>
                  <a:pt x="1078230" y="2628"/>
                </a:lnTo>
                <a:lnTo>
                  <a:pt x="1074470" y="901"/>
                </a:lnTo>
                <a:lnTo>
                  <a:pt x="1074470" y="28740"/>
                </a:lnTo>
                <a:lnTo>
                  <a:pt x="1074470" y="48933"/>
                </a:lnTo>
                <a:lnTo>
                  <a:pt x="1074166" y="54152"/>
                </a:lnTo>
                <a:lnTo>
                  <a:pt x="1073150" y="57886"/>
                </a:lnTo>
                <a:lnTo>
                  <a:pt x="1072388" y="60794"/>
                </a:lnTo>
                <a:lnTo>
                  <a:pt x="1071245" y="62814"/>
                </a:lnTo>
                <a:lnTo>
                  <a:pt x="1069936" y="63969"/>
                </a:lnTo>
                <a:lnTo>
                  <a:pt x="1068539" y="65074"/>
                </a:lnTo>
                <a:lnTo>
                  <a:pt x="1067054" y="65620"/>
                </a:lnTo>
                <a:lnTo>
                  <a:pt x="1063498" y="65620"/>
                </a:lnTo>
                <a:lnTo>
                  <a:pt x="1056068" y="48933"/>
                </a:lnTo>
                <a:lnTo>
                  <a:pt x="1056068" y="28740"/>
                </a:lnTo>
                <a:lnTo>
                  <a:pt x="1063498" y="12103"/>
                </a:lnTo>
                <a:lnTo>
                  <a:pt x="1067054" y="12103"/>
                </a:lnTo>
                <a:lnTo>
                  <a:pt x="1074470" y="28740"/>
                </a:lnTo>
                <a:lnTo>
                  <a:pt x="1074470" y="901"/>
                </a:lnTo>
                <a:lnTo>
                  <a:pt x="1072515" y="0"/>
                </a:lnTo>
                <a:lnTo>
                  <a:pt x="1058037" y="0"/>
                </a:lnTo>
                <a:lnTo>
                  <a:pt x="1040892" y="38735"/>
                </a:lnTo>
                <a:lnTo>
                  <a:pt x="1041323" y="48933"/>
                </a:lnTo>
                <a:lnTo>
                  <a:pt x="1057910" y="77724"/>
                </a:lnTo>
                <a:lnTo>
                  <a:pt x="1072515" y="77724"/>
                </a:lnTo>
                <a:lnTo>
                  <a:pt x="1078230" y="75133"/>
                </a:lnTo>
                <a:lnTo>
                  <a:pt x="1082294" y="69938"/>
                </a:lnTo>
                <a:lnTo>
                  <a:pt x="1084834" y="65620"/>
                </a:lnTo>
                <a:lnTo>
                  <a:pt x="1085532" y="64465"/>
                </a:lnTo>
                <a:lnTo>
                  <a:pt x="1087831" y="57454"/>
                </a:lnTo>
                <a:lnTo>
                  <a:pt x="1089202" y="48933"/>
                </a:lnTo>
                <a:lnTo>
                  <a:pt x="1089660" y="38887"/>
                </a:lnTo>
                <a:close/>
              </a:path>
              <a:path w="1783079" h="78104">
                <a:moveTo>
                  <a:pt x="1274064" y="38887"/>
                </a:moveTo>
                <a:lnTo>
                  <a:pt x="1273594" y="28740"/>
                </a:lnTo>
                <a:lnTo>
                  <a:pt x="1272209" y="20256"/>
                </a:lnTo>
                <a:lnTo>
                  <a:pt x="1269936" y="13335"/>
                </a:lnTo>
                <a:lnTo>
                  <a:pt x="1269199" y="12103"/>
                </a:lnTo>
                <a:lnTo>
                  <a:pt x="1266698" y="7886"/>
                </a:lnTo>
                <a:lnTo>
                  <a:pt x="1262634" y="2628"/>
                </a:lnTo>
                <a:lnTo>
                  <a:pt x="1258874" y="901"/>
                </a:lnTo>
                <a:lnTo>
                  <a:pt x="1258874" y="28740"/>
                </a:lnTo>
                <a:lnTo>
                  <a:pt x="1258874" y="48933"/>
                </a:lnTo>
                <a:lnTo>
                  <a:pt x="1258570" y="54152"/>
                </a:lnTo>
                <a:lnTo>
                  <a:pt x="1257554" y="57886"/>
                </a:lnTo>
                <a:lnTo>
                  <a:pt x="1256792" y="60794"/>
                </a:lnTo>
                <a:lnTo>
                  <a:pt x="1255649" y="62814"/>
                </a:lnTo>
                <a:lnTo>
                  <a:pt x="1254340" y="63969"/>
                </a:lnTo>
                <a:lnTo>
                  <a:pt x="1252943" y="65074"/>
                </a:lnTo>
                <a:lnTo>
                  <a:pt x="1251458" y="65620"/>
                </a:lnTo>
                <a:lnTo>
                  <a:pt x="1247902" y="65620"/>
                </a:lnTo>
                <a:lnTo>
                  <a:pt x="1240472" y="48933"/>
                </a:lnTo>
                <a:lnTo>
                  <a:pt x="1240472" y="28740"/>
                </a:lnTo>
                <a:lnTo>
                  <a:pt x="1247902" y="12103"/>
                </a:lnTo>
                <a:lnTo>
                  <a:pt x="1251458" y="12103"/>
                </a:lnTo>
                <a:lnTo>
                  <a:pt x="1258874" y="28740"/>
                </a:lnTo>
                <a:lnTo>
                  <a:pt x="1258874" y="901"/>
                </a:lnTo>
                <a:lnTo>
                  <a:pt x="1256919" y="0"/>
                </a:lnTo>
                <a:lnTo>
                  <a:pt x="1242441" y="0"/>
                </a:lnTo>
                <a:lnTo>
                  <a:pt x="1225296" y="38735"/>
                </a:lnTo>
                <a:lnTo>
                  <a:pt x="1225727" y="48933"/>
                </a:lnTo>
                <a:lnTo>
                  <a:pt x="1242314" y="77724"/>
                </a:lnTo>
                <a:lnTo>
                  <a:pt x="1256919" y="77724"/>
                </a:lnTo>
                <a:lnTo>
                  <a:pt x="1262634" y="75133"/>
                </a:lnTo>
                <a:lnTo>
                  <a:pt x="1266698" y="69938"/>
                </a:lnTo>
                <a:lnTo>
                  <a:pt x="1269238" y="65620"/>
                </a:lnTo>
                <a:lnTo>
                  <a:pt x="1269936" y="64465"/>
                </a:lnTo>
                <a:lnTo>
                  <a:pt x="1272235" y="57454"/>
                </a:lnTo>
                <a:lnTo>
                  <a:pt x="1273606" y="48933"/>
                </a:lnTo>
                <a:lnTo>
                  <a:pt x="1274064" y="38887"/>
                </a:lnTo>
                <a:close/>
              </a:path>
              <a:path w="1783079" h="78104">
                <a:moveTo>
                  <a:pt x="1440180" y="1524"/>
                </a:moveTo>
                <a:lnTo>
                  <a:pt x="1428369" y="1524"/>
                </a:lnTo>
                <a:lnTo>
                  <a:pt x="1426591" y="6146"/>
                </a:lnTo>
                <a:lnTo>
                  <a:pt x="1423543" y="10198"/>
                </a:lnTo>
                <a:lnTo>
                  <a:pt x="1414653" y="17132"/>
                </a:lnTo>
                <a:lnTo>
                  <a:pt x="1410462" y="19481"/>
                </a:lnTo>
                <a:lnTo>
                  <a:pt x="1406652" y="20726"/>
                </a:lnTo>
                <a:lnTo>
                  <a:pt x="1406652" y="33934"/>
                </a:lnTo>
                <a:lnTo>
                  <a:pt x="1413891" y="31546"/>
                </a:lnTo>
                <a:lnTo>
                  <a:pt x="1420241" y="27876"/>
                </a:lnTo>
                <a:lnTo>
                  <a:pt x="1425575" y="22898"/>
                </a:lnTo>
                <a:lnTo>
                  <a:pt x="1425575" y="77724"/>
                </a:lnTo>
                <a:lnTo>
                  <a:pt x="1440180" y="77724"/>
                </a:lnTo>
                <a:lnTo>
                  <a:pt x="1440180" y="1524"/>
                </a:lnTo>
                <a:close/>
              </a:path>
              <a:path w="1783079" h="78104">
                <a:moveTo>
                  <a:pt x="1601724" y="1524"/>
                </a:moveTo>
                <a:lnTo>
                  <a:pt x="1589913" y="1524"/>
                </a:lnTo>
                <a:lnTo>
                  <a:pt x="1588135" y="6146"/>
                </a:lnTo>
                <a:lnTo>
                  <a:pt x="1585087" y="10198"/>
                </a:lnTo>
                <a:lnTo>
                  <a:pt x="1576197" y="17132"/>
                </a:lnTo>
                <a:lnTo>
                  <a:pt x="1572006" y="19481"/>
                </a:lnTo>
                <a:lnTo>
                  <a:pt x="1568196" y="20726"/>
                </a:lnTo>
                <a:lnTo>
                  <a:pt x="1568196" y="33934"/>
                </a:lnTo>
                <a:lnTo>
                  <a:pt x="1575435" y="31546"/>
                </a:lnTo>
                <a:lnTo>
                  <a:pt x="1581785" y="27876"/>
                </a:lnTo>
                <a:lnTo>
                  <a:pt x="1587119" y="22898"/>
                </a:lnTo>
                <a:lnTo>
                  <a:pt x="1587119" y="77724"/>
                </a:lnTo>
                <a:lnTo>
                  <a:pt x="1601724" y="77724"/>
                </a:lnTo>
                <a:lnTo>
                  <a:pt x="1601724" y="1524"/>
                </a:lnTo>
                <a:close/>
              </a:path>
              <a:path w="1783079" h="78104">
                <a:moveTo>
                  <a:pt x="1783080" y="38887"/>
                </a:moveTo>
                <a:lnTo>
                  <a:pt x="1782610" y="28740"/>
                </a:lnTo>
                <a:lnTo>
                  <a:pt x="1781225" y="20256"/>
                </a:lnTo>
                <a:lnTo>
                  <a:pt x="1778952" y="13335"/>
                </a:lnTo>
                <a:lnTo>
                  <a:pt x="1778215" y="12103"/>
                </a:lnTo>
                <a:lnTo>
                  <a:pt x="1775714" y="7886"/>
                </a:lnTo>
                <a:lnTo>
                  <a:pt x="1771650" y="2628"/>
                </a:lnTo>
                <a:lnTo>
                  <a:pt x="1767890" y="901"/>
                </a:lnTo>
                <a:lnTo>
                  <a:pt x="1767890" y="28740"/>
                </a:lnTo>
                <a:lnTo>
                  <a:pt x="1767890" y="48933"/>
                </a:lnTo>
                <a:lnTo>
                  <a:pt x="1767586" y="54152"/>
                </a:lnTo>
                <a:lnTo>
                  <a:pt x="1766570" y="57886"/>
                </a:lnTo>
                <a:lnTo>
                  <a:pt x="1765808" y="60794"/>
                </a:lnTo>
                <a:lnTo>
                  <a:pt x="1764665" y="62814"/>
                </a:lnTo>
                <a:lnTo>
                  <a:pt x="1763356" y="63969"/>
                </a:lnTo>
                <a:lnTo>
                  <a:pt x="1761959" y="65074"/>
                </a:lnTo>
                <a:lnTo>
                  <a:pt x="1760474" y="65620"/>
                </a:lnTo>
                <a:lnTo>
                  <a:pt x="1756918" y="65620"/>
                </a:lnTo>
                <a:lnTo>
                  <a:pt x="1749488" y="48933"/>
                </a:lnTo>
                <a:lnTo>
                  <a:pt x="1749488" y="28740"/>
                </a:lnTo>
                <a:lnTo>
                  <a:pt x="1756918" y="12103"/>
                </a:lnTo>
                <a:lnTo>
                  <a:pt x="1760474" y="12103"/>
                </a:lnTo>
                <a:lnTo>
                  <a:pt x="1761998" y="12661"/>
                </a:lnTo>
                <a:lnTo>
                  <a:pt x="1763268" y="13779"/>
                </a:lnTo>
                <a:lnTo>
                  <a:pt x="1764665" y="14909"/>
                </a:lnTo>
                <a:lnTo>
                  <a:pt x="1765808" y="17145"/>
                </a:lnTo>
                <a:lnTo>
                  <a:pt x="1767586" y="23825"/>
                </a:lnTo>
                <a:lnTo>
                  <a:pt x="1767890" y="28740"/>
                </a:lnTo>
                <a:lnTo>
                  <a:pt x="1767890" y="901"/>
                </a:lnTo>
                <a:lnTo>
                  <a:pt x="1765935" y="0"/>
                </a:lnTo>
                <a:lnTo>
                  <a:pt x="1751457" y="0"/>
                </a:lnTo>
                <a:lnTo>
                  <a:pt x="1734312" y="38735"/>
                </a:lnTo>
                <a:lnTo>
                  <a:pt x="1734743" y="48933"/>
                </a:lnTo>
                <a:lnTo>
                  <a:pt x="1751330" y="77724"/>
                </a:lnTo>
                <a:lnTo>
                  <a:pt x="1765935" y="77724"/>
                </a:lnTo>
                <a:lnTo>
                  <a:pt x="1771650" y="75133"/>
                </a:lnTo>
                <a:lnTo>
                  <a:pt x="1775714" y="69938"/>
                </a:lnTo>
                <a:lnTo>
                  <a:pt x="1778254" y="65620"/>
                </a:lnTo>
                <a:lnTo>
                  <a:pt x="1778952" y="64465"/>
                </a:lnTo>
                <a:lnTo>
                  <a:pt x="1781251" y="57454"/>
                </a:lnTo>
                <a:lnTo>
                  <a:pt x="1782622" y="48933"/>
                </a:lnTo>
                <a:lnTo>
                  <a:pt x="1783080" y="38887"/>
                </a:lnTo>
                <a:close/>
              </a:path>
            </a:pathLst>
          </a:custGeom>
          <a:solidFill>
            <a:srgbClr val="4264DE">
              <a:alpha val="10195"/>
            </a:srgbClr>
          </a:solidFill>
        </p:spPr>
        <p:txBody>
          <a:bodyPr wrap="square" lIns="0" tIns="0" rIns="0" bIns="0" rtlCol="0"/>
          <a:lstStyle/>
          <a:p>
            <a:endParaRPr/>
          </a:p>
        </p:txBody>
      </p:sp>
      <p:sp>
        <p:nvSpPr>
          <p:cNvPr id="107" name="object 107"/>
          <p:cNvSpPr/>
          <p:nvPr/>
        </p:nvSpPr>
        <p:spPr>
          <a:xfrm>
            <a:off x="10354056" y="5756147"/>
            <a:ext cx="33655" cy="76200"/>
          </a:xfrm>
          <a:custGeom>
            <a:avLst/>
            <a:gdLst/>
            <a:ahLst/>
            <a:cxnLst/>
            <a:rect l="l" t="t" r="r" b="b"/>
            <a:pathLst>
              <a:path w="33654" h="76200">
                <a:moveTo>
                  <a:pt x="33527" y="0"/>
                </a:moveTo>
                <a:lnTo>
                  <a:pt x="21717" y="0"/>
                </a:lnTo>
                <a:lnTo>
                  <a:pt x="19939" y="4622"/>
                </a:lnTo>
                <a:lnTo>
                  <a:pt x="16891" y="8674"/>
                </a:lnTo>
                <a:lnTo>
                  <a:pt x="8000" y="15608"/>
                </a:lnTo>
                <a:lnTo>
                  <a:pt x="3810" y="17957"/>
                </a:lnTo>
                <a:lnTo>
                  <a:pt x="0" y="19202"/>
                </a:lnTo>
                <a:lnTo>
                  <a:pt x="0" y="32410"/>
                </a:lnTo>
                <a:lnTo>
                  <a:pt x="7239" y="30022"/>
                </a:lnTo>
                <a:lnTo>
                  <a:pt x="13589" y="26352"/>
                </a:lnTo>
                <a:lnTo>
                  <a:pt x="18923" y="21374"/>
                </a:lnTo>
                <a:lnTo>
                  <a:pt x="18923" y="76199"/>
                </a:lnTo>
                <a:lnTo>
                  <a:pt x="33527" y="76199"/>
                </a:lnTo>
                <a:lnTo>
                  <a:pt x="33527" y="0"/>
                </a:lnTo>
                <a:close/>
              </a:path>
            </a:pathLst>
          </a:custGeom>
          <a:solidFill>
            <a:srgbClr val="4264DE">
              <a:alpha val="10195"/>
            </a:srgbClr>
          </a:solidFill>
        </p:spPr>
        <p:txBody>
          <a:bodyPr wrap="square" lIns="0" tIns="0" rIns="0" bIns="0" rtlCol="0"/>
          <a:lstStyle/>
          <a:p>
            <a:endParaRPr/>
          </a:p>
        </p:txBody>
      </p:sp>
      <p:sp>
        <p:nvSpPr>
          <p:cNvPr id="108" name="object 108"/>
          <p:cNvSpPr/>
          <p:nvPr/>
        </p:nvSpPr>
        <p:spPr>
          <a:xfrm>
            <a:off x="10518647" y="5754623"/>
            <a:ext cx="50800" cy="78105"/>
          </a:xfrm>
          <a:custGeom>
            <a:avLst/>
            <a:gdLst/>
            <a:ahLst/>
            <a:cxnLst/>
            <a:rect l="l" t="t" r="r" b="b"/>
            <a:pathLst>
              <a:path w="50800" h="78104">
                <a:moveTo>
                  <a:pt x="32638" y="0"/>
                </a:moveTo>
                <a:lnTo>
                  <a:pt x="17652" y="0"/>
                </a:lnTo>
                <a:lnTo>
                  <a:pt x="11810" y="2590"/>
                </a:lnTo>
                <a:lnTo>
                  <a:pt x="0" y="38734"/>
                </a:lnTo>
                <a:lnTo>
                  <a:pt x="440" y="48929"/>
                </a:lnTo>
                <a:lnTo>
                  <a:pt x="17652" y="77723"/>
                </a:lnTo>
                <a:lnTo>
                  <a:pt x="32638" y="77723"/>
                </a:lnTo>
                <a:lnTo>
                  <a:pt x="38480" y="75133"/>
                </a:lnTo>
                <a:lnTo>
                  <a:pt x="42672" y="69938"/>
                </a:lnTo>
                <a:lnTo>
                  <a:pt x="45296" y="65620"/>
                </a:lnTo>
                <a:lnTo>
                  <a:pt x="23368" y="65620"/>
                </a:lnTo>
                <a:lnTo>
                  <a:pt x="21701" y="65062"/>
                </a:lnTo>
                <a:lnTo>
                  <a:pt x="18923" y="62852"/>
                </a:lnTo>
                <a:lnTo>
                  <a:pt x="17779" y="60629"/>
                </a:lnTo>
                <a:lnTo>
                  <a:pt x="16001" y="53949"/>
                </a:lnTo>
                <a:lnTo>
                  <a:pt x="15586" y="48929"/>
                </a:lnTo>
                <a:lnTo>
                  <a:pt x="15591" y="28735"/>
                </a:lnTo>
                <a:lnTo>
                  <a:pt x="23368" y="12103"/>
                </a:lnTo>
                <a:lnTo>
                  <a:pt x="45324" y="12103"/>
                </a:lnTo>
                <a:lnTo>
                  <a:pt x="42799" y="7886"/>
                </a:lnTo>
                <a:lnTo>
                  <a:pt x="38480" y="2628"/>
                </a:lnTo>
                <a:lnTo>
                  <a:pt x="32638" y="0"/>
                </a:lnTo>
                <a:close/>
              </a:path>
              <a:path w="50800" h="78104">
                <a:moveTo>
                  <a:pt x="45324" y="12103"/>
                </a:moveTo>
                <a:lnTo>
                  <a:pt x="26924" y="12103"/>
                </a:lnTo>
                <a:lnTo>
                  <a:pt x="28575" y="12661"/>
                </a:lnTo>
                <a:lnTo>
                  <a:pt x="31369" y="14909"/>
                </a:lnTo>
                <a:lnTo>
                  <a:pt x="32511" y="17144"/>
                </a:lnTo>
                <a:lnTo>
                  <a:pt x="34290" y="23825"/>
                </a:lnTo>
                <a:lnTo>
                  <a:pt x="34696" y="28735"/>
                </a:lnTo>
                <a:lnTo>
                  <a:pt x="34708" y="48929"/>
                </a:lnTo>
                <a:lnTo>
                  <a:pt x="34290" y="54152"/>
                </a:lnTo>
                <a:lnTo>
                  <a:pt x="33274" y="57886"/>
                </a:lnTo>
                <a:lnTo>
                  <a:pt x="32511" y="60794"/>
                </a:lnTo>
                <a:lnTo>
                  <a:pt x="31369" y="62814"/>
                </a:lnTo>
                <a:lnTo>
                  <a:pt x="28575" y="65062"/>
                </a:lnTo>
                <a:lnTo>
                  <a:pt x="26924" y="65620"/>
                </a:lnTo>
                <a:lnTo>
                  <a:pt x="45296" y="65620"/>
                </a:lnTo>
                <a:lnTo>
                  <a:pt x="46005" y="64454"/>
                </a:lnTo>
                <a:lnTo>
                  <a:pt x="48386" y="57451"/>
                </a:lnTo>
                <a:lnTo>
                  <a:pt x="49815" y="48929"/>
                </a:lnTo>
                <a:lnTo>
                  <a:pt x="50292"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109" name="object 109"/>
          <p:cNvSpPr/>
          <p:nvPr/>
        </p:nvSpPr>
        <p:spPr>
          <a:xfrm>
            <a:off x="10700004" y="5756147"/>
            <a:ext cx="33655" cy="76200"/>
          </a:xfrm>
          <a:custGeom>
            <a:avLst/>
            <a:gdLst/>
            <a:ahLst/>
            <a:cxnLst/>
            <a:rect l="l" t="t" r="r" b="b"/>
            <a:pathLst>
              <a:path w="33654" h="76200">
                <a:moveTo>
                  <a:pt x="33527" y="0"/>
                </a:moveTo>
                <a:lnTo>
                  <a:pt x="21717" y="0"/>
                </a:lnTo>
                <a:lnTo>
                  <a:pt x="19939" y="4622"/>
                </a:lnTo>
                <a:lnTo>
                  <a:pt x="16891" y="8674"/>
                </a:lnTo>
                <a:lnTo>
                  <a:pt x="8000" y="15608"/>
                </a:lnTo>
                <a:lnTo>
                  <a:pt x="3810" y="17957"/>
                </a:lnTo>
                <a:lnTo>
                  <a:pt x="0" y="19202"/>
                </a:lnTo>
                <a:lnTo>
                  <a:pt x="0" y="32410"/>
                </a:lnTo>
                <a:lnTo>
                  <a:pt x="7239" y="30022"/>
                </a:lnTo>
                <a:lnTo>
                  <a:pt x="13589" y="26352"/>
                </a:lnTo>
                <a:lnTo>
                  <a:pt x="18923" y="21374"/>
                </a:lnTo>
                <a:lnTo>
                  <a:pt x="18923" y="76199"/>
                </a:lnTo>
                <a:lnTo>
                  <a:pt x="33527" y="76199"/>
                </a:lnTo>
                <a:lnTo>
                  <a:pt x="33527" y="0"/>
                </a:lnTo>
                <a:close/>
              </a:path>
            </a:pathLst>
          </a:custGeom>
          <a:solidFill>
            <a:srgbClr val="4264DE">
              <a:alpha val="10195"/>
            </a:srgbClr>
          </a:solidFill>
        </p:spPr>
        <p:txBody>
          <a:bodyPr wrap="square" lIns="0" tIns="0" rIns="0" bIns="0" rtlCol="0"/>
          <a:lstStyle/>
          <a:p>
            <a:endParaRPr/>
          </a:p>
        </p:txBody>
      </p:sp>
      <p:sp>
        <p:nvSpPr>
          <p:cNvPr id="110" name="object 110"/>
          <p:cNvSpPr/>
          <p:nvPr/>
        </p:nvSpPr>
        <p:spPr>
          <a:xfrm>
            <a:off x="10866119" y="5754623"/>
            <a:ext cx="48895" cy="78105"/>
          </a:xfrm>
          <a:custGeom>
            <a:avLst/>
            <a:gdLst/>
            <a:ahLst/>
            <a:cxnLst/>
            <a:rect l="l" t="t" r="r" b="b"/>
            <a:pathLst>
              <a:path w="48895" h="78104">
                <a:moveTo>
                  <a:pt x="31623" y="0"/>
                </a:moveTo>
                <a:lnTo>
                  <a:pt x="17145" y="0"/>
                </a:lnTo>
                <a:lnTo>
                  <a:pt x="11429" y="2590"/>
                </a:lnTo>
                <a:lnTo>
                  <a:pt x="0" y="38734"/>
                </a:lnTo>
                <a:lnTo>
                  <a:pt x="438" y="48929"/>
                </a:lnTo>
                <a:lnTo>
                  <a:pt x="17018" y="77723"/>
                </a:lnTo>
                <a:lnTo>
                  <a:pt x="31623" y="77723"/>
                </a:lnTo>
                <a:lnTo>
                  <a:pt x="37337" y="75133"/>
                </a:lnTo>
                <a:lnTo>
                  <a:pt x="41401" y="69938"/>
                </a:lnTo>
                <a:lnTo>
                  <a:pt x="43953" y="65620"/>
                </a:lnTo>
                <a:lnTo>
                  <a:pt x="22605" y="65620"/>
                </a:lnTo>
                <a:lnTo>
                  <a:pt x="21065" y="65062"/>
                </a:lnTo>
                <a:lnTo>
                  <a:pt x="15182" y="48929"/>
                </a:lnTo>
                <a:lnTo>
                  <a:pt x="15186" y="28735"/>
                </a:lnTo>
                <a:lnTo>
                  <a:pt x="22605" y="12103"/>
                </a:lnTo>
                <a:lnTo>
                  <a:pt x="43911" y="12103"/>
                </a:lnTo>
                <a:lnTo>
                  <a:pt x="41401" y="7886"/>
                </a:lnTo>
                <a:lnTo>
                  <a:pt x="37337" y="2628"/>
                </a:lnTo>
                <a:lnTo>
                  <a:pt x="31623" y="0"/>
                </a:lnTo>
                <a:close/>
              </a:path>
              <a:path w="48895" h="78104">
                <a:moveTo>
                  <a:pt x="43911" y="12103"/>
                </a:moveTo>
                <a:lnTo>
                  <a:pt x="26161" y="12103"/>
                </a:lnTo>
                <a:lnTo>
                  <a:pt x="27685" y="12661"/>
                </a:lnTo>
                <a:lnTo>
                  <a:pt x="29082" y="13779"/>
                </a:lnTo>
                <a:lnTo>
                  <a:pt x="33588" y="48929"/>
                </a:lnTo>
                <a:lnTo>
                  <a:pt x="33274" y="54152"/>
                </a:lnTo>
                <a:lnTo>
                  <a:pt x="32257" y="57886"/>
                </a:lnTo>
                <a:lnTo>
                  <a:pt x="31496" y="60794"/>
                </a:lnTo>
                <a:lnTo>
                  <a:pt x="30352" y="62814"/>
                </a:lnTo>
                <a:lnTo>
                  <a:pt x="29051" y="63969"/>
                </a:lnTo>
                <a:lnTo>
                  <a:pt x="27651" y="65074"/>
                </a:lnTo>
                <a:lnTo>
                  <a:pt x="26161" y="65620"/>
                </a:lnTo>
                <a:lnTo>
                  <a:pt x="43953" y="65620"/>
                </a:lnTo>
                <a:lnTo>
                  <a:pt x="44642" y="64454"/>
                </a:lnTo>
                <a:lnTo>
                  <a:pt x="46942" y="57451"/>
                </a:lnTo>
                <a:lnTo>
                  <a:pt x="48313" y="48929"/>
                </a:lnTo>
                <a:lnTo>
                  <a:pt x="48768"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111" name="object 111"/>
          <p:cNvSpPr/>
          <p:nvPr/>
        </p:nvSpPr>
        <p:spPr>
          <a:xfrm>
            <a:off x="11047476" y="5756147"/>
            <a:ext cx="33655" cy="76200"/>
          </a:xfrm>
          <a:custGeom>
            <a:avLst/>
            <a:gdLst/>
            <a:ahLst/>
            <a:cxnLst/>
            <a:rect l="l" t="t" r="r" b="b"/>
            <a:pathLst>
              <a:path w="33654" h="76200">
                <a:moveTo>
                  <a:pt x="33527" y="0"/>
                </a:moveTo>
                <a:lnTo>
                  <a:pt x="21717" y="0"/>
                </a:lnTo>
                <a:lnTo>
                  <a:pt x="19939" y="4622"/>
                </a:lnTo>
                <a:lnTo>
                  <a:pt x="16891" y="8674"/>
                </a:lnTo>
                <a:lnTo>
                  <a:pt x="8000" y="15608"/>
                </a:lnTo>
                <a:lnTo>
                  <a:pt x="3809" y="17957"/>
                </a:lnTo>
                <a:lnTo>
                  <a:pt x="0" y="19202"/>
                </a:lnTo>
                <a:lnTo>
                  <a:pt x="0" y="32410"/>
                </a:lnTo>
                <a:lnTo>
                  <a:pt x="7239" y="30022"/>
                </a:lnTo>
                <a:lnTo>
                  <a:pt x="13589" y="26352"/>
                </a:lnTo>
                <a:lnTo>
                  <a:pt x="18923" y="21374"/>
                </a:lnTo>
                <a:lnTo>
                  <a:pt x="18923" y="76199"/>
                </a:lnTo>
                <a:lnTo>
                  <a:pt x="33527" y="76199"/>
                </a:lnTo>
                <a:lnTo>
                  <a:pt x="33527" y="0"/>
                </a:lnTo>
                <a:close/>
              </a:path>
            </a:pathLst>
          </a:custGeom>
          <a:solidFill>
            <a:srgbClr val="4264DE">
              <a:alpha val="10195"/>
            </a:srgbClr>
          </a:solidFill>
        </p:spPr>
        <p:txBody>
          <a:bodyPr wrap="square" lIns="0" tIns="0" rIns="0" bIns="0" rtlCol="0"/>
          <a:lstStyle/>
          <a:p>
            <a:endParaRPr/>
          </a:p>
        </p:txBody>
      </p:sp>
      <p:sp>
        <p:nvSpPr>
          <p:cNvPr id="112" name="object 112"/>
          <p:cNvSpPr/>
          <p:nvPr/>
        </p:nvSpPr>
        <p:spPr>
          <a:xfrm>
            <a:off x="11212068" y="5754623"/>
            <a:ext cx="50800" cy="78105"/>
          </a:xfrm>
          <a:custGeom>
            <a:avLst/>
            <a:gdLst/>
            <a:ahLst/>
            <a:cxnLst/>
            <a:rect l="l" t="t" r="r" b="b"/>
            <a:pathLst>
              <a:path w="50800" h="78104">
                <a:moveTo>
                  <a:pt x="32638" y="0"/>
                </a:moveTo>
                <a:lnTo>
                  <a:pt x="17652" y="0"/>
                </a:lnTo>
                <a:lnTo>
                  <a:pt x="11810" y="2590"/>
                </a:lnTo>
                <a:lnTo>
                  <a:pt x="0" y="38734"/>
                </a:lnTo>
                <a:lnTo>
                  <a:pt x="440" y="48929"/>
                </a:lnTo>
                <a:lnTo>
                  <a:pt x="17652" y="77723"/>
                </a:lnTo>
                <a:lnTo>
                  <a:pt x="32638" y="77723"/>
                </a:lnTo>
                <a:lnTo>
                  <a:pt x="38480" y="75133"/>
                </a:lnTo>
                <a:lnTo>
                  <a:pt x="42672" y="69938"/>
                </a:lnTo>
                <a:lnTo>
                  <a:pt x="45296" y="65620"/>
                </a:lnTo>
                <a:lnTo>
                  <a:pt x="23367" y="65620"/>
                </a:lnTo>
                <a:lnTo>
                  <a:pt x="21701" y="65062"/>
                </a:lnTo>
                <a:lnTo>
                  <a:pt x="18923" y="62852"/>
                </a:lnTo>
                <a:lnTo>
                  <a:pt x="17779" y="60629"/>
                </a:lnTo>
                <a:lnTo>
                  <a:pt x="16001" y="53949"/>
                </a:lnTo>
                <a:lnTo>
                  <a:pt x="15586" y="48929"/>
                </a:lnTo>
                <a:lnTo>
                  <a:pt x="15591" y="28735"/>
                </a:lnTo>
                <a:lnTo>
                  <a:pt x="23367" y="12103"/>
                </a:lnTo>
                <a:lnTo>
                  <a:pt x="45324" y="12103"/>
                </a:lnTo>
                <a:lnTo>
                  <a:pt x="42799" y="7886"/>
                </a:lnTo>
                <a:lnTo>
                  <a:pt x="38480" y="2628"/>
                </a:lnTo>
                <a:lnTo>
                  <a:pt x="32638" y="0"/>
                </a:lnTo>
                <a:close/>
              </a:path>
              <a:path w="50800" h="78104">
                <a:moveTo>
                  <a:pt x="45324" y="12103"/>
                </a:moveTo>
                <a:lnTo>
                  <a:pt x="26924" y="12103"/>
                </a:lnTo>
                <a:lnTo>
                  <a:pt x="28575" y="12661"/>
                </a:lnTo>
                <a:lnTo>
                  <a:pt x="31368" y="14909"/>
                </a:lnTo>
                <a:lnTo>
                  <a:pt x="32511" y="17144"/>
                </a:lnTo>
                <a:lnTo>
                  <a:pt x="34289" y="23825"/>
                </a:lnTo>
                <a:lnTo>
                  <a:pt x="34696" y="28735"/>
                </a:lnTo>
                <a:lnTo>
                  <a:pt x="34708" y="48929"/>
                </a:lnTo>
                <a:lnTo>
                  <a:pt x="34289" y="54152"/>
                </a:lnTo>
                <a:lnTo>
                  <a:pt x="33274" y="57886"/>
                </a:lnTo>
                <a:lnTo>
                  <a:pt x="32511" y="60794"/>
                </a:lnTo>
                <a:lnTo>
                  <a:pt x="31368" y="62814"/>
                </a:lnTo>
                <a:lnTo>
                  <a:pt x="28575" y="65062"/>
                </a:lnTo>
                <a:lnTo>
                  <a:pt x="26924" y="65620"/>
                </a:lnTo>
                <a:lnTo>
                  <a:pt x="45296" y="65620"/>
                </a:lnTo>
                <a:lnTo>
                  <a:pt x="46005" y="64454"/>
                </a:lnTo>
                <a:lnTo>
                  <a:pt x="48386" y="57451"/>
                </a:lnTo>
                <a:lnTo>
                  <a:pt x="49815" y="48929"/>
                </a:lnTo>
                <a:lnTo>
                  <a:pt x="50291"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113" name="object 113"/>
          <p:cNvSpPr/>
          <p:nvPr/>
        </p:nvSpPr>
        <p:spPr>
          <a:xfrm>
            <a:off x="11393423" y="5756147"/>
            <a:ext cx="33655" cy="76200"/>
          </a:xfrm>
          <a:custGeom>
            <a:avLst/>
            <a:gdLst/>
            <a:ahLst/>
            <a:cxnLst/>
            <a:rect l="l" t="t" r="r" b="b"/>
            <a:pathLst>
              <a:path w="33654" h="76200">
                <a:moveTo>
                  <a:pt x="33527" y="0"/>
                </a:moveTo>
                <a:lnTo>
                  <a:pt x="21717" y="0"/>
                </a:lnTo>
                <a:lnTo>
                  <a:pt x="19939" y="4622"/>
                </a:lnTo>
                <a:lnTo>
                  <a:pt x="16891" y="8674"/>
                </a:lnTo>
                <a:lnTo>
                  <a:pt x="8000" y="15608"/>
                </a:lnTo>
                <a:lnTo>
                  <a:pt x="3809" y="17957"/>
                </a:lnTo>
                <a:lnTo>
                  <a:pt x="0" y="19202"/>
                </a:lnTo>
                <a:lnTo>
                  <a:pt x="0" y="32410"/>
                </a:lnTo>
                <a:lnTo>
                  <a:pt x="7239" y="30022"/>
                </a:lnTo>
                <a:lnTo>
                  <a:pt x="13589" y="26352"/>
                </a:lnTo>
                <a:lnTo>
                  <a:pt x="18923" y="21374"/>
                </a:lnTo>
                <a:lnTo>
                  <a:pt x="18923" y="76199"/>
                </a:lnTo>
                <a:lnTo>
                  <a:pt x="33527" y="76199"/>
                </a:lnTo>
                <a:lnTo>
                  <a:pt x="33527" y="0"/>
                </a:lnTo>
                <a:close/>
              </a:path>
            </a:pathLst>
          </a:custGeom>
          <a:solidFill>
            <a:srgbClr val="4264DE">
              <a:alpha val="10195"/>
            </a:srgbClr>
          </a:solidFill>
        </p:spPr>
        <p:txBody>
          <a:bodyPr wrap="square" lIns="0" tIns="0" rIns="0" bIns="0" rtlCol="0"/>
          <a:lstStyle/>
          <a:p>
            <a:endParaRPr/>
          </a:p>
        </p:txBody>
      </p:sp>
      <p:sp>
        <p:nvSpPr>
          <p:cNvPr id="114" name="object 114"/>
          <p:cNvSpPr/>
          <p:nvPr/>
        </p:nvSpPr>
        <p:spPr>
          <a:xfrm>
            <a:off x="11559540" y="5754623"/>
            <a:ext cx="48895" cy="78105"/>
          </a:xfrm>
          <a:custGeom>
            <a:avLst/>
            <a:gdLst/>
            <a:ahLst/>
            <a:cxnLst/>
            <a:rect l="l" t="t" r="r" b="b"/>
            <a:pathLst>
              <a:path w="48895" h="78104">
                <a:moveTo>
                  <a:pt x="31623" y="0"/>
                </a:moveTo>
                <a:lnTo>
                  <a:pt x="17144" y="0"/>
                </a:lnTo>
                <a:lnTo>
                  <a:pt x="11429" y="2590"/>
                </a:lnTo>
                <a:lnTo>
                  <a:pt x="0" y="38734"/>
                </a:lnTo>
                <a:lnTo>
                  <a:pt x="438" y="48929"/>
                </a:lnTo>
                <a:lnTo>
                  <a:pt x="17017" y="77723"/>
                </a:lnTo>
                <a:lnTo>
                  <a:pt x="31623" y="77723"/>
                </a:lnTo>
                <a:lnTo>
                  <a:pt x="37337" y="75133"/>
                </a:lnTo>
                <a:lnTo>
                  <a:pt x="41401" y="69938"/>
                </a:lnTo>
                <a:lnTo>
                  <a:pt x="43953" y="65620"/>
                </a:lnTo>
                <a:lnTo>
                  <a:pt x="22605" y="65620"/>
                </a:lnTo>
                <a:lnTo>
                  <a:pt x="21065" y="65062"/>
                </a:lnTo>
                <a:lnTo>
                  <a:pt x="15182" y="48929"/>
                </a:lnTo>
                <a:lnTo>
                  <a:pt x="15186" y="28735"/>
                </a:lnTo>
                <a:lnTo>
                  <a:pt x="22605" y="12103"/>
                </a:lnTo>
                <a:lnTo>
                  <a:pt x="43911" y="12103"/>
                </a:lnTo>
                <a:lnTo>
                  <a:pt x="41401" y="7886"/>
                </a:lnTo>
                <a:lnTo>
                  <a:pt x="37337" y="2628"/>
                </a:lnTo>
                <a:lnTo>
                  <a:pt x="31623" y="0"/>
                </a:lnTo>
                <a:close/>
              </a:path>
              <a:path w="48895" h="78104">
                <a:moveTo>
                  <a:pt x="43911" y="12103"/>
                </a:moveTo>
                <a:lnTo>
                  <a:pt x="26161" y="12103"/>
                </a:lnTo>
                <a:lnTo>
                  <a:pt x="27685" y="12661"/>
                </a:lnTo>
                <a:lnTo>
                  <a:pt x="28955" y="13779"/>
                </a:lnTo>
                <a:lnTo>
                  <a:pt x="33588" y="48929"/>
                </a:lnTo>
                <a:lnTo>
                  <a:pt x="33274" y="54152"/>
                </a:lnTo>
                <a:lnTo>
                  <a:pt x="32257" y="57886"/>
                </a:lnTo>
                <a:lnTo>
                  <a:pt x="31495" y="60794"/>
                </a:lnTo>
                <a:lnTo>
                  <a:pt x="30352" y="62814"/>
                </a:lnTo>
                <a:lnTo>
                  <a:pt x="29051" y="63969"/>
                </a:lnTo>
                <a:lnTo>
                  <a:pt x="27651" y="65074"/>
                </a:lnTo>
                <a:lnTo>
                  <a:pt x="26161" y="65620"/>
                </a:lnTo>
                <a:lnTo>
                  <a:pt x="43953" y="65620"/>
                </a:lnTo>
                <a:lnTo>
                  <a:pt x="44642" y="64454"/>
                </a:lnTo>
                <a:lnTo>
                  <a:pt x="46942" y="57451"/>
                </a:lnTo>
                <a:lnTo>
                  <a:pt x="48313" y="48929"/>
                </a:lnTo>
                <a:lnTo>
                  <a:pt x="48767"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115" name="object 115"/>
          <p:cNvSpPr/>
          <p:nvPr/>
        </p:nvSpPr>
        <p:spPr>
          <a:xfrm>
            <a:off x="11740895" y="5756147"/>
            <a:ext cx="33655" cy="76200"/>
          </a:xfrm>
          <a:custGeom>
            <a:avLst/>
            <a:gdLst/>
            <a:ahLst/>
            <a:cxnLst/>
            <a:rect l="l" t="t" r="r" b="b"/>
            <a:pathLst>
              <a:path w="33654" h="76200">
                <a:moveTo>
                  <a:pt x="33527" y="0"/>
                </a:moveTo>
                <a:lnTo>
                  <a:pt x="21717" y="0"/>
                </a:lnTo>
                <a:lnTo>
                  <a:pt x="19938" y="4622"/>
                </a:lnTo>
                <a:lnTo>
                  <a:pt x="16890" y="8674"/>
                </a:lnTo>
                <a:lnTo>
                  <a:pt x="8000" y="15608"/>
                </a:lnTo>
                <a:lnTo>
                  <a:pt x="3809" y="17957"/>
                </a:lnTo>
                <a:lnTo>
                  <a:pt x="0" y="19202"/>
                </a:lnTo>
                <a:lnTo>
                  <a:pt x="0" y="32410"/>
                </a:lnTo>
                <a:lnTo>
                  <a:pt x="7238" y="30022"/>
                </a:lnTo>
                <a:lnTo>
                  <a:pt x="13588" y="26352"/>
                </a:lnTo>
                <a:lnTo>
                  <a:pt x="18923" y="21374"/>
                </a:lnTo>
                <a:lnTo>
                  <a:pt x="18923" y="76199"/>
                </a:lnTo>
                <a:lnTo>
                  <a:pt x="33527" y="76199"/>
                </a:lnTo>
                <a:lnTo>
                  <a:pt x="33527" y="0"/>
                </a:lnTo>
                <a:close/>
              </a:path>
            </a:pathLst>
          </a:custGeom>
          <a:solidFill>
            <a:srgbClr val="4264DE">
              <a:alpha val="10195"/>
            </a:srgbClr>
          </a:solidFill>
        </p:spPr>
        <p:txBody>
          <a:bodyPr wrap="square" lIns="0" tIns="0" rIns="0" bIns="0" rtlCol="0"/>
          <a:lstStyle/>
          <a:p>
            <a:endParaRPr/>
          </a:p>
        </p:txBody>
      </p:sp>
      <p:sp>
        <p:nvSpPr>
          <p:cNvPr id="116" name="object 116"/>
          <p:cNvSpPr/>
          <p:nvPr/>
        </p:nvSpPr>
        <p:spPr>
          <a:xfrm>
            <a:off x="11905488" y="5754623"/>
            <a:ext cx="50800" cy="78105"/>
          </a:xfrm>
          <a:custGeom>
            <a:avLst/>
            <a:gdLst/>
            <a:ahLst/>
            <a:cxnLst/>
            <a:rect l="l" t="t" r="r" b="b"/>
            <a:pathLst>
              <a:path w="50800" h="78104">
                <a:moveTo>
                  <a:pt x="32638" y="0"/>
                </a:moveTo>
                <a:lnTo>
                  <a:pt x="17652" y="0"/>
                </a:lnTo>
                <a:lnTo>
                  <a:pt x="11810" y="2590"/>
                </a:lnTo>
                <a:lnTo>
                  <a:pt x="0" y="38734"/>
                </a:lnTo>
                <a:lnTo>
                  <a:pt x="440" y="48929"/>
                </a:lnTo>
                <a:lnTo>
                  <a:pt x="17652" y="77723"/>
                </a:lnTo>
                <a:lnTo>
                  <a:pt x="32638" y="77723"/>
                </a:lnTo>
                <a:lnTo>
                  <a:pt x="38480" y="75133"/>
                </a:lnTo>
                <a:lnTo>
                  <a:pt x="42671" y="69938"/>
                </a:lnTo>
                <a:lnTo>
                  <a:pt x="45296" y="65620"/>
                </a:lnTo>
                <a:lnTo>
                  <a:pt x="23367" y="65620"/>
                </a:lnTo>
                <a:lnTo>
                  <a:pt x="21701" y="65062"/>
                </a:lnTo>
                <a:lnTo>
                  <a:pt x="18922" y="62852"/>
                </a:lnTo>
                <a:lnTo>
                  <a:pt x="17779" y="60629"/>
                </a:lnTo>
                <a:lnTo>
                  <a:pt x="16001" y="53949"/>
                </a:lnTo>
                <a:lnTo>
                  <a:pt x="15586" y="48929"/>
                </a:lnTo>
                <a:lnTo>
                  <a:pt x="15591" y="28735"/>
                </a:lnTo>
                <a:lnTo>
                  <a:pt x="23367" y="12103"/>
                </a:lnTo>
                <a:lnTo>
                  <a:pt x="45324" y="12103"/>
                </a:lnTo>
                <a:lnTo>
                  <a:pt x="42798" y="7886"/>
                </a:lnTo>
                <a:lnTo>
                  <a:pt x="38480" y="2628"/>
                </a:lnTo>
                <a:lnTo>
                  <a:pt x="32638" y="0"/>
                </a:lnTo>
                <a:close/>
              </a:path>
              <a:path w="50800" h="78104">
                <a:moveTo>
                  <a:pt x="45324" y="12103"/>
                </a:moveTo>
                <a:lnTo>
                  <a:pt x="26923" y="12103"/>
                </a:lnTo>
                <a:lnTo>
                  <a:pt x="28575" y="12661"/>
                </a:lnTo>
                <a:lnTo>
                  <a:pt x="31368" y="14909"/>
                </a:lnTo>
                <a:lnTo>
                  <a:pt x="32511" y="17144"/>
                </a:lnTo>
                <a:lnTo>
                  <a:pt x="34289" y="23825"/>
                </a:lnTo>
                <a:lnTo>
                  <a:pt x="34696" y="28735"/>
                </a:lnTo>
                <a:lnTo>
                  <a:pt x="34708" y="48929"/>
                </a:lnTo>
                <a:lnTo>
                  <a:pt x="34289" y="54152"/>
                </a:lnTo>
                <a:lnTo>
                  <a:pt x="33273" y="57886"/>
                </a:lnTo>
                <a:lnTo>
                  <a:pt x="32511" y="60794"/>
                </a:lnTo>
                <a:lnTo>
                  <a:pt x="31368" y="62814"/>
                </a:lnTo>
                <a:lnTo>
                  <a:pt x="28575" y="65062"/>
                </a:lnTo>
                <a:lnTo>
                  <a:pt x="26923" y="65620"/>
                </a:lnTo>
                <a:lnTo>
                  <a:pt x="45296" y="65620"/>
                </a:lnTo>
                <a:lnTo>
                  <a:pt x="46005" y="64454"/>
                </a:lnTo>
                <a:lnTo>
                  <a:pt x="48386" y="57451"/>
                </a:lnTo>
                <a:lnTo>
                  <a:pt x="49815" y="48929"/>
                </a:lnTo>
                <a:lnTo>
                  <a:pt x="50291"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117" name="object 117"/>
          <p:cNvSpPr/>
          <p:nvPr/>
        </p:nvSpPr>
        <p:spPr>
          <a:xfrm>
            <a:off x="12086843" y="5756147"/>
            <a:ext cx="33655" cy="76200"/>
          </a:xfrm>
          <a:custGeom>
            <a:avLst/>
            <a:gdLst/>
            <a:ahLst/>
            <a:cxnLst/>
            <a:rect l="l" t="t" r="r" b="b"/>
            <a:pathLst>
              <a:path w="33654" h="76200">
                <a:moveTo>
                  <a:pt x="33527" y="0"/>
                </a:moveTo>
                <a:lnTo>
                  <a:pt x="21716" y="0"/>
                </a:lnTo>
                <a:lnTo>
                  <a:pt x="19938" y="4622"/>
                </a:lnTo>
                <a:lnTo>
                  <a:pt x="16890" y="8674"/>
                </a:lnTo>
                <a:lnTo>
                  <a:pt x="8000" y="15608"/>
                </a:lnTo>
                <a:lnTo>
                  <a:pt x="3809" y="17957"/>
                </a:lnTo>
                <a:lnTo>
                  <a:pt x="0" y="19202"/>
                </a:lnTo>
                <a:lnTo>
                  <a:pt x="0" y="32410"/>
                </a:lnTo>
                <a:lnTo>
                  <a:pt x="7238" y="30022"/>
                </a:lnTo>
                <a:lnTo>
                  <a:pt x="13588" y="26352"/>
                </a:lnTo>
                <a:lnTo>
                  <a:pt x="18923" y="21374"/>
                </a:lnTo>
                <a:lnTo>
                  <a:pt x="18923" y="76199"/>
                </a:lnTo>
                <a:lnTo>
                  <a:pt x="33527" y="76199"/>
                </a:lnTo>
                <a:lnTo>
                  <a:pt x="33527" y="0"/>
                </a:lnTo>
                <a:close/>
              </a:path>
            </a:pathLst>
          </a:custGeom>
          <a:solidFill>
            <a:srgbClr val="4264DE">
              <a:alpha val="10195"/>
            </a:srgbClr>
          </a:solidFill>
        </p:spPr>
        <p:txBody>
          <a:bodyPr wrap="square" lIns="0" tIns="0" rIns="0" bIns="0" rtlCol="0"/>
          <a:lstStyle/>
          <a:p>
            <a:endParaRPr/>
          </a:p>
        </p:txBody>
      </p:sp>
      <p:sp>
        <p:nvSpPr>
          <p:cNvPr id="118" name="object 118"/>
          <p:cNvSpPr/>
          <p:nvPr/>
        </p:nvSpPr>
        <p:spPr>
          <a:xfrm>
            <a:off x="118871" y="5960364"/>
            <a:ext cx="48895" cy="78105"/>
          </a:xfrm>
          <a:custGeom>
            <a:avLst/>
            <a:gdLst/>
            <a:ahLst/>
            <a:cxnLst/>
            <a:rect l="l" t="t" r="r" b="b"/>
            <a:pathLst>
              <a:path w="48894" h="78104">
                <a:moveTo>
                  <a:pt x="31661" y="0"/>
                </a:moveTo>
                <a:lnTo>
                  <a:pt x="17106" y="0"/>
                </a:lnTo>
                <a:lnTo>
                  <a:pt x="11442" y="2590"/>
                </a:lnTo>
                <a:lnTo>
                  <a:pt x="0" y="38735"/>
                </a:lnTo>
                <a:lnTo>
                  <a:pt x="430" y="48929"/>
                </a:lnTo>
                <a:lnTo>
                  <a:pt x="17081" y="77724"/>
                </a:lnTo>
                <a:lnTo>
                  <a:pt x="31661" y="77724"/>
                </a:lnTo>
                <a:lnTo>
                  <a:pt x="37325" y="75133"/>
                </a:lnTo>
                <a:lnTo>
                  <a:pt x="41389" y="69938"/>
                </a:lnTo>
                <a:lnTo>
                  <a:pt x="43929" y="65620"/>
                </a:lnTo>
                <a:lnTo>
                  <a:pt x="22644" y="65620"/>
                </a:lnTo>
                <a:lnTo>
                  <a:pt x="21079" y="65062"/>
                </a:lnTo>
                <a:lnTo>
                  <a:pt x="18402" y="62852"/>
                </a:lnTo>
                <a:lnTo>
                  <a:pt x="17284" y="60629"/>
                </a:lnTo>
                <a:lnTo>
                  <a:pt x="15506" y="53949"/>
                </a:lnTo>
                <a:lnTo>
                  <a:pt x="15142" y="48929"/>
                </a:lnTo>
                <a:lnTo>
                  <a:pt x="15157" y="28735"/>
                </a:lnTo>
                <a:lnTo>
                  <a:pt x="22644" y="12103"/>
                </a:lnTo>
                <a:lnTo>
                  <a:pt x="43924" y="12103"/>
                </a:lnTo>
                <a:lnTo>
                  <a:pt x="41440" y="7886"/>
                </a:lnTo>
                <a:lnTo>
                  <a:pt x="37338" y="2628"/>
                </a:lnTo>
                <a:lnTo>
                  <a:pt x="31661" y="0"/>
                </a:lnTo>
                <a:close/>
              </a:path>
              <a:path w="48894" h="78104">
                <a:moveTo>
                  <a:pt x="43924" y="12103"/>
                </a:moveTo>
                <a:lnTo>
                  <a:pt x="26123" y="12103"/>
                </a:lnTo>
                <a:lnTo>
                  <a:pt x="27673" y="12661"/>
                </a:lnTo>
                <a:lnTo>
                  <a:pt x="30365" y="14909"/>
                </a:lnTo>
                <a:lnTo>
                  <a:pt x="31483" y="17145"/>
                </a:lnTo>
                <a:lnTo>
                  <a:pt x="33261" y="23825"/>
                </a:lnTo>
                <a:lnTo>
                  <a:pt x="33617" y="28735"/>
                </a:lnTo>
                <a:lnTo>
                  <a:pt x="33618" y="48929"/>
                </a:lnTo>
                <a:lnTo>
                  <a:pt x="33210" y="54152"/>
                </a:lnTo>
                <a:lnTo>
                  <a:pt x="31470" y="60794"/>
                </a:lnTo>
                <a:lnTo>
                  <a:pt x="30416" y="62814"/>
                </a:lnTo>
                <a:lnTo>
                  <a:pt x="27638" y="65074"/>
                </a:lnTo>
                <a:lnTo>
                  <a:pt x="26123" y="65620"/>
                </a:lnTo>
                <a:lnTo>
                  <a:pt x="43929" y="65620"/>
                </a:lnTo>
                <a:lnTo>
                  <a:pt x="44615" y="64454"/>
                </a:lnTo>
                <a:lnTo>
                  <a:pt x="46921" y="57451"/>
                </a:lnTo>
                <a:lnTo>
                  <a:pt x="48306" y="48929"/>
                </a:lnTo>
                <a:lnTo>
                  <a:pt x="48768" y="38887"/>
                </a:lnTo>
                <a:lnTo>
                  <a:pt x="48295" y="28735"/>
                </a:lnTo>
                <a:lnTo>
                  <a:pt x="46916" y="20245"/>
                </a:lnTo>
                <a:lnTo>
                  <a:pt x="44647" y="13330"/>
                </a:lnTo>
                <a:lnTo>
                  <a:pt x="43924" y="12103"/>
                </a:lnTo>
                <a:close/>
              </a:path>
            </a:pathLst>
          </a:custGeom>
          <a:solidFill>
            <a:srgbClr val="4264DE">
              <a:alpha val="10195"/>
            </a:srgbClr>
          </a:solidFill>
        </p:spPr>
        <p:txBody>
          <a:bodyPr wrap="square" lIns="0" tIns="0" rIns="0" bIns="0" rtlCol="0"/>
          <a:lstStyle/>
          <a:p>
            <a:endParaRPr/>
          </a:p>
        </p:txBody>
      </p:sp>
      <p:sp>
        <p:nvSpPr>
          <p:cNvPr id="119" name="object 119"/>
          <p:cNvSpPr/>
          <p:nvPr/>
        </p:nvSpPr>
        <p:spPr>
          <a:xfrm>
            <a:off x="300227" y="5960364"/>
            <a:ext cx="33655" cy="78105"/>
          </a:xfrm>
          <a:custGeom>
            <a:avLst/>
            <a:gdLst/>
            <a:ahLst/>
            <a:cxnLst/>
            <a:rect l="l" t="t" r="r" b="b"/>
            <a:pathLst>
              <a:path w="33654" h="78104">
                <a:moveTo>
                  <a:pt x="33528" y="0"/>
                </a:moveTo>
                <a:lnTo>
                  <a:pt x="21653" y="0"/>
                </a:lnTo>
                <a:lnTo>
                  <a:pt x="19989" y="4711"/>
                </a:lnTo>
                <a:lnTo>
                  <a:pt x="16916" y="8839"/>
                </a:lnTo>
                <a:lnTo>
                  <a:pt x="7962" y="15925"/>
                </a:lnTo>
                <a:lnTo>
                  <a:pt x="3822" y="18326"/>
                </a:lnTo>
                <a:lnTo>
                  <a:pt x="0" y="19583"/>
                </a:lnTo>
                <a:lnTo>
                  <a:pt x="0" y="33058"/>
                </a:lnTo>
                <a:lnTo>
                  <a:pt x="7251" y="30619"/>
                </a:lnTo>
                <a:lnTo>
                  <a:pt x="13550" y="26873"/>
                </a:lnTo>
                <a:lnTo>
                  <a:pt x="18897" y="21805"/>
                </a:lnTo>
                <a:lnTo>
                  <a:pt x="18897" y="77724"/>
                </a:lnTo>
                <a:lnTo>
                  <a:pt x="33528" y="77724"/>
                </a:lnTo>
                <a:lnTo>
                  <a:pt x="33528" y="0"/>
                </a:lnTo>
                <a:close/>
              </a:path>
            </a:pathLst>
          </a:custGeom>
          <a:solidFill>
            <a:srgbClr val="4264DE">
              <a:alpha val="10195"/>
            </a:srgbClr>
          </a:solidFill>
        </p:spPr>
        <p:txBody>
          <a:bodyPr wrap="square" lIns="0" tIns="0" rIns="0" bIns="0" rtlCol="0"/>
          <a:lstStyle/>
          <a:p>
            <a:endParaRPr/>
          </a:p>
        </p:txBody>
      </p:sp>
      <p:sp>
        <p:nvSpPr>
          <p:cNvPr id="120" name="object 120"/>
          <p:cNvSpPr/>
          <p:nvPr/>
        </p:nvSpPr>
        <p:spPr>
          <a:xfrm>
            <a:off x="464819" y="5960364"/>
            <a:ext cx="50800" cy="78105"/>
          </a:xfrm>
          <a:custGeom>
            <a:avLst/>
            <a:gdLst/>
            <a:ahLst/>
            <a:cxnLst/>
            <a:rect l="l" t="t" r="r" b="b"/>
            <a:pathLst>
              <a:path w="50800" h="78104">
                <a:moveTo>
                  <a:pt x="32651" y="0"/>
                </a:moveTo>
                <a:lnTo>
                  <a:pt x="17640" y="0"/>
                </a:lnTo>
                <a:lnTo>
                  <a:pt x="11798" y="2590"/>
                </a:lnTo>
                <a:lnTo>
                  <a:pt x="0" y="38735"/>
                </a:lnTo>
                <a:lnTo>
                  <a:pt x="444" y="48929"/>
                </a:lnTo>
                <a:lnTo>
                  <a:pt x="17614" y="77724"/>
                </a:lnTo>
                <a:lnTo>
                  <a:pt x="32651" y="77724"/>
                </a:lnTo>
                <a:lnTo>
                  <a:pt x="38493" y="75133"/>
                </a:lnTo>
                <a:lnTo>
                  <a:pt x="42684" y="69938"/>
                </a:lnTo>
                <a:lnTo>
                  <a:pt x="45303" y="65620"/>
                </a:lnTo>
                <a:lnTo>
                  <a:pt x="23355" y="65620"/>
                </a:lnTo>
                <a:lnTo>
                  <a:pt x="21739" y="65062"/>
                </a:lnTo>
                <a:lnTo>
                  <a:pt x="18973" y="62852"/>
                </a:lnTo>
                <a:lnTo>
                  <a:pt x="17818" y="60629"/>
                </a:lnTo>
                <a:lnTo>
                  <a:pt x="15989" y="53949"/>
                </a:lnTo>
                <a:lnTo>
                  <a:pt x="15615" y="48929"/>
                </a:lnTo>
                <a:lnTo>
                  <a:pt x="15629" y="28735"/>
                </a:lnTo>
                <a:lnTo>
                  <a:pt x="23355" y="12103"/>
                </a:lnTo>
                <a:lnTo>
                  <a:pt x="45297" y="12103"/>
                </a:lnTo>
                <a:lnTo>
                  <a:pt x="42735" y="7886"/>
                </a:lnTo>
                <a:lnTo>
                  <a:pt x="38506" y="2628"/>
                </a:lnTo>
                <a:lnTo>
                  <a:pt x="32651" y="0"/>
                </a:lnTo>
                <a:close/>
              </a:path>
              <a:path w="50800" h="78104">
                <a:moveTo>
                  <a:pt x="45297" y="12103"/>
                </a:moveTo>
                <a:lnTo>
                  <a:pt x="26936" y="12103"/>
                </a:lnTo>
                <a:lnTo>
                  <a:pt x="28536" y="12661"/>
                </a:lnTo>
                <a:lnTo>
                  <a:pt x="31318" y="14909"/>
                </a:lnTo>
                <a:lnTo>
                  <a:pt x="32473" y="17145"/>
                </a:lnTo>
                <a:lnTo>
                  <a:pt x="34302" y="23825"/>
                </a:lnTo>
                <a:lnTo>
                  <a:pt x="34668" y="28735"/>
                </a:lnTo>
                <a:lnTo>
                  <a:pt x="34670" y="48929"/>
                </a:lnTo>
                <a:lnTo>
                  <a:pt x="34251" y="54152"/>
                </a:lnTo>
                <a:lnTo>
                  <a:pt x="33223" y="57886"/>
                </a:lnTo>
                <a:lnTo>
                  <a:pt x="32448" y="60794"/>
                </a:lnTo>
                <a:lnTo>
                  <a:pt x="31356" y="62814"/>
                </a:lnTo>
                <a:lnTo>
                  <a:pt x="28549" y="65062"/>
                </a:lnTo>
                <a:lnTo>
                  <a:pt x="26936" y="65620"/>
                </a:lnTo>
                <a:lnTo>
                  <a:pt x="45303" y="65620"/>
                </a:lnTo>
                <a:lnTo>
                  <a:pt x="46011" y="64454"/>
                </a:lnTo>
                <a:lnTo>
                  <a:pt x="48388" y="57451"/>
                </a:lnTo>
                <a:lnTo>
                  <a:pt x="49815" y="48929"/>
                </a:lnTo>
                <a:lnTo>
                  <a:pt x="50292" y="38887"/>
                </a:lnTo>
                <a:lnTo>
                  <a:pt x="49804" y="28735"/>
                </a:lnTo>
                <a:lnTo>
                  <a:pt x="48382" y="20245"/>
                </a:lnTo>
                <a:lnTo>
                  <a:pt x="46043" y="13330"/>
                </a:lnTo>
                <a:lnTo>
                  <a:pt x="45297" y="12103"/>
                </a:lnTo>
                <a:close/>
              </a:path>
            </a:pathLst>
          </a:custGeom>
          <a:solidFill>
            <a:srgbClr val="4264DE">
              <a:alpha val="10195"/>
            </a:srgbClr>
          </a:solidFill>
        </p:spPr>
        <p:txBody>
          <a:bodyPr wrap="square" lIns="0" tIns="0" rIns="0" bIns="0" rtlCol="0"/>
          <a:lstStyle/>
          <a:p>
            <a:endParaRPr/>
          </a:p>
        </p:txBody>
      </p:sp>
      <p:sp>
        <p:nvSpPr>
          <p:cNvPr id="121" name="object 121"/>
          <p:cNvSpPr/>
          <p:nvPr/>
        </p:nvSpPr>
        <p:spPr>
          <a:xfrm>
            <a:off x="646176" y="5960364"/>
            <a:ext cx="33655" cy="78105"/>
          </a:xfrm>
          <a:custGeom>
            <a:avLst/>
            <a:gdLst/>
            <a:ahLst/>
            <a:cxnLst/>
            <a:rect l="l" t="t" r="r" b="b"/>
            <a:pathLst>
              <a:path w="33654" h="78104">
                <a:moveTo>
                  <a:pt x="33528" y="0"/>
                </a:moveTo>
                <a:lnTo>
                  <a:pt x="21653" y="0"/>
                </a:lnTo>
                <a:lnTo>
                  <a:pt x="19989" y="4711"/>
                </a:lnTo>
                <a:lnTo>
                  <a:pt x="16916" y="8839"/>
                </a:lnTo>
                <a:lnTo>
                  <a:pt x="7962" y="15925"/>
                </a:lnTo>
                <a:lnTo>
                  <a:pt x="3822" y="18326"/>
                </a:lnTo>
                <a:lnTo>
                  <a:pt x="0" y="19583"/>
                </a:lnTo>
                <a:lnTo>
                  <a:pt x="0" y="33058"/>
                </a:lnTo>
                <a:lnTo>
                  <a:pt x="7251" y="30619"/>
                </a:lnTo>
                <a:lnTo>
                  <a:pt x="13550" y="26873"/>
                </a:lnTo>
                <a:lnTo>
                  <a:pt x="18897" y="21805"/>
                </a:lnTo>
                <a:lnTo>
                  <a:pt x="18897" y="77724"/>
                </a:lnTo>
                <a:lnTo>
                  <a:pt x="33528" y="77724"/>
                </a:lnTo>
                <a:lnTo>
                  <a:pt x="33528" y="0"/>
                </a:lnTo>
                <a:close/>
              </a:path>
            </a:pathLst>
          </a:custGeom>
          <a:solidFill>
            <a:srgbClr val="4264DE">
              <a:alpha val="10195"/>
            </a:srgbClr>
          </a:solidFill>
        </p:spPr>
        <p:txBody>
          <a:bodyPr wrap="square" lIns="0" tIns="0" rIns="0" bIns="0" rtlCol="0"/>
          <a:lstStyle/>
          <a:p>
            <a:endParaRPr/>
          </a:p>
        </p:txBody>
      </p:sp>
      <p:sp>
        <p:nvSpPr>
          <p:cNvPr id="122" name="object 122"/>
          <p:cNvSpPr/>
          <p:nvPr/>
        </p:nvSpPr>
        <p:spPr>
          <a:xfrm>
            <a:off x="812291" y="5960364"/>
            <a:ext cx="48895" cy="78105"/>
          </a:xfrm>
          <a:custGeom>
            <a:avLst/>
            <a:gdLst/>
            <a:ahLst/>
            <a:cxnLst/>
            <a:rect l="l" t="t" r="r" b="b"/>
            <a:pathLst>
              <a:path w="48894" h="78104">
                <a:moveTo>
                  <a:pt x="31661" y="0"/>
                </a:moveTo>
                <a:lnTo>
                  <a:pt x="17106" y="0"/>
                </a:lnTo>
                <a:lnTo>
                  <a:pt x="11442" y="2590"/>
                </a:lnTo>
                <a:lnTo>
                  <a:pt x="0" y="38735"/>
                </a:lnTo>
                <a:lnTo>
                  <a:pt x="430" y="48929"/>
                </a:lnTo>
                <a:lnTo>
                  <a:pt x="17081" y="77724"/>
                </a:lnTo>
                <a:lnTo>
                  <a:pt x="31661" y="77724"/>
                </a:lnTo>
                <a:lnTo>
                  <a:pt x="37325" y="75133"/>
                </a:lnTo>
                <a:lnTo>
                  <a:pt x="41389" y="69938"/>
                </a:lnTo>
                <a:lnTo>
                  <a:pt x="43929" y="65620"/>
                </a:lnTo>
                <a:lnTo>
                  <a:pt x="22644" y="65620"/>
                </a:lnTo>
                <a:lnTo>
                  <a:pt x="21079" y="65062"/>
                </a:lnTo>
                <a:lnTo>
                  <a:pt x="18402" y="62852"/>
                </a:lnTo>
                <a:lnTo>
                  <a:pt x="17284" y="60629"/>
                </a:lnTo>
                <a:lnTo>
                  <a:pt x="15506" y="53949"/>
                </a:lnTo>
                <a:lnTo>
                  <a:pt x="15142" y="48929"/>
                </a:lnTo>
                <a:lnTo>
                  <a:pt x="15157" y="28735"/>
                </a:lnTo>
                <a:lnTo>
                  <a:pt x="22644" y="12103"/>
                </a:lnTo>
                <a:lnTo>
                  <a:pt x="43924" y="12103"/>
                </a:lnTo>
                <a:lnTo>
                  <a:pt x="41440" y="7886"/>
                </a:lnTo>
                <a:lnTo>
                  <a:pt x="37338" y="2628"/>
                </a:lnTo>
                <a:lnTo>
                  <a:pt x="31661" y="0"/>
                </a:lnTo>
                <a:close/>
              </a:path>
              <a:path w="48894" h="78104">
                <a:moveTo>
                  <a:pt x="43924" y="12103"/>
                </a:moveTo>
                <a:lnTo>
                  <a:pt x="26123" y="12103"/>
                </a:lnTo>
                <a:lnTo>
                  <a:pt x="27673" y="12661"/>
                </a:lnTo>
                <a:lnTo>
                  <a:pt x="30365" y="14909"/>
                </a:lnTo>
                <a:lnTo>
                  <a:pt x="31483" y="17145"/>
                </a:lnTo>
                <a:lnTo>
                  <a:pt x="33261" y="23825"/>
                </a:lnTo>
                <a:lnTo>
                  <a:pt x="33617" y="28735"/>
                </a:lnTo>
                <a:lnTo>
                  <a:pt x="33618" y="48929"/>
                </a:lnTo>
                <a:lnTo>
                  <a:pt x="33210" y="54152"/>
                </a:lnTo>
                <a:lnTo>
                  <a:pt x="31470" y="60794"/>
                </a:lnTo>
                <a:lnTo>
                  <a:pt x="30416" y="62814"/>
                </a:lnTo>
                <a:lnTo>
                  <a:pt x="27638" y="65074"/>
                </a:lnTo>
                <a:lnTo>
                  <a:pt x="26123" y="65620"/>
                </a:lnTo>
                <a:lnTo>
                  <a:pt x="43929" y="65620"/>
                </a:lnTo>
                <a:lnTo>
                  <a:pt x="44615" y="64454"/>
                </a:lnTo>
                <a:lnTo>
                  <a:pt x="46921" y="57451"/>
                </a:lnTo>
                <a:lnTo>
                  <a:pt x="48306" y="48929"/>
                </a:lnTo>
                <a:lnTo>
                  <a:pt x="48767" y="38887"/>
                </a:lnTo>
                <a:lnTo>
                  <a:pt x="48295" y="28735"/>
                </a:lnTo>
                <a:lnTo>
                  <a:pt x="46916" y="20245"/>
                </a:lnTo>
                <a:lnTo>
                  <a:pt x="44647" y="13330"/>
                </a:lnTo>
                <a:lnTo>
                  <a:pt x="43924" y="12103"/>
                </a:lnTo>
                <a:close/>
              </a:path>
            </a:pathLst>
          </a:custGeom>
          <a:solidFill>
            <a:srgbClr val="4264DE">
              <a:alpha val="10195"/>
            </a:srgbClr>
          </a:solidFill>
        </p:spPr>
        <p:txBody>
          <a:bodyPr wrap="square" lIns="0" tIns="0" rIns="0" bIns="0" rtlCol="0"/>
          <a:lstStyle/>
          <a:p>
            <a:endParaRPr/>
          </a:p>
        </p:txBody>
      </p:sp>
      <p:sp>
        <p:nvSpPr>
          <p:cNvPr id="123" name="object 123"/>
          <p:cNvSpPr/>
          <p:nvPr/>
        </p:nvSpPr>
        <p:spPr>
          <a:xfrm>
            <a:off x="993647" y="5960364"/>
            <a:ext cx="33655" cy="78105"/>
          </a:xfrm>
          <a:custGeom>
            <a:avLst/>
            <a:gdLst/>
            <a:ahLst/>
            <a:cxnLst/>
            <a:rect l="l" t="t" r="r" b="b"/>
            <a:pathLst>
              <a:path w="33655" h="78104">
                <a:moveTo>
                  <a:pt x="33528" y="0"/>
                </a:moveTo>
                <a:lnTo>
                  <a:pt x="21653" y="0"/>
                </a:lnTo>
                <a:lnTo>
                  <a:pt x="19989" y="4711"/>
                </a:lnTo>
                <a:lnTo>
                  <a:pt x="16916" y="8839"/>
                </a:lnTo>
                <a:lnTo>
                  <a:pt x="7962" y="15925"/>
                </a:lnTo>
                <a:lnTo>
                  <a:pt x="3822" y="18326"/>
                </a:lnTo>
                <a:lnTo>
                  <a:pt x="0" y="19583"/>
                </a:lnTo>
                <a:lnTo>
                  <a:pt x="0" y="33058"/>
                </a:lnTo>
                <a:lnTo>
                  <a:pt x="7251" y="30619"/>
                </a:lnTo>
                <a:lnTo>
                  <a:pt x="13550" y="26873"/>
                </a:lnTo>
                <a:lnTo>
                  <a:pt x="18897" y="21805"/>
                </a:lnTo>
                <a:lnTo>
                  <a:pt x="18897" y="77724"/>
                </a:lnTo>
                <a:lnTo>
                  <a:pt x="33528" y="77724"/>
                </a:lnTo>
                <a:lnTo>
                  <a:pt x="33528" y="0"/>
                </a:lnTo>
                <a:close/>
              </a:path>
            </a:pathLst>
          </a:custGeom>
          <a:solidFill>
            <a:srgbClr val="4264DE">
              <a:alpha val="10195"/>
            </a:srgbClr>
          </a:solidFill>
        </p:spPr>
        <p:txBody>
          <a:bodyPr wrap="square" lIns="0" tIns="0" rIns="0" bIns="0" rtlCol="0"/>
          <a:lstStyle/>
          <a:p>
            <a:endParaRPr/>
          </a:p>
        </p:txBody>
      </p:sp>
      <p:sp>
        <p:nvSpPr>
          <p:cNvPr id="124" name="object 124"/>
          <p:cNvSpPr/>
          <p:nvPr/>
        </p:nvSpPr>
        <p:spPr>
          <a:xfrm>
            <a:off x="1158239" y="5960364"/>
            <a:ext cx="50800" cy="78105"/>
          </a:xfrm>
          <a:custGeom>
            <a:avLst/>
            <a:gdLst/>
            <a:ahLst/>
            <a:cxnLst/>
            <a:rect l="l" t="t" r="r" b="b"/>
            <a:pathLst>
              <a:path w="50800" h="78104">
                <a:moveTo>
                  <a:pt x="32651" y="0"/>
                </a:moveTo>
                <a:lnTo>
                  <a:pt x="17640" y="0"/>
                </a:lnTo>
                <a:lnTo>
                  <a:pt x="11798" y="2590"/>
                </a:lnTo>
                <a:lnTo>
                  <a:pt x="0" y="38735"/>
                </a:lnTo>
                <a:lnTo>
                  <a:pt x="444" y="48929"/>
                </a:lnTo>
                <a:lnTo>
                  <a:pt x="17614" y="77724"/>
                </a:lnTo>
                <a:lnTo>
                  <a:pt x="32651" y="77724"/>
                </a:lnTo>
                <a:lnTo>
                  <a:pt x="38493" y="75133"/>
                </a:lnTo>
                <a:lnTo>
                  <a:pt x="42684" y="69938"/>
                </a:lnTo>
                <a:lnTo>
                  <a:pt x="45303" y="65620"/>
                </a:lnTo>
                <a:lnTo>
                  <a:pt x="23355" y="65620"/>
                </a:lnTo>
                <a:lnTo>
                  <a:pt x="21739" y="65062"/>
                </a:lnTo>
                <a:lnTo>
                  <a:pt x="18973" y="62852"/>
                </a:lnTo>
                <a:lnTo>
                  <a:pt x="17818" y="60629"/>
                </a:lnTo>
                <a:lnTo>
                  <a:pt x="15989" y="53949"/>
                </a:lnTo>
                <a:lnTo>
                  <a:pt x="15615" y="48929"/>
                </a:lnTo>
                <a:lnTo>
                  <a:pt x="15629" y="28735"/>
                </a:lnTo>
                <a:lnTo>
                  <a:pt x="23355" y="12103"/>
                </a:lnTo>
                <a:lnTo>
                  <a:pt x="45297" y="12103"/>
                </a:lnTo>
                <a:lnTo>
                  <a:pt x="42735" y="7886"/>
                </a:lnTo>
                <a:lnTo>
                  <a:pt x="38506" y="2628"/>
                </a:lnTo>
                <a:lnTo>
                  <a:pt x="32651" y="0"/>
                </a:lnTo>
                <a:close/>
              </a:path>
              <a:path w="50800" h="78104">
                <a:moveTo>
                  <a:pt x="45297" y="12103"/>
                </a:moveTo>
                <a:lnTo>
                  <a:pt x="26936" y="12103"/>
                </a:lnTo>
                <a:lnTo>
                  <a:pt x="28536" y="12661"/>
                </a:lnTo>
                <a:lnTo>
                  <a:pt x="31318" y="14909"/>
                </a:lnTo>
                <a:lnTo>
                  <a:pt x="32473" y="17145"/>
                </a:lnTo>
                <a:lnTo>
                  <a:pt x="34302" y="23825"/>
                </a:lnTo>
                <a:lnTo>
                  <a:pt x="34668" y="28735"/>
                </a:lnTo>
                <a:lnTo>
                  <a:pt x="34670" y="48929"/>
                </a:lnTo>
                <a:lnTo>
                  <a:pt x="34251" y="54152"/>
                </a:lnTo>
                <a:lnTo>
                  <a:pt x="33223" y="57886"/>
                </a:lnTo>
                <a:lnTo>
                  <a:pt x="32448" y="60794"/>
                </a:lnTo>
                <a:lnTo>
                  <a:pt x="31356" y="62814"/>
                </a:lnTo>
                <a:lnTo>
                  <a:pt x="28549" y="65062"/>
                </a:lnTo>
                <a:lnTo>
                  <a:pt x="26936" y="65620"/>
                </a:lnTo>
                <a:lnTo>
                  <a:pt x="45303" y="65620"/>
                </a:lnTo>
                <a:lnTo>
                  <a:pt x="46011" y="64454"/>
                </a:lnTo>
                <a:lnTo>
                  <a:pt x="48388" y="57451"/>
                </a:lnTo>
                <a:lnTo>
                  <a:pt x="49815" y="48929"/>
                </a:lnTo>
                <a:lnTo>
                  <a:pt x="50291" y="38887"/>
                </a:lnTo>
                <a:lnTo>
                  <a:pt x="49804" y="28735"/>
                </a:lnTo>
                <a:lnTo>
                  <a:pt x="48382" y="20245"/>
                </a:lnTo>
                <a:lnTo>
                  <a:pt x="46043" y="13330"/>
                </a:lnTo>
                <a:lnTo>
                  <a:pt x="45297" y="12103"/>
                </a:lnTo>
                <a:close/>
              </a:path>
            </a:pathLst>
          </a:custGeom>
          <a:solidFill>
            <a:srgbClr val="4264DE">
              <a:alpha val="10195"/>
            </a:srgbClr>
          </a:solidFill>
        </p:spPr>
        <p:txBody>
          <a:bodyPr wrap="square" lIns="0" tIns="0" rIns="0" bIns="0" rtlCol="0"/>
          <a:lstStyle/>
          <a:p>
            <a:endParaRPr/>
          </a:p>
        </p:txBody>
      </p:sp>
      <p:sp>
        <p:nvSpPr>
          <p:cNvPr id="125" name="object 125"/>
          <p:cNvSpPr/>
          <p:nvPr/>
        </p:nvSpPr>
        <p:spPr>
          <a:xfrm>
            <a:off x="1339596" y="5960364"/>
            <a:ext cx="33655" cy="78105"/>
          </a:xfrm>
          <a:custGeom>
            <a:avLst/>
            <a:gdLst/>
            <a:ahLst/>
            <a:cxnLst/>
            <a:rect l="l" t="t" r="r" b="b"/>
            <a:pathLst>
              <a:path w="33655" h="78104">
                <a:moveTo>
                  <a:pt x="33528" y="0"/>
                </a:moveTo>
                <a:lnTo>
                  <a:pt x="21716" y="0"/>
                </a:lnTo>
                <a:lnTo>
                  <a:pt x="19938" y="4711"/>
                </a:lnTo>
                <a:lnTo>
                  <a:pt x="16890" y="8839"/>
                </a:lnTo>
                <a:lnTo>
                  <a:pt x="8000" y="15925"/>
                </a:lnTo>
                <a:lnTo>
                  <a:pt x="3809" y="18326"/>
                </a:lnTo>
                <a:lnTo>
                  <a:pt x="0" y="19583"/>
                </a:lnTo>
                <a:lnTo>
                  <a:pt x="0" y="33058"/>
                </a:lnTo>
                <a:lnTo>
                  <a:pt x="7238" y="30619"/>
                </a:lnTo>
                <a:lnTo>
                  <a:pt x="13588" y="26873"/>
                </a:lnTo>
                <a:lnTo>
                  <a:pt x="18922" y="21805"/>
                </a:lnTo>
                <a:lnTo>
                  <a:pt x="18922" y="77724"/>
                </a:lnTo>
                <a:lnTo>
                  <a:pt x="33528" y="77724"/>
                </a:lnTo>
                <a:lnTo>
                  <a:pt x="33528" y="0"/>
                </a:lnTo>
                <a:close/>
              </a:path>
            </a:pathLst>
          </a:custGeom>
          <a:solidFill>
            <a:srgbClr val="4264DE">
              <a:alpha val="10195"/>
            </a:srgbClr>
          </a:solidFill>
        </p:spPr>
        <p:txBody>
          <a:bodyPr wrap="square" lIns="0" tIns="0" rIns="0" bIns="0" rtlCol="0"/>
          <a:lstStyle/>
          <a:p>
            <a:endParaRPr/>
          </a:p>
        </p:txBody>
      </p:sp>
      <p:sp>
        <p:nvSpPr>
          <p:cNvPr id="126" name="object 126"/>
          <p:cNvSpPr/>
          <p:nvPr/>
        </p:nvSpPr>
        <p:spPr>
          <a:xfrm>
            <a:off x="1505711" y="5960364"/>
            <a:ext cx="48895" cy="78105"/>
          </a:xfrm>
          <a:custGeom>
            <a:avLst/>
            <a:gdLst/>
            <a:ahLst/>
            <a:cxnLst/>
            <a:rect l="l" t="t" r="r" b="b"/>
            <a:pathLst>
              <a:path w="48894" h="78104">
                <a:moveTo>
                  <a:pt x="31622" y="0"/>
                </a:moveTo>
                <a:lnTo>
                  <a:pt x="17144" y="0"/>
                </a:lnTo>
                <a:lnTo>
                  <a:pt x="11429" y="2590"/>
                </a:lnTo>
                <a:lnTo>
                  <a:pt x="0" y="38735"/>
                </a:lnTo>
                <a:lnTo>
                  <a:pt x="438" y="48929"/>
                </a:lnTo>
                <a:lnTo>
                  <a:pt x="17018" y="77724"/>
                </a:lnTo>
                <a:lnTo>
                  <a:pt x="31622" y="77724"/>
                </a:lnTo>
                <a:lnTo>
                  <a:pt x="37337" y="75133"/>
                </a:lnTo>
                <a:lnTo>
                  <a:pt x="41401" y="69938"/>
                </a:lnTo>
                <a:lnTo>
                  <a:pt x="43953" y="65620"/>
                </a:lnTo>
                <a:lnTo>
                  <a:pt x="22606" y="65620"/>
                </a:lnTo>
                <a:lnTo>
                  <a:pt x="21065" y="65062"/>
                </a:lnTo>
                <a:lnTo>
                  <a:pt x="15182" y="48929"/>
                </a:lnTo>
                <a:lnTo>
                  <a:pt x="15186" y="28735"/>
                </a:lnTo>
                <a:lnTo>
                  <a:pt x="22606" y="12103"/>
                </a:lnTo>
                <a:lnTo>
                  <a:pt x="43911" y="12103"/>
                </a:lnTo>
                <a:lnTo>
                  <a:pt x="41401" y="7886"/>
                </a:lnTo>
                <a:lnTo>
                  <a:pt x="37337" y="2628"/>
                </a:lnTo>
                <a:lnTo>
                  <a:pt x="31622" y="0"/>
                </a:lnTo>
                <a:close/>
              </a:path>
              <a:path w="48894" h="78104">
                <a:moveTo>
                  <a:pt x="43911" y="12103"/>
                </a:moveTo>
                <a:lnTo>
                  <a:pt x="26162" y="12103"/>
                </a:lnTo>
                <a:lnTo>
                  <a:pt x="27685" y="12661"/>
                </a:lnTo>
                <a:lnTo>
                  <a:pt x="29082" y="13779"/>
                </a:lnTo>
                <a:lnTo>
                  <a:pt x="33588" y="48929"/>
                </a:lnTo>
                <a:lnTo>
                  <a:pt x="33274" y="54152"/>
                </a:lnTo>
                <a:lnTo>
                  <a:pt x="32257" y="57886"/>
                </a:lnTo>
                <a:lnTo>
                  <a:pt x="31496" y="60794"/>
                </a:lnTo>
                <a:lnTo>
                  <a:pt x="30353" y="62814"/>
                </a:lnTo>
                <a:lnTo>
                  <a:pt x="29051" y="63969"/>
                </a:lnTo>
                <a:lnTo>
                  <a:pt x="27651" y="65074"/>
                </a:lnTo>
                <a:lnTo>
                  <a:pt x="26162" y="65620"/>
                </a:lnTo>
                <a:lnTo>
                  <a:pt x="43953" y="65620"/>
                </a:lnTo>
                <a:lnTo>
                  <a:pt x="44642" y="64454"/>
                </a:lnTo>
                <a:lnTo>
                  <a:pt x="46942" y="57451"/>
                </a:lnTo>
                <a:lnTo>
                  <a:pt x="48313" y="48929"/>
                </a:lnTo>
                <a:lnTo>
                  <a:pt x="48768"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127" name="object 127"/>
          <p:cNvSpPr/>
          <p:nvPr/>
        </p:nvSpPr>
        <p:spPr>
          <a:xfrm>
            <a:off x="1687067" y="5960364"/>
            <a:ext cx="33655" cy="78105"/>
          </a:xfrm>
          <a:custGeom>
            <a:avLst/>
            <a:gdLst/>
            <a:ahLst/>
            <a:cxnLst/>
            <a:rect l="l" t="t" r="r" b="b"/>
            <a:pathLst>
              <a:path w="33655" h="78104">
                <a:moveTo>
                  <a:pt x="33527" y="0"/>
                </a:moveTo>
                <a:lnTo>
                  <a:pt x="21717" y="0"/>
                </a:lnTo>
                <a:lnTo>
                  <a:pt x="19938" y="4711"/>
                </a:lnTo>
                <a:lnTo>
                  <a:pt x="16890" y="8839"/>
                </a:lnTo>
                <a:lnTo>
                  <a:pt x="8000" y="15925"/>
                </a:lnTo>
                <a:lnTo>
                  <a:pt x="3809" y="18326"/>
                </a:lnTo>
                <a:lnTo>
                  <a:pt x="0" y="19583"/>
                </a:lnTo>
                <a:lnTo>
                  <a:pt x="0" y="33058"/>
                </a:lnTo>
                <a:lnTo>
                  <a:pt x="7238" y="30619"/>
                </a:lnTo>
                <a:lnTo>
                  <a:pt x="13588" y="26873"/>
                </a:lnTo>
                <a:lnTo>
                  <a:pt x="18923" y="21805"/>
                </a:lnTo>
                <a:lnTo>
                  <a:pt x="18923" y="77724"/>
                </a:lnTo>
                <a:lnTo>
                  <a:pt x="33527" y="77724"/>
                </a:lnTo>
                <a:lnTo>
                  <a:pt x="33527" y="0"/>
                </a:lnTo>
                <a:close/>
              </a:path>
            </a:pathLst>
          </a:custGeom>
          <a:solidFill>
            <a:srgbClr val="4264DE">
              <a:alpha val="10195"/>
            </a:srgbClr>
          </a:solidFill>
        </p:spPr>
        <p:txBody>
          <a:bodyPr wrap="square" lIns="0" tIns="0" rIns="0" bIns="0" rtlCol="0"/>
          <a:lstStyle/>
          <a:p>
            <a:endParaRPr/>
          </a:p>
        </p:txBody>
      </p:sp>
      <p:sp>
        <p:nvSpPr>
          <p:cNvPr id="128" name="object 128"/>
          <p:cNvSpPr/>
          <p:nvPr/>
        </p:nvSpPr>
        <p:spPr>
          <a:xfrm>
            <a:off x="1851660" y="5960364"/>
            <a:ext cx="50800" cy="78105"/>
          </a:xfrm>
          <a:custGeom>
            <a:avLst/>
            <a:gdLst/>
            <a:ahLst/>
            <a:cxnLst/>
            <a:rect l="l" t="t" r="r" b="b"/>
            <a:pathLst>
              <a:path w="50800" h="78104">
                <a:moveTo>
                  <a:pt x="32638" y="0"/>
                </a:moveTo>
                <a:lnTo>
                  <a:pt x="17652" y="0"/>
                </a:lnTo>
                <a:lnTo>
                  <a:pt x="11810" y="2590"/>
                </a:lnTo>
                <a:lnTo>
                  <a:pt x="0" y="38735"/>
                </a:lnTo>
                <a:lnTo>
                  <a:pt x="440" y="48929"/>
                </a:lnTo>
                <a:lnTo>
                  <a:pt x="17652" y="77724"/>
                </a:lnTo>
                <a:lnTo>
                  <a:pt x="32638" y="77724"/>
                </a:lnTo>
                <a:lnTo>
                  <a:pt x="38481" y="75133"/>
                </a:lnTo>
                <a:lnTo>
                  <a:pt x="42671" y="69938"/>
                </a:lnTo>
                <a:lnTo>
                  <a:pt x="45296" y="65620"/>
                </a:lnTo>
                <a:lnTo>
                  <a:pt x="23367" y="65620"/>
                </a:lnTo>
                <a:lnTo>
                  <a:pt x="21701" y="65062"/>
                </a:lnTo>
                <a:lnTo>
                  <a:pt x="18922" y="62852"/>
                </a:lnTo>
                <a:lnTo>
                  <a:pt x="17779" y="60629"/>
                </a:lnTo>
                <a:lnTo>
                  <a:pt x="16001" y="53949"/>
                </a:lnTo>
                <a:lnTo>
                  <a:pt x="15586" y="48929"/>
                </a:lnTo>
                <a:lnTo>
                  <a:pt x="15591" y="28735"/>
                </a:lnTo>
                <a:lnTo>
                  <a:pt x="23367" y="12103"/>
                </a:lnTo>
                <a:lnTo>
                  <a:pt x="45324" y="12103"/>
                </a:lnTo>
                <a:lnTo>
                  <a:pt x="42798" y="7886"/>
                </a:lnTo>
                <a:lnTo>
                  <a:pt x="38481" y="2628"/>
                </a:lnTo>
                <a:lnTo>
                  <a:pt x="32638" y="0"/>
                </a:lnTo>
                <a:close/>
              </a:path>
              <a:path w="50800" h="78104">
                <a:moveTo>
                  <a:pt x="45324" y="12103"/>
                </a:moveTo>
                <a:lnTo>
                  <a:pt x="26923" y="12103"/>
                </a:lnTo>
                <a:lnTo>
                  <a:pt x="28575" y="12661"/>
                </a:lnTo>
                <a:lnTo>
                  <a:pt x="31368" y="14909"/>
                </a:lnTo>
                <a:lnTo>
                  <a:pt x="32512" y="17145"/>
                </a:lnTo>
                <a:lnTo>
                  <a:pt x="34289" y="23825"/>
                </a:lnTo>
                <a:lnTo>
                  <a:pt x="34696" y="28735"/>
                </a:lnTo>
                <a:lnTo>
                  <a:pt x="34708" y="48929"/>
                </a:lnTo>
                <a:lnTo>
                  <a:pt x="34289" y="54152"/>
                </a:lnTo>
                <a:lnTo>
                  <a:pt x="33273" y="57886"/>
                </a:lnTo>
                <a:lnTo>
                  <a:pt x="32512" y="60794"/>
                </a:lnTo>
                <a:lnTo>
                  <a:pt x="31368" y="62814"/>
                </a:lnTo>
                <a:lnTo>
                  <a:pt x="28575" y="65062"/>
                </a:lnTo>
                <a:lnTo>
                  <a:pt x="26923" y="65620"/>
                </a:lnTo>
                <a:lnTo>
                  <a:pt x="45296" y="65620"/>
                </a:lnTo>
                <a:lnTo>
                  <a:pt x="46005" y="64454"/>
                </a:lnTo>
                <a:lnTo>
                  <a:pt x="48387" y="57451"/>
                </a:lnTo>
                <a:lnTo>
                  <a:pt x="49815" y="48929"/>
                </a:lnTo>
                <a:lnTo>
                  <a:pt x="50291"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129" name="object 129"/>
          <p:cNvSpPr/>
          <p:nvPr/>
        </p:nvSpPr>
        <p:spPr>
          <a:xfrm>
            <a:off x="2033016" y="5960364"/>
            <a:ext cx="33655" cy="78105"/>
          </a:xfrm>
          <a:custGeom>
            <a:avLst/>
            <a:gdLst/>
            <a:ahLst/>
            <a:cxnLst/>
            <a:rect l="l" t="t" r="r" b="b"/>
            <a:pathLst>
              <a:path w="33655" h="78104">
                <a:moveTo>
                  <a:pt x="33527" y="0"/>
                </a:moveTo>
                <a:lnTo>
                  <a:pt x="21716" y="0"/>
                </a:lnTo>
                <a:lnTo>
                  <a:pt x="19938" y="4711"/>
                </a:lnTo>
                <a:lnTo>
                  <a:pt x="16890" y="8839"/>
                </a:lnTo>
                <a:lnTo>
                  <a:pt x="8000" y="15925"/>
                </a:lnTo>
                <a:lnTo>
                  <a:pt x="3809" y="18326"/>
                </a:lnTo>
                <a:lnTo>
                  <a:pt x="0" y="19583"/>
                </a:lnTo>
                <a:lnTo>
                  <a:pt x="0" y="33058"/>
                </a:lnTo>
                <a:lnTo>
                  <a:pt x="7238" y="30619"/>
                </a:lnTo>
                <a:lnTo>
                  <a:pt x="13588" y="26873"/>
                </a:lnTo>
                <a:lnTo>
                  <a:pt x="18922" y="21805"/>
                </a:lnTo>
                <a:lnTo>
                  <a:pt x="18922" y="77724"/>
                </a:lnTo>
                <a:lnTo>
                  <a:pt x="33527" y="77724"/>
                </a:lnTo>
                <a:lnTo>
                  <a:pt x="33527" y="0"/>
                </a:lnTo>
                <a:close/>
              </a:path>
            </a:pathLst>
          </a:custGeom>
          <a:solidFill>
            <a:srgbClr val="4264DE">
              <a:alpha val="10195"/>
            </a:srgbClr>
          </a:solidFill>
        </p:spPr>
        <p:txBody>
          <a:bodyPr wrap="square" lIns="0" tIns="0" rIns="0" bIns="0" rtlCol="0"/>
          <a:lstStyle/>
          <a:p>
            <a:endParaRPr/>
          </a:p>
        </p:txBody>
      </p:sp>
      <p:sp>
        <p:nvSpPr>
          <p:cNvPr id="130" name="object 130"/>
          <p:cNvSpPr/>
          <p:nvPr/>
        </p:nvSpPr>
        <p:spPr>
          <a:xfrm>
            <a:off x="2199132" y="5960364"/>
            <a:ext cx="48895" cy="78105"/>
          </a:xfrm>
          <a:custGeom>
            <a:avLst/>
            <a:gdLst/>
            <a:ahLst/>
            <a:cxnLst/>
            <a:rect l="l" t="t" r="r" b="b"/>
            <a:pathLst>
              <a:path w="48894" h="78104">
                <a:moveTo>
                  <a:pt x="31623" y="0"/>
                </a:moveTo>
                <a:lnTo>
                  <a:pt x="17144" y="0"/>
                </a:lnTo>
                <a:lnTo>
                  <a:pt x="11430" y="2590"/>
                </a:lnTo>
                <a:lnTo>
                  <a:pt x="0" y="38735"/>
                </a:lnTo>
                <a:lnTo>
                  <a:pt x="438" y="48929"/>
                </a:lnTo>
                <a:lnTo>
                  <a:pt x="17018" y="77724"/>
                </a:lnTo>
                <a:lnTo>
                  <a:pt x="31623" y="77724"/>
                </a:lnTo>
                <a:lnTo>
                  <a:pt x="37337" y="75133"/>
                </a:lnTo>
                <a:lnTo>
                  <a:pt x="41401" y="69938"/>
                </a:lnTo>
                <a:lnTo>
                  <a:pt x="43953" y="65620"/>
                </a:lnTo>
                <a:lnTo>
                  <a:pt x="22606" y="65620"/>
                </a:lnTo>
                <a:lnTo>
                  <a:pt x="21065" y="65062"/>
                </a:lnTo>
                <a:lnTo>
                  <a:pt x="15182" y="48929"/>
                </a:lnTo>
                <a:lnTo>
                  <a:pt x="15186" y="28735"/>
                </a:lnTo>
                <a:lnTo>
                  <a:pt x="22606" y="12103"/>
                </a:lnTo>
                <a:lnTo>
                  <a:pt x="43911" y="12103"/>
                </a:lnTo>
                <a:lnTo>
                  <a:pt x="41401" y="7886"/>
                </a:lnTo>
                <a:lnTo>
                  <a:pt x="37337" y="2628"/>
                </a:lnTo>
                <a:lnTo>
                  <a:pt x="31623" y="0"/>
                </a:lnTo>
                <a:close/>
              </a:path>
              <a:path w="48894" h="78104">
                <a:moveTo>
                  <a:pt x="43911" y="12103"/>
                </a:moveTo>
                <a:lnTo>
                  <a:pt x="26162" y="12103"/>
                </a:lnTo>
                <a:lnTo>
                  <a:pt x="27686" y="12661"/>
                </a:lnTo>
                <a:lnTo>
                  <a:pt x="29082" y="13779"/>
                </a:lnTo>
                <a:lnTo>
                  <a:pt x="33588" y="48929"/>
                </a:lnTo>
                <a:lnTo>
                  <a:pt x="33274" y="54152"/>
                </a:lnTo>
                <a:lnTo>
                  <a:pt x="32257" y="57886"/>
                </a:lnTo>
                <a:lnTo>
                  <a:pt x="31495" y="60794"/>
                </a:lnTo>
                <a:lnTo>
                  <a:pt x="30353" y="62814"/>
                </a:lnTo>
                <a:lnTo>
                  <a:pt x="29051" y="63969"/>
                </a:lnTo>
                <a:lnTo>
                  <a:pt x="27651" y="65074"/>
                </a:lnTo>
                <a:lnTo>
                  <a:pt x="26162" y="65620"/>
                </a:lnTo>
                <a:lnTo>
                  <a:pt x="43953" y="65620"/>
                </a:lnTo>
                <a:lnTo>
                  <a:pt x="44642" y="64454"/>
                </a:lnTo>
                <a:lnTo>
                  <a:pt x="46942" y="57451"/>
                </a:lnTo>
                <a:lnTo>
                  <a:pt x="48313" y="48929"/>
                </a:lnTo>
                <a:lnTo>
                  <a:pt x="48768"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131" name="object 131"/>
          <p:cNvSpPr/>
          <p:nvPr/>
        </p:nvSpPr>
        <p:spPr>
          <a:xfrm>
            <a:off x="2380488" y="5960364"/>
            <a:ext cx="33655" cy="78105"/>
          </a:xfrm>
          <a:custGeom>
            <a:avLst/>
            <a:gdLst/>
            <a:ahLst/>
            <a:cxnLst/>
            <a:rect l="l" t="t" r="r" b="b"/>
            <a:pathLst>
              <a:path w="33655" h="78104">
                <a:moveTo>
                  <a:pt x="33528" y="0"/>
                </a:moveTo>
                <a:lnTo>
                  <a:pt x="21717" y="0"/>
                </a:lnTo>
                <a:lnTo>
                  <a:pt x="19938" y="4711"/>
                </a:lnTo>
                <a:lnTo>
                  <a:pt x="16891" y="8839"/>
                </a:lnTo>
                <a:lnTo>
                  <a:pt x="8000" y="15925"/>
                </a:lnTo>
                <a:lnTo>
                  <a:pt x="3810" y="18326"/>
                </a:lnTo>
                <a:lnTo>
                  <a:pt x="0" y="19583"/>
                </a:lnTo>
                <a:lnTo>
                  <a:pt x="0" y="33058"/>
                </a:lnTo>
                <a:lnTo>
                  <a:pt x="7238" y="30619"/>
                </a:lnTo>
                <a:lnTo>
                  <a:pt x="13588" y="26873"/>
                </a:lnTo>
                <a:lnTo>
                  <a:pt x="18923" y="21805"/>
                </a:lnTo>
                <a:lnTo>
                  <a:pt x="18923" y="77724"/>
                </a:lnTo>
                <a:lnTo>
                  <a:pt x="33528" y="77724"/>
                </a:lnTo>
                <a:lnTo>
                  <a:pt x="33528" y="0"/>
                </a:lnTo>
                <a:close/>
              </a:path>
            </a:pathLst>
          </a:custGeom>
          <a:solidFill>
            <a:srgbClr val="4264DE">
              <a:alpha val="10195"/>
            </a:srgbClr>
          </a:solidFill>
        </p:spPr>
        <p:txBody>
          <a:bodyPr wrap="square" lIns="0" tIns="0" rIns="0" bIns="0" rtlCol="0"/>
          <a:lstStyle/>
          <a:p>
            <a:endParaRPr/>
          </a:p>
        </p:txBody>
      </p:sp>
      <p:sp>
        <p:nvSpPr>
          <p:cNvPr id="132" name="object 132"/>
          <p:cNvSpPr/>
          <p:nvPr/>
        </p:nvSpPr>
        <p:spPr>
          <a:xfrm>
            <a:off x="2545079" y="5960364"/>
            <a:ext cx="50800" cy="78105"/>
          </a:xfrm>
          <a:custGeom>
            <a:avLst/>
            <a:gdLst/>
            <a:ahLst/>
            <a:cxnLst/>
            <a:rect l="l" t="t" r="r" b="b"/>
            <a:pathLst>
              <a:path w="50800" h="78104">
                <a:moveTo>
                  <a:pt x="32638" y="0"/>
                </a:moveTo>
                <a:lnTo>
                  <a:pt x="17652" y="0"/>
                </a:lnTo>
                <a:lnTo>
                  <a:pt x="11811" y="2590"/>
                </a:lnTo>
                <a:lnTo>
                  <a:pt x="0" y="38735"/>
                </a:lnTo>
                <a:lnTo>
                  <a:pt x="440" y="48929"/>
                </a:lnTo>
                <a:lnTo>
                  <a:pt x="17652" y="77724"/>
                </a:lnTo>
                <a:lnTo>
                  <a:pt x="32638" y="77724"/>
                </a:lnTo>
                <a:lnTo>
                  <a:pt x="38481" y="75133"/>
                </a:lnTo>
                <a:lnTo>
                  <a:pt x="42671" y="69938"/>
                </a:lnTo>
                <a:lnTo>
                  <a:pt x="45296" y="65620"/>
                </a:lnTo>
                <a:lnTo>
                  <a:pt x="23368" y="65620"/>
                </a:lnTo>
                <a:lnTo>
                  <a:pt x="21701" y="65062"/>
                </a:lnTo>
                <a:lnTo>
                  <a:pt x="18922" y="62852"/>
                </a:lnTo>
                <a:lnTo>
                  <a:pt x="17780" y="60629"/>
                </a:lnTo>
                <a:lnTo>
                  <a:pt x="16001" y="53949"/>
                </a:lnTo>
                <a:lnTo>
                  <a:pt x="15586" y="48929"/>
                </a:lnTo>
                <a:lnTo>
                  <a:pt x="15591" y="28735"/>
                </a:lnTo>
                <a:lnTo>
                  <a:pt x="23368" y="12103"/>
                </a:lnTo>
                <a:lnTo>
                  <a:pt x="45324" y="12103"/>
                </a:lnTo>
                <a:lnTo>
                  <a:pt x="42799" y="7886"/>
                </a:lnTo>
                <a:lnTo>
                  <a:pt x="38481" y="2628"/>
                </a:lnTo>
                <a:lnTo>
                  <a:pt x="32638" y="0"/>
                </a:lnTo>
                <a:close/>
              </a:path>
              <a:path w="50800" h="78104">
                <a:moveTo>
                  <a:pt x="45324" y="12103"/>
                </a:moveTo>
                <a:lnTo>
                  <a:pt x="26924" y="12103"/>
                </a:lnTo>
                <a:lnTo>
                  <a:pt x="28575" y="12661"/>
                </a:lnTo>
                <a:lnTo>
                  <a:pt x="31368" y="14909"/>
                </a:lnTo>
                <a:lnTo>
                  <a:pt x="32512" y="17145"/>
                </a:lnTo>
                <a:lnTo>
                  <a:pt x="34289" y="23825"/>
                </a:lnTo>
                <a:lnTo>
                  <a:pt x="34696" y="28735"/>
                </a:lnTo>
                <a:lnTo>
                  <a:pt x="34708" y="48929"/>
                </a:lnTo>
                <a:lnTo>
                  <a:pt x="34289" y="54152"/>
                </a:lnTo>
                <a:lnTo>
                  <a:pt x="33274" y="57886"/>
                </a:lnTo>
                <a:lnTo>
                  <a:pt x="32512" y="60794"/>
                </a:lnTo>
                <a:lnTo>
                  <a:pt x="31368" y="62814"/>
                </a:lnTo>
                <a:lnTo>
                  <a:pt x="28575" y="65062"/>
                </a:lnTo>
                <a:lnTo>
                  <a:pt x="26924" y="65620"/>
                </a:lnTo>
                <a:lnTo>
                  <a:pt x="45296" y="65620"/>
                </a:lnTo>
                <a:lnTo>
                  <a:pt x="46005" y="64454"/>
                </a:lnTo>
                <a:lnTo>
                  <a:pt x="48387" y="57451"/>
                </a:lnTo>
                <a:lnTo>
                  <a:pt x="49815" y="48929"/>
                </a:lnTo>
                <a:lnTo>
                  <a:pt x="50292"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133" name="object 133"/>
          <p:cNvSpPr/>
          <p:nvPr/>
        </p:nvSpPr>
        <p:spPr>
          <a:xfrm>
            <a:off x="2726435" y="5960364"/>
            <a:ext cx="33655" cy="78105"/>
          </a:xfrm>
          <a:custGeom>
            <a:avLst/>
            <a:gdLst/>
            <a:ahLst/>
            <a:cxnLst/>
            <a:rect l="l" t="t" r="r" b="b"/>
            <a:pathLst>
              <a:path w="33655" h="78104">
                <a:moveTo>
                  <a:pt x="33527" y="0"/>
                </a:moveTo>
                <a:lnTo>
                  <a:pt x="21716" y="0"/>
                </a:lnTo>
                <a:lnTo>
                  <a:pt x="19938" y="4711"/>
                </a:lnTo>
                <a:lnTo>
                  <a:pt x="16890" y="8839"/>
                </a:lnTo>
                <a:lnTo>
                  <a:pt x="8000" y="15925"/>
                </a:lnTo>
                <a:lnTo>
                  <a:pt x="3809" y="18326"/>
                </a:lnTo>
                <a:lnTo>
                  <a:pt x="0" y="19583"/>
                </a:lnTo>
                <a:lnTo>
                  <a:pt x="0" y="33058"/>
                </a:lnTo>
                <a:lnTo>
                  <a:pt x="7238" y="30619"/>
                </a:lnTo>
                <a:lnTo>
                  <a:pt x="13588" y="26873"/>
                </a:lnTo>
                <a:lnTo>
                  <a:pt x="18922" y="21805"/>
                </a:lnTo>
                <a:lnTo>
                  <a:pt x="18922" y="77724"/>
                </a:lnTo>
                <a:lnTo>
                  <a:pt x="33527" y="77724"/>
                </a:lnTo>
                <a:lnTo>
                  <a:pt x="33527" y="0"/>
                </a:lnTo>
                <a:close/>
              </a:path>
            </a:pathLst>
          </a:custGeom>
          <a:solidFill>
            <a:srgbClr val="4264DE">
              <a:alpha val="10195"/>
            </a:srgbClr>
          </a:solidFill>
        </p:spPr>
        <p:txBody>
          <a:bodyPr wrap="square" lIns="0" tIns="0" rIns="0" bIns="0" rtlCol="0"/>
          <a:lstStyle/>
          <a:p>
            <a:endParaRPr/>
          </a:p>
        </p:txBody>
      </p:sp>
      <p:sp>
        <p:nvSpPr>
          <p:cNvPr id="134" name="object 134"/>
          <p:cNvSpPr/>
          <p:nvPr/>
        </p:nvSpPr>
        <p:spPr>
          <a:xfrm>
            <a:off x="2892551" y="5960364"/>
            <a:ext cx="48895" cy="78105"/>
          </a:xfrm>
          <a:custGeom>
            <a:avLst/>
            <a:gdLst/>
            <a:ahLst/>
            <a:cxnLst/>
            <a:rect l="l" t="t" r="r" b="b"/>
            <a:pathLst>
              <a:path w="48894" h="78104">
                <a:moveTo>
                  <a:pt x="31623" y="0"/>
                </a:moveTo>
                <a:lnTo>
                  <a:pt x="17145" y="0"/>
                </a:lnTo>
                <a:lnTo>
                  <a:pt x="11430" y="2590"/>
                </a:lnTo>
                <a:lnTo>
                  <a:pt x="0" y="38735"/>
                </a:lnTo>
                <a:lnTo>
                  <a:pt x="438" y="48929"/>
                </a:lnTo>
                <a:lnTo>
                  <a:pt x="17018" y="77724"/>
                </a:lnTo>
                <a:lnTo>
                  <a:pt x="31623" y="77724"/>
                </a:lnTo>
                <a:lnTo>
                  <a:pt x="37337" y="75133"/>
                </a:lnTo>
                <a:lnTo>
                  <a:pt x="41402" y="69938"/>
                </a:lnTo>
                <a:lnTo>
                  <a:pt x="43953" y="65620"/>
                </a:lnTo>
                <a:lnTo>
                  <a:pt x="22606" y="65620"/>
                </a:lnTo>
                <a:lnTo>
                  <a:pt x="21065" y="65062"/>
                </a:lnTo>
                <a:lnTo>
                  <a:pt x="15182" y="48929"/>
                </a:lnTo>
                <a:lnTo>
                  <a:pt x="15186" y="28735"/>
                </a:lnTo>
                <a:lnTo>
                  <a:pt x="22606" y="12103"/>
                </a:lnTo>
                <a:lnTo>
                  <a:pt x="43911" y="12103"/>
                </a:lnTo>
                <a:lnTo>
                  <a:pt x="41402" y="7886"/>
                </a:lnTo>
                <a:lnTo>
                  <a:pt x="37337" y="2628"/>
                </a:lnTo>
                <a:lnTo>
                  <a:pt x="31623" y="0"/>
                </a:lnTo>
                <a:close/>
              </a:path>
              <a:path w="48894" h="78104">
                <a:moveTo>
                  <a:pt x="43911" y="12103"/>
                </a:moveTo>
                <a:lnTo>
                  <a:pt x="26162" y="12103"/>
                </a:lnTo>
                <a:lnTo>
                  <a:pt x="27686" y="12661"/>
                </a:lnTo>
                <a:lnTo>
                  <a:pt x="29083" y="13779"/>
                </a:lnTo>
                <a:lnTo>
                  <a:pt x="33588" y="48929"/>
                </a:lnTo>
                <a:lnTo>
                  <a:pt x="33274" y="54152"/>
                </a:lnTo>
                <a:lnTo>
                  <a:pt x="32258" y="57886"/>
                </a:lnTo>
                <a:lnTo>
                  <a:pt x="31496" y="60794"/>
                </a:lnTo>
                <a:lnTo>
                  <a:pt x="30353" y="62814"/>
                </a:lnTo>
                <a:lnTo>
                  <a:pt x="29051" y="63969"/>
                </a:lnTo>
                <a:lnTo>
                  <a:pt x="27651" y="65074"/>
                </a:lnTo>
                <a:lnTo>
                  <a:pt x="26162" y="65620"/>
                </a:lnTo>
                <a:lnTo>
                  <a:pt x="43953" y="65620"/>
                </a:lnTo>
                <a:lnTo>
                  <a:pt x="44642" y="64454"/>
                </a:lnTo>
                <a:lnTo>
                  <a:pt x="46942" y="57451"/>
                </a:lnTo>
                <a:lnTo>
                  <a:pt x="48313" y="48929"/>
                </a:lnTo>
                <a:lnTo>
                  <a:pt x="48768"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135" name="object 135"/>
          <p:cNvSpPr/>
          <p:nvPr/>
        </p:nvSpPr>
        <p:spPr>
          <a:xfrm>
            <a:off x="3073907" y="5960364"/>
            <a:ext cx="33655" cy="78105"/>
          </a:xfrm>
          <a:custGeom>
            <a:avLst/>
            <a:gdLst/>
            <a:ahLst/>
            <a:cxnLst/>
            <a:rect l="l" t="t" r="r" b="b"/>
            <a:pathLst>
              <a:path w="33655" h="78104">
                <a:moveTo>
                  <a:pt x="33528" y="0"/>
                </a:moveTo>
                <a:lnTo>
                  <a:pt x="21717" y="0"/>
                </a:lnTo>
                <a:lnTo>
                  <a:pt x="19939" y="4711"/>
                </a:lnTo>
                <a:lnTo>
                  <a:pt x="16891" y="8839"/>
                </a:lnTo>
                <a:lnTo>
                  <a:pt x="8000" y="15925"/>
                </a:lnTo>
                <a:lnTo>
                  <a:pt x="3810" y="18326"/>
                </a:lnTo>
                <a:lnTo>
                  <a:pt x="0" y="19583"/>
                </a:lnTo>
                <a:lnTo>
                  <a:pt x="0" y="33058"/>
                </a:lnTo>
                <a:lnTo>
                  <a:pt x="7239" y="30619"/>
                </a:lnTo>
                <a:lnTo>
                  <a:pt x="13589" y="26873"/>
                </a:lnTo>
                <a:lnTo>
                  <a:pt x="18923" y="21805"/>
                </a:lnTo>
                <a:lnTo>
                  <a:pt x="18923" y="77724"/>
                </a:lnTo>
                <a:lnTo>
                  <a:pt x="33528" y="77724"/>
                </a:lnTo>
                <a:lnTo>
                  <a:pt x="33528" y="0"/>
                </a:lnTo>
                <a:close/>
              </a:path>
            </a:pathLst>
          </a:custGeom>
          <a:solidFill>
            <a:srgbClr val="4264DE">
              <a:alpha val="10195"/>
            </a:srgbClr>
          </a:solidFill>
        </p:spPr>
        <p:txBody>
          <a:bodyPr wrap="square" lIns="0" tIns="0" rIns="0" bIns="0" rtlCol="0"/>
          <a:lstStyle/>
          <a:p>
            <a:endParaRPr/>
          </a:p>
        </p:txBody>
      </p:sp>
      <p:sp>
        <p:nvSpPr>
          <p:cNvPr id="136" name="object 136"/>
          <p:cNvSpPr/>
          <p:nvPr/>
        </p:nvSpPr>
        <p:spPr>
          <a:xfrm>
            <a:off x="3238500" y="5960364"/>
            <a:ext cx="50800" cy="78105"/>
          </a:xfrm>
          <a:custGeom>
            <a:avLst/>
            <a:gdLst/>
            <a:ahLst/>
            <a:cxnLst/>
            <a:rect l="l" t="t" r="r" b="b"/>
            <a:pathLst>
              <a:path w="50800" h="78104">
                <a:moveTo>
                  <a:pt x="32638" y="0"/>
                </a:moveTo>
                <a:lnTo>
                  <a:pt x="17652" y="0"/>
                </a:lnTo>
                <a:lnTo>
                  <a:pt x="11811" y="2590"/>
                </a:lnTo>
                <a:lnTo>
                  <a:pt x="0" y="38735"/>
                </a:lnTo>
                <a:lnTo>
                  <a:pt x="440" y="48929"/>
                </a:lnTo>
                <a:lnTo>
                  <a:pt x="17652" y="77724"/>
                </a:lnTo>
                <a:lnTo>
                  <a:pt x="32638" y="77724"/>
                </a:lnTo>
                <a:lnTo>
                  <a:pt x="38480" y="75133"/>
                </a:lnTo>
                <a:lnTo>
                  <a:pt x="42672" y="69938"/>
                </a:lnTo>
                <a:lnTo>
                  <a:pt x="45296" y="65620"/>
                </a:lnTo>
                <a:lnTo>
                  <a:pt x="23367" y="65620"/>
                </a:lnTo>
                <a:lnTo>
                  <a:pt x="21701" y="65062"/>
                </a:lnTo>
                <a:lnTo>
                  <a:pt x="18923" y="62852"/>
                </a:lnTo>
                <a:lnTo>
                  <a:pt x="17779" y="60629"/>
                </a:lnTo>
                <a:lnTo>
                  <a:pt x="16001" y="53949"/>
                </a:lnTo>
                <a:lnTo>
                  <a:pt x="15586" y="48929"/>
                </a:lnTo>
                <a:lnTo>
                  <a:pt x="15591" y="28735"/>
                </a:lnTo>
                <a:lnTo>
                  <a:pt x="23367" y="12103"/>
                </a:lnTo>
                <a:lnTo>
                  <a:pt x="45324" y="12103"/>
                </a:lnTo>
                <a:lnTo>
                  <a:pt x="42799" y="7886"/>
                </a:lnTo>
                <a:lnTo>
                  <a:pt x="38480" y="2628"/>
                </a:lnTo>
                <a:lnTo>
                  <a:pt x="32638" y="0"/>
                </a:lnTo>
                <a:close/>
              </a:path>
              <a:path w="50800" h="78104">
                <a:moveTo>
                  <a:pt x="45324" y="12103"/>
                </a:moveTo>
                <a:lnTo>
                  <a:pt x="26924" y="12103"/>
                </a:lnTo>
                <a:lnTo>
                  <a:pt x="28575" y="12661"/>
                </a:lnTo>
                <a:lnTo>
                  <a:pt x="31369" y="14909"/>
                </a:lnTo>
                <a:lnTo>
                  <a:pt x="32512" y="17145"/>
                </a:lnTo>
                <a:lnTo>
                  <a:pt x="34289" y="23825"/>
                </a:lnTo>
                <a:lnTo>
                  <a:pt x="34696" y="28735"/>
                </a:lnTo>
                <a:lnTo>
                  <a:pt x="34708" y="48929"/>
                </a:lnTo>
                <a:lnTo>
                  <a:pt x="34289" y="54152"/>
                </a:lnTo>
                <a:lnTo>
                  <a:pt x="33274" y="57886"/>
                </a:lnTo>
                <a:lnTo>
                  <a:pt x="32512" y="60794"/>
                </a:lnTo>
                <a:lnTo>
                  <a:pt x="31369" y="62814"/>
                </a:lnTo>
                <a:lnTo>
                  <a:pt x="28575" y="65062"/>
                </a:lnTo>
                <a:lnTo>
                  <a:pt x="26924" y="65620"/>
                </a:lnTo>
                <a:lnTo>
                  <a:pt x="45296" y="65620"/>
                </a:lnTo>
                <a:lnTo>
                  <a:pt x="46005" y="64454"/>
                </a:lnTo>
                <a:lnTo>
                  <a:pt x="48386" y="57451"/>
                </a:lnTo>
                <a:lnTo>
                  <a:pt x="49815" y="48929"/>
                </a:lnTo>
                <a:lnTo>
                  <a:pt x="50291"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137" name="object 137"/>
          <p:cNvSpPr/>
          <p:nvPr/>
        </p:nvSpPr>
        <p:spPr>
          <a:xfrm>
            <a:off x="3419855" y="5960364"/>
            <a:ext cx="33655" cy="78105"/>
          </a:xfrm>
          <a:custGeom>
            <a:avLst/>
            <a:gdLst/>
            <a:ahLst/>
            <a:cxnLst/>
            <a:rect l="l" t="t" r="r" b="b"/>
            <a:pathLst>
              <a:path w="33654" h="78104">
                <a:moveTo>
                  <a:pt x="33528" y="0"/>
                </a:moveTo>
                <a:lnTo>
                  <a:pt x="21717" y="0"/>
                </a:lnTo>
                <a:lnTo>
                  <a:pt x="19939" y="4711"/>
                </a:lnTo>
                <a:lnTo>
                  <a:pt x="16891" y="8839"/>
                </a:lnTo>
                <a:lnTo>
                  <a:pt x="8001" y="15925"/>
                </a:lnTo>
                <a:lnTo>
                  <a:pt x="3810" y="18326"/>
                </a:lnTo>
                <a:lnTo>
                  <a:pt x="0" y="19583"/>
                </a:lnTo>
                <a:lnTo>
                  <a:pt x="0" y="33058"/>
                </a:lnTo>
                <a:lnTo>
                  <a:pt x="7239" y="30619"/>
                </a:lnTo>
                <a:lnTo>
                  <a:pt x="13589" y="26873"/>
                </a:lnTo>
                <a:lnTo>
                  <a:pt x="18923" y="21805"/>
                </a:lnTo>
                <a:lnTo>
                  <a:pt x="18923" y="77724"/>
                </a:lnTo>
                <a:lnTo>
                  <a:pt x="33528" y="77724"/>
                </a:lnTo>
                <a:lnTo>
                  <a:pt x="33528" y="0"/>
                </a:lnTo>
                <a:close/>
              </a:path>
            </a:pathLst>
          </a:custGeom>
          <a:solidFill>
            <a:srgbClr val="4264DE">
              <a:alpha val="10195"/>
            </a:srgbClr>
          </a:solidFill>
        </p:spPr>
        <p:txBody>
          <a:bodyPr wrap="square" lIns="0" tIns="0" rIns="0" bIns="0" rtlCol="0"/>
          <a:lstStyle/>
          <a:p>
            <a:endParaRPr/>
          </a:p>
        </p:txBody>
      </p:sp>
      <p:sp>
        <p:nvSpPr>
          <p:cNvPr id="138" name="object 138"/>
          <p:cNvSpPr/>
          <p:nvPr/>
        </p:nvSpPr>
        <p:spPr>
          <a:xfrm>
            <a:off x="3585971" y="5960364"/>
            <a:ext cx="48895" cy="78105"/>
          </a:xfrm>
          <a:custGeom>
            <a:avLst/>
            <a:gdLst/>
            <a:ahLst/>
            <a:cxnLst/>
            <a:rect l="l" t="t" r="r" b="b"/>
            <a:pathLst>
              <a:path w="48895" h="78104">
                <a:moveTo>
                  <a:pt x="31623" y="0"/>
                </a:moveTo>
                <a:lnTo>
                  <a:pt x="17144" y="0"/>
                </a:lnTo>
                <a:lnTo>
                  <a:pt x="11429" y="2590"/>
                </a:lnTo>
                <a:lnTo>
                  <a:pt x="0" y="38735"/>
                </a:lnTo>
                <a:lnTo>
                  <a:pt x="438" y="48929"/>
                </a:lnTo>
                <a:lnTo>
                  <a:pt x="17017" y="77724"/>
                </a:lnTo>
                <a:lnTo>
                  <a:pt x="31623" y="77724"/>
                </a:lnTo>
                <a:lnTo>
                  <a:pt x="37337" y="75133"/>
                </a:lnTo>
                <a:lnTo>
                  <a:pt x="41401" y="69938"/>
                </a:lnTo>
                <a:lnTo>
                  <a:pt x="43953" y="65620"/>
                </a:lnTo>
                <a:lnTo>
                  <a:pt x="22605" y="65620"/>
                </a:lnTo>
                <a:lnTo>
                  <a:pt x="21065" y="65062"/>
                </a:lnTo>
                <a:lnTo>
                  <a:pt x="15182" y="48929"/>
                </a:lnTo>
                <a:lnTo>
                  <a:pt x="15186" y="28735"/>
                </a:lnTo>
                <a:lnTo>
                  <a:pt x="22605" y="12103"/>
                </a:lnTo>
                <a:lnTo>
                  <a:pt x="43911" y="12103"/>
                </a:lnTo>
                <a:lnTo>
                  <a:pt x="41401" y="7886"/>
                </a:lnTo>
                <a:lnTo>
                  <a:pt x="37337" y="2628"/>
                </a:lnTo>
                <a:lnTo>
                  <a:pt x="31623" y="0"/>
                </a:lnTo>
                <a:close/>
              </a:path>
              <a:path w="48895" h="78104">
                <a:moveTo>
                  <a:pt x="43911" y="12103"/>
                </a:moveTo>
                <a:lnTo>
                  <a:pt x="26162" y="12103"/>
                </a:lnTo>
                <a:lnTo>
                  <a:pt x="27686" y="12661"/>
                </a:lnTo>
                <a:lnTo>
                  <a:pt x="29082" y="13779"/>
                </a:lnTo>
                <a:lnTo>
                  <a:pt x="33588" y="48929"/>
                </a:lnTo>
                <a:lnTo>
                  <a:pt x="33274" y="54152"/>
                </a:lnTo>
                <a:lnTo>
                  <a:pt x="32257" y="57886"/>
                </a:lnTo>
                <a:lnTo>
                  <a:pt x="31495" y="60794"/>
                </a:lnTo>
                <a:lnTo>
                  <a:pt x="30352" y="62814"/>
                </a:lnTo>
                <a:lnTo>
                  <a:pt x="29051" y="63969"/>
                </a:lnTo>
                <a:lnTo>
                  <a:pt x="27651" y="65074"/>
                </a:lnTo>
                <a:lnTo>
                  <a:pt x="26162" y="65620"/>
                </a:lnTo>
                <a:lnTo>
                  <a:pt x="43953" y="65620"/>
                </a:lnTo>
                <a:lnTo>
                  <a:pt x="44642" y="64454"/>
                </a:lnTo>
                <a:lnTo>
                  <a:pt x="46942" y="57451"/>
                </a:lnTo>
                <a:lnTo>
                  <a:pt x="48313" y="48929"/>
                </a:lnTo>
                <a:lnTo>
                  <a:pt x="48767"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139" name="object 139"/>
          <p:cNvSpPr/>
          <p:nvPr/>
        </p:nvSpPr>
        <p:spPr>
          <a:xfrm>
            <a:off x="3767328" y="5960364"/>
            <a:ext cx="33655" cy="78105"/>
          </a:xfrm>
          <a:custGeom>
            <a:avLst/>
            <a:gdLst/>
            <a:ahLst/>
            <a:cxnLst/>
            <a:rect l="l" t="t" r="r" b="b"/>
            <a:pathLst>
              <a:path w="33654" h="78104">
                <a:moveTo>
                  <a:pt x="33527" y="0"/>
                </a:moveTo>
                <a:lnTo>
                  <a:pt x="21717" y="0"/>
                </a:lnTo>
                <a:lnTo>
                  <a:pt x="19938" y="4711"/>
                </a:lnTo>
                <a:lnTo>
                  <a:pt x="16891" y="8839"/>
                </a:lnTo>
                <a:lnTo>
                  <a:pt x="8000" y="15925"/>
                </a:lnTo>
                <a:lnTo>
                  <a:pt x="3810" y="18326"/>
                </a:lnTo>
                <a:lnTo>
                  <a:pt x="0" y="19583"/>
                </a:lnTo>
                <a:lnTo>
                  <a:pt x="0" y="33058"/>
                </a:lnTo>
                <a:lnTo>
                  <a:pt x="7238" y="30619"/>
                </a:lnTo>
                <a:lnTo>
                  <a:pt x="13588" y="26873"/>
                </a:lnTo>
                <a:lnTo>
                  <a:pt x="18923" y="21805"/>
                </a:lnTo>
                <a:lnTo>
                  <a:pt x="18923" y="77724"/>
                </a:lnTo>
                <a:lnTo>
                  <a:pt x="33527" y="77724"/>
                </a:lnTo>
                <a:lnTo>
                  <a:pt x="33527" y="0"/>
                </a:lnTo>
                <a:close/>
              </a:path>
            </a:pathLst>
          </a:custGeom>
          <a:solidFill>
            <a:srgbClr val="4264DE">
              <a:alpha val="10195"/>
            </a:srgbClr>
          </a:solidFill>
        </p:spPr>
        <p:txBody>
          <a:bodyPr wrap="square" lIns="0" tIns="0" rIns="0" bIns="0" rtlCol="0"/>
          <a:lstStyle/>
          <a:p>
            <a:endParaRPr/>
          </a:p>
        </p:txBody>
      </p:sp>
      <p:sp>
        <p:nvSpPr>
          <p:cNvPr id="140" name="object 140"/>
          <p:cNvSpPr/>
          <p:nvPr/>
        </p:nvSpPr>
        <p:spPr>
          <a:xfrm>
            <a:off x="3931920" y="5960364"/>
            <a:ext cx="50800" cy="78105"/>
          </a:xfrm>
          <a:custGeom>
            <a:avLst/>
            <a:gdLst/>
            <a:ahLst/>
            <a:cxnLst/>
            <a:rect l="l" t="t" r="r" b="b"/>
            <a:pathLst>
              <a:path w="50800" h="78104">
                <a:moveTo>
                  <a:pt x="32638" y="0"/>
                </a:moveTo>
                <a:lnTo>
                  <a:pt x="17652" y="0"/>
                </a:lnTo>
                <a:lnTo>
                  <a:pt x="11810" y="2590"/>
                </a:lnTo>
                <a:lnTo>
                  <a:pt x="0" y="38735"/>
                </a:lnTo>
                <a:lnTo>
                  <a:pt x="440" y="48929"/>
                </a:lnTo>
                <a:lnTo>
                  <a:pt x="17652" y="77724"/>
                </a:lnTo>
                <a:lnTo>
                  <a:pt x="32638" y="77724"/>
                </a:lnTo>
                <a:lnTo>
                  <a:pt x="38480" y="75133"/>
                </a:lnTo>
                <a:lnTo>
                  <a:pt x="42671" y="69938"/>
                </a:lnTo>
                <a:lnTo>
                  <a:pt x="45296" y="65620"/>
                </a:lnTo>
                <a:lnTo>
                  <a:pt x="23367" y="65620"/>
                </a:lnTo>
                <a:lnTo>
                  <a:pt x="21701" y="65062"/>
                </a:lnTo>
                <a:lnTo>
                  <a:pt x="18922" y="62852"/>
                </a:lnTo>
                <a:lnTo>
                  <a:pt x="17779" y="60629"/>
                </a:lnTo>
                <a:lnTo>
                  <a:pt x="16001" y="53949"/>
                </a:lnTo>
                <a:lnTo>
                  <a:pt x="15586" y="48929"/>
                </a:lnTo>
                <a:lnTo>
                  <a:pt x="15591" y="28735"/>
                </a:lnTo>
                <a:lnTo>
                  <a:pt x="23367" y="12103"/>
                </a:lnTo>
                <a:lnTo>
                  <a:pt x="45324" y="12103"/>
                </a:lnTo>
                <a:lnTo>
                  <a:pt x="42799" y="7886"/>
                </a:lnTo>
                <a:lnTo>
                  <a:pt x="38480" y="2628"/>
                </a:lnTo>
                <a:lnTo>
                  <a:pt x="32638" y="0"/>
                </a:lnTo>
                <a:close/>
              </a:path>
              <a:path w="50800" h="78104">
                <a:moveTo>
                  <a:pt x="45324" y="12103"/>
                </a:moveTo>
                <a:lnTo>
                  <a:pt x="26924" y="12103"/>
                </a:lnTo>
                <a:lnTo>
                  <a:pt x="28575" y="12661"/>
                </a:lnTo>
                <a:lnTo>
                  <a:pt x="31368" y="14909"/>
                </a:lnTo>
                <a:lnTo>
                  <a:pt x="32512" y="17145"/>
                </a:lnTo>
                <a:lnTo>
                  <a:pt x="34289" y="23825"/>
                </a:lnTo>
                <a:lnTo>
                  <a:pt x="34696" y="28735"/>
                </a:lnTo>
                <a:lnTo>
                  <a:pt x="34708" y="48929"/>
                </a:lnTo>
                <a:lnTo>
                  <a:pt x="34289" y="54152"/>
                </a:lnTo>
                <a:lnTo>
                  <a:pt x="33274" y="57886"/>
                </a:lnTo>
                <a:lnTo>
                  <a:pt x="32512" y="60794"/>
                </a:lnTo>
                <a:lnTo>
                  <a:pt x="31368" y="62814"/>
                </a:lnTo>
                <a:lnTo>
                  <a:pt x="28575" y="65062"/>
                </a:lnTo>
                <a:lnTo>
                  <a:pt x="26924" y="65620"/>
                </a:lnTo>
                <a:lnTo>
                  <a:pt x="45296" y="65620"/>
                </a:lnTo>
                <a:lnTo>
                  <a:pt x="46005" y="64454"/>
                </a:lnTo>
                <a:lnTo>
                  <a:pt x="48386" y="57451"/>
                </a:lnTo>
                <a:lnTo>
                  <a:pt x="49815" y="48929"/>
                </a:lnTo>
                <a:lnTo>
                  <a:pt x="50291"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141" name="object 141"/>
          <p:cNvSpPr/>
          <p:nvPr/>
        </p:nvSpPr>
        <p:spPr>
          <a:xfrm>
            <a:off x="4113276" y="5960364"/>
            <a:ext cx="33655" cy="78105"/>
          </a:xfrm>
          <a:custGeom>
            <a:avLst/>
            <a:gdLst/>
            <a:ahLst/>
            <a:cxnLst/>
            <a:rect l="l" t="t" r="r" b="b"/>
            <a:pathLst>
              <a:path w="33654" h="78104">
                <a:moveTo>
                  <a:pt x="33527" y="0"/>
                </a:moveTo>
                <a:lnTo>
                  <a:pt x="21716" y="0"/>
                </a:lnTo>
                <a:lnTo>
                  <a:pt x="19938" y="4711"/>
                </a:lnTo>
                <a:lnTo>
                  <a:pt x="16890" y="8839"/>
                </a:lnTo>
                <a:lnTo>
                  <a:pt x="8000" y="15925"/>
                </a:lnTo>
                <a:lnTo>
                  <a:pt x="3810" y="18326"/>
                </a:lnTo>
                <a:lnTo>
                  <a:pt x="0" y="19583"/>
                </a:lnTo>
                <a:lnTo>
                  <a:pt x="0" y="33058"/>
                </a:lnTo>
                <a:lnTo>
                  <a:pt x="7238" y="30619"/>
                </a:lnTo>
                <a:lnTo>
                  <a:pt x="13588" y="26873"/>
                </a:lnTo>
                <a:lnTo>
                  <a:pt x="18923" y="21805"/>
                </a:lnTo>
                <a:lnTo>
                  <a:pt x="18923" y="77724"/>
                </a:lnTo>
                <a:lnTo>
                  <a:pt x="33527" y="77724"/>
                </a:lnTo>
                <a:lnTo>
                  <a:pt x="33527" y="0"/>
                </a:lnTo>
                <a:close/>
              </a:path>
            </a:pathLst>
          </a:custGeom>
          <a:solidFill>
            <a:srgbClr val="4264DE">
              <a:alpha val="10195"/>
            </a:srgbClr>
          </a:solidFill>
        </p:spPr>
        <p:txBody>
          <a:bodyPr wrap="square" lIns="0" tIns="0" rIns="0" bIns="0" rtlCol="0"/>
          <a:lstStyle/>
          <a:p>
            <a:endParaRPr/>
          </a:p>
        </p:txBody>
      </p:sp>
      <p:sp>
        <p:nvSpPr>
          <p:cNvPr id="142" name="object 142"/>
          <p:cNvSpPr/>
          <p:nvPr/>
        </p:nvSpPr>
        <p:spPr>
          <a:xfrm>
            <a:off x="4279391" y="5960364"/>
            <a:ext cx="48895" cy="78105"/>
          </a:xfrm>
          <a:custGeom>
            <a:avLst/>
            <a:gdLst/>
            <a:ahLst/>
            <a:cxnLst/>
            <a:rect l="l" t="t" r="r" b="b"/>
            <a:pathLst>
              <a:path w="48895" h="78104">
                <a:moveTo>
                  <a:pt x="31623" y="0"/>
                </a:moveTo>
                <a:lnTo>
                  <a:pt x="17145" y="0"/>
                </a:lnTo>
                <a:lnTo>
                  <a:pt x="11430" y="2590"/>
                </a:lnTo>
                <a:lnTo>
                  <a:pt x="0" y="38735"/>
                </a:lnTo>
                <a:lnTo>
                  <a:pt x="438" y="48929"/>
                </a:lnTo>
                <a:lnTo>
                  <a:pt x="17018" y="77724"/>
                </a:lnTo>
                <a:lnTo>
                  <a:pt x="31623" y="77724"/>
                </a:lnTo>
                <a:lnTo>
                  <a:pt x="37337" y="75133"/>
                </a:lnTo>
                <a:lnTo>
                  <a:pt x="41402" y="69938"/>
                </a:lnTo>
                <a:lnTo>
                  <a:pt x="43953" y="65620"/>
                </a:lnTo>
                <a:lnTo>
                  <a:pt x="22606" y="65620"/>
                </a:lnTo>
                <a:lnTo>
                  <a:pt x="21065" y="65062"/>
                </a:lnTo>
                <a:lnTo>
                  <a:pt x="15182" y="48929"/>
                </a:lnTo>
                <a:lnTo>
                  <a:pt x="15186" y="28735"/>
                </a:lnTo>
                <a:lnTo>
                  <a:pt x="22606" y="12103"/>
                </a:lnTo>
                <a:lnTo>
                  <a:pt x="43911" y="12103"/>
                </a:lnTo>
                <a:lnTo>
                  <a:pt x="41402" y="7886"/>
                </a:lnTo>
                <a:lnTo>
                  <a:pt x="37337" y="2628"/>
                </a:lnTo>
                <a:lnTo>
                  <a:pt x="31623" y="0"/>
                </a:lnTo>
                <a:close/>
              </a:path>
              <a:path w="48895" h="78104">
                <a:moveTo>
                  <a:pt x="43911" y="12103"/>
                </a:moveTo>
                <a:lnTo>
                  <a:pt x="26162" y="12103"/>
                </a:lnTo>
                <a:lnTo>
                  <a:pt x="27686" y="12661"/>
                </a:lnTo>
                <a:lnTo>
                  <a:pt x="29083" y="13779"/>
                </a:lnTo>
                <a:lnTo>
                  <a:pt x="33588" y="48929"/>
                </a:lnTo>
                <a:lnTo>
                  <a:pt x="33274" y="54152"/>
                </a:lnTo>
                <a:lnTo>
                  <a:pt x="32258" y="57886"/>
                </a:lnTo>
                <a:lnTo>
                  <a:pt x="31496" y="60794"/>
                </a:lnTo>
                <a:lnTo>
                  <a:pt x="30353" y="62814"/>
                </a:lnTo>
                <a:lnTo>
                  <a:pt x="29051" y="63969"/>
                </a:lnTo>
                <a:lnTo>
                  <a:pt x="27651" y="65074"/>
                </a:lnTo>
                <a:lnTo>
                  <a:pt x="26162" y="65620"/>
                </a:lnTo>
                <a:lnTo>
                  <a:pt x="43953" y="65620"/>
                </a:lnTo>
                <a:lnTo>
                  <a:pt x="44642" y="64454"/>
                </a:lnTo>
                <a:lnTo>
                  <a:pt x="46942" y="57451"/>
                </a:lnTo>
                <a:lnTo>
                  <a:pt x="48313" y="48929"/>
                </a:lnTo>
                <a:lnTo>
                  <a:pt x="48768"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143" name="object 143"/>
          <p:cNvSpPr/>
          <p:nvPr/>
        </p:nvSpPr>
        <p:spPr>
          <a:xfrm>
            <a:off x="4460747" y="5960364"/>
            <a:ext cx="33655" cy="78105"/>
          </a:xfrm>
          <a:custGeom>
            <a:avLst/>
            <a:gdLst/>
            <a:ahLst/>
            <a:cxnLst/>
            <a:rect l="l" t="t" r="r" b="b"/>
            <a:pathLst>
              <a:path w="33654" h="78104">
                <a:moveTo>
                  <a:pt x="33527" y="0"/>
                </a:moveTo>
                <a:lnTo>
                  <a:pt x="21716" y="0"/>
                </a:lnTo>
                <a:lnTo>
                  <a:pt x="19938" y="4711"/>
                </a:lnTo>
                <a:lnTo>
                  <a:pt x="16890" y="8839"/>
                </a:lnTo>
                <a:lnTo>
                  <a:pt x="8000" y="15925"/>
                </a:lnTo>
                <a:lnTo>
                  <a:pt x="3810" y="18326"/>
                </a:lnTo>
                <a:lnTo>
                  <a:pt x="0" y="19583"/>
                </a:lnTo>
                <a:lnTo>
                  <a:pt x="0" y="33058"/>
                </a:lnTo>
                <a:lnTo>
                  <a:pt x="7238" y="30619"/>
                </a:lnTo>
                <a:lnTo>
                  <a:pt x="13588" y="26873"/>
                </a:lnTo>
                <a:lnTo>
                  <a:pt x="18923" y="21805"/>
                </a:lnTo>
                <a:lnTo>
                  <a:pt x="18923" y="77724"/>
                </a:lnTo>
                <a:lnTo>
                  <a:pt x="33527" y="77724"/>
                </a:lnTo>
                <a:lnTo>
                  <a:pt x="33527" y="0"/>
                </a:lnTo>
                <a:close/>
              </a:path>
            </a:pathLst>
          </a:custGeom>
          <a:solidFill>
            <a:srgbClr val="4264DE">
              <a:alpha val="10195"/>
            </a:srgbClr>
          </a:solidFill>
        </p:spPr>
        <p:txBody>
          <a:bodyPr wrap="square" lIns="0" tIns="0" rIns="0" bIns="0" rtlCol="0"/>
          <a:lstStyle/>
          <a:p>
            <a:endParaRPr/>
          </a:p>
        </p:txBody>
      </p:sp>
      <p:sp>
        <p:nvSpPr>
          <p:cNvPr id="144" name="object 144"/>
          <p:cNvSpPr/>
          <p:nvPr/>
        </p:nvSpPr>
        <p:spPr>
          <a:xfrm>
            <a:off x="4625340" y="5960364"/>
            <a:ext cx="50800" cy="78105"/>
          </a:xfrm>
          <a:custGeom>
            <a:avLst/>
            <a:gdLst/>
            <a:ahLst/>
            <a:cxnLst/>
            <a:rect l="l" t="t" r="r" b="b"/>
            <a:pathLst>
              <a:path w="50800" h="78104">
                <a:moveTo>
                  <a:pt x="32638" y="0"/>
                </a:moveTo>
                <a:lnTo>
                  <a:pt x="17652" y="0"/>
                </a:lnTo>
                <a:lnTo>
                  <a:pt x="11811" y="2590"/>
                </a:lnTo>
                <a:lnTo>
                  <a:pt x="0" y="38735"/>
                </a:lnTo>
                <a:lnTo>
                  <a:pt x="440" y="48929"/>
                </a:lnTo>
                <a:lnTo>
                  <a:pt x="17652" y="77724"/>
                </a:lnTo>
                <a:lnTo>
                  <a:pt x="32638" y="77724"/>
                </a:lnTo>
                <a:lnTo>
                  <a:pt x="38481" y="75133"/>
                </a:lnTo>
                <a:lnTo>
                  <a:pt x="42672" y="69938"/>
                </a:lnTo>
                <a:lnTo>
                  <a:pt x="45296" y="65620"/>
                </a:lnTo>
                <a:lnTo>
                  <a:pt x="23368" y="65620"/>
                </a:lnTo>
                <a:lnTo>
                  <a:pt x="21701" y="65062"/>
                </a:lnTo>
                <a:lnTo>
                  <a:pt x="18923" y="62852"/>
                </a:lnTo>
                <a:lnTo>
                  <a:pt x="17780" y="60629"/>
                </a:lnTo>
                <a:lnTo>
                  <a:pt x="16001" y="53949"/>
                </a:lnTo>
                <a:lnTo>
                  <a:pt x="15586" y="48929"/>
                </a:lnTo>
                <a:lnTo>
                  <a:pt x="15591" y="28735"/>
                </a:lnTo>
                <a:lnTo>
                  <a:pt x="23368" y="12103"/>
                </a:lnTo>
                <a:lnTo>
                  <a:pt x="45324" y="12103"/>
                </a:lnTo>
                <a:lnTo>
                  <a:pt x="42799" y="7886"/>
                </a:lnTo>
                <a:lnTo>
                  <a:pt x="38481" y="2628"/>
                </a:lnTo>
                <a:lnTo>
                  <a:pt x="32638" y="0"/>
                </a:lnTo>
                <a:close/>
              </a:path>
              <a:path w="50800" h="78104">
                <a:moveTo>
                  <a:pt x="45324" y="12103"/>
                </a:moveTo>
                <a:lnTo>
                  <a:pt x="26924" y="12103"/>
                </a:lnTo>
                <a:lnTo>
                  <a:pt x="28575" y="12661"/>
                </a:lnTo>
                <a:lnTo>
                  <a:pt x="31369" y="14909"/>
                </a:lnTo>
                <a:lnTo>
                  <a:pt x="32512" y="17145"/>
                </a:lnTo>
                <a:lnTo>
                  <a:pt x="34289" y="23825"/>
                </a:lnTo>
                <a:lnTo>
                  <a:pt x="34696" y="28735"/>
                </a:lnTo>
                <a:lnTo>
                  <a:pt x="34708" y="48929"/>
                </a:lnTo>
                <a:lnTo>
                  <a:pt x="34289" y="54152"/>
                </a:lnTo>
                <a:lnTo>
                  <a:pt x="33274" y="57886"/>
                </a:lnTo>
                <a:lnTo>
                  <a:pt x="32512" y="60794"/>
                </a:lnTo>
                <a:lnTo>
                  <a:pt x="31369" y="62814"/>
                </a:lnTo>
                <a:lnTo>
                  <a:pt x="28575" y="65062"/>
                </a:lnTo>
                <a:lnTo>
                  <a:pt x="26924" y="65620"/>
                </a:lnTo>
                <a:lnTo>
                  <a:pt x="45296" y="65620"/>
                </a:lnTo>
                <a:lnTo>
                  <a:pt x="46005" y="64454"/>
                </a:lnTo>
                <a:lnTo>
                  <a:pt x="48387" y="57451"/>
                </a:lnTo>
                <a:lnTo>
                  <a:pt x="49815" y="48929"/>
                </a:lnTo>
                <a:lnTo>
                  <a:pt x="50292"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145" name="object 145"/>
          <p:cNvSpPr/>
          <p:nvPr/>
        </p:nvSpPr>
        <p:spPr>
          <a:xfrm>
            <a:off x="4806696" y="5960364"/>
            <a:ext cx="33655" cy="78105"/>
          </a:xfrm>
          <a:custGeom>
            <a:avLst/>
            <a:gdLst/>
            <a:ahLst/>
            <a:cxnLst/>
            <a:rect l="l" t="t" r="r" b="b"/>
            <a:pathLst>
              <a:path w="33654" h="78104">
                <a:moveTo>
                  <a:pt x="33527" y="0"/>
                </a:moveTo>
                <a:lnTo>
                  <a:pt x="21716" y="0"/>
                </a:lnTo>
                <a:lnTo>
                  <a:pt x="19938" y="4711"/>
                </a:lnTo>
                <a:lnTo>
                  <a:pt x="16890" y="8839"/>
                </a:lnTo>
                <a:lnTo>
                  <a:pt x="8000" y="15925"/>
                </a:lnTo>
                <a:lnTo>
                  <a:pt x="3809" y="18326"/>
                </a:lnTo>
                <a:lnTo>
                  <a:pt x="0" y="19583"/>
                </a:lnTo>
                <a:lnTo>
                  <a:pt x="0" y="33058"/>
                </a:lnTo>
                <a:lnTo>
                  <a:pt x="7238" y="30619"/>
                </a:lnTo>
                <a:lnTo>
                  <a:pt x="13588" y="26873"/>
                </a:lnTo>
                <a:lnTo>
                  <a:pt x="18923" y="21805"/>
                </a:lnTo>
                <a:lnTo>
                  <a:pt x="18923" y="77724"/>
                </a:lnTo>
                <a:lnTo>
                  <a:pt x="33527" y="77724"/>
                </a:lnTo>
                <a:lnTo>
                  <a:pt x="33527" y="0"/>
                </a:lnTo>
                <a:close/>
              </a:path>
            </a:pathLst>
          </a:custGeom>
          <a:solidFill>
            <a:srgbClr val="4264DE">
              <a:alpha val="10195"/>
            </a:srgbClr>
          </a:solidFill>
        </p:spPr>
        <p:txBody>
          <a:bodyPr wrap="square" lIns="0" tIns="0" rIns="0" bIns="0" rtlCol="0"/>
          <a:lstStyle/>
          <a:p>
            <a:endParaRPr/>
          </a:p>
        </p:txBody>
      </p:sp>
      <p:sp>
        <p:nvSpPr>
          <p:cNvPr id="146" name="object 146"/>
          <p:cNvSpPr/>
          <p:nvPr/>
        </p:nvSpPr>
        <p:spPr>
          <a:xfrm>
            <a:off x="4972811" y="5960364"/>
            <a:ext cx="48895" cy="78105"/>
          </a:xfrm>
          <a:custGeom>
            <a:avLst/>
            <a:gdLst/>
            <a:ahLst/>
            <a:cxnLst/>
            <a:rect l="l" t="t" r="r" b="b"/>
            <a:pathLst>
              <a:path w="48895" h="78104">
                <a:moveTo>
                  <a:pt x="31623" y="0"/>
                </a:moveTo>
                <a:lnTo>
                  <a:pt x="17145" y="0"/>
                </a:lnTo>
                <a:lnTo>
                  <a:pt x="11429" y="2590"/>
                </a:lnTo>
                <a:lnTo>
                  <a:pt x="0" y="38735"/>
                </a:lnTo>
                <a:lnTo>
                  <a:pt x="438" y="48929"/>
                </a:lnTo>
                <a:lnTo>
                  <a:pt x="17017" y="77724"/>
                </a:lnTo>
                <a:lnTo>
                  <a:pt x="31623" y="77724"/>
                </a:lnTo>
                <a:lnTo>
                  <a:pt x="37337" y="75133"/>
                </a:lnTo>
                <a:lnTo>
                  <a:pt x="41401" y="69938"/>
                </a:lnTo>
                <a:lnTo>
                  <a:pt x="43953" y="65620"/>
                </a:lnTo>
                <a:lnTo>
                  <a:pt x="22605" y="65620"/>
                </a:lnTo>
                <a:lnTo>
                  <a:pt x="21065" y="65062"/>
                </a:lnTo>
                <a:lnTo>
                  <a:pt x="15182" y="48929"/>
                </a:lnTo>
                <a:lnTo>
                  <a:pt x="15186" y="28735"/>
                </a:lnTo>
                <a:lnTo>
                  <a:pt x="22605" y="12103"/>
                </a:lnTo>
                <a:lnTo>
                  <a:pt x="43911" y="12103"/>
                </a:lnTo>
                <a:lnTo>
                  <a:pt x="41401" y="7886"/>
                </a:lnTo>
                <a:lnTo>
                  <a:pt x="37337" y="2628"/>
                </a:lnTo>
                <a:lnTo>
                  <a:pt x="31623" y="0"/>
                </a:lnTo>
                <a:close/>
              </a:path>
              <a:path w="48895" h="78104">
                <a:moveTo>
                  <a:pt x="43911" y="12103"/>
                </a:moveTo>
                <a:lnTo>
                  <a:pt x="26162" y="12103"/>
                </a:lnTo>
                <a:lnTo>
                  <a:pt x="27686" y="12661"/>
                </a:lnTo>
                <a:lnTo>
                  <a:pt x="29083" y="13779"/>
                </a:lnTo>
                <a:lnTo>
                  <a:pt x="33588" y="48929"/>
                </a:lnTo>
                <a:lnTo>
                  <a:pt x="33274" y="54152"/>
                </a:lnTo>
                <a:lnTo>
                  <a:pt x="32258" y="57886"/>
                </a:lnTo>
                <a:lnTo>
                  <a:pt x="31496" y="60794"/>
                </a:lnTo>
                <a:lnTo>
                  <a:pt x="30352" y="62814"/>
                </a:lnTo>
                <a:lnTo>
                  <a:pt x="29051" y="63969"/>
                </a:lnTo>
                <a:lnTo>
                  <a:pt x="27651" y="65074"/>
                </a:lnTo>
                <a:lnTo>
                  <a:pt x="26162" y="65620"/>
                </a:lnTo>
                <a:lnTo>
                  <a:pt x="43953" y="65620"/>
                </a:lnTo>
                <a:lnTo>
                  <a:pt x="44642" y="64454"/>
                </a:lnTo>
                <a:lnTo>
                  <a:pt x="46942" y="57451"/>
                </a:lnTo>
                <a:lnTo>
                  <a:pt x="48313" y="48929"/>
                </a:lnTo>
                <a:lnTo>
                  <a:pt x="48767"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147" name="object 147"/>
          <p:cNvSpPr/>
          <p:nvPr/>
        </p:nvSpPr>
        <p:spPr>
          <a:xfrm>
            <a:off x="5154167" y="5960364"/>
            <a:ext cx="33655" cy="78105"/>
          </a:xfrm>
          <a:custGeom>
            <a:avLst/>
            <a:gdLst/>
            <a:ahLst/>
            <a:cxnLst/>
            <a:rect l="l" t="t" r="r" b="b"/>
            <a:pathLst>
              <a:path w="33654" h="78104">
                <a:moveTo>
                  <a:pt x="33528" y="0"/>
                </a:moveTo>
                <a:lnTo>
                  <a:pt x="21717" y="0"/>
                </a:lnTo>
                <a:lnTo>
                  <a:pt x="19939" y="4711"/>
                </a:lnTo>
                <a:lnTo>
                  <a:pt x="16891" y="8839"/>
                </a:lnTo>
                <a:lnTo>
                  <a:pt x="8001" y="15925"/>
                </a:lnTo>
                <a:lnTo>
                  <a:pt x="3810" y="18326"/>
                </a:lnTo>
                <a:lnTo>
                  <a:pt x="0" y="19583"/>
                </a:lnTo>
                <a:lnTo>
                  <a:pt x="0" y="33058"/>
                </a:lnTo>
                <a:lnTo>
                  <a:pt x="7239" y="30619"/>
                </a:lnTo>
                <a:lnTo>
                  <a:pt x="13589" y="26873"/>
                </a:lnTo>
                <a:lnTo>
                  <a:pt x="18923" y="21805"/>
                </a:lnTo>
                <a:lnTo>
                  <a:pt x="18923" y="77724"/>
                </a:lnTo>
                <a:lnTo>
                  <a:pt x="33528" y="77724"/>
                </a:lnTo>
                <a:lnTo>
                  <a:pt x="33528" y="0"/>
                </a:lnTo>
                <a:close/>
              </a:path>
            </a:pathLst>
          </a:custGeom>
          <a:solidFill>
            <a:srgbClr val="4264DE">
              <a:alpha val="10195"/>
            </a:srgbClr>
          </a:solidFill>
        </p:spPr>
        <p:txBody>
          <a:bodyPr wrap="square" lIns="0" tIns="0" rIns="0" bIns="0" rtlCol="0"/>
          <a:lstStyle/>
          <a:p>
            <a:endParaRPr/>
          </a:p>
        </p:txBody>
      </p:sp>
      <p:sp>
        <p:nvSpPr>
          <p:cNvPr id="148" name="object 148"/>
          <p:cNvSpPr/>
          <p:nvPr/>
        </p:nvSpPr>
        <p:spPr>
          <a:xfrm>
            <a:off x="5318759" y="5960364"/>
            <a:ext cx="50800" cy="78105"/>
          </a:xfrm>
          <a:custGeom>
            <a:avLst/>
            <a:gdLst/>
            <a:ahLst/>
            <a:cxnLst/>
            <a:rect l="l" t="t" r="r" b="b"/>
            <a:pathLst>
              <a:path w="50800" h="78104">
                <a:moveTo>
                  <a:pt x="32638" y="0"/>
                </a:moveTo>
                <a:lnTo>
                  <a:pt x="17652" y="0"/>
                </a:lnTo>
                <a:lnTo>
                  <a:pt x="11811" y="2590"/>
                </a:lnTo>
                <a:lnTo>
                  <a:pt x="0" y="38735"/>
                </a:lnTo>
                <a:lnTo>
                  <a:pt x="440" y="48929"/>
                </a:lnTo>
                <a:lnTo>
                  <a:pt x="17652" y="77724"/>
                </a:lnTo>
                <a:lnTo>
                  <a:pt x="32638" y="77724"/>
                </a:lnTo>
                <a:lnTo>
                  <a:pt x="38480" y="75133"/>
                </a:lnTo>
                <a:lnTo>
                  <a:pt x="42672" y="69938"/>
                </a:lnTo>
                <a:lnTo>
                  <a:pt x="45296" y="65620"/>
                </a:lnTo>
                <a:lnTo>
                  <a:pt x="23367" y="65620"/>
                </a:lnTo>
                <a:lnTo>
                  <a:pt x="21701" y="65062"/>
                </a:lnTo>
                <a:lnTo>
                  <a:pt x="18923" y="62852"/>
                </a:lnTo>
                <a:lnTo>
                  <a:pt x="17779" y="60629"/>
                </a:lnTo>
                <a:lnTo>
                  <a:pt x="16001" y="53949"/>
                </a:lnTo>
                <a:lnTo>
                  <a:pt x="15586" y="48929"/>
                </a:lnTo>
                <a:lnTo>
                  <a:pt x="15591" y="28735"/>
                </a:lnTo>
                <a:lnTo>
                  <a:pt x="23367" y="12103"/>
                </a:lnTo>
                <a:lnTo>
                  <a:pt x="45324" y="12103"/>
                </a:lnTo>
                <a:lnTo>
                  <a:pt x="42799" y="7886"/>
                </a:lnTo>
                <a:lnTo>
                  <a:pt x="38480" y="2628"/>
                </a:lnTo>
                <a:lnTo>
                  <a:pt x="32638" y="0"/>
                </a:lnTo>
                <a:close/>
              </a:path>
              <a:path w="50800" h="78104">
                <a:moveTo>
                  <a:pt x="45324" y="12103"/>
                </a:moveTo>
                <a:lnTo>
                  <a:pt x="26924" y="12103"/>
                </a:lnTo>
                <a:lnTo>
                  <a:pt x="28575" y="12661"/>
                </a:lnTo>
                <a:lnTo>
                  <a:pt x="31368" y="14909"/>
                </a:lnTo>
                <a:lnTo>
                  <a:pt x="32512" y="17145"/>
                </a:lnTo>
                <a:lnTo>
                  <a:pt x="34289" y="23825"/>
                </a:lnTo>
                <a:lnTo>
                  <a:pt x="34696" y="28735"/>
                </a:lnTo>
                <a:lnTo>
                  <a:pt x="34708" y="48929"/>
                </a:lnTo>
                <a:lnTo>
                  <a:pt x="34289" y="54152"/>
                </a:lnTo>
                <a:lnTo>
                  <a:pt x="33274" y="57886"/>
                </a:lnTo>
                <a:lnTo>
                  <a:pt x="32512" y="60794"/>
                </a:lnTo>
                <a:lnTo>
                  <a:pt x="31368" y="62814"/>
                </a:lnTo>
                <a:lnTo>
                  <a:pt x="28575" y="65062"/>
                </a:lnTo>
                <a:lnTo>
                  <a:pt x="26924" y="65620"/>
                </a:lnTo>
                <a:lnTo>
                  <a:pt x="45296" y="65620"/>
                </a:lnTo>
                <a:lnTo>
                  <a:pt x="46005" y="64454"/>
                </a:lnTo>
                <a:lnTo>
                  <a:pt x="48386" y="57451"/>
                </a:lnTo>
                <a:lnTo>
                  <a:pt x="49815" y="48929"/>
                </a:lnTo>
                <a:lnTo>
                  <a:pt x="50291"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149" name="object 149"/>
          <p:cNvSpPr/>
          <p:nvPr/>
        </p:nvSpPr>
        <p:spPr>
          <a:xfrm>
            <a:off x="5500115" y="5960364"/>
            <a:ext cx="33655" cy="78105"/>
          </a:xfrm>
          <a:custGeom>
            <a:avLst/>
            <a:gdLst/>
            <a:ahLst/>
            <a:cxnLst/>
            <a:rect l="l" t="t" r="r" b="b"/>
            <a:pathLst>
              <a:path w="33654" h="78104">
                <a:moveTo>
                  <a:pt x="33528" y="0"/>
                </a:moveTo>
                <a:lnTo>
                  <a:pt x="21717" y="0"/>
                </a:lnTo>
                <a:lnTo>
                  <a:pt x="19938" y="4711"/>
                </a:lnTo>
                <a:lnTo>
                  <a:pt x="16891" y="8839"/>
                </a:lnTo>
                <a:lnTo>
                  <a:pt x="8000" y="15925"/>
                </a:lnTo>
                <a:lnTo>
                  <a:pt x="3810" y="18326"/>
                </a:lnTo>
                <a:lnTo>
                  <a:pt x="0" y="19583"/>
                </a:lnTo>
                <a:lnTo>
                  <a:pt x="0" y="33058"/>
                </a:lnTo>
                <a:lnTo>
                  <a:pt x="7238" y="30619"/>
                </a:lnTo>
                <a:lnTo>
                  <a:pt x="13588" y="26873"/>
                </a:lnTo>
                <a:lnTo>
                  <a:pt x="18923" y="21805"/>
                </a:lnTo>
                <a:lnTo>
                  <a:pt x="18923" y="77724"/>
                </a:lnTo>
                <a:lnTo>
                  <a:pt x="33528" y="77724"/>
                </a:lnTo>
                <a:lnTo>
                  <a:pt x="33528" y="0"/>
                </a:lnTo>
                <a:close/>
              </a:path>
            </a:pathLst>
          </a:custGeom>
          <a:solidFill>
            <a:srgbClr val="4264DE">
              <a:alpha val="10195"/>
            </a:srgbClr>
          </a:solidFill>
        </p:spPr>
        <p:txBody>
          <a:bodyPr wrap="square" lIns="0" tIns="0" rIns="0" bIns="0" rtlCol="0"/>
          <a:lstStyle/>
          <a:p>
            <a:endParaRPr/>
          </a:p>
        </p:txBody>
      </p:sp>
      <p:sp>
        <p:nvSpPr>
          <p:cNvPr id="150" name="object 150"/>
          <p:cNvSpPr/>
          <p:nvPr/>
        </p:nvSpPr>
        <p:spPr>
          <a:xfrm>
            <a:off x="5666232" y="5960364"/>
            <a:ext cx="48895" cy="78105"/>
          </a:xfrm>
          <a:custGeom>
            <a:avLst/>
            <a:gdLst/>
            <a:ahLst/>
            <a:cxnLst/>
            <a:rect l="l" t="t" r="r" b="b"/>
            <a:pathLst>
              <a:path w="48895" h="78104">
                <a:moveTo>
                  <a:pt x="31622" y="0"/>
                </a:moveTo>
                <a:lnTo>
                  <a:pt x="17144" y="0"/>
                </a:lnTo>
                <a:lnTo>
                  <a:pt x="11429" y="2590"/>
                </a:lnTo>
                <a:lnTo>
                  <a:pt x="0" y="38735"/>
                </a:lnTo>
                <a:lnTo>
                  <a:pt x="438" y="48929"/>
                </a:lnTo>
                <a:lnTo>
                  <a:pt x="17017" y="77724"/>
                </a:lnTo>
                <a:lnTo>
                  <a:pt x="31622" y="77724"/>
                </a:lnTo>
                <a:lnTo>
                  <a:pt x="37337" y="75133"/>
                </a:lnTo>
                <a:lnTo>
                  <a:pt x="41401" y="69938"/>
                </a:lnTo>
                <a:lnTo>
                  <a:pt x="43953" y="65620"/>
                </a:lnTo>
                <a:lnTo>
                  <a:pt x="22605" y="65620"/>
                </a:lnTo>
                <a:lnTo>
                  <a:pt x="21065" y="65062"/>
                </a:lnTo>
                <a:lnTo>
                  <a:pt x="15182" y="48929"/>
                </a:lnTo>
                <a:lnTo>
                  <a:pt x="15186" y="28735"/>
                </a:lnTo>
                <a:lnTo>
                  <a:pt x="22605" y="12103"/>
                </a:lnTo>
                <a:lnTo>
                  <a:pt x="43911" y="12103"/>
                </a:lnTo>
                <a:lnTo>
                  <a:pt x="41401" y="7886"/>
                </a:lnTo>
                <a:lnTo>
                  <a:pt x="37337" y="2628"/>
                </a:lnTo>
                <a:lnTo>
                  <a:pt x="31622" y="0"/>
                </a:lnTo>
                <a:close/>
              </a:path>
              <a:path w="48895" h="78104">
                <a:moveTo>
                  <a:pt x="43911" y="12103"/>
                </a:moveTo>
                <a:lnTo>
                  <a:pt x="26162" y="12103"/>
                </a:lnTo>
                <a:lnTo>
                  <a:pt x="27685" y="12661"/>
                </a:lnTo>
                <a:lnTo>
                  <a:pt x="29082" y="13779"/>
                </a:lnTo>
                <a:lnTo>
                  <a:pt x="33588" y="48929"/>
                </a:lnTo>
                <a:lnTo>
                  <a:pt x="33273" y="54152"/>
                </a:lnTo>
                <a:lnTo>
                  <a:pt x="32257" y="57886"/>
                </a:lnTo>
                <a:lnTo>
                  <a:pt x="31495" y="60794"/>
                </a:lnTo>
                <a:lnTo>
                  <a:pt x="30352" y="62814"/>
                </a:lnTo>
                <a:lnTo>
                  <a:pt x="29051" y="63969"/>
                </a:lnTo>
                <a:lnTo>
                  <a:pt x="27651" y="65074"/>
                </a:lnTo>
                <a:lnTo>
                  <a:pt x="26162" y="65620"/>
                </a:lnTo>
                <a:lnTo>
                  <a:pt x="43953" y="65620"/>
                </a:lnTo>
                <a:lnTo>
                  <a:pt x="44642" y="64454"/>
                </a:lnTo>
                <a:lnTo>
                  <a:pt x="46942" y="57451"/>
                </a:lnTo>
                <a:lnTo>
                  <a:pt x="48313" y="48929"/>
                </a:lnTo>
                <a:lnTo>
                  <a:pt x="48767"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151" name="object 151"/>
          <p:cNvSpPr/>
          <p:nvPr/>
        </p:nvSpPr>
        <p:spPr>
          <a:xfrm>
            <a:off x="5847588" y="5960364"/>
            <a:ext cx="33655" cy="78105"/>
          </a:xfrm>
          <a:custGeom>
            <a:avLst/>
            <a:gdLst/>
            <a:ahLst/>
            <a:cxnLst/>
            <a:rect l="l" t="t" r="r" b="b"/>
            <a:pathLst>
              <a:path w="33654" h="78104">
                <a:moveTo>
                  <a:pt x="33527" y="0"/>
                </a:moveTo>
                <a:lnTo>
                  <a:pt x="21716" y="0"/>
                </a:lnTo>
                <a:lnTo>
                  <a:pt x="19938" y="4711"/>
                </a:lnTo>
                <a:lnTo>
                  <a:pt x="16890" y="8839"/>
                </a:lnTo>
                <a:lnTo>
                  <a:pt x="8000" y="15925"/>
                </a:lnTo>
                <a:lnTo>
                  <a:pt x="3810" y="18326"/>
                </a:lnTo>
                <a:lnTo>
                  <a:pt x="0" y="19583"/>
                </a:lnTo>
                <a:lnTo>
                  <a:pt x="0" y="33058"/>
                </a:lnTo>
                <a:lnTo>
                  <a:pt x="7238" y="30619"/>
                </a:lnTo>
                <a:lnTo>
                  <a:pt x="13588" y="26873"/>
                </a:lnTo>
                <a:lnTo>
                  <a:pt x="18923" y="21805"/>
                </a:lnTo>
                <a:lnTo>
                  <a:pt x="18923" y="77724"/>
                </a:lnTo>
                <a:lnTo>
                  <a:pt x="33527" y="77724"/>
                </a:lnTo>
                <a:lnTo>
                  <a:pt x="33527" y="0"/>
                </a:lnTo>
                <a:close/>
              </a:path>
            </a:pathLst>
          </a:custGeom>
          <a:solidFill>
            <a:srgbClr val="4264DE">
              <a:alpha val="10195"/>
            </a:srgbClr>
          </a:solidFill>
        </p:spPr>
        <p:txBody>
          <a:bodyPr wrap="square" lIns="0" tIns="0" rIns="0" bIns="0" rtlCol="0"/>
          <a:lstStyle/>
          <a:p>
            <a:endParaRPr/>
          </a:p>
        </p:txBody>
      </p:sp>
      <p:sp>
        <p:nvSpPr>
          <p:cNvPr id="152" name="object 152"/>
          <p:cNvSpPr/>
          <p:nvPr/>
        </p:nvSpPr>
        <p:spPr>
          <a:xfrm>
            <a:off x="6012179" y="5960364"/>
            <a:ext cx="50800" cy="78105"/>
          </a:xfrm>
          <a:custGeom>
            <a:avLst/>
            <a:gdLst/>
            <a:ahLst/>
            <a:cxnLst/>
            <a:rect l="l" t="t" r="r" b="b"/>
            <a:pathLst>
              <a:path w="50800" h="78104">
                <a:moveTo>
                  <a:pt x="32639" y="0"/>
                </a:moveTo>
                <a:lnTo>
                  <a:pt x="17653" y="0"/>
                </a:lnTo>
                <a:lnTo>
                  <a:pt x="11811" y="2590"/>
                </a:lnTo>
                <a:lnTo>
                  <a:pt x="0" y="38735"/>
                </a:lnTo>
                <a:lnTo>
                  <a:pt x="440" y="48929"/>
                </a:lnTo>
                <a:lnTo>
                  <a:pt x="17653" y="77724"/>
                </a:lnTo>
                <a:lnTo>
                  <a:pt x="32639" y="77724"/>
                </a:lnTo>
                <a:lnTo>
                  <a:pt x="38481" y="75133"/>
                </a:lnTo>
                <a:lnTo>
                  <a:pt x="42672" y="69938"/>
                </a:lnTo>
                <a:lnTo>
                  <a:pt x="45296" y="65620"/>
                </a:lnTo>
                <a:lnTo>
                  <a:pt x="23368" y="65620"/>
                </a:lnTo>
                <a:lnTo>
                  <a:pt x="21701" y="65062"/>
                </a:lnTo>
                <a:lnTo>
                  <a:pt x="18923" y="62852"/>
                </a:lnTo>
                <a:lnTo>
                  <a:pt x="17780" y="60629"/>
                </a:lnTo>
                <a:lnTo>
                  <a:pt x="16002" y="53949"/>
                </a:lnTo>
                <a:lnTo>
                  <a:pt x="15586" y="48929"/>
                </a:lnTo>
                <a:lnTo>
                  <a:pt x="15591" y="28735"/>
                </a:lnTo>
                <a:lnTo>
                  <a:pt x="23368" y="12103"/>
                </a:lnTo>
                <a:lnTo>
                  <a:pt x="45324" y="12103"/>
                </a:lnTo>
                <a:lnTo>
                  <a:pt x="42799" y="7886"/>
                </a:lnTo>
                <a:lnTo>
                  <a:pt x="38481" y="2628"/>
                </a:lnTo>
                <a:lnTo>
                  <a:pt x="32639" y="0"/>
                </a:lnTo>
                <a:close/>
              </a:path>
              <a:path w="50800" h="78104">
                <a:moveTo>
                  <a:pt x="45324" y="12103"/>
                </a:moveTo>
                <a:lnTo>
                  <a:pt x="26924" y="12103"/>
                </a:lnTo>
                <a:lnTo>
                  <a:pt x="28575" y="12661"/>
                </a:lnTo>
                <a:lnTo>
                  <a:pt x="31369" y="14909"/>
                </a:lnTo>
                <a:lnTo>
                  <a:pt x="32512" y="17145"/>
                </a:lnTo>
                <a:lnTo>
                  <a:pt x="34290" y="23825"/>
                </a:lnTo>
                <a:lnTo>
                  <a:pt x="34696" y="28735"/>
                </a:lnTo>
                <a:lnTo>
                  <a:pt x="34708" y="48929"/>
                </a:lnTo>
                <a:lnTo>
                  <a:pt x="34290" y="54152"/>
                </a:lnTo>
                <a:lnTo>
                  <a:pt x="33274" y="57886"/>
                </a:lnTo>
                <a:lnTo>
                  <a:pt x="32512" y="60794"/>
                </a:lnTo>
                <a:lnTo>
                  <a:pt x="31369" y="62814"/>
                </a:lnTo>
                <a:lnTo>
                  <a:pt x="28575" y="65062"/>
                </a:lnTo>
                <a:lnTo>
                  <a:pt x="26924" y="65620"/>
                </a:lnTo>
                <a:lnTo>
                  <a:pt x="45296" y="65620"/>
                </a:lnTo>
                <a:lnTo>
                  <a:pt x="46005" y="64454"/>
                </a:lnTo>
                <a:lnTo>
                  <a:pt x="48387" y="57451"/>
                </a:lnTo>
                <a:lnTo>
                  <a:pt x="49815" y="48929"/>
                </a:lnTo>
                <a:lnTo>
                  <a:pt x="50292"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153" name="object 153"/>
          <p:cNvSpPr/>
          <p:nvPr/>
        </p:nvSpPr>
        <p:spPr>
          <a:xfrm>
            <a:off x="6193535" y="5960364"/>
            <a:ext cx="33655" cy="78105"/>
          </a:xfrm>
          <a:custGeom>
            <a:avLst/>
            <a:gdLst/>
            <a:ahLst/>
            <a:cxnLst/>
            <a:rect l="l" t="t" r="r" b="b"/>
            <a:pathLst>
              <a:path w="33654" h="78104">
                <a:moveTo>
                  <a:pt x="33527" y="0"/>
                </a:moveTo>
                <a:lnTo>
                  <a:pt x="21716" y="0"/>
                </a:lnTo>
                <a:lnTo>
                  <a:pt x="19938" y="4711"/>
                </a:lnTo>
                <a:lnTo>
                  <a:pt x="16890" y="8839"/>
                </a:lnTo>
                <a:lnTo>
                  <a:pt x="8000" y="15925"/>
                </a:lnTo>
                <a:lnTo>
                  <a:pt x="3810" y="18326"/>
                </a:lnTo>
                <a:lnTo>
                  <a:pt x="0" y="19583"/>
                </a:lnTo>
                <a:lnTo>
                  <a:pt x="0" y="33058"/>
                </a:lnTo>
                <a:lnTo>
                  <a:pt x="7238" y="30619"/>
                </a:lnTo>
                <a:lnTo>
                  <a:pt x="13588" y="26873"/>
                </a:lnTo>
                <a:lnTo>
                  <a:pt x="18923" y="21805"/>
                </a:lnTo>
                <a:lnTo>
                  <a:pt x="18923" y="77724"/>
                </a:lnTo>
                <a:lnTo>
                  <a:pt x="33527" y="77724"/>
                </a:lnTo>
                <a:lnTo>
                  <a:pt x="33527" y="0"/>
                </a:lnTo>
                <a:close/>
              </a:path>
            </a:pathLst>
          </a:custGeom>
          <a:solidFill>
            <a:srgbClr val="4264DE">
              <a:alpha val="10195"/>
            </a:srgbClr>
          </a:solidFill>
        </p:spPr>
        <p:txBody>
          <a:bodyPr wrap="square" lIns="0" tIns="0" rIns="0" bIns="0" rtlCol="0"/>
          <a:lstStyle/>
          <a:p>
            <a:endParaRPr/>
          </a:p>
        </p:txBody>
      </p:sp>
      <p:sp>
        <p:nvSpPr>
          <p:cNvPr id="154" name="object 154"/>
          <p:cNvSpPr/>
          <p:nvPr/>
        </p:nvSpPr>
        <p:spPr>
          <a:xfrm>
            <a:off x="6358128" y="5960364"/>
            <a:ext cx="50800" cy="78105"/>
          </a:xfrm>
          <a:custGeom>
            <a:avLst/>
            <a:gdLst/>
            <a:ahLst/>
            <a:cxnLst/>
            <a:rect l="l" t="t" r="r" b="b"/>
            <a:pathLst>
              <a:path w="50800" h="78104">
                <a:moveTo>
                  <a:pt x="32638" y="0"/>
                </a:moveTo>
                <a:lnTo>
                  <a:pt x="17652" y="0"/>
                </a:lnTo>
                <a:lnTo>
                  <a:pt x="11811" y="2590"/>
                </a:lnTo>
                <a:lnTo>
                  <a:pt x="0" y="38735"/>
                </a:lnTo>
                <a:lnTo>
                  <a:pt x="440" y="48929"/>
                </a:lnTo>
                <a:lnTo>
                  <a:pt x="17652" y="77724"/>
                </a:lnTo>
                <a:lnTo>
                  <a:pt x="32638" y="77724"/>
                </a:lnTo>
                <a:lnTo>
                  <a:pt x="38481" y="75133"/>
                </a:lnTo>
                <a:lnTo>
                  <a:pt x="42672" y="69938"/>
                </a:lnTo>
                <a:lnTo>
                  <a:pt x="45296" y="65620"/>
                </a:lnTo>
                <a:lnTo>
                  <a:pt x="23368" y="65620"/>
                </a:lnTo>
                <a:lnTo>
                  <a:pt x="21701" y="65062"/>
                </a:lnTo>
                <a:lnTo>
                  <a:pt x="18923" y="62852"/>
                </a:lnTo>
                <a:lnTo>
                  <a:pt x="17780" y="60629"/>
                </a:lnTo>
                <a:lnTo>
                  <a:pt x="16001" y="53949"/>
                </a:lnTo>
                <a:lnTo>
                  <a:pt x="15586" y="48929"/>
                </a:lnTo>
                <a:lnTo>
                  <a:pt x="15591" y="28735"/>
                </a:lnTo>
                <a:lnTo>
                  <a:pt x="23368" y="12103"/>
                </a:lnTo>
                <a:lnTo>
                  <a:pt x="45324" y="12103"/>
                </a:lnTo>
                <a:lnTo>
                  <a:pt x="42799" y="7886"/>
                </a:lnTo>
                <a:lnTo>
                  <a:pt x="38481" y="2628"/>
                </a:lnTo>
                <a:lnTo>
                  <a:pt x="32638" y="0"/>
                </a:lnTo>
                <a:close/>
              </a:path>
              <a:path w="50800" h="78104">
                <a:moveTo>
                  <a:pt x="45324" y="12103"/>
                </a:moveTo>
                <a:lnTo>
                  <a:pt x="26924" y="12103"/>
                </a:lnTo>
                <a:lnTo>
                  <a:pt x="28575" y="12661"/>
                </a:lnTo>
                <a:lnTo>
                  <a:pt x="31369" y="14909"/>
                </a:lnTo>
                <a:lnTo>
                  <a:pt x="32512" y="17145"/>
                </a:lnTo>
                <a:lnTo>
                  <a:pt x="34289" y="23825"/>
                </a:lnTo>
                <a:lnTo>
                  <a:pt x="34696" y="28735"/>
                </a:lnTo>
                <a:lnTo>
                  <a:pt x="34708" y="48929"/>
                </a:lnTo>
                <a:lnTo>
                  <a:pt x="34289" y="54152"/>
                </a:lnTo>
                <a:lnTo>
                  <a:pt x="33274" y="57886"/>
                </a:lnTo>
                <a:lnTo>
                  <a:pt x="32512" y="60794"/>
                </a:lnTo>
                <a:lnTo>
                  <a:pt x="31369" y="62814"/>
                </a:lnTo>
                <a:lnTo>
                  <a:pt x="28575" y="65062"/>
                </a:lnTo>
                <a:lnTo>
                  <a:pt x="26924" y="65620"/>
                </a:lnTo>
                <a:lnTo>
                  <a:pt x="45296" y="65620"/>
                </a:lnTo>
                <a:lnTo>
                  <a:pt x="46005" y="64454"/>
                </a:lnTo>
                <a:lnTo>
                  <a:pt x="48387" y="57451"/>
                </a:lnTo>
                <a:lnTo>
                  <a:pt x="49815" y="48929"/>
                </a:lnTo>
                <a:lnTo>
                  <a:pt x="50292"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155" name="object 155"/>
          <p:cNvSpPr/>
          <p:nvPr/>
        </p:nvSpPr>
        <p:spPr>
          <a:xfrm>
            <a:off x="6539483" y="5960364"/>
            <a:ext cx="33655" cy="78105"/>
          </a:xfrm>
          <a:custGeom>
            <a:avLst/>
            <a:gdLst/>
            <a:ahLst/>
            <a:cxnLst/>
            <a:rect l="l" t="t" r="r" b="b"/>
            <a:pathLst>
              <a:path w="33654" h="78104">
                <a:moveTo>
                  <a:pt x="33527" y="0"/>
                </a:moveTo>
                <a:lnTo>
                  <a:pt x="21717" y="0"/>
                </a:lnTo>
                <a:lnTo>
                  <a:pt x="19939" y="4711"/>
                </a:lnTo>
                <a:lnTo>
                  <a:pt x="16891" y="8839"/>
                </a:lnTo>
                <a:lnTo>
                  <a:pt x="8000" y="15925"/>
                </a:lnTo>
                <a:lnTo>
                  <a:pt x="3810" y="18326"/>
                </a:lnTo>
                <a:lnTo>
                  <a:pt x="0" y="19583"/>
                </a:lnTo>
                <a:lnTo>
                  <a:pt x="0" y="33058"/>
                </a:lnTo>
                <a:lnTo>
                  <a:pt x="7239" y="30619"/>
                </a:lnTo>
                <a:lnTo>
                  <a:pt x="13589" y="26873"/>
                </a:lnTo>
                <a:lnTo>
                  <a:pt x="18923" y="21805"/>
                </a:lnTo>
                <a:lnTo>
                  <a:pt x="18923" y="77724"/>
                </a:lnTo>
                <a:lnTo>
                  <a:pt x="33527" y="77724"/>
                </a:lnTo>
                <a:lnTo>
                  <a:pt x="33527" y="0"/>
                </a:lnTo>
                <a:close/>
              </a:path>
            </a:pathLst>
          </a:custGeom>
          <a:solidFill>
            <a:srgbClr val="4264DE">
              <a:alpha val="10195"/>
            </a:srgbClr>
          </a:solidFill>
        </p:spPr>
        <p:txBody>
          <a:bodyPr wrap="square" lIns="0" tIns="0" rIns="0" bIns="0" rtlCol="0"/>
          <a:lstStyle/>
          <a:p>
            <a:endParaRPr/>
          </a:p>
        </p:txBody>
      </p:sp>
      <p:sp>
        <p:nvSpPr>
          <p:cNvPr id="156" name="object 156"/>
          <p:cNvSpPr/>
          <p:nvPr/>
        </p:nvSpPr>
        <p:spPr>
          <a:xfrm>
            <a:off x="6705600" y="5960364"/>
            <a:ext cx="50800" cy="78105"/>
          </a:xfrm>
          <a:custGeom>
            <a:avLst/>
            <a:gdLst/>
            <a:ahLst/>
            <a:cxnLst/>
            <a:rect l="l" t="t" r="r" b="b"/>
            <a:pathLst>
              <a:path w="50800" h="78104">
                <a:moveTo>
                  <a:pt x="32639" y="0"/>
                </a:moveTo>
                <a:lnTo>
                  <a:pt x="17652" y="0"/>
                </a:lnTo>
                <a:lnTo>
                  <a:pt x="11810" y="2590"/>
                </a:lnTo>
                <a:lnTo>
                  <a:pt x="0" y="38735"/>
                </a:lnTo>
                <a:lnTo>
                  <a:pt x="440" y="48929"/>
                </a:lnTo>
                <a:lnTo>
                  <a:pt x="17652" y="77724"/>
                </a:lnTo>
                <a:lnTo>
                  <a:pt x="32639" y="77724"/>
                </a:lnTo>
                <a:lnTo>
                  <a:pt x="38480" y="75133"/>
                </a:lnTo>
                <a:lnTo>
                  <a:pt x="42672" y="69938"/>
                </a:lnTo>
                <a:lnTo>
                  <a:pt x="45296" y="65620"/>
                </a:lnTo>
                <a:lnTo>
                  <a:pt x="23368" y="65620"/>
                </a:lnTo>
                <a:lnTo>
                  <a:pt x="21701" y="65062"/>
                </a:lnTo>
                <a:lnTo>
                  <a:pt x="18923" y="62852"/>
                </a:lnTo>
                <a:lnTo>
                  <a:pt x="17779" y="60629"/>
                </a:lnTo>
                <a:lnTo>
                  <a:pt x="16001" y="53949"/>
                </a:lnTo>
                <a:lnTo>
                  <a:pt x="15586" y="48929"/>
                </a:lnTo>
                <a:lnTo>
                  <a:pt x="15591" y="28735"/>
                </a:lnTo>
                <a:lnTo>
                  <a:pt x="23368" y="12103"/>
                </a:lnTo>
                <a:lnTo>
                  <a:pt x="45324" y="12103"/>
                </a:lnTo>
                <a:lnTo>
                  <a:pt x="42799" y="7886"/>
                </a:lnTo>
                <a:lnTo>
                  <a:pt x="38480" y="2628"/>
                </a:lnTo>
                <a:lnTo>
                  <a:pt x="32639" y="0"/>
                </a:lnTo>
                <a:close/>
              </a:path>
              <a:path w="50800" h="78104">
                <a:moveTo>
                  <a:pt x="45324" y="12103"/>
                </a:moveTo>
                <a:lnTo>
                  <a:pt x="26924" y="12103"/>
                </a:lnTo>
                <a:lnTo>
                  <a:pt x="28575" y="12661"/>
                </a:lnTo>
                <a:lnTo>
                  <a:pt x="31369" y="14909"/>
                </a:lnTo>
                <a:lnTo>
                  <a:pt x="32511" y="17145"/>
                </a:lnTo>
                <a:lnTo>
                  <a:pt x="34290" y="23825"/>
                </a:lnTo>
                <a:lnTo>
                  <a:pt x="34696" y="28735"/>
                </a:lnTo>
                <a:lnTo>
                  <a:pt x="34708" y="48929"/>
                </a:lnTo>
                <a:lnTo>
                  <a:pt x="34290" y="54152"/>
                </a:lnTo>
                <a:lnTo>
                  <a:pt x="33274" y="57886"/>
                </a:lnTo>
                <a:lnTo>
                  <a:pt x="32511" y="60794"/>
                </a:lnTo>
                <a:lnTo>
                  <a:pt x="31369" y="62814"/>
                </a:lnTo>
                <a:lnTo>
                  <a:pt x="28575" y="65062"/>
                </a:lnTo>
                <a:lnTo>
                  <a:pt x="26924" y="65620"/>
                </a:lnTo>
                <a:lnTo>
                  <a:pt x="45296" y="65620"/>
                </a:lnTo>
                <a:lnTo>
                  <a:pt x="46005" y="64454"/>
                </a:lnTo>
                <a:lnTo>
                  <a:pt x="48386" y="57451"/>
                </a:lnTo>
                <a:lnTo>
                  <a:pt x="49815" y="48929"/>
                </a:lnTo>
                <a:lnTo>
                  <a:pt x="50292"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157" name="object 157"/>
          <p:cNvSpPr/>
          <p:nvPr/>
        </p:nvSpPr>
        <p:spPr>
          <a:xfrm>
            <a:off x="6886956" y="5960364"/>
            <a:ext cx="33655" cy="78105"/>
          </a:xfrm>
          <a:custGeom>
            <a:avLst/>
            <a:gdLst/>
            <a:ahLst/>
            <a:cxnLst/>
            <a:rect l="l" t="t" r="r" b="b"/>
            <a:pathLst>
              <a:path w="33654" h="78104">
                <a:moveTo>
                  <a:pt x="33527" y="0"/>
                </a:moveTo>
                <a:lnTo>
                  <a:pt x="21717" y="0"/>
                </a:lnTo>
                <a:lnTo>
                  <a:pt x="19939" y="4711"/>
                </a:lnTo>
                <a:lnTo>
                  <a:pt x="16891" y="8839"/>
                </a:lnTo>
                <a:lnTo>
                  <a:pt x="8000" y="15925"/>
                </a:lnTo>
                <a:lnTo>
                  <a:pt x="3810" y="18326"/>
                </a:lnTo>
                <a:lnTo>
                  <a:pt x="0" y="19583"/>
                </a:lnTo>
                <a:lnTo>
                  <a:pt x="0" y="33058"/>
                </a:lnTo>
                <a:lnTo>
                  <a:pt x="7239" y="30619"/>
                </a:lnTo>
                <a:lnTo>
                  <a:pt x="13589" y="26873"/>
                </a:lnTo>
                <a:lnTo>
                  <a:pt x="18923" y="21805"/>
                </a:lnTo>
                <a:lnTo>
                  <a:pt x="18923" y="77724"/>
                </a:lnTo>
                <a:lnTo>
                  <a:pt x="33527" y="77724"/>
                </a:lnTo>
                <a:lnTo>
                  <a:pt x="33527" y="0"/>
                </a:lnTo>
                <a:close/>
              </a:path>
            </a:pathLst>
          </a:custGeom>
          <a:solidFill>
            <a:srgbClr val="4264DE">
              <a:alpha val="10195"/>
            </a:srgbClr>
          </a:solidFill>
        </p:spPr>
        <p:txBody>
          <a:bodyPr wrap="square" lIns="0" tIns="0" rIns="0" bIns="0" rtlCol="0"/>
          <a:lstStyle/>
          <a:p>
            <a:endParaRPr/>
          </a:p>
        </p:txBody>
      </p:sp>
      <p:sp>
        <p:nvSpPr>
          <p:cNvPr id="158" name="object 158"/>
          <p:cNvSpPr/>
          <p:nvPr/>
        </p:nvSpPr>
        <p:spPr>
          <a:xfrm>
            <a:off x="7051547" y="5960364"/>
            <a:ext cx="50800" cy="78105"/>
          </a:xfrm>
          <a:custGeom>
            <a:avLst/>
            <a:gdLst/>
            <a:ahLst/>
            <a:cxnLst/>
            <a:rect l="l" t="t" r="r" b="b"/>
            <a:pathLst>
              <a:path w="50800" h="78104">
                <a:moveTo>
                  <a:pt x="32638" y="0"/>
                </a:moveTo>
                <a:lnTo>
                  <a:pt x="17652" y="0"/>
                </a:lnTo>
                <a:lnTo>
                  <a:pt x="11810" y="2590"/>
                </a:lnTo>
                <a:lnTo>
                  <a:pt x="0" y="38735"/>
                </a:lnTo>
                <a:lnTo>
                  <a:pt x="440" y="48929"/>
                </a:lnTo>
                <a:lnTo>
                  <a:pt x="17652" y="77724"/>
                </a:lnTo>
                <a:lnTo>
                  <a:pt x="32638" y="77724"/>
                </a:lnTo>
                <a:lnTo>
                  <a:pt x="38480" y="75133"/>
                </a:lnTo>
                <a:lnTo>
                  <a:pt x="42672" y="69938"/>
                </a:lnTo>
                <a:lnTo>
                  <a:pt x="45296" y="65620"/>
                </a:lnTo>
                <a:lnTo>
                  <a:pt x="23368" y="65620"/>
                </a:lnTo>
                <a:lnTo>
                  <a:pt x="21701" y="65062"/>
                </a:lnTo>
                <a:lnTo>
                  <a:pt x="18923" y="62852"/>
                </a:lnTo>
                <a:lnTo>
                  <a:pt x="17779" y="60629"/>
                </a:lnTo>
                <a:lnTo>
                  <a:pt x="16001" y="53949"/>
                </a:lnTo>
                <a:lnTo>
                  <a:pt x="15586" y="48929"/>
                </a:lnTo>
                <a:lnTo>
                  <a:pt x="15591" y="28735"/>
                </a:lnTo>
                <a:lnTo>
                  <a:pt x="23368" y="12103"/>
                </a:lnTo>
                <a:lnTo>
                  <a:pt x="45324" y="12103"/>
                </a:lnTo>
                <a:lnTo>
                  <a:pt x="42799" y="7886"/>
                </a:lnTo>
                <a:lnTo>
                  <a:pt x="38480" y="2628"/>
                </a:lnTo>
                <a:lnTo>
                  <a:pt x="32638" y="0"/>
                </a:lnTo>
                <a:close/>
              </a:path>
              <a:path w="50800" h="78104">
                <a:moveTo>
                  <a:pt x="45324" y="12103"/>
                </a:moveTo>
                <a:lnTo>
                  <a:pt x="26924" y="12103"/>
                </a:lnTo>
                <a:lnTo>
                  <a:pt x="28575" y="12661"/>
                </a:lnTo>
                <a:lnTo>
                  <a:pt x="31369" y="14909"/>
                </a:lnTo>
                <a:lnTo>
                  <a:pt x="32511" y="17145"/>
                </a:lnTo>
                <a:lnTo>
                  <a:pt x="34290" y="23825"/>
                </a:lnTo>
                <a:lnTo>
                  <a:pt x="34696" y="28735"/>
                </a:lnTo>
                <a:lnTo>
                  <a:pt x="34708" y="48929"/>
                </a:lnTo>
                <a:lnTo>
                  <a:pt x="34290" y="54152"/>
                </a:lnTo>
                <a:lnTo>
                  <a:pt x="33274" y="57886"/>
                </a:lnTo>
                <a:lnTo>
                  <a:pt x="32511" y="60794"/>
                </a:lnTo>
                <a:lnTo>
                  <a:pt x="31369" y="62814"/>
                </a:lnTo>
                <a:lnTo>
                  <a:pt x="28575" y="65062"/>
                </a:lnTo>
                <a:lnTo>
                  <a:pt x="26924" y="65620"/>
                </a:lnTo>
                <a:lnTo>
                  <a:pt x="45296" y="65620"/>
                </a:lnTo>
                <a:lnTo>
                  <a:pt x="46005" y="64454"/>
                </a:lnTo>
                <a:lnTo>
                  <a:pt x="48386" y="57451"/>
                </a:lnTo>
                <a:lnTo>
                  <a:pt x="49815" y="48929"/>
                </a:lnTo>
                <a:lnTo>
                  <a:pt x="50292"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159" name="object 159"/>
          <p:cNvSpPr/>
          <p:nvPr/>
        </p:nvSpPr>
        <p:spPr>
          <a:xfrm>
            <a:off x="7232904" y="5960364"/>
            <a:ext cx="33655" cy="78105"/>
          </a:xfrm>
          <a:custGeom>
            <a:avLst/>
            <a:gdLst/>
            <a:ahLst/>
            <a:cxnLst/>
            <a:rect l="l" t="t" r="r" b="b"/>
            <a:pathLst>
              <a:path w="33654" h="78104">
                <a:moveTo>
                  <a:pt x="33527" y="0"/>
                </a:moveTo>
                <a:lnTo>
                  <a:pt x="21717" y="0"/>
                </a:lnTo>
                <a:lnTo>
                  <a:pt x="19939" y="4711"/>
                </a:lnTo>
                <a:lnTo>
                  <a:pt x="16891" y="8839"/>
                </a:lnTo>
                <a:lnTo>
                  <a:pt x="8000" y="15925"/>
                </a:lnTo>
                <a:lnTo>
                  <a:pt x="3810" y="18326"/>
                </a:lnTo>
                <a:lnTo>
                  <a:pt x="0" y="19583"/>
                </a:lnTo>
                <a:lnTo>
                  <a:pt x="0" y="33058"/>
                </a:lnTo>
                <a:lnTo>
                  <a:pt x="7239" y="30619"/>
                </a:lnTo>
                <a:lnTo>
                  <a:pt x="13589" y="26873"/>
                </a:lnTo>
                <a:lnTo>
                  <a:pt x="18923" y="21805"/>
                </a:lnTo>
                <a:lnTo>
                  <a:pt x="18923" y="77724"/>
                </a:lnTo>
                <a:lnTo>
                  <a:pt x="33527" y="77724"/>
                </a:lnTo>
                <a:lnTo>
                  <a:pt x="33527" y="0"/>
                </a:lnTo>
                <a:close/>
              </a:path>
            </a:pathLst>
          </a:custGeom>
          <a:solidFill>
            <a:srgbClr val="4264DE">
              <a:alpha val="10195"/>
            </a:srgbClr>
          </a:solidFill>
        </p:spPr>
        <p:txBody>
          <a:bodyPr wrap="square" lIns="0" tIns="0" rIns="0" bIns="0" rtlCol="0"/>
          <a:lstStyle/>
          <a:p>
            <a:endParaRPr/>
          </a:p>
        </p:txBody>
      </p:sp>
      <p:sp>
        <p:nvSpPr>
          <p:cNvPr id="160" name="object 160"/>
          <p:cNvSpPr/>
          <p:nvPr/>
        </p:nvSpPr>
        <p:spPr>
          <a:xfrm>
            <a:off x="7399019" y="5960364"/>
            <a:ext cx="48895" cy="78105"/>
          </a:xfrm>
          <a:custGeom>
            <a:avLst/>
            <a:gdLst/>
            <a:ahLst/>
            <a:cxnLst/>
            <a:rect l="l" t="t" r="r" b="b"/>
            <a:pathLst>
              <a:path w="48895" h="78104">
                <a:moveTo>
                  <a:pt x="31623" y="0"/>
                </a:moveTo>
                <a:lnTo>
                  <a:pt x="17145" y="0"/>
                </a:lnTo>
                <a:lnTo>
                  <a:pt x="11429" y="2590"/>
                </a:lnTo>
                <a:lnTo>
                  <a:pt x="0" y="38735"/>
                </a:lnTo>
                <a:lnTo>
                  <a:pt x="438" y="48929"/>
                </a:lnTo>
                <a:lnTo>
                  <a:pt x="17018" y="77724"/>
                </a:lnTo>
                <a:lnTo>
                  <a:pt x="31623" y="77724"/>
                </a:lnTo>
                <a:lnTo>
                  <a:pt x="37337" y="75133"/>
                </a:lnTo>
                <a:lnTo>
                  <a:pt x="41401" y="69938"/>
                </a:lnTo>
                <a:lnTo>
                  <a:pt x="43953" y="65620"/>
                </a:lnTo>
                <a:lnTo>
                  <a:pt x="22605" y="65620"/>
                </a:lnTo>
                <a:lnTo>
                  <a:pt x="21065" y="65062"/>
                </a:lnTo>
                <a:lnTo>
                  <a:pt x="15182" y="48929"/>
                </a:lnTo>
                <a:lnTo>
                  <a:pt x="15186" y="28735"/>
                </a:lnTo>
                <a:lnTo>
                  <a:pt x="22605" y="12103"/>
                </a:lnTo>
                <a:lnTo>
                  <a:pt x="43911" y="12103"/>
                </a:lnTo>
                <a:lnTo>
                  <a:pt x="41401" y="7886"/>
                </a:lnTo>
                <a:lnTo>
                  <a:pt x="37337" y="2628"/>
                </a:lnTo>
                <a:lnTo>
                  <a:pt x="31623" y="0"/>
                </a:lnTo>
                <a:close/>
              </a:path>
              <a:path w="48895" h="78104">
                <a:moveTo>
                  <a:pt x="43911" y="12103"/>
                </a:moveTo>
                <a:lnTo>
                  <a:pt x="26161" y="12103"/>
                </a:lnTo>
                <a:lnTo>
                  <a:pt x="27685" y="12661"/>
                </a:lnTo>
                <a:lnTo>
                  <a:pt x="29082" y="13779"/>
                </a:lnTo>
                <a:lnTo>
                  <a:pt x="33588" y="48929"/>
                </a:lnTo>
                <a:lnTo>
                  <a:pt x="33274" y="54152"/>
                </a:lnTo>
                <a:lnTo>
                  <a:pt x="32257" y="57886"/>
                </a:lnTo>
                <a:lnTo>
                  <a:pt x="31496" y="60794"/>
                </a:lnTo>
                <a:lnTo>
                  <a:pt x="30352" y="62814"/>
                </a:lnTo>
                <a:lnTo>
                  <a:pt x="29051" y="63969"/>
                </a:lnTo>
                <a:lnTo>
                  <a:pt x="27651" y="65074"/>
                </a:lnTo>
                <a:lnTo>
                  <a:pt x="26161" y="65620"/>
                </a:lnTo>
                <a:lnTo>
                  <a:pt x="43953" y="65620"/>
                </a:lnTo>
                <a:lnTo>
                  <a:pt x="44642" y="64454"/>
                </a:lnTo>
                <a:lnTo>
                  <a:pt x="46942" y="57451"/>
                </a:lnTo>
                <a:lnTo>
                  <a:pt x="48313" y="48929"/>
                </a:lnTo>
                <a:lnTo>
                  <a:pt x="48768"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161" name="object 161"/>
          <p:cNvSpPr/>
          <p:nvPr/>
        </p:nvSpPr>
        <p:spPr>
          <a:xfrm>
            <a:off x="7580376" y="5960364"/>
            <a:ext cx="33655" cy="78105"/>
          </a:xfrm>
          <a:custGeom>
            <a:avLst/>
            <a:gdLst/>
            <a:ahLst/>
            <a:cxnLst/>
            <a:rect l="l" t="t" r="r" b="b"/>
            <a:pathLst>
              <a:path w="33654" h="78104">
                <a:moveTo>
                  <a:pt x="33527" y="0"/>
                </a:moveTo>
                <a:lnTo>
                  <a:pt x="21717" y="0"/>
                </a:lnTo>
                <a:lnTo>
                  <a:pt x="19939" y="4711"/>
                </a:lnTo>
                <a:lnTo>
                  <a:pt x="16891" y="8839"/>
                </a:lnTo>
                <a:lnTo>
                  <a:pt x="8000" y="15925"/>
                </a:lnTo>
                <a:lnTo>
                  <a:pt x="3809" y="18326"/>
                </a:lnTo>
                <a:lnTo>
                  <a:pt x="0" y="19583"/>
                </a:lnTo>
                <a:lnTo>
                  <a:pt x="0" y="33058"/>
                </a:lnTo>
                <a:lnTo>
                  <a:pt x="7239" y="30619"/>
                </a:lnTo>
                <a:lnTo>
                  <a:pt x="13589" y="26873"/>
                </a:lnTo>
                <a:lnTo>
                  <a:pt x="18923" y="21805"/>
                </a:lnTo>
                <a:lnTo>
                  <a:pt x="18923" y="77724"/>
                </a:lnTo>
                <a:lnTo>
                  <a:pt x="33527" y="77724"/>
                </a:lnTo>
                <a:lnTo>
                  <a:pt x="33527" y="0"/>
                </a:lnTo>
                <a:close/>
              </a:path>
            </a:pathLst>
          </a:custGeom>
          <a:solidFill>
            <a:srgbClr val="4264DE">
              <a:alpha val="10195"/>
            </a:srgbClr>
          </a:solidFill>
        </p:spPr>
        <p:txBody>
          <a:bodyPr wrap="square" lIns="0" tIns="0" rIns="0" bIns="0" rtlCol="0"/>
          <a:lstStyle/>
          <a:p>
            <a:endParaRPr/>
          </a:p>
        </p:txBody>
      </p:sp>
      <p:sp>
        <p:nvSpPr>
          <p:cNvPr id="162" name="object 162"/>
          <p:cNvSpPr/>
          <p:nvPr/>
        </p:nvSpPr>
        <p:spPr>
          <a:xfrm>
            <a:off x="7744968" y="5960364"/>
            <a:ext cx="50800" cy="78105"/>
          </a:xfrm>
          <a:custGeom>
            <a:avLst/>
            <a:gdLst/>
            <a:ahLst/>
            <a:cxnLst/>
            <a:rect l="l" t="t" r="r" b="b"/>
            <a:pathLst>
              <a:path w="50800" h="78104">
                <a:moveTo>
                  <a:pt x="32638" y="0"/>
                </a:moveTo>
                <a:lnTo>
                  <a:pt x="17652" y="0"/>
                </a:lnTo>
                <a:lnTo>
                  <a:pt x="11810" y="2590"/>
                </a:lnTo>
                <a:lnTo>
                  <a:pt x="0" y="38735"/>
                </a:lnTo>
                <a:lnTo>
                  <a:pt x="440" y="48929"/>
                </a:lnTo>
                <a:lnTo>
                  <a:pt x="17652" y="77724"/>
                </a:lnTo>
                <a:lnTo>
                  <a:pt x="32638" y="77724"/>
                </a:lnTo>
                <a:lnTo>
                  <a:pt x="38480" y="75133"/>
                </a:lnTo>
                <a:lnTo>
                  <a:pt x="42672" y="69938"/>
                </a:lnTo>
                <a:lnTo>
                  <a:pt x="45296" y="65620"/>
                </a:lnTo>
                <a:lnTo>
                  <a:pt x="23367" y="65620"/>
                </a:lnTo>
                <a:lnTo>
                  <a:pt x="21701" y="65062"/>
                </a:lnTo>
                <a:lnTo>
                  <a:pt x="18923" y="62852"/>
                </a:lnTo>
                <a:lnTo>
                  <a:pt x="17779" y="60629"/>
                </a:lnTo>
                <a:lnTo>
                  <a:pt x="16001" y="53949"/>
                </a:lnTo>
                <a:lnTo>
                  <a:pt x="15586" y="48929"/>
                </a:lnTo>
                <a:lnTo>
                  <a:pt x="15591" y="28735"/>
                </a:lnTo>
                <a:lnTo>
                  <a:pt x="23367" y="12103"/>
                </a:lnTo>
                <a:lnTo>
                  <a:pt x="45324" y="12103"/>
                </a:lnTo>
                <a:lnTo>
                  <a:pt x="42799" y="7886"/>
                </a:lnTo>
                <a:lnTo>
                  <a:pt x="38480" y="2628"/>
                </a:lnTo>
                <a:lnTo>
                  <a:pt x="32638" y="0"/>
                </a:lnTo>
                <a:close/>
              </a:path>
              <a:path w="50800" h="78104">
                <a:moveTo>
                  <a:pt x="45324" y="12103"/>
                </a:moveTo>
                <a:lnTo>
                  <a:pt x="26924" y="12103"/>
                </a:lnTo>
                <a:lnTo>
                  <a:pt x="28575" y="12661"/>
                </a:lnTo>
                <a:lnTo>
                  <a:pt x="31368" y="14909"/>
                </a:lnTo>
                <a:lnTo>
                  <a:pt x="32511" y="17145"/>
                </a:lnTo>
                <a:lnTo>
                  <a:pt x="34289" y="23825"/>
                </a:lnTo>
                <a:lnTo>
                  <a:pt x="34696" y="28735"/>
                </a:lnTo>
                <a:lnTo>
                  <a:pt x="34708" y="48929"/>
                </a:lnTo>
                <a:lnTo>
                  <a:pt x="34289" y="54152"/>
                </a:lnTo>
                <a:lnTo>
                  <a:pt x="33274" y="57886"/>
                </a:lnTo>
                <a:lnTo>
                  <a:pt x="32511" y="60794"/>
                </a:lnTo>
                <a:lnTo>
                  <a:pt x="31368" y="62814"/>
                </a:lnTo>
                <a:lnTo>
                  <a:pt x="28575" y="65062"/>
                </a:lnTo>
                <a:lnTo>
                  <a:pt x="26924" y="65620"/>
                </a:lnTo>
                <a:lnTo>
                  <a:pt x="45296" y="65620"/>
                </a:lnTo>
                <a:lnTo>
                  <a:pt x="46005" y="64454"/>
                </a:lnTo>
                <a:lnTo>
                  <a:pt x="48386" y="57451"/>
                </a:lnTo>
                <a:lnTo>
                  <a:pt x="49815" y="48929"/>
                </a:lnTo>
                <a:lnTo>
                  <a:pt x="50291"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163" name="object 163"/>
          <p:cNvSpPr/>
          <p:nvPr/>
        </p:nvSpPr>
        <p:spPr>
          <a:xfrm>
            <a:off x="7926323" y="5960364"/>
            <a:ext cx="33655" cy="78105"/>
          </a:xfrm>
          <a:custGeom>
            <a:avLst/>
            <a:gdLst/>
            <a:ahLst/>
            <a:cxnLst/>
            <a:rect l="l" t="t" r="r" b="b"/>
            <a:pathLst>
              <a:path w="33654" h="78104">
                <a:moveTo>
                  <a:pt x="33527" y="0"/>
                </a:moveTo>
                <a:lnTo>
                  <a:pt x="21717" y="0"/>
                </a:lnTo>
                <a:lnTo>
                  <a:pt x="19939" y="4711"/>
                </a:lnTo>
                <a:lnTo>
                  <a:pt x="16891" y="8839"/>
                </a:lnTo>
                <a:lnTo>
                  <a:pt x="8000" y="15925"/>
                </a:lnTo>
                <a:lnTo>
                  <a:pt x="3809" y="18326"/>
                </a:lnTo>
                <a:lnTo>
                  <a:pt x="0" y="19583"/>
                </a:lnTo>
                <a:lnTo>
                  <a:pt x="0" y="33058"/>
                </a:lnTo>
                <a:lnTo>
                  <a:pt x="7239" y="30619"/>
                </a:lnTo>
                <a:lnTo>
                  <a:pt x="13589" y="26873"/>
                </a:lnTo>
                <a:lnTo>
                  <a:pt x="18923" y="21805"/>
                </a:lnTo>
                <a:lnTo>
                  <a:pt x="18923" y="77724"/>
                </a:lnTo>
                <a:lnTo>
                  <a:pt x="33527" y="77724"/>
                </a:lnTo>
                <a:lnTo>
                  <a:pt x="33527" y="0"/>
                </a:lnTo>
                <a:close/>
              </a:path>
            </a:pathLst>
          </a:custGeom>
          <a:solidFill>
            <a:srgbClr val="4264DE">
              <a:alpha val="10195"/>
            </a:srgbClr>
          </a:solidFill>
        </p:spPr>
        <p:txBody>
          <a:bodyPr wrap="square" lIns="0" tIns="0" rIns="0" bIns="0" rtlCol="0"/>
          <a:lstStyle/>
          <a:p>
            <a:endParaRPr/>
          </a:p>
        </p:txBody>
      </p:sp>
      <p:sp>
        <p:nvSpPr>
          <p:cNvPr id="164" name="object 164"/>
          <p:cNvSpPr/>
          <p:nvPr/>
        </p:nvSpPr>
        <p:spPr>
          <a:xfrm>
            <a:off x="8092440" y="5960364"/>
            <a:ext cx="48895" cy="78105"/>
          </a:xfrm>
          <a:custGeom>
            <a:avLst/>
            <a:gdLst/>
            <a:ahLst/>
            <a:cxnLst/>
            <a:rect l="l" t="t" r="r" b="b"/>
            <a:pathLst>
              <a:path w="48895" h="78104">
                <a:moveTo>
                  <a:pt x="31623" y="0"/>
                </a:moveTo>
                <a:lnTo>
                  <a:pt x="17144" y="0"/>
                </a:lnTo>
                <a:lnTo>
                  <a:pt x="11429" y="2590"/>
                </a:lnTo>
                <a:lnTo>
                  <a:pt x="0" y="38735"/>
                </a:lnTo>
                <a:lnTo>
                  <a:pt x="438" y="48929"/>
                </a:lnTo>
                <a:lnTo>
                  <a:pt x="17017" y="77724"/>
                </a:lnTo>
                <a:lnTo>
                  <a:pt x="31623" y="77724"/>
                </a:lnTo>
                <a:lnTo>
                  <a:pt x="37337" y="75133"/>
                </a:lnTo>
                <a:lnTo>
                  <a:pt x="41401" y="69938"/>
                </a:lnTo>
                <a:lnTo>
                  <a:pt x="43953" y="65620"/>
                </a:lnTo>
                <a:lnTo>
                  <a:pt x="22605" y="65620"/>
                </a:lnTo>
                <a:lnTo>
                  <a:pt x="21065" y="65062"/>
                </a:lnTo>
                <a:lnTo>
                  <a:pt x="15182" y="48929"/>
                </a:lnTo>
                <a:lnTo>
                  <a:pt x="15186" y="28735"/>
                </a:lnTo>
                <a:lnTo>
                  <a:pt x="22605" y="12103"/>
                </a:lnTo>
                <a:lnTo>
                  <a:pt x="43911" y="12103"/>
                </a:lnTo>
                <a:lnTo>
                  <a:pt x="41401" y="7886"/>
                </a:lnTo>
                <a:lnTo>
                  <a:pt x="37337" y="2628"/>
                </a:lnTo>
                <a:lnTo>
                  <a:pt x="31623" y="0"/>
                </a:lnTo>
                <a:close/>
              </a:path>
              <a:path w="48895" h="78104">
                <a:moveTo>
                  <a:pt x="43911" y="12103"/>
                </a:moveTo>
                <a:lnTo>
                  <a:pt x="26161" y="12103"/>
                </a:lnTo>
                <a:lnTo>
                  <a:pt x="27685" y="12661"/>
                </a:lnTo>
                <a:lnTo>
                  <a:pt x="28955" y="13779"/>
                </a:lnTo>
                <a:lnTo>
                  <a:pt x="33588" y="48929"/>
                </a:lnTo>
                <a:lnTo>
                  <a:pt x="33274" y="54152"/>
                </a:lnTo>
                <a:lnTo>
                  <a:pt x="32257" y="57886"/>
                </a:lnTo>
                <a:lnTo>
                  <a:pt x="31495" y="60794"/>
                </a:lnTo>
                <a:lnTo>
                  <a:pt x="30352" y="62814"/>
                </a:lnTo>
                <a:lnTo>
                  <a:pt x="29051" y="63969"/>
                </a:lnTo>
                <a:lnTo>
                  <a:pt x="27651" y="65074"/>
                </a:lnTo>
                <a:lnTo>
                  <a:pt x="26161" y="65620"/>
                </a:lnTo>
                <a:lnTo>
                  <a:pt x="43953" y="65620"/>
                </a:lnTo>
                <a:lnTo>
                  <a:pt x="44642" y="64454"/>
                </a:lnTo>
                <a:lnTo>
                  <a:pt x="46942" y="57451"/>
                </a:lnTo>
                <a:lnTo>
                  <a:pt x="48313" y="48929"/>
                </a:lnTo>
                <a:lnTo>
                  <a:pt x="48767"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165" name="object 165"/>
          <p:cNvSpPr/>
          <p:nvPr/>
        </p:nvSpPr>
        <p:spPr>
          <a:xfrm>
            <a:off x="8273795" y="5960364"/>
            <a:ext cx="33655" cy="78105"/>
          </a:xfrm>
          <a:custGeom>
            <a:avLst/>
            <a:gdLst/>
            <a:ahLst/>
            <a:cxnLst/>
            <a:rect l="l" t="t" r="r" b="b"/>
            <a:pathLst>
              <a:path w="33654" h="78104">
                <a:moveTo>
                  <a:pt x="33527" y="0"/>
                </a:moveTo>
                <a:lnTo>
                  <a:pt x="21717" y="0"/>
                </a:lnTo>
                <a:lnTo>
                  <a:pt x="19938" y="4711"/>
                </a:lnTo>
                <a:lnTo>
                  <a:pt x="16890" y="8839"/>
                </a:lnTo>
                <a:lnTo>
                  <a:pt x="8000" y="15925"/>
                </a:lnTo>
                <a:lnTo>
                  <a:pt x="3809" y="18326"/>
                </a:lnTo>
                <a:lnTo>
                  <a:pt x="0" y="19583"/>
                </a:lnTo>
                <a:lnTo>
                  <a:pt x="0" y="33058"/>
                </a:lnTo>
                <a:lnTo>
                  <a:pt x="7238" y="30619"/>
                </a:lnTo>
                <a:lnTo>
                  <a:pt x="13588" y="26873"/>
                </a:lnTo>
                <a:lnTo>
                  <a:pt x="18923" y="21805"/>
                </a:lnTo>
                <a:lnTo>
                  <a:pt x="18923" y="77724"/>
                </a:lnTo>
                <a:lnTo>
                  <a:pt x="33527" y="77724"/>
                </a:lnTo>
                <a:lnTo>
                  <a:pt x="33527" y="0"/>
                </a:lnTo>
                <a:close/>
              </a:path>
            </a:pathLst>
          </a:custGeom>
          <a:solidFill>
            <a:srgbClr val="4264DE">
              <a:alpha val="10195"/>
            </a:srgbClr>
          </a:solidFill>
        </p:spPr>
        <p:txBody>
          <a:bodyPr wrap="square" lIns="0" tIns="0" rIns="0" bIns="0" rtlCol="0"/>
          <a:lstStyle/>
          <a:p>
            <a:endParaRPr/>
          </a:p>
        </p:txBody>
      </p:sp>
      <p:sp>
        <p:nvSpPr>
          <p:cNvPr id="166" name="object 166"/>
          <p:cNvSpPr/>
          <p:nvPr/>
        </p:nvSpPr>
        <p:spPr>
          <a:xfrm>
            <a:off x="8438388" y="5960364"/>
            <a:ext cx="50800" cy="78105"/>
          </a:xfrm>
          <a:custGeom>
            <a:avLst/>
            <a:gdLst/>
            <a:ahLst/>
            <a:cxnLst/>
            <a:rect l="l" t="t" r="r" b="b"/>
            <a:pathLst>
              <a:path w="50800" h="78104">
                <a:moveTo>
                  <a:pt x="32638" y="0"/>
                </a:moveTo>
                <a:lnTo>
                  <a:pt x="17652" y="0"/>
                </a:lnTo>
                <a:lnTo>
                  <a:pt x="11810" y="2590"/>
                </a:lnTo>
                <a:lnTo>
                  <a:pt x="0" y="38735"/>
                </a:lnTo>
                <a:lnTo>
                  <a:pt x="440" y="48929"/>
                </a:lnTo>
                <a:lnTo>
                  <a:pt x="17652" y="77724"/>
                </a:lnTo>
                <a:lnTo>
                  <a:pt x="32638" y="77724"/>
                </a:lnTo>
                <a:lnTo>
                  <a:pt x="38480" y="75133"/>
                </a:lnTo>
                <a:lnTo>
                  <a:pt x="42671" y="69938"/>
                </a:lnTo>
                <a:lnTo>
                  <a:pt x="45296" y="65620"/>
                </a:lnTo>
                <a:lnTo>
                  <a:pt x="23367" y="65620"/>
                </a:lnTo>
                <a:lnTo>
                  <a:pt x="21701" y="65062"/>
                </a:lnTo>
                <a:lnTo>
                  <a:pt x="18922" y="62852"/>
                </a:lnTo>
                <a:lnTo>
                  <a:pt x="17779" y="60629"/>
                </a:lnTo>
                <a:lnTo>
                  <a:pt x="16001" y="53949"/>
                </a:lnTo>
                <a:lnTo>
                  <a:pt x="15586" y="48929"/>
                </a:lnTo>
                <a:lnTo>
                  <a:pt x="15591" y="28735"/>
                </a:lnTo>
                <a:lnTo>
                  <a:pt x="23367" y="12103"/>
                </a:lnTo>
                <a:lnTo>
                  <a:pt x="45324" y="12103"/>
                </a:lnTo>
                <a:lnTo>
                  <a:pt x="42798" y="7886"/>
                </a:lnTo>
                <a:lnTo>
                  <a:pt x="38480" y="2628"/>
                </a:lnTo>
                <a:lnTo>
                  <a:pt x="32638" y="0"/>
                </a:lnTo>
                <a:close/>
              </a:path>
              <a:path w="50800" h="78104">
                <a:moveTo>
                  <a:pt x="45324" y="12103"/>
                </a:moveTo>
                <a:lnTo>
                  <a:pt x="26923" y="12103"/>
                </a:lnTo>
                <a:lnTo>
                  <a:pt x="28575" y="12661"/>
                </a:lnTo>
                <a:lnTo>
                  <a:pt x="31368" y="14909"/>
                </a:lnTo>
                <a:lnTo>
                  <a:pt x="32511" y="17145"/>
                </a:lnTo>
                <a:lnTo>
                  <a:pt x="34289" y="23825"/>
                </a:lnTo>
                <a:lnTo>
                  <a:pt x="34696" y="28735"/>
                </a:lnTo>
                <a:lnTo>
                  <a:pt x="34708" y="48929"/>
                </a:lnTo>
                <a:lnTo>
                  <a:pt x="34289" y="54152"/>
                </a:lnTo>
                <a:lnTo>
                  <a:pt x="33273" y="57886"/>
                </a:lnTo>
                <a:lnTo>
                  <a:pt x="32511" y="60794"/>
                </a:lnTo>
                <a:lnTo>
                  <a:pt x="31368" y="62814"/>
                </a:lnTo>
                <a:lnTo>
                  <a:pt x="28575" y="65062"/>
                </a:lnTo>
                <a:lnTo>
                  <a:pt x="26923" y="65620"/>
                </a:lnTo>
                <a:lnTo>
                  <a:pt x="45296" y="65620"/>
                </a:lnTo>
                <a:lnTo>
                  <a:pt x="46005" y="64454"/>
                </a:lnTo>
                <a:lnTo>
                  <a:pt x="48386" y="57451"/>
                </a:lnTo>
                <a:lnTo>
                  <a:pt x="49815" y="48929"/>
                </a:lnTo>
                <a:lnTo>
                  <a:pt x="50291"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167" name="object 167"/>
          <p:cNvSpPr/>
          <p:nvPr/>
        </p:nvSpPr>
        <p:spPr>
          <a:xfrm>
            <a:off x="8619743" y="5960364"/>
            <a:ext cx="33655" cy="78105"/>
          </a:xfrm>
          <a:custGeom>
            <a:avLst/>
            <a:gdLst/>
            <a:ahLst/>
            <a:cxnLst/>
            <a:rect l="l" t="t" r="r" b="b"/>
            <a:pathLst>
              <a:path w="33654" h="78104">
                <a:moveTo>
                  <a:pt x="33527" y="0"/>
                </a:moveTo>
                <a:lnTo>
                  <a:pt x="21716" y="0"/>
                </a:lnTo>
                <a:lnTo>
                  <a:pt x="19938" y="4711"/>
                </a:lnTo>
                <a:lnTo>
                  <a:pt x="16890" y="8839"/>
                </a:lnTo>
                <a:lnTo>
                  <a:pt x="8000" y="15925"/>
                </a:lnTo>
                <a:lnTo>
                  <a:pt x="3809" y="18326"/>
                </a:lnTo>
                <a:lnTo>
                  <a:pt x="0" y="19583"/>
                </a:lnTo>
                <a:lnTo>
                  <a:pt x="0" y="33058"/>
                </a:lnTo>
                <a:lnTo>
                  <a:pt x="7238" y="30619"/>
                </a:lnTo>
                <a:lnTo>
                  <a:pt x="13588" y="26873"/>
                </a:lnTo>
                <a:lnTo>
                  <a:pt x="18923" y="21805"/>
                </a:lnTo>
                <a:lnTo>
                  <a:pt x="18923" y="77724"/>
                </a:lnTo>
                <a:lnTo>
                  <a:pt x="33527" y="77724"/>
                </a:lnTo>
                <a:lnTo>
                  <a:pt x="33527" y="0"/>
                </a:lnTo>
                <a:close/>
              </a:path>
            </a:pathLst>
          </a:custGeom>
          <a:solidFill>
            <a:srgbClr val="4264DE">
              <a:alpha val="10195"/>
            </a:srgbClr>
          </a:solidFill>
        </p:spPr>
        <p:txBody>
          <a:bodyPr wrap="square" lIns="0" tIns="0" rIns="0" bIns="0" rtlCol="0"/>
          <a:lstStyle/>
          <a:p>
            <a:endParaRPr/>
          </a:p>
        </p:txBody>
      </p:sp>
      <p:sp>
        <p:nvSpPr>
          <p:cNvPr id="168" name="object 168"/>
          <p:cNvSpPr/>
          <p:nvPr/>
        </p:nvSpPr>
        <p:spPr>
          <a:xfrm>
            <a:off x="8967216" y="5960364"/>
            <a:ext cx="33655" cy="78105"/>
          </a:xfrm>
          <a:custGeom>
            <a:avLst/>
            <a:gdLst/>
            <a:ahLst/>
            <a:cxnLst/>
            <a:rect l="l" t="t" r="r" b="b"/>
            <a:pathLst>
              <a:path w="33654" h="78104">
                <a:moveTo>
                  <a:pt x="33527" y="0"/>
                </a:moveTo>
                <a:lnTo>
                  <a:pt x="21716" y="0"/>
                </a:lnTo>
                <a:lnTo>
                  <a:pt x="19938" y="4711"/>
                </a:lnTo>
                <a:lnTo>
                  <a:pt x="16890" y="8839"/>
                </a:lnTo>
                <a:lnTo>
                  <a:pt x="8000" y="15925"/>
                </a:lnTo>
                <a:lnTo>
                  <a:pt x="3809" y="18326"/>
                </a:lnTo>
                <a:lnTo>
                  <a:pt x="0" y="19583"/>
                </a:lnTo>
                <a:lnTo>
                  <a:pt x="0" y="33058"/>
                </a:lnTo>
                <a:lnTo>
                  <a:pt x="7238" y="30619"/>
                </a:lnTo>
                <a:lnTo>
                  <a:pt x="13588" y="26873"/>
                </a:lnTo>
                <a:lnTo>
                  <a:pt x="18923" y="21805"/>
                </a:lnTo>
                <a:lnTo>
                  <a:pt x="18923" y="77724"/>
                </a:lnTo>
                <a:lnTo>
                  <a:pt x="33527" y="77724"/>
                </a:lnTo>
                <a:lnTo>
                  <a:pt x="33527" y="0"/>
                </a:lnTo>
                <a:close/>
              </a:path>
            </a:pathLst>
          </a:custGeom>
          <a:solidFill>
            <a:srgbClr val="4264DE">
              <a:alpha val="10195"/>
            </a:srgbClr>
          </a:solidFill>
        </p:spPr>
        <p:txBody>
          <a:bodyPr wrap="square" lIns="0" tIns="0" rIns="0" bIns="0" rtlCol="0"/>
          <a:lstStyle/>
          <a:p>
            <a:endParaRPr/>
          </a:p>
        </p:txBody>
      </p:sp>
      <p:sp>
        <p:nvSpPr>
          <p:cNvPr id="169" name="object 169"/>
          <p:cNvSpPr/>
          <p:nvPr/>
        </p:nvSpPr>
        <p:spPr>
          <a:xfrm>
            <a:off x="9131807" y="5960364"/>
            <a:ext cx="50800" cy="78105"/>
          </a:xfrm>
          <a:custGeom>
            <a:avLst/>
            <a:gdLst/>
            <a:ahLst/>
            <a:cxnLst/>
            <a:rect l="l" t="t" r="r" b="b"/>
            <a:pathLst>
              <a:path w="50800" h="78104">
                <a:moveTo>
                  <a:pt x="32639" y="0"/>
                </a:moveTo>
                <a:lnTo>
                  <a:pt x="17652" y="0"/>
                </a:lnTo>
                <a:lnTo>
                  <a:pt x="11811" y="2590"/>
                </a:lnTo>
                <a:lnTo>
                  <a:pt x="0" y="38735"/>
                </a:lnTo>
                <a:lnTo>
                  <a:pt x="440" y="48929"/>
                </a:lnTo>
                <a:lnTo>
                  <a:pt x="17652" y="77724"/>
                </a:lnTo>
                <a:lnTo>
                  <a:pt x="32639" y="77724"/>
                </a:lnTo>
                <a:lnTo>
                  <a:pt x="38481" y="75133"/>
                </a:lnTo>
                <a:lnTo>
                  <a:pt x="42672" y="69938"/>
                </a:lnTo>
                <a:lnTo>
                  <a:pt x="45296" y="65620"/>
                </a:lnTo>
                <a:lnTo>
                  <a:pt x="23368" y="65620"/>
                </a:lnTo>
                <a:lnTo>
                  <a:pt x="21701" y="65062"/>
                </a:lnTo>
                <a:lnTo>
                  <a:pt x="18923" y="62852"/>
                </a:lnTo>
                <a:lnTo>
                  <a:pt x="17780" y="60629"/>
                </a:lnTo>
                <a:lnTo>
                  <a:pt x="16001" y="53949"/>
                </a:lnTo>
                <a:lnTo>
                  <a:pt x="15586" y="48929"/>
                </a:lnTo>
                <a:lnTo>
                  <a:pt x="15591" y="28735"/>
                </a:lnTo>
                <a:lnTo>
                  <a:pt x="23368" y="12103"/>
                </a:lnTo>
                <a:lnTo>
                  <a:pt x="45324" y="12103"/>
                </a:lnTo>
                <a:lnTo>
                  <a:pt x="42799" y="7886"/>
                </a:lnTo>
                <a:lnTo>
                  <a:pt x="38481" y="2628"/>
                </a:lnTo>
                <a:lnTo>
                  <a:pt x="32639" y="0"/>
                </a:lnTo>
                <a:close/>
              </a:path>
              <a:path w="50800" h="78104">
                <a:moveTo>
                  <a:pt x="45324" y="12103"/>
                </a:moveTo>
                <a:lnTo>
                  <a:pt x="26924" y="12103"/>
                </a:lnTo>
                <a:lnTo>
                  <a:pt x="28575" y="12661"/>
                </a:lnTo>
                <a:lnTo>
                  <a:pt x="31369" y="14909"/>
                </a:lnTo>
                <a:lnTo>
                  <a:pt x="32512" y="17145"/>
                </a:lnTo>
                <a:lnTo>
                  <a:pt x="34290" y="23825"/>
                </a:lnTo>
                <a:lnTo>
                  <a:pt x="34696" y="28735"/>
                </a:lnTo>
                <a:lnTo>
                  <a:pt x="34708" y="48929"/>
                </a:lnTo>
                <a:lnTo>
                  <a:pt x="34290" y="54152"/>
                </a:lnTo>
                <a:lnTo>
                  <a:pt x="33274" y="57886"/>
                </a:lnTo>
                <a:lnTo>
                  <a:pt x="32512" y="60794"/>
                </a:lnTo>
                <a:lnTo>
                  <a:pt x="31369" y="62814"/>
                </a:lnTo>
                <a:lnTo>
                  <a:pt x="28575" y="65062"/>
                </a:lnTo>
                <a:lnTo>
                  <a:pt x="26924" y="65620"/>
                </a:lnTo>
                <a:lnTo>
                  <a:pt x="45296" y="65620"/>
                </a:lnTo>
                <a:lnTo>
                  <a:pt x="46005" y="64454"/>
                </a:lnTo>
                <a:lnTo>
                  <a:pt x="48386" y="57451"/>
                </a:lnTo>
                <a:lnTo>
                  <a:pt x="49815" y="48929"/>
                </a:lnTo>
                <a:lnTo>
                  <a:pt x="50292"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170" name="object 170"/>
          <p:cNvSpPr/>
          <p:nvPr/>
        </p:nvSpPr>
        <p:spPr>
          <a:xfrm>
            <a:off x="9313164" y="5960364"/>
            <a:ext cx="33655" cy="78105"/>
          </a:xfrm>
          <a:custGeom>
            <a:avLst/>
            <a:gdLst/>
            <a:ahLst/>
            <a:cxnLst/>
            <a:rect l="l" t="t" r="r" b="b"/>
            <a:pathLst>
              <a:path w="33654" h="78104">
                <a:moveTo>
                  <a:pt x="33527" y="0"/>
                </a:moveTo>
                <a:lnTo>
                  <a:pt x="21716" y="0"/>
                </a:lnTo>
                <a:lnTo>
                  <a:pt x="19938" y="4711"/>
                </a:lnTo>
                <a:lnTo>
                  <a:pt x="16890" y="8839"/>
                </a:lnTo>
                <a:lnTo>
                  <a:pt x="8000" y="15925"/>
                </a:lnTo>
                <a:lnTo>
                  <a:pt x="3809" y="18326"/>
                </a:lnTo>
                <a:lnTo>
                  <a:pt x="0" y="19583"/>
                </a:lnTo>
                <a:lnTo>
                  <a:pt x="0" y="33058"/>
                </a:lnTo>
                <a:lnTo>
                  <a:pt x="7238" y="30619"/>
                </a:lnTo>
                <a:lnTo>
                  <a:pt x="13588" y="26873"/>
                </a:lnTo>
                <a:lnTo>
                  <a:pt x="18922" y="21805"/>
                </a:lnTo>
                <a:lnTo>
                  <a:pt x="18922" y="77724"/>
                </a:lnTo>
                <a:lnTo>
                  <a:pt x="33527" y="77724"/>
                </a:lnTo>
                <a:lnTo>
                  <a:pt x="33527" y="0"/>
                </a:lnTo>
                <a:close/>
              </a:path>
            </a:pathLst>
          </a:custGeom>
          <a:solidFill>
            <a:srgbClr val="4264DE">
              <a:alpha val="10195"/>
            </a:srgbClr>
          </a:solidFill>
        </p:spPr>
        <p:txBody>
          <a:bodyPr wrap="square" lIns="0" tIns="0" rIns="0" bIns="0" rtlCol="0"/>
          <a:lstStyle/>
          <a:p>
            <a:endParaRPr/>
          </a:p>
        </p:txBody>
      </p:sp>
      <p:sp>
        <p:nvSpPr>
          <p:cNvPr id="171" name="object 171"/>
          <p:cNvSpPr/>
          <p:nvPr/>
        </p:nvSpPr>
        <p:spPr>
          <a:xfrm>
            <a:off x="9479280" y="5960364"/>
            <a:ext cx="48895" cy="78105"/>
          </a:xfrm>
          <a:custGeom>
            <a:avLst/>
            <a:gdLst/>
            <a:ahLst/>
            <a:cxnLst/>
            <a:rect l="l" t="t" r="r" b="b"/>
            <a:pathLst>
              <a:path w="48895" h="78104">
                <a:moveTo>
                  <a:pt x="31623" y="0"/>
                </a:moveTo>
                <a:lnTo>
                  <a:pt x="17145" y="0"/>
                </a:lnTo>
                <a:lnTo>
                  <a:pt x="11429" y="2590"/>
                </a:lnTo>
                <a:lnTo>
                  <a:pt x="0" y="38735"/>
                </a:lnTo>
                <a:lnTo>
                  <a:pt x="438" y="48929"/>
                </a:lnTo>
                <a:lnTo>
                  <a:pt x="17018" y="77724"/>
                </a:lnTo>
                <a:lnTo>
                  <a:pt x="31623" y="77724"/>
                </a:lnTo>
                <a:lnTo>
                  <a:pt x="37338" y="75133"/>
                </a:lnTo>
                <a:lnTo>
                  <a:pt x="41401" y="69938"/>
                </a:lnTo>
                <a:lnTo>
                  <a:pt x="43953" y="65620"/>
                </a:lnTo>
                <a:lnTo>
                  <a:pt x="22605" y="65620"/>
                </a:lnTo>
                <a:lnTo>
                  <a:pt x="21065" y="65062"/>
                </a:lnTo>
                <a:lnTo>
                  <a:pt x="15182" y="48929"/>
                </a:lnTo>
                <a:lnTo>
                  <a:pt x="15186" y="28735"/>
                </a:lnTo>
                <a:lnTo>
                  <a:pt x="22605" y="12103"/>
                </a:lnTo>
                <a:lnTo>
                  <a:pt x="43911" y="12103"/>
                </a:lnTo>
                <a:lnTo>
                  <a:pt x="41401" y="7886"/>
                </a:lnTo>
                <a:lnTo>
                  <a:pt x="37338" y="2628"/>
                </a:lnTo>
                <a:lnTo>
                  <a:pt x="31623" y="0"/>
                </a:lnTo>
                <a:close/>
              </a:path>
              <a:path w="48895" h="78104">
                <a:moveTo>
                  <a:pt x="43911" y="12103"/>
                </a:moveTo>
                <a:lnTo>
                  <a:pt x="26162" y="12103"/>
                </a:lnTo>
                <a:lnTo>
                  <a:pt x="27686" y="12661"/>
                </a:lnTo>
                <a:lnTo>
                  <a:pt x="29083" y="13779"/>
                </a:lnTo>
                <a:lnTo>
                  <a:pt x="33588" y="48929"/>
                </a:lnTo>
                <a:lnTo>
                  <a:pt x="33274" y="54152"/>
                </a:lnTo>
                <a:lnTo>
                  <a:pt x="32258" y="57886"/>
                </a:lnTo>
                <a:lnTo>
                  <a:pt x="31496" y="60794"/>
                </a:lnTo>
                <a:lnTo>
                  <a:pt x="30352" y="62814"/>
                </a:lnTo>
                <a:lnTo>
                  <a:pt x="29051" y="63969"/>
                </a:lnTo>
                <a:lnTo>
                  <a:pt x="27651" y="65074"/>
                </a:lnTo>
                <a:lnTo>
                  <a:pt x="26162" y="65620"/>
                </a:lnTo>
                <a:lnTo>
                  <a:pt x="43953" y="65620"/>
                </a:lnTo>
                <a:lnTo>
                  <a:pt x="44642" y="64454"/>
                </a:lnTo>
                <a:lnTo>
                  <a:pt x="46942" y="57451"/>
                </a:lnTo>
                <a:lnTo>
                  <a:pt x="48313" y="48929"/>
                </a:lnTo>
                <a:lnTo>
                  <a:pt x="48768"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172" name="object 172"/>
          <p:cNvSpPr/>
          <p:nvPr/>
        </p:nvSpPr>
        <p:spPr>
          <a:xfrm>
            <a:off x="9845040" y="5960364"/>
            <a:ext cx="33655" cy="78105"/>
          </a:xfrm>
          <a:custGeom>
            <a:avLst/>
            <a:gdLst/>
            <a:ahLst/>
            <a:cxnLst/>
            <a:rect l="l" t="t" r="r" b="b"/>
            <a:pathLst>
              <a:path w="33654" h="78104">
                <a:moveTo>
                  <a:pt x="33527" y="0"/>
                </a:moveTo>
                <a:lnTo>
                  <a:pt x="21716" y="0"/>
                </a:lnTo>
                <a:lnTo>
                  <a:pt x="19938" y="4711"/>
                </a:lnTo>
                <a:lnTo>
                  <a:pt x="16890" y="8839"/>
                </a:lnTo>
                <a:lnTo>
                  <a:pt x="8000" y="15925"/>
                </a:lnTo>
                <a:lnTo>
                  <a:pt x="3809" y="18326"/>
                </a:lnTo>
                <a:lnTo>
                  <a:pt x="0" y="19583"/>
                </a:lnTo>
                <a:lnTo>
                  <a:pt x="0" y="33058"/>
                </a:lnTo>
                <a:lnTo>
                  <a:pt x="7238" y="30619"/>
                </a:lnTo>
                <a:lnTo>
                  <a:pt x="13588" y="26873"/>
                </a:lnTo>
                <a:lnTo>
                  <a:pt x="18923" y="21805"/>
                </a:lnTo>
                <a:lnTo>
                  <a:pt x="18923" y="77724"/>
                </a:lnTo>
                <a:lnTo>
                  <a:pt x="33527" y="77724"/>
                </a:lnTo>
                <a:lnTo>
                  <a:pt x="33527" y="0"/>
                </a:lnTo>
                <a:close/>
              </a:path>
            </a:pathLst>
          </a:custGeom>
          <a:solidFill>
            <a:srgbClr val="4264DE">
              <a:alpha val="10195"/>
            </a:srgbClr>
          </a:solidFill>
        </p:spPr>
        <p:txBody>
          <a:bodyPr wrap="square" lIns="0" tIns="0" rIns="0" bIns="0" rtlCol="0"/>
          <a:lstStyle/>
          <a:p>
            <a:endParaRPr/>
          </a:p>
        </p:txBody>
      </p:sp>
      <p:sp>
        <p:nvSpPr>
          <p:cNvPr id="173" name="object 173"/>
          <p:cNvSpPr/>
          <p:nvPr/>
        </p:nvSpPr>
        <p:spPr>
          <a:xfrm>
            <a:off x="9663683" y="5960364"/>
            <a:ext cx="48895" cy="78105"/>
          </a:xfrm>
          <a:custGeom>
            <a:avLst/>
            <a:gdLst/>
            <a:ahLst/>
            <a:cxnLst/>
            <a:rect l="l" t="t" r="r" b="b"/>
            <a:pathLst>
              <a:path w="48895" h="78104">
                <a:moveTo>
                  <a:pt x="31623" y="0"/>
                </a:moveTo>
                <a:lnTo>
                  <a:pt x="17145" y="0"/>
                </a:lnTo>
                <a:lnTo>
                  <a:pt x="11430" y="2590"/>
                </a:lnTo>
                <a:lnTo>
                  <a:pt x="0" y="38735"/>
                </a:lnTo>
                <a:lnTo>
                  <a:pt x="438" y="48929"/>
                </a:lnTo>
                <a:lnTo>
                  <a:pt x="17018" y="77724"/>
                </a:lnTo>
                <a:lnTo>
                  <a:pt x="31623" y="77724"/>
                </a:lnTo>
                <a:lnTo>
                  <a:pt x="37338" y="75133"/>
                </a:lnTo>
                <a:lnTo>
                  <a:pt x="41401" y="69938"/>
                </a:lnTo>
                <a:lnTo>
                  <a:pt x="43953" y="65620"/>
                </a:lnTo>
                <a:lnTo>
                  <a:pt x="22606" y="65620"/>
                </a:lnTo>
                <a:lnTo>
                  <a:pt x="21065" y="65062"/>
                </a:lnTo>
                <a:lnTo>
                  <a:pt x="15182" y="48929"/>
                </a:lnTo>
                <a:lnTo>
                  <a:pt x="15186" y="28735"/>
                </a:lnTo>
                <a:lnTo>
                  <a:pt x="22606" y="12103"/>
                </a:lnTo>
                <a:lnTo>
                  <a:pt x="43911" y="12103"/>
                </a:lnTo>
                <a:lnTo>
                  <a:pt x="41401" y="7886"/>
                </a:lnTo>
                <a:lnTo>
                  <a:pt x="37338" y="2628"/>
                </a:lnTo>
                <a:lnTo>
                  <a:pt x="31623" y="0"/>
                </a:lnTo>
                <a:close/>
              </a:path>
              <a:path w="48895" h="78104">
                <a:moveTo>
                  <a:pt x="43911" y="12103"/>
                </a:moveTo>
                <a:lnTo>
                  <a:pt x="26162" y="12103"/>
                </a:lnTo>
                <a:lnTo>
                  <a:pt x="27686" y="12661"/>
                </a:lnTo>
                <a:lnTo>
                  <a:pt x="29083" y="13779"/>
                </a:lnTo>
                <a:lnTo>
                  <a:pt x="33588" y="48929"/>
                </a:lnTo>
                <a:lnTo>
                  <a:pt x="33274" y="54152"/>
                </a:lnTo>
                <a:lnTo>
                  <a:pt x="32258" y="57886"/>
                </a:lnTo>
                <a:lnTo>
                  <a:pt x="31496" y="60794"/>
                </a:lnTo>
                <a:lnTo>
                  <a:pt x="30352" y="62814"/>
                </a:lnTo>
                <a:lnTo>
                  <a:pt x="29051" y="63969"/>
                </a:lnTo>
                <a:lnTo>
                  <a:pt x="27651" y="65074"/>
                </a:lnTo>
                <a:lnTo>
                  <a:pt x="26162" y="65620"/>
                </a:lnTo>
                <a:lnTo>
                  <a:pt x="43953" y="65620"/>
                </a:lnTo>
                <a:lnTo>
                  <a:pt x="44642" y="64454"/>
                </a:lnTo>
                <a:lnTo>
                  <a:pt x="46942" y="57451"/>
                </a:lnTo>
                <a:lnTo>
                  <a:pt x="48313" y="48929"/>
                </a:lnTo>
                <a:lnTo>
                  <a:pt x="48768"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174" name="object 174"/>
          <p:cNvSpPr/>
          <p:nvPr/>
        </p:nvSpPr>
        <p:spPr>
          <a:xfrm>
            <a:off x="10006583" y="5960364"/>
            <a:ext cx="33655" cy="78105"/>
          </a:xfrm>
          <a:custGeom>
            <a:avLst/>
            <a:gdLst/>
            <a:ahLst/>
            <a:cxnLst/>
            <a:rect l="l" t="t" r="r" b="b"/>
            <a:pathLst>
              <a:path w="33654" h="78104">
                <a:moveTo>
                  <a:pt x="33527" y="0"/>
                </a:moveTo>
                <a:lnTo>
                  <a:pt x="21717" y="0"/>
                </a:lnTo>
                <a:lnTo>
                  <a:pt x="19939" y="4711"/>
                </a:lnTo>
                <a:lnTo>
                  <a:pt x="16891" y="8839"/>
                </a:lnTo>
                <a:lnTo>
                  <a:pt x="8000" y="15925"/>
                </a:lnTo>
                <a:lnTo>
                  <a:pt x="3810" y="18326"/>
                </a:lnTo>
                <a:lnTo>
                  <a:pt x="0" y="19583"/>
                </a:lnTo>
                <a:lnTo>
                  <a:pt x="0" y="33058"/>
                </a:lnTo>
                <a:lnTo>
                  <a:pt x="7239" y="30619"/>
                </a:lnTo>
                <a:lnTo>
                  <a:pt x="13589" y="26873"/>
                </a:lnTo>
                <a:lnTo>
                  <a:pt x="18923" y="21805"/>
                </a:lnTo>
                <a:lnTo>
                  <a:pt x="18923" y="77724"/>
                </a:lnTo>
                <a:lnTo>
                  <a:pt x="33527" y="77724"/>
                </a:lnTo>
                <a:lnTo>
                  <a:pt x="33527" y="0"/>
                </a:lnTo>
                <a:close/>
              </a:path>
            </a:pathLst>
          </a:custGeom>
          <a:solidFill>
            <a:srgbClr val="4264DE">
              <a:alpha val="10195"/>
            </a:srgbClr>
          </a:solidFill>
        </p:spPr>
        <p:txBody>
          <a:bodyPr wrap="square" lIns="0" tIns="0" rIns="0" bIns="0" rtlCol="0"/>
          <a:lstStyle/>
          <a:p>
            <a:endParaRPr/>
          </a:p>
        </p:txBody>
      </p:sp>
      <p:sp>
        <p:nvSpPr>
          <p:cNvPr id="175" name="object 175"/>
          <p:cNvSpPr/>
          <p:nvPr/>
        </p:nvSpPr>
        <p:spPr>
          <a:xfrm>
            <a:off x="10172700" y="5960364"/>
            <a:ext cx="48895" cy="78105"/>
          </a:xfrm>
          <a:custGeom>
            <a:avLst/>
            <a:gdLst/>
            <a:ahLst/>
            <a:cxnLst/>
            <a:rect l="l" t="t" r="r" b="b"/>
            <a:pathLst>
              <a:path w="48895" h="78104">
                <a:moveTo>
                  <a:pt x="31623" y="0"/>
                </a:moveTo>
                <a:lnTo>
                  <a:pt x="17145" y="0"/>
                </a:lnTo>
                <a:lnTo>
                  <a:pt x="11429" y="2590"/>
                </a:lnTo>
                <a:lnTo>
                  <a:pt x="0" y="38735"/>
                </a:lnTo>
                <a:lnTo>
                  <a:pt x="438" y="48929"/>
                </a:lnTo>
                <a:lnTo>
                  <a:pt x="17018" y="77724"/>
                </a:lnTo>
                <a:lnTo>
                  <a:pt x="31623" y="77724"/>
                </a:lnTo>
                <a:lnTo>
                  <a:pt x="37338" y="75133"/>
                </a:lnTo>
                <a:lnTo>
                  <a:pt x="41401" y="69938"/>
                </a:lnTo>
                <a:lnTo>
                  <a:pt x="43953" y="65620"/>
                </a:lnTo>
                <a:lnTo>
                  <a:pt x="22605" y="65620"/>
                </a:lnTo>
                <a:lnTo>
                  <a:pt x="21065" y="65062"/>
                </a:lnTo>
                <a:lnTo>
                  <a:pt x="15182" y="48929"/>
                </a:lnTo>
                <a:lnTo>
                  <a:pt x="15186" y="28735"/>
                </a:lnTo>
                <a:lnTo>
                  <a:pt x="22605" y="12103"/>
                </a:lnTo>
                <a:lnTo>
                  <a:pt x="43911" y="12103"/>
                </a:lnTo>
                <a:lnTo>
                  <a:pt x="41401" y="7886"/>
                </a:lnTo>
                <a:lnTo>
                  <a:pt x="37338" y="2628"/>
                </a:lnTo>
                <a:lnTo>
                  <a:pt x="31623" y="0"/>
                </a:lnTo>
                <a:close/>
              </a:path>
              <a:path w="48895" h="78104">
                <a:moveTo>
                  <a:pt x="43911" y="12103"/>
                </a:moveTo>
                <a:lnTo>
                  <a:pt x="26161" y="12103"/>
                </a:lnTo>
                <a:lnTo>
                  <a:pt x="27685" y="12661"/>
                </a:lnTo>
                <a:lnTo>
                  <a:pt x="28955" y="13779"/>
                </a:lnTo>
                <a:lnTo>
                  <a:pt x="33588" y="48929"/>
                </a:lnTo>
                <a:lnTo>
                  <a:pt x="33274" y="54152"/>
                </a:lnTo>
                <a:lnTo>
                  <a:pt x="32257" y="57886"/>
                </a:lnTo>
                <a:lnTo>
                  <a:pt x="31496" y="60794"/>
                </a:lnTo>
                <a:lnTo>
                  <a:pt x="30352" y="62814"/>
                </a:lnTo>
                <a:lnTo>
                  <a:pt x="29051" y="63969"/>
                </a:lnTo>
                <a:lnTo>
                  <a:pt x="27651" y="65074"/>
                </a:lnTo>
                <a:lnTo>
                  <a:pt x="26161" y="65620"/>
                </a:lnTo>
                <a:lnTo>
                  <a:pt x="43953" y="65620"/>
                </a:lnTo>
                <a:lnTo>
                  <a:pt x="44642" y="64454"/>
                </a:lnTo>
                <a:lnTo>
                  <a:pt x="46942" y="57451"/>
                </a:lnTo>
                <a:lnTo>
                  <a:pt x="48313" y="48929"/>
                </a:lnTo>
                <a:lnTo>
                  <a:pt x="48768"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176" name="object 176"/>
          <p:cNvSpPr/>
          <p:nvPr/>
        </p:nvSpPr>
        <p:spPr>
          <a:xfrm>
            <a:off x="10354056" y="5960364"/>
            <a:ext cx="33655" cy="78105"/>
          </a:xfrm>
          <a:custGeom>
            <a:avLst/>
            <a:gdLst/>
            <a:ahLst/>
            <a:cxnLst/>
            <a:rect l="l" t="t" r="r" b="b"/>
            <a:pathLst>
              <a:path w="33654" h="78104">
                <a:moveTo>
                  <a:pt x="33527" y="0"/>
                </a:moveTo>
                <a:lnTo>
                  <a:pt x="21717" y="0"/>
                </a:lnTo>
                <a:lnTo>
                  <a:pt x="19939" y="4711"/>
                </a:lnTo>
                <a:lnTo>
                  <a:pt x="16891" y="8839"/>
                </a:lnTo>
                <a:lnTo>
                  <a:pt x="8000" y="15925"/>
                </a:lnTo>
                <a:lnTo>
                  <a:pt x="3810" y="18326"/>
                </a:lnTo>
                <a:lnTo>
                  <a:pt x="0" y="19583"/>
                </a:lnTo>
                <a:lnTo>
                  <a:pt x="0" y="33058"/>
                </a:lnTo>
                <a:lnTo>
                  <a:pt x="7239" y="30619"/>
                </a:lnTo>
                <a:lnTo>
                  <a:pt x="13589" y="26873"/>
                </a:lnTo>
                <a:lnTo>
                  <a:pt x="18923" y="21805"/>
                </a:lnTo>
                <a:lnTo>
                  <a:pt x="18923" y="77724"/>
                </a:lnTo>
                <a:lnTo>
                  <a:pt x="33527" y="77724"/>
                </a:lnTo>
                <a:lnTo>
                  <a:pt x="33527" y="0"/>
                </a:lnTo>
                <a:close/>
              </a:path>
            </a:pathLst>
          </a:custGeom>
          <a:solidFill>
            <a:srgbClr val="4264DE">
              <a:alpha val="10195"/>
            </a:srgbClr>
          </a:solidFill>
        </p:spPr>
        <p:txBody>
          <a:bodyPr wrap="square" lIns="0" tIns="0" rIns="0" bIns="0" rtlCol="0"/>
          <a:lstStyle/>
          <a:p>
            <a:endParaRPr/>
          </a:p>
        </p:txBody>
      </p:sp>
      <p:sp>
        <p:nvSpPr>
          <p:cNvPr id="177" name="object 177"/>
          <p:cNvSpPr/>
          <p:nvPr/>
        </p:nvSpPr>
        <p:spPr>
          <a:xfrm>
            <a:off x="10518647" y="5960364"/>
            <a:ext cx="50800" cy="78105"/>
          </a:xfrm>
          <a:custGeom>
            <a:avLst/>
            <a:gdLst/>
            <a:ahLst/>
            <a:cxnLst/>
            <a:rect l="l" t="t" r="r" b="b"/>
            <a:pathLst>
              <a:path w="50800" h="78104">
                <a:moveTo>
                  <a:pt x="32638" y="0"/>
                </a:moveTo>
                <a:lnTo>
                  <a:pt x="17652" y="0"/>
                </a:lnTo>
                <a:lnTo>
                  <a:pt x="11810" y="2590"/>
                </a:lnTo>
                <a:lnTo>
                  <a:pt x="0" y="38735"/>
                </a:lnTo>
                <a:lnTo>
                  <a:pt x="440" y="48929"/>
                </a:lnTo>
                <a:lnTo>
                  <a:pt x="17652" y="77724"/>
                </a:lnTo>
                <a:lnTo>
                  <a:pt x="32638" y="77724"/>
                </a:lnTo>
                <a:lnTo>
                  <a:pt x="38480" y="75133"/>
                </a:lnTo>
                <a:lnTo>
                  <a:pt x="42672" y="69938"/>
                </a:lnTo>
                <a:lnTo>
                  <a:pt x="45296" y="65620"/>
                </a:lnTo>
                <a:lnTo>
                  <a:pt x="23368" y="65620"/>
                </a:lnTo>
                <a:lnTo>
                  <a:pt x="21701" y="65062"/>
                </a:lnTo>
                <a:lnTo>
                  <a:pt x="18923" y="62852"/>
                </a:lnTo>
                <a:lnTo>
                  <a:pt x="17779" y="60629"/>
                </a:lnTo>
                <a:lnTo>
                  <a:pt x="16001" y="53949"/>
                </a:lnTo>
                <a:lnTo>
                  <a:pt x="15586" y="48929"/>
                </a:lnTo>
                <a:lnTo>
                  <a:pt x="15591" y="28735"/>
                </a:lnTo>
                <a:lnTo>
                  <a:pt x="23368" y="12103"/>
                </a:lnTo>
                <a:lnTo>
                  <a:pt x="45324" y="12103"/>
                </a:lnTo>
                <a:lnTo>
                  <a:pt x="42799" y="7886"/>
                </a:lnTo>
                <a:lnTo>
                  <a:pt x="38480" y="2628"/>
                </a:lnTo>
                <a:lnTo>
                  <a:pt x="32638" y="0"/>
                </a:lnTo>
                <a:close/>
              </a:path>
              <a:path w="50800" h="78104">
                <a:moveTo>
                  <a:pt x="45324" y="12103"/>
                </a:moveTo>
                <a:lnTo>
                  <a:pt x="26924" y="12103"/>
                </a:lnTo>
                <a:lnTo>
                  <a:pt x="28575" y="12661"/>
                </a:lnTo>
                <a:lnTo>
                  <a:pt x="31369" y="14909"/>
                </a:lnTo>
                <a:lnTo>
                  <a:pt x="32511" y="17145"/>
                </a:lnTo>
                <a:lnTo>
                  <a:pt x="34290" y="23825"/>
                </a:lnTo>
                <a:lnTo>
                  <a:pt x="34696" y="28735"/>
                </a:lnTo>
                <a:lnTo>
                  <a:pt x="34708" y="48929"/>
                </a:lnTo>
                <a:lnTo>
                  <a:pt x="34290" y="54152"/>
                </a:lnTo>
                <a:lnTo>
                  <a:pt x="33274" y="57886"/>
                </a:lnTo>
                <a:lnTo>
                  <a:pt x="32511" y="60794"/>
                </a:lnTo>
                <a:lnTo>
                  <a:pt x="31369" y="62814"/>
                </a:lnTo>
                <a:lnTo>
                  <a:pt x="28575" y="65062"/>
                </a:lnTo>
                <a:lnTo>
                  <a:pt x="26924" y="65620"/>
                </a:lnTo>
                <a:lnTo>
                  <a:pt x="45296" y="65620"/>
                </a:lnTo>
                <a:lnTo>
                  <a:pt x="46005" y="64454"/>
                </a:lnTo>
                <a:lnTo>
                  <a:pt x="48386" y="57451"/>
                </a:lnTo>
                <a:lnTo>
                  <a:pt x="49815" y="48929"/>
                </a:lnTo>
                <a:lnTo>
                  <a:pt x="50292"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178" name="object 178"/>
          <p:cNvSpPr/>
          <p:nvPr/>
        </p:nvSpPr>
        <p:spPr>
          <a:xfrm>
            <a:off x="10700004" y="5960364"/>
            <a:ext cx="33655" cy="78105"/>
          </a:xfrm>
          <a:custGeom>
            <a:avLst/>
            <a:gdLst/>
            <a:ahLst/>
            <a:cxnLst/>
            <a:rect l="l" t="t" r="r" b="b"/>
            <a:pathLst>
              <a:path w="33654" h="78104">
                <a:moveTo>
                  <a:pt x="33527" y="0"/>
                </a:moveTo>
                <a:lnTo>
                  <a:pt x="21717" y="0"/>
                </a:lnTo>
                <a:lnTo>
                  <a:pt x="19939" y="4711"/>
                </a:lnTo>
                <a:lnTo>
                  <a:pt x="16891" y="8839"/>
                </a:lnTo>
                <a:lnTo>
                  <a:pt x="8000" y="15925"/>
                </a:lnTo>
                <a:lnTo>
                  <a:pt x="3810" y="18326"/>
                </a:lnTo>
                <a:lnTo>
                  <a:pt x="0" y="19583"/>
                </a:lnTo>
                <a:lnTo>
                  <a:pt x="0" y="33058"/>
                </a:lnTo>
                <a:lnTo>
                  <a:pt x="7239" y="30619"/>
                </a:lnTo>
                <a:lnTo>
                  <a:pt x="13589" y="26873"/>
                </a:lnTo>
                <a:lnTo>
                  <a:pt x="18923" y="21805"/>
                </a:lnTo>
                <a:lnTo>
                  <a:pt x="18923" y="77724"/>
                </a:lnTo>
                <a:lnTo>
                  <a:pt x="33527" y="77724"/>
                </a:lnTo>
                <a:lnTo>
                  <a:pt x="33527" y="0"/>
                </a:lnTo>
                <a:close/>
              </a:path>
            </a:pathLst>
          </a:custGeom>
          <a:solidFill>
            <a:srgbClr val="4264DE">
              <a:alpha val="10195"/>
            </a:srgbClr>
          </a:solidFill>
        </p:spPr>
        <p:txBody>
          <a:bodyPr wrap="square" lIns="0" tIns="0" rIns="0" bIns="0" rtlCol="0"/>
          <a:lstStyle/>
          <a:p>
            <a:endParaRPr/>
          </a:p>
        </p:txBody>
      </p:sp>
      <p:sp>
        <p:nvSpPr>
          <p:cNvPr id="179" name="object 179"/>
          <p:cNvSpPr/>
          <p:nvPr/>
        </p:nvSpPr>
        <p:spPr>
          <a:xfrm>
            <a:off x="10866119" y="5960364"/>
            <a:ext cx="48895" cy="78105"/>
          </a:xfrm>
          <a:custGeom>
            <a:avLst/>
            <a:gdLst/>
            <a:ahLst/>
            <a:cxnLst/>
            <a:rect l="l" t="t" r="r" b="b"/>
            <a:pathLst>
              <a:path w="48895" h="78104">
                <a:moveTo>
                  <a:pt x="31623" y="0"/>
                </a:moveTo>
                <a:lnTo>
                  <a:pt x="17145" y="0"/>
                </a:lnTo>
                <a:lnTo>
                  <a:pt x="11429" y="2590"/>
                </a:lnTo>
                <a:lnTo>
                  <a:pt x="0" y="38735"/>
                </a:lnTo>
                <a:lnTo>
                  <a:pt x="438" y="48929"/>
                </a:lnTo>
                <a:lnTo>
                  <a:pt x="17018" y="77724"/>
                </a:lnTo>
                <a:lnTo>
                  <a:pt x="31623" y="77724"/>
                </a:lnTo>
                <a:lnTo>
                  <a:pt x="37337" y="75133"/>
                </a:lnTo>
                <a:lnTo>
                  <a:pt x="41401" y="69938"/>
                </a:lnTo>
                <a:lnTo>
                  <a:pt x="43953" y="65620"/>
                </a:lnTo>
                <a:lnTo>
                  <a:pt x="22605" y="65620"/>
                </a:lnTo>
                <a:lnTo>
                  <a:pt x="21065" y="65062"/>
                </a:lnTo>
                <a:lnTo>
                  <a:pt x="15182" y="48929"/>
                </a:lnTo>
                <a:lnTo>
                  <a:pt x="15186" y="28735"/>
                </a:lnTo>
                <a:lnTo>
                  <a:pt x="22605" y="12103"/>
                </a:lnTo>
                <a:lnTo>
                  <a:pt x="43911" y="12103"/>
                </a:lnTo>
                <a:lnTo>
                  <a:pt x="41401" y="7886"/>
                </a:lnTo>
                <a:lnTo>
                  <a:pt x="37337" y="2628"/>
                </a:lnTo>
                <a:lnTo>
                  <a:pt x="31623" y="0"/>
                </a:lnTo>
                <a:close/>
              </a:path>
              <a:path w="48895" h="78104">
                <a:moveTo>
                  <a:pt x="43911" y="12103"/>
                </a:moveTo>
                <a:lnTo>
                  <a:pt x="26161" y="12103"/>
                </a:lnTo>
                <a:lnTo>
                  <a:pt x="27685" y="12661"/>
                </a:lnTo>
                <a:lnTo>
                  <a:pt x="29082" y="13779"/>
                </a:lnTo>
                <a:lnTo>
                  <a:pt x="33588" y="48929"/>
                </a:lnTo>
                <a:lnTo>
                  <a:pt x="33274" y="54152"/>
                </a:lnTo>
                <a:lnTo>
                  <a:pt x="32257" y="57886"/>
                </a:lnTo>
                <a:lnTo>
                  <a:pt x="31496" y="60794"/>
                </a:lnTo>
                <a:lnTo>
                  <a:pt x="30352" y="62814"/>
                </a:lnTo>
                <a:lnTo>
                  <a:pt x="29051" y="63969"/>
                </a:lnTo>
                <a:lnTo>
                  <a:pt x="27651" y="65074"/>
                </a:lnTo>
                <a:lnTo>
                  <a:pt x="26161" y="65620"/>
                </a:lnTo>
                <a:lnTo>
                  <a:pt x="43953" y="65620"/>
                </a:lnTo>
                <a:lnTo>
                  <a:pt x="44642" y="64454"/>
                </a:lnTo>
                <a:lnTo>
                  <a:pt x="46942" y="57451"/>
                </a:lnTo>
                <a:lnTo>
                  <a:pt x="48313" y="48929"/>
                </a:lnTo>
                <a:lnTo>
                  <a:pt x="48768"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180" name="object 180"/>
          <p:cNvSpPr/>
          <p:nvPr/>
        </p:nvSpPr>
        <p:spPr>
          <a:xfrm>
            <a:off x="11047476" y="5960364"/>
            <a:ext cx="33655" cy="78105"/>
          </a:xfrm>
          <a:custGeom>
            <a:avLst/>
            <a:gdLst/>
            <a:ahLst/>
            <a:cxnLst/>
            <a:rect l="l" t="t" r="r" b="b"/>
            <a:pathLst>
              <a:path w="33654" h="78104">
                <a:moveTo>
                  <a:pt x="33527" y="0"/>
                </a:moveTo>
                <a:lnTo>
                  <a:pt x="21717" y="0"/>
                </a:lnTo>
                <a:lnTo>
                  <a:pt x="19939" y="4711"/>
                </a:lnTo>
                <a:lnTo>
                  <a:pt x="16891" y="8839"/>
                </a:lnTo>
                <a:lnTo>
                  <a:pt x="8000" y="15925"/>
                </a:lnTo>
                <a:lnTo>
                  <a:pt x="3809" y="18326"/>
                </a:lnTo>
                <a:lnTo>
                  <a:pt x="0" y="19583"/>
                </a:lnTo>
                <a:lnTo>
                  <a:pt x="0" y="33058"/>
                </a:lnTo>
                <a:lnTo>
                  <a:pt x="7239" y="30619"/>
                </a:lnTo>
                <a:lnTo>
                  <a:pt x="13589" y="26873"/>
                </a:lnTo>
                <a:lnTo>
                  <a:pt x="18923" y="21805"/>
                </a:lnTo>
                <a:lnTo>
                  <a:pt x="18923" y="77724"/>
                </a:lnTo>
                <a:lnTo>
                  <a:pt x="33527" y="77724"/>
                </a:lnTo>
                <a:lnTo>
                  <a:pt x="33527" y="0"/>
                </a:lnTo>
                <a:close/>
              </a:path>
            </a:pathLst>
          </a:custGeom>
          <a:solidFill>
            <a:srgbClr val="4264DE">
              <a:alpha val="10195"/>
            </a:srgbClr>
          </a:solidFill>
        </p:spPr>
        <p:txBody>
          <a:bodyPr wrap="square" lIns="0" tIns="0" rIns="0" bIns="0" rtlCol="0"/>
          <a:lstStyle/>
          <a:p>
            <a:endParaRPr/>
          </a:p>
        </p:txBody>
      </p:sp>
      <p:sp>
        <p:nvSpPr>
          <p:cNvPr id="181" name="object 181"/>
          <p:cNvSpPr/>
          <p:nvPr/>
        </p:nvSpPr>
        <p:spPr>
          <a:xfrm>
            <a:off x="11212068" y="5960364"/>
            <a:ext cx="50800" cy="78105"/>
          </a:xfrm>
          <a:custGeom>
            <a:avLst/>
            <a:gdLst/>
            <a:ahLst/>
            <a:cxnLst/>
            <a:rect l="l" t="t" r="r" b="b"/>
            <a:pathLst>
              <a:path w="50800" h="78104">
                <a:moveTo>
                  <a:pt x="32638" y="0"/>
                </a:moveTo>
                <a:lnTo>
                  <a:pt x="17652" y="0"/>
                </a:lnTo>
                <a:lnTo>
                  <a:pt x="11810" y="2590"/>
                </a:lnTo>
                <a:lnTo>
                  <a:pt x="0" y="38735"/>
                </a:lnTo>
                <a:lnTo>
                  <a:pt x="440" y="48929"/>
                </a:lnTo>
                <a:lnTo>
                  <a:pt x="17652" y="77724"/>
                </a:lnTo>
                <a:lnTo>
                  <a:pt x="32638" y="77724"/>
                </a:lnTo>
                <a:lnTo>
                  <a:pt x="38480" y="75133"/>
                </a:lnTo>
                <a:lnTo>
                  <a:pt x="42672" y="69938"/>
                </a:lnTo>
                <a:lnTo>
                  <a:pt x="45296" y="65620"/>
                </a:lnTo>
                <a:lnTo>
                  <a:pt x="23367" y="65620"/>
                </a:lnTo>
                <a:lnTo>
                  <a:pt x="21701" y="65062"/>
                </a:lnTo>
                <a:lnTo>
                  <a:pt x="18923" y="62852"/>
                </a:lnTo>
                <a:lnTo>
                  <a:pt x="17779" y="60629"/>
                </a:lnTo>
                <a:lnTo>
                  <a:pt x="16001" y="53949"/>
                </a:lnTo>
                <a:lnTo>
                  <a:pt x="15586" y="48929"/>
                </a:lnTo>
                <a:lnTo>
                  <a:pt x="15591" y="28735"/>
                </a:lnTo>
                <a:lnTo>
                  <a:pt x="23367" y="12103"/>
                </a:lnTo>
                <a:lnTo>
                  <a:pt x="45324" y="12103"/>
                </a:lnTo>
                <a:lnTo>
                  <a:pt x="42799" y="7886"/>
                </a:lnTo>
                <a:lnTo>
                  <a:pt x="38480" y="2628"/>
                </a:lnTo>
                <a:lnTo>
                  <a:pt x="32638" y="0"/>
                </a:lnTo>
                <a:close/>
              </a:path>
              <a:path w="50800" h="78104">
                <a:moveTo>
                  <a:pt x="45324" y="12103"/>
                </a:moveTo>
                <a:lnTo>
                  <a:pt x="26924" y="12103"/>
                </a:lnTo>
                <a:lnTo>
                  <a:pt x="28575" y="12661"/>
                </a:lnTo>
                <a:lnTo>
                  <a:pt x="31368" y="14909"/>
                </a:lnTo>
                <a:lnTo>
                  <a:pt x="32511" y="17145"/>
                </a:lnTo>
                <a:lnTo>
                  <a:pt x="34289" y="23825"/>
                </a:lnTo>
                <a:lnTo>
                  <a:pt x="34696" y="28735"/>
                </a:lnTo>
                <a:lnTo>
                  <a:pt x="34708" y="48929"/>
                </a:lnTo>
                <a:lnTo>
                  <a:pt x="34289" y="54152"/>
                </a:lnTo>
                <a:lnTo>
                  <a:pt x="33274" y="57886"/>
                </a:lnTo>
                <a:lnTo>
                  <a:pt x="32511" y="60794"/>
                </a:lnTo>
                <a:lnTo>
                  <a:pt x="31368" y="62814"/>
                </a:lnTo>
                <a:lnTo>
                  <a:pt x="28575" y="65062"/>
                </a:lnTo>
                <a:lnTo>
                  <a:pt x="26924" y="65620"/>
                </a:lnTo>
                <a:lnTo>
                  <a:pt x="45296" y="65620"/>
                </a:lnTo>
                <a:lnTo>
                  <a:pt x="46005" y="64454"/>
                </a:lnTo>
                <a:lnTo>
                  <a:pt x="48386" y="57451"/>
                </a:lnTo>
                <a:lnTo>
                  <a:pt x="49815" y="48929"/>
                </a:lnTo>
                <a:lnTo>
                  <a:pt x="50291"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182" name="object 182"/>
          <p:cNvSpPr/>
          <p:nvPr/>
        </p:nvSpPr>
        <p:spPr>
          <a:xfrm>
            <a:off x="11393423" y="5960364"/>
            <a:ext cx="33655" cy="78105"/>
          </a:xfrm>
          <a:custGeom>
            <a:avLst/>
            <a:gdLst/>
            <a:ahLst/>
            <a:cxnLst/>
            <a:rect l="l" t="t" r="r" b="b"/>
            <a:pathLst>
              <a:path w="33654" h="78104">
                <a:moveTo>
                  <a:pt x="33527" y="0"/>
                </a:moveTo>
                <a:lnTo>
                  <a:pt x="21717" y="0"/>
                </a:lnTo>
                <a:lnTo>
                  <a:pt x="19939" y="4711"/>
                </a:lnTo>
                <a:lnTo>
                  <a:pt x="16891" y="8839"/>
                </a:lnTo>
                <a:lnTo>
                  <a:pt x="8000" y="15925"/>
                </a:lnTo>
                <a:lnTo>
                  <a:pt x="3809" y="18326"/>
                </a:lnTo>
                <a:lnTo>
                  <a:pt x="0" y="19583"/>
                </a:lnTo>
                <a:lnTo>
                  <a:pt x="0" y="33058"/>
                </a:lnTo>
                <a:lnTo>
                  <a:pt x="7239" y="30619"/>
                </a:lnTo>
                <a:lnTo>
                  <a:pt x="13589" y="26873"/>
                </a:lnTo>
                <a:lnTo>
                  <a:pt x="18923" y="21805"/>
                </a:lnTo>
                <a:lnTo>
                  <a:pt x="18923" y="77724"/>
                </a:lnTo>
                <a:lnTo>
                  <a:pt x="33527" y="77724"/>
                </a:lnTo>
                <a:lnTo>
                  <a:pt x="33527" y="0"/>
                </a:lnTo>
                <a:close/>
              </a:path>
            </a:pathLst>
          </a:custGeom>
          <a:solidFill>
            <a:srgbClr val="4264DE">
              <a:alpha val="10195"/>
            </a:srgbClr>
          </a:solidFill>
        </p:spPr>
        <p:txBody>
          <a:bodyPr wrap="square" lIns="0" tIns="0" rIns="0" bIns="0" rtlCol="0"/>
          <a:lstStyle/>
          <a:p>
            <a:endParaRPr/>
          </a:p>
        </p:txBody>
      </p:sp>
      <p:sp>
        <p:nvSpPr>
          <p:cNvPr id="183" name="object 183"/>
          <p:cNvSpPr/>
          <p:nvPr/>
        </p:nvSpPr>
        <p:spPr>
          <a:xfrm>
            <a:off x="11559540" y="5960364"/>
            <a:ext cx="48895" cy="78105"/>
          </a:xfrm>
          <a:custGeom>
            <a:avLst/>
            <a:gdLst/>
            <a:ahLst/>
            <a:cxnLst/>
            <a:rect l="l" t="t" r="r" b="b"/>
            <a:pathLst>
              <a:path w="48895" h="78104">
                <a:moveTo>
                  <a:pt x="31623" y="0"/>
                </a:moveTo>
                <a:lnTo>
                  <a:pt x="17144" y="0"/>
                </a:lnTo>
                <a:lnTo>
                  <a:pt x="11429" y="2590"/>
                </a:lnTo>
                <a:lnTo>
                  <a:pt x="0" y="38735"/>
                </a:lnTo>
                <a:lnTo>
                  <a:pt x="438" y="48929"/>
                </a:lnTo>
                <a:lnTo>
                  <a:pt x="17017" y="77724"/>
                </a:lnTo>
                <a:lnTo>
                  <a:pt x="31623" y="77724"/>
                </a:lnTo>
                <a:lnTo>
                  <a:pt x="37337" y="75133"/>
                </a:lnTo>
                <a:lnTo>
                  <a:pt x="41401" y="69938"/>
                </a:lnTo>
                <a:lnTo>
                  <a:pt x="43953" y="65620"/>
                </a:lnTo>
                <a:lnTo>
                  <a:pt x="22605" y="65620"/>
                </a:lnTo>
                <a:lnTo>
                  <a:pt x="21065" y="65062"/>
                </a:lnTo>
                <a:lnTo>
                  <a:pt x="15182" y="48929"/>
                </a:lnTo>
                <a:lnTo>
                  <a:pt x="15186" y="28735"/>
                </a:lnTo>
                <a:lnTo>
                  <a:pt x="22605" y="12103"/>
                </a:lnTo>
                <a:lnTo>
                  <a:pt x="43911" y="12103"/>
                </a:lnTo>
                <a:lnTo>
                  <a:pt x="41401" y="7886"/>
                </a:lnTo>
                <a:lnTo>
                  <a:pt x="37337" y="2628"/>
                </a:lnTo>
                <a:lnTo>
                  <a:pt x="31623" y="0"/>
                </a:lnTo>
                <a:close/>
              </a:path>
              <a:path w="48895" h="78104">
                <a:moveTo>
                  <a:pt x="43911" y="12103"/>
                </a:moveTo>
                <a:lnTo>
                  <a:pt x="26161" y="12103"/>
                </a:lnTo>
                <a:lnTo>
                  <a:pt x="27685" y="12661"/>
                </a:lnTo>
                <a:lnTo>
                  <a:pt x="28955" y="13779"/>
                </a:lnTo>
                <a:lnTo>
                  <a:pt x="33588" y="48929"/>
                </a:lnTo>
                <a:lnTo>
                  <a:pt x="33274" y="54152"/>
                </a:lnTo>
                <a:lnTo>
                  <a:pt x="32257" y="57886"/>
                </a:lnTo>
                <a:lnTo>
                  <a:pt x="31495" y="60794"/>
                </a:lnTo>
                <a:lnTo>
                  <a:pt x="30352" y="62814"/>
                </a:lnTo>
                <a:lnTo>
                  <a:pt x="29051" y="63969"/>
                </a:lnTo>
                <a:lnTo>
                  <a:pt x="27651" y="65074"/>
                </a:lnTo>
                <a:lnTo>
                  <a:pt x="26161" y="65620"/>
                </a:lnTo>
                <a:lnTo>
                  <a:pt x="43953" y="65620"/>
                </a:lnTo>
                <a:lnTo>
                  <a:pt x="44642" y="64454"/>
                </a:lnTo>
                <a:lnTo>
                  <a:pt x="46942" y="57451"/>
                </a:lnTo>
                <a:lnTo>
                  <a:pt x="48313" y="48929"/>
                </a:lnTo>
                <a:lnTo>
                  <a:pt x="48767"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184" name="object 184"/>
          <p:cNvSpPr/>
          <p:nvPr/>
        </p:nvSpPr>
        <p:spPr>
          <a:xfrm>
            <a:off x="11740895" y="5960364"/>
            <a:ext cx="33655" cy="78105"/>
          </a:xfrm>
          <a:custGeom>
            <a:avLst/>
            <a:gdLst/>
            <a:ahLst/>
            <a:cxnLst/>
            <a:rect l="l" t="t" r="r" b="b"/>
            <a:pathLst>
              <a:path w="33654" h="78104">
                <a:moveTo>
                  <a:pt x="33527" y="0"/>
                </a:moveTo>
                <a:lnTo>
                  <a:pt x="21717" y="0"/>
                </a:lnTo>
                <a:lnTo>
                  <a:pt x="19938" y="4711"/>
                </a:lnTo>
                <a:lnTo>
                  <a:pt x="16890" y="8839"/>
                </a:lnTo>
                <a:lnTo>
                  <a:pt x="8000" y="15925"/>
                </a:lnTo>
                <a:lnTo>
                  <a:pt x="3809" y="18326"/>
                </a:lnTo>
                <a:lnTo>
                  <a:pt x="0" y="19583"/>
                </a:lnTo>
                <a:lnTo>
                  <a:pt x="0" y="33058"/>
                </a:lnTo>
                <a:lnTo>
                  <a:pt x="7238" y="30619"/>
                </a:lnTo>
                <a:lnTo>
                  <a:pt x="13588" y="26873"/>
                </a:lnTo>
                <a:lnTo>
                  <a:pt x="18923" y="21805"/>
                </a:lnTo>
                <a:lnTo>
                  <a:pt x="18923" y="77724"/>
                </a:lnTo>
                <a:lnTo>
                  <a:pt x="33527" y="77724"/>
                </a:lnTo>
                <a:lnTo>
                  <a:pt x="33527" y="0"/>
                </a:lnTo>
                <a:close/>
              </a:path>
            </a:pathLst>
          </a:custGeom>
          <a:solidFill>
            <a:srgbClr val="4264DE">
              <a:alpha val="10195"/>
            </a:srgbClr>
          </a:solidFill>
        </p:spPr>
        <p:txBody>
          <a:bodyPr wrap="square" lIns="0" tIns="0" rIns="0" bIns="0" rtlCol="0"/>
          <a:lstStyle/>
          <a:p>
            <a:endParaRPr/>
          </a:p>
        </p:txBody>
      </p:sp>
      <p:sp>
        <p:nvSpPr>
          <p:cNvPr id="185" name="object 185"/>
          <p:cNvSpPr/>
          <p:nvPr/>
        </p:nvSpPr>
        <p:spPr>
          <a:xfrm>
            <a:off x="11905488" y="5960364"/>
            <a:ext cx="50800" cy="78105"/>
          </a:xfrm>
          <a:custGeom>
            <a:avLst/>
            <a:gdLst/>
            <a:ahLst/>
            <a:cxnLst/>
            <a:rect l="l" t="t" r="r" b="b"/>
            <a:pathLst>
              <a:path w="50800" h="78104">
                <a:moveTo>
                  <a:pt x="32638" y="0"/>
                </a:moveTo>
                <a:lnTo>
                  <a:pt x="17652" y="0"/>
                </a:lnTo>
                <a:lnTo>
                  <a:pt x="11810" y="2590"/>
                </a:lnTo>
                <a:lnTo>
                  <a:pt x="0" y="38735"/>
                </a:lnTo>
                <a:lnTo>
                  <a:pt x="440" y="48929"/>
                </a:lnTo>
                <a:lnTo>
                  <a:pt x="17652" y="77724"/>
                </a:lnTo>
                <a:lnTo>
                  <a:pt x="32638" y="77724"/>
                </a:lnTo>
                <a:lnTo>
                  <a:pt x="38480" y="75133"/>
                </a:lnTo>
                <a:lnTo>
                  <a:pt x="42671" y="69938"/>
                </a:lnTo>
                <a:lnTo>
                  <a:pt x="45296" y="65620"/>
                </a:lnTo>
                <a:lnTo>
                  <a:pt x="23367" y="65620"/>
                </a:lnTo>
                <a:lnTo>
                  <a:pt x="21701" y="65062"/>
                </a:lnTo>
                <a:lnTo>
                  <a:pt x="18922" y="62852"/>
                </a:lnTo>
                <a:lnTo>
                  <a:pt x="17779" y="60629"/>
                </a:lnTo>
                <a:lnTo>
                  <a:pt x="16001" y="53949"/>
                </a:lnTo>
                <a:lnTo>
                  <a:pt x="15586" y="48929"/>
                </a:lnTo>
                <a:lnTo>
                  <a:pt x="15591" y="28735"/>
                </a:lnTo>
                <a:lnTo>
                  <a:pt x="23367" y="12103"/>
                </a:lnTo>
                <a:lnTo>
                  <a:pt x="45324" y="12103"/>
                </a:lnTo>
                <a:lnTo>
                  <a:pt x="42798" y="7886"/>
                </a:lnTo>
                <a:lnTo>
                  <a:pt x="38480" y="2628"/>
                </a:lnTo>
                <a:lnTo>
                  <a:pt x="32638" y="0"/>
                </a:lnTo>
                <a:close/>
              </a:path>
              <a:path w="50800" h="78104">
                <a:moveTo>
                  <a:pt x="45324" y="12103"/>
                </a:moveTo>
                <a:lnTo>
                  <a:pt x="26923" y="12103"/>
                </a:lnTo>
                <a:lnTo>
                  <a:pt x="28575" y="12661"/>
                </a:lnTo>
                <a:lnTo>
                  <a:pt x="31368" y="14909"/>
                </a:lnTo>
                <a:lnTo>
                  <a:pt x="32511" y="17145"/>
                </a:lnTo>
                <a:lnTo>
                  <a:pt x="34289" y="23825"/>
                </a:lnTo>
                <a:lnTo>
                  <a:pt x="34696" y="28735"/>
                </a:lnTo>
                <a:lnTo>
                  <a:pt x="34708" y="48929"/>
                </a:lnTo>
                <a:lnTo>
                  <a:pt x="34289" y="54152"/>
                </a:lnTo>
                <a:lnTo>
                  <a:pt x="33273" y="57886"/>
                </a:lnTo>
                <a:lnTo>
                  <a:pt x="32511" y="60794"/>
                </a:lnTo>
                <a:lnTo>
                  <a:pt x="31368" y="62814"/>
                </a:lnTo>
                <a:lnTo>
                  <a:pt x="28575" y="65062"/>
                </a:lnTo>
                <a:lnTo>
                  <a:pt x="26923" y="65620"/>
                </a:lnTo>
                <a:lnTo>
                  <a:pt x="45296" y="65620"/>
                </a:lnTo>
                <a:lnTo>
                  <a:pt x="46005" y="64454"/>
                </a:lnTo>
                <a:lnTo>
                  <a:pt x="48386" y="57451"/>
                </a:lnTo>
                <a:lnTo>
                  <a:pt x="49815" y="48929"/>
                </a:lnTo>
                <a:lnTo>
                  <a:pt x="50291"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186" name="object 186"/>
          <p:cNvSpPr/>
          <p:nvPr/>
        </p:nvSpPr>
        <p:spPr>
          <a:xfrm>
            <a:off x="12086843" y="5960364"/>
            <a:ext cx="33655" cy="78105"/>
          </a:xfrm>
          <a:custGeom>
            <a:avLst/>
            <a:gdLst/>
            <a:ahLst/>
            <a:cxnLst/>
            <a:rect l="l" t="t" r="r" b="b"/>
            <a:pathLst>
              <a:path w="33654" h="78104">
                <a:moveTo>
                  <a:pt x="33527" y="0"/>
                </a:moveTo>
                <a:lnTo>
                  <a:pt x="21716" y="0"/>
                </a:lnTo>
                <a:lnTo>
                  <a:pt x="19938" y="4711"/>
                </a:lnTo>
                <a:lnTo>
                  <a:pt x="16890" y="8839"/>
                </a:lnTo>
                <a:lnTo>
                  <a:pt x="8000" y="15925"/>
                </a:lnTo>
                <a:lnTo>
                  <a:pt x="3809" y="18326"/>
                </a:lnTo>
                <a:lnTo>
                  <a:pt x="0" y="19583"/>
                </a:lnTo>
                <a:lnTo>
                  <a:pt x="0" y="33058"/>
                </a:lnTo>
                <a:lnTo>
                  <a:pt x="7238" y="30619"/>
                </a:lnTo>
                <a:lnTo>
                  <a:pt x="13588" y="26873"/>
                </a:lnTo>
                <a:lnTo>
                  <a:pt x="18923" y="21805"/>
                </a:lnTo>
                <a:lnTo>
                  <a:pt x="18923" y="77724"/>
                </a:lnTo>
                <a:lnTo>
                  <a:pt x="33527" y="77724"/>
                </a:lnTo>
                <a:lnTo>
                  <a:pt x="33527" y="0"/>
                </a:lnTo>
                <a:close/>
              </a:path>
            </a:pathLst>
          </a:custGeom>
          <a:solidFill>
            <a:srgbClr val="4264DE">
              <a:alpha val="10195"/>
            </a:srgbClr>
          </a:solidFill>
        </p:spPr>
        <p:txBody>
          <a:bodyPr wrap="square" lIns="0" tIns="0" rIns="0" bIns="0" rtlCol="0"/>
          <a:lstStyle/>
          <a:p>
            <a:endParaRPr/>
          </a:p>
        </p:txBody>
      </p:sp>
      <p:sp>
        <p:nvSpPr>
          <p:cNvPr id="187" name="object 187"/>
          <p:cNvSpPr/>
          <p:nvPr/>
        </p:nvSpPr>
        <p:spPr>
          <a:xfrm>
            <a:off x="118871" y="6164579"/>
            <a:ext cx="48895" cy="78105"/>
          </a:xfrm>
          <a:custGeom>
            <a:avLst/>
            <a:gdLst/>
            <a:ahLst/>
            <a:cxnLst/>
            <a:rect l="l" t="t" r="r" b="b"/>
            <a:pathLst>
              <a:path w="48894" h="78104">
                <a:moveTo>
                  <a:pt x="31661" y="0"/>
                </a:moveTo>
                <a:lnTo>
                  <a:pt x="17106" y="0"/>
                </a:lnTo>
                <a:lnTo>
                  <a:pt x="11442" y="2590"/>
                </a:lnTo>
                <a:lnTo>
                  <a:pt x="0" y="38735"/>
                </a:lnTo>
                <a:lnTo>
                  <a:pt x="430" y="48929"/>
                </a:lnTo>
                <a:lnTo>
                  <a:pt x="17081" y="77724"/>
                </a:lnTo>
                <a:lnTo>
                  <a:pt x="31661" y="77724"/>
                </a:lnTo>
                <a:lnTo>
                  <a:pt x="37325" y="75133"/>
                </a:lnTo>
                <a:lnTo>
                  <a:pt x="41389" y="69938"/>
                </a:lnTo>
                <a:lnTo>
                  <a:pt x="43929" y="65620"/>
                </a:lnTo>
                <a:lnTo>
                  <a:pt x="22644" y="65620"/>
                </a:lnTo>
                <a:lnTo>
                  <a:pt x="21079" y="65062"/>
                </a:lnTo>
                <a:lnTo>
                  <a:pt x="18402" y="62852"/>
                </a:lnTo>
                <a:lnTo>
                  <a:pt x="17284" y="60629"/>
                </a:lnTo>
                <a:lnTo>
                  <a:pt x="15506" y="53949"/>
                </a:lnTo>
                <a:lnTo>
                  <a:pt x="15142" y="48929"/>
                </a:lnTo>
                <a:lnTo>
                  <a:pt x="15157" y="28735"/>
                </a:lnTo>
                <a:lnTo>
                  <a:pt x="22644" y="12103"/>
                </a:lnTo>
                <a:lnTo>
                  <a:pt x="43924" y="12103"/>
                </a:lnTo>
                <a:lnTo>
                  <a:pt x="41440" y="7886"/>
                </a:lnTo>
                <a:lnTo>
                  <a:pt x="37338" y="2628"/>
                </a:lnTo>
                <a:lnTo>
                  <a:pt x="31661" y="0"/>
                </a:lnTo>
                <a:close/>
              </a:path>
              <a:path w="48894" h="78104">
                <a:moveTo>
                  <a:pt x="43924" y="12103"/>
                </a:moveTo>
                <a:lnTo>
                  <a:pt x="26123" y="12103"/>
                </a:lnTo>
                <a:lnTo>
                  <a:pt x="27673" y="12661"/>
                </a:lnTo>
                <a:lnTo>
                  <a:pt x="30365" y="14909"/>
                </a:lnTo>
                <a:lnTo>
                  <a:pt x="31483" y="17145"/>
                </a:lnTo>
                <a:lnTo>
                  <a:pt x="33261" y="23825"/>
                </a:lnTo>
                <a:lnTo>
                  <a:pt x="33617" y="28735"/>
                </a:lnTo>
                <a:lnTo>
                  <a:pt x="33618" y="48929"/>
                </a:lnTo>
                <a:lnTo>
                  <a:pt x="33210" y="54152"/>
                </a:lnTo>
                <a:lnTo>
                  <a:pt x="31470" y="60794"/>
                </a:lnTo>
                <a:lnTo>
                  <a:pt x="30416" y="62814"/>
                </a:lnTo>
                <a:lnTo>
                  <a:pt x="27638" y="65074"/>
                </a:lnTo>
                <a:lnTo>
                  <a:pt x="26123" y="65620"/>
                </a:lnTo>
                <a:lnTo>
                  <a:pt x="43929" y="65620"/>
                </a:lnTo>
                <a:lnTo>
                  <a:pt x="44615" y="64454"/>
                </a:lnTo>
                <a:lnTo>
                  <a:pt x="46921" y="57451"/>
                </a:lnTo>
                <a:lnTo>
                  <a:pt x="48306" y="48929"/>
                </a:lnTo>
                <a:lnTo>
                  <a:pt x="48768" y="38887"/>
                </a:lnTo>
                <a:lnTo>
                  <a:pt x="48295" y="28735"/>
                </a:lnTo>
                <a:lnTo>
                  <a:pt x="46916" y="20245"/>
                </a:lnTo>
                <a:lnTo>
                  <a:pt x="44647" y="13330"/>
                </a:lnTo>
                <a:lnTo>
                  <a:pt x="43924" y="12103"/>
                </a:lnTo>
                <a:close/>
              </a:path>
            </a:pathLst>
          </a:custGeom>
          <a:solidFill>
            <a:srgbClr val="4264DE">
              <a:alpha val="10195"/>
            </a:srgbClr>
          </a:solidFill>
        </p:spPr>
        <p:txBody>
          <a:bodyPr wrap="square" lIns="0" tIns="0" rIns="0" bIns="0" rtlCol="0"/>
          <a:lstStyle/>
          <a:p>
            <a:endParaRPr/>
          </a:p>
        </p:txBody>
      </p:sp>
      <p:sp>
        <p:nvSpPr>
          <p:cNvPr id="188" name="object 188"/>
          <p:cNvSpPr/>
          <p:nvPr/>
        </p:nvSpPr>
        <p:spPr>
          <a:xfrm>
            <a:off x="300227" y="6166103"/>
            <a:ext cx="33655" cy="76200"/>
          </a:xfrm>
          <a:custGeom>
            <a:avLst/>
            <a:gdLst/>
            <a:ahLst/>
            <a:cxnLst/>
            <a:rect l="l" t="t" r="r" b="b"/>
            <a:pathLst>
              <a:path w="33654" h="76200">
                <a:moveTo>
                  <a:pt x="33528" y="0"/>
                </a:moveTo>
                <a:lnTo>
                  <a:pt x="21653" y="0"/>
                </a:lnTo>
                <a:lnTo>
                  <a:pt x="19989" y="4622"/>
                </a:lnTo>
                <a:lnTo>
                  <a:pt x="16916" y="8674"/>
                </a:lnTo>
                <a:lnTo>
                  <a:pt x="7962" y="15608"/>
                </a:lnTo>
                <a:lnTo>
                  <a:pt x="3822" y="17957"/>
                </a:lnTo>
                <a:lnTo>
                  <a:pt x="0" y="19202"/>
                </a:lnTo>
                <a:lnTo>
                  <a:pt x="0" y="32410"/>
                </a:lnTo>
                <a:lnTo>
                  <a:pt x="7251" y="30022"/>
                </a:lnTo>
                <a:lnTo>
                  <a:pt x="13550" y="26352"/>
                </a:lnTo>
                <a:lnTo>
                  <a:pt x="18897" y="21374"/>
                </a:lnTo>
                <a:lnTo>
                  <a:pt x="18897" y="76200"/>
                </a:lnTo>
                <a:lnTo>
                  <a:pt x="33528" y="76200"/>
                </a:lnTo>
                <a:lnTo>
                  <a:pt x="33528" y="0"/>
                </a:lnTo>
                <a:close/>
              </a:path>
            </a:pathLst>
          </a:custGeom>
          <a:solidFill>
            <a:srgbClr val="4264DE">
              <a:alpha val="10195"/>
            </a:srgbClr>
          </a:solidFill>
        </p:spPr>
        <p:txBody>
          <a:bodyPr wrap="square" lIns="0" tIns="0" rIns="0" bIns="0" rtlCol="0"/>
          <a:lstStyle/>
          <a:p>
            <a:endParaRPr/>
          </a:p>
        </p:txBody>
      </p:sp>
      <p:sp>
        <p:nvSpPr>
          <p:cNvPr id="189" name="object 189"/>
          <p:cNvSpPr/>
          <p:nvPr/>
        </p:nvSpPr>
        <p:spPr>
          <a:xfrm>
            <a:off x="464819" y="6164579"/>
            <a:ext cx="50800" cy="78105"/>
          </a:xfrm>
          <a:custGeom>
            <a:avLst/>
            <a:gdLst/>
            <a:ahLst/>
            <a:cxnLst/>
            <a:rect l="l" t="t" r="r" b="b"/>
            <a:pathLst>
              <a:path w="50800" h="78104">
                <a:moveTo>
                  <a:pt x="32651" y="0"/>
                </a:moveTo>
                <a:lnTo>
                  <a:pt x="17640" y="0"/>
                </a:lnTo>
                <a:lnTo>
                  <a:pt x="11798" y="2590"/>
                </a:lnTo>
                <a:lnTo>
                  <a:pt x="0" y="38735"/>
                </a:lnTo>
                <a:lnTo>
                  <a:pt x="444" y="48929"/>
                </a:lnTo>
                <a:lnTo>
                  <a:pt x="17614" y="77724"/>
                </a:lnTo>
                <a:lnTo>
                  <a:pt x="32651" y="77724"/>
                </a:lnTo>
                <a:lnTo>
                  <a:pt x="38493" y="75133"/>
                </a:lnTo>
                <a:lnTo>
                  <a:pt x="42684" y="69938"/>
                </a:lnTo>
                <a:lnTo>
                  <a:pt x="45303" y="65620"/>
                </a:lnTo>
                <a:lnTo>
                  <a:pt x="23355" y="65620"/>
                </a:lnTo>
                <a:lnTo>
                  <a:pt x="21739" y="65062"/>
                </a:lnTo>
                <a:lnTo>
                  <a:pt x="18973" y="62852"/>
                </a:lnTo>
                <a:lnTo>
                  <a:pt x="17818" y="60629"/>
                </a:lnTo>
                <a:lnTo>
                  <a:pt x="15989" y="53949"/>
                </a:lnTo>
                <a:lnTo>
                  <a:pt x="15615" y="48929"/>
                </a:lnTo>
                <a:lnTo>
                  <a:pt x="15629" y="28735"/>
                </a:lnTo>
                <a:lnTo>
                  <a:pt x="23355" y="12103"/>
                </a:lnTo>
                <a:lnTo>
                  <a:pt x="45297" y="12103"/>
                </a:lnTo>
                <a:lnTo>
                  <a:pt x="42735" y="7886"/>
                </a:lnTo>
                <a:lnTo>
                  <a:pt x="38506" y="2628"/>
                </a:lnTo>
                <a:lnTo>
                  <a:pt x="32651" y="0"/>
                </a:lnTo>
                <a:close/>
              </a:path>
              <a:path w="50800" h="78104">
                <a:moveTo>
                  <a:pt x="45297" y="12103"/>
                </a:moveTo>
                <a:lnTo>
                  <a:pt x="26936" y="12103"/>
                </a:lnTo>
                <a:lnTo>
                  <a:pt x="28536" y="12661"/>
                </a:lnTo>
                <a:lnTo>
                  <a:pt x="31318" y="14909"/>
                </a:lnTo>
                <a:lnTo>
                  <a:pt x="32473" y="17145"/>
                </a:lnTo>
                <a:lnTo>
                  <a:pt x="34302" y="23825"/>
                </a:lnTo>
                <a:lnTo>
                  <a:pt x="34668" y="28735"/>
                </a:lnTo>
                <a:lnTo>
                  <a:pt x="34670" y="48929"/>
                </a:lnTo>
                <a:lnTo>
                  <a:pt x="34251" y="54152"/>
                </a:lnTo>
                <a:lnTo>
                  <a:pt x="33223" y="57886"/>
                </a:lnTo>
                <a:lnTo>
                  <a:pt x="32448" y="60794"/>
                </a:lnTo>
                <a:lnTo>
                  <a:pt x="31356" y="62814"/>
                </a:lnTo>
                <a:lnTo>
                  <a:pt x="28549" y="65062"/>
                </a:lnTo>
                <a:lnTo>
                  <a:pt x="26936" y="65620"/>
                </a:lnTo>
                <a:lnTo>
                  <a:pt x="45303" y="65620"/>
                </a:lnTo>
                <a:lnTo>
                  <a:pt x="46011" y="64454"/>
                </a:lnTo>
                <a:lnTo>
                  <a:pt x="48388" y="57451"/>
                </a:lnTo>
                <a:lnTo>
                  <a:pt x="49815" y="48929"/>
                </a:lnTo>
                <a:lnTo>
                  <a:pt x="50292" y="38887"/>
                </a:lnTo>
                <a:lnTo>
                  <a:pt x="49804" y="28735"/>
                </a:lnTo>
                <a:lnTo>
                  <a:pt x="48382" y="20245"/>
                </a:lnTo>
                <a:lnTo>
                  <a:pt x="46043" y="13330"/>
                </a:lnTo>
                <a:lnTo>
                  <a:pt x="45297" y="12103"/>
                </a:lnTo>
                <a:close/>
              </a:path>
            </a:pathLst>
          </a:custGeom>
          <a:solidFill>
            <a:srgbClr val="4264DE">
              <a:alpha val="10195"/>
            </a:srgbClr>
          </a:solidFill>
        </p:spPr>
        <p:txBody>
          <a:bodyPr wrap="square" lIns="0" tIns="0" rIns="0" bIns="0" rtlCol="0"/>
          <a:lstStyle/>
          <a:p>
            <a:endParaRPr/>
          </a:p>
        </p:txBody>
      </p:sp>
      <p:sp>
        <p:nvSpPr>
          <p:cNvPr id="190" name="object 190"/>
          <p:cNvSpPr/>
          <p:nvPr/>
        </p:nvSpPr>
        <p:spPr>
          <a:xfrm>
            <a:off x="646176" y="6166103"/>
            <a:ext cx="33655" cy="76200"/>
          </a:xfrm>
          <a:custGeom>
            <a:avLst/>
            <a:gdLst/>
            <a:ahLst/>
            <a:cxnLst/>
            <a:rect l="l" t="t" r="r" b="b"/>
            <a:pathLst>
              <a:path w="33654" h="76200">
                <a:moveTo>
                  <a:pt x="33528" y="0"/>
                </a:moveTo>
                <a:lnTo>
                  <a:pt x="21653" y="0"/>
                </a:lnTo>
                <a:lnTo>
                  <a:pt x="19989" y="4622"/>
                </a:lnTo>
                <a:lnTo>
                  <a:pt x="16916" y="8674"/>
                </a:lnTo>
                <a:lnTo>
                  <a:pt x="7962" y="15608"/>
                </a:lnTo>
                <a:lnTo>
                  <a:pt x="3822" y="17957"/>
                </a:lnTo>
                <a:lnTo>
                  <a:pt x="0" y="19202"/>
                </a:lnTo>
                <a:lnTo>
                  <a:pt x="0" y="32410"/>
                </a:lnTo>
                <a:lnTo>
                  <a:pt x="7251" y="30022"/>
                </a:lnTo>
                <a:lnTo>
                  <a:pt x="13550" y="26352"/>
                </a:lnTo>
                <a:lnTo>
                  <a:pt x="18897" y="21374"/>
                </a:lnTo>
                <a:lnTo>
                  <a:pt x="18897" y="76200"/>
                </a:lnTo>
                <a:lnTo>
                  <a:pt x="33528" y="76200"/>
                </a:lnTo>
                <a:lnTo>
                  <a:pt x="33528" y="0"/>
                </a:lnTo>
                <a:close/>
              </a:path>
            </a:pathLst>
          </a:custGeom>
          <a:solidFill>
            <a:srgbClr val="4264DE">
              <a:alpha val="10195"/>
            </a:srgbClr>
          </a:solidFill>
        </p:spPr>
        <p:txBody>
          <a:bodyPr wrap="square" lIns="0" tIns="0" rIns="0" bIns="0" rtlCol="0"/>
          <a:lstStyle/>
          <a:p>
            <a:endParaRPr/>
          </a:p>
        </p:txBody>
      </p:sp>
      <p:sp>
        <p:nvSpPr>
          <p:cNvPr id="191" name="object 191"/>
          <p:cNvSpPr/>
          <p:nvPr/>
        </p:nvSpPr>
        <p:spPr>
          <a:xfrm>
            <a:off x="812291" y="6164579"/>
            <a:ext cx="48895" cy="78105"/>
          </a:xfrm>
          <a:custGeom>
            <a:avLst/>
            <a:gdLst/>
            <a:ahLst/>
            <a:cxnLst/>
            <a:rect l="l" t="t" r="r" b="b"/>
            <a:pathLst>
              <a:path w="48894" h="78104">
                <a:moveTo>
                  <a:pt x="31661" y="0"/>
                </a:moveTo>
                <a:lnTo>
                  <a:pt x="17106" y="0"/>
                </a:lnTo>
                <a:lnTo>
                  <a:pt x="11442" y="2590"/>
                </a:lnTo>
                <a:lnTo>
                  <a:pt x="0" y="38735"/>
                </a:lnTo>
                <a:lnTo>
                  <a:pt x="430" y="48929"/>
                </a:lnTo>
                <a:lnTo>
                  <a:pt x="17081" y="77724"/>
                </a:lnTo>
                <a:lnTo>
                  <a:pt x="31661" y="77724"/>
                </a:lnTo>
                <a:lnTo>
                  <a:pt x="37325" y="75133"/>
                </a:lnTo>
                <a:lnTo>
                  <a:pt x="41389" y="69938"/>
                </a:lnTo>
                <a:lnTo>
                  <a:pt x="43929" y="65620"/>
                </a:lnTo>
                <a:lnTo>
                  <a:pt x="22644" y="65620"/>
                </a:lnTo>
                <a:lnTo>
                  <a:pt x="21079" y="65062"/>
                </a:lnTo>
                <a:lnTo>
                  <a:pt x="18402" y="62852"/>
                </a:lnTo>
                <a:lnTo>
                  <a:pt x="17284" y="60629"/>
                </a:lnTo>
                <a:lnTo>
                  <a:pt x="15506" y="53949"/>
                </a:lnTo>
                <a:lnTo>
                  <a:pt x="15142" y="48929"/>
                </a:lnTo>
                <a:lnTo>
                  <a:pt x="15157" y="28735"/>
                </a:lnTo>
                <a:lnTo>
                  <a:pt x="22644" y="12103"/>
                </a:lnTo>
                <a:lnTo>
                  <a:pt x="43924" y="12103"/>
                </a:lnTo>
                <a:lnTo>
                  <a:pt x="41440" y="7886"/>
                </a:lnTo>
                <a:lnTo>
                  <a:pt x="37338" y="2628"/>
                </a:lnTo>
                <a:lnTo>
                  <a:pt x="31661" y="0"/>
                </a:lnTo>
                <a:close/>
              </a:path>
              <a:path w="48894" h="78104">
                <a:moveTo>
                  <a:pt x="43924" y="12103"/>
                </a:moveTo>
                <a:lnTo>
                  <a:pt x="26123" y="12103"/>
                </a:lnTo>
                <a:lnTo>
                  <a:pt x="27673" y="12661"/>
                </a:lnTo>
                <a:lnTo>
                  <a:pt x="30365" y="14909"/>
                </a:lnTo>
                <a:lnTo>
                  <a:pt x="31483" y="17145"/>
                </a:lnTo>
                <a:lnTo>
                  <a:pt x="33261" y="23825"/>
                </a:lnTo>
                <a:lnTo>
                  <a:pt x="33617" y="28735"/>
                </a:lnTo>
                <a:lnTo>
                  <a:pt x="33618" y="48929"/>
                </a:lnTo>
                <a:lnTo>
                  <a:pt x="33210" y="54152"/>
                </a:lnTo>
                <a:lnTo>
                  <a:pt x="31470" y="60794"/>
                </a:lnTo>
                <a:lnTo>
                  <a:pt x="30416" y="62814"/>
                </a:lnTo>
                <a:lnTo>
                  <a:pt x="27638" y="65074"/>
                </a:lnTo>
                <a:lnTo>
                  <a:pt x="26123" y="65620"/>
                </a:lnTo>
                <a:lnTo>
                  <a:pt x="43929" y="65620"/>
                </a:lnTo>
                <a:lnTo>
                  <a:pt x="44615" y="64454"/>
                </a:lnTo>
                <a:lnTo>
                  <a:pt x="46921" y="57451"/>
                </a:lnTo>
                <a:lnTo>
                  <a:pt x="48306" y="48929"/>
                </a:lnTo>
                <a:lnTo>
                  <a:pt x="48767" y="38887"/>
                </a:lnTo>
                <a:lnTo>
                  <a:pt x="48295" y="28735"/>
                </a:lnTo>
                <a:lnTo>
                  <a:pt x="46916" y="20245"/>
                </a:lnTo>
                <a:lnTo>
                  <a:pt x="44647" y="13330"/>
                </a:lnTo>
                <a:lnTo>
                  <a:pt x="43924" y="12103"/>
                </a:lnTo>
                <a:close/>
              </a:path>
            </a:pathLst>
          </a:custGeom>
          <a:solidFill>
            <a:srgbClr val="4264DE">
              <a:alpha val="10195"/>
            </a:srgbClr>
          </a:solidFill>
        </p:spPr>
        <p:txBody>
          <a:bodyPr wrap="square" lIns="0" tIns="0" rIns="0" bIns="0" rtlCol="0"/>
          <a:lstStyle/>
          <a:p>
            <a:endParaRPr/>
          </a:p>
        </p:txBody>
      </p:sp>
      <p:sp>
        <p:nvSpPr>
          <p:cNvPr id="192" name="object 192"/>
          <p:cNvSpPr/>
          <p:nvPr/>
        </p:nvSpPr>
        <p:spPr>
          <a:xfrm>
            <a:off x="993647" y="6166103"/>
            <a:ext cx="33655" cy="76200"/>
          </a:xfrm>
          <a:custGeom>
            <a:avLst/>
            <a:gdLst/>
            <a:ahLst/>
            <a:cxnLst/>
            <a:rect l="l" t="t" r="r" b="b"/>
            <a:pathLst>
              <a:path w="33655" h="76200">
                <a:moveTo>
                  <a:pt x="33528" y="0"/>
                </a:moveTo>
                <a:lnTo>
                  <a:pt x="21653" y="0"/>
                </a:lnTo>
                <a:lnTo>
                  <a:pt x="19989" y="4622"/>
                </a:lnTo>
                <a:lnTo>
                  <a:pt x="16916" y="8674"/>
                </a:lnTo>
                <a:lnTo>
                  <a:pt x="7962" y="15608"/>
                </a:lnTo>
                <a:lnTo>
                  <a:pt x="3822" y="17957"/>
                </a:lnTo>
                <a:lnTo>
                  <a:pt x="0" y="19202"/>
                </a:lnTo>
                <a:lnTo>
                  <a:pt x="0" y="32410"/>
                </a:lnTo>
                <a:lnTo>
                  <a:pt x="7251" y="30022"/>
                </a:lnTo>
                <a:lnTo>
                  <a:pt x="13550" y="26352"/>
                </a:lnTo>
                <a:lnTo>
                  <a:pt x="18897" y="21374"/>
                </a:lnTo>
                <a:lnTo>
                  <a:pt x="18897" y="76200"/>
                </a:lnTo>
                <a:lnTo>
                  <a:pt x="33528" y="76200"/>
                </a:lnTo>
                <a:lnTo>
                  <a:pt x="33528" y="0"/>
                </a:lnTo>
                <a:close/>
              </a:path>
            </a:pathLst>
          </a:custGeom>
          <a:solidFill>
            <a:srgbClr val="4264DE">
              <a:alpha val="10195"/>
            </a:srgbClr>
          </a:solidFill>
        </p:spPr>
        <p:txBody>
          <a:bodyPr wrap="square" lIns="0" tIns="0" rIns="0" bIns="0" rtlCol="0"/>
          <a:lstStyle/>
          <a:p>
            <a:endParaRPr/>
          </a:p>
        </p:txBody>
      </p:sp>
      <p:sp>
        <p:nvSpPr>
          <p:cNvPr id="193" name="object 193"/>
          <p:cNvSpPr/>
          <p:nvPr/>
        </p:nvSpPr>
        <p:spPr>
          <a:xfrm>
            <a:off x="1158239" y="6164579"/>
            <a:ext cx="50800" cy="78105"/>
          </a:xfrm>
          <a:custGeom>
            <a:avLst/>
            <a:gdLst/>
            <a:ahLst/>
            <a:cxnLst/>
            <a:rect l="l" t="t" r="r" b="b"/>
            <a:pathLst>
              <a:path w="50800" h="78104">
                <a:moveTo>
                  <a:pt x="32651" y="0"/>
                </a:moveTo>
                <a:lnTo>
                  <a:pt x="17640" y="0"/>
                </a:lnTo>
                <a:lnTo>
                  <a:pt x="11798" y="2590"/>
                </a:lnTo>
                <a:lnTo>
                  <a:pt x="0" y="38735"/>
                </a:lnTo>
                <a:lnTo>
                  <a:pt x="444" y="48929"/>
                </a:lnTo>
                <a:lnTo>
                  <a:pt x="17614" y="77724"/>
                </a:lnTo>
                <a:lnTo>
                  <a:pt x="32651" y="77724"/>
                </a:lnTo>
                <a:lnTo>
                  <a:pt x="38493" y="75133"/>
                </a:lnTo>
                <a:lnTo>
                  <a:pt x="42684" y="69938"/>
                </a:lnTo>
                <a:lnTo>
                  <a:pt x="45303" y="65620"/>
                </a:lnTo>
                <a:lnTo>
                  <a:pt x="23355" y="65620"/>
                </a:lnTo>
                <a:lnTo>
                  <a:pt x="21739" y="65062"/>
                </a:lnTo>
                <a:lnTo>
                  <a:pt x="18973" y="62852"/>
                </a:lnTo>
                <a:lnTo>
                  <a:pt x="17818" y="60629"/>
                </a:lnTo>
                <a:lnTo>
                  <a:pt x="15989" y="53949"/>
                </a:lnTo>
                <a:lnTo>
                  <a:pt x="15615" y="48929"/>
                </a:lnTo>
                <a:lnTo>
                  <a:pt x="15629" y="28735"/>
                </a:lnTo>
                <a:lnTo>
                  <a:pt x="23355" y="12103"/>
                </a:lnTo>
                <a:lnTo>
                  <a:pt x="45297" y="12103"/>
                </a:lnTo>
                <a:lnTo>
                  <a:pt x="42735" y="7886"/>
                </a:lnTo>
                <a:lnTo>
                  <a:pt x="38506" y="2628"/>
                </a:lnTo>
                <a:lnTo>
                  <a:pt x="32651" y="0"/>
                </a:lnTo>
                <a:close/>
              </a:path>
              <a:path w="50800" h="78104">
                <a:moveTo>
                  <a:pt x="45297" y="12103"/>
                </a:moveTo>
                <a:lnTo>
                  <a:pt x="26936" y="12103"/>
                </a:lnTo>
                <a:lnTo>
                  <a:pt x="28536" y="12661"/>
                </a:lnTo>
                <a:lnTo>
                  <a:pt x="31318" y="14909"/>
                </a:lnTo>
                <a:lnTo>
                  <a:pt x="32473" y="17145"/>
                </a:lnTo>
                <a:lnTo>
                  <a:pt x="34302" y="23825"/>
                </a:lnTo>
                <a:lnTo>
                  <a:pt x="34668" y="28735"/>
                </a:lnTo>
                <a:lnTo>
                  <a:pt x="34670" y="48929"/>
                </a:lnTo>
                <a:lnTo>
                  <a:pt x="34251" y="54152"/>
                </a:lnTo>
                <a:lnTo>
                  <a:pt x="33223" y="57886"/>
                </a:lnTo>
                <a:lnTo>
                  <a:pt x="32448" y="60794"/>
                </a:lnTo>
                <a:lnTo>
                  <a:pt x="31356" y="62814"/>
                </a:lnTo>
                <a:lnTo>
                  <a:pt x="28549" y="65062"/>
                </a:lnTo>
                <a:lnTo>
                  <a:pt x="26936" y="65620"/>
                </a:lnTo>
                <a:lnTo>
                  <a:pt x="45303" y="65620"/>
                </a:lnTo>
                <a:lnTo>
                  <a:pt x="46011" y="64454"/>
                </a:lnTo>
                <a:lnTo>
                  <a:pt x="48388" y="57451"/>
                </a:lnTo>
                <a:lnTo>
                  <a:pt x="49815" y="48929"/>
                </a:lnTo>
                <a:lnTo>
                  <a:pt x="50291" y="38887"/>
                </a:lnTo>
                <a:lnTo>
                  <a:pt x="49804" y="28735"/>
                </a:lnTo>
                <a:lnTo>
                  <a:pt x="48382" y="20245"/>
                </a:lnTo>
                <a:lnTo>
                  <a:pt x="46043" y="13330"/>
                </a:lnTo>
                <a:lnTo>
                  <a:pt x="45297" y="12103"/>
                </a:lnTo>
                <a:close/>
              </a:path>
            </a:pathLst>
          </a:custGeom>
          <a:solidFill>
            <a:srgbClr val="4264DE">
              <a:alpha val="10195"/>
            </a:srgbClr>
          </a:solidFill>
        </p:spPr>
        <p:txBody>
          <a:bodyPr wrap="square" lIns="0" tIns="0" rIns="0" bIns="0" rtlCol="0"/>
          <a:lstStyle/>
          <a:p>
            <a:endParaRPr/>
          </a:p>
        </p:txBody>
      </p:sp>
      <p:sp>
        <p:nvSpPr>
          <p:cNvPr id="194" name="object 194"/>
          <p:cNvSpPr/>
          <p:nvPr/>
        </p:nvSpPr>
        <p:spPr>
          <a:xfrm>
            <a:off x="1339596" y="6166103"/>
            <a:ext cx="33655" cy="76200"/>
          </a:xfrm>
          <a:custGeom>
            <a:avLst/>
            <a:gdLst/>
            <a:ahLst/>
            <a:cxnLst/>
            <a:rect l="l" t="t" r="r" b="b"/>
            <a:pathLst>
              <a:path w="33655" h="76200">
                <a:moveTo>
                  <a:pt x="33528" y="0"/>
                </a:moveTo>
                <a:lnTo>
                  <a:pt x="21716" y="0"/>
                </a:lnTo>
                <a:lnTo>
                  <a:pt x="19938" y="4622"/>
                </a:lnTo>
                <a:lnTo>
                  <a:pt x="16890" y="8674"/>
                </a:lnTo>
                <a:lnTo>
                  <a:pt x="8000" y="15608"/>
                </a:lnTo>
                <a:lnTo>
                  <a:pt x="3809" y="17957"/>
                </a:lnTo>
                <a:lnTo>
                  <a:pt x="0" y="19202"/>
                </a:lnTo>
                <a:lnTo>
                  <a:pt x="0" y="32410"/>
                </a:lnTo>
                <a:lnTo>
                  <a:pt x="7238" y="30022"/>
                </a:lnTo>
                <a:lnTo>
                  <a:pt x="13588" y="26352"/>
                </a:lnTo>
                <a:lnTo>
                  <a:pt x="18922" y="21374"/>
                </a:lnTo>
                <a:lnTo>
                  <a:pt x="18922" y="76200"/>
                </a:lnTo>
                <a:lnTo>
                  <a:pt x="33528" y="76200"/>
                </a:lnTo>
                <a:lnTo>
                  <a:pt x="33528" y="0"/>
                </a:lnTo>
                <a:close/>
              </a:path>
            </a:pathLst>
          </a:custGeom>
          <a:solidFill>
            <a:srgbClr val="4264DE">
              <a:alpha val="10195"/>
            </a:srgbClr>
          </a:solidFill>
        </p:spPr>
        <p:txBody>
          <a:bodyPr wrap="square" lIns="0" tIns="0" rIns="0" bIns="0" rtlCol="0"/>
          <a:lstStyle/>
          <a:p>
            <a:endParaRPr/>
          </a:p>
        </p:txBody>
      </p:sp>
      <p:sp>
        <p:nvSpPr>
          <p:cNvPr id="195" name="object 195"/>
          <p:cNvSpPr/>
          <p:nvPr/>
        </p:nvSpPr>
        <p:spPr>
          <a:xfrm>
            <a:off x="1505711" y="6164579"/>
            <a:ext cx="48895" cy="78105"/>
          </a:xfrm>
          <a:custGeom>
            <a:avLst/>
            <a:gdLst/>
            <a:ahLst/>
            <a:cxnLst/>
            <a:rect l="l" t="t" r="r" b="b"/>
            <a:pathLst>
              <a:path w="48894" h="78104">
                <a:moveTo>
                  <a:pt x="31622" y="0"/>
                </a:moveTo>
                <a:lnTo>
                  <a:pt x="17144" y="0"/>
                </a:lnTo>
                <a:lnTo>
                  <a:pt x="11429" y="2590"/>
                </a:lnTo>
                <a:lnTo>
                  <a:pt x="0" y="38735"/>
                </a:lnTo>
                <a:lnTo>
                  <a:pt x="438" y="48929"/>
                </a:lnTo>
                <a:lnTo>
                  <a:pt x="17018" y="77724"/>
                </a:lnTo>
                <a:lnTo>
                  <a:pt x="31622" y="77724"/>
                </a:lnTo>
                <a:lnTo>
                  <a:pt x="37337" y="75133"/>
                </a:lnTo>
                <a:lnTo>
                  <a:pt x="41401" y="69938"/>
                </a:lnTo>
                <a:lnTo>
                  <a:pt x="43953" y="65620"/>
                </a:lnTo>
                <a:lnTo>
                  <a:pt x="22606" y="65620"/>
                </a:lnTo>
                <a:lnTo>
                  <a:pt x="21065" y="65062"/>
                </a:lnTo>
                <a:lnTo>
                  <a:pt x="15182" y="48929"/>
                </a:lnTo>
                <a:lnTo>
                  <a:pt x="15186" y="28735"/>
                </a:lnTo>
                <a:lnTo>
                  <a:pt x="22606" y="12103"/>
                </a:lnTo>
                <a:lnTo>
                  <a:pt x="43911" y="12103"/>
                </a:lnTo>
                <a:lnTo>
                  <a:pt x="41401" y="7886"/>
                </a:lnTo>
                <a:lnTo>
                  <a:pt x="37337" y="2628"/>
                </a:lnTo>
                <a:lnTo>
                  <a:pt x="31622" y="0"/>
                </a:lnTo>
                <a:close/>
              </a:path>
              <a:path w="48894" h="78104">
                <a:moveTo>
                  <a:pt x="43911" y="12103"/>
                </a:moveTo>
                <a:lnTo>
                  <a:pt x="26162" y="12103"/>
                </a:lnTo>
                <a:lnTo>
                  <a:pt x="27685" y="12661"/>
                </a:lnTo>
                <a:lnTo>
                  <a:pt x="29082" y="13779"/>
                </a:lnTo>
                <a:lnTo>
                  <a:pt x="33588" y="48929"/>
                </a:lnTo>
                <a:lnTo>
                  <a:pt x="33274" y="54152"/>
                </a:lnTo>
                <a:lnTo>
                  <a:pt x="32257" y="57886"/>
                </a:lnTo>
                <a:lnTo>
                  <a:pt x="31496" y="60794"/>
                </a:lnTo>
                <a:lnTo>
                  <a:pt x="30353" y="62814"/>
                </a:lnTo>
                <a:lnTo>
                  <a:pt x="29051" y="63969"/>
                </a:lnTo>
                <a:lnTo>
                  <a:pt x="27651" y="65074"/>
                </a:lnTo>
                <a:lnTo>
                  <a:pt x="26162" y="65620"/>
                </a:lnTo>
                <a:lnTo>
                  <a:pt x="43953" y="65620"/>
                </a:lnTo>
                <a:lnTo>
                  <a:pt x="44642" y="64454"/>
                </a:lnTo>
                <a:lnTo>
                  <a:pt x="46942" y="57451"/>
                </a:lnTo>
                <a:lnTo>
                  <a:pt x="48313" y="48929"/>
                </a:lnTo>
                <a:lnTo>
                  <a:pt x="48768"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196" name="object 196"/>
          <p:cNvSpPr/>
          <p:nvPr/>
        </p:nvSpPr>
        <p:spPr>
          <a:xfrm>
            <a:off x="1687067" y="6166103"/>
            <a:ext cx="33655" cy="76200"/>
          </a:xfrm>
          <a:custGeom>
            <a:avLst/>
            <a:gdLst/>
            <a:ahLst/>
            <a:cxnLst/>
            <a:rect l="l" t="t" r="r" b="b"/>
            <a:pathLst>
              <a:path w="33655" h="76200">
                <a:moveTo>
                  <a:pt x="33527" y="0"/>
                </a:moveTo>
                <a:lnTo>
                  <a:pt x="21717" y="0"/>
                </a:lnTo>
                <a:lnTo>
                  <a:pt x="19938" y="4622"/>
                </a:lnTo>
                <a:lnTo>
                  <a:pt x="16890" y="8674"/>
                </a:lnTo>
                <a:lnTo>
                  <a:pt x="8000" y="15608"/>
                </a:lnTo>
                <a:lnTo>
                  <a:pt x="3809" y="17957"/>
                </a:lnTo>
                <a:lnTo>
                  <a:pt x="0" y="19202"/>
                </a:lnTo>
                <a:lnTo>
                  <a:pt x="0" y="32410"/>
                </a:lnTo>
                <a:lnTo>
                  <a:pt x="7238" y="30022"/>
                </a:lnTo>
                <a:lnTo>
                  <a:pt x="13588" y="26352"/>
                </a:lnTo>
                <a:lnTo>
                  <a:pt x="18923" y="21374"/>
                </a:lnTo>
                <a:lnTo>
                  <a:pt x="18923" y="76200"/>
                </a:lnTo>
                <a:lnTo>
                  <a:pt x="33527" y="76200"/>
                </a:lnTo>
                <a:lnTo>
                  <a:pt x="33527" y="0"/>
                </a:lnTo>
                <a:close/>
              </a:path>
            </a:pathLst>
          </a:custGeom>
          <a:solidFill>
            <a:srgbClr val="4264DE">
              <a:alpha val="10195"/>
            </a:srgbClr>
          </a:solidFill>
        </p:spPr>
        <p:txBody>
          <a:bodyPr wrap="square" lIns="0" tIns="0" rIns="0" bIns="0" rtlCol="0"/>
          <a:lstStyle/>
          <a:p>
            <a:endParaRPr/>
          </a:p>
        </p:txBody>
      </p:sp>
      <p:sp>
        <p:nvSpPr>
          <p:cNvPr id="197" name="object 197"/>
          <p:cNvSpPr/>
          <p:nvPr/>
        </p:nvSpPr>
        <p:spPr>
          <a:xfrm>
            <a:off x="1851660" y="6164579"/>
            <a:ext cx="50800" cy="78105"/>
          </a:xfrm>
          <a:custGeom>
            <a:avLst/>
            <a:gdLst/>
            <a:ahLst/>
            <a:cxnLst/>
            <a:rect l="l" t="t" r="r" b="b"/>
            <a:pathLst>
              <a:path w="50800" h="78104">
                <a:moveTo>
                  <a:pt x="32638" y="0"/>
                </a:moveTo>
                <a:lnTo>
                  <a:pt x="17652" y="0"/>
                </a:lnTo>
                <a:lnTo>
                  <a:pt x="11810" y="2590"/>
                </a:lnTo>
                <a:lnTo>
                  <a:pt x="0" y="38735"/>
                </a:lnTo>
                <a:lnTo>
                  <a:pt x="440" y="48929"/>
                </a:lnTo>
                <a:lnTo>
                  <a:pt x="17652" y="77724"/>
                </a:lnTo>
                <a:lnTo>
                  <a:pt x="32638" y="77724"/>
                </a:lnTo>
                <a:lnTo>
                  <a:pt x="38481" y="75133"/>
                </a:lnTo>
                <a:lnTo>
                  <a:pt x="42671" y="69938"/>
                </a:lnTo>
                <a:lnTo>
                  <a:pt x="45296" y="65620"/>
                </a:lnTo>
                <a:lnTo>
                  <a:pt x="23367" y="65620"/>
                </a:lnTo>
                <a:lnTo>
                  <a:pt x="21701" y="65062"/>
                </a:lnTo>
                <a:lnTo>
                  <a:pt x="18922" y="62852"/>
                </a:lnTo>
                <a:lnTo>
                  <a:pt x="17779" y="60629"/>
                </a:lnTo>
                <a:lnTo>
                  <a:pt x="16001" y="53949"/>
                </a:lnTo>
                <a:lnTo>
                  <a:pt x="15586" y="48929"/>
                </a:lnTo>
                <a:lnTo>
                  <a:pt x="15591" y="28735"/>
                </a:lnTo>
                <a:lnTo>
                  <a:pt x="23367" y="12103"/>
                </a:lnTo>
                <a:lnTo>
                  <a:pt x="45324" y="12103"/>
                </a:lnTo>
                <a:lnTo>
                  <a:pt x="42798" y="7886"/>
                </a:lnTo>
                <a:lnTo>
                  <a:pt x="38481" y="2628"/>
                </a:lnTo>
                <a:lnTo>
                  <a:pt x="32638" y="0"/>
                </a:lnTo>
                <a:close/>
              </a:path>
              <a:path w="50800" h="78104">
                <a:moveTo>
                  <a:pt x="45324" y="12103"/>
                </a:moveTo>
                <a:lnTo>
                  <a:pt x="26923" y="12103"/>
                </a:lnTo>
                <a:lnTo>
                  <a:pt x="28575" y="12661"/>
                </a:lnTo>
                <a:lnTo>
                  <a:pt x="31368" y="14909"/>
                </a:lnTo>
                <a:lnTo>
                  <a:pt x="32512" y="17145"/>
                </a:lnTo>
                <a:lnTo>
                  <a:pt x="34289" y="23825"/>
                </a:lnTo>
                <a:lnTo>
                  <a:pt x="34696" y="28735"/>
                </a:lnTo>
                <a:lnTo>
                  <a:pt x="34708" y="48929"/>
                </a:lnTo>
                <a:lnTo>
                  <a:pt x="34289" y="54152"/>
                </a:lnTo>
                <a:lnTo>
                  <a:pt x="33273" y="57886"/>
                </a:lnTo>
                <a:lnTo>
                  <a:pt x="32512" y="60794"/>
                </a:lnTo>
                <a:lnTo>
                  <a:pt x="31368" y="62814"/>
                </a:lnTo>
                <a:lnTo>
                  <a:pt x="28575" y="65062"/>
                </a:lnTo>
                <a:lnTo>
                  <a:pt x="26923" y="65620"/>
                </a:lnTo>
                <a:lnTo>
                  <a:pt x="45296" y="65620"/>
                </a:lnTo>
                <a:lnTo>
                  <a:pt x="46005" y="64454"/>
                </a:lnTo>
                <a:lnTo>
                  <a:pt x="48387" y="57451"/>
                </a:lnTo>
                <a:lnTo>
                  <a:pt x="49815" y="48929"/>
                </a:lnTo>
                <a:lnTo>
                  <a:pt x="50291"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198" name="object 198"/>
          <p:cNvSpPr/>
          <p:nvPr/>
        </p:nvSpPr>
        <p:spPr>
          <a:xfrm>
            <a:off x="2033016" y="6166103"/>
            <a:ext cx="33655" cy="76200"/>
          </a:xfrm>
          <a:custGeom>
            <a:avLst/>
            <a:gdLst/>
            <a:ahLst/>
            <a:cxnLst/>
            <a:rect l="l" t="t" r="r" b="b"/>
            <a:pathLst>
              <a:path w="33655" h="76200">
                <a:moveTo>
                  <a:pt x="33527" y="0"/>
                </a:moveTo>
                <a:lnTo>
                  <a:pt x="21716" y="0"/>
                </a:lnTo>
                <a:lnTo>
                  <a:pt x="19938" y="4622"/>
                </a:lnTo>
                <a:lnTo>
                  <a:pt x="16890" y="8674"/>
                </a:lnTo>
                <a:lnTo>
                  <a:pt x="8000" y="15608"/>
                </a:lnTo>
                <a:lnTo>
                  <a:pt x="3809" y="17957"/>
                </a:lnTo>
                <a:lnTo>
                  <a:pt x="0" y="19202"/>
                </a:lnTo>
                <a:lnTo>
                  <a:pt x="0" y="32410"/>
                </a:lnTo>
                <a:lnTo>
                  <a:pt x="7238" y="30022"/>
                </a:lnTo>
                <a:lnTo>
                  <a:pt x="13588" y="26352"/>
                </a:lnTo>
                <a:lnTo>
                  <a:pt x="18922" y="21374"/>
                </a:lnTo>
                <a:lnTo>
                  <a:pt x="18922" y="76200"/>
                </a:lnTo>
                <a:lnTo>
                  <a:pt x="33527" y="76200"/>
                </a:lnTo>
                <a:lnTo>
                  <a:pt x="33527" y="0"/>
                </a:lnTo>
                <a:close/>
              </a:path>
            </a:pathLst>
          </a:custGeom>
          <a:solidFill>
            <a:srgbClr val="4264DE">
              <a:alpha val="10195"/>
            </a:srgbClr>
          </a:solidFill>
        </p:spPr>
        <p:txBody>
          <a:bodyPr wrap="square" lIns="0" tIns="0" rIns="0" bIns="0" rtlCol="0"/>
          <a:lstStyle/>
          <a:p>
            <a:endParaRPr/>
          </a:p>
        </p:txBody>
      </p:sp>
      <p:sp>
        <p:nvSpPr>
          <p:cNvPr id="199" name="object 199"/>
          <p:cNvSpPr/>
          <p:nvPr/>
        </p:nvSpPr>
        <p:spPr>
          <a:xfrm>
            <a:off x="2199132" y="6164579"/>
            <a:ext cx="48895" cy="78105"/>
          </a:xfrm>
          <a:custGeom>
            <a:avLst/>
            <a:gdLst/>
            <a:ahLst/>
            <a:cxnLst/>
            <a:rect l="l" t="t" r="r" b="b"/>
            <a:pathLst>
              <a:path w="48894" h="78104">
                <a:moveTo>
                  <a:pt x="31623" y="0"/>
                </a:moveTo>
                <a:lnTo>
                  <a:pt x="17144" y="0"/>
                </a:lnTo>
                <a:lnTo>
                  <a:pt x="11430" y="2590"/>
                </a:lnTo>
                <a:lnTo>
                  <a:pt x="0" y="38735"/>
                </a:lnTo>
                <a:lnTo>
                  <a:pt x="438" y="48929"/>
                </a:lnTo>
                <a:lnTo>
                  <a:pt x="17018" y="77724"/>
                </a:lnTo>
                <a:lnTo>
                  <a:pt x="31623" y="77724"/>
                </a:lnTo>
                <a:lnTo>
                  <a:pt x="37337" y="75133"/>
                </a:lnTo>
                <a:lnTo>
                  <a:pt x="41401" y="69938"/>
                </a:lnTo>
                <a:lnTo>
                  <a:pt x="43953" y="65620"/>
                </a:lnTo>
                <a:lnTo>
                  <a:pt x="22606" y="65620"/>
                </a:lnTo>
                <a:lnTo>
                  <a:pt x="21065" y="65062"/>
                </a:lnTo>
                <a:lnTo>
                  <a:pt x="15182" y="48929"/>
                </a:lnTo>
                <a:lnTo>
                  <a:pt x="15186" y="28735"/>
                </a:lnTo>
                <a:lnTo>
                  <a:pt x="22606" y="12103"/>
                </a:lnTo>
                <a:lnTo>
                  <a:pt x="43911" y="12103"/>
                </a:lnTo>
                <a:lnTo>
                  <a:pt x="41401" y="7886"/>
                </a:lnTo>
                <a:lnTo>
                  <a:pt x="37337" y="2628"/>
                </a:lnTo>
                <a:lnTo>
                  <a:pt x="31623" y="0"/>
                </a:lnTo>
                <a:close/>
              </a:path>
              <a:path w="48894" h="78104">
                <a:moveTo>
                  <a:pt x="43911" y="12103"/>
                </a:moveTo>
                <a:lnTo>
                  <a:pt x="26162" y="12103"/>
                </a:lnTo>
                <a:lnTo>
                  <a:pt x="27686" y="12661"/>
                </a:lnTo>
                <a:lnTo>
                  <a:pt x="29082" y="13779"/>
                </a:lnTo>
                <a:lnTo>
                  <a:pt x="33588" y="48929"/>
                </a:lnTo>
                <a:lnTo>
                  <a:pt x="33274" y="54152"/>
                </a:lnTo>
                <a:lnTo>
                  <a:pt x="32257" y="57886"/>
                </a:lnTo>
                <a:lnTo>
                  <a:pt x="31495" y="60794"/>
                </a:lnTo>
                <a:lnTo>
                  <a:pt x="30353" y="62814"/>
                </a:lnTo>
                <a:lnTo>
                  <a:pt x="29051" y="63969"/>
                </a:lnTo>
                <a:lnTo>
                  <a:pt x="27651" y="65074"/>
                </a:lnTo>
                <a:lnTo>
                  <a:pt x="26162" y="65620"/>
                </a:lnTo>
                <a:lnTo>
                  <a:pt x="43953" y="65620"/>
                </a:lnTo>
                <a:lnTo>
                  <a:pt x="44642" y="64454"/>
                </a:lnTo>
                <a:lnTo>
                  <a:pt x="46942" y="57451"/>
                </a:lnTo>
                <a:lnTo>
                  <a:pt x="48313" y="48929"/>
                </a:lnTo>
                <a:lnTo>
                  <a:pt x="48768"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200" name="object 200"/>
          <p:cNvSpPr/>
          <p:nvPr/>
        </p:nvSpPr>
        <p:spPr>
          <a:xfrm>
            <a:off x="2380488" y="6166103"/>
            <a:ext cx="33655" cy="76200"/>
          </a:xfrm>
          <a:custGeom>
            <a:avLst/>
            <a:gdLst/>
            <a:ahLst/>
            <a:cxnLst/>
            <a:rect l="l" t="t" r="r" b="b"/>
            <a:pathLst>
              <a:path w="33655" h="76200">
                <a:moveTo>
                  <a:pt x="33528" y="0"/>
                </a:moveTo>
                <a:lnTo>
                  <a:pt x="21717" y="0"/>
                </a:lnTo>
                <a:lnTo>
                  <a:pt x="19938" y="4622"/>
                </a:lnTo>
                <a:lnTo>
                  <a:pt x="16891" y="8674"/>
                </a:lnTo>
                <a:lnTo>
                  <a:pt x="8000" y="15608"/>
                </a:lnTo>
                <a:lnTo>
                  <a:pt x="3810" y="17957"/>
                </a:lnTo>
                <a:lnTo>
                  <a:pt x="0" y="19202"/>
                </a:lnTo>
                <a:lnTo>
                  <a:pt x="0" y="32410"/>
                </a:lnTo>
                <a:lnTo>
                  <a:pt x="7238" y="30022"/>
                </a:lnTo>
                <a:lnTo>
                  <a:pt x="13588" y="26352"/>
                </a:lnTo>
                <a:lnTo>
                  <a:pt x="18923" y="21374"/>
                </a:lnTo>
                <a:lnTo>
                  <a:pt x="18923" y="76200"/>
                </a:lnTo>
                <a:lnTo>
                  <a:pt x="33528" y="76200"/>
                </a:lnTo>
                <a:lnTo>
                  <a:pt x="33528" y="0"/>
                </a:lnTo>
                <a:close/>
              </a:path>
            </a:pathLst>
          </a:custGeom>
          <a:solidFill>
            <a:srgbClr val="4264DE">
              <a:alpha val="10195"/>
            </a:srgbClr>
          </a:solidFill>
        </p:spPr>
        <p:txBody>
          <a:bodyPr wrap="square" lIns="0" tIns="0" rIns="0" bIns="0" rtlCol="0"/>
          <a:lstStyle/>
          <a:p>
            <a:endParaRPr/>
          </a:p>
        </p:txBody>
      </p:sp>
      <p:sp>
        <p:nvSpPr>
          <p:cNvPr id="201" name="object 201"/>
          <p:cNvSpPr/>
          <p:nvPr/>
        </p:nvSpPr>
        <p:spPr>
          <a:xfrm>
            <a:off x="2545079" y="6164579"/>
            <a:ext cx="50800" cy="78105"/>
          </a:xfrm>
          <a:custGeom>
            <a:avLst/>
            <a:gdLst/>
            <a:ahLst/>
            <a:cxnLst/>
            <a:rect l="l" t="t" r="r" b="b"/>
            <a:pathLst>
              <a:path w="50800" h="78104">
                <a:moveTo>
                  <a:pt x="32638" y="0"/>
                </a:moveTo>
                <a:lnTo>
                  <a:pt x="17652" y="0"/>
                </a:lnTo>
                <a:lnTo>
                  <a:pt x="11811" y="2590"/>
                </a:lnTo>
                <a:lnTo>
                  <a:pt x="0" y="38735"/>
                </a:lnTo>
                <a:lnTo>
                  <a:pt x="440" y="48929"/>
                </a:lnTo>
                <a:lnTo>
                  <a:pt x="17652" y="77724"/>
                </a:lnTo>
                <a:lnTo>
                  <a:pt x="32638" y="77724"/>
                </a:lnTo>
                <a:lnTo>
                  <a:pt x="38481" y="75133"/>
                </a:lnTo>
                <a:lnTo>
                  <a:pt x="42671" y="69938"/>
                </a:lnTo>
                <a:lnTo>
                  <a:pt x="45296" y="65620"/>
                </a:lnTo>
                <a:lnTo>
                  <a:pt x="23368" y="65620"/>
                </a:lnTo>
                <a:lnTo>
                  <a:pt x="21701" y="65062"/>
                </a:lnTo>
                <a:lnTo>
                  <a:pt x="18922" y="62852"/>
                </a:lnTo>
                <a:lnTo>
                  <a:pt x="17780" y="60629"/>
                </a:lnTo>
                <a:lnTo>
                  <a:pt x="16001" y="53949"/>
                </a:lnTo>
                <a:lnTo>
                  <a:pt x="15586" y="48929"/>
                </a:lnTo>
                <a:lnTo>
                  <a:pt x="15591" y="28735"/>
                </a:lnTo>
                <a:lnTo>
                  <a:pt x="23368" y="12103"/>
                </a:lnTo>
                <a:lnTo>
                  <a:pt x="45324" y="12103"/>
                </a:lnTo>
                <a:lnTo>
                  <a:pt x="42799" y="7886"/>
                </a:lnTo>
                <a:lnTo>
                  <a:pt x="38481" y="2628"/>
                </a:lnTo>
                <a:lnTo>
                  <a:pt x="32638" y="0"/>
                </a:lnTo>
                <a:close/>
              </a:path>
              <a:path w="50800" h="78104">
                <a:moveTo>
                  <a:pt x="45324" y="12103"/>
                </a:moveTo>
                <a:lnTo>
                  <a:pt x="26924" y="12103"/>
                </a:lnTo>
                <a:lnTo>
                  <a:pt x="28575" y="12661"/>
                </a:lnTo>
                <a:lnTo>
                  <a:pt x="31368" y="14909"/>
                </a:lnTo>
                <a:lnTo>
                  <a:pt x="32512" y="17145"/>
                </a:lnTo>
                <a:lnTo>
                  <a:pt x="34289" y="23825"/>
                </a:lnTo>
                <a:lnTo>
                  <a:pt x="34696" y="28735"/>
                </a:lnTo>
                <a:lnTo>
                  <a:pt x="34708" y="48929"/>
                </a:lnTo>
                <a:lnTo>
                  <a:pt x="34289" y="54152"/>
                </a:lnTo>
                <a:lnTo>
                  <a:pt x="33274" y="57886"/>
                </a:lnTo>
                <a:lnTo>
                  <a:pt x="32512" y="60794"/>
                </a:lnTo>
                <a:lnTo>
                  <a:pt x="31368" y="62814"/>
                </a:lnTo>
                <a:lnTo>
                  <a:pt x="28575" y="65062"/>
                </a:lnTo>
                <a:lnTo>
                  <a:pt x="26924" y="65620"/>
                </a:lnTo>
                <a:lnTo>
                  <a:pt x="45296" y="65620"/>
                </a:lnTo>
                <a:lnTo>
                  <a:pt x="46005" y="64454"/>
                </a:lnTo>
                <a:lnTo>
                  <a:pt x="48387" y="57451"/>
                </a:lnTo>
                <a:lnTo>
                  <a:pt x="49815" y="48929"/>
                </a:lnTo>
                <a:lnTo>
                  <a:pt x="50292"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202" name="object 202"/>
          <p:cNvSpPr/>
          <p:nvPr/>
        </p:nvSpPr>
        <p:spPr>
          <a:xfrm>
            <a:off x="2726435" y="6166103"/>
            <a:ext cx="33655" cy="76200"/>
          </a:xfrm>
          <a:custGeom>
            <a:avLst/>
            <a:gdLst/>
            <a:ahLst/>
            <a:cxnLst/>
            <a:rect l="l" t="t" r="r" b="b"/>
            <a:pathLst>
              <a:path w="33655" h="76200">
                <a:moveTo>
                  <a:pt x="33527" y="0"/>
                </a:moveTo>
                <a:lnTo>
                  <a:pt x="21716" y="0"/>
                </a:lnTo>
                <a:lnTo>
                  <a:pt x="19938" y="4622"/>
                </a:lnTo>
                <a:lnTo>
                  <a:pt x="16890" y="8674"/>
                </a:lnTo>
                <a:lnTo>
                  <a:pt x="8000" y="15608"/>
                </a:lnTo>
                <a:lnTo>
                  <a:pt x="3809" y="17957"/>
                </a:lnTo>
                <a:lnTo>
                  <a:pt x="0" y="19202"/>
                </a:lnTo>
                <a:lnTo>
                  <a:pt x="0" y="32410"/>
                </a:lnTo>
                <a:lnTo>
                  <a:pt x="7238" y="30022"/>
                </a:lnTo>
                <a:lnTo>
                  <a:pt x="13588" y="26352"/>
                </a:lnTo>
                <a:lnTo>
                  <a:pt x="18922" y="21374"/>
                </a:lnTo>
                <a:lnTo>
                  <a:pt x="18922" y="76200"/>
                </a:lnTo>
                <a:lnTo>
                  <a:pt x="33527" y="76200"/>
                </a:lnTo>
                <a:lnTo>
                  <a:pt x="33527" y="0"/>
                </a:lnTo>
                <a:close/>
              </a:path>
            </a:pathLst>
          </a:custGeom>
          <a:solidFill>
            <a:srgbClr val="4264DE">
              <a:alpha val="10195"/>
            </a:srgbClr>
          </a:solidFill>
        </p:spPr>
        <p:txBody>
          <a:bodyPr wrap="square" lIns="0" tIns="0" rIns="0" bIns="0" rtlCol="0"/>
          <a:lstStyle/>
          <a:p>
            <a:endParaRPr/>
          </a:p>
        </p:txBody>
      </p:sp>
      <p:sp>
        <p:nvSpPr>
          <p:cNvPr id="203" name="object 203"/>
          <p:cNvSpPr/>
          <p:nvPr/>
        </p:nvSpPr>
        <p:spPr>
          <a:xfrm>
            <a:off x="2892551" y="6164579"/>
            <a:ext cx="48895" cy="78105"/>
          </a:xfrm>
          <a:custGeom>
            <a:avLst/>
            <a:gdLst/>
            <a:ahLst/>
            <a:cxnLst/>
            <a:rect l="l" t="t" r="r" b="b"/>
            <a:pathLst>
              <a:path w="48894" h="78104">
                <a:moveTo>
                  <a:pt x="31623" y="0"/>
                </a:moveTo>
                <a:lnTo>
                  <a:pt x="17145" y="0"/>
                </a:lnTo>
                <a:lnTo>
                  <a:pt x="11430" y="2590"/>
                </a:lnTo>
                <a:lnTo>
                  <a:pt x="0" y="38735"/>
                </a:lnTo>
                <a:lnTo>
                  <a:pt x="438" y="48929"/>
                </a:lnTo>
                <a:lnTo>
                  <a:pt x="17018" y="77724"/>
                </a:lnTo>
                <a:lnTo>
                  <a:pt x="31623" y="77724"/>
                </a:lnTo>
                <a:lnTo>
                  <a:pt x="37337" y="75133"/>
                </a:lnTo>
                <a:lnTo>
                  <a:pt x="41402" y="69938"/>
                </a:lnTo>
                <a:lnTo>
                  <a:pt x="43953" y="65620"/>
                </a:lnTo>
                <a:lnTo>
                  <a:pt x="22606" y="65620"/>
                </a:lnTo>
                <a:lnTo>
                  <a:pt x="21065" y="65062"/>
                </a:lnTo>
                <a:lnTo>
                  <a:pt x="15182" y="48929"/>
                </a:lnTo>
                <a:lnTo>
                  <a:pt x="15186" y="28735"/>
                </a:lnTo>
                <a:lnTo>
                  <a:pt x="22606" y="12103"/>
                </a:lnTo>
                <a:lnTo>
                  <a:pt x="43911" y="12103"/>
                </a:lnTo>
                <a:lnTo>
                  <a:pt x="41402" y="7886"/>
                </a:lnTo>
                <a:lnTo>
                  <a:pt x="37337" y="2628"/>
                </a:lnTo>
                <a:lnTo>
                  <a:pt x="31623" y="0"/>
                </a:lnTo>
                <a:close/>
              </a:path>
              <a:path w="48894" h="78104">
                <a:moveTo>
                  <a:pt x="43911" y="12103"/>
                </a:moveTo>
                <a:lnTo>
                  <a:pt x="26162" y="12103"/>
                </a:lnTo>
                <a:lnTo>
                  <a:pt x="27686" y="12661"/>
                </a:lnTo>
                <a:lnTo>
                  <a:pt x="29083" y="13779"/>
                </a:lnTo>
                <a:lnTo>
                  <a:pt x="33588" y="48929"/>
                </a:lnTo>
                <a:lnTo>
                  <a:pt x="33274" y="54152"/>
                </a:lnTo>
                <a:lnTo>
                  <a:pt x="32258" y="57886"/>
                </a:lnTo>
                <a:lnTo>
                  <a:pt x="31496" y="60794"/>
                </a:lnTo>
                <a:lnTo>
                  <a:pt x="30353" y="62814"/>
                </a:lnTo>
                <a:lnTo>
                  <a:pt x="29051" y="63969"/>
                </a:lnTo>
                <a:lnTo>
                  <a:pt x="27651" y="65074"/>
                </a:lnTo>
                <a:lnTo>
                  <a:pt x="26162" y="65620"/>
                </a:lnTo>
                <a:lnTo>
                  <a:pt x="43953" y="65620"/>
                </a:lnTo>
                <a:lnTo>
                  <a:pt x="44642" y="64454"/>
                </a:lnTo>
                <a:lnTo>
                  <a:pt x="46942" y="57451"/>
                </a:lnTo>
                <a:lnTo>
                  <a:pt x="48313" y="48929"/>
                </a:lnTo>
                <a:lnTo>
                  <a:pt x="48768"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204" name="object 204"/>
          <p:cNvSpPr/>
          <p:nvPr/>
        </p:nvSpPr>
        <p:spPr>
          <a:xfrm>
            <a:off x="3073907" y="6166103"/>
            <a:ext cx="33655" cy="76200"/>
          </a:xfrm>
          <a:custGeom>
            <a:avLst/>
            <a:gdLst/>
            <a:ahLst/>
            <a:cxnLst/>
            <a:rect l="l" t="t" r="r" b="b"/>
            <a:pathLst>
              <a:path w="33655" h="76200">
                <a:moveTo>
                  <a:pt x="33528" y="0"/>
                </a:moveTo>
                <a:lnTo>
                  <a:pt x="21717" y="0"/>
                </a:lnTo>
                <a:lnTo>
                  <a:pt x="19939" y="4622"/>
                </a:lnTo>
                <a:lnTo>
                  <a:pt x="16891" y="8674"/>
                </a:lnTo>
                <a:lnTo>
                  <a:pt x="8000" y="15608"/>
                </a:lnTo>
                <a:lnTo>
                  <a:pt x="3810" y="17957"/>
                </a:lnTo>
                <a:lnTo>
                  <a:pt x="0" y="19202"/>
                </a:lnTo>
                <a:lnTo>
                  <a:pt x="0" y="32410"/>
                </a:lnTo>
                <a:lnTo>
                  <a:pt x="7239" y="30022"/>
                </a:lnTo>
                <a:lnTo>
                  <a:pt x="13589" y="26352"/>
                </a:lnTo>
                <a:lnTo>
                  <a:pt x="18923" y="21374"/>
                </a:lnTo>
                <a:lnTo>
                  <a:pt x="18923" y="76200"/>
                </a:lnTo>
                <a:lnTo>
                  <a:pt x="33528" y="76200"/>
                </a:lnTo>
                <a:lnTo>
                  <a:pt x="33528" y="0"/>
                </a:lnTo>
                <a:close/>
              </a:path>
            </a:pathLst>
          </a:custGeom>
          <a:solidFill>
            <a:srgbClr val="4264DE">
              <a:alpha val="10195"/>
            </a:srgbClr>
          </a:solidFill>
        </p:spPr>
        <p:txBody>
          <a:bodyPr wrap="square" lIns="0" tIns="0" rIns="0" bIns="0" rtlCol="0"/>
          <a:lstStyle/>
          <a:p>
            <a:endParaRPr/>
          </a:p>
        </p:txBody>
      </p:sp>
      <p:sp>
        <p:nvSpPr>
          <p:cNvPr id="205" name="object 205"/>
          <p:cNvSpPr/>
          <p:nvPr/>
        </p:nvSpPr>
        <p:spPr>
          <a:xfrm>
            <a:off x="3238500" y="6164579"/>
            <a:ext cx="50800" cy="78105"/>
          </a:xfrm>
          <a:custGeom>
            <a:avLst/>
            <a:gdLst/>
            <a:ahLst/>
            <a:cxnLst/>
            <a:rect l="l" t="t" r="r" b="b"/>
            <a:pathLst>
              <a:path w="50800" h="78104">
                <a:moveTo>
                  <a:pt x="32638" y="0"/>
                </a:moveTo>
                <a:lnTo>
                  <a:pt x="17652" y="0"/>
                </a:lnTo>
                <a:lnTo>
                  <a:pt x="11811" y="2590"/>
                </a:lnTo>
                <a:lnTo>
                  <a:pt x="0" y="38735"/>
                </a:lnTo>
                <a:lnTo>
                  <a:pt x="440" y="48929"/>
                </a:lnTo>
                <a:lnTo>
                  <a:pt x="17652" y="77724"/>
                </a:lnTo>
                <a:lnTo>
                  <a:pt x="32638" y="77724"/>
                </a:lnTo>
                <a:lnTo>
                  <a:pt x="38480" y="75133"/>
                </a:lnTo>
                <a:lnTo>
                  <a:pt x="42672" y="69938"/>
                </a:lnTo>
                <a:lnTo>
                  <a:pt x="45296" y="65620"/>
                </a:lnTo>
                <a:lnTo>
                  <a:pt x="23367" y="65620"/>
                </a:lnTo>
                <a:lnTo>
                  <a:pt x="21701" y="65062"/>
                </a:lnTo>
                <a:lnTo>
                  <a:pt x="18923" y="62852"/>
                </a:lnTo>
                <a:lnTo>
                  <a:pt x="17779" y="60629"/>
                </a:lnTo>
                <a:lnTo>
                  <a:pt x="16001" y="53949"/>
                </a:lnTo>
                <a:lnTo>
                  <a:pt x="15586" y="48929"/>
                </a:lnTo>
                <a:lnTo>
                  <a:pt x="15591" y="28735"/>
                </a:lnTo>
                <a:lnTo>
                  <a:pt x="23367" y="12103"/>
                </a:lnTo>
                <a:lnTo>
                  <a:pt x="45324" y="12103"/>
                </a:lnTo>
                <a:lnTo>
                  <a:pt x="42799" y="7886"/>
                </a:lnTo>
                <a:lnTo>
                  <a:pt x="38480" y="2628"/>
                </a:lnTo>
                <a:lnTo>
                  <a:pt x="32638" y="0"/>
                </a:lnTo>
                <a:close/>
              </a:path>
              <a:path w="50800" h="78104">
                <a:moveTo>
                  <a:pt x="45324" y="12103"/>
                </a:moveTo>
                <a:lnTo>
                  <a:pt x="26924" y="12103"/>
                </a:lnTo>
                <a:lnTo>
                  <a:pt x="28575" y="12661"/>
                </a:lnTo>
                <a:lnTo>
                  <a:pt x="31369" y="14909"/>
                </a:lnTo>
                <a:lnTo>
                  <a:pt x="32512" y="17145"/>
                </a:lnTo>
                <a:lnTo>
                  <a:pt x="34289" y="23825"/>
                </a:lnTo>
                <a:lnTo>
                  <a:pt x="34696" y="28735"/>
                </a:lnTo>
                <a:lnTo>
                  <a:pt x="34708" y="48929"/>
                </a:lnTo>
                <a:lnTo>
                  <a:pt x="34289" y="54152"/>
                </a:lnTo>
                <a:lnTo>
                  <a:pt x="33274" y="57886"/>
                </a:lnTo>
                <a:lnTo>
                  <a:pt x="32512" y="60794"/>
                </a:lnTo>
                <a:lnTo>
                  <a:pt x="31369" y="62814"/>
                </a:lnTo>
                <a:lnTo>
                  <a:pt x="28575" y="65062"/>
                </a:lnTo>
                <a:lnTo>
                  <a:pt x="26924" y="65620"/>
                </a:lnTo>
                <a:lnTo>
                  <a:pt x="45296" y="65620"/>
                </a:lnTo>
                <a:lnTo>
                  <a:pt x="46005" y="64454"/>
                </a:lnTo>
                <a:lnTo>
                  <a:pt x="48386" y="57451"/>
                </a:lnTo>
                <a:lnTo>
                  <a:pt x="49815" y="48929"/>
                </a:lnTo>
                <a:lnTo>
                  <a:pt x="50291"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206" name="object 206"/>
          <p:cNvSpPr/>
          <p:nvPr/>
        </p:nvSpPr>
        <p:spPr>
          <a:xfrm>
            <a:off x="3419855" y="6166103"/>
            <a:ext cx="33655" cy="76200"/>
          </a:xfrm>
          <a:custGeom>
            <a:avLst/>
            <a:gdLst/>
            <a:ahLst/>
            <a:cxnLst/>
            <a:rect l="l" t="t" r="r" b="b"/>
            <a:pathLst>
              <a:path w="33654" h="76200">
                <a:moveTo>
                  <a:pt x="33528" y="0"/>
                </a:moveTo>
                <a:lnTo>
                  <a:pt x="21717" y="0"/>
                </a:lnTo>
                <a:lnTo>
                  <a:pt x="19939" y="4622"/>
                </a:lnTo>
                <a:lnTo>
                  <a:pt x="16891" y="8674"/>
                </a:lnTo>
                <a:lnTo>
                  <a:pt x="8001" y="15608"/>
                </a:lnTo>
                <a:lnTo>
                  <a:pt x="3810" y="17957"/>
                </a:lnTo>
                <a:lnTo>
                  <a:pt x="0" y="19202"/>
                </a:lnTo>
                <a:lnTo>
                  <a:pt x="0" y="32410"/>
                </a:lnTo>
                <a:lnTo>
                  <a:pt x="7239" y="30022"/>
                </a:lnTo>
                <a:lnTo>
                  <a:pt x="13589" y="26352"/>
                </a:lnTo>
                <a:lnTo>
                  <a:pt x="18923" y="21374"/>
                </a:lnTo>
                <a:lnTo>
                  <a:pt x="18923" y="76200"/>
                </a:lnTo>
                <a:lnTo>
                  <a:pt x="33528" y="76200"/>
                </a:lnTo>
                <a:lnTo>
                  <a:pt x="33528" y="0"/>
                </a:lnTo>
                <a:close/>
              </a:path>
            </a:pathLst>
          </a:custGeom>
          <a:solidFill>
            <a:srgbClr val="4264DE">
              <a:alpha val="10195"/>
            </a:srgbClr>
          </a:solidFill>
        </p:spPr>
        <p:txBody>
          <a:bodyPr wrap="square" lIns="0" tIns="0" rIns="0" bIns="0" rtlCol="0"/>
          <a:lstStyle/>
          <a:p>
            <a:endParaRPr/>
          </a:p>
        </p:txBody>
      </p:sp>
      <p:sp>
        <p:nvSpPr>
          <p:cNvPr id="207" name="object 207"/>
          <p:cNvSpPr/>
          <p:nvPr/>
        </p:nvSpPr>
        <p:spPr>
          <a:xfrm>
            <a:off x="3585971" y="6164579"/>
            <a:ext cx="48895" cy="78105"/>
          </a:xfrm>
          <a:custGeom>
            <a:avLst/>
            <a:gdLst/>
            <a:ahLst/>
            <a:cxnLst/>
            <a:rect l="l" t="t" r="r" b="b"/>
            <a:pathLst>
              <a:path w="48895" h="78104">
                <a:moveTo>
                  <a:pt x="31623" y="0"/>
                </a:moveTo>
                <a:lnTo>
                  <a:pt x="17144" y="0"/>
                </a:lnTo>
                <a:lnTo>
                  <a:pt x="11429" y="2590"/>
                </a:lnTo>
                <a:lnTo>
                  <a:pt x="0" y="38735"/>
                </a:lnTo>
                <a:lnTo>
                  <a:pt x="438" y="48929"/>
                </a:lnTo>
                <a:lnTo>
                  <a:pt x="17017" y="77724"/>
                </a:lnTo>
                <a:lnTo>
                  <a:pt x="31623" y="77724"/>
                </a:lnTo>
                <a:lnTo>
                  <a:pt x="37337" y="75133"/>
                </a:lnTo>
                <a:lnTo>
                  <a:pt x="41401" y="69938"/>
                </a:lnTo>
                <a:lnTo>
                  <a:pt x="43953" y="65620"/>
                </a:lnTo>
                <a:lnTo>
                  <a:pt x="22605" y="65620"/>
                </a:lnTo>
                <a:lnTo>
                  <a:pt x="21065" y="65062"/>
                </a:lnTo>
                <a:lnTo>
                  <a:pt x="15182" y="48929"/>
                </a:lnTo>
                <a:lnTo>
                  <a:pt x="15186" y="28735"/>
                </a:lnTo>
                <a:lnTo>
                  <a:pt x="22605" y="12103"/>
                </a:lnTo>
                <a:lnTo>
                  <a:pt x="43911" y="12103"/>
                </a:lnTo>
                <a:lnTo>
                  <a:pt x="41401" y="7886"/>
                </a:lnTo>
                <a:lnTo>
                  <a:pt x="37337" y="2628"/>
                </a:lnTo>
                <a:lnTo>
                  <a:pt x="31623" y="0"/>
                </a:lnTo>
                <a:close/>
              </a:path>
              <a:path w="48895" h="78104">
                <a:moveTo>
                  <a:pt x="43911" y="12103"/>
                </a:moveTo>
                <a:lnTo>
                  <a:pt x="26162" y="12103"/>
                </a:lnTo>
                <a:lnTo>
                  <a:pt x="27686" y="12661"/>
                </a:lnTo>
                <a:lnTo>
                  <a:pt x="29082" y="13779"/>
                </a:lnTo>
                <a:lnTo>
                  <a:pt x="33588" y="48929"/>
                </a:lnTo>
                <a:lnTo>
                  <a:pt x="33274" y="54152"/>
                </a:lnTo>
                <a:lnTo>
                  <a:pt x="32257" y="57886"/>
                </a:lnTo>
                <a:lnTo>
                  <a:pt x="31495" y="60794"/>
                </a:lnTo>
                <a:lnTo>
                  <a:pt x="30352" y="62814"/>
                </a:lnTo>
                <a:lnTo>
                  <a:pt x="29051" y="63969"/>
                </a:lnTo>
                <a:lnTo>
                  <a:pt x="27651" y="65074"/>
                </a:lnTo>
                <a:lnTo>
                  <a:pt x="26162" y="65620"/>
                </a:lnTo>
                <a:lnTo>
                  <a:pt x="43953" y="65620"/>
                </a:lnTo>
                <a:lnTo>
                  <a:pt x="44642" y="64454"/>
                </a:lnTo>
                <a:lnTo>
                  <a:pt x="46942" y="57451"/>
                </a:lnTo>
                <a:lnTo>
                  <a:pt x="48313" y="48929"/>
                </a:lnTo>
                <a:lnTo>
                  <a:pt x="48767"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208" name="object 208"/>
          <p:cNvSpPr/>
          <p:nvPr/>
        </p:nvSpPr>
        <p:spPr>
          <a:xfrm>
            <a:off x="3767328" y="6166103"/>
            <a:ext cx="33655" cy="76200"/>
          </a:xfrm>
          <a:custGeom>
            <a:avLst/>
            <a:gdLst/>
            <a:ahLst/>
            <a:cxnLst/>
            <a:rect l="l" t="t" r="r" b="b"/>
            <a:pathLst>
              <a:path w="33654" h="76200">
                <a:moveTo>
                  <a:pt x="33527" y="0"/>
                </a:moveTo>
                <a:lnTo>
                  <a:pt x="21717" y="0"/>
                </a:lnTo>
                <a:lnTo>
                  <a:pt x="19938" y="4622"/>
                </a:lnTo>
                <a:lnTo>
                  <a:pt x="16891" y="8674"/>
                </a:lnTo>
                <a:lnTo>
                  <a:pt x="8000" y="15608"/>
                </a:lnTo>
                <a:lnTo>
                  <a:pt x="3810" y="17957"/>
                </a:lnTo>
                <a:lnTo>
                  <a:pt x="0" y="19202"/>
                </a:lnTo>
                <a:lnTo>
                  <a:pt x="0" y="32410"/>
                </a:lnTo>
                <a:lnTo>
                  <a:pt x="7238" y="30022"/>
                </a:lnTo>
                <a:lnTo>
                  <a:pt x="13588" y="26352"/>
                </a:lnTo>
                <a:lnTo>
                  <a:pt x="18923" y="21374"/>
                </a:lnTo>
                <a:lnTo>
                  <a:pt x="18923" y="76200"/>
                </a:lnTo>
                <a:lnTo>
                  <a:pt x="33527" y="76200"/>
                </a:lnTo>
                <a:lnTo>
                  <a:pt x="33527" y="0"/>
                </a:lnTo>
                <a:close/>
              </a:path>
            </a:pathLst>
          </a:custGeom>
          <a:solidFill>
            <a:srgbClr val="4264DE">
              <a:alpha val="10195"/>
            </a:srgbClr>
          </a:solidFill>
        </p:spPr>
        <p:txBody>
          <a:bodyPr wrap="square" lIns="0" tIns="0" rIns="0" bIns="0" rtlCol="0"/>
          <a:lstStyle/>
          <a:p>
            <a:endParaRPr/>
          </a:p>
        </p:txBody>
      </p:sp>
      <p:sp>
        <p:nvSpPr>
          <p:cNvPr id="209" name="object 209"/>
          <p:cNvSpPr/>
          <p:nvPr/>
        </p:nvSpPr>
        <p:spPr>
          <a:xfrm>
            <a:off x="3931920" y="6164579"/>
            <a:ext cx="50800" cy="78105"/>
          </a:xfrm>
          <a:custGeom>
            <a:avLst/>
            <a:gdLst/>
            <a:ahLst/>
            <a:cxnLst/>
            <a:rect l="l" t="t" r="r" b="b"/>
            <a:pathLst>
              <a:path w="50800" h="78104">
                <a:moveTo>
                  <a:pt x="32638" y="0"/>
                </a:moveTo>
                <a:lnTo>
                  <a:pt x="17652" y="0"/>
                </a:lnTo>
                <a:lnTo>
                  <a:pt x="11810" y="2590"/>
                </a:lnTo>
                <a:lnTo>
                  <a:pt x="0" y="38735"/>
                </a:lnTo>
                <a:lnTo>
                  <a:pt x="440" y="48929"/>
                </a:lnTo>
                <a:lnTo>
                  <a:pt x="17652" y="77724"/>
                </a:lnTo>
                <a:lnTo>
                  <a:pt x="32638" y="77724"/>
                </a:lnTo>
                <a:lnTo>
                  <a:pt x="38480" y="75133"/>
                </a:lnTo>
                <a:lnTo>
                  <a:pt x="42671" y="69938"/>
                </a:lnTo>
                <a:lnTo>
                  <a:pt x="45296" y="65620"/>
                </a:lnTo>
                <a:lnTo>
                  <a:pt x="23367" y="65620"/>
                </a:lnTo>
                <a:lnTo>
                  <a:pt x="21701" y="65062"/>
                </a:lnTo>
                <a:lnTo>
                  <a:pt x="18922" y="62852"/>
                </a:lnTo>
                <a:lnTo>
                  <a:pt x="17779" y="60629"/>
                </a:lnTo>
                <a:lnTo>
                  <a:pt x="16001" y="53949"/>
                </a:lnTo>
                <a:lnTo>
                  <a:pt x="15586" y="48929"/>
                </a:lnTo>
                <a:lnTo>
                  <a:pt x="15591" y="28735"/>
                </a:lnTo>
                <a:lnTo>
                  <a:pt x="23367" y="12103"/>
                </a:lnTo>
                <a:lnTo>
                  <a:pt x="45324" y="12103"/>
                </a:lnTo>
                <a:lnTo>
                  <a:pt x="42799" y="7886"/>
                </a:lnTo>
                <a:lnTo>
                  <a:pt x="38480" y="2628"/>
                </a:lnTo>
                <a:lnTo>
                  <a:pt x="32638" y="0"/>
                </a:lnTo>
                <a:close/>
              </a:path>
              <a:path w="50800" h="78104">
                <a:moveTo>
                  <a:pt x="45324" y="12103"/>
                </a:moveTo>
                <a:lnTo>
                  <a:pt x="26924" y="12103"/>
                </a:lnTo>
                <a:lnTo>
                  <a:pt x="28575" y="12661"/>
                </a:lnTo>
                <a:lnTo>
                  <a:pt x="31368" y="14909"/>
                </a:lnTo>
                <a:lnTo>
                  <a:pt x="32512" y="17145"/>
                </a:lnTo>
                <a:lnTo>
                  <a:pt x="34289" y="23825"/>
                </a:lnTo>
                <a:lnTo>
                  <a:pt x="34696" y="28735"/>
                </a:lnTo>
                <a:lnTo>
                  <a:pt x="34708" y="48929"/>
                </a:lnTo>
                <a:lnTo>
                  <a:pt x="34289" y="54152"/>
                </a:lnTo>
                <a:lnTo>
                  <a:pt x="33274" y="57886"/>
                </a:lnTo>
                <a:lnTo>
                  <a:pt x="32512" y="60794"/>
                </a:lnTo>
                <a:lnTo>
                  <a:pt x="31368" y="62814"/>
                </a:lnTo>
                <a:lnTo>
                  <a:pt x="28575" y="65062"/>
                </a:lnTo>
                <a:lnTo>
                  <a:pt x="26924" y="65620"/>
                </a:lnTo>
                <a:lnTo>
                  <a:pt x="45296" y="65620"/>
                </a:lnTo>
                <a:lnTo>
                  <a:pt x="46005" y="64454"/>
                </a:lnTo>
                <a:lnTo>
                  <a:pt x="48386" y="57451"/>
                </a:lnTo>
                <a:lnTo>
                  <a:pt x="49815" y="48929"/>
                </a:lnTo>
                <a:lnTo>
                  <a:pt x="50291"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210" name="object 210"/>
          <p:cNvSpPr/>
          <p:nvPr/>
        </p:nvSpPr>
        <p:spPr>
          <a:xfrm>
            <a:off x="4113276" y="6166103"/>
            <a:ext cx="33655" cy="76200"/>
          </a:xfrm>
          <a:custGeom>
            <a:avLst/>
            <a:gdLst/>
            <a:ahLst/>
            <a:cxnLst/>
            <a:rect l="l" t="t" r="r" b="b"/>
            <a:pathLst>
              <a:path w="33654" h="76200">
                <a:moveTo>
                  <a:pt x="33527" y="0"/>
                </a:moveTo>
                <a:lnTo>
                  <a:pt x="21716" y="0"/>
                </a:lnTo>
                <a:lnTo>
                  <a:pt x="19938" y="4622"/>
                </a:lnTo>
                <a:lnTo>
                  <a:pt x="16890" y="8674"/>
                </a:lnTo>
                <a:lnTo>
                  <a:pt x="8000" y="15608"/>
                </a:lnTo>
                <a:lnTo>
                  <a:pt x="3810" y="17957"/>
                </a:lnTo>
                <a:lnTo>
                  <a:pt x="0" y="19202"/>
                </a:lnTo>
                <a:lnTo>
                  <a:pt x="0" y="32410"/>
                </a:lnTo>
                <a:lnTo>
                  <a:pt x="7238" y="30022"/>
                </a:lnTo>
                <a:lnTo>
                  <a:pt x="13588" y="26352"/>
                </a:lnTo>
                <a:lnTo>
                  <a:pt x="18923" y="21374"/>
                </a:lnTo>
                <a:lnTo>
                  <a:pt x="18923" y="76200"/>
                </a:lnTo>
                <a:lnTo>
                  <a:pt x="33527" y="76200"/>
                </a:lnTo>
                <a:lnTo>
                  <a:pt x="33527" y="0"/>
                </a:lnTo>
                <a:close/>
              </a:path>
            </a:pathLst>
          </a:custGeom>
          <a:solidFill>
            <a:srgbClr val="4264DE">
              <a:alpha val="10195"/>
            </a:srgbClr>
          </a:solidFill>
        </p:spPr>
        <p:txBody>
          <a:bodyPr wrap="square" lIns="0" tIns="0" rIns="0" bIns="0" rtlCol="0"/>
          <a:lstStyle/>
          <a:p>
            <a:endParaRPr/>
          </a:p>
        </p:txBody>
      </p:sp>
      <p:sp>
        <p:nvSpPr>
          <p:cNvPr id="211" name="object 211"/>
          <p:cNvSpPr/>
          <p:nvPr/>
        </p:nvSpPr>
        <p:spPr>
          <a:xfrm>
            <a:off x="4279391" y="6164579"/>
            <a:ext cx="48895" cy="78105"/>
          </a:xfrm>
          <a:custGeom>
            <a:avLst/>
            <a:gdLst/>
            <a:ahLst/>
            <a:cxnLst/>
            <a:rect l="l" t="t" r="r" b="b"/>
            <a:pathLst>
              <a:path w="48895" h="78104">
                <a:moveTo>
                  <a:pt x="31623" y="0"/>
                </a:moveTo>
                <a:lnTo>
                  <a:pt x="17145" y="0"/>
                </a:lnTo>
                <a:lnTo>
                  <a:pt x="11430" y="2590"/>
                </a:lnTo>
                <a:lnTo>
                  <a:pt x="0" y="38735"/>
                </a:lnTo>
                <a:lnTo>
                  <a:pt x="438" y="48929"/>
                </a:lnTo>
                <a:lnTo>
                  <a:pt x="17018" y="77724"/>
                </a:lnTo>
                <a:lnTo>
                  <a:pt x="31623" y="77724"/>
                </a:lnTo>
                <a:lnTo>
                  <a:pt x="37337" y="75133"/>
                </a:lnTo>
                <a:lnTo>
                  <a:pt x="41402" y="69938"/>
                </a:lnTo>
                <a:lnTo>
                  <a:pt x="43953" y="65620"/>
                </a:lnTo>
                <a:lnTo>
                  <a:pt x="22606" y="65620"/>
                </a:lnTo>
                <a:lnTo>
                  <a:pt x="21065" y="65062"/>
                </a:lnTo>
                <a:lnTo>
                  <a:pt x="15182" y="48929"/>
                </a:lnTo>
                <a:lnTo>
                  <a:pt x="15186" y="28735"/>
                </a:lnTo>
                <a:lnTo>
                  <a:pt x="22606" y="12103"/>
                </a:lnTo>
                <a:lnTo>
                  <a:pt x="43911" y="12103"/>
                </a:lnTo>
                <a:lnTo>
                  <a:pt x="41402" y="7886"/>
                </a:lnTo>
                <a:lnTo>
                  <a:pt x="37337" y="2628"/>
                </a:lnTo>
                <a:lnTo>
                  <a:pt x="31623" y="0"/>
                </a:lnTo>
                <a:close/>
              </a:path>
              <a:path w="48895" h="78104">
                <a:moveTo>
                  <a:pt x="43911" y="12103"/>
                </a:moveTo>
                <a:lnTo>
                  <a:pt x="26162" y="12103"/>
                </a:lnTo>
                <a:lnTo>
                  <a:pt x="27686" y="12661"/>
                </a:lnTo>
                <a:lnTo>
                  <a:pt x="29083" y="13779"/>
                </a:lnTo>
                <a:lnTo>
                  <a:pt x="33588" y="48929"/>
                </a:lnTo>
                <a:lnTo>
                  <a:pt x="33274" y="54152"/>
                </a:lnTo>
                <a:lnTo>
                  <a:pt x="32258" y="57886"/>
                </a:lnTo>
                <a:lnTo>
                  <a:pt x="31496" y="60794"/>
                </a:lnTo>
                <a:lnTo>
                  <a:pt x="30353" y="62814"/>
                </a:lnTo>
                <a:lnTo>
                  <a:pt x="29051" y="63969"/>
                </a:lnTo>
                <a:lnTo>
                  <a:pt x="27651" y="65074"/>
                </a:lnTo>
                <a:lnTo>
                  <a:pt x="26162" y="65620"/>
                </a:lnTo>
                <a:lnTo>
                  <a:pt x="43953" y="65620"/>
                </a:lnTo>
                <a:lnTo>
                  <a:pt x="44642" y="64454"/>
                </a:lnTo>
                <a:lnTo>
                  <a:pt x="46942" y="57451"/>
                </a:lnTo>
                <a:lnTo>
                  <a:pt x="48313" y="48929"/>
                </a:lnTo>
                <a:lnTo>
                  <a:pt x="48768"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212" name="object 212"/>
          <p:cNvSpPr/>
          <p:nvPr/>
        </p:nvSpPr>
        <p:spPr>
          <a:xfrm>
            <a:off x="4460747" y="6166103"/>
            <a:ext cx="33655" cy="76200"/>
          </a:xfrm>
          <a:custGeom>
            <a:avLst/>
            <a:gdLst/>
            <a:ahLst/>
            <a:cxnLst/>
            <a:rect l="l" t="t" r="r" b="b"/>
            <a:pathLst>
              <a:path w="33654" h="76200">
                <a:moveTo>
                  <a:pt x="33527" y="0"/>
                </a:moveTo>
                <a:lnTo>
                  <a:pt x="21716" y="0"/>
                </a:lnTo>
                <a:lnTo>
                  <a:pt x="19938" y="4622"/>
                </a:lnTo>
                <a:lnTo>
                  <a:pt x="16890" y="8674"/>
                </a:lnTo>
                <a:lnTo>
                  <a:pt x="8000" y="15608"/>
                </a:lnTo>
                <a:lnTo>
                  <a:pt x="3810" y="17957"/>
                </a:lnTo>
                <a:lnTo>
                  <a:pt x="0" y="19202"/>
                </a:lnTo>
                <a:lnTo>
                  <a:pt x="0" y="32410"/>
                </a:lnTo>
                <a:lnTo>
                  <a:pt x="7238" y="30022"/>
                </a:lnTo>
                <a:lnTo>
                  <a:pt x="13588" y="26352"/>
                </a:lnTo>
                <a:lnTo>
                  <a:pt x="18923" y="21374"/>
                </a:lnTo>
                <a:lnTo>
                  <a:pt x="18923" y="76200"/>
                </a:lnTo>
                <a:lnTo>
                  <a:pt x="33527" y="76200"/>
                </a:lnTo>
                <a:lnTo>
                  <a:pt x="33527" y="0"/>
                </a:lnTo>
                <a:close/>
              </a:path>
            </a:pathLst>
          </a:custGeom>
          <a:solidFill>
            <a:srgbClr val="4264DE">
              <a:alpha val="10195"/>
            </a:srgbClr>
          </a:solidFill>
        </p:spPr>
        <p:txBody>
          <a:bodyPr wrap="square" lIns="0" tIns="0" rIns="0" bIns="0" rtlCol="0"/>
          <a:lstStyle/>
          <a:p>
            <a:endParaRPr/>
          </a:p>
        </p:txBody>
      </p:sp>
      <p:sp>
        <p:nvSpPr>
          <p:cNvPr id="213" name="object 213"/>
          <p:cNvSpPr/>
          <p:nvPr/>
        </p:nvSpPr>
        <p:spPr>
          <a:xfrm>
            <a:off x="4625340" y="6164579"/>
            <a:ext cx="50800" cy="78105"/>
          </a:xfrm>
          <a:custGeom>
            <a:avLst/>
            <a:gdLst/>
            <a:ahLst/>
            <a:cxnLst/>
            <a:rect l="l" t="t" r="r" b="b"/>
            <a:pathLst>
              <a:path w="50800" h="78104">
                <a:moveTo>
                  <a:pt x="32638" y="0"/>
                </a:moveTo>
                <a:lnTo>
                  <a:pt x="17652" y="0"/>
                </a:lnTo>
                <a:lnTo>
                  <a:pt x="11811" y="2590"/>
                </a:lnTo>
                <a:lnTo>
                  <a:pt x="0" y="38735"/>
                </a:lnTo>
                <a:lnTo>
                  <a:pt x="440" y="48929"/>
                </a:lnTo>
                <a:lnTo>
                  <a:pt x="17652" y="77724"/>
                </a:lnTo>
                <a:lnTo>
                  <a:pt x="32638" y="77724"/>
                </a:lnTo>
                <a:lnTo>
                  <a:pt x="38481" y="75133"/>
                </a:lnTo>
                <a:lnTo>
                  <a:pt x="42672" y="69938"/>
                </a:lnTo>
                <a:lnTo>
                  <a:pt x="45296" y="65620"/>
                </a:lnTo>
                <a:lnTo>
                  <a:pt x="23368" y="65620"/>
                </a:lnTo>
                <a:lnTo>
                  <a:pt x="21701" y="65062"/>
                </a:lnTo>
                <a:lnTo>
                  <a:pt x="18923" y="62852"/>
                </a:lnTo>
                <a:lnTo>
                  <a:pt x="17780" y="60629"/>
                </a:lnTo>
                <a:lnTo>
                  <a:pt x="16001" y="53949"/>
                </a:lnTo>
                <a:lnTo>
                  <a:pt x="15586" y="48929"/>
                </a:lnTo>
                <a:lnTo>
                  <a:pt x="15591" y="28735"/>
                </a:lnTo>
                <a:lnTo>
                  <a:pt x="23368" y="12103"/>
                </a:lnTo>
                <a:lnTo>
                  <a:pt x="45324" y="12103"/>
                </a:lnTo>
                <a:lnTo>
                  <a:pt x="42799" y="7886"/>
                </a:lnTo>
                <a:lnTo>
                  <a:pt x="38481" y="2628"/>
                </a:lnTo>
                <a:lnTo>
                  <a:pt x="32638" y="0"/>
                </a:lnTo>
                <a:close/>
              </a:path>
              <a:path w="50800" h="78104">
                <a:moveTo>
                  <a:pt x="45324" y="12103"/>
                </a:moveTo>
                <a:lnTo>
                  <a:pt x="26924" y="12103"/>
                </a:lnTo>
                <a:lnTo>
                  <a:pt x="28575" y="12661"/>
                </a:lnTo>
                <a:lnTo>
                  <a:pt x="31369" y="14909"/>
                </a:lnTo>
                <a:lnTo>
                  <a:pt x="32512" y="17145"/>
                </a:lnTo>
                <a:lnTo>
                  <a:pt x="34289" y="23825"/>
                </a:lnTo>
                <a:lnTo>
                  <a:pt x="34696" y="28735"/>
                </a:lnTo>
                <a:lnTo>
                  <a:pt x="34708" y="48929"/>
                </a:lnTo>
                <a:lnTo>
                  <a:pt x="34289" y="54152"/>
                </a:lnTo>
                <a:lnTo>
                  <a:pt x="33274" y="57886"/>
                </a:lnTo>
                <a:lnTo>
                  <a:pt x="32512" y="60794"/>
                </a:lnTo>
                <a:lnTo>
                  <a:pt x="31369" y="62814"/>
                </a:lnTo>
                <a:lnTo>
                  <a:pt x="28575" y="65062"/>
                </a:lnTo>
                <a:lnTo>
                  <a:pt x="26924" y="65620"/>
                </a:lnTo>
                <a:lnTo>
                  <a:pt x="45296" y="65620"/>
                </a:lnTo>
                <a:lnTo>
                  <a:pt x="46005" y="64454"/>
                </a:lnTo>
                <a:lnTo>
                  <a:pt x="48387" y="57451"/>
                </a:lnTo>
                <a:lnTo>
                  <a:pt x="49815" y="48929"/>
                </a:lnTo>
                <a:lnTo>
                  <a:pt x="50292"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214" name="object 214"/>
          <p:cNvSpPr/>
          <p:nvPr/>
        </p:nvSpPr>
        <p:spPr>
          <a:xfrm>
            <a:off x="4806696" y="6166103"/>
            <a:ext cx="33655" cy="76200"/>
          </a:xfrm>
          <a:custGeom>
            <a:avLst/>
            <a:gdLst/>
            <a:ahLst/>
            <a:cxnLst/>
            <a:rect l="l" t="t" r="r" b="b"/>
            <a:pathLst>
              <a:path w="33654" h="76200">
                <a:moveTo>
                  <a:pt x="33527" y="0"/>
                </a:moveTo>
                <a:lnTo>
                  <a:pt x="21716" y="0"/>
                </a:lnTo>
                <a:lnTo>
                  <a:pt x="19938" y="4622"/>
                </a:lnTo>
                <a:lnTo>
                  <a:pt x="16890" y="8674"/>
                </a:lnTo>
                <a:lnTo>
                  <a:pt x="8000" y="15608"/>
                </a:lnTo>
                <a:lnTo>
                  <a:pt x="3809" y="17957"/>
                </a:lnTo>
                <a:lnTo>
                  <a:pt x="0" y="19202"/>
                </a:lnTo>
                <a:lnTo>
                  <a:pt x="0" y="32410"/>
                </a:lnTo>
                <a:lnTo>
                  <a:pt x="7238" y="30022"/>
                </a:lnTo>
                <a:lnTo>
                  <a:pt x="13588" y="26352"/>
                </a:lnTo>
                <a:lnTo>
                  <a:pt x="18923" y="21374"/>
                </a:lnTo>
                <a:lnTo>
                  <a:pt x="18923" y="76200"/>
                </a:lnTo>
                <a:lnTo>
                  <a:pt x="33527" y="76200"/>
                </a:lnTo>
                <a:lnTo>
                  <a:pt x="33527" y="0"/>
                </a:lnTo>
                <a:close/>
              </a:path>
            </a:pathLst>
          </a:custGeom>
          <a:solidFill>
            <a:srgbClr val="4264DE">
              <a:alpha val="10195"/>
            </a:srgbClr>
          </a:solidFill>
        </p:spPr>
        <p:txBody>
          <a:bodyPr wrap="square" lIns="0" tIns="0" rIns="0" bIns="0" rtlCol="0"/>
          <a:lstStyle/>
          <a:p>
            <a:endParaRPr/>
          </a:p>
        </p:txBody>
      </p:sp>
      <p:sp>
        <p:nvSpPr>
          <p:cNvPr id="215" name="object 215"/>
          <p:cNvSpPr/>
          <p:nvPr/>
        </p:nvSpPr>
        <p:spPr>
          <a:xfrm>
            <a:off x="4972811" y="6164579"/>
            <a:ext cx="48895" cy="78105"/>
          </a:xfrm>
          <a:custGeom>
            <a:avLst/>
            <a:gdLst/>
            <a:ahLst/>
            <a:cxnLst/>
            <a:rect l="l" t="t" r="r" b="b"/>
            <a:pathLst>
              <a:path w="48895" h="78104">
                <a:moveTo>
                  <a:pt x="31623" y="0"/>
                </a:moveTo>
                <a:lnTo>
                  <a:pt x="17145" y="0"/>
                </a:lnTo>
                <a:lnTo>
                  <a:pt x="11429" y="2590"/>
                </a:lnTo>
                <a:lnTo>
                  <a:pt x="0" y="38735"/>
                </a:lnTo>
                <a:lnTo>
                  <a:pt x="438" y="48929"/>
                </a:lnTo>
                <a:lnTo>
                  <a:pt x="17017" y="77724"/>
                </a:lnTo>
                <a:lnTo>
                  <a:pt x="31623" y="77724"/>
                </a:lnTo>
                <a:lnTo>
                  <a:pt x="37337" y="75133"/>
                </a:lnTo>
                <a:lnTo>
                  <a:pt x="41401" y="69938"/>
                </a:lnTo>
                <a:lnTo>
                  <a:pt x="43953" y="65620"/>
                </a:lnTo>
                <a:lnTo>
                  <a:pt x="22605" y="65620"/>
                </a:lnTo>
                <a:lnTo>
                  <a:pt x="21065" y="65062"/>
                </a:lnTo>
                <a:lnTo>
                  <a:pt x="15182" y="48929"/>
                </a:lnTo>
                <a:lnTo>
                  <a:pt x="15186" y="28735"/>
                </a:lnTo>
                <a:lnTo>
                  <a:pt x="22605" y="12103"/>
                </a:lnTo>
                <a:lnTo>
                  <a:pt x="43911" y="12103"/>
                </a:lnTo>
                <a:lnTo>
                  <a:pt x="41401" y="7886"/>
                </a:lnTo>
                <a:lnTo>
                  <a:pt x="37337" y="2628"/>
                </a:lnTo>
                <a:lnTo>
                  <a:pt x="31623" y="0"/>
                </a:lnTo>
                <a:close/>
              </a:path>
              <a:path w="48895" h="78104">
                <a:moveTo>
                  <a:pt x="43911" y="12103"/>
                </a:moveTo>
                <a:lnTo>
                  <a:pt x="26162" y="12103"/>
                </a:lnTo>
                <a:lnTo>
                  <a:pt x="27686" y="12661"/>
                </a:lnTo>
                <a:lnTo>
                  <a:pt x="29083" y="13779"/>
                </a:lnTo>
                <a:lnTo>
                  <a:pt x="33588" y="48929"/>
                </a:lnTo>
                <a:lnTo>
                  <a:pt x="33274" y="54152"/>
                </a:lnTo>
                <a:lnTo>
                  <a:pt x="32258" y="57886"/>
                </a:lnTo>
                <a:lnTo>
                  <a:pt x="31496" y="60794"/>
                </a:lnTo>
                <a:lnTo>
                  <a:pt x="30352" y="62814"/>
                </a:lnTo>
                <a:lnTo>
                  <a:pt x="29051" y="63969"/>
                </a:lnTo>
                <a:lnTo>
                  <a:pt x="27651" y="65074"/>
                </a:lnTo>
                <a:lnTo>
                  <a:pt x="26162" y="65620"/>
                </a:lnTo>
                <a:lnTo>
                  <a:pt x="43953" y="65620"/>
                </a:lnTo>
                <a:lnTo>
                  <a:pt x="44642" y="64454"/>
                </a:lnTo>
                <a:lnTo>
                  <a:pt x="46942" y="57451"/>
                </a:lnTo>
                <a:lnTo>
                  <a:pt x="48313" y="48929"/>
                </a:lnTo>
                <a:lnTo>
                  <a:pt x="48767"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216" name="object 216"/>
          <p:cNvSpPr/>
          <p:nvPr/>
        </p:nvSpPr>
        <p:spPr>
          <a:xfrm>
            <a:off x="5154167" y="6166103"/>
            <a:ext cx="33655" cy="76200"/>
          </a:xfrm>
          <a:custGeom>
            <a:avLst/>
            <a:gdLst/>
            <a:ahLst/>
            <a:cxnLst/>
            <a:rect l="l" t="t" r="r" b="b"/>
            <a:pathLst>
              <a:path w="33654" h="76200">
                <a:moveTo>
                  <a:pt x="33528" y="0"/>
                </a:moveTo>
                <a:lnTo>
                  <a:pt x="21717" y="0"/>
                </a:lnTo>
                <a:lnTo>
                  <a:pt x="19939" y="4622"/>
                </a:lnTo>
                <a:lnTo>
                  <a:pt x="16891" y="8674"/>
                </a:lnTo>
                <a:lnTo>
                  <a:pt x="8001" y="15608"/>
                </a:lnTo>
                <a:lnTo>
                  <a:pt x="3810" y="17957"/>
                </a:lnTo>
                <a:lnTo>
                  <a:pt x="0" y="19202"/>
                </a:lnTo>
                <a:lnTo>
                  <a:pt x="0" y="32410"/>
                </a:lnTo>
                <a:lnTo>
                  <a:pt x="7239" y="30022"/>
                </a:lnTo>
                <a:lnTo>
                  <a:pt x="13589" y="26352"/>
                </a:lnTo>
                <a:lnTo>
                  <a:pt x="18923" y="21374"/>
                </a:lnTo>
                <a:lnTo>
                  <a:pt x="18923" y="76200"/>
                </a:lnTo>
                <a:lnTo>
                  <a:pt x="33528" y="76200"/>
                </a:lnTo>
                <a:lnTo>
                  <a:pt x="33528" y="0"/>
                </a:lnTo>
                <a:close/>
              </a:path>
            </a:pathLst>
          </a:custGeom>
          <a:solidFill>
            <a:srgbClr val="4264DE">
              <a:alpha val="10195"/>
            </a:srgbClr>
          </a:solidFill>
        </p:spPr>
        <p:txBody>
          <a:bodyPr wrap="square" lIns="0" tIns="0" rIns="0" bIns="0" rtlCol="0"/>
          <a:lstStyle/>
          <a:p>
            <a:endParaRPr/>
          </a:p>
        </p:txBody>
      </p:sp>
      <p:sp>
        <p:nvSpPr>
          <p:cNvPr id="217" name="object 217"/>
          <p:cNvSpPr/>
          <p:nvPr/>
        </p:nvSpPr>
        <p:spPr>
          <a:xfrm>
            <a:off x="5318759" y="6164579"/>
            <a:ext cx="50800" cy="78105"/>
          </a:xfrm>
          <a:custGeom>
            <a:avLst/>
            <a:gdLst/>
            <a:ahLst/>
            <a:cxnLst/>
            <a:rect l="l" t="t" r="r" b="b"/>
            <a:pathLst>
              <a:path w="50800" h="78104">
                <a:moveTo>
                  <a:pt x="32638" y="0"/>
                </a:moveTo>
                <a:lnTo>
                  <a:pt x="17652" y="0"/>
                </a:lnTo>
                <a:lnTo>
                  <a:pt x="11811" y="2590"/>
                </a:lnTo>
                <a:lnTo>
                  <a:pt x="0" y="38735"/>
                </a:lnTo>
                <a:lnTo>
                  <a:pt x="440" y="48929"/>
                </a:lnTo>
                <a:lnTo>
                  <a:pt x="17652" y="77724"/>
                </a:lnTo>
                <a:lnTo>
                  <a:pt x="32638" y="77724"/>
                </a:lnTo>
                <a:lnTo>
                  <a:pt x="38480" y="75133"/>
                </a:lnTo>
                <a:lnTo>
                  <a:pt x="42672" y="69938"/>
                </a:lnTo>
                <a:lnTo>
                  <a:pt x="45296" y="65620"/>
                </a:lnTo>
                <a:lnTo>
                  <a:pt x="23367" y="65620"/>
                </a:lnTo>
                <a:lnTo>
                  <a:pt x="21701" y="65062"/>
                </a:lnTo>
                <a:lnTo>
                  <a:pt x="18923" y="62852"/>
                </a:lnTo>
                <a:lnTo>
                  <a:pt x="17779" y="60629"/>
                </a:lnTo>
                <a:lnTo>
                  <a:pt x="16001" y="53949"/>
                </a:lnTo>
                <a:lnTo>
                  <a:pt x="15586" y="48929"/>
                </a:lnTo>
                <a:lnTo>
                  <a:pt x="15591" y="28735"/>
                </a:lnTo>
                <a:lnTo>
                  <a:pt x="23367" y="12103"/>
                </a:lnTo>
                <a:lnTo>
                  <a:pt x="45324" y="12103"/>
                </a:lnTo>
                <a:lnTo>
                  <a:pt x="42799" y="7886"/>
                </a:lnTo>
                <a:lnTo>
                  <a:pt x="38480" y="2628"/>
                </a:lnTo>
                <a:lnTo>
                  <a:pt x="32638" y="0"/>
                </a:lnTo>
                <a:close/>
              </a:path>
              <a:path w="50800" h="78104">
                <a:moveTo>
                  <a:pt x="45324" y="12103"/>
                </a:moveTo>
                <a:lnTo>
                  <a:pt x="26924" y="12103"/>
                </a:lnTo>
                <a:lnTo>
                  <a:pt x="28575" y="12661"/>
                </a:lnTo>
                <a:lnTo>
                  <a:pt x="31368" y="14909"/>
                </a:lnTo>
                <a:lnTo>
                  <a:pt x="32512" y="17145"/>
                </a:lnTo>
                <a:lnTo>
                  <a:pt x="34289" y="23825"/>
                </a:lnTo>
                <a:lnTo>
                  <a:pt x="34696" y="28735"/>
                </a:lnTo>
                <a:lnTo>
                  <a:pt x="34708" y="48929"/>
                </a:lnTo>
                <a:lnTo>
                  <a:pt x="34289" y="54152"/>
                </a:lnTo>
                <a:lnTo>
                  <a:pt x="33274" y="57886"/>
                </a:lnTo>
                <a:lnTo>
                  <a:pt x="32512" y="60794"/>
                </a:lnTo>
                <a:lnTo>
                  <a:pt x="31368" y="62814"/>
                </a:lnTo>
                <a:lnTo>
                  <a:pt x="28575" y="65062"/>
                </a:lnTo>
                <a:lnTo>
                  <a:pt x="26924" y="65620"/>
                </a:lnTo>
                <a:lnTo>
                  <a:pt x="45296" y="65620"/>
                </a:lnTo>
                <a:lnTo>
                  <a:pt x="46005" y="64454"/>
                </a:lnTo>
                <a:lnTo>
                  <a:pt x="48386" y="57451"/>
                </a:lnTo>
                <a:lnTo>
                  <a:pt x="49815" y="48929"/>
                </a:lnTo>
                <a:lnTo>
                  <a:pt x="50291"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218" name="object 218"/>
          <p:cNvSpPr/>
          <p:nvPr/>
        </p:nvSpPr>
        <p:spPr>
          <a:xfrm>
            <a:off x="5500115" y="6166103"/>
            <a:ext cx="33655" cy="76200"/>
          </a:xfrm>
          <a:custGeom>
            <a:avLst/>
            <a:gdLst/>
            <a:ahLst/>
            <a:cxnLst/>
            <a:rect l="l" t="t" r="r" b="b"/>
            <a:pathLst>
              <a:path w="33654" h="76200">
                <a:moveTo>
                  <a:pt x="33528" y="0"/>
                </a:moveTo>
                <a:lnTo>
                  <a:pt x="21717" y="0"/>
                </a:lnTo>
                <a:lnTo>
                  <a:pt x="19938" y="4622"/>
                </a:lnTo>
                <a:lnTo>
                  <a:pt x="16891" y="8674"/>
                </a:lnTo>
                <a:lnTo>
                  <a:pt x="8000" y="15608"/>
                </a:lnTo>
                <a:lnTo>
                  <a:pt x="3810" y="17957"/>
                </a:lnTo>
                <a:lnTo>
                  <a:pt x="0" y="19202"/>
                </a:lnTo>
                <a:lnTo>
                  <a:pt x="0" y="32410"/>
                </a:lnTo>
                <a:lnTo>
                  <a:pt x="7238" y="30022"/>
                </a:lnTo>
                <a:lnTo>
                  <a:pt x="13588" y="26352"/>
                </a:lnTo>
                <a:lnTo>
                  <a:pt x="18923" y="21374"/>
                </a:lnTo>
                <a:lnTo>
                  <a:pt x="18923" y="76200"/>
                </a:lnTo>
                <a:lnTo>
                  <a:pt x="33528" y="76200"/>
                </a:lnTo>
                <a:lnTo>
                  <a:pt x="33528" y="0"/>
                </a:lnTo>
                <a:close/>
              </a:path>
            </a:pathLst>
          </a:custGeom>
          <a:solidFill>
            <a:srgbClr val="4264DE">
              <a:alpha val="10195"/>
            </a:srgbClr>
          </a:solidFill>
        </p:spPr>
        <p:txBody>
          <a:bodyPr wrap="square" lIns="0" tIns="0" rIns="0" bIns="0" rtlCol="0"/>
          <a:lstStyle/>
          <a:p>
            <a:endParaRPr/>
          </a:p>
        </p:txBody>
      </p:sp>
      <p:sp>
        <p:nvSpPr>
          <p:cNvPr id="219" name="object 219"/>
          <p:cNvSpPr/>
          <p:nvPr/>
        </p:nvSpPr>
        <p:spPr>
          <a:xfrm>
            <a:off x="5666232" y="6164579"/>
            <a:ext cx="48895" cy="78105"/>
          </a:xfrm>
          <a:custGeom>
            <a:avLst/>
            <a:gdLst/>
            <a:ahLst/>
            <a:cxnLst/>
            <a:rect l="l" t="t" r="r" b="b"/>
            <a:pathLst>
              <a:path w="48895" h="78104">
                <a:moveTo>
                  <a:pt x="31622" y="0"/>
                </a:moveTo>
                <a:lnTo>
                  <a:pt x="17144" y="0"/>
                </a:lnTo>
                <a:lnTo>
                  <a:pt x="11429" y="2590"/>
                </a:lnTo>
                <a:lnTo>
                  <a:pt x="0" y="38735"/>
                </a:lnTo>
                <a:lnTo>
                  <a:pt x="438" y="48929"/>
                </a:lnTo>
                <a:lnTo>
                  <a:pt x="17017" y="77724"/>
                </a:lnTo>
                <a:lnTo>
                  <a:pt x="31622" y="77724"/>
                </a:lnTo>
                <a:lnTo>
                  <a:pt x="37337" y="75133"/>
                </a:lnTo>
                <a:lnTo>
                  <a:pt x="41401" y="69938"/>
                </a:lnTo>
                <a:lnTo>
                  <a:pt x="43953" y="65620"/>
                </a:lnTo>
                <a:lnTo>
                  <a:pt x="22605" y="65620"/>
                </a:lnTo>
                <a:lnTo>
                  <a:pt x="21065" y="65062"/>
                </a:lnTo>
                <a:lnTo>
                  <a:pt x="15182" y="48929"/>
                </a:lnTo>
                <a:lnTo>
                  <a:pt x="15186" y="28735"/>
                </a:lnTo>
                <a:lnTo>
                  <a:pt x="22605" y="12103"/>
                </a:lnTo>
                <a:lnTo>
                  <a:pt x="43911" y="12103"/>
                </a:lnTo>
                <a:lnTo>
                  <a:pt x="41401" y="7886"/>
                </a:lnTo>
                <a:lnTo>
                  <a:pt x="37337" y="2628"/>
                </a:lnTo>
                <a:lnTo>
                  <a:pt x="31622" y="0"/>
                </a:lnTo>
                <a:close/>
              </a:path>
              <a:path w="48895" h="78104">
                <a:moveTo>
                  <a:pt x="43911" y="12103"/>
                </a:moveTo>
                <a:lnTo>
                  <a:pt x="26162" y="12103"/>
                </a:lnTo>
                <a:lnTo>
                  <a:pt x="27685" y="12661"/>
                </a:lnTo>
                <a:lnTo>
                  <a:pt x="29082" y="13779"/>
                </a:lnTo>
                <a:lnTo>
                  <a:pt x="33588" y="48929"/>
                </a:lnTo>
                <a:lnTo>
                  <a:pt x="33273" y="54152"/>
                </a:lnTo>
                <a:lnTo>
                  <a:pt x="32257" y="57886"/>
                </a:lnTo>
                <a:lnTo>
                  <a:pt x="31495" y="60794"/>
                </a:lnTo>
                <a:lnTo>
                  <a:pt x="30352" y="62814"/>
                </a:lnTo>
                <a:lnTo>
                  <a:pt x="29051" y="63969"/>
                </a:lnTo>
                <a:lnTo>
                  <a:pt x="27651" y="65074"/>
                </a:lnTo>
                <a:lnTo>
                  <a:pt x="26162" y="65620"/>
                </a:lnTo>
                <a:lnTo>
                  <a:pt x="43953" y="65620"/>
                </a:lnTo>
                <a:lnTo>
                  <a:pt x="44642" y="64454"/>
                </a:lnTo>
                <a:lnTo>
                  <a:pt x="46942" y="57451"/>
                </a:lnTo>
                <a:lnTo>
                  <a:pt x="48313" y="48929"/>
                </a:lnTo>
                <a:lnTo>
                  <a:pt x="48767"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220" name="object 220"/>
          <p:cNvSpPr/>
          <p:nvPr/>
        </p:nvSpPr>
        <p:spPr>
          <a:xfrm>
            <a:off x="5847588" y="6166103"/>
            <a:ext cx="33655" cy="76200"/>
          </a:xfrm>
          <a:custGeom>
            <a:avLst/>
            <a:gdLst/>
            <a:ahLst/>
            <a:cxnLst/>
            <a:rect l="l" t="t" r="r" b="b"/>
            <a:pathLst>
              <a:path w="33654" h="76200">
                <a:moveTo>
                  <a:pt x="33527" y="0"/>
                </a:moveTo>
                <a:lnTo>
                  <a:pt x="21716" y="0"/>
                </a:lnTo>
                <a:lnTo>
                  <a:pt x="19938" y="4622"/>
                </a:lnTo>
                <a:lnTo>
                  <a:pt x="16890" y="8674"/>
                </a:lnTo>
                <a:lnTo>
                  <a:pt x="8000" y="15608"/>
                </a:lnTo>
                <a:lnTo>
                  <a:pt x="3810" y="17957"/>
                </a:lnTo>
                <a:lnTo>
                  <a:pt x="0" y="19202"/>
                </a:lnTo>
                <a:lnTo>
                  <a:pt x="0" y="32410"/>
                </a:lnTo>
                <a:lnTo>
                  <a:pt x="7238" y="30022"/>
                </a:lnTo>
                <a:lnTo>
                  <a:pt x="13588" y="26352"/>
                </a:lnTo>
                <a:lnTo>
                  <a:pt x="18923" y="21374"/>
                </a:lnTo>
                <a:lnTo>
                  <a:pt x="18923" y="76200"/>
                </a:lnTo>
                <a:lnTo>
                  <a:pt x="33527" y="76200"/>
                </a:lnTo>
                <a:lnTo>
                  <a:pt x="33527" y="0"/>
                </a:lnTo>
                <a:close/>
              </a:path>
            </a:pathLst>
          </a:custGeom>
          <a:solidFill>
            <a:srgbClr val="4264DE">
              <a:alpha val="10195"/>
            </a:srgbClr>
          </a:solidFill>
        </p:spPr>
        <p:txBody>
          <a:bodyPr wrap="square" lIns="0" tIns="0" rIns="0" bIns="0" rtlCol="0"/>
          <a:lstStyle/>
          <a:p>
            <a:endParaRPr/>
          </a:p>
        </p:txBody>
      </p:sp>
      <p:sp>
        <p:nvSpPr>
          <p:cNvPr id="221" name="object 221"/>
          <p:cNvSpPr/>
          <p:nvPr/>
        </p:nvSpPr>
        <p:spPr>
          <a:xfrm>
            <a:off x="6012179" y="6164579"/>
            <a:ext cx="50800" cy="78105"/>
          </a:xfrm>
          <a:custGeom>
            <a:avLst/>
            <a:gdLst/>
            <a:ahLst/>
            <a:cxnLst/>
            <a:rect l="l" t="t" r="r" b="b"/>
            <a:pathLst>
              <a:path w="50800" h="78104">
                <a:moveTo>
                  <a:pt x="32639" y="0"/>
                </a:moveTo>
                <a:lnTo>
                  <a:pt x="17653" y="0"/>
                </a:lnTo>
                <a:lnTo>
                  <a:pt x="11811" y="2590"/>
                </a:lnTo>
                <a:lnTo>
                  <a:pt x="0" y="38735"/>
                </a:lnTo>
                <a:lnTo>
                  <a:pt x="440" y="48929"/>
                </a:lnTo>
                <a:lnTo>
                  <a:pt x="17653" y="77724"/>
                </a:lnTo>
                <a:lnTo>
                  <a:pt x="32639" y="77724"/>
                </a:lnTo>
                <a:lnTo>
                  <a:pt x="38481" y="75133"/>
                </a:lnTo>
                <a:lnTo>
                  <a:pt x="42672" y="69938"/>
                </a:lnTo>
                <a:lnTo>
                  <a:pt x="45296" y="65620"/>
                </a:lnTo>
                <a:lnTo>
                  <a:pt x="23368" y="65620"/>
                </a:lnTo>
                <a:lnTo>
                  <a:pt x="21701" y="65062"/>
                </a:lnTo>
                <a:lnTo>
                  <a:pt x="18923" y="62852"/>
                </a:lnTo>
                <a:lnTo>
                  <a:pt x="17780" y="60629"/>
                </a:lnTo>
                <a:lnTo>
                  <a:pt x="16002" y="53949"/>
                </a:lnTo>
                <a:lnTo>
                  <a:pt x="15586" y="48929"/>
                </a:lnTo>
                <a:lnTo>
                  <a:pt x="15591" y="28735"/>
                </a:lnTo>
                <a:lnTo>
                  <a:pt x="23368" y="12103"/>
                </a:lnTo>
                <a:lnTo>
                  <a:pt x="45324" y="12103"/>
                </a:lnTo>
                <a:lnTo>
                  <a:pt x="42799" y="7886"/>
                </a:lnTo>
                <a:lnTo>
                  <a:pt x="38481" y="2628"/>
                </a:lnTo>
                <a:lnTo>
                  <a:pt x="32639" y="0"/>
                </a:lnTo>
                <a:close/>
              </a:path>
              <a:path w="50800" h="78104">
                <a:moveTo>
                  <a:pt x="45324" y="12103"/>
                </a:moveTo>
                <a:lnTo>
                  <a:pt x="26924" y="12103"/>
                </a:lnTo>
                <a:lnTo>
                  <a:pt x="28575" y="12661"/>
                </a:lnTo>
                <a:lnTo>
                  <a:pt x="31369" y="14909"/>
                </a:lnTo>
                <a:lnTo>
                  <a:pt x="32512" y="17145"/>
                </a:lnTo>
                <a:lnTo>
                  <a:pt x="34290" y="23825"/>
                </a:lnTo>
                <a:lnTo>
                  <a:pt x="34696" y="28735"/>
                </a:lnTo>
                <a:lnTo>
                  <a:pt x="34708" y="48929"/>
                </a:lnTo>
                <a:lnTo>
                  <a:pt x="34290" y="54152"/>
                </a:lnTo>
                <a:lnTo>
                  <a:pt x="33274" y="57886"/>
                </a:lnTo>
                <a:lnTo>
                  <a:pt x="32512" y="60794"/>
                </a:lnTo>
                <a:lnTo>
                  <a:pt x="31369" y="62814"/>
                </a:lnTo>
                <a:lnTo>
                  <a:pt x="28575" y="65062"/>
                </a:lnTo>
                <a:lnTo>
                  <a:pt x="26924" y="65620"/>
                </a:lnTo>
                <a:lnTo>
                  <a:pt x="45296" y="65620"/>
                </a:lnTo>
                <a:lnTo>
                  <a:pt x="46005" y="64454"/>
                </a:lnTo>
                <a:lnTo>
                  <a:pt x="48387" y="57451"/>
                </a:lnTo>
                <a:lnTo>
                  <a:pt x="49815" y="48929"/>
                </a:lnTo>
                <a:lnTo>
                  <a:pt x="50292"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222" name="object 222"/>
          <p:cNvSpPr/>
          <p:nvPr/>
        </p:nvSpPr>
        <p:spPr>
          <a:xfrm>
            <a:off x="6193535" y="6166103"/>
            <a:ext cx="33655" cy="76200"/>
          </a:xfrm>
          <a:custGeom>
            <a:avLst/>
            <a:gdLst/>
            <a:ahLst/>
            <a:cxnLst/>
            <a:rect l="l" t="t" r="r" b="b"/>
            <a:pathLst>
              <a:path w="33654" h="76200">
                <a:moveTo>
                  <a:pt x="33527" y="0"/>
                </a:moveTo>
                <a:lnTo>
                  <a:pt x="21716" y="0"/>
                </a:lnTo>
                <a:lnTo>
                  <a:pt x="19938" y="4622"/>
                </a:lnTo>
                <a:lnTo>
                  <a:pt x="16890" y="8674"/>
                </a:lnTo>
                <a:lnTo>
                  <a:pt x="8000" y="15608"/>
                </a:lnTo>
                <a:lnTo>
                  <a:pt x="3810" y="17957"/>
                </a:lnTo>
                <a:lnTo>
                  <a:pt x="0" y="19202"/>
                </a:lnTo>
                <a:lnTo>
                  <a:pt x="0" y="32410"/>
                </a:lnTo>
                <a:lnTo>
                  <a:pt x="7238" y="30022"/>
                </a:lnTo>
                <a:lnTo>
                  <a:pt x="13588" y="26352"/>
                </a:lnTo>
                <a:lnTo>
                  <a:pt x="18923" y="21374"/>
                </a:lnTo>
                <a:lnTo>
                  <a:pt x="18923" y="76200"/>
                </a:lnTo>
                <a:lnTo>
                  <a:pt x="33527" y="76200"/>
                </a:lnTo>
                <a:lnTo>
                  <a:pt x="33527" y="0"/>
                </a:lnTo>
                <a:close/>
              </a:path>
            </a:pathLst>
          </a:custGeom>
          <a:solidFill>
            <a:srgbClr val="4264DE">
              <a:alpha val="10195"/>
            </a:srgbClr>
          </a:solidFill>
        </p:spPr>
        <p:txBody>
          <a:bodyPr wrap="square" lIns="0" tIns="0" rIns="0" bIns="0" rtlCol="0"/>
          <a:lstStyle/>
          <a:p>
            <a:endParaRPr/>
          </a:p>
        </p:txBody>
      </p:sp>
      <p:sp>
        <p:nvSpPr>
          <p:cNvPr id="223" name="object 223"/>
          <p:cNvSpPr/>
          <p:nvPr/>
        </p:nvSpPr>
        <p:spPr>
          <a:xfrm>
            <a:off x="6358128" y="6164579"/>
            <a:ext cx="50800" cy="78105"/>
          </a:xfrm>
          <a:custGeom>
            <a:avLst/>
            <a:gdLst/>
            <a:ahLst/>
            <a:cxnLst/>
            <a:rect l="l" t="t" r="r" b="b"/>
            <a:pathLst>
              <a:path w="50800" h="78104">
                <a:moveTo>
                  <a:pt x="32638" y="0"/>
                </a:moveTo>
                <a:lnTo>
                  <a:pt x="17652" y="0"/>
                </a:lnTo>
                <a:lnTo>
                  <a:pt x="11811" y="2590"/>
                </a:lnTo>
                <a:lnTo>
                  <a:pt x="0" y="38735"/>
                </a:lnTo>
                <a:lnTo>
                  <a:pt x="440" y="48929"/>
                </a:lnTo>
                <a:lnTo>
                  <a:pt x="17652" y="77724"/>
                </a:lnTo>
                <a:lnTo>
                  <a:pt x="32638" y="77724"/>
                </a:lnTo>
                <a:lnTo>
                  <a:pt x="38481" y="75133"/>
                </a:lnTo>
                <a:lnTo>
                  <a:pt x="42672" y="69938"/>
                </a:lnTo>
                <a:lnTo>
                  <a:pt x="45296" y="65620"/>
                </a:lnTo>
                <a:lnTo>
                  <a:pt x="23368" y="65620"/>
                </a:lnTo>
                <a:lnTo>
                  <a:pt x="21701" y="65062"/>
                </a:lnTo>
                <a:lnTo>
                  <a:pt x="18923" y="62852"/>
                </a:lnTo>
                <a:lnTo>
                  <a:pt x="17780" y="60629"/>
                </a:lnTo>
                <a:lnTo>
                  <a:pt x="16001" y="53949"/>
                </a:lnTo>
                <a:lnTo>
                  <a:pt x="15586" y="48929"/>
                </a:lnTo>
                <a:lnTo>
                  <a:pt x="15591" y="28735"/>
                </a:lnTo>
                <a:lnTo>
                  <a:pt x="23368" y="12103"/>
                </a:lnTo>
                <a:lnTo>
                  <a:pt x="45324" y="12103"/>
                </a:lnTo>
                <a:lnTo>
                  <a:pt x="42799" y="7886"/>
                </a:lnTo>
                <a:lnTo>
                  <a:pt x="38481" y="2628"/>
                </a:lnTo>
                <a:lnTo>
                  <a:pt x="32638" y="0"/>
                </a:lnTo>
                <a:close/>
              </a:path>
              <a:path w="50800" h="78104">
                <a:moveTo>
                  <a:pt x="45324" y="12103"/>
                </a:moveTo>
                <a:lnTo>
                  <a:pt x="26924" y="12103"/>
                </a:lnTo>
                <a:lnTo>
                  <a:pt x="28575" y="12661"/>
                </a:lnTo>
                <a:lnTo>
                  <a:pt x="31369" y="14909"/>
                </a:lnTo>
                <a:lnTo>
                  <a:pt x="32512" y="17145"/>
                </a:lnTo>
                <a:lnTo>
                  <a:pt x="34289" y="23825"/>
                </a:lnTo>
                <a:lnTo>
                  <a:pt x="34696" y="28735"/>
                </a:lnTo>
                <a:lnTo>
                  <a:pt x="34708" y="48929"/>
                </a:lnTo>
                <a:lnTo>
                  <a:pt x="34289" y="54152"/>
                </a:lnTo>
                <a:lnTo>
                  <a:pt x="33274" y="57886"/>
                </a:lnTo>
                <a:lnTo>
                  <a:pt x="32512" y="60794"/>
                </a:lnTo>
                <a:lnTo>
                  <a:pt x="31369" y="62814"/>
                </a:lnTo>
                <a:lnTo>
                  <a:pt x="28575" y="65062"/>
                </a:lnTo>
                <a:lnTo>
                  <a:pt x="26924" y="65620"/>
                </a:lnTo>
                <a:lnTo>
                  <a:pt x="45296" y="65620"/>
                </a:lnTo>
                <a:lnTo>
                  <a:pt x="46005" y="64454"/>
                </a:lnTo>
                <a:lnTo>
                  <a:pt x="48387" y="57451"/>
                </a:lnTo>
                <a:lnTo>
                  <a:pt x="49815" y="48929"/>
                </a:lnTo>
                <a:lnTo>
                  <a:pt x="50292"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224" name="object 224"/>
          <p:cNvSpPr/>
          <p:nvPr/>
        </p:nvSpPr>
        <p:spPr>
          <a:xfrm>
            <a:off x="6539483" y="6166103"/>
            <a:ext cx="33655" cy="76200"/>
          </a:xfrm>
          <a:custGeom>
            <a:avLst/>
            <a:gdLst/>
            <a:ahLst/>
            <a:cxnLst/>
            <a:rect l="l" t="t" r="r" b="b"/>
            <a:pathLst>
              <a:path w="33654" h="76200">
                <a:moveTo>
                  <a:pt x="33527" y="0"/>
                </a:moveTo>
                <a:lnTo>
                  <a:pt x="21717" y="0"/>
                </a:lnTo>
                <a:lnTo>
                  <a:pt x="19939" y="4622"/>
                </a:lnTo>
                <a:lnTo>
                  <a:pt x="16891" y="8674"/>
                </a:lnTo>
                <a:lnTo>
                  <a:pt x="8000" y="15608"/>
                </a:lnTo>
                <a:lnTo>
                  <a:pt x="3810" y="17957"/>
                </a:lnTo>
                <a:lnTo>
                  <a:pt x="0" y="19202"/>
                </a:lnTo>
                <a:lnTo>
                  <a:pt x="0" y="32410"/>
                </a:lnTo>
                <a:lnTo>
                  <a:pt x="7239" y="30022"/>
                </a:lnTo>
                <a:lnTo>
                  <a:pt x="13589" y="26352"/>
                </a:lnTo>
                <a:lnTo>
                  <a:pt x="18923" y="21374"/>
                </a:lnTo>
                <a:lnTo>
                  <a:pt x="18923" y="76200"/>
                </a:lnTo>
                <a:lnTo>
                  <a:pt x="33527" y="76200"/>
                </a:lnTo>
                <a:lnTo>
                  <a:pt x="33527" y="0"/>
                </a:lnTo>
                <a:close/>
              </a:path>
            </a:pathLst>
          </a:custGeom>
          <a:solidFill>
            <a:srgbClr val="4264DE">
              <a:alpha val="10195"/>
            </a:srgbClr>
          </a:solidFill>
        </p:spPr>
        <p:txBody>
          <a:bodyPr wrap="square" lIns="0" tIns="0" rIns="0" bIns="0" rtlCol="0"/>
          <a:lstStyle/>
          <a:p>
            <a:endParaRPr/>
          </a:p>
        </p:txBody>
      </p:sp>
      <p:sp>
        <p:nvSpPr>
          <p:cNvPr id="225" name="object 225"/>
          <p:cNvSpPr/>
          <p:nvPr/>
        </p:nvSpPr>
        <p:spPr>
          <a:xfrm>
            <a:off x="6705600" y="6164579"/>
            <a:ext cx="50800" cy="78105"/>
          </a:xfrm>
          <a:custGeom>
            <a:avLst/>
            <a:gdLst/>
            <a:ahLst/>
            <a:cxnLst/>
            <a:rect l="l" t="t" r="r" b="b"/>
            <a:pathLst>
              <a:path w="50800" h="78104">
                <a:moveTo>
                  <a:pt x="32639" y="0"/>
                </a:moveTo>
                <a:lnTo>
                  <a:pt x="17652" y="0"/>
                </a:lnTo>
                <a:lnTo>
                  <a:pt x="11810" y="2590"/>
                </a:lnTo>
                <a:lnTo>
                  <a:pt x="0" y="38735"/>
                </a:lnTo>
                <a:lnTo>
                  <a:pt x="440" y="48929"/>
                </a:lnTo>
                <a:lnTo>
                  <a:pt x="17652" y="77724"/>
                </a:lnTo>
                <a:lnTo>
                  <a:pt x="32639" y="77724"/>
                </a:lnTo>
                <a:lnTo>
                  <a:pt x="38480" y="75133"/>
                </a:lnTo>
                <a:lnTo>
                  <a:pt x="42672" y="69938"/>
                </a:lnTo>
                <a:lnTo>
                  <a:pt x="45296" y="65620"/>
                </a:lnTo>
                <a:lnTo>
                  <a:pt x="23368" y="65620"/>
                </a:lnTo>
                <a:lnTo>
                  <a:pt x="21701" y="65062"/>
                </a:lnTo>
                <a:lnTo>
                  <a:pt x="18923" y="62852"/>
                </a:lnTo>
                <a:lnTo>
                  <a:pt x="17779" y="60629"/>
                </a:lnTo>
                <a:lnTo>
                  <a:pt x="16001" y="53949"/>
                </a:lnTo>
                <a:lnTo>
                  <a:pt x="15586" y="48929"/>
                </a:lnTo>
                <a:lnTo>
                  <a:pt x="15591" y="28735"/>
                </a:lnTo>
                <a:lnTo>
                  <a:pt x="23368" y="12103"/>
                </a:lnTo>
                <a:lnTo>
                  <a:pt x="45324" y="12103"/>
                </a:lnTo>
                <a:lnTo>
                  <a:pt x="42799" y="7886"/>
                </a:lnTo>
                <a:lnTo>
                  <a:pt x="38480" y="2628"/>
                </a:lnTo>
                <a:lnTo>
                  <a:pt x="32639" y="0"/>
                </a:lnTo>
                <a:close/>
              </a:path>
              <a:path w="50800" h="78104">
                <a:moveTo>
                  <a:pt x="45324" y="12103"/>
                </a:moveTo>
                <a:lnTo>
                  <a:pt x="26924" y="12103"/>
                </a:lnTo>
                <a:lnTo>
                  <a:pt x="28575" y="12661"/>
                </a:lnTo>
                <a:lnTo>
                  <a:pt x="31369" y="14909"/>
                </a:lnTo>
                <a:lnTo>
                  <a:pt x="32511" y="17145"/>
                </a:lnTo>
                <a:lnTo>
                  <a:pt x="34290" y="23825"/>
                </a:lnTo>
                <a:lnTo>
                  <a:pt x="34696" y="28735"/>
                </a:lnTo>
                <a:lnTo>
                  <a:pt x="34708" y="48929"/>
                </a:lnTo>
                <a:lnTo>
                  <a:pt x="34290" y="54152"/>
                </a:lnTo>
                <a:lnTo>
                  <a:pt x="33274" y="57886"/>
                </a:lnTo>
                <a:lnTo>
                  <a:pt x="32511" y="60794"/>
                </a:lnTo>
                <a:lnTo>
                  <a:pt x="31369" y="62814"/>
                </a:lnTo>
                <a:lnTo>
                  <a:pt x="28575" y="65062"/>
                </a:lnTo>
                <a:lnTo>
                  <a:pt x="26924" y="65620"/>
                </a:lnTo>
                <a:lnTo>
                  <a:pt x="45296" y="65620"/>
                </a:lnTo>
                <a:lnTo>
                  <a:pt x="46005" y="64454"/>
                </a:lnTo>
                <a:lnTo>
                  <a:pt x="48386" y="57451"/>
                </a:lnTo>
                <a:lnTo>
                  <a:pt x="49815" y="48929"/>
                </a:lnTo>
                <a:lnTo>
                  <a:pt x="50292"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226" name="object 226"/>
          <p:cNvSpPr/>
          <p:nvPr/>
        </p:nvSpPr>
        <p:spPr>
          <a:xfrm>
            <a:off x="6886956" y="6166103"/>
            <a:ext cx="33655" cy="76200"/>
          </a:xfrm>
          <a:custGeom>
            <a:avLst/>
            <a:gdLst/>
            <a:ahLst/>
            <a:cxnLst/>
            <a:rect l="l" t="t" r="r" b="b"/>
            <a:pathLst>
              <a:path w="33654" h="76200">
                <a:moveTo>
                  <a:pt x="33527" y="0"/>
                </a:moveTo>
                <a:lnTo>
                  <a:pt x="21717" y="0"/>
                </a:lnTo>
                <a:lnTo>
                  <a:pt x="19939" y="4622"/>
                </a:lnTo>
                <a:lnTo>
                  <a:pt x="16891" y="8674"/>
                </a:lnTo>
                <a:lnTo>
                  <a:pt x="8000" y="15608"/>
                </a:lnTo>
                <a:lnTo>
                  <a:pt x="3810" y="17957"/>
                </a:lnTo>
                <a:lnTo>
                  <a:pt x="0" y="19202"/>
                </a:lnTo>
                <a:lnTo>
                  <a:pt x="0" y="32410"/>
                </a:lnTo>
                <a:lnTo>
                  <a:pt x="7239" y="30022"/>
                </a:lnTo>
                <a:lnTo>
                  <a:pt x="13589" y="26352"/>
                </a:lnTo>
                <a:lnTo>
                  <a:pt x="18923" y="21374"/>
                </a:lnTo>
                <a:lnTo>
                  <a:pt x="18923" y="76200"/>
                </a:lnTo>
                <a:lnTo>
                  <a:pt x="33527" y="76200"/>
                </a:lnTo>
                <a:lnTo>
                  <a:pt x="33527" y="0"/>
                </a:lnTo>
                <a:close/>
              </a:path>
            </a:pathLst>
          </a:custGeom>
          <a:solidFill>
            <a:srgbClr val="4264DE">
              <a:alpha val="10195"/>
            </a:srgbClr>
          </a:solidFill>
        </p:spPr>
        <p:txBody>
          <a:bodyPr wrap="square" lIns="0" tIns="0" rIns="0" bIns="0" rtlCol="0"/>
          <a:lstStyle/>
          <a:p>
            <a:endParaRPr/>
          </a:p>
        </p:txBody>
      </p:sp>
      <p:sp>
        <p:nvSpPr>
          <p:cNvPr id="227" name="object 227"/>
          <p:cNvSpPr/>
          <p:nvPr/>
        </p:nvSpPr>
        <p:spPr>
          <a:xfrm>
            <a:off x="7051547" y="6164579"/>
            <a:ext cx="50800" cy="78105"/>
          </a:xfrm>
          <a:custGeom>
            <a:avLst/>
            <a:gdLst/>
            <a:ahLst/>
            <a:cxnLst/>
            <a:rect l="l" t="t" r="r" b="b"/>
            <a:pathLst>
              <a:path w="50800" h="78104">
                <a:moveTo>
                  <a:pt x="32638" y="0"/>
                </a:moveTo>
                <a:lnTo>
                  <a:pt x="17652" y="0"/>
                </a:lnTo>
                <a:lnTo>
                  <a:pt x="11810" y="2590"/>
                </a:lnTo>
                <a:lnTo>
                  <a:pt x="0" y="38735"/>
                </a:lnTo>
                <a:lnTo>
                  <a:pt x="440" y="48929"/>
                </a:lnTo>
                <a:lnTo>
                  <a:pt x="17652" y="77724"/>
                </a:lnTo>
                <a:lnTo>
                  <a:pt x="32638" y="77724"/>
                </a:lnTo>
                <a:lnTo>
                  <a:pt x="38480" y="75133"/>
                </a:lnTo>
                <a:lnTo>
                  <a:pt x="42672" y="69938"/>
                </a:lnTo>
                <a:lnTo>
                  <a:pt x="45296" y="65620"/>
                </a:lnTo>
                <a:lnTo>
                  <a:pt x="23368" y="65620"/>
                </a:lnTo>
                <a:lnTo>
                  <a:pt x="21701" y="65062"/>
                </a:lnTo>
                <a:lnTo>
                  <a:pt x="18923" y="62852"/>
                </a:lnTo>
                <a:lnTo>
                  <a:pt x="17779" y="60629"/>
                </a:lnTo>
                <a:lnTo>
                  <a:pt x="16001" y="53949"/>
                </a:lnTo>
                <a:lnTo>
                  <a:pt x="15586" y="48929"/>
                </a:lnTo>
                <a:lnTo>
                  <a:pt x="15591" y="28735"/>
                </a:lnTo>
                <a:lnTo>
                  <a:pt x="23368" y="12103"/>
                </a:lnTo>
                <a:lnTo>
                  <a:pt x="45324" y="12103"/>
                </a:lnTo>
                <a:lnTo>
                  <a:pt x="42799" y="7886"/>
                </a:lnTo>
                <a:lnTo>
                  <a:pt x="38480" y="2628"/>
                </a:lnTo>
                <a:lnTo>
                  <a:pt x="32638" y="0"/>
                </a:lnTo>
                <a:close/>
              </a:path>
              <a:path w="50800" h="78104">
                <a:moveTo>
                  <a:pt x="45324" y="12103"/>
                </a:moveTo>
                <a:lnTo>
                  <a:pt x="26924" y="12103"/>
                </a:lnTo>
                <a:lnTo>
                  <a:pt x="28575" y="12661"/>
                </a:lnTo>
                <a:lnTo>
                  <a:pt x="31369" y="14909"/>
                </a:lnTo>
                <a:lnTo>
                  <a:pt x="32511" y="17145"/>
                </a:lnTo>
                <a:lnTo>
                  <a:pt x="34290" y="23825"/>
                </a:lnTo>
                <a:lnTo>
                  <a:pt x="34696" y="28735"/>
                </a:lnTo>
                <a:lnTo>
                  <a:pt x="34708" y="48929"/>
                </a:lnTo>
                <a:lnTo>
                  <a:pt x="34290" y="54152"/>
                </a:lnTo>
                <a:lnTo>
                  <a:pt x="33274" y="57886"/>
                </a:lnTo>
                <a:lnTo>
                  <a:pt x="32511" y="60794"/>
                </a:lnTo>
                <a:lnTo>
                  <a:pt x="31369" y="62814"/>
                </a:lnTo>
                <a:lnTo>
                  <a:pt x="28575" y="65062"/>
                </a:lnTo>
                <a:lnTo>
                  <a:pt x="26924" y="65620"/>
                </a:lnTo>
                <a:lnTo>
                  <a:pt x="45296" y="65620"/>
                </a:lnTo>
                <a:lnTo>
                  <a:pt x="46005" y="64454"/>
                </a:lnTo>
                <a:lnTo>
                  <a:pt x="48386" y="57451"/>
                </a:lnTo>
                <a:lnTo>
                  <a:pt x="49815" y="48929"/>
                </a:lnTo>
                <a:lnTo>
                  <a:pt x="50292"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228" name="object 228"/>
          <p:cNvSpPr/>
          <p:nvPr/>
        </p:nvSpPr>
        <p:spPr>
          <a:xfrm>
            <a:off x="7232904" y="6166103"/>
            <a:ext cx="33655" cy="76200"/>
          </a:xfrm>
          <a:custGeom>
            <a:avLst/>
            <a:gdLst/>
            <a:ahLst/>
            <a:cxnLst/>
            <a:rect l="l" t="t" r="r" b="b"/>
            <a:pathLst>
              <a:path w="33654" h="76200">
                <a:moveTo>
                  <a:pt x="33527" y="0"/>
                </a:moveTo>
                <a:lnTo>
                  <a:pt x="21717" y="0"/>
                </a:lnTo>
                <a:lnTo>
                  <a:pt x="19939" y="4622"/>
                </a:lnTo>
                <a:lnTo>
                  <a:pt x="16891" y="8674"/>
                </a:lnTo>
                <a:lnTo>
                  <a:pt x="8000" y="15608"/>
                </a:lnTo>
                <a:lnTo>
                  <a:pt x="3810" y="17957"/>
                </a:lnTo>
                <a:lnTo>
                  <a:pt x="0" y="19202"/>
                </a:lnTo>
                <a:lnTo>
                  <a:pt x="0" y="32410"/>
                </a:lnTo>
                <a:lnTo>
                  <a:pt x="7239" y="30022"/>
                </a:lnTo>
                <a:lnTo>
                  <a:pt x="13589" y="26352"/>
                </a:lnTo>
                <a:lnTo>
                  <a:pt x="18923" y="21374"/>
                </a:lnTo>
                <a:lnTo>
                  <a:pt x="18923" y="76200"/>
                </a:lnTo>
                <a:lnTo>
                  <a:pt x="33527" y="76200"/>
                </a:lnTo>
                <a:lnTo>
                  <a:pt x="33527" y="0"/>
                </a:lnTo>
                <a:close/>
              </a:path>
            </a:pathLst>
          </a:custGeom>
          <a:solidFill>
            <a:srgbClr val="4264DE">
              <a:alpha val="10195"/>
            </a:srgbClr>
          </a:solidFill>
        </p:spPr>
        <p:txBody>
          <a:bodyPr wrap="square" lIns="0" tIns="0" rIns="0" bIns="0" rtlCol="0"/>
          <a:lstStyle/>
          <a:p>
            <a:endParaRPr/>
          </a:p>
        </p:txBody>
      </p:sp>
      <p:sp>
        <p:nvSpPr>
          <p:cNvPr id="229" name="object 229"/>
          <p:cNvSpPr/>
          <p:nvPr/>
        </p:nvSpPr>
        <p:spPr>
          <a:xfrm>
            <a:off x="7399019" y="6164579"/>
            <a:ext cx="48895" cy="78105"/>
          </a:xfrm>
          <a:custGeom>
            <a:avLst/>
            <a:gdLst/>
            <a:ahLst/>
            <a:cxnLst/>
            <a:rect l="l" t="t" r="r" b="b"/>
            <a:pathLst>
              <a:path w="48895" h="78104">
                <a:moveTo>
                  <a:pt x="31623" y="0"/>
                </a:moveTo>
                <a:lnTo>
                  <a:pt x="17145" y="0"/>
                </a:lnTo>
                <a:lnTo>
                  <a:pt x="11429" y="2590"/>
                </a:lnTo>
                <a:lnTo>
                  <a:pt x="0" y="38735"/>
                </a:lnTo>
                <a:lnTo>
                  <a:pt x="438" y="48929"/>
                </a:lnTo>
                <a:lnTo>
                  <a:pt x="17018" y="77724"/>
                </a:lnTo>
                <a:lnTo>
                  <a:pt x="31623" y="77724"/>
                </a:lnTo>
                <a:lnTo>
                  <a:pt x="37337" y="75133"/>
                </a:lnTo>
                <a:lnTo>
                  <a:pt x="41401" y="69938"/>
                </a:lnTo>
                <a:lnTo>
                  <a:pt x="43953" y="65620"/>
                </a:lnTo>
                <a:lnTo>
                  <a:pt x="22605" y="65620"/>
                </a:lnTo>
                <a:lnTo>
                  <a:pt x="21065" y="65062"/>
                </a:lnTo>
                <a:lnTo>
                  <a:pt x="15182" y="48929"/>
                </a:lnTo>
                <a:lnTo>
                  <a:pt x="15186" y="28735"/>
                </a:lnTo>
                <a:lnTo>
                  <a:pt x="22605" y="12103"/>
                </a:lnTo>
                <a:lnTo>
                  <a:pt x="43911" y="12103"/>
                </a:lnTo>
                <a:lnTo>
                  <a:pt x="41401" y="7886"/>
                </a:lnTo>
                <a:lnTo>
                  <a:pt x="37337" y="2628"/>
                </a:lnTo>
                <a:lnTo>
                  <a:pt x="31623" y="0"/>
                </a:lnTo>
                <a:close/>
              </a:path>
              <a:path w="48895" h="78104">
                <a:moveTo>
                  <a:pt x="43911" y="12103"/>
                </a:moveTo>
                <a:lnTo>
                  <a:pt x="26161" y="12103"/>
                </a:lnTo>
                <a:lnTo>
                  <a:pt x="27685" y="12661"/>
                </a:lnTo>
                <a:lnTo>
                  <a:pt x="29082" y="13779"/>
                </a:lnTo>
                <a:lnTo>
                  <a:pt x="33588" y="48929"/>
                </a:lnTo>
                <a:lnTo>
                  <a:pt x="33274" y="54152"/>
                </a:lnTo>
                <a:lnTo>
                  <a:pt x="32257" y="57886"/>
                </a:lnTo>
                <a:lnTo>
                  <a:pt x="31496" y="60794"/>
                </a:lnTo>
                <a:lnTo>
                  <a:pt x="30352" y="62814"/>
                </a:lnTo>
                <a:lnTo>
                  <a:pt x="29051" y="63969"/>
                </a:lnTo>
                <a:lnTo>
                  <a:pt x="27651" y="65074"/>
                </a:lnTo>
                <a:lnTo>
                  <a:pt x="26161" y="65620"/>
                </a:lnTo>
                <a:lnTo>
                  <a:pt x="43953" y="65620"/>
                </a:lnTo>
                <a:lnTo>
                  <a:pt x="44642" y="64454"/>
                </a:lnTo>
                <a:lnTo>
                  <a:pt x="46942" y="57451"/>
                </a:lnTo>
                <a:lnTo>
                  <a:pt x="48313" y="48929"/>
                </a:lnTo>
                <a:lnTo>
                  <a:pt x="48768"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230" name="object 230"/>
          <p:cNvSpPr/>
          <p:nvPr/>
        </p:nvSpPr>
        <p:spPr>
          <a:xfrm>
            <a:off x="7580376" y="6166103"/>
            <a:ext cx="33655" cy="76200"/>
          </a:xfrm>
          <a:custGeom>
            <a:avLst/>
            <a:gdLst/>
            <a:ahLst/>
            <a:cxnLst/>
            <a:rect l="l" t="t" r="r" b="b"/>
            <a:pathLst>
              <a:path w="33654" h="76200">
                <a:moveTo>
                  <a:pt x="33527" y="0"/>
                </a:moveTo>
                <a:lnTo>
                  <a:pt x="21717" y="0"/>
                </a:lnTo>
                <a:lnTo>
                  <a:pt x="19939" y="4622"/>
                </a:lnTo>
                <a:lnTo>
                  <a:pt x="16891" y="8674"/>
                </a:lnTo>
                <a:lnTo>
                  <a:pt x="8000" y="15608"/>
                </a:lnTo>
                <a:lnTo>
                  <a:pt x="3809" y="17957"/>
                </a:lnTo>
                <a:lnTo>
                  <a:pt x="0" y="19202"/>
                </a:lnTo>
                <a:lnTo>
                  <a:pt x="0" y="32410"/>
                </a:lnTo>
                <a:lnTo>
                  <a:pt x="7239" y="30022"/>
                </a:lnTo>
                <a:lnTo>
                  <a:pt x="13589" y="26352"/>
                </a:lnTo>
                <a:lnTo>
                  <a:pt x="18923" y="21374"/>
                </a:lnTo>
                <a:lnTo>
                  <a:pt x="18923" y="76200"/>
                </a:lnTo>
                <a:lnTo>
                  <a:pt x="33527" y="76200"/>
                </a:lnTo>
                <a:lnTo>
                  <a:pt x="33527" y="0"/>
                </a:lnTo>
                <a:close/>
              </a:path>
            </a:pathLst>
          </a:custGeom>
          <a:solidFill>
            <a:srgbClr val="4264DE">
              <a:alpha val="10195"/>
            </a:srgbClr>
          </a:solidFill>
        </p:spPr>
        <p:txBody>
          <a:bodyPr wrap="square" lIns="0" tIns="0" rIns="0" bIns="0" rtlCol="0"/>
          <a:lstStyle/>
          <a:p>
            <a:endParaRPr/>
          </a:p>
        </p:txBody>
      </p:sp>
      <p:sp>
        <p:nvSpPr>
          <p:cNvPr id="231" name="object 231"/>
          <p:cNvSpPr/>
          <p:nvPr/>
        </p:nvSpPr>
        <p:spPr>
          <a:xfrm>
            <a:off x="7744968" y="6164579"/>
            <a:ext cx="50800" cy="78105"/>
          </a:xfrm>
          <a:custGeom>
            <a:avLst/>
            <a:gdLst/>
            <a:ahLst/>
            <a:cxnLst/>
            <a:rect l="l" t="t" r="r" b="b"/>
            <a:pathLst>
              <a:path w="50800" h="78104">
                <a:moveTo>
                  <a:pt x="32638" y="0"/>
                </a:moveTo>
                <a:lnTo>
                  <a:pt x="17652" y="0"/>
                </a:lnTo>
                <a:lnTo>
                  <a:pt x="11810" y="2590"/>
                </a:lnTo>
                <a:lnTo>
                  <a:pt x="0" y="38735"/>
                </a:lnTo>
                <a:lnTo>
                  <a:pt x="440" y="48929"/>
                </a:lnTo>
                <a:lnTo>
                  <a:pt x="17652" y="77724"/>
                </a:lnTo>
                <a:lnTo>
                  <a:pt x="32638" y="77724"/>
                </a:lnTo>
                <a:lnTo>
                  <a:pt x="38480" y="75133"/>
                </a:lnTo>
                <a:lnTo>
                  <a:pt x="42672" y="69938"/>
                </a:lnTo>
                <a:lnTo>
                  <a:pt x="45296" y="65620"/>
                </a:lnTo>
                <a:lnTo>
                  <a:pt x="23367" y="65620"/>
                </a:lnTo>
                <a:lnTo>
                  <a:pt x="21701" y="65062"/>
                </a:lnTo>
                <a:lnTo>
                  <a:pt x="18923" y="62852"/>
                </a:lnTo>
                <a:lnTo>
                  <a:pt x="17779" y="60629"/>
                </a:lnTo>
                <a:lnTo>
                  <a:pt x="16001" y="53949"/>
                </a:lnTo>
                <a:lnTo>
                  <a:pt x="15586" y="48929"/>
                </a:lnTo>
                <a:lnTo>
                  <a:pt x="15591" y="28735"/>
                </a:lnTo>
                <a:lnTo>
                  <a:pt x="23367" y="12103"/>
                </a:lnTo>
                <a:lnTo>
                  <a:pt x="45324" y="12103"/>
                </a:lnTo>
                <a:lnTo>
                  <a:pt x="42799" y="7886"/>
                </a:lnTo>
                <a:lnTo>
                  <a:pt x="38480" y="2628"/>
                </a:lnTo>
                <a:lnTo>
                  <a:pt x="32638" y="0"/>
                </a:lnTo>
                <a:close/>
              </a:path>
              <a:path w="50800" h="78104">
                <a:moveTo>
                  <a:pt x="45324" y="12103"/>
                </a:moveTo>
                <a:lnTo>
                  <a:pt x="26924" y="12103"/>
                </a:lnTo>
                <a:lnTo>
                  <a:pt x="28575" y="12661"/>
                </a:lnTo>
                <a:lnTo>
                  <a:pt x="31368" y="14909"/>
                </a:lnTo>
                <a:lnTo>
                  <a:pt x="32511" y="17145"/>
                </a:lnTo>
                <a:lnTo>
                  <a:pt x="34289" y="23825"/>
                </a:lnTo>
                <a:lnTo>
                  <a:pt x="34696" y="28735"/>
                </a:lnTo>
                <a:lnTo>
                  <a:pt x="34708" y="48929"/>
                </a:lnTo>
                <a:lnTo>
                  <a:pt x="34289" y="54152"/>
                </a:lnTo>
                <a:lnTo>
                  <a:pt x="33274" y="57886"/>
                </a:lnTo>
                <a:lnTo>
                  <a:pt x="32511" y="60794"/>
                </a:lnTo>
                <a:lnTo>
                  <a:pt x="31368" y="62814"/>
                </a:lnTo>
                <a:lnTo>
                  <a:pt x="28575" y="65062"/>
                </a:lnTo>
                <a:lnTo>
                  <a:pt x="26924" y="65620"/>
                </a:lnTo>
                <a:lnTo>
                  <a:pt x="45296" y="65620"/>
                </a:lnTo>
                <a:lnTo>
                  <a:pt x="46005" y="64454"/>
                </a:lnTo>
                <a:lnTo>
                  <a:pt x="48386" y="57451"/>
                </a:lnTo>
                <a:lnTo>
                  <a:pt x="49815" y="48929"/>
                </a:lnTo>
                <a:lnTo>
                  <a:pt x="50291"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232" name="object 232"/>
          <p:cNvSpPr/>
          <p:nvPr/>
        </p:nvSpPr>
        <p:spPr>
          <a:xfrm>
            <a:off x="7926323" y="6166103"/>
            <a:ext cx="33655" cy="76200"/>
          </a:xfrm>
          <a:custGeom>
            <a:avLst/>
            <a:gdLst/>
            <a:ahLst/>
            <a:cxnLst/>
            <a:rect l="l" t="t" r="r" b="b"/>
            <a:pathLst>
              <a:path w="33654" h="76200">
                <a:moveTo>
                  <a:pt x="33527" y="0"/>
                </a:moveTo>
                <a:lnTo>
                  <a:pt x="21717" y="0"/>
                </a:lnTo>
                <a:lnTo>
                  <a:pt x="19939" y="4622"/>
                </a:lnTo>
                <a:lnTo>
                  <a:pt x="16891" y="8674"/>
                </a:lnTo>
                <a:lnTo>
                  <a:pt x="8000" y="15608"/>
                </a:lnTo>
                <a:lnTo>
                  <a:pt x="3809" y="17957"/>
                </a:lnTo>
                <a:lnTo>
                  <a:pt x="0" y="19202"/>
                </a:lnTo>
                <a:lnTo>
                  <a:pt x="0" y="32410"/>
                </a:lnTo>
                <a:lnTo>
                  <a:pt x="7239" y="30022"/>
                </a:lnTo>
                <a:lnTo>
                  <a:pt x="13589" y="26352"/>
                </a:lnTo>
                <a:lnTo>
                  <a:pt x="18923" y="21374"/>
                </a:lnTo>
                <a:lnTo>
                  <a:pt x="18923" y="76200"/>
                </a:lnTo>
                <a:lnTo>
                  <a:pt x="33527" y="76200"/>
                </a:lnTo>
                <a:lnTo>
                  <a:pt x="33527" y="0"/>
                </a:lnTo>
                <a:close/>
              </a:path>
            </a:pathLst>
          </a:custGeom>
          <a:solidFill>
            <a:srgbClr val="4264DE">
              <a:alpha val="10195"/>
            </a:srgbClr>
          </a:solidFill>
        </p:spPr>
        <p:txBody>
          <a:bodyPr wrap="square" lIns="0" tIns="0" rIns="0" bIns="0" rtlCol="0"/>
          <a:lstStyle/>
          <a:p>
            <a:endParaRPr/>
          </a:p>
        </p:txBody>
      </p:sp>
      <p:sp>
        <p:nvSpPr>
          <p:cNvPr id="233" name="object 233"/>
          <p:cNvSpPr/>
          <p:nvPr/>
        </p:nvSpPr>
        <p:spPr>
          <a:xfrm>
            <a:off x="8092440" y="6164579"/>
            <a:ext cx="48895" cy="78105"/>
          </a:xfrm>
          <a:custGeom>
            <a:avLst/>
            <a:gdLst/>
            <a:ahLst/>
            <a:cxnLst/>
            <a:rect l="l" t="t" r="r" b="b"/>
            <a:pathLst>
              <a:path w="48895" h="78104">
                <a:moveTo>
                  <a:pt x="31623" y="0"/>
                </a:moveTo>
                <a:lnTo>
                  <a:pt x="17144" y="0"/>
                </a:lnTo>
                <a:lnTo>
                  <a:pt x="11429" y="2590"/>
                </a:lnTo>
                <a:lnTo>
                  <a:pt x="0" y="38735"/>
                </a:lnTo>
                <a:lnTo>
                  <a:pt x="438" y="48929"/>
                </a:lnTo>
                <a:lnTo>
                  <a:pt x="17017" y="77724"/>
                </a:lnTo>
                <a:lnTo>
                  <a:pt x="31623" y="77724"/>
                </a:lnTo>
                <a:lnTo>
                  <a:pt x="37337" y="75133"/>
                </a:lnTo>
                <a:lnTo>
                  <a:pt x="41401" y="69938"/>
                </a:lnTo>
                <a:lnTo>
                  <a:pt x="43953" y="65620"/>
                </a:lnTo>
                <a:lnTo>
                  <a:pt x="22605" y="65620"/>
                </a:lnTo>
                <a:lnTo>
                  <a:pt x="21065" y="65062"/>
                </a:lnTo>
                <a:lnTo>
                  <a:pt x="15182" y="48929"/>
                </a:lnTo>
                <a:lnTo>
                  <a:pt x="15186" y="28735"/>
                </a:lnTo>
                <a:lnTo>
                  <a:pt x="22605" y="12103"/>
                </a:lnTo>
                <a:lnTo>
                  <a:pt x="43911" y="12103"/>
                </a:lnTo>
                <a:lnTo>
                  <a:pt x="41401" y="7886"/>
                </a:lnTo>
                <a:lnTo>
                  <a:pt x="37337" y="2628"/>
                </a:lnTo>
                <a:lnTo>
                  <a:pt x="31623" y="0"/>
                </a:lnTo>
                <a:close/>
              </a:path>
              <a:path w="48895" h="78104">
                <a:moveTo>
                  <a:pt x="43911" y="12103"/>
                </a:moveTo>
                <a:lnTo>
                  <a:pt x="26161" y="12103"/>
                </a:lnTo>
                <a:lnTo>
                  <a:pt x="27685" y="12661"/>
                </a:lnTo>
                <a:lnTo>
                  <a:pt x="28955" y="13779"/>
                </a:lnTo>
                <a:lnTo>
                  <a:pt x="33588" y="48929"/>
                </a:lnTo>
                <a:lnTo>
                  <a:pt x="33274" y="54152"/>
                </a:lnTo>
                <a:lnTo>
                  <a:pt x="32257" y="57886"/>
                </a:lnTo>
                <a:lnTo>
                  <a:pt x="31495" y="60794"/>
                </a:lnTo>
                <a:lnTo>
                  <a:pt x="30352" y="62814"/>
                </a:lnTo>
                <a:lnTo>
                  <a:pt x="29051" y="63969"/>
                </a:lnTo>
                <a:lnTo>
                  <a:pt x="27651" y="65074"/>
                </a:lnTo>
                <a:lnTo>
                  <a:pt x="26161" y="65620"/>
                </a:lnTo>
                <a:lnTo>
                  <a:pt x="43953" y="65620"/>
                </a:lnTo>
                <a:lnTo>
                  <a:pt x="44642" y="64454"/>
                </a:lnTo>
                <a:lnTo>
                  <a:pt x="46942" y="57451"/>
                </a:lnTo>
                <a:lnTo>
                  <a:pt x="48313" y="48929"/>
                </a:lnTo>
                <a:lnTo>
                  <a:pt x="48767"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234" name="object 234"/>
          <p:cNvSpPr/>
          <p:nvPr/>
        </p:nvSpPr>
        <p:spPr>
          <a:xfrm>
            <a:off x="8273795" y="6166103"/>
            <a:ext cx="33655" cy="76200"/>
          </a:xfrm>
          <a:custGeom>
            <a:avLst/>
            <a:gdLst/>
            <a:ahLst/>
            <a:cxnLst/>
            <a:rect l="l" t="t" r="r" b="b"/>
            <a:pathLst>
              <a:path w="33654" h="76200">
                <a:moveTo>
                  <a:pt x="33527" y="0"/>
                </a:moveTo>
                <a:lnTo>
                  <a:pt x="21717" y="0"/>
                </a:lnTo>
                <a:lnTo>
                  <a:pt x="19938" y="4622"/>
                </a:lnTo>
                <a:lnTo>
                  <a:pt x="16890" y="8674"/>
                </a:lnTo>
                <a:lnTo>
                  <a:pt x="8000" y="15608"/>
                </a:lnTo>
                <a:lnTo>
                  <a:pt x="3809" y="17957"/>
                </a:lnTo>
                <a:lnTo>
                  <a:pt x="0" y="19202"/>
                </a:lnTo>
                <a:lnTo>
                  <a:pt x="0" y="32410"/>
                </a:lnTo>
                <a:lnTo>
                  <a:pt x="7238" y="30022"/>
                </a:lnTo>
                <a:lnTo>
                  <a:pt x="13588" y="26352"/>
                </a:lnTo>
                <a:lnTo>
                  <a:pt x="18923" y="21374"/>
                </a:lnTo>
                <a:lnTo>
                  <a:pt x="18923" y="76200"/>
                </a:lnTo>
                <a:lnTo>
                  <a:pt x="33527" y="76200"/>
                </a:lnTo>
                <a:lnTo>
                  <a:pt x="33527" y="0"/>
                </a:lnTo>
                <a:close/>
              </a:path>
            </a:pathLst>
          </a:custGeom>
          <a:solidFill>
            <a:srgbClr val="4264DE">
              <a:alpha val="10195"/>
            </a:srgbClr>
          </a:solidFill>
        </p:spPr>
        <p:txBody>
          <a:bodyPr wrap="square" lIns="0" tIns="0" rIns="0" bIns="0" rtlCol="0"/>
          <a:lstStyle/>
          <a:p>
            <a:endParaRPr/>
          </a:p>
        </p:txBody>
      </p:sp>
      <p:sp>
        <p:nvSpPr>
          <p:cNvPr id="235" name="object 235"/>
          <p:cNvSpPr/>
          <p:nvPr/>
        </p:nvSpPr>
        <p:spPr>
          <a:xfrm>
            <a:off x="8438388" y="6164579"/>
            <a:ext cx="50800" cy="78105"/>
          </a:xfrm>
          <a:custGeom>
            <a:avLst/>
            <a:gdLst/>
            <a:ahLst/>
            <a:cxnLst/>
            <a:rect l="l" t="t" r="r" b="b"/>
            <a:pathLst>
              <a:path w="50800" h="78104">
                <a:moveTo>
                  <a:pt x="32638" y="0"/>
                </a:moveTo>
                <a:lnTo>
                  <a:pt x="17652" y="0"/>
                </a:lnTo>
                <a:lnTo>
                  <a:pt x="11810" y="2590"/>
                </a:lnTo>
                <a:lnTo>
                  <a:pt x="0" y="38735"/>
                </a:lnTo>
                <a:lnTo>
                  <a:pt x="440" y="48929"/>
                </a:lnTo>
                <a:lnTo>
                  <a:pt x="17652" y="77724"/>
                </a:lnTo>
                <a:lnTo>
                  <a:pt x="32638" y="77724"/>
                </a:lnTo>
                <a:lnTo>
                  <a:pt x="38480" y="75133"/>
                </a:lnTo>
                <a:lnTo>
                  <a:pt x="42671" y="69938"/>
                </a:lnTo>
                <a:lnTo>
                  <a:pt x="45296" y="65620"/>
                </a:lnTo>
                <a:lnTo>
                  <a:pt x="23367" y="65620"/>
                </a:lnTo>
                <a:lnTo>
                  <a:pt x="21701" y="65062"/>
                </a:lnTo>
                <a:lnTo>
                  <a:pt x="18922" y="62852"/>
                </a:lnTo>
                <a:lnTo>
                  <a:pt x="17779" y="60629"/>
                </a:lnTo>
                <a:lnTo>
                  <a:pt x="16001" y="53949"/>
                </a:lnTo>
                <a:lnTo>
                  <a:pt x="15586" y="48929"/>
                </a:lnTo>
                <a:lnTo>
                  <a:pt x="15591" y="28735"/>
                </a:lnTo>
                <a:lnTo>
                  <a:pt x="23367" y="12103"/>
                </a:lnTo>
                <a:lnTo>
                  <a:pt x="45324" y="12103"/>
                </a:lnTo>
                <a:lnTo>
                  <a:pt x="42798" y="7886"/>
                </a:lnTo>
                <a:lnTo>
                  <a:pt x="38480" y="2628"/>
                </a:lnTo>
                <a:lnTo>
                  <a:pt x="32638" y="0"/>
                </a:lnTo>
                <a:close/>
              </a:path>
              <a:path w="50800" h="78104">
                <a:moveTo>
                  <a:pt x="45324" y="12103"/>
                </a:moveTo>
                <a:lnTo>
                  <a:pt x="26923" y="12103"/>
                </a:lnTo>
                <a:lnTo>
                  <a:pt x="28575" y="12661"/>
                </a:lnTo>
                <a:lnTo>
                  <a:pt x="31368" y="14909"/>
                </a:lnTo>
                <a:lnTo>
                  <a:pt x="32511" y="17145"/>
                </a:lnTo>
                <a:lnTo>
                  <a:pt x="34289" y="23825"/>
                </a:lnTo>
                <a:lnTo>
                  <a:pt x="34696" y="28735"/>
                </a:lnTo>
                <a:lnTo>
                  <a:pt x="34708" y="48929"/>
                </a:lnTo>
                <a:lnTo>
                  <a:pt x="34289" y="54152"/>
                </a:lnTo>
                <a:lnTo>
                  <a:pt x="33273" y="57886"/>
                </a:lnTo>
                <a:lnTo>
                  <a:pt x="32511" y="60794"/>
                </a:lnTo>
                <a:lnTo>
                  <a:pt x="31368" y="62814"/>
                </a:lnTo>
                <a:lnTo>
                  <a:pt x="28575" y="65062"/>
                </a:lnTo>
                <a:lnTo>
                  <a:pt x="26923" y="65620"/>
                </a:lnTo>
                <a:lnTo>
                  <a:pt x="45296" y="65620"/>
                </a:lnTo>
                <a:lnTo>
                  <a:pt x="46005" y="64454"/>
                </a:lnTo>
                <a:lnTo>
                  <a:pt x="48386" y="57451"/>
                </a:lnTo>
                <a:lnTo>
                  <a:pt x="49815" y="48929"/>
                </a:lnTo>
                <a:lnTo>
                  <a:pt x="50291"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236" name="object 236"/>
          <p:cNvSpPr/>
          <p:nvPr/>
        </p:nvSpPr>
        <p:spPr>
          <a:xfrm>
            <a:off x="8619743" y="6166103"/>
            <a:ext cx="33655" cy="76200"/>
          </a:xfrm>
          <a:custGeom>
            <a:avLst/>
            <a:gdLst/>
            <a:ahLst/>
            <a:cxnLst/>
            <a:rect l="l" t="t" r="r" b="b"/>
            <a:pathLst>
              <a:path w="33654" h="76200">
                <a:moveTo>
                  <a:pt x="33527" y="0"/>
                </a:moveTo>
                <a:lnTo>
                  <a:pt x="21716" y="0"/>
                </a:lnTo>
                <a:lnTo>
                  <a:pt x="19938" y="4622"/>
                </a:lnTo>
                <a:lnTo>
                  <a:pt x="16890" y="8674"/>
                </a:lnTo>
                <a:lnTo>
                  <a:pt x="8000" y="15608"/>
                </a:lnTo>
                <a:lnTo>
                  <a:pt x="3809" y="17957"/>
                </a:lnTo>
                <a:lnTo>
                  <a:pt x="0" y="19202"/>
                </a:lnTo>
                <a:lnTo>
                  <a:pt x="0" y="32410"/>
                </a:lnTo>
                <a:lnTo>
                  <a:pt x="7238" y="30022"/>
                </a:lnTo>
                <a:lnTo>
                  <a:pt x="13588" y="26352"/>
                </a:lnTo>
                <a:lnTo>
                  <a:pt x="18923" y="21374"/>
                </a:lnTo>
                <a:lnTo>
                  <a:pt x="18923" y="76200"/>
                </a:lnTo>
                <a:lnTo>
                  <a:pt x="33527" y="76200"/>
                </a:lnTo>
                <a:lnTo>
                  <a:pt x="33527" y="0"/>
                </a:lnTo>
                <a:close/>
              </a:path>
            </a:pathLst>
          </a:custGeom>
          <a:solidFill>
            <a:srgbClr val="4264DE">
              <a:alpha val="10195"/>
            </a:srgbClr>
          </a:solidFill>
        </p:spPr>
        <p:txBody>
          <a:bodyPr wrap="square" lIns="0" tIns="0" rIns="0" bIns="0" rtlCol="0"/>
          <a:lstStyle/>
          <a:p>
            <a:endParaRPr/>
          </a:p>
        </p:txBody>
      </p:sp>
      <p:sp>
        <p:nvSpPr>
          <p:cNvPr id="237" name="object 237"/>
          <p:cNvSpPr/>
          <p:nvPr/>
        </p:nvSpPr>
        <p:spPr>
          <a:xfrm>
            <a:off x="8785859" y="6164579"/>
            <a:ext cx="48895" cy="78105"/>
          </a:xfrm>
          <a:custGeom>
            <a:avLst/>
            <a:gdLst/>
            <a:ahLst/>
            <a:cxnLst/>
            <a:rect l="l" t="t" r="r" b="b"/>
            <a:pathLst>
              <a:path w="48895" h="78104">
                <a:moveTo>
                  <a:pt x="31623" y="0"/>
                </a:moveTo>
                <a:lnTo>
                  <a:pt x="17145" y="0"/>
                </a:lnTo>
                <a:lnTo>
                  <a:pt x="11430" y="2590"/>
                </a:lnTo>
                <a:lnTo>
                  <a:pt x="0" y="38735"/>
                </a:lnTo>
                <a:lnTo>
                  <a:pt x="438" y="48929"/>
                </a:lnTo>
                <a:lnTo>
                  <a:pt x="17018" y="77724"/>
                </a:lnTo>
                <a:lnTo>
                  <a:pt x="31623" y="77724"/>
                </a:lnTo>
                <a:lnTo>
                  <a:pt x="37338" y="75133"/>
                </a:lnTo>
                <a:lnTo>
                  <a:pt x="41401" y="69938"/>
                </a:lnTo>
                <a:lnTo>
                  <a:pt x="43953" y="65620"/>
                </a:lnTo>
                <a:lnTo>
                  <a:pt x="22606" y="65620"/>
                </a:lnTo>
                <a:lnTo>
                  <a:pt x="21065" y="65062"/>
                </a:lnTo>
                <a:lnTo>
                  <a:pt x="15182" y="48929"/>
                </a:lnTo>
                <a:lnTo>
                  <a:pt x="15186" y="28735"/>
                </a:lnTo>
                <a:lnTo>
                  <a:pt x="22606" y="12103"/>
                </a:lnTo>
                <a:lnTo>
                  <a:pt x="43911" y="12103"/>
                </a:lnTo>
                <a:lnTo>
                  <a:pt x="41401" y="7886"/>
                </a:lnTo>
                <a:lnTo>
                  <a:pt x="37338" y="2628"/>
                </a:lnTo>
                <a:lnTo>
                  <a:pt x="31623" y="0"/>
                </a:lnTo>
                <a:close/>
              </a:path>
              <a:path w="48895" h="78104">
                <a:moveTo>
                  <a:pt x="43911" y="12103"/>
                </a:moveTo>
                <a:lnTo>
                  <a:pt x="26162" y="12103"/>
                </a:lnTo>
                <a:lnTo>
                  <a:pt x="27686" y="12661"/>
                </a:lnTo>
                <a:lnTo>
                  <a:pt x="28956" y="13779"/>
                </a:lnTo>
                <a:lnTo>
                  <a:pt x="33588" y="48929"/>
                </a:lnTo>
                <a:lnTo>
                  <a:pt x="33274" y="54152"/>
                </a:lnTo>
                <a:lnTo>
                  <a:pt x="32258" y="57886"/>
                </a:lnTo>
                <a:lnTo>
                  <a:pt x="31496" y="60794"/>
                </a:lnTo>
                <a:lnTo>
                  <a:pt x="30353" y="62814"/>
                </a:lnTo>
                <a:lnTo>
                  <a:pt x="29051" y="63969"/>
                </a:lnTo>
                <a:lnTo>
                  <a:pt x="27651" y="65074"/>
                </a:lnTo>
                <a:lnTo>
                  <a:pt x="26162" y="65620"/>
                </a:lnTo>
                <a:lnTo>
                  <a:pt x="43953" y="65620"/>
                </a:lnTo>
                <a:lnTo>
                  <a:pt x="44642" y="64454"/>
                </a:lnTo>
                <a:lnTo>
                  <a:pt x="46942" y="57451"/>
                </a:lnTo>
                <a:lnTo>
                  <a:pt x="48313" y="48929"/>
                </a:lnTo>
                <a:lnTo>
                  <a:pt x="48768"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238" name="object 238"/>
          <p:cNvSpPr/>
          <p:nvPr/>
        </p:nvSpPr>
        <p:spPr>
          <a:xfrm>
            <a:off x="8967216" y="6166103"/>
            <a:ext cx="33655" cy="76200"/>
          </a:xfrm>
          <a:custGeom>
            <a:avLst/>
            <a:gdLst/>
            <a:ahLst/>
            <a:cxnLst/>
            <a:rect l="l" t="t" r="r" b="b"/>
            <a:pathLst>
              <a:path w="33654" h="76200">
                <a:moveTo>
                  <a:pt x="33527" y="0"/>
                </a:moveTo>
                <a:lnTo>
                  <a:pt x="21716" y="0"/>
                </a:lnTo>
                <a:lnTo>
                  <a:pt x="19938" y="4622"/>
                </a:lnTo>
                <a:lnTo>
                  <a:pt x="16890" y="8674"/>
                </a:lnTo>
                <a:lnTo>
                  <a:pt x="8000" y="15608"/>
                </a:lnTo>
                <a:lnTo>
                  <a:pt x="3809" y="17957"/>
                </a:lnTo>
                <a:lnTo>
                  <a:pt x="0" y="19202"/>
                </a:lnTo>
                <a:lnTo>
                  <a:pt x="0" y="32410"/>
                </a:lnTo>
                <a:lnTo>
                  <a:pt x="7238" y="30022"/>
                </a:lnTo>
                <a:lnTo>
                  <a:pt x="13588" y="26352"/>
                </a:lnTo>
                <a:lnTo>
                  <a:pt x="18923" y="21374"/>
                </a:lnTo>
                <a:lnTo>
                  <a:pt x="18923" y="76200"/>
                </a:lnTo>
                <a:lnTo>
                  <a:pt x="33527" y="76200"/>
                </a:lnTo>
                <a:lnTo>
                  <a:pt x="33527" y="0"/>
                </a:lnTo>
                <a:close/>
              </a:path>
            </a:pathLst>
          </a:custGeom>
          <a:solidFill>
            <a:srgbClr val="4264DE">
              <a:alpha val="10195"/>
            </a:srgbClr>
          </a:solidFill>
        </p:spPr>
        <p:txBody>
          <a:bodyPr wrap="square" lIns="0" tIns="0" rIns="0" bIns="0" rtlCol="0"/>
          <a:lstStyle/>
          <a:p>
            <a:endParaRPr/>
          </a:p>
        </p:txBody>
      </p:sp>
      <p:sp>
        <p:nvSpPr>
          <p:cNvPr id="239" name="object 239"/>
          <p:cNvSpPr/>
          <p:nvPr/>
        </p:nvSpPr>
        <p:spPr>
          <a:xfrm>
            <a:off x="9131807" y="6164579"/>
            <a:ext cx="50800" cy="78105"/>
          </a:xfrm>
          <a:custGeom>
            <a:avLst/>
            <a:gdLst/>
            <a:ahLst/>
            <a:cxnLst/>
            <a:rect l="l" t="t" r="r" b="b"/>
            <a:pathLst>
              <a:path w="50800" h="78104">
                <a:moveTo>
                  <a:pt x="32639" y="0"/>
                </a:moveTo>
                <a:lnTo>
                  <a:pt x="17652" y="0"/>
                </a:lnTo>
                <a:lnTo>
                  <a:pt x="11811" y="2590"/>
                </a:lnTo>
                <a:lnTo>
                  <a:pt x="0" y="38735"/>
                </a:lnTo>
                <a:lnTo>
                  <a:pt x="440" y="48929"/>
                </a:lnTo>
                <a:lnTo>
                  <a:pt x="17652" y="77724"/>
                </a:lnTo>
                <a:lnTo>
                  <a:pt x="32639" y="77724"/>
                </a:lnTo>
                <a:lnTo>
                  <a:pt x="38481" y="75133"/>
                </a:lnTo>
                <a:lnTo>
                  <a:pt x="42672" y="69938"/>
                </a:lnTo>
                <a:lnTo>
                  <a:pt x="45296" y="65620"/>
                </a:lnTo>
                <a:lnTo>
                  <a:pt x="23368" y="65620"/>
                </a:lnTo>
                <a:lnTo>
                  <a:pt x="21701" y="65062"/>
                </a:lnTo>
                <a:lnTo>
                  <a:pt x="18923" y="62852"/>
                </a:lnTo>
                <a:lnTo>
                  <a:pt x="17780" y="60629"/>
                </a:lnTo>
                <a:lnTo>
                  <a:pt x="16001" y="53949"/>
                </a:lnTo>
                <a:lnTo>
                  <a:pt x="15586" y="48929"/>
                </a:lnTo>
                <a:lnTo>
                  <a:pt x="15591" y="28735"/>
                </a:lnTo>
                <a:lnTo>
                  <a:pt x="23368" y="12103"/>
                </a:lnTo>
                <a:lnTo>
                  <a:pt x="45324" y="12103"/>
                </a:lnTo>
                <a:lnTo>
                  <a:pt x="42799" y="7886"/>
                </a:lnTo>
                <a:lnTo>
                  <a:pt x="38481" y="2628"/>
                </a:lnTo>
                <a:lnTo>
                  <a:pt x="32639" y="0"/>
                </a:lnTo>
                <a:close/>
              </a:path>
              <a:path w="50800" h="78104">
                <a:moveTo>
                  <a:pt x="45324" y="12103"/>
                </a:moveTo>
                <a:lnTo>
                  <a:pt x="26924" y="12103"/>
                </a:lnTo>
                <a:lnTo>
                  <a:pt x="28575" y="12661"/>
                </a:lnTo>
                <a:lnTo>
                  <a:pt x="31369" y="14909"/>
                </a:lnTo>
                <a:lnTo>
                  <a:pt x="32512" y="17145"/>
                </a:lnTo>
                <a:lnTo>
                  <a:pt x="34290" y="23825"/>
                </a:lnTo>
                <a:lnTo>
                  <a:pt x="34696" y="28735"/>
                </a:lnTo>
                <a:lnTo>
                  <a:pt x="34708" y="48929"/>
                </a:lnTo>
                <a:lnTo>
                  <a:pt x="34290" y="54152"/>
                </a:lnTo>
                <a:lnTo>
                  <a:pt x="33274" y="57886"/>
                </a:lnTo>
                <a:lnTo>
                  <a:pt x="32512" y="60794"/>
                </a:lnTo>
                <a:lnTo>
                  <a:pt x="31369" y="62814"/>
                </a:lnTo>
                <a:lnTo>
                  <a:pt x="28575" y="65062"/>
                </a:lnTo>
                <a:lnTo>
                  <a:pt x="26924" y="65620"/>
                </a:lnTo>
                <a:lnTo>
                  <a:pt x="45296" y="65620"/>
                </a:lnTo>
                <a:lnTo>
                  <a:pt x="46005" y="64454"/>
                </a:lnTo>
                <a:lnTo>
                  <a:pt x="48386" y="57451"/>
                </a:lnTo>
                <a:lnTo>
                  <a:pt x="49815" y="48929"/>
                </a:lnTo>
                <a:lnTo>
                  <a:pt x="50292"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240" name="object 240"/>
          <p:cNvSpPr/>
          <p:nvPr/>
        </p:nvSpPr>
        <p:spPr>
          <a:xfrm>
            <a:off x="9313164" y="6166103"/>
            <a:ext cx="33655" cy="76200"/>
          </a:xfrm>
          <a:custGeom>
            <a:avLst/>
            <a:gdLst/>
            <a:ahLst/>
            <a:cxnLst/>
            <a:rect l="l" t="t" r="r" b="b"/>
            <a:pathLst>
              <a:path w="33654" h="76200">
                <a:moveTo>
                  <a:pt x="33527" y="0"/>
                </a:moveTo>
                <a:lnTo>
                  <a:pt x="21716" y="0"/>
                </a:lnTo>
                <a:lnTo>
                  <a:pt x="19938" y="4622"/>
                </a:lnTo>
                <a:lnTo>
                  <a:pt x="16890" y="8674"/>
                </a:lnTo>
                <a:lnTo>
                  <a:pt x="8000" y="15608"/>
                </a:lnTo>
                <a:lnTo>
                  <a:pt x="3809" y="17957"/>
                </a:lnTo>
                <a:lnTo>
                  <a:pt x="0" y="19202"/>
                </a:lnTo>
                <a:lnTo>
                  <a:pt x="0" y="32410"/>
                </a:lnTo>
                <a:lnTo>
                  <a:pt x="7238" y="30022"/>
                </a:lnTo>
                <a:lnTo>
                  <a:pt x="13588" y="26352"/>
                </a:lnTo>
                <a:lnTo>
                  <a:pt x="18922" y="21374"/>
                </a:lnTo>
                <a:lnTo>
                  <a:pt x="18922" y="76200"/>
                </a:lnTo>
                <a:lnTo>
                  <a:pt x="33527" y="76200"/>
                </a:lnTo>
                <a:lnTo>
                  <a:pt x="33527" y="0"/>
                </a:lnTo>
                <a:close/>
              </a:path>
            </a:pathLst>
          </a:custGeom>
          <a:solidFill>
            <a:srgbClr val="4264DE">
              <a:alpha val="10195"/>
            </a:srgbClr>
          </a:solidFill>
        </p:spPr>
        <p:txBody>
          <a:bodyPr wrap="square" lIns="0" tIns="0" rIns="0" bIns="0" rtlCol="0"/>
          <a:lstStyle/>
          <a:p>
            <a:endParaRPr/>
          </a:p>
        </p:txBody>
      </p:sp>
      <p:sp>
        <p:nvSpPr>
          <p:cNvPr id="241" name="object 241"/>
          <p:cNvSpPr/>
          <p:nvPr/>
        </p:nvSpPr>
        <p:spPr>
          <a:xfrm>
            <a:off x="9479280" y="6164579"/>
            <a:ext cx="48895" cy="78105"/>
          </a:xfrm>
          <a:custGeom>
            <a:avLst/>
            <a:gdLst/>
            <a:ahLst/>
            <a:cxnLst/>
            <a:rect l="l" t="t" r="r" b="b"/>
            <a:pathLst>
              <a:path w="48895" h="78104">
                <a:moveTo>
                  <a:pt x="31623" y="0"/>
                </a:moveTo>
                <a:lnTo>
                  <a:pt x="17145" y="0"/>
                </a:lnTo>
                <a:lnTo>
                  <a:pt x="11429" y="2590"/>
                </a:lnTo>
                <a:lnTo>
                  <a:pt x="0" y="38735"/>
                </a:lnTo>
                <a:lnTo>
                  <a:pt x="438" y="48929"/>
                </a:lnTo>
                <a:lnTo>
                  <a:pt x="17018" y="77724"/>
                </a:lnTo>
                <a:lnTo>
                  <a:pt x="31623" y="77724"/>
                </a:lnTo>
                <a:lnTo>
                  <a:pt x="37338" y="75133"/>
                </a:lnTo>
                <a:lnTo>
                  <a:pt x="41401" y="69938"/>
                </a:lnTo>
                <a:lnTo>
                  <a:pt x="43953" y="65620"/>
                </a:lnTo>
                <a:lnTo>
                  <a:pt x="22605" y="65620"/>
                </a:lnTo>
                <a:lnTo>
                  <a:pt x="21065" y="65062"/>
                </a:lnTo>
                <a:lnTo>
                  <a:pt x="15182" y="48929"/>
                </a:lnTo>
                <a:lnTo>
                  <a:pt x="15186" y="28735"/>
                </a:lnTo>
                <a:lnTo>
                  <a:pt x="22605" y="12103"/>
                </a:lnTo>
                <a:lnTo>
                  <a:pt x="43911" y="12103"/>
                </a:lnTo>
                <a:lnTo>
                  <a:pt x="41401" y="7886"/>
                </a:lnTo>
                <a:lnTo>
                  <a:pt x="37338" y="2628"/>
                </a:lnTo>
                <a:lnTo>
                  <a:pt x="31623" y="0"/>
                </a:lnTo>
                <a:close/>
              </a:path>
              <a:path w="48895" h="78104">
                <a:moveTo>
                  <a:pt x="43911" y="12103"/>
                </a:moveTo>
                <a:lnTo>
                  <a:pt x="26162" y="12103"/>
                </a:lnTo>
                <a:lnTo>
                  <a:pt x="27686" y="12661"/>
                </a:lnTo>
                <a:lnTo>
                  <a:pt x="29083" y="13779"/>
                </a:lnTo>
                <a:lnTo>
                  <a:pt x="33588" y="48929"/>
                </a:lnTo>
                <a:lnTo>
                  <a:pt x="33274" y="54152"/>
                </a:lnTo>
                <a:lnTo>
                  <a:pt x="32258" y="57886"/>
                </a:lnTo>
                <a:lnTo>
                  <a:pt x="31496" y="60794"/>
                </a:lnTo>
                <a:lnTo>
                  <a:pt x="30352" y="62814"/>
                </a:lnTo>
                <a:lnTo>
                  <a:pt x="29051" y="63969"/>
                </a:lnTo>
                <a:lnTo>
                  <a:pt x="27651" y="65074"/>
                </a:lnTo>
                <a:lnTo>
                  <a:pt x="26162" y="65620"/>
                </a:lnTo>
                <a:lnTo>
                  <a:pt x="43953" y="65620"/>
                </a:lnTo>
                <a:lnTo>
                  <a:pt x="44642" y="64454"/>
                </a:lnTo>
                <a:lnTo>
                  <a:pt x="46942" y="57451"/>
                </a:lnTo>
                <a:lnTo>
                  <a:pt x="48313" y="48929"/>
                </a:lnTo>
                <a:lnTo>
                  <a:pt x="48768"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242" name="object 242"/>
          <p:cNvSpPr/>
          <p:nvPr/>
        </p:nvSpPr>
        <p:spPr>
          <a:xfrm>
            <a:off x="9845040" y="6166103"/>
            <a:ext cx="33655" cy="76200"/>
          </a:xfrm>
          <a:custGeom>
            <a:avLst/>
            <a:gdLst/>
            <a:ahLst/>
            <a:cxnLst/>
            <a:rect l="l" t="t" r="r" b="b"/>
            <a:pathLst>
              <a:path w="33654" h="76200">
                <a:moveTo>
                  <a:pt x="33527" y="0"/>
                </a:moveTo>
                <a:lnTo>
                  <a:pt x="21716" y="0"/>
                </a:lnTo>
                <a:lnTo>
                  <a:pt x="19938" y="4622"/>
                </a:lnTo>
                <a:lnTo>
                  <a:pt x="16890" y="8674"/>
                </a:lnTo>
                <a:lnTo>
                  <a:pt x="8000" y="15608"/>
                </a:lnTo>
                <a:lnTo>
                  <a:pt x="3809" y="17957"/>
                </a:lnTo>
                <a:lnTo>
                  <a:pt x="0" y="19202"/>
                </a:lnTo>
                <a:lnTo>
                  <a:pt x="0" y="32410"/>
                </a:lnTo>
                <a:lnTo>
                  <a:pt x="7238" y="30022"/>
                </a:lnTo>
                <a:lnTo>
                  <a:pt x="13588" y="26352"/>
                </a:lnTo>
                <a:lnTo>
                  <a:pt x="18923" y="21374"/>
                </a:lnTo>
                <a:lnTo>
                  <a:pt x="18923" y="76200"/>
                </a:lnTo>
                <a:lnTo>
                  <a:pt x="33527" y="76200"/>
                </a:lnTo>
                <a:lnTo>
                  <a:pt x="33527" y="0"/>
                </a:lnTo>
                <a:close/>
              </a:path>
            </a:pathLst>
          </a:custGeom>
          <a:solidFill>
            <a:srgbClr val="4264DE">
              <a:alpha val="10195"/>
            </a:srgbClr>
          </a:solidFill>
        </p:spPr>
        <p:txBody>
          <a:bodyPr wrap="square" lIns="0" tIns="0" rIns="0" bIns="0" rtlCol="0"/>
          <a:lstStyle/>
          <a:p>
            <a:endParaRPr/>
          </a:p>
        </p:txBody>
      </p:sp>
      <p:sp>
        <p:nvSpPr>
          <p:cNvPr id="243" name="object 243"/>
          <p:cNvSpPr/>
          <p:nvPr/>
        </p:nvSpPr>
        <p:spPr>
          <a:xfrm>
            <a:off x="9663683" y="6164579"/>
            <a:ext cx="48895" cy="78105"/>
          </a:xfrm>
          <a:custGeom>
            <a:avLst/>
            <a:gdLst/>
            <a:ahLst/>
            <a:cxnLst/>
            <a:rect l="l" t="t" r="r" b="b"/>
            <a:pathLst>
              <a:path w="48895" h="78104">
                <a:moveTo>
                  <a:pt x="31623" y="0"/>
                </a:moveTo>
                <a:lnTo>
                  <a:pt x="17145" y="0"/>
                </a:lnTo>
                <a:lnTo>
                  <a:pt x="11430" y="2590"/>
                </a:lnTo>
                <a:lnTo>
                  <a:pt x="0" y="38735"/>
                </a:lnTo>
                <a:lnTo>
                  <a:pt x="438" y="48929"/>
                </a:lnTo>
                <a:lnTo>
                  <a:pt x="17018" y="77724"/>
                </a:lnTo>
                <a:lnTo>
                  <a:pt x="31623" y="77724"/>
                </a:lnTo>
                <a:lnTo>
                  <a:pt x="37338" y="75133"/>
                </a:lnTo>
                <a:lnTo>
                  <a:pt x="41401" y="69938"/>
                </a:lnTo>
                <a:lnTo>
                  <a:pt x="43953" y="65620"/>
                </a:lnTo>
                <a:lnTo>
                  <a:pt x="22606" y="65620"/>
                </a:lnTo>
                <a:lnTo>
                  <a:pt x="21065" y="65062"/>
                </a:lnTo>
                <a:lnTo>
                  <a:pt x="15182" y="48929"/>
                </a:lnTo>
                <a:lnTo>
                  <a:pt x="15186" y="28735"/>
                </a:lnTo>
                <a:lnTo>
                  <a:pt x="22606" y="12103"/>
                </a:lnTo>
                <a:lnTo>
                  <a:pt x="43911" y="12103"/>
                </a:lnTo>
                <a:lnTo>
                  <a:pt x="41401" y="7886"/>
                </a:lnTo>
                <a:lnTo>
                  <a:pt x="37338" y="2628"/>
                </a:lnTo>
                <a:lnTo>
                  <a:pt x="31623" y="0"/>
                </a:lnTo>
                <a:close/>
              </a:path>
              <a:path w="48895" h="78104">
                <a:moveTo>
                  <a:pt x="43911" y="12103"/>
                </a:moveTo>
                <a:lnTo>
                  <a:pt x="26162" y="12103"/>
                </a:lnTo>
                <a:lnTo>
                  <a:pt x="27686" y="12661"/>
                </a:lnTo>
                <a:lnTo>
                  <a:pt x="29083" y="13779"/>
                </a:lnTo>
                <a:lnTo>
                  <a:pt x="33588" y="48929"/>
                </a:lnTo>
                <a:lnTo>
                  <a:pt x="33274" y="54152"/>
                </a:lnTo>
                <a:lnTo>
                  <a:pt x="32258" y="57886"/>
                </a:lnTo>
                <a:lnTo>
                  <a:pt x="31496" y="60794"/>
                </a:lnTo>
                <a:lnTo>
                  <a:pt x="30352" y="62814"/>
                </a:lnTo>
                <a:lnTo>
                  <a:pt x="29051" y="63969"/>
                </a:lnTo>
                <a:lnTo>
                  <a:pt x="27651" y="65074"/>
                </a:lnTo>
                <a:lnTo>
                  <a:pt x="26162" y="65620"/>
                </a:lnTo>
                <a:lnTo>
                  <a:pt x="43953" y="65620"/>
                </a:lnTo>
                <a:lnTo>
                  <a:pt x="44642" y="64454"/>
                </a:lnTo>
                <a:lnTo>
                  <a:pt x="46942" y="57451"/>
                </a:lnTo>
                <a:lnTo>
                  <a:pt x="48313" y="48929"/>
                </a:lnTo>
                <a:lnTo>
                  <a:pt x="48768"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244" name="object 244"/>
          <p:cNvSpPr/>
          <p:nvPr/>
        </p:nvSpPr>
        <p:spPr>
          <a:xfrm>
            <a:off x="10006583" y="6166103"/>
            <a:ext cx="33655" cy="76200"/>
          </a:xfrm>
          <a:custGeom>
            <a:avLst/>
            <a:gdLst/>
            <a:ahLst/>
            <a:cxnLst/>
            <a:rect l="l" t="t" r="r" b="b"/>
            <a:pathLst>
              <a:path w="33654" h="76200">
                <a:moveTo>
                  <a:pt x="33527" y="0"/>
                </a:moveTo>
                <a:lnTo>
                  <a:pt x="21717" y="0"/>
                </a:lnTo>
                <a:lnTo>
                  <a:pt x="19939" y="4622"/>
                </a:lnTo>
                <a:lnTo>
                  <a:pt x="16891" y="8674"/>
                </a:lnTo>
                <a:lnTo>
                  <a:pt x="8000" y="15608"/>
                </a:lnTo>
                <a:lnTo>
                  <a:pt x="3810" y="17957"/>
                </a:lnTo>
                <a:lnTo>
                  <a:pt x="0" y="19202"/>
                </a:lnTo>
                <a:lnTo>
                  <a:pt x="0" y="32410"/>
                </a:lnTo>
                <a:lnTo>
                  <a:pt x="7239" y="30022"/>
                </a:lnTo>
                <a:lnTo>
                  <a:pt x="13589" y="26352"/>
                </a:lnTo>
                <a:lnTo>
                  <a:pt x="18923" y="21374"/>
                </a:lnTo>
                <a:lnTo>
                  <a:pt x="18923" y="76200"/>
                </a:lnTo>
                <a:lnTo>
                  <a:pt x="33527" y="76200"/>
                </a:lnTo>
                <a:lnTo>
                  <a:pt x="33527" y="0"/>
                </a:lnTo>
                <a:close/>
              </a:path>
            </a:pathLst>
          </a:custGeom>
          <a:solidFill>
            <a:srgbClr val="4264DE">
              <a:alpha val="10195"/>
            </a:srgbClr>
          </a:solidFill>
        </p:spPr>
        <p:txBody>
          <a:bodyPr wrap="square" lIns="0" tIns="0" rIns="0" bIns="0" rtlCol="0"/>
          <a:lstStyle/>
          <a:p>
            <a:endParaRPr/>
          </a:p>
        </p:txBody>
      </p:sp>
      <p:sp>
        <p:nvSpPr>
          <p:cNvPr id="245" name="object 245"/>
          <p:cNvSpPr/>
          <p:nvPr/>
        </p:nvSpPr>
        <p:spPr>
          <a:xfrm>
            <a:off x="10172700" y="6164579"/>
            <a:ext cx="48895" cy="78105"/>
          </a:xfrm>
          <a:custGeom>
            <a:avLst/>
            <a:gdLst/>
            <a:ahLst/>
            <a:cxnLst/>
            <a:rect l="l" t="t" r="r" b="b"/>
            <a:pathLst>
              <a:path w="48895" h="78104">
                <a:moveTo>
                  <a:pt x="31623" y="0"/>
                </a:moveTo>
                <a:lnTo>
                  <a:pt x="17145" y="0"/>
                </a:lnTo>
                <a:lnTo>
                  <a:pt x="11429" y="2590"/>
                </a:lnTo>
                <a:lnTo>
                  <a:pt x="0" y="38735"/>
                </a:lnTo>
                <a:lnTo>
                  <a:pt x="438" y="48929"/>
                </a:lnTo>
                <a:lnTo>
                  <a:pt x="17018" y="77724"/>
                </a:lnTo>
                <a:lnTo>
                  <a:pt x="31623" y="77724"/>
                </a:lnTo>
                <a:lnTo>
                  <a:pt x="37338" y="75133"/>
                </a:lnTo>
                <a:lnTo>
                  <a:pt x="41401" y="69938"/>
                </a:lnTo>
                <a:lnTo>
                  <a:pt x="43953" y="65620"/>
                </a:lnTo>
                <a:lnTo>
                  <a:pt x="22605" y="65620"/>
                </a:lnTo>
                <a:lnTo>
                  <a:pt x="21065" y="65062"/>
                </a:lnTo>
                <a:lnTo>
                  <a:pt x="15182" y="48929"/>
                </a:lnTo>
                <a:lnTo>
                  <a:pt x="15186" y="28735"/>
                </a:lnTo>
                <a:lnTo>
                  <a:pt x="22605" y="12103"/>
                </a:lnTo>
                <a:lnTo>
                  <a:pt x="43911" y="12103"/>
                </a:lnTo>
                <a:lnTo>
                  <a:pt x="41401" y="7886"/>
                </a:lnTo>
                <a:lnTo>
                  <a:pt x="37338" y="2628"/>
                </a:lnTo>
                <a:lnTo>
                  <a:pt x="31623" y="0"/>
                </a:lnTo>
                <a:close/>
              </a:path>
              <a:path w="48895" h="78104">
                <a:moveTo>
                  <a:pt x="43911" y="12103"/>
                </a:moveTo>
                <a:lnTo>
                  <a:pt x="26161" y="12103"/>
                </a:lnTo>
                <a:lnTo>
                  <a:pt x="27685" y="12661"/>
                </a:lnTo>
                <a:lnTo>
                  <a:pt x="28955" y="13779"/>
                </a:lnTo>
                <a:lnTo>
                  <a:pt x="33588" y="48929"/>
                </a:lnTo>
                <a:lnTo>
                  <a:pt x="33274" y="54152"/>
                </a:lnTo>
                <a:lnTo>
                  <a:pt x="32257" y="57886"/>
                </a:lnTo>
                <a:lnTo>
                  <a:pt x="31496" y="60794"/>
                </a:lnTo>
                <a:lnTo>
                  <a:pt x="30352" y="62814"/>
                </a:lnTo>
                <a:lnTo>
                  <a:pt x="29051" y="63969"/>
                </a:lnTo>
                <a:lnTo>
                  <a:pt x="27651" y="65074"/>
                </a:lnTo>
                <a:lnTo>
                  <a:pt x="26161" y="65620"/>
                </a:lnTo>
                <a:lnTo>
                  <a:pt x="43953" y="65620"/>
                </a:lnTo>
                <a:lnTo>
                  <a:pt x="44642" y="64454"/>
                </a:lnTo>
                <a:lnTo>
                  <a:pt x="46942" y="57451"/>
                </a:lnTo>
                <a:lnTo>
                  <a:pt x="48313" y="48929"/>
                </a:lnTo>
                <a:lnTo>
                  <a:pt x="48768"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246" name="object 246"/>
          <p:cNvSpPr/>
          <p:nvPr/>
        </p:nvSpPr>
        <p:spPr>
          <a:xfrm>
            <a:off x="10354056" y="6166103"/>
            <a:ext cx="33655" cy="76200"/>
          </a:xfrm>
          <a:custGeom>
            <a:avLst/>
            <a:gdLst/>
            <a:ahLst/>
            <a:cxnLst/>
            <a:rect l="l" t="t" r="r" b="b"/>
            <a:pathLst>
              <a:path w="33654" h="76200">
                <a:moveTo>
                  <a:pt x="33527" y="0"/>
                </a:moveTo>
                <a:lnTo>
                  <a:pt x="21717" y="0"/>
                </a:lnTo>
                <a:lnTo>
                  <a:pt x="19939" y="4622"/>
                </a:lnTo>
                <a:lnTo>
                  <a:pt x="16891" y="8674"/>
                </a:lnTo>
                <a:lnTo>
                  <a:pt x="8000" y="15608"/>
                </a:lnTo>
                <a:lnTo>
                  <a:pt x="3810" y="17957"/>
                </a:lnTo>
                <a:lnTo>
                  <a:pt x="0" y="19202"/>
                </a:lnTo>
                <a:lnTo>
                  <a:pt x="0" y="32410"/>
                </a:lnTo>
                <a:lnTo>
                  <a:pt x="7239" y="30022"/>
                </a:lnTo>
                <a:lnTo>
                  <a:pt x="13589" y="26352"/>
                </a:lnTo>
                <a:lnTo>
                  <a:pt x="18923" y="21374"/>
                </a:lnTo>
                <a:lnTo>
                  <a:pt x="18923" y="76200"/>
                </a:lnTo>
                <a:lnTo>
                  <a:pt x="33527" y="76200"/>
                </a:lnTo>
                <a:lnTo>
                  <a:pt x="33527" y="0"/>
                </a:lnTo>
                <a:close/>
              </a:path>
            </a:pathLst>
          </a:custGeom>
          <a:solidFill>
            <a:srgbClr val="4264DE">
              <a:alpha val="10195"/>
            </a:srgbClr>
          </a:solidFill>
        </p:spPr>
        <p:txBody>
          <a:bodyPr wrap="square" lIns="0" tIns="0" rIns="0" bIns="0" rtlCol="0"/>
          <a:lstStyle/>
          <a:p>
            <a:endParaRPr/>
          </a:p>
        </p:txBody>
      </p:sp>
      <p:sp>
        <p:nvSpPr>
          <p:cNvPr id="247" name="object 247"/>
          <p:cNvSpPr/>
          <p:nvPr/>
        </p:nvSpPr>
        <p:spPr>
          <a:xfrm>
            <a:off x="10518647" y="6164579"/>
            <a:ext cx="50800" cy="78105"/>
          </a:xfrm>
          <a:custGeom>
            <a:avLst/>
            <a:gdLst/>
            <a:ahLst/>
            <a:cxnLst/>
            <a:rect l="l" t="t" r="r" b="b"/>
            <a:pathLst>
              <a:path w="50800" h="78104">
                <a:moveTo>
                  <a:pt x="32638" y="0"/>
                </a:moveTo>
                <a:lnTo>
                  <a:pt x="17652" y="0"/>
                </a:lnTo>
                <a:lnTo>
                  <a:pt x="11810" y="2590"/>
                </a:lnTo>
                <a:lnTo>
                  <a:pt x="0" y="38735"/>
                </a:lnTo>
                <a:lnTo>
                  <a:pt x="440" y="48929"/>
                </a:lnTo>
                <a:lnTo>
                  <a:pt x="17652" y="77724"/>
                </a:lnTo>
                <a:lnTo>
                  <a:pt x="32638" y="77724"/>
                </a:lnTo>
                <a:lnTo>
                  <a:pt x="38480" y="75133"/>
                </a:lnTo>
                <a:lnTo>
                  <a:pt x="42672" y="69938"/>
                </a:lnTo>
                <a:lnTo>
                  <a:pt x="45296" y="65620"/>
                </a:lnTo>
                <a:lnTo>
                  <a:pt x="23368" y="65620"/>
                </a:lnTo>
                <a:lnTo>
                  <a:pt x="21701" y="65062"/>
                </a:lnTo>
                <a:lnTo>
                  <a:pt x="18923" y="62852"/>
                </a:lnTo>
                <a:lnTo>
                  <a:pt x="17779" y="60629"/>
                </a:lnTo>
                <a:lnTo>
                  <a:pt x="16001" y="53949"/>
                </a:lnTo>
                <a:lnTo>
                  <a:pt x="15586" y="48929"/>
                </a:lnTo>
                <a:lnTo>
                  <a:pt x="15591" y="28735"/>
                </a:lnTo>
                <a:lnTo>
                  <a:pt x="23368" y="12103"/>
                </a:lnTo>
                <a:lnTo>
                  <a:pt x="45324" y="12103"/>
                </a:lnTo>
                <a:lnTo>
                  <a:pt x="42799" y="7886"/>
                </a:lnTo>
                <a:lnTo>
                  <a:pt x="38480" y="2628"/>
                </a:lnTo>
                <a:lnTo>
                  <a:pt x="32638" y="0"/>
                </a:lnTo>
                <a:close/>
              </a:path>
              <a:path w="50800" h="78104">
                <a:moveTo>
                  <a:pt x="45324" y="12103"/>
                </a:moveTo>
                <a:lnTo>
                  <a:pt x="26924" y="12103"/>
                </a:lnTo>
                <a:lnTo>
                  <a:pt x="28575" y="12661"/>
                </a:lnTo>
                <a:lnTo>
                  <a:pt x="31369" y="14909"/>
                </a:lnTo>
                <a:lnTo>
                  <a:pt x="32511" y="17145"/>
                </a:lnTo>
                <a:lnTo>
                  <a:pt x="34290" y="23825"/>
                </a:lnTo>
                <a:lnTo>
                  <a:pt x="34696" y="28735"/>
                </a:lnTo>
                <a:lnTo>
                  <a:pt x="34708" y="48929"/>
                </a:lnTo>
                <a:lnTo>
                  <a:pt x="34290" y="54152"/>
                </a:lnTo>
                <a:lnTo>
                  <a:pt x="33274" y="57886"/>
                </a:lnTo>
                <a:lnTo>
                  <a:pt x="32511" y="60794"/>
                </a:lnTo>
                <a:lnTo>
                  <a:pt x="31369" y="62814"/>
                </a:lnTo>
                <a:lnTo>
                  <a:pt x="28575" y="65062"/>
                </a:lnTo>
                <a:lnTo>
                  <a:pt x="26924" y="65620"/>
                </a:lnTo>
                <a:lnTo>
                  <a:pt x="45296" y="65620"/>
                </a:lnTo>
                <a:lnTo>
                  <a:pt x="46005" y="64454"/>
                </a:lnTo>
                <a:lnTo>
                  <a:pt x="48386" y="57451"/>
                </a:lnTo>
                <a:lnTo>
                  <a:pt x="49815" y="48929"/>
                </a:lnTo>
                <a:lnTo>
                  <a:pt x="50292"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248" name="object 248"/>
          <p:cNvSpPr/>
          <p:nvPr/>
        </p:nvSpPr>
        <p:spPr>
          <a:xfrm>
            <a:off x="10700004" y="6166103"/>
            <a:ext cx="33655" cy="76200"/>
          </a:xfrm>
          <a:custGeom>
            <a:avLst/>
            <a:gdLst/>
            <a:ahLst/>
            <a:cxnLst/>
            <a:rect l="l" t="t" r="r" b="b"/>
            <a:pathLst>
              <a:path w="33654" h="76200">
                <a:moveTo>
                  <a:pt x="33527" y="0"/>
                </a:moveTo>
                <a:lnTo>
                  <a:pt x="21717" y="0"/>
                </a:lnTo>
                <a:lnTo>
                  <a:pt x="19939" y="4622"/>
                </a:lnTo>
                <a:lnTo>
                  <a:pt x="16891" y="8674"/>
                </a:lnTo>
                <a:lnTo>
                  <a:pt x="8000" y="15608"/>
                </a:lnTo>
                <a:lnTo>
                  <a:pt x="3810" y="17957"/>
                </a:lnTo>
                <a:lnTo>
                  <a:pt x="0" y="19202"/>
                </a:lnTo>
                <a:lnTo>
                  <a:pt x="0" y="32410"/>
                </a:lnTo>
                <a:lnTo>
                  <a:pt x="7239" y="30022"/>
                </a:lnTo>
                <a:lnTo>
                  <a:pt x="13589" y="26352"/>
                </a:lnTo>
                <a:lnTo>
                  <a:pt x="18923" y="21374"/>
                </a:lnTo>
                <a:lnTo>
                  <a:pt x="18923" y="76200"/>
                </a:lnTo>
                <a:lnTo>
                  <a:pt x="33527" y="76200"/>
                </a:lnTo>
                <a:lnTo>
                  <a:pt x="33527" y="0"/>
                </a:lnTo>
                <a:close/>
              </a:path>
            </a:pathLst>
          </a:custGeom>
          <a:solidFill>
            <a:srgbClr val="4264DE">
              <a:alpha val="10195"/>
            </a:srgbClr>
          </a:solidFill>
        </p:spPr>
        <p:txBody>
          <a:bodyPr wrap="square" lIns="0" tIns="0" rIns="0" bIns="0" rtlCol="0"/>
          <a:lstStyle/>
          <a:p>
            <a:endParaRPr/>
          </a:p>
        </p:txBody>
      </p:sp>
      <p:sp>
        <p:nvSpPr>
          <p:cNvPr id="249" name="object 249"/>
          <p:cNvSpPr/>
          <p:nvPr/>
        </p:nvSpPr>
        <p:spPr>
          <a:xfrm>
            <a:off x="10866119" y="6164579"/>
            <a:ext cx="48895" cy="78105"/>
          </a:xfrm>
          <a:custGeom>
            <a:avLst/>
            <a:gdLst/>
            <a:ahLst/>
            <a:cxnLst/>
            <a:rect l="l" t="t" r="r" b="b"/>
            <a:pathLst>
              <a:path w="48895" h="78104">
                <a:moveTo>
                  <a:pt x="31623" y="0"/>
                </a:moveTo>
                <a:lnTo>
                  <a:pt x="17145" y="0"/>
                </a:lnTo>
                <a:lnTo>
                  <a:pt x="11429" y="2590"/>
                </a:lnTo>
                <a:lnTo>
                  <a:pt x="0" y="38735"/>
                </a:lnTo>
                <a:lnTo>
                  <a:pt x="438" y="48929"/>
                </a:lnTo>
                <a:lnTo>
                  <a:pt x="17018" y="77724"/>
                </a:lnTo>
                <a:lnTo>
                  <a:pt x="31623" y="77724"/>
                </a:lnTo>
                <a:lnTo>
                  <a:pt x="37337" y="75133"/>
                </a:lnTo>
                <a:lnTo>
                  <a:pt x="41401" y="69938"/>
                </a:lnTo>
                <a:lnTo>
                  <a:pt x="43953" y="65620"/>
                </a:lnTo>
                <a:lnTo>
                  <a:pt x="22605" y="65620"/>
                </a:lnTo>
                <a:lnTo>
                  <a:pt x="21065" y="65062"/>
                </a:lnTo>
                <a:lnTo>
                  <a:pt x="15182" y="48929"/>
                </a:lnTo>
                <a:lnTo>
                  <a:pt x="15186" y="28735"/>
                </a:lnTo>
                <a:lnTo>
                  <a:pt x="22605" y="12103"/>
                </a:lnTo>
                <a:lnTo>
                  <a:pt x="43911" y="12103"/>
                </a:lnTo>
                <a:lnTo>
                  <a:pt x="41401" y="7886"/>
                </a:lnTo>
                <a:lnTo>
                  <a:pt x="37337" y="2628"/>
                </a:lnTo>
                <a:lnTo>
                  <a:pt x="31623" y="0"/>
                </a:lnTo>
                <a:close/>
              </a:path>
              <a:path w="48895" h="78104">
                <a:moveTo>
                  <a:pt x="43911" y="12103"/>
                </a:moveTo>
                <a:lnTo>
                  <a:pt x="26161" y="12103"/>
                </a:lnTo>
                <a:lnTo>
                  <a:pt x="27685" y="12661"/>
                </a:lnTo>
                <a:lnTo>
                  <a:pt x="29082" y="13779"/>
                </a:lnTo>
                <a:lnTo>
                  <a:pt x="33588" y="48929"/>
                </a:lnTo>
                <a:lnTo>
                  <a:pt x="33274" y="54152"/>
                </a:lnTo>
                <a:lnTo>
                  <a:pt x="32257" y="57886"/>
                </a:lnTo>
                <a:lnTo>
                  <a:pt x="31496" y="60794"/>
                </a:lnTo>
                <a:lnTo>
                  <a:pt x="30352" y="62814"/>
                </a:lnTo>
                <a:lnTo>
                  <a:pt x="29051" y="63969"/>
                </a:lnTo>
                <a:lnTo>
                  <a:pt x="27651" y="65074"/>
                </a:lnTo>
                <a:lnTo>
                  <a:pt x="26161" y="65620"/>
                </a:lnTo>
                <a:lnTo>
                  <a:pt x="43953" y="65620"/>
                </a:lnTo>
                <a:lnTo>
                  <a:pt x="44642" y="64454"/>
                </a:lnTo>
                <a:lnTo>
                  <a:pt x="46942" y="57451"/>
                </a:lnTo>
                <a:lnTo>
                  <a:pt x="48313" y="48929"/>
                </a:lnTo>
                <a:lnTo>
                  <a:pt x="48768"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250" name="object 250"/>
          <p:cNvSpPr/>
          <p:nvPr/>
        </p:nvSpPr>
        <p:spPr>
          <a:xfrm>
            <a:off x="11047476" y="6166103"/>
            <a:ext cx="33655" cy="76200"/>
          </a:xfrm>
          <a:custGeom>
            <a:avLst/>
            <a:gdLst/>
            <a:ahLst/>
            <a:cxnLst/>
            <a:rect l="l" t="t" r="r" b="b"/>
            <a:pathLst>
              <a:path w="33654" h="76200">
                <a:moveTo>
                  <a:pt x="33527" y="0"/>
                </a:moveTo>
                <a:lnTo>
                  <a:pt x="21717" y="0"/>
                </a:lnTo>
                <a:lnTo>
                  <a:pt x="19939" y="4622"/>
                </a:lnTo>
                <a:lnTo>
                  <a:pt x="16891" y="8674"/>
                </a:lnTo>
                <a:lnTo>
                  <a:pt x="8000" y="15608"/>
                </a:lnTo>
                <a:lnTo>
                  <a:pt x="3809" y="17957"/>
                </a:lnTo>
                <a:lnTo>
                  <a:pt x="0" y="19202"/>
                </a:lnTo>
                <a:lnTo>
                  <a:pt x="0" y="32410"/>
                </a:lnTo>
                <a:lnTo>
                  <a:pt x="7239" y="30022"/>
                </a:lnTo>
                <a:lnTo>
                  <a:pt x="13589" y="26352"/>
                </a:lnTo>
                <a:lnTo>
                  <a:pt x="18923" y="21374"/>
                </a:lnTo>
                <a:lnTo>
                  <a:pt x="18923" y="76200"/>
                </a:lnTo>
                <a:lnTo>
                  <a:pt x="33527" y="76200"/>
                </a:lnTo>
                <a:lnTo>
                  <a:pt x="33527" y="0"/>
                </a:lnTo>
                <a:close/>
              </a:path>
            </a:pathLst>
          </a:custGeom>
          <a:solidFill>
            <a:srgbClr val="4264DE">
              <a:alpha val="10195"/>
            </a:srgbClr>
          </a:solidFill>
        </p:spPr>
        <p:txBody>
          <a:bodyPr wrap="square" lIns="0" tIns="0" rIns="0" bIns="0" rtlCol="0"/>
          <a:lstStyle/>
          <a:p>
            <a:endParaRPr/>
          </a:p>
        </p:txBody>
      </p:sp>
      <p:sp>
        <p:nvSpPr>
          <p:cNvPr id="251" name="object 251"/>
          <p:cNvSpPr/>
          <p:nvPr/>
        </p:nvSpPr>
        <p:spPr>
          <a:xfrm>
            <a:off x="11212068" y="6164579"/>
            <a:ext cx="50800" cy="78105"/>
          </a:xfrm>
          <a:custGeom>
            <a:avLst/>
            <a:gdLst/>
            <a:ahLst/>
            <a:cxnLst/>
            <a:rect l="l" t="t" r="r" b="b"/>
            <a:pathLst>
              <a:path w="50800" h="78104">
                <a:moveTo>
                  <a:pt x="32638" y="0"/>
                </a:moveTo>
                <a:lnTo>
                  <a:pt x="17652" y="0"/>
                </a:lnTo>
                <a:lnTo>
                  <a:pt x="11810" y="2590"/>
                </a:lnTo>
                <a:lnTo>
                  <a:pt x="0" y="38735"/>
                </a:lnTo>
                <a:lnTo>
                  <a:pt x="440" y="48929"/>
                </a:lnTo>
                <a:lnTo>
                  <a:pt x="17652" y="77724"/>
                </a:lnTo>
                <a:lnTo>
                  <a:pt x="32638" y="77724"/>
                </a:lnTo>
                <a:lnTo>
                  <a:pt x="38480" y="75133"/>
                </a:lnTo>
                <a:lnTo>
                  <a:pt x="42672" y="69938"/>
                </a:lnTo>
                <a:lnTo>
                  <a:pt x="45296" y="65620"/>
                </a:lnTo>
                <a:lnTo>
                  <a:pt x="23367" y="65620"/>
                </a:lnTo>
                <a:lnTo>
                  <a:pt x="21701" y="65062"/>
                </a:lnTo>
                <a:lnTo>
                  <a:pt x="18923" y="62852"/>
                </a:lnTo>
                <a:lnTo>
                  <a:pt x="17779" y="60629"/>
                </a:lnTo>
                <a:lnTo>
                  <a:pt x="16001" y="53949"/>
                </a:lnTo>
                <a:lnTo>
                  <a:pt x="15586" y="48929"/>
                </a:lnTo>
                <a:lnTo>
                  <a:pt x="15591" y="28735"/>
                </a:lnTo>
                <a:lnTo>
                  <a:pt x="23367" y="12103"/>
                </a:lnTo>
                <a:lnTo>
                  <a:pt x="45324" y="12103"/>
                </a:lnTo>
                <a:lnTo>
                  <a:pt x="42799" y="7886"/>
                </a:lnTo>
                <a:lnTo>
                  <a:pt x="38480" y="2628"/>
                </a:lnTo>
                <a:lnTo>
                  <a:pt x="32638" y="0"/>
                </a:lnTo>
                <a:close/>
              </a:path>
              <a:path w="50800" h="78104">
                <a:moveTo>
                  <a:pt x="45324" y="12103"/>
                </a:moveTo>
                <a:lnTo>
                  <a:pt x="26924" y="12103"/>
                </a:lnTo>
                <a:lnTo>
                  <a:pt x="28575" y="12661"/>
                </a:lnTo>
                <a:lnTo>
                  <a:pt x="31368" y="14909"/>
                </a:lnTo>
                <a:lnTo>
                  <a:pt x="32511" y="17145"/>
                </a:lnTo>
                <a:lnTo>
                  <a:pt x="34289" y="23825"/>
                </a:lnTo>
                <a:lnTo>
                  <a:pt x="34696" y="28735"/>
                </a:lnTo>
                <a:lnTo>
                  <a:pt x="34708" y="48929"/>
                </a:lnTo>
                <a:lnTo>
                  <a:pt x="34289" y="54152"/>
                </a:lnTo>
                <a:lnTo>
                  <a:pt x="33274" y="57886"/>
                </a:lnTo>
                <a:lnTo>
                  <a:pt x="32511" y="60794"/>
                </a:lnTo>
                <a:lnTo>
                  <a:pt x="31368" y="62814"/>
                </a:lnTo>
                <a:lnTo>
                  <a:pt x="28575" y="65062"/>
                </a:lnTo>
                <a:lnTo>
                  <a:pt x="26924" y="65620"/>
                </a:lnTo>
                <a:lnTo>
                  <a:pt x="45296" y="65620"/>
                </a:lnTo>
                <a:lnTo>
                  <a:pt x="46005" y="64454"/>
                </a:lnTo>
                <a:lnTo>
                  <a:pt x="48386" y="57451"/>
                </a:lnTo>
                <a:lnTo>
                  <a:pt x="49815" y="48929"/>
                </a:lnTo>
                <a:lnTo>
                  <a:pt x="50291"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252" name="object 252"/>
          <p:cNvSpPr/>
          <p:nvPr/>
        </p:nvSpPr>
        <p:spPr>
          <a:xfrm>
            <a:off x="11393423" y="6166103"/>
            <a:ext cx="33655" cy="76200"/>
          </a:xfrm>
          <a:custGeom>
            <a:avLst/>
            <a:gdLst/>
            <a:ahLst/>
            <a:cxnLst/>
            <a:rect l="l" t="t" r="r" b="b"/>
            <a:pathLst>
              <a:path w="33654" h="76200">
                <a:moveTo>
                  <a:pt x="33527" y="0"/>
                </a:moveTo>
                <a:lnTo>
                  <a:pt x="21717" y="0"/>
                </a:lnTo>
                <a:lnTo>
                  <a:pt x="19939" y="4622"/>
                </a:lnTo>
                <a:lnTo>
                  <a:pt x="16891" y="8674"/>
                </a:lnTo>
                <a:lnTo>
                  <a:pt x="8000" y="15608"/>
                </a:lnTo>
                <a:lnTo>
                  <a:pt x="3809" y="17957"/>
                </a:lnTo>
                <a:lnTo>
                  <a:pt x="0" y="19202"/>
                </a:lnTo>
                <a:lnTo>
                  <a:pt x="0" y="32410"/>
                </a:lnTo>
                <a:lnTo>
                  <a:pt x="7239" y="30022"/>
                </a:lnTo>
                <a:lnTo>
                  <a:pt x="13589" y="26352"/>
                </a:lnTo>
                <a:lnTo>
                  <a:pt x="18923" y="21374"/>
                </a:lnTo>
                <a:lnTo>
                  <a:pt x="18923" y="76200"/>
                </a:lnTo>
                <a:lnTo>
                  <a:pt x="33527" y="76200"/>
                </a:lnTo>
                <a:lnTo>
                  <a:pt x="33527" y="0"/>
                </a:lnTo>
                <a:close/>
              </a:path>
            </a:pathLst>
          </a:custGeom>
          <a:solidFill>
            <a:srgbClr val="4264DE">
              <a:alpha val="10195"/>
            </a:srgbClr>
          </a:solidFill>
        </p:spPr>
        <p:txBody>
          <a:bodyPr wrap="square" lIns="0" tIns="0" rIns="0" bIns="0" rtlCol="0"/>
          <a:lstStyle/>
          <a:p>
            <a:endParaRPr/>
          </a:p>
        </p:txBody>
      </p:sp>
      <p:sp>
        <p:nvSpPr>
          <p:cNvPr id="253" name="object 253"/>
          <p:cNvSpPr/>
          <p:nvPr/>
        </p:nvSpPr>
        <p:spPr>
          <a:xfrm>
            <a:off x="11559540" y="6164579"/>
            <a:ext cx="48895" cy="78105"/>
          </a:xfrm>
          <a:custGeom>
            <a:avLst/>
            <a:gdLst/>
            <a:ahLst/>
            <a:cxnLst/>
            <a:rect l="l" t="t" r="r" b="b"/>
            <a:pathLst>
              <a:path w="48895" h="78104">
                <a:moveTo>
                  <a:pt x="31623" y="0"/>
                </a:moveTo>
                <a:lnTo>
                  <a:pt x="17144" y="0"/>
                </a:lnTo>
                <a:lnTo>
                  <a:pt x="11429" y="2590"/>
                </a:lnTo>
                <a:lnTo>
                  <a:pt x="0" y="38735"/>
                </a:lnTo>
                <a:lnTo>
                  <a:pt x="438" y="48929"/>
                </a:lnTo>
                <a:lnTo>
                  <a:pt x="17017" y="77724"/>
                </a:lnTo>
                <a:lnTo>
                  <a:pt x="31623" y="77724"/>
                </a:lnTo>
                <a:lnTo>
                  <a:pt x="37337" y="75133"/>
                </a:lnTo>
                <a:lnTo>
                  <a:pt x="41401" y="69938"/>
                </a:lnTo>
                <a:lnTo>
                  <a:pt x="43953" y="65620"/>
                </a:lnTo>
                <a:lnTo>
                  <a:pt x="22605" y="65620"/>
                </a:lnTo>
                <a:lnTo>
                  <a:pt x="21065" y="65062"/>
                </a:lnTo>
                <a:lnTo>
                  <a:pt x="15182" y="48929"/>
                </a:lnTo>
                <a:lnTo>
                  <a:pt x="15186" y="28735"/>
                </a:lnTo>
                <a:lnTo>
                  <a:pt x="22605" y="12103"/>
                </a:lnTo>
                <a:lnTo>
                  <a:pt x="43911" y="12103"/>
                </a:lnTo>
                <a:lnTo>
                  <a:pt x="41401" y="7886"/>
                </a:lnTo>
                <a:lnTo>
                  <a:pt x="37337" y="2628"/>
                </a:lnTo>
                <a:lnTo>
                  <a:pt x="31623" y="0"/>
                </a:lnTo>
                <a:close/>
              </a:path>
              <a:path w="48895" h="78104">
                <a:moveTo>
                  <a:pt x="43911" y="12103"/>
                </a:moveTo>
                <a:lnTo>
                  <a:pt x="26161" y="12103"/>
                </a:lnTo>
                <a:lnTo>
                  <a:pt x="27685" y="12661"/>
                </a:lnTo>
                <a:lnTo>
                  <a:pt x="28955" y="13779"/>
                </a:lnTo>
                <a:lnTo>
                  <a:pt x="33588" y="48929"/>
                </a:lnTo>
                <a:lnTo>
                  <a:pt x="33274" y="54152"/>
                </a:lnTo>
                <a:lnTo>
                  <a:pt x="32257" y="57886"/>
                </a:lnTo>
                <a:lnTo>
                  <a:pt x="31495" y="60794"/>
                </a:lnTo>
                <a:lnTo>
                  <a:pt x="30352" y="62814"/>
                </a:lnTo>
                <a:lnTo>
                  <a:pt x="29051" y="63969"/>
                </a:lnTo>
                <a:lnTo>
                  <a:pt x="27651" y="65074"/>
                </a:lnTo>
                <a:lnTo>
                  <a:pt x="26161" y="65620"/>
                </a:lnTo>
                <a:lnTo>
                  <a:pt x="43953" y="65620"/>
                </a:lnTo>
                <a:lnTo>
                  <a:pt x="44642" y="64454"/>
                </a:lnTo>
                <a:lnTo>
                  <a:pt x="46942" y="57451"/>
                </a:lnTo>
                <a:lnTo>
                  <a:pt x="48313" y="48929"/>
                </a:lnTo>
                <a:lnTo>
                  <a:pt x="48767"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254" name="object 254"/>
          <p:cNvSpPr/>
          <p:nvPr/>
        </p:nvSpPr>
        <p:spPr>
          <a:xfrm>
            <a:off x="11740895" y="6166103"/>
            <a:ext cx="33655" cy="76200"/>
          </a:xfrm>
          <a:custGeom>
            <a:avLst/>
            <a:gdLst/>
            <a:ahLst/>
            <a:cxnLst/>
            <a:rect l="l" t="t" r="r" b="b"/>
            <a:pathLst>
              <a:path w="33654" h="76200">
                <a:moveTo>
                  <a:pt x="33527" y="0"/>
                </a:moveTo>
                <a:lnTo>
                  <a:pt x="21717" y="0"/>
                </a:lnTo>
                <a:lnTo>
                  <a:pt x="19938" y="4622"/>
                </a:lnTo>
                <a:lnTo>
                  <a:pt x="16890" y="8674"/>
                </a:lnTo>
                <a:lnTo>
                  <a:pt x="8000" y="15608"/>
                </a:lnTo>
                <a:lnTo>
                  <a:pt x="3809" y="17957"/>
                </a:lnTo>
                <a:lnTo>
                  <a:pt x="0" y="19202"/>
                </a:lnTo>
                <a:lnTo>
                  <a:pt x="0" y="32410"/>
                </a:lnTo>
                <a:lnTo>
                  <a:pt x="7238" y="30022"/>
                </a:lnTo>
                <a:lnTo>
                  <a:pt x="13588" y="26352"/>
                </a:lnTo>
                <a:lnTo>
                  <a:pt x="18923" y="21374"/>
                </a:lnTo>
                <a:lnTo>
                  <a:pt x="18923" y="76200"/>
                </a:lnTo>
                <a:lnTo>
                  <a:pt x="33527" y="76200"/>
                </a:lnTo>
                <a:lnTo>
                  <a:pt x="33527" y="0"/>
                </a:lnTo>
                <a:close/>
              </a:path>
            </a:pathLst>
          </a:custGeom>
          <a:solidFill>
            <a:srgbClr val="4264DE">
              <a:alpha val="10195"/>
            </a:srgbClr>
          </a:solidFill>
        </p:spPr>
        <p:txBody>
          <a:bodyPr wrap="square" lIns="0" tIns="0" rIns="0" bIns="0" rtlCol="0"/>
          <a:lstStyle/>
          <a:p>
            <a:endParaRPr/>
          </a:p>
        </p:txBody>
      </p:sp>
      <p:sp>
        <p:nvSpPr>
          <p:cNvPr id="255" name="object 255"/>
          <p:cNvSpPr/>
          <p:nvPr/>
        </p:nvSpPr>
        <p:spPr>
          <a:xfrm>
            <a:off x="11905488" y="6164579"/>
            <a:ext cx="50800" cy="78105"/>
          </a:xfrm>
          <a:custGeom>
            <a:avLst/>
            <a:gdLst/>
            <a:ahLst/>
            <a:cxnLst/>
            <a:rect l="l" t="t" r="r" b="b"/>
            <a:pathLst>
              <a:path w="50800" h="78104">
                <a:moveTo>
                  <a:pt x="32638" y="0"/>
                </a:moveTo>
                <a:lnTo>
                  <a:pt x="17652" y="0"/>
                </a:lnTo>
                <a:lnTo>
                  <a:pt x="11810" y="2590"/>
                </a:lnTo>
                <a:lnTo>
                  <a:pt x="0" y="38735"/>
                </a:lnTo>
                <a:lnTo>
                  <a:pt x="440" y="48929"/>
                </a:lnTo>
                <a:lnTo>
                  <a:pt x="17652" y="77724"/>
                </a:lnTo>
                <a:lnTo>
                  <a:pt x="32638" y="77724"/>
                </a:lnTo>
                <a:lnTo>
                  <a:pt x="38480" y="75133"/>
                </a:lnTo>
                <a:lnTo>
                  <a:pt x="42671" y="69938"/>
                </a:lnTo>
                <a:lnTo>
                  <a:pt x="45296" y="65620"/>
                </a:lnTo>
                <a:lnTo>
                  <a:pt x="23367" y="65620"/>
                </a:lnTo>
                <a:lnTo>
                  <a:pt x="21701" y="65062"/>
                </a:lnTo>
                <a:lnTo>
                  <a:pt x="18922" y="62852"/>
                </a:lnTo>
                <a:lnTo>
                  <a:pt x="17779" y="60629"/>
                </a:lnTo>
                <a:lnTo>
                  <a:pt x="16001" y="53949"/>
                </a:lnTo>
                <a:lnTo>
                  <a:pt x="15586" y="48929"/>
                </a:lnTo>
                <a:lnTo>
                  <a:pt x="15591" y="28735"/>
                </a:lnTo>
                <a:lnTo>
                  <a:pt x="23367" y="12103"/>
                </a:lnTo>
                <a:lnTo>
                  <a:pt x="45324" y="12103"/>
                </a:lnTo>
                <a:lnTo>
                  <a:pt x="42798" y="7886"/>
                </a:lnTo>
                <a:lnTo>
                  <a:pt x="38480" y="2628"/>
                </a:lnTo>
                <a:lnTo>
                  <a:pt x="32638" y="0"/>
                </a:lnTo>
                <a:close/>
              </a:path>
              <a:path w="50800" h="78104">
                <a:moveTo>
                  <a:pt x="45324" y="12103"/>
                </a:moveTo>
                <a:lnTo>
                  <a:pt x="26923" y="12103"/>
                </a:lnTo>
                <a:lnTo>
                  <a:pt x="28575" y="12661"/>
                </a:lnTo>
                <a:lnTo>
                  <a:pt x="31368" y="14909"/>
                </a:lnTo>
                <a:lnTo>
                  <a:pt x="32511" y="17145"/>
                </a:lnTo>
                <a:lnTo>
                  <a:pt x="34289" y="23825"/>
                </a:lnTo>
                <a:lnTo>
                  <a:pt x="34696" y="28735"/>
                </a:lnTo>
                <a:lnTo>
                  <a:pt x="34708" y="48929"/>
                </a:lnTo>
                <a:lnTo>
                  <a:pt x="34289" y="54152"/>
                </a:lnTo>
                <a:lnTo>
                  <a:pt x="33273" y="57886"/>
                </a:lnTo>
                <a:lnTo>
                  <a:pt x="32511" y="60794"/>
                </a:lnTo>
                <a:lnTo>
                  <a:pt x="31368" y="62814"/>
                </a:lnTo>
                <a:lnTo>
                  <a:pt x="28575" y="65062"/>
                </a:lnTo>
                <a:lnTo>
                  <a:pt x="26923" y="65620"/>
                </a:lnTo>
                <a:lnTo>
                  <a:pt x="45296" y="65620"/>
                </a:lnTo>
                <a:lnTo>
                  <a:pt x="46005" y="64454"/>
                </a:lnTo>
                <a:lnTo>
                  <a:pt x="48386" y="57451"/>
                </a:lnTo>
                <a:lnTo>
                  <a:pt x="49815" y="48929"/>
                </a:lnTo>
                <a:lnTo>
                  <a:pt x="50291"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256" name="object 256"/>
          <p:cNvSpPr/>
          <p:nvPr/>
        </p:nvSpPr>
        <p:spPr>
          <a:xfrm>
            <a:off x="12086843" y="6166103"/>
            <a:ext cx="33655" cy="76200"/>
          </a:xfrm>
          <a:custGeom>
            <a:avLst/>
            <a:gdLst/>
            <a:ahLst/>
            <a:cxnLst/>
            <a:rect l="l" t="t" r="r" b="b"/>
            <a:pathLst>
              <a:path w="33654" h="76200">
                <a:moveTo>
                  <a:pt x="33527" y="0"/>
                </a:moveTo>
                <a:lnTo>
                  <a:pt x="21716" y="0"/>
                </a:lnTo>
                <a:lnTo>
                  <a:pt x="19938" y="4622"/>
                </a:lnTo>
                <a:lnTo>
                  <a:pt x="16890" y="8674"/>
                </a:lnTo>
                <a:lnTo>
                  <a:pt x="8000" y="15608"/>
                </a:lnTo>
                <a:lnTo>
                  <a:pt x="3809" y="17957"/>
                </a:lnTo>
                <a:lnTo>
                  <a:pt x="0" y="19202"/>
                </a:lnTo>
                <a:lnTo>
                  <a:pt x="0" y="32410"/>
                </a:lnTo>
                <a:lnTo>
                  <a:pt x="7238" y="30022"/>
                </a:lnTo>
                <a:lnTo>
                  <a:pt x="13588" y="26352"/>
                </a:lnTo>
                <a:lnTo>
                  <a:pt x="18923" y="21374"/>
                </a:lnTo>
                <a:lnTo>
                  <a:pt x="18923" y="76200"/>
                </a:lnTo>
                <a:lnTo>
                  <a:pt x="33527" y="76200"/>
                </a:lnTo>
                <a:lnTo>
                  <a:pt x="33527" y="0"/>
                </a:lnTo>
                <a:close/>
              </a:path>
            </a:pathLst>
          </a:custGeom>
          <a:solidFill>
            <a:srgbClr val="4264DE">
              <a:alpha val="10195"/>
            </a:srgbClr>
          </a:solidFill>
        </p:spPr>
        <p:txBody>
          <a:bodyPr wrap="square" lIns="0" tIns="0" rIns="0" bIns="0" rtlCol="0"/>
          <a:lstStyle/>
          <a:p>
            <a:endParaRPr/>
          </a:p>
        </p:txBody>
      </p:sp>
      <p:sp>
        <p:nvSpPr>
          <p:cNvPr id="257" name="object 257"/>
          <p:cNvSpPr/>
          <p:nvPr/>
        </p:nvSpPr>
        <p:spPr>
          <a:xfrm>
            <a:off x="118871" y="6574535"/>
            <a:ext cx="48895" cy="78105"/>
          </a:xfrm>
          <a:custGeom>
            <a:avLst/>
            <a:gdLst/>
            <a:ahLst/>
            <a:cxnLst/>
            <a:rect l="l" t="t" r="r" b="b"/>
            <a:pathLst>
              <a:path w="48894" h="78104">
                <a:moveTo>
                  <a:pt x="31661" y="0"/>
                </a:moveTo>
                <a:lnTo>
                  <a:pt x="17106" y="0"/>
                </a:lnTo>
                <a:lnTo>
                  <a:pt x="11442" y="2590"/>
                </a:lnTo>
                <a:lnTo>
                  <a:pt x="0" y="38735"/>
                </a:lnTo>
                <a:lnTo>
                  <a:pt x="430" y="48929"/>
                </a:lnTo>
                <a:lnTo>
                  <a:pt x="17081" y="77724"/>
                </a:lnTo>
                <a:lnTo>
                  <a:pt x="31661" y="77724"/>
                </a:lnTo>
                <a:lnTo>
                  <a:pt x="37325" y="75133"/>
                </a:lnTo>
                <a:lnTo>
                  <a:pt x="41389" y="69938"/>
                </a:lnTo>
                <a:lnTo>
                  <a:pt x="43929" y="65620"/>
                </a:lnTo>
                <a:lnTo>
                  <a:pt x="22644" y="65620"/>
                </a:lnTo>
                <a:lnTo>
                  <a:pt x="21079" y="65062"/>
                </a:lnTo>
                <a:lnTo>
                  <a:pt x="18402" y="62852"/>
                </a:lnTo>
                <a:lnTo>
                  <a:pt x="17284" y="60629"/>
                </a:lnTo>
                <a:lnTo>
                  <a:pt x="15506" y="53949"/>
                </a:lnTo>
                <a:lnTo>
                  <a:pt x="15142" y="48929"/>
                </a:lnTo>
                <a:lnTo>
                  <a:pt x="15157" y="28735"/>
                </a:lnTo>
                <a:lnTo>
                  <a:pt x="22644" y="12103"/>
                </a:lnTo>
                <a:lnTo>
                  <a:pt x="43924" y="12103"/>
                </a:lnTo>
                <a:lnTo>
                  <a:pt x="41440" y="7886"/>
                </a:lnTo>
                <a:lnTo>
                  <a:pt x="37338" y="2628"/>
                </a:lnTo>
                <a:lnTo>
                  <a:pt x="31661" y="0"/>
                </a:lnTo>
                <a:close/>
              </a:path>
              <a:path w="48894" h="78104">
                <a:moveTo>
                  <a:pt x="43924" y="12103"/>
                </a:moveTo>
                <a:lnTo>
                  <a:pt x="26123" y="12103"/>
                </a:lnTo>
                <a:lnTo>
                  <a:pt x="27673" y="12661"/>
                </a:lnTo>
                <a:lnTo>
                  <a:pt x="30365" y="14909"/>
                </a:lnTo>
                <a:lnTo>
                  <a:pt x="31483" y="17145"/>
                </a:lnTo>
                <a:lnTo>
                  <a:pt x="33261" y="23825"/>
                </a:lnTo>
                <a:lnTo>
                  <a:pt x="33617" y="28735"/>
                </a:lnTo>
                <a:lnTo>
                  <a:pt x="33618" y="48929"/>
                </a:lnTo>
                <a:lnTo>
                  <a:pt x="33210" y="54152"/>
                </a:lnTo>
                <a:lnTo>
                  <a:pt x="31470" y="60794"/>
                </a:lnTo>
                <a:lnTo>
                  <a:pt x="30416" y="62814"/>
                </a:lnTo>
                <a:lnTo>
                  <a:pt x="27638" y="65074"/>
                </a:lnTo>
                <a:lnTo>
                  <a:pt x="26123" y="65620"/>
                </a:lnTo>
                <a:lnTo>
                  <a:pt x="43929" y="65620"/>
                </a:lnTo>
                <a:lnTo>
                  <a:pt x="44615" y="64454"/>
                </a:lnTo>
                <a:lnTo>
                  <a:pt x="46921" y="57451"/>
                </a:lnTo>
                <a:lnTo>
                  <a:pt x="48306" y="48929"/>
                </a:lnTo>
                <a:lnTo>
                  <a:pt x="48768" y="38887"/>
                </a:lnTo>
                <a:lnTo>
                  <a:pt x="48295" y="28735"/>
                </a:lnTo>
                <a:lnTo>
                  <a:pt x="46916" y="20245"/>
                </a:lnTo>
                <a:lnTo>
                  <a:pt x="44647" y="13330"/>
                </a:lnTo>
                <a:lnTo>
                  <a:pt x="43924" y="12103"/>
                </a:lnTo>
                <a:close/>
              </a:path>
            </a:pathLst>
          </a:custGeom>
          <a:solidFill>
            <a:srgbClr val="4264DE">
              <a:alpha val="10195"/>
            </a:srgbClr>
          </a:solidFill>
        </p:spPr>
        <p:txBody>
          <a:bodyPr wrap="square" lIns="0" tIns="0" rIns="0" bIns="0" rtlCol="0"/>
          <a:lstStyle/>
          <a:p>
            <a:endParaRPr/>
          </a:p>
        </p:txBody>
      </p:sp>
      <p:sp>
        <p:nvSpPr>
          <p:cNvPr id="258" name="object 258"/>
          <p:cNvSpPr/>
          <p:nvPr/>
        </p:nvSpPr>
        <p:spPr>
          <a:xfrm>
            <a:off x="300227" y="6576059"/>
            <a:ext cx="33655" cy="76200"/>
          </a:xfrm>
          <a:custGeom>
            <a:avLst/>
            <a:gdLst/>
            <a:ahLst/>
            <a:cxnLst/>
            <a:rect l="l" t="t" r="r" b="b"/>
            <a:pathLst>
              <a:path w="33654" h="76200">
                <a:moveTo>
                  <a:pt x="33528" y="0"/>
                </a:moveTo>
                <a:lnTo>
                  <a:pt x="21653" y="0"/>
                </a:lnTo>
                <a:lnTo>
                  <a:pt x="19989" y="4622"/>
                </a:lnTo>
                <a:lnTo>
                  <a:pt x="16916" y="8674"/>
                </a:lnTo>
                <a:lnTo>
                  <a:pt x="7962" y="15608"/>
                </a:lnTo>
                <a:lnTo>
                  <a:pt x="3822" y="17957"/>
                </a:lnTo>
                <a:lnTo>
                  <a:pt x="0" y="19202"/>
                </a:lnTo>
                <a:lnTo>
                  <a:pt x="0" y="32410"/>
                </a:lnTo>
                <a:lnTo>
                  <a:pt x="7251" y="30022"/>
                </a:lnTo>
                <a:lnTo>
                  <a:pt x="13550" y="26352"/>
                </a:lnTo>
                <a:lnTo>
                  <a:pt x="18897" y="21374"/>
                </a:lnTo>
                <a:lnTo>
                  <a:pt x="18897" y="76200"/>
                </a:lnTo>
                <a:lnTo>
                  <a:pt x="33528" y="76200"/>
                </a:lnTo>
                <a:lnTo>
                  <a:pt x="33528" y="0"/>
                </a:lnTo>
                <a:close/>
              </a:path>
            </a:pathLst>
          </a:custGeom>
          <a:solidFill>
            <a:srgbClr val="4264DE">
              <a:alpha val="10195"/>
            </a:srgbClr>
          </a:solidFill>
        </p:spPr>
        <p:txBody>
          <a:bodyPr wrap="square" lIns="0" tIns="0" rIns="0" bIns="0" rtlCol="0"/>
          <a:lstStyle/>
          <a:p>
            <a:endParaRPr/>
          </a:p>
        </p:txBody>
      </p:sp>
      <p:sp>
        <p:nvSpPr>
          <p:cNvPr id="259" name="object 259"/>
          <p:cNvSpPr/>
          <p:nvPr/>
        </p:nvSpPr>
        <p:spPr>
          <a:xfrm>
            <a:off x="464819" y="6574535"/>
            <a:ext cx="50800" cy="78105"/>
          </a:xfrm>
          <a:custGeom>
            <a:avLst/>
            <a:gdLst/>
            <a:ahLst/>
            <a:cxnLst/>
            <a:rect l="l" t="t" r="r" b="b"/>
            <a:pathLst>
              <a:path w="50800" h="78104">
                <a:moveTo>
                  <a:pt x="32651" y="0"/>
                </a:moveTo>
                <a:lnTo>
                  <a:pt x="17640" y="0"/>
                </a:lnTo>
                <a:lnTo>
                  <a:pt x="11798" y="2590"/>
                </a:lnTo>
                <a:lnTo>
                  <a:pt x="0" y="38735"/>
                </a:lnTo>
                <a:lnTo>
                  <a:pt x="444" y="48929"/>
                </a:lnTo>
                <a:lnTo>
                  <a:pt x="17614" y="77724"/>
                </a:lnTo>
                <a:lnTo>
                  <a:pt x="32651" y="77724"/>
                </a:lnTo>
                <a:lnTo>
                  <a:pt x="38493" y="75133"/>
                </a:lnTo>
                <a:lnTo>
                  <a:pt x="42684" y="69938"/>
                </a:lnTo>
                <a:lnTo>
                  <a:pt x="45303" y="65620"/>
                </a:lnTo>
                <a:lnTo>
                  <a:pt x="23355" y="65620"/>
                </a:lnTo>
                <a:lnTo>
                  <a:pt x="21739" y="65062"/>
                </a:lnTo>
                <a:lnTo>
                  <a:pt x="18973" y="62852"/>
                </a:lnTo>
                <a:lnTo>
                  <a:pt x="17818" y="60629"/>
                </a:lnTo>
                <a:lnTo>
                  <a:pt x="15989" y="53949"/>
                </a:lnTo>
                <a:lnTo>
                  <a:pt x="15615" y="48929"/>
                </a:lnTo>
                <a:lnTo>
                  <a:pt x="15629" y="28735"/>
                </a:lnTo>
                <a:lnTo>
                  <a:pt x="23355" y="12103"/>
                </a:lnTo>
                <a:lnTo>
                  <a:pt x="45297" y="12103"/>
                </a:lnTo>
                <a:lnTo>
                  <a:pt x="42735" y="7886"/>
                </a:lnTo>
                <a:lnTo>
                  <a:pt x="38506" y="2628"/>
                </a:lnTo>
                <a:lnTo>
                  <a:pt x="32651" y="0"/>
                </a:lnTo>
                <a:close/>
              </a:path>
              <a:path w="50800" h="78104">
                <a:moveTo>
                  <a:pt x="45297" y="12103"/>
                </a:moveTo>
                <a:lnTo>
                  <a:pt x="26936" y="12103"/>
                </a:lnTo>
                <a:lnTo>
                  <a:pt x="28536" y="12661"/>
                </a:lnTo>
                <a:lnTo>
                  <a:pt x="31318" y="14909"/>
                </a:lnTo>
                <a:lnTo>
                  <a:pt x="32473" y="17145"/>
                </a:lnTo>
                <a:lnTo>
                  <a:pt x="34302" y="23825"/>
                </a:lnTo>
                <a:lnTo>
                  <a:pt x="34668" y="28735"/>
                </a:lnTo>
                <a:lnTo>
                  <a:pt x="34670" y="48929"/>
                </a:lnTo>
                <a:lnTo>
                  <a:pt x="34251" y="54152"/>
                </a:lnTo>
                <a:lnTo>
                  <a:pt x="33223" y="57886"/>
                </a:lnTo>
                <a:lnTo>
                  <a:pt x="32448" y="60794"/>
                </a:lnTo>
                <a:lnTo>
                  <a:pt x="31356" y="62814"/>
                </a:lnTo>
                <a:lnTo>
                  <a:pt x="28549" y="65062"/>
                </a:lnTo>
                <a:lnTo>
                  <a:pt x="26936" y="65620"/>
                </a:lnTo>
                <a:lnTo>
                  <a:pt x="45303" y="65620"/>
                </a:lnTo>
                <a:lnTo>
                  <a:pt x="46011" y="64454"/>
                </a:lnTo>
                <a:lnTo>
                  <a:pt x="48388" y="57451"/>
                </a:lnTo>
                <a:lnTo>
                  <a:pt x="49815" y="48929"/>
                </a:lnTo>
                <a:lnTo>
                  <a:pt x="50292" y="38887"/>
                </a:lnTo>
                <a:lnTo>
                  <a:pt x="49804" y="28735"/>
                </a:lnTo>
                <a:lnTo>
                  <a:pt x="48382" y="20245"/>
                </a:lnTo>
                <a:lnTo>
                  <a:pt x="46043" y="13330"/>
                </a:lnTo>
                <a:lnTo>
                  <a:pt x="45297" y="12103"/>
                </a:lnTo>
                <a:close/>
              </a:path>
            </a:pathLst>
          </a:custGeom>
          <a:solidFill>
            <a:srgbClr val="4264DE">
              <a:alpha val="10195"/>
            </a:srgbClr>
          </a:solidFill>
        </p:spPr>
        <p:txBody>
          <a:bodyPr wrap="square" lIns="0" tIns="0" rIns="0" bIns="0" rtlCol="0"/>
          <a:lstStyle/>
          <a:p>
            <a:endParaRPr/>
          </a:p>
        </p:txBody>
      </p:sp>
      <p:sp>
        <p:nvSpPr>
          <p:cNvPr id="260" name="object 260"/>
          <p:cNvSpPr/>
          <p:nvPr/>
        </p:nvSpPr>
        <p:spPr>
          <a:xfrm>
            <a:off x="646176" y="6576059"/>
            <a:ext cx="33655" cy="76200"/>
          </a:xfrm>
          <a:custGeom>
            <a:avLst/>
            <a:gdLst/>
            <a:ahLst/>
            <a:cxnLst/>
            <a:rect l="l" t="t" r="r" b="b"/>
            <a:pathLst>
              <a:path w="33654" h="76200">
                <a:moveTo>
                  <a:pt x="33528" y="0"/>
                </a:moveTo>
                <a:lnTo>
                  <a:pt x="21653" y="0"/>
                </a:lnTo>
                <a:lnTo>
                  <a:pt x="19989" y="4622"/>
                </a:lnTo>
                <a:lnTo>
                  <a:pt x="16916" y="8674"/>
                </a:lnTo>
                <a:lnTo>
                  <a:pt x="7962" y="15608"/>
                </a:lnTo>
                <a:lnTo>
                  <a:pt x="3822" y="17957"/>
                </a:lnTo>
                <a:lnTo>
                  <a:pt x="0" y="19202"/>
                </a:lnTo>
                <a:lnTo>
                  <a:pt x="0" y="32410"/>
                </a:lnTo>
                <a:lnTo>
                  <a:pt x="7251" y="30022"/>
                </a:lnTo>
                <a:lnTo>
                  <a:pt x="13550" y="26352"/>
                </a:lnTo>
                <a:lnTo>
                  <a:pt x="18897" y="21374"/>
                </a:lnTo>
                <a:lnTo>
                  <a:pt x="18897" y="76200"/>
                </a:lnTo>
                <a:lnTo>
                  <a:pt x="33528" y="76200"/>
                </a:lnTo>
                <a:lnTo>
                  <a:pt x="33528" y="0"/>
                </a:lnTo>
                <a:close/>
              </a:path>
            </a:pathLst>
          </a:custGeom>
          <a:solidFill>
            <a:srgbClr val="4264DE">
              <a:alpha val="10195"/>
            </a:srgbClr>
          </a:solidFill>
        </p:spPr>
        <p:txBody>
          <a:bodyPr wrap="square" lIns="0" tIns="0" rIns="0" bIns="0" rtlCol="0"/>
          <a:lstStyle/>
          <a:p>
            <a:endParaRPr/>
          </a:p>
        </p:txBody>
      </p:sp>
      <p:sp>
        <p:nvSpPr>
          <p:cNvPr id="261" name="object 261"/>
          <p:cNvSpPr/>
          <p:nvPr/>
        </p:nvSpPr>
        <p:spPr>
          <a:xfrm>
            <a:off x="812291" y="6574535"/>
            <a:ext cx="48895" cy="78105"/>
          </a:xfrm>
          <a:custGeom>
            <a:avLst/>
            <a:gdLst/>
            <a:ahLst/>
            <a:cxnLst/>
            <a:rect l="l" t="t" r="r" b="b"/>
            <a:pathLst>
              <a:path w="48894" h="78104">
                <a:moveTo>
                  <a:pt x="31661" y="0"/>
                </a:moveTo>
                <a:lnTo>
                  <a:pt x="17106" y="0"/>
                </a:lnTo>
                <a:lnTo>
                  <a:pt x="11442" y="2590"/>
                </a:lnTo>
                <a:lnTo>
                  <a:pt x="0" y="38735"/>
                </a:lnTo>
                <a:lnTo>
                  <a:pt x="430" y="48929"/>
                </a:lnTo>
                <a:lnTo>
                  <a:pt x="17081" y="77724"/>
                </a:lnTo>
                <a:lnTo>
                  <a:pt x="31661" y="77724"/>
                </a:lnTo>
                <a:lnTo>
                  <a:pt x="37325" y="75133"/>
                </a:lnTo>
                <a:lnTo>
                  <a:pt x="41389" y="69938"/>
                </a:lnTo>
                <a:lnTo>
                  <a:pt x="43929" y="65620"/>
                </a:lnTo>
                <a:lnTo>
                  <a:pt x="22644" y="65620"/>
                </a:lnTo>
                <a:lnTo>
                  <a:pt x="21079" y="65062"/>
                </a:lnTo>
                <a:lnTo>
                  <a:pt x="18402" y="62852"/>
                </a:lnTo>
                <a:lnTo>
                  <a:pt x="17284" y="60629"/>
                </a:lnTo>
                <a:lnTo>
                  <a:pt x="15506" y="53949"/>
                </a:lnTo>
                <a:lnTo>
                  <a:pt x="15142" y="48929"/>
                </a:lnTo>
                <a:lnTo>
                  <a:pt x="15157" y="28735"/>
                </a:lnTo>
                <a:lnTo>
                  <a:pt x="22644" y="12103"/>
                </a:lnTo>
                <a:lnTo>
                  <a:pt x="43924" y="12103"/>
                </a:lnTo>
                <a:lnTo>
                  <a:pt x="41440" y="7886"/>
                </a:lnTo>
                <a:lnTo>
                  <a:pt x="37338" y="2628"/>
                </a:lnTo>
                <a:lnTo>
                  <a:pt x="31661" y="0"/>
                </a:lnTo>
                <a:close/>
              </a:path>
              <a:path w="48894" h="78104">
                <a:moveTo>
                  <a:pt x="43924" y="12103"/>
                </a:moveTo>
                <a:lnTo>
                  <a:pt x="26123" y="12103"/>
                </a:lnTo>
                <a:lnTo>
                  <a:pt x="27673" y="12661"/>
                </a:lnTo>
                <a:lnTo>
                  <a:pt x="30365" y="14909"/>
                </a:lnTo>
                <a:lnTo>
                  <a:pt x="31483" y="17145"/>
                </a:lnTo>
                <a:lnTo>
                  <a:pt x="33261" y="23825"/>
                </a:lnTo>
                <a:lnTo>
                  <a:pt x="33617" y="28735"/>
                </a:lnTo>
                <a:lnTo>
                  <a:pt x="33618" y="48929"/>
                </a:lnTo>
                <a:lnTo>
                  <a:pt x="33210" y="54152"/>
                </a:lnTo>
                <a:lnTo>
                  <a:pt x="31470" y="60794"/>
                </a:lnTo>
                <a:lnTo>
                  <a:pt x="30416" y="62814"/>
                </a:lnTo>
                <a:lnTo>
                  <a:pt x="27638" y="65074"/>
                </a:lnTo>
                <a:lnTo>
                  <a:pt x="26123" y="65620"/>
                </a:lnTo>
                <a:lnTo>
                  <a:pt x="43929" y="65620"/>
                </a:lnTo>
                <a:lnTo>
                  <a:pt x="44615" y="64454"/>
                </a:lnTo>
                <a:lnTo>
                  <a:pt x="46921" y="57451"/>
                </a:lnTo>
                <a:lnTo>
                  <a:pt x="48306" y="48929"/>
                </a:lnTo>
                <a:lnTo>
                  <a:pt x="48767" y="38887"/>
                </a:lnTo>
                <a:lnTo>
                  <a:pt x="48295" y="28735"/>
                </a:lnTo>
                <a:lnTo>
                  <a:pt x="46916" y="20245"/>
                </a:lnTo>
                <a:lnTo>
                  <a:pt x="44647" y="13330"/>
                </a:lnTo>
                <a:lnTo>
                  <a:pt x="43924" y="12103"/>
                </a:lnTo>
                <a:close/>
              </a:path>
            </a:pathLst>
          </a:custGeom>
          <a:solidFill>
            <a:srgbClr val="4264DE">
              <a:alpha val="10195"/>
            </a:srgbClr>
          </a:solidFill>
        </p:spPr>
        <p:txBody>
          <a:bodyPr wrap="square" lIns="0" tIns="0" rIns="0" bIns="0" rtlCol="0"/>
          <a:lstStyle/>
          <a:p>
            <a:endParaRPr/>
          </a:p>
        </p:txBody>
      </p:sp>
      <p:sp>
        <p:nvSpPr>
          <p:cNvPr id="262" name="object 262"/>
          <p:cNvSpPr/>
          <p:nvPr/>
        </p:nvSpPr>
        <p:spPr>
          <a:xfrm>
            <a:off x="993647" y="6576059"/>
            <a:ext cx="33655" cy="76200"/>
          </a:xfrm>
          <a:custGeom>
            <a:avLst/>
            <a:gdLst/>
            <a:ahLst/>
            <a:cxnLst/>
            <a:rect l="l" t="t" r="r" b="b"/>
            <a:pathLst>
              <a:path w="33655" h="76200">
                <a:moveTo>
                  <a:pt x="33528" y="0"/>
                </a:moveTo>
                <a:lnTo>
                  <a:pt x="21653" y="0"/>
                </a:lnTo>
                <a:lnTo>
                  <a:pt x="19989" y="4622"/>
                </a:lnTo>
                <a:lnTo>
                  <a:pt x="16916" y="8674"/>
                </a:lnTo>
                <a:lnTo>
                  <a:pt x="7962" y="15608"/>
                </a:lnTo>
                <a:lnTo>
                  <a:pt x="3822" y="17957"/>
                </a:lnTo>
                <a:lnTo>
                  <a:pt x="0" y="19202"/>
                </a:lnTo>
                <a:lnTo>
                  <a:pt x="0" y="32410"/>
                </a:lnTo>
                <a:lnTo>
                  <a:pt x="7251" y="30022"/>
                </a:lnTo>
                <a:lnTo>
                  <a:pt x="13550" y="26352"/>
                </a:lnTo>
                <a:lnTo>
                  <a:pt x="18897" y="21374"/>
                </a:lnTo>
                <a:lnTo>
                  <a:pt x="18897" y="76200"/>
                </a:lnTo>
                <a:lnTo>
                  <a:pt x="33528" y="76200"/>
                </a:lnTo>
                <a:lnTo>
                  <a:pt x="33528" y="0"/>
                </a:lnTo>
                <a:close/>
              </a:path>
            </a:pathLst>
          </a:custGeom>
          <a:solidFill>
            <a:srgbClr val="4264DE">
              <a:alpha val="10195"/>
            </a:srgbClr>
          </a:solidFill>
        </p:spPr>
        <p:txBody>
          <a:bodyPr wrap="square" lIns="0" tIns="0" rIns="0" bIns="0" rtlCol="0"/>
          <a:lstStyle/>
          <a:p>
            <a:endParaRPr/>
          </a:p>
        </p:txBody>
      </p:sp>
      <p:sp>
        <p:nvSpPr>
          <p:cNvPr id="263" name="object 263"/>
          <p:cNvSpPr/>
          <p:nvPr/>
        </p:nvSpPr>
        <p:spPr>
          <a:xfrm>
            <a:off x="1158239" y="6574535"/>
            <a:ext cx="50800" cy="78105"/>
          </a:xfrm>
          <a:custGeom>
            <a:avLst/>
            <a:gdLst/>
            <a:ahLst/>
            <a:cxnLst/>
            <a:rect l="l" t="t" r="r" b="b"/>
            <a:pathLst>
              <a:path w="50800" h="78104">
                <a:moveTo>
                  <a:pt x="32651" y="0"/>
                </a:moveTo>
                <a:lnTo>
                  <a:pt x="17640" y="0"/>
                </a:lnTo>
                <a:lnTo>
                  <a:pt x="11798" y="2590"/>
                </a:lnTo>
                <a:lnTo>
                  <a:pt x="0" y="38735"/>
                </a:lnTo>
                <a:lnTo>
                  <a:pt x="444" y="48929"/>
                </a:lnTo>
                <a:lnTo>
                  <a:pt x="17614" y="77724"/>
                </a:lnTo>
                <a:lnTo>
                  <a:pt x="32651" y="77724"/>
                </a:lnTo>
                <a:lnTo>
                  <a:pt x="38493" y="75133"/>
                </a:lnTo>
                <a:lnTo>
                  <a:pt x="42684" y="69938"/>
                </a:lnTo>
                <a:lnTo>
                  <a:pt x="45303" y="65620"/>
                </a:lnTo>
                <a:lnTo>
                  <a:pt x="23355" y="65620"/>
                </a:lnTo>
                <a:lnTo>
                  <a:pt x="21739" y="65062"/>
                </a:lnTo>
                <a:lnTo>
                  <a:pt x="18973" y="62852"/>
                </a:lnTo>
                <a:lnTo>
                  <a:pt x="17818" y="60629"/>
                </a:lnTo>
                <a:lnTo>
                  <a:pt x="15989" y="53949"/>
                </a:lnTo>
                <a:lnTo>
                  <a:pt x="15615" y="48929"/>
                </a:lnTo>
                <a:lnTo>
                  <a:pt x="15629" y="28735"/>
                </a:lnTo>
                <a:lnTo>
                  <a:pt x="23355" y="12103"/>
                </a:lnTo>
                <a:lnTo>
                  <a:pt x="45297" y="12103"/>
                </a:lnTo>
                <a:lnTo>
                  <a:pt x="42735" y="7886"/>
                </a:lnTo>
                <a:lnTo>
                  <a:pt x="38506" y="2628"/>
                </a:lnTo>
                <a:lnTo>
                  <a:pt x="32651" y="0"/>
                </a:lnTo>
                <a:close/>
              </a:path>
              <a:path w="50800" h="78104">
                <a:moveTo>
                  <a:pt x="45297" y="12103"/>
                </a:moveTo>
                <a:lnTo>
                  <a:pt x="26936" y="12103"/>
                </a:lnTo>
                <a:lnTo>
                  <a:pt x="28536" y="12661"/>
                </a:lnTo>
                <a:lnTo>
                  <a:pt x="31318" y="14909"/>
                </a:lnTo>
                <a:lnTo>
                  <a:pt x="32473" y="17145"/>
                </a:lnTo>
                <a:lnTo>
                  <a:pt x="34302" y="23825"/>
                </a:lnTo>
                <a:lnTo>
                  <a:pt x="34668" y="28735"/>
                </a:lnTo>
                <a:lnTo>
                  <a:pt x="34670" y="48929"/>
                </a:lnTo>
                <a:lnTo>
                  <a:pt x="34251" y="54152"/>
                </a:lnTo>
                <a:lnTo>
                  <a:pt x="33223" y="57886"/>
                </a:lnTo>
                <a:lnTo>
                  <a:pt x="32448" y="60794"/>
                </a:lnTo>
                <a:lnTo>
                  <a:pt x="31356" y="62814"/>
                </a:lnTo>
                <a:lnTo>
                  <a:pt x="28549" y="65062"/>
                </a:lnTo>
                <a:lnTo>
                  <a:pt x="26936" y="65620"/>
                </a:lnTo>
                <a:lnTo>
                  <a:pt x="45303" y="65620"/>
                </a:lnTo>
                <a:lnTo>
                  <a:pt x="46011" y="64454"/>
                </a:lnTo>
                <a:lnTo>
                  <a:pt x="48388" y="57451"/>
                </a:lnTo>
                <a:lnTo>
                  <a:pt x="49815" y="48929"/>
                </a:lnTo>
                <a:lnTo>
                  <a:pt x="50291" y="38887"/>
                </a:lnTo>
                <a:lnTo>
                  <a:pt x="49804" y="28735"/>
                </a:lnTo>
                <a:lnTo>
                  <a:pt x="48382" y="20245"/>
                </a:lnTo>
                <a:lnTo>
                  <a:pt x="46043" y="13330"/>
                </a:lnTo>
                <a:lnTo>
                  <a:pt x="45297" y="12103"/>
                </a:lnTo>
                <a:close/>
              </a:path>
            </a:pathLst>
          </a:custGeom>
          <a:solidFill>
            <a:srgbClr val="4264DE">
              <a:alpha val="10195"/>
            </a:srgbClr>
          </a:solidFill>
        </p:spPr>
        <p:txBody>
          <a:bodyPr wrap="square" lIns="0" tIns="0" rIns="0" bIns="0" rtlCol="0"/>
          <a:lstStyle/>
          <a:p>
            <a:endParaRPr/>
          </a:p>
        </p:txBody>
      </p:sp>
      <p:sp>
        <p:nvSpPr>
          <p:cNvPr id="264" name="object 264"/>
          <p:cNvSpPr/>
          <p:nvPr/>
        </p:nvSpPr>
        <p:spPr>
          <a:xfrm>
            <a:off x="1339596" y="6576059"/>
            <a:ext cx="33655" cy="76200"/>
          </a:xfrm>
          <a:custGeom>
            <a:avLst/>
            <a:gdLst/>
            <a:ahLst/>
            <a:cxnLst/>
            <a:rect l="l" t="t" r="r" b="b"/>
            <a:pathLst>
              <a:path w="33655" h="76200">
                <a:moveTo>
                  <a:pt x="33528" y="0"/>
                </a:moveTo>
                <a:lnTo>
                  <a:pt x="21716" y="0"/>
                </a:lnTo>
                <a:lnTo>
                  <a:pt x="19938" y="4622"/>
                </a:lnTo>
                <a:lnTo>
                  <a:pt x="16890" y="8674"/>
                </a:lnTo>
                <a:lnTo>
                  <a:pt x="8000" y="15608"/>
                </a:lnTo>
                <a:lnTo>
                  <a:pt x="3809" y="17957"/>
                </a:lnTo>
                <a:lnTo>
                  <a:pt x="0" y="19202"/>
                </a:lnTo>
                <a:lnTo>
                  <a:pt x="0" y="32410"/>
                </a:lnTo>
                <a:lnTo>
                  <a:pt x="7238" y="30022"/>
                </a:lnTo>
                <a:lnTo>
                  <a:pt x="13588" y="26352"/>
                </a:lnTo>
                <a:lnTo>
                  <a:pt x="18922" y="21374"/>
                </a:lnTo>
                <a:lnTo>
                  <a:pt x="18922" y="76200"/>
                </a:lnTo>
                <a:lnTo>
                  <a:pt x="33528" y="76200"/>
                </a:lnTo>
                <a:lnTo>
                  <a:pt x="33528" y="0"/>
                </a:lnTo>
                <a:close/>
              </a:path>
            </a:pathLst>
          </a:custGeom>
          <a:solidFill>
            <a:srgbClr val="4264DE">
              <a:alpha val="10195"/>
            </a:srgbClr>
          </a:solidFill>
        </p:spPr>
        <p:txBody>
          <a:bodyPr wrap="square" lIns="0" tIns="0" rIns="0" bIns="0" rtlCol="0"/>
          <a:lstStyle/>
          <a:p>
            <a:endParaRPr/>
          </a:p>
        </p:txBody>
      </p:sp>
      <p:sp>
        <p:nvSpPr>
          <p:cNvPr id="265" name="object 265"/>
          <p:cNvSpPr/>
          <p:nvPr/>
        </p:nvSpPr>
        <p:spPr>
          <a:xfrm>
            <a:off x="1505711" y="6574535"/>
            <a:ext cx="48895" cy="78105"/>
          </a:xfrm>
          <a:custGeom>
            <a:avLst/>
            <a:gdLst/>
            <a:ahLst/>
            <a:cxnLst/>
            <a:rect l="l" t="t" r="r" b="b"/>
            <a:pathLst>
              <a:path w="48894" h="78104">
                <a:moveTo>
                  <a:pt x="31622" y="0"/>
                </a:moveTo>
                <a:lnTo>
                  <a:pt x="17144" y="0"/>
                </a:lnTo>
                <a:lnTo>
                  <a:pt x="11429" y="2590"/>
                </a:lnTo>
                <a:lnTo>
                  <a:pt x="0" y="38735"/>
                </a:lnTo>
                <a:lnTo>
                  <a:pt x="438" y="48929"/>
                </a:lnTo>
                <a:lnTo>
                  <a:pt x="17018" y="77724"/>
                </a:lnTo>
                <a:lnTo>
                  <a:pt x="31622" y="77724"/>
                </a:lnTo>
                <a:lnTo>
                  <a:pt x="37337" y="75133"/>
                </a:lnTo>
                <a:lnTo>
                  <a:pt x="41401" y="69938"/>
                </a:lnTo>
                <a:lnTo>
                  <a:pt x="43953" y="65620"/>
                </a:lnTo>
                <a:lnTo>
                  <a:pt x="22606" y="65620"/>
                </a:lnTo>
                <a:lnTo>
                  <a:pt x="21065" y="65062"/>
                </a:lnTo>
                <a:lnTo>
                  <a:pt x="15182" y="48929"/>
                </a:lnTo>
                <a:lnTo>
                  <a:pt x="15186" y="28735"/>
                </a:lnTo>
                <a:lnTo>
                  <a:pt x="22606" y="12103"/>
                </a:lnTo>
                <a:lnTo>
                  <a:pt x="43911" y="12103"/>
                </a:lnTo>
                <a:lnTo>
                  <a:pt x="41401" y="7886"/>
                </a:lnTo>
                <a:lnTo>
                  <a:pt x="37337" y="2628"/>
                </a:lnTo>
                <a:lnTo>
                  <a:pt x="31622" y="0"/>
                </a:lnTo>
                <a:close/>
              </a:path>
              <a:path w="48894" h="78104">
                <a:moveTo>
                  <a:pt x="43911" y="12103"/>
                </a:moveTo>
                <a:lnTo>
                  <a:pt x="26162" y="12103"/>
                </a:lnTo>
                <a:lnTo>
                  <a:pt x="27685" y="12661"/>
                </a:lnTo>
                <a:lnTo>
                  <a:pt x="29082" y="13779"/>
                </a:lnTo>
                <a:lnTo>
                  <a:pt x="33588" y="48929"/>
                </a:lnTo>
                <a:lnTo>
                  <a:pt x="33274" y="54152"/>
                </a:lnTo>
                <a:lnTo>
                  <a:pt x="32257" y="57886"/>
                </a:lnTo>
                <a:lnTo>
                  <a:pt x="31496" y="60794"/>
                </a:lnTo>
                <a:lnTo>
                  <a:pt x="30353" y="62814"/>
                </a:lnTo>
                <a:lnTo>
                  <a:pt x="29035" y="63969"/>
                </a:lnTo>
                <a:lnTo>
                  <a:pt x="27651" y="65074"/>
                </a:lnTo>
                <a:lnTo>
                  <a:pt x="26162" y="65620"/>
                </a:lnTo>
                <a:lnTo>
                  <a:pt x="43953" y="65620"/>
                </a:lnTo>
                <a:lnTo>
                  <a:pt x="44642" y="64454"/>
                </a:lnTo>
                <a:lnTo>
                  <a:pt x="46942" y="57451"/>
                </a:lnTo>
                <a:lnTo>
                  <a:pt x="48313" y="48929"/>
                </a:lnTo>
                <a:lnTo>
                  <a:pt x="48768"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266" name="object 266"/>
          <p:cNvSpPr/>
          <p:nvPr/>
        </p:nvSpPr>
        <p:spPr>
          <a:xfrm>
            <a:off x="1687067" y="6576059"/>
            <a:ext cx="33655" cy="76200"/>
          </a:xfrm>
          <a:custGeom>
            <a:avLst/>
            <a:gdLst/>
            <a:ahLst/>
            <a:cxnLst/>
            <a:rect l="l" t="t" r="r" b="b"/>
            <a:pathLst>
              <a:path w="33655" h="76200">
                <a:moveTo>
                  <a:pt x="33527" y="0"/>
                </a:moveTo>
                <a:lnTo>
                  <a:pt x="21717" y="0"/>
                </a:lnTo>
                <a:lnTo>
                  <a:pt x="19938" y="4622"/>
                </a:lnTo>
                <a:lnTo>
                  <a:pt x="16890" y="8674"/>
                </a:lnTo>
                <a:lnTo>
                  <a:pt x="8000" y="15608"/>
                </a:lnTo>
                <a:lnTo>
                  <a:pt x="3809" y="17957"/>
                </a:lnTo>
                <a:lnTo>
                  <a:pt x="0" y="19202"/>
                </a:lnTo>
                <a:lnTo>
                  <a:pt x="0" y="32410"/>
                </a:lnTo>
                <a:lnTo>
                  <a:pt x="7238" y="30022"/>
                </a:lnTo>
                <a:lnTo>
                  <a:pt x="13588" y="26352"/>
                </a:lnTo>
                <a:lnTo>
                  <a:pt x="18923" y="21374"/>
                </a:lnTo>
                <a:lnTo>
                  <a:pt x="18923" y="76200"/>
                </a:lnTo>
                <a:lnTo>
                  <a:pt x="33527" y="76200"/>
                </a:lnTo>
                <a:lnTo>
                  <a:pt x="33527" y="0"/>
                </a:lnTo>
                <a:close/>
              </a:path>
            </a:pathLst>
          </a:custGeom>
          <a:solidFill>
            <a:srgbClr val="4264DE">
              <a:alpha val="10195"/>
            </a:srgbClr>
          </a:solidFill>
        </p:spPr>
        <p:txBody>
          <a:bodyPr wrap="square" lIns="0" tIns="0" rIns="0" bIns="0" rtlCol="0"/>
          <a:lstStyle/>
          <a:p>
            <a:endParaRPr/>
          </a:p>
        </p:txBody>
      </p:sp>
      <p:sp>
        <p:nvSpPr>
          <p:cNvPr id="267" name="object 267"/>
          <p:cNvSpPr/>
          <p:nvPr/>
        </p:nvSpPr>
        <p:spPr>
          <a:xfrm>
            <a:off x="1851660" y="6574535"/>
            <a:ext cx="50800" cy="78105"/>
          </a:xfrm>
          <a:custGeom>
            <a:avLst/>
            <a:gdLst/>
            <a:ahLst/>
            <a:cxnLst/>
            <a:rect l="l" t="t" r="r" b="b"/>
            <a:pathLst>
              <a:path w="50800" h="78104">
                <a:moveTo>
                  <a:pt x="32638" y="0"/>
                </a:moveTo>
                <a:lnTo>
                  <a:pt x="17652" y="0"/>
                </a:lnTo>
                <a:lnTo>
                  <a:pt x="11810" y="2590"/>
                </a:lnTo>
                <a:lnTo>
                  <a:pt x="0" y="38735"/>
                </a:lnTo>
                <a:lnTo>
                  <a:pt x="440" y="48929"/>
                </a:lnTo>
                <a:lnTo>
                  <a:pt x="17652" y="77724"/>
                </a:lnTo>
                <a:lnTo>
                  <a:pt x="32638" y="77724"/>
                </a:lnTo>
                <a:lnTo>
                  <a:pt x="38481" y="75133"/>
                </a:lnTo>
                <a:lnTo>
                  <a:pt x="42671" y="69938"/>
                </a:lnTo>
                <a:lnTo>
                  <a:pt x="45296" y="65620"/>
                </a:lnTo>
                <a:lnTo>
                  <a:pt x="23367" y="65620"/>
                </a:lnTo>
                <a:lnTo>
                  <a:pt x="21701" y="65062"/>
                </a:lnTo>
                <a:lnTo>
                  <a:pt x="18922" y="62852"/>
                </a:lnTo>
                <a:lnTo>
                  <a:pt x="17779" y="60629"/>
                </a:lnTo>
                <a:lnTo>
                  <a:pt x="16001" y="53949"/>
                </a:lnTo>
                <a:lnTo>
                  <a:pt x="15586" y="48929"/>
                </a:lnTo>
                <a:lnTo>
                  <a:pt x="15591" y="28735"/>
                </a:lnTo>
                <a:lnTo>
                  <a:pt x="23367" y="12103"/>
                </a:lnTo>
                <a:lnTo>
                  <a:pt x="45324" y="12103"/>
                </a:lnTo>
                <a:lnTo>
                  <a:pt x="42798" y="7886"/>
                </a:lnTo>
                <a:lnTo>
                  <a:pt x="38481" y="2628"/>
                </a:lnTo>
                <a:lnTo>
                  <a:pt x="32638" y="0"/>
                </a:lnTo>
                <a:close/>
              </a:path>
              <a:path w="50800" h="78104">
                <a:moveTo>
                  <a:pt x="45324" y="12103"/>
                </a:moveTo>
                <a:lnTo>
                  <a:pt x="26923" y="12103"/>
                </a:lnTo>
                <a:lnTo>
                  <a:pt x="28575" y="12661"/>
                </a:lnTo>
                <a:lnTo>
                  <a:pt x="31368" y="14909"/>
                </a:lnTo>
                <a:lnTo>
                  <a:pt x="32512" y="17145"/>
                </a:lnTo>
                <a:lnTo>
                  <a:pt x="34289" y="23825"/>
                </a:lnTo>
                <a:lnTo>
                  <a:pt x="34696" y="28735"/>
                </a:lnTo>
                <a:lnTo>
                  <a:pt x="34708" y="48929"/>
                </a:lnTo>
                <a:lnTo>
                  <a:pt x="34289" y="54152"/>
                </a:lnTo>
                <a:lnTo>
                  <a:pt x="33273" y="57886"/>
                </a:lnTo>
                <a:lnTo>
                  <a:pt x="32512" y="60794"/>
                </a:lnTo>
                <a:lnTo>
                  <a:pt x="31368" y="62814"/>
                </a:lnTo>
                <a:lnTo>
                  <a:pt x="28575" y="65062"/>
                </a:lnTo>
                <a:lnTo>
                  <a:pt x="26923" y="65620"/>
                </a:lnTo>
                <a:lnTo>
                  <a:pt x="45296" y="65620"/>
                </a:lnTo>
                <a:lnTo>
                  <a:pt x="46005" y="64454"/>
                </a:lnTo>
                <a:lnTo>
                  <a:pt x="48387" y="57451"/>
                </a:lnTo>
                <a:lnTo>
                  <a:pt x="49815" y="48929"/>
                </a:lnTo>
                <a:lnTo>
                  <a:pt x="50291"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268" name="object 268"/>
          <p:cNvSpPr/>
          <p:nvPr/>
        </p:nvSpPr>
        <p:spPr>
          <a:xfrm>
            <a:off x="2033016" y="6576059"/>
            <a:ext cx="33655" cy="76200"/>
          </a:xfrm>
          <a:custGeom>
            <a:avLst/>
            <a:gdLst/>
            <a:ahLst/>
            <a:cxnLst/>
            <a:rect l="l" t="t" r="r" b="b"/>
            <a:pathLst>
              <a:path w="33655" h="76200">
                <a:moveTo>
                  <a:pt x="33527" y="0"/>
                </a:moveTo>
                <a:lnTo>
                  <a:pt x="21716" y="0"/>
                </a:lnTo>
                <a:lnTo>
                  <a:pt x="19938" y="4622"/>
                </a:lnTo>
                <a:lnTo>
                  <a:pt x="16890" y="8674"/>
                </a:lnTo>
                <a:lnTo>
                  <a:pt x="8000" y="15608"/>
                </a:lnTo>
                <a:lnTo>
                  <a:pt x="3809" y="17957"/>
                </a:lnTo>
                <a:lnTo>
                  <a:pt x="0" y="19202"/>
                </a:lnTo>
                <a:lnTo>
                  <a:pt x="0" y="32410"/>
                </a:lnTo>
                <a:lnTo>
                  <a:pt x="7238" y="30022"/>
                </a:lnTo>
                <a:lnTo>
                  <a:pt x="13588" y="26352"/>
                </a:lnTo>
                <a:lnTo>
                  <a:pt x="18922" y="21374"/>
                </a:lnTo>
                <a:lnTo>
                  <a:pt x="18922" y="76200"/>
                </a:lnTo>
                <a:lnTo>
                  <a:pt x="33527" y="76200"/>
                </a:lnTo>
                <a:lnTo>
                  <a:pt x="33527" y="0"/>
                </a:lnTo>
                <a:close/>
              </a:path>
            </a:pathLst>
          </a:custGeom>
          <a:solidFill>
            <a:srgbClr val="4264DE">
              <a:alpha val="10195"/>
            </a:srgbClr>
          </a:solidFill>
        </p:spPr>
        <p:txBody>
          <a:bodyPr wrap="square" lIns="0" tIns="0" rIns="0" bIns="0" rtlCol="0"/>
          <a:lstStyle/>
          <a:p>
            <a:endParaRPr/>
          </a:p>
        </p:txBody>
      </p:sp>
      <p:sp>
        <p:nvSpPr>
          <p:cNvPr id="269" name="object 269"/>
          <p:cNvSpPr/>
          <p:nvPr/>
        </p:nvSpPr>
        <p:spPr>
          <a:xfrm>
            <a:off x="2199132" y="6574535"/>
            <a:ext cx="48895" cy="78105"/>
          </a:xfrm>
          <a:custGeom>
            <a:avLst/>
            <a:gdLst/>
            <a:ahLst/>
            <a:cxnLst/>
            <a:rect l="l" t="t" r="r" b="b"/>
            <a:pathLst>
              <a:path w="48894" h="78104">
                <a:moveTo>
                  <a:pt x="31623" y="0"/>
                </a:moveTo>
                <a:lnTo>
                  <a:pt x="17144" y="0"/>
                </a:lnTo>
                <a:lnTo>
                  <a:pt x="11430" y="2590"/>
                </a:lnTo>
                <a:lnTo>
                  <a:pt x="0" y="38735"/>
                </a:lnTo>
                <a:lnTo>
                  <a:pt x="438" y="48929"/>
                </a:lnTo>
                <a:lnTo>
                  <a:pt x="17018" y="77724"/>
                </a:lnTo>
                <a:lnTo>
                  <a:pt x="31623" y="77724"/>
                </a:lnTo>
                <a:lnTo>
                  <a:pt x="37337" y="75133"/>
                </a:lnTo>
                <a:lnTo>
                  <a:pt x="41401" y="69938"/>
                </a:lnTo>
                <a:lnTo>
                  <a:pt x="43953" y="65620"/>
                </a:lnTo>
                <a:lnTo>
                  <a:pt x="22606" y="65620"/>
                </a:lnTo>
                <a:lnTo>
                  <a:pt x="21065" y="65062"/>
                </a:lnTo>
                <a:lnTo>
                  <a:pt x="15182" y="48929"/>
                </a:lnTo>
                <a:lnTo>
                  <a:pt x="15186" y="28735"/>
                </a:lnTo>
                <a:lnTo>
                  <a:pt x="22606" y="12103"/>
                </a:lnTo>
                <a:lnTo>
                  <a:pt x="43911" y="12103"/>
                </a:lnTo>
                <a:lnTo>
                  <a:pt x="41401" y="7886"/>
                </a:lnTo>
                <a:lnTo>
                  <a:pt x="37337" y="2628"/>
                </a:lnTo>
                <a:lnTo>
                  <a:pt x="31623" y="0"/>
                </a:lnTo>
                <a:close/>
              </a:path>
              <a:path w="48894" h="78104">
                <a:moveTo>
                  <a:pt x="43911" y="12103"/>
                </a:moveTo>
                <a:lnTo>
                  <a:pt x="26162" y="12103"/>
                </a:lnTo>
                <a:lnTo>
                  <a:pt x="27686" y="12661"/>
                </a:lnTo>
                <a:lnTo>
                  <a:pt x="29082" y="13779"/>
                </a:lnTo>
                <a:lnTo>
                  <a:pt x="33588" y="48929"/>
                </a:lnTo>
                <a:lnTo>
                  <a:pt x="33274" y="54152"/>
                </a:lnTo>
                <a:lnTo>
                  <a:pt x="32257" y="57886"/>
                </a:lnTo>
                <a:lnTo>
                  <a:pt x="31495" y="60794"/>
                </a:lnTo>
                <a:lnTo>
                  <a:pt x="30353" y="62814"/>
                </a:lnTo>
                <a:lnTo>
                  <a:pt x="29035" y="63969"/>
                </a:lnTo>
                <a:lnTo>
                  <a:pt x="27651" y="65074"/>
                </a:lnTo>
                <a:lnTo>
                  <a:pt x="26162" y="65620"/>
                </a:lnTo>
                <a:lnTo>
                  <a:pt x="43953" y="65620"/>
                </a:lnTo>
                <a:lnTo>
                  <a:pt x="44642" y="64454"/>
                </a:lnTo>
                <a:lnTo>
                  <a:pt x="46942" y="57451"/>
                </a:lnTo>
                <a:lnTo>
                  <a:pt x="48313" y="48929"/>
                </a:lnTo>
                <a:lnTo>
                  <a:pt x="48768"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270" name="object 270"/>
          <p:cNvSpPr/>
          <p:nvPr/>
        </p:nvSpPr>
        <p:spPr>
          <a:xfrm>
            <a:off x="2380488" y="6576059"/>
            <a:ext cx="33655" cy="76200"/>
          </a:xfrm>
          <a:custGeom>
            <a:avLst/>
            <a:gdLst/>
            <a:ahLst/>
            <a:cxnLst/>
            <a:rect l="l" t="t" r="r" b="b"/>
            <a:pathLst>
              <a:path w="33655" h="76200">
                <a:moveTo>
                  <a:pt x="33528" y="0"/>
                </a:moveTo>
                <a:lnTo>
                  <a:pt x="21717" y="0"/>
                </a:lnTo>
                <a:lnTo>
                  <a:pt x="19938" y="4622"/>
                </a:lnTo>
                <a:lnTo>
                  <a:pt x="16891" y="8674"/>
                </a:lnTo>
                <a:lnTo>
                  <a:pt x="8000" y="15608"/>
                </a:lnTo>
                <a:lnTo>
                  <a:pt x="3810" y="17957"/>
                </a:lnTo>
                <a:lnTo>
                  <a:pt x="0" y="19202"/>
                </a:lnTo>
                <a:lnTo>
                  <a:pt x="0" y="32410"/>
                </a:lnTo>
                <a:lnTo>
                  <a:pt x="7238" y="30022"/>
                </a:lnTo>
                <a:lnTo>
                  <a:pt x="13588" y="26352"/>
                </a:lnTo>
                <a:lnTo>
                  <a:pt x="18923" y="21374"/>
                </a:lnTo>
                <a:lnTo>
                  <a:pt x="18923" y="76200"/>
                </a:lnTo>
                <a:lnTo>
                  <a:pt x="33528" y="76200"/>
                </a:lnTo>
                <a:lnTo>
                  <a:pt x="33528" y="0"/>
                </a:lnTo>
                <a:close/>
              </a:path>
            </a:pathLst>
          </a:custGeom>
          <a:solidFill>
            <a:srgbClr val="4264DE">
              <a:alpha val="10195"/>
            </a:srgbClr>
          </a:solidFill>
        </p:spPr>
        <p:txBody>
          <a:bodyPr wrap="square" lIns="0" tIns="0" rIns="0" bIns="0" rtlCol="0"/>
          <a:lstStyle/>
          <a:p>
            <a:endParaRPr/>
          </a:p>
        </p:txBody>
      </p:sp>
      <p:sp>
        <p:nvSpPr>
          <p:cNvPr id="271" name="object 271"/>
          <p:cNvSpPr/>
          <p:nvPr/>
        </p:nvSpPr>
        <p:spPr>
          <a:xfrm>
            <a:off x="2545079" y="6574535"/>
            <a:ext cx="50800" cy="78105"/>
          </a:xfrm>
          <a:custGeom>
            <a:avLst/>
            <a:gdLst/>
            <a:ahLst/>
            <a:cxnLst/>
            <a:rect l="l" t="t" r="r" b="b"/>
            <a:pathLst>
              <a:path w="50800" h="78104">
                <a:moveTo>
                  <a:pt x="32638" y="0"/>
                </a:moveTo>
                <a:lnTo>
                  <a:pt x="17652" y="0"/>
                </a:lnTo>
                <a:lnTo>
                  <a:pt x="11811" y="2590"/>
                </a:lnTo>
                <a:lnTo>
                  <a:pt x="0" y="38735"/>
                </a:lnTo>
                <a:lnTo>
                  <a:pt x="440" y="48929"/>
                </a:lnTo>
                <a:lnTo>
                  <a:pt x="17652" y="77724"/>
                </a:lnTo>
                <a:lnTo>
                  <a:pt x="32638" y="77724"/>
                </a:lnTo>
                <a:lnTo>
                  <a:pt x="38481" y="75133"/>
                </a:lnTo>
                <a:lnTo>
                  <a:pt x="42671" y="69938"/>
                </a:lnTo>
                <a:lnTo>
                  <a:pt x="45296" y="65620"/>
                </a:lnTo>
                <a:lnTo>
                  <a:pt x="23368" y="65620"/>
                </a:lnTo>
                <a:lnTo>
                  <a:pt x="21701" y="65062"/>
                </a:lnTo>
                <a:lnTo>
                  <a:pt x="18922" y="62852"/>
                </a:lnTo>
                <a:lnTo>
                  <a:pt x="17780" y="60629"/>
                </a:lnTo>
                <a:lnTo>
                  <a:pt x="16001" y="53949"/>
                </a:lnTo>
                <a:lnTo>
                  <a:pt x="15586" y="48929"/>
                </a:lnTo>
                <a:lnTo>
                  <a:pt x="15591" y="28735"/>
                </a:lnTo>
                <a:lnTo>
                  <a:pt x="23368" y="12103"/>
                </a:lnTo>
                <a:lnTo>
                  <a:pt x="45324" y="12103"/>
                </a:lnTo>
                <a:lnTo>
                  <a:pt x="42799" y="7886"/>
                </a:lnTo>
                <a:lnTo>
                  <a:pt x="38481" y="2628"/>
                </a:lnTo>
                <a:lnTo>
                  <a:pt x="32638" y="0"/>
                </a:lnTo>
                <a:close/>
              </a:path>
              <a:path w="50800" h="78104">
                <a:moveTo>
                  <a:pt x="45324" y="12103"/>
                </a:moveTo>
                <a:lnTo>
                  <a:pt x="26924" y="12103"/>
                </a:lnTo>
                <a:lnTo>
                  <a:pt x="28575" y="12661"/>
                </a:lnTo>
                <a:lnTo>
                  <a:pt x="31368" y="14909"/>
                </a:lnTo>
                <a:lnTo>
                  <a:pt x="32512" y="17145"/>
                </a:lnTo>
                <a:lnTo>
                  <a:pt x="34289" y="23825"/>
                </a:lnTo>
                <a:lnTo>
                  <a:pt x="34696" y="28735"/>
                </a:lnTo>
                <a:lnTo>
                  <a:pt x="34708" y="48929"/>
                </a:lnTo>
                <a:lnTo>
                  <a:pt x="34289" y="54152"/>
                </a:lnTo>
                <a:lnTo>
                  <a:pt x="33274" y="57886"/>
                </a:lnTo>
                <a:lnTo>
                  <a:pt x="32512" y="60794"/>
                </a:lnTo>
                <a:lnTo>
                  <a:pt x="31368" y="62814"/>
                </a:lnTo>
                <a:lnTo>
                  <a:pt x="28575" y="65062"/>
                </a:lnTo>
                <a:lnTo>
                  <a:pt x="26924" y="65620"/>
                </a:lnTo>
                <a:lnTo>
                  <a:pt x="45296" y="65620"/>
                </a:lnTo>
                <a:lnTo>
                  <a:pt x="46005" y="64454"/>
                </a:lnTo>
                <a:lnTo>
                  <a:pt x="48387" y="57451"/>
                </a:lnTo>
                <a:lnTo>
                  <a:pt x="49815" y="48929"/>
                </a:lnTo>
                <a:lnTo>
                  <a:pt x="50292"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272" name="object 272"/>
          <p:cNvSpPr/>
          <p:nvPr/>
        </p:nvSpPr>
        <p:spPr>
          <a:xfrm>
            <a:off x="2726435" y="6576059"/>
            <a:ext cx="33655" cy="76200"/>
          </a:xfrm>
          <a:custGeom>
            <a:avLst/>
            <a:gdLst/>
            <a:ahLst/>
            <a:cxnLst/>
            <a:rect l="l" t="t" r="r" b="b"/>
            <a:pathLst>
              <a:path w="33655" h="76200">
                <a:moveTo>
                  <a:pt x="33527" y="0"/>
                </a:moveTo>
                <a:lnTo>
                  <a:pt x="21716" y="0"/>
                </a:lnTo>
                <a:lnTo>
                  <a:pt x="19938" y="4622"/>
                </a:lnTo>
                <a:lnTo>
                  <a:pt x="16890" y="8674"/>
                </a:lnTo>
                <a:lnTo>
                  <a:pt x="8000" y="15608"/>
                </a:lnTo>
                <a:lnTo>
                  <a:pt x="3809" y="17957"/>
                </a:lnTo>
                <a:lnTo>
                  <a:pt x="0" y="19202"/>
                </a:lnTo>
                <a:lnTo>
                  <a:pt x="0" y="32410"/>
                </a:lnTo>
                <a:lnTo>
                  <a:pt x="7238" y="30022"/>
                </a:lnTo>
                <a:lnTo>
                  <a:pt x="13588" y="26352"/>
                </a:lnTo>
                <a:lnTo>
                  <a:pt x="18922" y="21374"/>
                </a:lnTo>
                <a:lnTo>
                  <a:pt x="18922" y="76200"/>
                </a:lnTo>
                <a:lnTo>
                  <a:pt x="33527" y="76200"/>
                </a:lnTo>
                <a:lnTo>
                  <a:pt x="33527" y="0"/>
                </a:lnTo>
                <a:close/>
              </a:path>
            </a:pathLst>
          </a:custGeom>
          <a:solidFill>
            <a:srgbClr val="4264DE">
              <a:alpha val="10195"/>
            </a:srgbClr>
          </a:solidFill>
        </p:spPr>
        <p:txBody>
          <a:bodyPr wrap="square" lIns="0" tIns="0" rIns="0" bIns="0" rtlCol="0"/>
          <a:lstStyle/>
          <a:p>
            <a:endParaRPr/>
          </a:p>
        </p:txBody>
      </p:sp>
      <p:sp>
        <p:nvSpPr>
          <p:cNvPr id="273" name="object 273"/>
          <p:cNvSpPr/>
          <p:nvPr/>
        </p:nvSpPr>
        <p:spPr>
          <a:xfrm>
            <a:off x="2892551" y="6574535"/>
            <a:ext cx="48895" cy="78105"/>
          </a:xfrm>
          <a:custGeom>
            <a:avLst/>
            <a:gdLst/>
            <a:ahLst/>
            <a:cxnLst/>
            <a:rect l="l" t="t" r="r" b="b"/>
            <a:pathLst>
              <a:path w="48894" h="78104">
                <a:moveTo>
                  <a:pt x="31623" y="0"/>
                </a:moveTo>
                <a:lnTo>
                  <a:pt x="17145" y="0"/>
                </a:lnTo>
                <a:lnTo>
                  <a:pt x="11430" y="2590"/>
                </a:lnTo>
                <a:lnTo>
                  <a:pt x="0" y="38735"/>
                </a:lnTo>
                <a:lnTo>
                  <a:pt x="438" y="48929"/>
                </a:lnTo>
                <a:lnTo>
                  <a:pt x="17018" y="77724"/>
                </a:lnTo>
                <a:lnTo>
                  <a:pt x="31623" y="77724"/>
                </a:lnTo>
                <a:lnTo>
                  <a:pt x="37337" y="75133"/>
                </a:lnTo>
                <a:lnTo>
                  <a:pt x="41402" y="69938"/>
                </a:lnTo>
                <a:lnTo>
                  <a:pt x="43953" y="65620"/>
                </a:lnTo>
                <a:lnTo>
                  <a:pt x="22606" y="65620"/>
                </a:lnTo>
                <a:lnTo>
                  <a:pt x="21065" y="65062"/>
                </a:lnTo>
                <a:lnTo>
                  <a:pt x="15182" y="48929"/>
                </a:lnTo>
                <a:lnTo>
                  <a:pt x="15186" y="28735"/>
                </a:lnTo>
                <a:lnTo>
                  <a:pt x="22606" y="12103"/>
                </a:lnTo>
                <a:lnTo>
                  <a:pt x="43911" y="12103"/>
                </a:lnTo>
                <a:lnTo>
                  <a:pt x="41402" y="7886"/>
                </a:lnTo>
                <a:lnTo>
                  <a:pt x="37337" y="2628"/>
                </a:lnTo>
                <a:lnTo>
                  <a:pt x="31623" y="0"/>
                </a:lnTo>
                <a:close/>
              </a:path>
              <a:path w="48894" h="78104">
                <a:moveTo>
                  <a:pt x="43911" y="12103"/>
                </a:moveTo>
                <a:lnTo>
                  <a:pt x="26162" y="12103"/>
                </a:lnTo>
                <a:lnTo>
                  <a:pt x="27686" y="12661"/>
                </a:lnTo>
                <a:lnTo>
                  <a:pt x="29083" y="13779"/>
                </a:lnTo>
                <a:lnTo>
                  <a:pt x="33588" y="48929"/>
                </a:lnTo>
                <a:lnTo>
                  <a:pt x="33274" y="54152"/>
                </a:lnTo>
                <a:lnTo>
                  <a:pt x="32258" y="57886"/>
                </a:lnTo>
                <a:lnTo>
                  <a:pt x="31496" y="60794"/>
                </a:lnTo>
                <a:lnTo>
                  <a:pt x="30353" y="62814"/>
                </a:lnTo>
                <a:lnTo>
                  <a:pt x="29035" y="63969"/>
                </a:lnTo>
                <a:lnTo>
                  <a:pt x="27651" y="65074"/>
                </a:lnTo>
                <a:lnTo>
                  <a:pt x="26162" y="65620"/>
                </a:lnTo>
                <a:lnTo>
                  <a:pt x="43953" y="65620"/>
                </a:lnTo>
                <a:lnTo>
                  <a:pt x="44642" y="64454"/>
                </a:lnTo>
                <a:lnTo>
                  <a:pt x="46942" y="57451"/>
                </a:lnTo>
                <a:lnTo>
                  <a:pt x="48313" y="48929"/>
                </a:lnTo>
                <a:lnTo>
                  <a:pt x="48768"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274" name="object 274"/>
          <p:cNvSpPr/>
          <p:nvPr/>
        </p:nvSpPr>
        <p:spPr>
          <a:xfrm>
            <a:off x="3073907" y="6576059"/>
            <a:ext cx="33655" cy="76200"/>
          </a:xfrm>
          <a:custGeom>
            <a:avLst/>
            <a:gdLst/>
            <a:ahLst/>
            <a:cxnLst/>
            <a:rect l="l" t="t" r="r" b="b"/>
            <a:pathLst>
              <a:path w="33655" h="76200">
                <a:moveTo>
                  <a:pt x="33528" y="0"/>
                </a:moveTo>
                <a:lnTo>
                  <a:pt x="21717" y="0"/>
                </a:lnTo>
                <a:lnTo>
                  <a:pt x="19939" y="4622"/>
                </a:lnTo>
                <a:lnTo>
                  <a:pt x="16891" y="8674"/>
                </a:lnTo>
                <a:lnTo>
                  <a:pt x="8000" y="15608"/>
                </a:lnTo>
                <a:lnTo>
                  <a:pt x="3810" y="17957"/>
                </a:lnTo>
                <a:lnTo>
                  <a:pt x="0" y="19202"/>
                </a:lnTo>
                <a:lnTo>
                  <a:pt x="0" y="32410"/>
                </a:lnTo>
                <a:lnTo>
                  <a:pt x="7239" y="30022"/>
                </a:lnTo>
                <a:lnTo>
                  <a:pt x="13589" y="26352"/>
                </a:lnTo>
                <a:lnTo>
                  <a:pt x="18923" y="21374"/>
                </a:lnTo>
                <a:lnTo>
                  <a:pt x="18923" y="76200"/>
                </a:lnTo>
                <a:lnTo>
                  <a:pt x="33528" y="76200"/>
                </a:lnTo>
                <a:lnTo>
                  <a:pt x="33528" y="0"/>
                </a:lnTo>
                <a:close/>
              </a:path>
            </a:pathLst>
          </a:custGeom>
          <a:solidFill>
            <a:srgbClr val="4264DE">
              <a:alpha val="10195"/>
            </a:srgbClr>
          </a:solidFill>
        </p:spPr>
        <p:txBody>
          <a:bodyPr wrap="square" lIns="0" tIns="0" rIns="0" bIns="0" rtlCol="0"/>
          <a:lstStyle/>
          <a:p>
            <a:endParaRPr/>
          </a:p>
        </p:txBody>
      </p:sp>
      <p:sp>
        <p:nvSpPr>
          <p:cNvPr id="275" name="object 275"/>
          <p:cNvSpPr/>
          <p:nvPr/>
        </p:nvSpPr>
        <p:spPr>
          <a:xfrm>
            <a:off x="3238500" y="6574535"/>
            <a:ext cx="50800" cy="78105"/>
          </a:xfrm>
          <a:custGeom>
            <a:avLst/>
            <a:gdLst/>
            <a:ahLst/>
            <a:cxnLst/>
            <a:rect l="l" t="t" r="r" b="b"/>
            <a:pathLst>
              <a:path w="50800" h="78104">
                <a:moveTo>
                  <a:pt x="32638" y="0"/>
                </a:moveTo>
                <a:lnTo>
                  <a:pt x="17652" y="0"/>
                </a:lnTo>
                <a:lnTo>
                  <a:pt x="11811" y="2590"/>
                </a:lnTo>
                <a:lnTo>
                  <a:pt x="0" y="38735"/>
                </a:lnTo>
                <a:lnTo>
                  <a:pt x="440" y="48929"/>
                </a:lnTo>
                <a:lnTo>
                  <a:pt x="17652" y="77724"/>
                </a:lnTo>
                <a:lnTo>
                  <a:pt x="32638" y="77724"/>
                </a:lnTo>
                <a:lnTo>
                  <a:pt x="38480" y="75133"/>
                </a:lnTo>
                <a:lnTo>
                  <a:pt x="42672" y="69938"/>
                </a:lnTo>
                <a:lnTo>
                  <a:pt x="45296" y="65620"/>
                </a:lnTo>
                <a:lnTo>
                  <a:pt x="23367" y="65620"/>
                </a:lnTo>
                <a:lnTo>
                  <a:pt x="21701" y="65062"/>
                </a:lnTo>
                <a:lnTo>
                  <a:pt x="18923" y="62852"/>
                </a:lnTo>
                <a:lnTo>
                  <a:pt x="17779" y="60629"/>
                </a:lnTo>
                <a:lnTo>
                  <a:pt x="16001" y="53949"/>
                </a:lnTo>
                <a:lnTo>
                  <a:pt x="15586" y="48929"/>
                </a:lnTo>
                <a:lnTo>
                  <a:pt x="15591" y="28735"/>
                </a:lnTo>
                <a:lnTo>
                  <a:pt x="23367" y="12103"/>
                </a:lnTo>
                <a:lnTo>
                  <a:pt x="45324" y="12103"/>
                </a:lnTo>
                <a:lnTo>
                  <a:pt x="42799" y="7886"/>
                </a:lnTo>
                <a:lnTo>
                  <a:pt x="38480" y="2628"/>
                </a:lnTo>
                <a:lnTo>
                  <a:pt x="32638" y="0"/>
                </a:lnTo>
                <a:close/>
              </a:path>
              <a:path w="50800" h="78104">
                <a:moveTo>
                  <a:pt x="45324" y="12103"/>
                </a:moveTo>
                <a:lnTo>
                  <a:pt x="26924" y="12103"/>
                </a:lnTo>
                <a:lnTo>
                  <a:pt x="28575" y="12661"/>
                </a:lnTo>
                <a:lnTo>
                  <a:pt x="31369" y="14909"/>
                </a:lnTo>
                <a:lnTo>
                  <a:pt x="32512" y="17145"/>
                </a:lnTo>
                <a:lnTo>
                  <a:pt x="34289" y="23825"/>
                </a:lnTo>
                <a:lnTo>
                  <a:pt x="34696" y="28735"/>
                </a:lnTo>
                <a:lnTo>
                  <a:pt x="34708" y="48929"/>
                </a:lnTo>
                <a:lnTo>
                  <a:pt x="34289" y="54152"/>
                </a:lnTo>
                <a:lnTo>
                  <a:pt x="33274" y="57886"/>
                </a:lnTo>
                <a:lnTo>
                  <a:pt x="32512" y="60794"/>
                </a:lnTo>
                <a:lnTo>
                  <a:pt x="31369" y="62814"/>
                </a:lnTo>
                <a:lnTo>
                  <a:pt x="28575" y="65062"/>
                </a:lnTo>
                <a:lnTo>
                  <a:pt x="26924" y="65620"/>
                </a:lnTo>
                <a:lnTo>
                  <a:pt x="45296" y="65620"/>
                </a:lnTo>
                <a:lnTo>
                  <a:pt x="46005" y="64454"/>
                </a:lnTo>
                <a:lnTo>
                  <a:pt x="48386" y="57451"/>
                </a:lnTo>
                <a:lnTo>
                  <a:pt x="49815" y="48929"/>
                </a:lnTo>
                <a:lnTo>
                  <a:pt x="50291"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276" name="object 276"/>
          <p:cNvSpPr/>
          <p:nvPr/>
        </p:nvSpPr>
        <p:spPr>
          <a:xfrm>
            <a:off x="3419855" y="6576059"/>
            <a:ext cx="33655" cy="76200"/>
          </a:xfrm>
          <a:custGeom>
            <a:avLst/>
            <a:gdLst/>
            <a:ahLst/>
            <a:cxnLst/>
            <a:rect l="l" t="t" r="r" b="b"/>
            <a:pathLst>
              <a:path w="33654" h="76200">
                <a:moveTo>
                  <a:pt x="33528" y="0"/>
                </a:moveTo>
                <a:lnTo>
                  <a:pt x="21717" y="0"/>
                </a:lnTo>
                <a:lnTo>
                  <a:pt x="19939" y="4622"/>
                </a:lnTo>
                <a:lnTo>
                  <a:pt x="16891" y="8674"/>
                </a:lnTo>
                <a:lnTo>
                  <a:pt x="8001" y="15608"/>
                </a:lnTo>
                <a:lnTo>
                  <a:pt x="3810" y="17957"/>
                </a:lnTo>
                <a:lnTo>
                  <a:pt x="0" y="19202"/>
                </a:lnTo>
                <a:lnTo>
                  <a:pt x="0" y="32410"/>
                </a:lnTo>
                <a:lnTo>
                  <a:pt x="7239" y="30022"/>
                </a:lnTo>
                <a:lnTo>
                  <a:pt x="13589" y="26352"/>
                </a:lnTo>
                <a:lnTo>
                  <a:pt x="18923" y="21374"/>
                </a:lnTo>
                <a:lnTo>
                  <a:pt x="18923" y="76200"/>
                </a:lnTo>
                <a:lnTo>
                  <a:pt x="33528" y="76200"/>
                </a:lnTo>
                <a:lnTo>
                  <a:pt x="33528" y="0"/>
                </a:lnTo>
                <a:close/>
              </a:path>
            </a:pathLst>
          </a:custGeom>
          <a:solidFill>
            <a:srgbClr val="4264DE">
              <a:alpha val="10195"/>
            </a:srgbClr>
          </a:solidFill>
        </p:spPr>
        <p:txBody>
          <a:bodyPr wrap="square" lIns="0" tIns="0" rIns="0" bIns="0" rtlCol="0"/>
          <a:lstStyle/>
          <a:p>
            <a:endParaRPr/>
          </a:p>
        </p:txBody>
      </p:sp>
      <p:sp>
        <p:nvSpPr>
          <p:cNvPr id="277" name="object 277"/>
          <p:cNvSpPr/>
          <p:nvPr/>
        </p:nvSpPr>
        <p:spPr>
          <a:xfrm>
            <a:off x="3585971" y="6574535"/>
            <a:ext cx="48895" cy="78105"/>
          </a:xfrm>
          <a:custGeom>
            <a:avLst/>
            <a:gdLst/>
            <a:ahLst/>
            <a:cxnLst/>
            <a:rect l="l" t="t" r="r" b="b"/>
            <a:pathLst>
              <a:path w="48895" h="78104">
                <a:moveTo>
                  <a:pt x="31623" y="0"/>
                </a:moveTo>
                <a:lnTo>
                  <a:pt x="17144" y="0"/>
                </a:lnTo>
                <a:lnTo>
                  <a:pt x="11429" y="2590"/>
                </a:lnTo>
                <a:lnTo>
                  <a:pt x="0" y="38735"/>
                </a:lnTo>
                <a:lnTo>
                  <a:pt x="438" y="48929"/>
                </a:lnTo>
                <a:lnTo>
                  <a:pt x="17017" y="77724"/>
                </a:lnTo>
                <a:lnTo>
                  <a:pt x="31623" y="77724"/>
                </a:lnTo>
                <a:lnTo>
                  <a:pt x="37337" y="75133"/>
                </a:lnTo>
                <a:lnTo>
                  <a:pt x="41401" y="69938"/>
                </a:lnTo>
                <a:lnTo>
                  <a:pt x="43953" y="65620"/>
                </a:lnTo>
                <a:lnTo>
                  <a:pt x="22605" y="65620"/>
                </a:lnTo>
                <a:lnTo>
                  <a:pt x="21065" y="65062"/>
                </a:lnTo>
                <a:lnTo>
                  <a:pt x="15182" y="48929"/>
                </a:lnTo>
                <a:lnTo>
                  <a:pt x="15186" y="28735"/>
                </a:lnTo>
                <a:lnTo>
                  <a:pt x="22605" y="12103"/>
                </a:lnTo>
                <a:lnTo>
                  <a:pt x="43911" y="12103"/>
                </a:lnTo>
                <a:lnTo>
                  <a:pt x="41401" y="7886"/>
                </a:lnTo>
                <a:lnTo>
                  <a:pt x="37337" y="2628"/>
                </a:lnTo>
                <a:lnTo>
                  <a:pt x="31623" y="0"/>
                </a:lnTo>
                <a:close/>
              </a:path>
              <a:path w="48895" h="78104">
                <a:moveTo>
                  <a:pt x="43911" y="12103"/>
                </a:moveTo>
                <a:lnTo>
                  <a:pt x="26162" y="12103"/>
                </a:lnTo>
                <a:lnTo>
                  <a:pt x="27686" y="12661"/>
                </a:lnTo>
                <a:lnTo>
                  <a:pt x="29082" y="13779"/>
                </a:lnTo>
                <a:lnTo>
                  <a:pt x="33588" y="48929"/>
                </a:lnTo>
                <a:lnTo>
                  <a:pt x="33274" y="54152"/>
                </a:lnTo>
                <a:lnTo>
                  <a:pt x="32257" y="57886"/>
                </a:lnTo>
                <a:lnTo>
                  <a:pt x="31495" y="60794"/>
                </a:lnTo>
                <a:lnTo>
                  <a:pt x="30352" y="62814"/>
                </a:lnTo>
                <a:lnTo>
                  <a:pt x="29035" y="63969"/>
                </a:lnTo>
                <a:lnTo>
                  <a:pt x="27651" y="65074"/>
                </a:lnTo>
                <a:lnTo>
                  <a:pt x="26162" y="65620"/>
                </a:lnTo>
                <a:lnTo>
                  <a:pt x="43953" y="65620"/>
                </a:lnTo>
                <a:lnTo>
                  <a:pt x="44642" y="64454"/>
                </a:lnTo>
                <a:lnTo>
                  <a:pt x="46942" y="57451"/>
                </a:lnTo>
                <a:lnTo>
                  <a:pt x="48313" y="48929"/>
                </a:lnTo>
                <a:lnTo>
                  <a:pt x="48767"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278" name="object 278"/>
          <p:cNvSpPr/>
          <p:nvPr/>
        </p:nvSpPr>
        <p:spPr>
          <a:xfrm>
            <a:off x="3767328" y="6576059"/>
            <a:ext cx="33655" cy="76200"/>
          </a:xfrm>
          <a:custGeom>
            <a:avLst/>
            <a:gdLst/>
            <a:ahLst/>
            <a:cxnLst/>
            <a:rect l="l" t="t" r="r" b="b"/>
            <a:pathLst>
              <a:path w="33654" h="76200">
                <a:moveTo>
                  <a:pt x="33527" y="0"/>
                </a:moveTo>
                <a:lnTo>
                  <a:pt x="21717" y="0"/>
                </a:lnTo>
                <a:lnTo>
                  <a:pt x="19938" y="4622"/>
                </a:lnTo>
                <a:lnTo>
                  <a:pt x="16891" y="8674"/>
                </a:lnTo>
                <a:lnTo>
                  <a:pt x="8000" y="15608"/>
                </a:lnTo>
                <a:lnTo>
                  <a:pt x="3810" y="17957"/>
                </a:lnTo>
                <a:lnTo>
                  <a:pt x="0" y="19202"/>
                </a:lnTo>
                <a:lnTo>
                  <a:pt x="0" y="32410"/>
                </a:lnTo>
                <a:lnTo>
                  <a:pt x="7238" y="30022"/>
                </a:lnTo>
                <a:lnTo>
                  <a:pt x="13588" y="26352"/>
                </a:lnTo>
                <a:lnTo>
                  <a:pt x="18923" y="21374"/>
                </a:lnTo>
                <a:lnTo>
                  <a:pt x="18923" y="76200"/>
                </a:lnTo>
                <a:lnTo>
                  <a:pt x="33527" y="76200"/>
                </a:lnTo>
                <a:lnTo>
                  <a:pt x="33527" y="0"/>
                </a:lnTo>
                <a:close/>
              </a:path>
            </a:pathLst>
          </a:custGeom>
          <a:solidFill>
            <a:srgbClr val="4264DE">
              <a:alpha val="10195"/>
            </a:srgbClr>
          </a:solidFill>
        </p:spPr>
        <p:txBody>
          <a:bodyPr wrap="square" lIns="0" tIns="0" rIns="0" bIns="0" rtlCol="0"/>
          <a:lstStyle/>
          <a:p>
            <a:endParaRPr/>
          </a:p>
        </p:txBody>
      </p:sp>
      <p:sp>
        <p:nvSpPr>
          <p:cNvPr id="279" name="object 279"/>
          <p:cNvSpPr/>
          <p:nvPr/>
        </p:nvSpPr>
        <p:spPr>
          <a:xfrm>
            <a:off x="3931920" y="6574535"/>
            <a:ext cx="50800" cy="78105"/>
          </a:xfrm>
          <a:custGeom>
            <a:avLst/>
            <a:gdLst/>
            <a:ahLst/>
            <a:cxnLst/>
            <a:rect l="l" t="t" r="r" b="b"/>
            <a:pathLst>
              <a:path w="50800" h="78104">
                <a:moveTo>
                  <a:pt x="32638" y="0"/>
                </a:moveTo>
                <a:lnTo>
                  <a:pt x="17652" y="0"/>
                </a:lnTo>
                <a:lnTo>
                  <a:pt x="11810" y="2590"/>
                </a:lnTo>
                <a:lnTo>
                  <a:pt x="0" y="38735"/>
                </a:lnTo>
                <a:lnTo>
                  <a:pt x="440" y="48929"/>
                </a:lnTo>
                <a:lnTo>
                  <a:pt x="17652" y="77724"/>
                </a:lnTo>
                <a:lnTo>
                  <a:pt x="32638" y="77724"/>
                </a:lnTo>
                <a:lnTo>
                  <a:pt x="38480" y="75133"/>
                </a:lnTo>
                <a:lnTo>
                  <a:pt x="42671" y="69938"/>
                </a:lnTo>
                <a:lnTo>
                  <a:pt x="45296" y="65620"/>
                </a:lnTo>
                <a:lnTo>
                  <a:pt x="23367" y="65620"/>
                </a:lnTo>
                <a:lnTo>
                  <a:pt x="21701" y="65062"/>
                </a:lnTo>
                <a:lnTo>
                  <a:pt x="18922" y="62852"/>
                </a:lnTo>
                <a:lnTo>
                  <a:pt x="17779" y="60629"/>
                </a:lnTo>
                <a:lnTo>
                  <a:pt x="16001" y="53949"/>
                </a:lnTo>
                <a:lnTo>
                  <a:pt x="15586" y="48929"/>
                </a:lnTo>
                <a:lnTo>
                  <a:pt x="15591" y="28735"/>
                </a:lnTo>
                <a:lnTo>
                  <a:pt x="23367" y="12103"/>
                </a:lnTo>
                <a:lnTo>
                  <a:pt x="45324" y="12103"/>
                </a:lnTo>
                <a:lnTo>
                  <a:pt x="42799" y="7886"/>
                </a:lnTo>
                <a:lnTo>
                  <a:pt x="38480" y="2628"/>
                </a:lnTo>
                <a:lnTo>
                  <a:pt x="32638" y="0"/>
                </a:lnTo>
                <a:close/>
              </a:path>
              <a:path w="50800" h="78104">
                <a:moveTo>
                  <a:pt x="45324" y="12103"/>
                </a:moveTo>
                <a:lnTo>
                  <a:pt x="26924" y="12103"/>
                </a:lnTo>
                <a:lnTo>
                  <a:pt x="28575" y="12661"/>
                </a:lnTo>
                <a:lnTo>
                  <a:pt x="31368" y="14909"/>
                </a:lnTo>
                <a:lnTo>
                  <a:pt x="32512" y="17145"/>
                </a:lnTo>
                <a:lnTo>
                  <a:pt x="34289" y="23825"/>
                </a:lnTo>
                <a:lnTo>
                  <a:pt x="34696" y="28735"/>
                </a:lnTo>
                <a:lnTo>
                  <a:pt x="34708" y="48929"/>
                </a:lnTo>
                <a:lnTo>
                  <a:pt x="34289" y="54152"/>
                </a:lnTo>
                <a:lnTo>
                  <a:pt x="33274" y="57886"/>
                </a:lnTo>
                <a:lnTo>
                  <a:pt x="32512" y="60794"/>
                </a:lnTo>
                <a:lnTo>
                  <a:pt x="31368" y="62814"/>
                </a:lnTo>
                <a:lnTo>
                  <a:pt x="28575" y="65062"/>
                </a:lnTo>
                <a:lnTo>
                  <a:pt x="26924" y="65620"/>
                </a:lnTo>
                <a:lnTo>
                  <a:pt x="45296" y="65620"/>
                </a:lnTo>
                <a:lnTo>
                  <a:pt x="46005" y="64454"/>
                </a:lnTo>
                <a:lnTo>
                  <a:pt x="48386" y="57451"/>
                </a:lnTo>
                <a:lnTo>
                  <a:pt x="49815" y="48929"/>
                </a:lnTo>
                <a:lnTo>
                  <a:pt x="50291"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280" name="object 280"/>
          <p:cNvSpPr/>
          <p:nvPr/>
        </p:nvSpPr>
        <p:spPr>
          <a:xfrm>
            <a:off x="4113276" y="6576059"/>
            <a:ext cx="33655" cy="76200"/>
          </a:xfrm>
          <a:custGeom>
            <a:avLst/>
            <a:gdLst/>
            <a:ahLst/>
            <a:cxnLst/>
            <a:rect l="l" t="t" r="r" b="b"/>
            <a:pathLst>
              <a:path w="33654" h="76200">
                <a:moveTo>
                  <a:pt x="33527" y="0"/>
                </a:moveTo>
                <a:lnTo>
                  <a:pt x="21716" y="0"/>
                </a:lnTo>
                <a:lnTo>
                  <a:pt x="19938" y="4622"/>
                </a:lnTo>
                <a:lnTo>
                  <a:pt x="16890" y="8674"/>
                </a:lnTo>
                <a:lnTo>
                  <a:pt x="8000" y="15608"/>
                </a:lnTo>
                <a:lnTo>
                  <a:pt x="3810" y="17957"/>
                </a:lnTo>
                <a:lnTo>
                  <a:pt x="0" y="19202"/>
                </a:lnTo>
                <a:lnTo>
                  <a:pt x="0" y="32410"/>
                </a:lnTo>
                <a:lnTo>
                  <a:pt x="7238" y="30022"/>
                </a:lnTo>
                <a:lnTo>
                  <a:pt x="13588" y="26352"/>
                </a:lnTo>
                <a:lnTo>
                  <a:pt x="18923" y="21374"/>
                </a:lnTo>
                <a:lnTo>
                  <a:pt x="18923" y="76200"/>
                </a:lnTo>
                <a:lnTo>
                  <a:pt x="33527" y="76200"/>
                </a:lnTo>
                <a:lnTo>
                  <a:pt x="33527" y="0"/>
                </a:lnTo>
                <a:close/>
              </a:path>
            </a:pathLst>
          </a:custGeom>
          <a:solidFill>
            <a:srgbClr val="4264DE">
              <a:alpha val="10195"/>
            </a:srgbClr>
          </a:solidFill>
        </p:spPr>
        <p:txBody>
          <a:bodyPr wrap="square" lIns="0" tIns="0" rIns="0" bIns="0" rtlCol="0"/>
          <a:lstStyle/>
          <a:p>
            <a:endParaRPr/>
          </a:p>
        </p:txBody>
      </p:sp>
      <p:sp>
        <p:nvSpPr>
          <p:cNvPr id="281" name="object 281"/>
          <p:cNvSpPr/>
          <p:nvPr/>
        </p:nvSpPr>
        <p:spPr>
          <a:xfrm>
            <a:off x="4279391" y="6574535"/>
            <a:ext cx="48895" cy="78105"/>
          </a:xfrm>
          <a:custGeom>
            <a:avLst/>
            <a:gdLst/>
            <a:ahLst/>
            <a:cxnLst/>
            <a:rect l="l" t="t" r="r" b="b"/>
            <a:pathLst>
              <a:path w="48895" h="78104">
                <a:moveTo>
                  <a:pt x="31623" y="0"/>
                </a:moveTo>
                <a:lnTo>
                  <a:pt x="17145" y="0"/>
                </a:lnTo>
                <a:lnTo>
                  <a:pt x="11430" y="2590"/>
                </a:lnTo>
                <a:lnTo>
                  <a:pt x="0" y="38735"/>
                </a:lnTo>
                <a:lnTo>
                  <a:pt x="438" y="48929"/>
                </a:lnTo>
                <a:lnTo>
                  <a:pt x="17018" y="77724"/>
                </a:lnTo>
                <a:lnTo>
                  <a:pt x="31623" y="77724"/>
                </a:lnTo>
                <a:lnTo>
                  <a:pt x="37337" y="75133"/>
                </a:lnTo>
                <a:lnTo>
                  <a:pt x="41402" y="69938"/>
                </a:lnTo>
                <a:lnTo>
                  <a:pt x="43953" y="65620"/>
                </a:lnTo>
                <a:lnTo>
                  <a:pt x="22606" y="65620"/>
                </a:lnTo>
                <a:lnTo>
                  <a:pt x="21065" y="65062"/>
                </a:lnTo>
                <a:lnTo>
                  <a:pt x="15182" y="48929"/>
                </a:lnTo>
                <a:lnTo>
                  <a:pt x="15186" y="28735"/>
                </a:lnTo>
                <a:lnTo>
                  <a:pt x="22606" y="12103"/>
                </a:lnTo>
                <a:lnTo>
                  <a:pt x="43911" y="12103"/>
                </a:lnTo>
                <a:lnTo>
                  <a:pt x="41402" y="7886"/>
                </a:lnTo>
                <a:lnTo>
                  <a:pt x="37337" y="2628"/>
                </a:lnTo>
                <a:lnTo>
                  <a:pt x="31623" y="0"/>
                </a:lnTo>
                <a:close/>
              </a:path>
              <a:path w="48895" h="78104">
                <a:moveTo>
                  <a:pt x="43911" y="12103"/>
                </a:moveTo>
                <a:lnTo>
                  <a:pt x="26162" y="12103"/>
                </a:lnTo>
                <a:lnTo>
                  <a:pt x="27686" y="12661"/>
                </a:lnTo>
                <a:lnTo>
                  <a:pt x="29083" y="13779"/>
                </a:lnTo>
                <a:lnTo>
                  <a:pt x="33588" y="48929"/>
                </a:lnTo>
                <a:lnTo>
                  <a:pt x="33274" y="54152"/>
                </a:lnTo>
                <a:lnTo>
                  <a:pt x="32258" y="57886"/>
                </a:lnTo>
                <a:lnTo>
                  <a:pt x="31496" y="60794"/>
                </a:lnTo>
                <a:lnTo>
                  <a:pt x="30353" y="62814"/>
                </a:lnTo>
                <a:lnTo>
                  <a:pt x="29035" y="63969"/>
                </a:lnTo>
                <a:lnTo>
                  <a:pt x="27651" y="65074"/>
                </a:lnTo>
                <a:lnTo>
                  <a:pt x="26162" y="65620"/>
                </a:lnTo>
                <a:lnTo>
                  <a:pt x="43953" y="65620"/>
                </a:lnTo>
                <a:lnTo>
                  <a:pt x="44642" y="64454"/>
                </a:lnTo>
                <a:lnTo>
                  <a:pt x="46942" y="57451"/>
                </a:lnTo>
                <a:lnTo>
                  <a:pt x="48313" y="48929"/>
                </a:lnTo>
                <a:lnTo>
                  <a:pt x="48768"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282" name="object 282"/>
          <p:cNvSpPr/>
          <p:nvPr/>
        </p:nvSpPr>
        <p:spPr>
          <a:xfrm>
            <a:off x="4460747" y="6576059"/>
            <a:ext cx="33655" cy="76200"/>
          </a:xfrm>
          <a:custGeom>
            <a:avLst/>
            <a:gdLst/>
            <a:ahLst/>
            <a:cxnLst/>
            <a:rect l="l" t="t" r="r" b="b"/>
            <a:pathLst>
              <a:path w="33654" h="76200">
                <a:moveTo>
                  <a:pt x="33527" y="0"/>
                </a:moveTo>
                <a:lnTo>
                  <a:pt x="21716" y="0"/>
                </a:lnTo>
                <a:lnTo>
                  <a:pt x="19938" y="4622"/>
                </a:lnTo>
                <a:lnTo>
                  <a:pt x="16890" y="8674"/>
                </a:lnTo>
                <a:lnTo>
                  <a:pt x="8000" y="15608"/>
                </a:lnTo>
                <a:lnTo>
                  <a:pt x="3810" y="17957"/>
                </a:lnTo>
                <a:lnTo>
                  <a:pt x="0" y="19202"/>
                </a:lnTo>
                <a:lnTo>
                  <a:pt x="0" y="32410"/>
                </a:lnTo>
                <a:lnTo>
                  <a:pt x="7238" y="30022"/>
                </a:lnTo>
                <a:lnTo>
                  <a:pt x="13588" y="26352"/>
                </a:lnTo>
                <a:lnTo>
                  <a:pt x="18923" y="21374"/>
                </a:lnTo>
                <a:lnTo>
                  <a:pt x="18923" y="76200"/>
                </a:lnTo>
                <a:lnTo>
                  <a:pt x="33527" y="76200"/>
                </a:lnTo>
                <a:lnTo>
                  <a:pt x="33527" y="0"/>
                </a:lnTo>
                <a:close/>
              </a:path>
            </a:pathLst>
          </a:custGeom>
          <a:solidFill>
            <a:srgbClr val="4264DE">
              <a:alpha val="10195"/>
            </a:srgbClr>
          </a:solidFill>
        </p:spPr>
        <p:txBody>
          <a:bodyPr wrap="square" lIns="0" tIns="0" rIns="0" bIns="0" rtlCol="0"/>
          <a:lstStyle/>
          <a:p>
            <a:endParaRPr/>
          </a:p>
        </p:txBody>
      </p:sp>
      <p:sp>
        <p:nvSpPr>
          <p:cNvPr id="283" name="object 283"/>
          <p:cNvSpPr/>
          <p:nvPr/>
        </p:nvSpPr>
        <p:spPr>
          <a:xfrm>
            <a:off x="4625340" y="6574535"/>
            <a:ext cx="50800" cy="78105"/>
          </a:xfrm>
          <a:custGeom>
            <a:avLst/>
            <a:gdLst/>
            <a:ahLst/>
            <a:cxnLst/>
            <a:rect l="l" t="t" r="r" b="b"/>
            <a:pathLst>
              <a:path w="50800" h="78104">
                <a:moveTo>
                  <a:pt x="32638" y="0"/>
                </a:moveTo>
                <a:lnTo>
                  <a:pt x="17652" y="0"/>
                </a:lnTo>
                <a:lnTo>
                  <a:pt x="11811" y="2590"/>
                </a:lnTo>
                <a:lnTo>
                  <a:pt x="0" y="38735"/>
                </a:lnTo>
                <a:lnTo>
                  <a:pt x="440" y="48929"/>
                </a:lnTo>
                <a:lnTo>
                  <a:pt x="17652" y="77724"/>
                </a:lnTo>
                <a:lnTo>
                  <a:pt x="32638" y="77724"/>
                </a:lnTo>
                <a:lnTo>
                  <a:pt x="38481" y="75133"/>
                </a:lnTo>
                <a:lnTo>
                  <a:pt x="42672" y="69938"/>
                </a:lnTo>
                <a:lnTo>
                  <a:pt x="45296" y="65620"/>
                </a:lnTo>
                <a:lnTo>
                  <a:pt x="23368" y="65620"/>
                </a:lnTo>
                <a:lnTo>
                  <a:pt x="21701" y="65062"/>
                </a:lnTo>
                <a:lnTo>
                  <a:pt x="18923" y="62852"/>
                </a:lnTo>
                <a:lnTo>
                  <a:pt x="17780" y="60629"/>
                </a:lnTo>
                <a:lnTo>
                  <a:pt x="16001" y="53949"/>
                </a:lnTo>
                <a:lnTo>
                  <a:pt x="15586" y="48929"/>
                </a:lnTo>
                <a:lnTo>
                  <a:pt x="15591" y="28735"/>
                </a:lnTo>
                <a:lnTo>
                  <a:pt x="23368" y="12103"/>
                </a:lnTo>
                <a:lnTo>
                  <a:pt x="45324" y="12103"/>
                </a:lnTo>
                <a:lnTo>
                  <a:pt x="42799" y="7886"/>
                </a:lnTo>
                <a:lnTo>
                  <a:pt x="38481" y="2628"/>
                </a:lnTo>
                <a:lnTo>
                  <a:pt x="32638" y="0"/>
                </a:lnTo>
                <a:close/>
              </a:path>
              <a:path w="50800" h="78104">
                <a:moveTo>
                  <a:pt x="45324" y="12103"/>
                </a:moveTo>
                <a:lnTo>
                  <a:pt x="26924" y="12103"/>
                </a:lnTo>
                <a:lnTo>
                  <a:pt x="28575" y="12661"/>
                </a:lnTo>
                <a:lnTo>
                  <a:pt x="31369" y="14909"/>
                </a:lnTo>
                <a:lnTo>
                  <a:pt x="32512" y="17145"/>
                </a:lnTo>
                <a:lnTo>
                  <a:pt x="34289" y="23825"/>
                </a:lnTo>
                <a:lnTo>
                  <a:pt x="34696" y="28735"/>
                </a:lnTo>
                <a:lnTo>
                  <a:pt x="34708" y="48929"/>
                </a:lnTo>
                <a:lnTo>
                  <a:pt x="34289" y="54152"/>
                </a:lnTo>
                <a:lnTo>
                  <a:pt x="33274" y="57886"/>
                </a:lnTo>
                <a:lnTo>
                  <a:pt x="32512" y="60794"/>
                </a:lnTo>
                <a:lnTo>
                  <a:pt x="31369" y="62814"/>
                </a:lnTo>
                <a:lnTo>
                  <a:pt x="28575" y="65062"/>
                </a:lnTo>
                <a:lnTo>
                  <a:pt x="26924" y="65620"/>
                </a:lnTo>
                <a:lnTo>
                  <a:pt x="45296" y="65620"/>
                </a:lnTo>
                <a:lnTo>
                  <a:pt x="46005" y="64454"/>
                </a:lnTo>
                <a:lnTo>
                  <a:pt x="48387" y="57451"/>
                </a:lnTo>
                <a:lnTo>
                  <a:pt x="49815" y="48929"/>
                </a:lnTo>
                <a:lnTo>
                  <a:pt x="50292"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284" name="object 284"/>
          <p:cNvSpPr/>
          <p:nvPr/>
        </p:nvSpPr>
        <p:spPr>
          <a:xfrm>
            <a:off x="4806696" y="6576059"/>
            <a:ext cx="33655" cy="76200"/>
          </a:xfrm>
          <a:custGeom>
            <a:avLst/>
            <a:gdLst/>
            <a:ahLst/>
            <a:cxnLst/>
            <a:rect l="l" t="t" r="r" b="b"/>
            <a:pathLst>
              <a:path w="33654" h="76200">
                <a:moveTo>
                  <a:pt x="33527" y="0"/>
                </a:moveTo>
                <a:lnTo>
                  <a:pt x="21716" y="0"/>
                </a:lnTo>
                <a:lnTo>
                  <a:pt x="19938" y="4622"/>
                </a:lnTo>
                <a:lnTo>
                  <a:pt x="16890" y="8674"/>
                </a:lnTo>
                <a:lnTo>
                  <a:pt x="8000" y="15608"/>
                </a:lnTo>
                <a:lnTo>
                  <a:pt x="3809" y="17957"/>
                </a:lnTo>
                <a:lnTo>
                  <a:pt x="0" y="19202"/>
                </a:lnTo>
                <a:lnTo>
                  <a:pt x="0" y="32410"/>
                </a:lnTo>
                <a:lnTo>
                  <a:pt x="7238" y="30022"/>
                </a:lnTo>
                <a:lnTo>
                  <a:pt x="13588" y="26352"/>
                </a:lnTo>
                <a:lnTo>
                  <a:pt x="18923" y="21374"/>
                </a:lnTo>
                <a:lnTo>
                  <a:pt x="18923" y="76200"/>
                </a:lnTo>
                <a:lnTo>
                  <a:pt x="33527" y="76200"/>
                </a:lnTo>
                <a:lnTo>
                  <a:pt x="33527" y="0"/>
                </a:lnTo>
                <a:close/>
              </a:path>
            </a:pathLst>
          </a:custGeom>
          <a:solidFill>
            <a:srgbClr val="4264DE">
              <a:alpha val="10195"/>
            </a:srgbClr>
          </a:solidFill>
        </p:spPr>
        <p:txBody>
          <a:bodyPr wrap="square" lIns="0" tIns="0" rIns="0" bIns="0" rtlCol="0"/>
          <a:lstStyle/>
          <a:p>
            <a:endParaRPr/>
          </a:p>
        </p:txBody>
      </p:sp>
      <p:sp>
        <p:nvSpPr>
          <p:cNvPr id="285" name="object 285"/>
          <p:cNvSpPr/>
          <p:nvPr/>
        </p:nvSpPr>
        <p:spPr>
          <a:xfrm>
            <a:off x="4972811" y="6574535"/>
            <a:ext cx="48895" cy="78105"/>
          </a:xfrm>
          <a:custGeom>
            <a:avLst/>
            <a:gdLst/>
            <a:ahLst/>
            <a:cxnLst/>
            <a:rect l="l" t="t" r="r" b="b"/>
            <a:pathLst>
              <a:path w="48895" h="78104">
                <a:moveTo>
                  <a:pt x="31623" y="0"/>
                </a:moveTo>
                <a:lnTo>
                  <a:pt x="17145" y="0"/>
                </a:lnTo>
                <a:lnTo>
                  <a:pt x="11429" y="2590"/>
                </a:lnTo>
                <a:lnTo>
                  <a:pt x="0" y="38735"/>
                </a:lnTo>
                <a:lnTo>
                  <a:pt x="438" y="48929"/>
                </a:lnTo>
                <a:lnTo>
                  <a:pt x="17017" y="77724"/>
                </a:lnTo>
                <a:lnTo>
                  <a:pt x="31623" y="77724"/>
                </a:lnTo>
                <a:lnTo>
                  <a:pt x="37337" y="75133"/>
                </a:lnTo>
                <a:lnTo>
                  <a:pt x="41401" y="69938"/>
                </a:lnTo>
                <a:lnTo>
                  <a:pt x="43953" y="65620"/>
                </a:lnTo>
                <a:lnTo>
                  <a:pt x="22605" y="65620"/>
                </a:lnTo>
                <a:lnTo>
                  <a:pt x="21065" y="65062"/>
                </a:lnTo>
                <a:lnTo>
                  <a:pt x="15182" y="48929"/>
                </a:lnTo>
                <a:lnTo>
                  <a:pt x="15186" y="28735"/>
                </a:lnTo>
                <a:lnTo>
                  <a:pt x="22605" y="12103"/>
                </a:lnTo>
                <a:lnTo>
                  <a:pt x="43911" y="12103"/>
                </a:lnTo>
                <a:lnTo>
                  <a:pt x="41401" y="7886"/>
                </a:lnTo>
                <a:lnTo>
                  <a:pt x="37337" y="2628"/>
                </a:lnTo>
                <a:lnTo>
                  <a:pt x="31623" y="0"/>
                </a:lnTo>
                <a:close/>
              </a:path>
              <a:path w="48895" h="78104">
                <a:moveTo>
                  <a:pt x="43911" y="12103"/>
                </a:moveTo>
                <a:lnTo>
                  <a:pt x="26162" y="12103"/>
                </a:lnTo>
                <a:lnTo>
                  <a:pt x="27686" y="12661"/>
                </a:lnTo>
                <a:lnTo>
                  <a:pt x="29083" y="13779"/>
                </a:lnTo>
                <a:lnTo>
                  <a:pt x="33588" y="48929"/>
                </a:lnTo>
                <a:lnTo>
                  <a:pt x="33274" y="54152"/>
                </a:lnTo>
                <a:lnTo>
                  <a:pt x="32258" y="57886"/>
                </a:lnTo>
                <a:lnTo>
                  <a:pt x="31496" y="60794"/>
                </a:lnTo>
                <a:lnTo>
                  <a:pt x="30352" y="62814"/>
                </a:lnTo>
                <a:lnTo>
                  <a:pt x="29035" y="63969"/>
                </a:lnTo>
                <a:lnTo>
                  <a:pt x="27651" y="65074"/>
                </a:lnTo>
                <a:lnTo>
                  <a:pt x="26162" y="65620"/>
                </a:lnTo>
                <a:lnTo>
                  <a:pt x="43953" y="65620"/>
                </a:lnTo>
                <a:lnTo>
                  <a:pt x="44642" y="64454"/>
                </a:lnTo>
                <a:lnTo>
                  <a:pt x="46942" y="57451"/>
                </a:lnTo>
                <a:lnTo>
                  <a:pt x="48313" y="48929"/>
                </a:lnTo>
                <a:lnTo>
                  <a:pt x="48767"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286" name="object 286"/>
          <p:cNvSpPr/>
          <p:nvPr/>
        </p:nvSpPr>
        <p:spPr>
          <a:xfrm>
            <a:off x="5154167" y="6576059"/>
            <a:ext cx="33655" cy="76200"/>
          </a:xfrm>
          <a:custGeom>
            <a:avLst/>
            <a:gdLst/>
            <a:ahLst/>
            <a:cxnLst/>
            <a:rect l="l" t="t" r="r" b="b"/>
            <a:pathLst>
              <a:path w="33654" h="76200">
                <a:moveTo>
                  <a:pt x="33528" y="0"/>
                </a:moveTo>
                <a:lnTo>
                  <a:pt x="21717" y="0"/>
                </a:lnTo>
                <a:lnTo>
                  <a:pt x="19939" y="4622"/>
                </a:lnTo>
                <a:lnTo>
                  <a:pt x="16891" y="8674"/>
                </a:lnTo>
                <a:lnTo>
                  <a:pt x="8001" y="15608"/>
                </a:lnTo>
                <a:lnTo>
                  <a:pt x="3810" y="17957"/>
                </a:lnTo>
                <a:lnTo>
                  <a:pt x="0" y="19202"/>
                </a:lnTo>
                <a:lnTo>
                  <a:pt x="0" y="32410"/>
                </a:lnTo>
                <a:lnTo>
                  <a:pt x="7239" y="30022"/>
                </a:lnTo>
                <a:lnTo>
                  <a:pt x="13589" y="26352"/>
                </a:lnTo>
                <a:lnTo>
                  <a:pt x="18923" y="21374"/>
                </a:lnTo>
                <a:lnTo>
                  <a:pt x="18923" y="76200"/>
                </a:lnTo>
                <a:lnTo>
                  <a:pt x="33528" y="76200"/>
                </a:lnTo>
                <a:lnTo>
                  <a:pt x="33528" y="0"/>
                </a:lnTo>
                <a:close/>
              </a:path>
            </a:pathLst>
          </a:custGeom>
          <a:solidFill>
            <a:srgbClr val="4264DE">
              <a:alpha val="10195"/>
            </a:srgbClr>
          </a:solidFill>
        </p:spPr>
        <p:txBody>
          <a:bodyPr wrap="square" lIns="0" tIns="0" rIns="0" bIns="0" rtlCol="0"/>
          <a:lstStyle/>
          <a:p>
            <a:endParaRPr/>
          </a:p>
        </p:txBody>
      </p:sp>
      <p:sp>
        <p:nvSpPr>
          <p:cNvPr id="287" name="object 287"/>
          <p:cNvSpPr/>
          <p:nvPr/>
        </p:nvSpPr>
        <p:spPr>
          <a:xfrm>
            <a:off x="5318759" y="6574535"/>
            <a:ext cx="50800" cy="78105"/>
          </a:xfrm>
          <a:custGeom>
            <a:avLst/>
            <a:gdLst/>
            <a:ahLst/>
            <a:cxnLst/>
            <a:rect l="l" t="t" r="r" b="b"/>
            <a:pathLst>
              <a:path w="50800" h="78104">
                <a:moveTo>
                  <a:pt x="32638" y="0"/>
                </a:moveTo>
                <a:lnTo>
                  <a:pt x="17652" y="0"/>
                </a:lnTo>
                <a:lnTo>
                  <a:pt x="11811" y="2590"/>
                </a:lnTo>
                <a:lnTo>
                  <a:pt x="0" y="38735"/>
                </a:lnTo>
                <a:lnTo>
                  <a:pt x="440" y="48929"/>
                </a:lnTo>
                <a:lnTo>
                  <a:pt x="17652" y="77724"/>
                </a:lnTo>
                <a:lnTo>
                  <a:pt x="32638" y="77724"/>
                </a:lnTo>
                <a:lnTo>
                  <a:pt x="38480" y="75133"/>
                </a:lnTo>
                <a:lnTo>
                  <a:pt x="42672" y="69938"/>
                </a:lnTo>
                <a:lnTo>
                  <a:pt x="45296" y="65620"/>
                </a:lnTo>
                <a:lnTo>
                  <a:pt x="23367" y="65620"/>
                </a:lnTo>
                <a:lnTo>
                  <a:pt x="21701" y="65062"/>
                </a:lnTo>
                <a:lnTo>
                  <a:pt x="18923" y="62852"/>
                </a:lnTo>
                <a:lnTo>
                  <a:pt x="17779" y="60629"/>
                </a:lnTo>
                <a:lnTo>
                  <a:pt x="16001" y="53949"/>
                </a:lnTo>
                <a:lnTo>
                  <a:pt x="15586" y="48929"/>
                </a:lnTo>
                <a:lnTo>
                  <a:pt x="15591" y="28735"/>
                </a:lnTo>
                <a:lnTo>
                  <a:pt x="23367" y="12103"/>
                </a:lnTo>
                <a:lnTo>
                  <a:pt x="45324" y="12103"/>
                </a:lnTo>
                <a:lnTo>
                  <a:pt x="42799" y="7886"/>
                </a:lnTo>
                <a:lnTo>
                  <a:pt x="38480" y="2628"/>
                </a:lnTo>
                <a:lnTo>
                  <a:pt x="32638" y="0"/>
                </a:lnTo>
                <a:close/>
              </a:path>
              <a:path w="50800" h="78104">
                <a:moveTo>
                  <a:pt x="45324" y="12103"/>
                </a:moveTo>
                <a:lnTo>
                  <a:pt x="26924" y="12103"/>
                </a:lnTo>
                <a:lnTo>
                  <a:pt x="28575" y="12661"/>
                </a:lnTo>
                <a:lnTo>
                  <a:pt x="31368" y="14909"/>
                </a:lnTo>
                <a:lnTo>
                  <a:pt x="32512" y="17145"/>
                </a:lnTo>
                <a:lnTo>
                  <a:pt x="34289" y="23825"/>
                </a:lnTo>
                <a:lnTo>
                  <a:pt x="34696" y="28735"/>
                </a:lnTo>
                <a:lnTo>
                  <a:pt x="34708" y="48929"/>
                </a:lnTo>
                <a:lnTo>
                  <a:pt x="34289" y="54152"/>
                </a:lnTo>
                <a:lnTo>
                  <a:pt x="33274" y="57886"/>
                </a:lnTo>
                <a:lnTo>
                  <a:pt x="32512" y="60794"/>
                </a:lnTo>
                <a:lnTo>
                  <a:pt x="31368" y="62814"/>
                </a:lnTo>
                <a:lnTo>
                  <a:pt x="28575" y="65062"/>
                </a:lnTo>
                <a:lnTo>
                  <a:pt x="26924" y="65620"/>
                </a:lnTo>
                <a:lnTo>
                  <a:pt x="45296" y="65620"/>
                </a:lnTo>
                <a:lnTo>
                  <a:pt x="46005" y="64454"/>
                </a:lnTo>
                <a:lnTo>
                  <a:pt x="48386" y="57451"/>
                </a:lnTo>
                <a:lnTo>
                  <a:pt x="49815" y="48929"/>
                </a:lnTo>
                <a:lnTo>
                  <a:pt x="50291"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288" name="object 288"/>
          <p:cNvSpPr/>
          <p:nvPr/>
        </p:nvSpPr>
        <p:spPr>
          <a:xfrm>
            <a:off x="5500115" y="6576059"/>
            <a:ext cx="33655" cy="76200"/>
          </a:xfrm>
          <a:custGeom>
            <a:avLst/>
            <a:gdLst/>
            <a:ahLst/>
            <a:cxnLst/>
            <a:rect l="l" t="t" r="r" b="b"/>
            <a:pathLst>
              <a:path w="33654" h="76200">
                <a:moveTo>
                  <a:pt x="33528" y="0"/>
                </a:moveTo>
                <a:lnTo>
                  <a:pt x="21717" y="0"/>
                </a:lnTo>
                <a:lnTo>
                  <a:pt x="19938" y="4622"/>
                </a:lnTo>
                <a:lnTo>
                  <a:pt x="16891" y="8674"/>
                </a:lnTo>
                <a:lnTo>
                  <a:pt x="8000" y="15608"/>
                </a:lnTo>
                <a:lnTo>
                  <a:pt x="3810" y="17957"/>
                </a:lnTo>
                <a:lnTo>
                  <a:pt x="0" y="19202"/>
                </a:lnTo>
                <a:lnTo>
                  <a:pt x="0" y="32410"/>
                </a:lnTo>
                <a:lnTo>
                  <a:pt x="7238" y="30022"/>
                </a:lnTo>
                <a:lnTo>
                  <a:pt x="13588" y="26352"/>
                </a:lnTo>
                <a:lnTo>
                  <a:pt x="18923" y="21374"/>
                </a:lnTo>
                <a:lnTo>
                  <a:pt x="18923" y="76200"/>
                </a:lnTo>
                <a:lnTo>
                  <a:pt x="33528" y="76200"/>
                </a:lnTo>
                <a:lnTo>
                  <a:pt x="33528" y="0"/>
                </a:lnTo>
                <a:close/>
              </a:path>
            </a:pathLst>
          </a:custGeom>
          <a:solidFill>
            <a:srgbClr val="4264DE">
              <a:alpha val="10195"/>
            </a:srgbClr>
          </a:solidFill>
        </p:spPr>
        <p:txBody>
          <a:bodyPr wrap="square" lIns="0" tIns="0" rIns="0" bIns="0" rtlCol="0"/>
          <a:lstStyle/>
          <a:p>
            <a:endParaRPr/>
          </a:p>
        </p:txBody>
      </p:sp>
      <p:sp>
        <p:nvSpPr>
          <p:cNvPr id="289" name="object 289"/>
          <p:cNvSpPr/>
          <p:nvPr/>
        </p:nvSpPr>
        <p:spPr>
          <a:xfrm>
            <a:off x="5666232" y="6574535"/>
            <a:ext cx="48895" cy="78105"/>
          </a:xfrm>
          <a:custGeom>
            <a:avLst/>
            <a:gdLst/>
            <a:ahLst/>
            <a:cxnLst/>
            <a:rect l="l" t="t" r="r" b="b"/>
            <a:pathLst>
              <a:path w="48895" h="78104">
                <a:moveTo>
                  <a:pt x="31622" y="0"/>
                </a:moveTo>
                <a:lnTo>
                  <a:pt x="17144" y="0"/>
                </a:lnTo>
                <a:lnTo>
                  <a:pt x="11429" y="2590"/>
                </a:lnTo>
                <a:lnTo>
                  <a:pt x="0" y="38735"/>
                </a:lnTo>
                <a:lnTo>
                  <a:pt x="438" y="48929"/>
                </a:lnTo>
                <a:lnTo>
                  <a:pt x="17017" y="77724"/>
                </a:lnTo>
                <a:lnTo>
                  <a:pt x="31622" y="77724"/>
                </a:lnTo>
                <a:lnTo>
                  <a:pt x="37337" y="75133"/>
                </a:lnTo>
                <a:lnTo>
                  <a:pt x="41401" y="69938"/>
                </a:lnTo>
                <a:lnTo>
                  <a:pt x="43953" y="65620"/>
                </a:lnTo>
                <a:lnTo>
                  <a:pt x="22605" y="65620"/>
                </a:lnTo>
                <a:lnTo>
                  <a:pt x="21065" y="65062"/>
                </a:lnTo>
                <a:lnTo>
                  <a:pt x="15182" y="48929"/>
                </a:lnTo>
                <a:lnTo>
                  <a:pt x="15186" y="28735"/>
                </a:lnTo>
                <a:lnTo>
                  <a:pt x="22605" y="12103"/>
                </a:lnTo>
                <a:lnTo>
                  <a:pt x="43911" y="12103"/>
                </a:lnTo>
                <a:lnTo>
                  <a:pt x="41401" y="7886"/>
                </a:lnTo>
                <a:lnTo>
                  <a:pt x="37337" y="2628"/>
                </a:lnTo>
                <a:lnTo>
                  <a:pt x="31622" y="0"/>
                </a:lnTo>
                <a:close/>
              </a:path>
              <a:path w="48895" h="78104">
                <a:moveTo>
                  <a:pt x="43911" y="12103"/>
                </a:moveTo>
                <a:lnTo>
                  <a:pt x="26162" y="12103"/>
                </a:lnTo>
                <a:lnTo>
                  <a:pt x="27685" y="12661"/>
                </a:lnTo>
                <a:lnTo>
                  <a:pt x="29082" y="13779"/>
                </a:lnTo>
                <a:lnTo>
                  <a:pt x="33588" y="48929"/>
                </a:lnTo>
                <a:lnTo>
                  <a:pt x="33273" y="54152"/>
                </a:lnTo>
                <a:lnTo>
                  <a:pt x="32257" y="57886"/>
                </a:lnTo>
                <a:lnTo>
                  <a:pt x="31495" y="60794"/>
                </a:lnTo>
                <a:lnTo>
                  <a:pt x="30352" y="62814"/>
                </a:lnTo>
                <a:lnTo>
                  <a:pt x="29035" y="63969"/>
                </a:lnTo>
                <a:lnTo>
                  <a:pt x="27651" y="65074"/>
                </a:lnTo>
                <a:lnTo>
                  <a:pt x="26162" y="65620"/>
                </a:lnTo>
                <a:lnTo>
                  <a:pt x="43953" y="65620"/>
                </a:lnTo>
                <a:lnTo>
                  <a:pt x="44642" y="64454"/>
                </a:lnTo>
                <a:lnTo>
                  <a:pt x="46942" y="57451"/>
                </a:lnTo>
                <a:lnTo>
                  <a:pt x="48313" y="48929"/>
                </a:lnTo>
                <a:lnTo>
                  <a:pt x="48767"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290" name="object 290"/>
          <p:cNvSpPr/>
          <p:nvPr/>
        </p:nvSpPr>
        <p:spPr>
          <a:xfrm>
            <a:off x="5847588" y="6576059"/>
            <a:ext cx="33655" cy="76200"/>
          </a:xfrm>
          <a:custGeom>
            <a:avLst/>
            <a:gdLst/>
            <a:ahLst/>
            <a:cxnLst/>
            <a:rect l="l" t="t" r="r" b="b"/>
            <a:pathLst>
              <a:path w="33654" h="76200">
                <a:moveTo>
                  <a:pt x="33527" y="0"/>
                </a:moveTo>
                <a:lnTo>
                  <a:pt x="21716" y="0"/>
                </a:lnTo>
                <a:lnTo>
                  <a:pt x="19938" y="4622"/>
                </a:lnTo>
                <a:lnTo>
                  <a:pt x="16890" y="8674"/>
                </a:lnTo>
                <a:lnTo>
                  <a:pt x="8000" y="15608"/>
                </a:lnTo>
                <a:lnTo>
                  <a:pt x="3810" y="17957"/>
                </a:lnTo>
                <a:lnTo>
                  <a:pt x="0" y="19202"/>
                </a:lnTo>
                <a:lnTo>
                  <a:pt x="0" y="32410"/>
                </a:lnTo>
                <a:lnTo>
                  <a:pt x="7238" y="30022"/>
                </a:lnTo>
                <a:lnTo>
                  <a:pt x="13588" y="26352"/>
                </a:lnTo>
                <a:lnTo>
                  <a:pt x="18923" y="21374"/>
                </a:lnTo>
                <a:lnTo>
                  <a:pt x="18923" y="76200"/>
                </a:lnTo>
                <a:lnTo>
                  <a:pt x="33527" y="76200"/>
                </a:lnTo>
                <a:lnTo>
                  <a:pt x="33527" y="0"/>
                </a:lnTo>
                <a:close/>
              </a:path>
            </a:pathLst>
          </a:custGeom>
          <a:solidFill>
            <a:srgbClr val="4264DE">
              <a:alpha val="10195"/>
            </a:srgbClr>
          </a:solidFill>
        </p:spPr>
        <p:txBody>
          <a:bodyPr wrap="square" lIns="0" tIns="0" rIns="0" bIns="0" rtlCol="0"/>
          <a:lstStyle/>
          <a:p>
            <a:endParaRPr/>
          </a:p>
        </p:txBody>
      </p:sp>
      <p:sp>
        <p:nvSpPr>
          <p:cNvPr id="291" name="object 291"/>
          <p:cNvSpPr/>
          <p:nvPr/>
        </p:nvSpPr>
        <p:spPr>
          <a:xfrm>
            <a:off x="6012179" y="6574535"/>
            <a:ext cx="50800" cy="78105"/>
          </a:xfrm>
          <a:custGeom>
            <a:avLst/>
            <a:gdLst/>
            <a:ahLst/>
            <a:cxnLst/>
            <a:rect l="l" t="t" r="r" b="b"/>
            <a:pathLst>
              <a:path w="50800" h="78104">
                <a:moveTo>
                  <a:pt x="32639" y="0"/>
                </a:moveTo>
                <a:lnTo>
                  <a:pt x="17653" y="0"/>
                </a:lnTo>
                <a:lnTo>
                  <a:pt x="11811" y="2590"/>
                </a:lnTo>
                <a:lnTo>
                  <a:pt x="0" y="38735"/>
                </a:lnTo>
                <a:lnTo>
                  <a:pt x="440" y="48929"/>
                </a:lnTo>
                <a:lnTo>
                  <a:pt x="17653" y="77724"/>
                </a:lnTo>
                <a:lnTo>
                  <a:pt x="32639" y="77724"/>
                </a:lnTo>
                <a:lnTo>
                  <a:pt x="38481" y="75133"/>
                </a:lnTo>
                <a:lnTo>
                  <a:pt x="42672" y="69938"/>
                </a:lnTo>
                <a:lnTo>
                  <a:pt x="45296" y="65620"/>
                </a:lnTo>
                <a:lnTo>
                  <a:pt x="23368" y="65620"/>
                </a:lnTo>
                <a:lnTo>
                  <a:pt x="21701" y="65062"/>
                </a:lnTo>
                <a:lnTo>
                  <a:pt x="18923" y="62852"/>
                </a:lnTo>
                <a:lnTo>
                  <a:pt x="17780" y="60629"/>
                </a:lnTo>
                <a:lnTo>
                  <a:pt x="16002" y="53949"/>
                </a:lnTo>
                <a:lnTo>
                  <a:pt x="15586" y="48929"/>
                </a:lnTo>
                <a:lnTo>
                  <a:pt x="15591" y="28735"/>
                </a:lnTo>
                <a:lnTo>
                  <a:pt x="23368" y="12103"/>
                </a:lnTo>
                <a:lnTo>
                  <a:pt x="45324" y="12103"/>
                </a:lnTo>
                <a:lnTo>
                  <a:pt x="42799" y="7886"/>
                </a:lnTo>
                <a:lnTo>
                  <a:pt x="38481" y="2628"/>
                </a:lnTo>
                <a:lnTo>
                  <a:pt x="32639" y="0"/>
                </a:lnTo>
                <a:close/>
              </a:path>
              <a:path w="50800" h="78104">
                <a:moveTo>
                  <a:pt x="45324" y="12103"/>
                </a:moveTo>
                <a:lnTo>
                  <a:pt x="26924" y="12103"/>
                </a:lnTo>
                <a:lnTo>
                  <a:pt x="28575" y="12661"/>
                </a:lnTo>
                <a:lnTo>
                  <a:pt x="31369" y="14909"/>
                </a:lnTo>
                <a:lnTo>
                  <a:pt x="32512" y="17145"/>
                </a:lnTo>
                <a:lnTo>
                  <a:pt x="34290" y="23825"/>
                </a:lnTo>
                <a:lnTo>
                  <a:pt x="34696" y="28735"/>
                </a:lnTo>
                <a:lnTo>
                  <a:pt x="34708" y="48929"/>
                </a:lnTo>
                <a:lnTo>
                  <a:pt x="34290" y="54152"/>
                </a:lnTo>
                <a:lnTo>
                  <a:pt x="33274" y="57886"/>
                </a:lnTo>
                <a:lnTo>
                  <a:pt x="32512" y="60794"/>
                </a:lnTo>
                <a:lnTo>
                  <a:pt x="31369" y="62814"/>
                </a:lnTo>
                <a:lnTo>
                  <a:pt x="28575" y="65062"/>
                </a:lnTo>
                <a:lnTo>
                  <a:pt x="26924" y="65620"/>
                </a:lnTo>
                <a:lnTo>
                  <a:pt x="45296" y="65620"/>
                </a:lnTo>
                <a:lnTo>
                  <a:pt x="46005" y="64454"/>
                </a:lnTo>
                <a:lnTo>
                  <a:pt x="48387" y="57451"/>
                </a:lnTo>
                <a:lnTo>
                  <a:pt x="49815" y="48929"/>
                </a:lnTo>
                <a:lnTo>
                  <a:pt x="50292"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292" name="object 292"/>
          <p:cNvSpPr/>
          <p:nvPr/>
        </p:nvSpPr>
        <p:spPr>
          <a:xfrm>
            <a:off x="6193535" y="6576059"/>
            <a:ext cx="33655" cy="76200"/>
          </a:xfrm>
          <a:custGeom>
            <a:avLst/>
            <a:gdLst/>
            <a:ahLst/>
            <a:cxnLst/>
            <a:rect l="l" t="t" r="r" b="b"/>
            <a:pathLst>
              <a:path w="33654" h="76200">
                <a:moveTo>
                  <a:pt x="33527" y="0"/>
                </a:moveTo>
                <a:lnTo>
                  <a:pt x="21716" y="0"/>
                </a:lnTo>
                <a:lnTo>
                  <a:pt x="19938" y="4622"/>
                </a:lnTo>
                <a:lnTo>
                  <a:pt x="16890" y="8674"/>
                </a:lnTo>
                <a:lnTo>
                  <a:pt x="8000" y="15608"/>
                </a:lnTo>
                <a:lnTo>
                  <a:pt x="3810" y="17957"/>
                </a:lnTo>
                <a:lnTo>
                  <a:pt x="0" y="19202"/>
                </a:lnTo>
                <a:lnTo>
                  <a:pt x="0" y="32410"/>
                </a:lnTo>
                <a:lnTo>
                  <a:pt x="7238" y="30022"/>
                </a:lnTo>
                <a:lnTo>
                  <a:pt x="13588" y="26352"/>
                </a:lnTo>
                <a:lnTo>
                  <a:pt x="18923" y="21374"/>
                </a:lnTo>
                <a:lnTo>
                  <a:pt x="18923" y="76200"/>
                </a:lnTo>
                <a:lnTo>
                  <a:pt x="33527" y="76200"/>
                </a:lnTo>
                <a:lnTo>
                  <a:pt x="33527" y="0"/>
                </a:lnTo>
                <a:close/>
              </a:path>
            </a:pathLst>
          </a:custGeom>
          <a:solidFill>
            <a:srgbClr val="4264DE">
              <a:alpha val="10195"/>
            </a:srgbClr>
          </a:solidFill>
        </p:spPr>
        <p:txBody>
          <a:bodyPr wrap="square" lIns="0" tIns="0" rIns="0" bIns="0" rtlCol="0"/>
          <a:lstStyle/>
          <a:p>
            <a:endParaRPr/>
          </a:p>
        </p:txBody>
      </p:sp>
      <p:sp>
        <p:nvSpPr>
          <p:cNvPr id="293" name="object 293"/>
          <p:cNvSpPr/>
          <p:nvPr/>
        </p:nvSpPr>
        <p:spPr>
          <a:xfrm>
            <a:off x="6358128" y="6574535"/>
            <a:ext cx="50800" cy="78105"/>
          </a:xfrm>
          <a:custGeom>
            <a:avLst/>
            <a:gdLst/>
            <a:ahLst/>
            <a:cxnLst/>
            <a:rect l="l" t="t" r="r" b="b"/>
            <a:pathLst>
              <a:path w="50800" h="78104">
                <a:moveTo>
                  <a:pt x="32638" y="0"/>
                </a:moveTo>
                <a:lnTo>
                  <a:pt x="17652" y="0"/>
                </a:lnTo>
                <a:lnTo>
                  <a:pt x="11811" y="2590"/>
                </a:lnTo>
                <a:lnTo>
                  <a:pt x="0" y="38735"/>
                </a:lnTo>
                <a:lnTo>
                  <a:pt x="440" y="48929"/>
                </a:lnTo>
                <a:lnTo>
                  <a:pt x="17652" y="77724"/>
                </a:lnTo>
                <a:lnTo>
                  <a:pt x="32638" y="77724"/>
                </a:lnTo>
                <a:lnTo>
                  <a:pt x="38481" y="75133"/>
                </a:lnTo>
                <a:lnTo>
                  <a:pt x="42672" y="69938"/>
                </a:lnTo>
                <a:lnTo>
                  <a:pt x="45296" y="65620"/>
                </a:lnTo>
                <a:lnTo>
                  <a:pt x="23368" y="65620"/>
                </a:lnTo>
                <a:lnTo>
                  <a:pt x="21701" y="65062"/>
                </a:lnTo>
                <a:lnTo>
                  <a:pt x="18923" y="62852"/>
                </a:lnTo>
                <a:lnTo>
                  <a:pt x="17780" y="60629"/>
                </a:lnTo>
                <a:lnTo>
                  <a:pt x="16001" y="53949"/>
                </a:lnTo>
                <a:lnTo>
                  <a:pt x="15586" y="48929"/>
                </a:lnTo>
                <a:lnTo>
                  <a:pt x="15591" y="28735"/>
                </a:lnTo>
                <a:lnTo>
                  <a:pt x="23368" y="12103"/>
                </a:lnTo>
                <a:lnTo>
                  <a:pt x="45324" y="12103"/>
                </a:lnTo>
                <a:lnTo>
                  <a:pt x="42799" y="7886"/>
                </a:lnTo>
                <a:lnTo>
                  <a:pt x="38481" y="2628"/>
                </a:lnTo>
                <a:lnTo>
                  <a:pt x="32638" y="0"/>
                </a:lnTo>
                <a:close/>
              </a:path>
              <a:path w="50800" h="78104">
                <a:moveTo>
                  <a:pt x="45324" y="12103"/>
                </a:moveTo>
                <a:lnTo>
                  <a:pt x="26924" y="12103"/>
                </a:lnTo>
                <a:lnTo>
                  <a:pt x="28575" y="12661"/>
                </a:lnTo>
                <a:lnTo>
                  <a:pt x="31369" y="14909"/>
                </a:lnTo>
                <a:lnTo>
                  <a:pt x="32512" y="17145"/>
                </a:lnTo>
                <a:lnTo>
                  <a:pt x="34289" y="23825"/>
                </a:lnTo>
                <a:lnTo>
                  <a:pt x="34696" y="28735"/>
                </a:lnTo>
                <a:lnTo>
                  <a:pt x="34708" y="48929"/>
                </a:lnTo>
                <a:lnTo>
                  <a:pt x="34289" y="54152"/>
                </a:lnTo>
                <a:lnTo>
                  <a:pt x="33274" y="57886"/>
                </a:lnTo>
                <a:lnTo>
                  <a:pt x="32512" y="60794"/>
                </a:lnTo>
                <a:lnTo>
                  <a:pt x="31369" y="62814"/>
                </a:lnTo>
                <a:lnTo>
                  <a:pt x="28575" y="65062"/>
                </a:lnTo>
                <a:lnTo>
                  <a:pt x="26924" y="65620"/>
                </a:lnTo>
                <a:lnTo>
                  <a:pt x="45296" y="65620"/>
                </a:lnTo>
                <a:lnTo>
                  <a:pt x="46005" y="64454"/>
                </a:lnTo>
                <a:lnTo>
                  <a:pt x="48387" y="57451"/>
                </a:lnTo>
                <a:lnTo>
                  <a:pt x="49815" y="48929"/>
                </a:lnTo>
                <a:lnTo>
                  <a:pt x="50292"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294" name="object 294"/>
          <p:cNvSpPr/>
          <p:nvPr/>
        </p:nvSpPr>
        <p:spPr>
          <a:xfrm>
            <a:off x="6539483" y="6576059"/>
            <a:ext cx="33655" cy="76200"/>
          </a:xfrm>
          <a:custGeom>
            <a:avLst/>
            <a:gdLst/>
            <a:ahLst/>
            <a:cxnLst/>
            <a:rect l="l" t="t" r="r" b="b"/>
            <a:pathLst>
              <a:path w="33654" h="76200">
                <a:moveTo>
                  <a:pt x="33527" y="0"/>
                </a:moveTo>
                <a:lnTo>
                  <a:pt x="21717" y="0"/>
                </a:lnTo>
                <a:lnTo>
                  <a:pt x="19939" y="4622"/>
                </a:lnTo>
                <a:lnTo>
                  <a:pt x="16891" y="8674"/>
                </a:lnTo>
                <a:lnTo>
                  <a:pt x="8000" y="15608"/>
                </a:lnTo>
                <a:lnTo>
                  <a:pt x="3810" y="17957"/>
                </a:lnTo>
                <a:lnTo>
                  <a:pt x="0" y="19202"/>
                </a:lnTo>
                <a:lnTo>
                  <a:pt x="0" y="32410"/>
                </a:lnTo>
                <a:lnTo>
                  <a:pt x="7239" y="30022"/>
                </a:lnTo>
                <a:lnTo>
                  <a:pt x="13589" y="26352"/>
                </a:lnTo>
                <a:lnTo>
                  <a:pt x="18923" y="21374"/>
                </a:lnTo>
                <a:lnTo>
                  <a:pt x="18923" y="76200"/>
                </a:lnTo>
                <a:lnTo>
                  <a:pt x="33527" y="76200"/>
                </a:lnTo>
                <a:lnTo>
                  <a:pt x="33527" y="0"/>
                </a:lnTo>
                <a:close/>
              </a:path>
            </a:pathLst>
          </a:custGeom>
          <a:solidFill>
            <a:srgbClr val="4264DE">
              <a:alpha val="10195"/>
            </a:srgbClr>
          </a:solidFill>
        </p:spPr>
        <p:txBody>
          <a:bodyPr wrap="square" lIns="0" tIns="0" rIns="0" bIns="0" rtlCol="0"/>
          <a:lstStyle/>
          <a:p>
            <a:endParaRPr/>
          </a:p>
        </p:txBody>
      </p:sp>
      <p:sp>
        <p:nvSpPr>
          <p:cNvPr id="295" name="object 295"/>
          <p:cNvSpPr/>
          <p:nvPr/>
        </p:nvSpPr>
        <p:spPr>
          <a:xfrm>
            <a:off x="6705600" y="6574535"/>
            <a:ext cx="50800" cy="78105"/>
          </a:xfrm>
          <a:custGeom>
            <a:avLst/>
            <a:gdLst/>
            <a:ahLst/>
            <a:cxnLst/>
            <a:rect l="l" t="t" r="r" b="b"/>
            <a:pathLst>
              <a:path w="50800" h="78104">
                <a:moveTo>
                  <a:pt x="32639" y="0"/>
                </a:moveTo>
                <a:lnTo>
                  <a:pt x="17652" y="0"/>
                </a:lnTo>
                <a:lnTo>
                  <a:pt x="11810" y="2590"/>
                </a:lnTo>
                <a:lnTo>
                  <a:pt x="0" y="38735"/>
                </a:lnTo>
                <a:lnTo>
                  <a:pt x="440" y="48929"/>
                </a:lnTo>
                <a:lnTo>
                  <a:pt x="17652" y="77724"/>
                </a:lnTo>
                <a:lnTo>
                  <a:pt x="32639" y="77724"/>
                </a:lnTo>
                <a:lnTo>
                  <a:pt x="38480" y="75133"/>
                </a:lnTo>
                <a:lnTo>
                  <a:pt x="42672" y="69938"/>
                </a:lnTo>
                <a:lnTo>
                  <a:pt x="45296" y="65620"/>
                </a:lnTo>
                <a:lnTo>
                  <a:pt x="23368" y="65620"/>
                </a:lnTo>
                <a:lnTo>
                  <a:pt x="21701" y="65062"/>
                </a:lnTo>
                <a:lnTo>
                  <a:pt x="18923" y="62852"/>
                </a:lnTo>
                <a:lnTo>
                  <a:pt x="17779" y="60629"/>
                </a:lnTo>
                <a:lnTo>
                  <a:pt x="16001" y="53949"/>
                </a:lnTo>
                <a:lnTo>
                  <a:pt x="15586" y="48929"/>
                </a:lnTo>
                <a:lnTo>
                  <a:pt x="15591" y="28735"/>
                </a:lnTo>
                <a:lnTo>
                  <a:pt x="23368" y="12103"/>
                </a:lnTo>
                <a:lnTo>
                  <a:pt x="45324" y="12103"/>
                </a:lnTo>
                <a:lnTo>
                  <a:pt x="42799" y="7886"/>
                </a:lnTo>
                <a:lnTo>
                  <a:pt x="38480" y="2628"/>
                </a:lnTo>
                <a:lnTo>
                  <a:pt x="32639" y="0"/>
                </a:lnTo>
                <a:close/>
              </a:path>
              <a:path w="50800" h="78104">
                <a:moveTo>
                  <a:pt x="45324" y="12103"/>
                </a:moveTo>
                <a:lnTo>
                  <a:pt x="26924" y="12103"/>
                </a:lnTo>
                <a:lnTo>
                  <a:pt x="28575" y="12661"/>
                </a:lnTo>
                <a:lnTo>
                  <a:pt x="31369" y="14909"/>
                </a:lnTo>
                <a:lnTo>
                  <a:pt x="32511" y="17145"/>
                </a:lnTo>
                <a:lnTo>
                  <a:pt x="34290" y="23825"/>
                </a:lnTo>
                <a:lnTo>
                  <a:pt x="34696" y="28735"/>
                </a:lnTo>
                <a:lnTo>
                  <a:pt x="34708" y="48929"/>
                </a:lnTo>
                <a:lnTo>
                  <a:pt x="34290" y="54152"/>
                </a:lnTo>
                <a:lnTo>
                  <a:pt x="33274" y="57886"/>
                </a:lnTo>
                <a:lnTo>
                  <a:pt x="32511" y="60794"/>
                </a:lnTo>
                <a:lnTo>
                  <a:pt x="31369" y="62814"/>
                </a:lnTo>
                <a:lnTo>
                  <a:pt x="28575" y="65062"/>
                </a:lnTo>
                <a:lnTo>
                  <a:pt x="26924" y="65620"/>
                </a:lnTo>
                <a:lnTo>
                  <a:pt x="45296" y="65620"/>
                </a:lnTo>
                <a:lnTo>
                  <a:pt x="46005" y="64454"/>
                </a:lnTo>
                <a:lnTo>
                  <a:pt x="48386" y="57451"/>
                </a:lnTo>
                <a:lnTo>
                  <a:pt x="49815" y="48929"/>
                </a:lnTo>
                <a:lnTo>
                  <a:pt x="50292"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296" name="object 296"/>
          <p:cNvSpPr/>
          <p:nvPr/>
        </p:nvSpPr>
        <p:spPr>
          <a:xfrm>
            <a:off x="6886956" y="6576059"/>
            <a:ext cx="33655" cy="76200"/>
          </a:xfrm>
          <a:custGeom>
            <a:avLst/>
            <a:gdLst/>
            <a:ahLst/>
            <a:cxnLst/>
            <a:rect l="l" t="t" r="r" b="b"/>
            <a:pathLst>
              <a:path w="33654" h="76200">
                <a:moveTo>
                  <a:pt x="33527" y="0"/>
                </a:moveTo>
                <a:lnTo>
                  <a:pt x="21717" y="0"/>
                </a:lnTo>
                <a:lnTo>
                  <a:pt x="19939" y="4622"/>
                </a:lnTo>
                <a:lnTo>
                  <a:pt x="16891" y="8674"/>
                </a:lnTo>
                <a:lnTo>
                  <a:pt x="8000" y="15608"/>
                </a:lnTo>
                <a:lnTo>
                  <a:pt x="3810" y="17957"/>
                </a:lnTo>
                <a:lnTo>
                  <a:pt x="0" y="19202"/>
                </a:lnTo>
                <a:lnTo>
                  <a:pt x="0" y="32410"/>
                </a:lnTo>
                <a:lnTo>
                  <a:pt x="7239" y="30022"/>
                </a:lnTo>
                <a:lnTo>
                  <a:pt x="13589" y="26352"/>
                </a:lnTo>
                <a:lnTo>
                  <a:pt x="18923" y="21374"/>
                </a:lnTo>
                <a:lnTo>
                  <a:pt x="18923" y="76200"/>
                </a:lnTo>
                <a:lnTo>
                  <a:pt x="33527" y="76200"/>
                </a:lnTo>
                <a:lnTo>
                  <a:pt x="33527" y="0"/>
                </a:lnTo>
                <a:close/>
              </a:path>
            </a:pathLst>
          </a:custGeom>
          <a:solidFill>
            <a:srgbClr val="4264DE">
              <a:alpha val="10195"/>
            </a:srgbClr>
          </a:solidFill>
        </p:spPr>
        <p:txBody>
          <a:bodyPr wrap="square" lIns="0" tIns="0" rIns="0" bIns="0" rtlCol="0"/>
          <a:lstStyle/>
          <a:p>
            <a:endParaRPr/>
          </a:p>
        </p:txBody>
      </p:sp>
      <p:sp>
        <p:nvSpPr>
          <p:cNvPr id="297" name="object 297"/>
          <p:cNvSpPr/>
          <p:nvPr/>
        </p:nvSpPr>
        <p:spPr>
          <a:xfrm>
            <a:off x="7051547" y="6574535"/>
            <a:ext cx="50800" cy="78105"/>
          </a:xfrm>
          <a:custGeom>
            <a:avLst/>
            <a:gdLst/>
            <a:ahLst/>
            <a:cxnLst/>
            <a:rect l="l" t="t" r="r" b="b"/>
            <a:pathLst>
              <a:path w="50800" h="78104">
                <a:moveTo>
                  <a:pt x="32638" y="0"/>
                </a:moveTo>
                <a:lnTo>
                  <a:pt x="17652" y="0"/>
                </a:lnTo>
                <a:lnTo>
                  <a:pt x="11810" y="2590"/>
                </a:lnTo>
                <a:lnTo>
                  <a:pt x="0" y="38735"/>
                </a:lnTo>
                <a:lnTo>
                  <a:pt x="440" y="48929"/>
                </a:lnTo>
                <a:lnTo>
                  <a:pt x="17652" y="77724"/>
                </a:lnTo>
                <a:lnTo>
                  <a:pt x="32638" y="77724"/>
                </a:lnTo>
                <a:lnTo>
                  <a:pt x="38480" y="75133"/>
                </a:lnTo>
                <a:lnTo>
                  <a:pt x="42672" y="69938"/>
                </a:lnTo>
                <a:lnTo>
                  <a:pt x="45296" y="65620"/>
                </a:lnTo>
                <a:lnTo>
                  <a:pt x="23368" y="65620"/>
                </a:lnTo>
                <a:lnTo>
                  <a:pt x="21701" y="65062"/>
                </a:lnTo>
                <a:lnTo>
                  <a:pt x="18923" y="62852"/>
                </a:lnTo>
                <a:lnTo>
                  <a:pt x="17779" y="60629"/>
                </a:lnTo>
                <a:lnTo>
                  <a:pt x="16001" y="53949"/>
                </a:lnTo>
                <a:lnTo>
                  <a:pt x="15586" y="48929"/>
                </a:lnTo>
                <a:lnTo>
                  <a:pt x="15591" y="28735"/>
                </a:lnTo>
                <a:lnTo>
                  <a:pt x="23368" y="12103"/>
                </a:lnTo>
                <a:lnTo>
                  <a:pt x="45324" y="12103"/>
                </a:lnTo>
                <a:lnTo>
                  <a:pt x="42799" y="7886"/>
                </a:lnTo>
                <a:lnTo>
                  <a:pt x="38480" y="2628"/>
                </a:lnTo>
                <a:lnTo>
                  <a:pt x="32638" y="0"/>
                </a:lnTo>
                <a:close/>
              </a:path>
              <a:path w="50800" h="78104">
                <a:moveTo>
                  <a:pt x="45324" y="12103"/>
                </a:moveTo>
                <a:lnTo>
                  <a:pt x="26924" y="12103"/>
                </a:lnTo>
                <a:lnTo>
                  <a:pt x="28575" y="12661"/>
                </a:lnTo>
                <a:lnTo>
                  <a:pt x="31369" y="14909"/>
                </a:lnTo>
                <a:lnTo>
                  <a:pt x="32511" y="17145"/>
                </a:lnTo>
                <a:lnTo>
                  <a:pt x="34290" y="23825"/>
                </a:lnTo>
                <a:lnTo>
                  <a:pt x="34696" y="28735"/>
                </a:lnTo>
                <a:lnTo>
                  <a:pt x="34708" y="48929"/>
                </a:lnTo>
                <a:lnTo>
                  <a:pt x="34290" y="54152"/>
                </a:lnTo>
                <a:lnTo>
                  <a:pt x="33274" y="57886"/>
                </a:lnTo>
                <a:lnTo>
                  <a:pt x="32511" y="60794"/>
                </a:lnTo>
                <a:lnTo>
                  <a:pt x="31369" y="62814"/>
                </a:lnTo>
                <a:lnTo>
                  <a:pt x="28575" y="65062"/>
                </a:lnTo>
                <a:lnTo>
                  <a:pt x="26924" y="65620"/>
                </a:lnTo>
                <a:lnTo>
                  <a:pt x="45296" y="65620"/>
                </a:lnTo>
                <a:lnTo>
                  <a:pt x="46005" y="64454"/>
                </a:lnTo>
                <a:lnTo>
                  <a:pt x="48386" y="57451"/>
                </a:lnTo>
                <a:lnTo>
                  <a:pt x="49815" y="48929"/>
                </a:lnTo>
                <a:lnTo>
                  <a:pt x="50292"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298" name="object 298"/>
          <p:cNvSpPr/>
          <p:nvPr/>
        </p:nvSpPr>
        <p:spPr>
          <a:xfrm>
            <a:off x="7232904" y="6576059"/>
            <a:ext cx="33655" cy="76200"/>
          </a:xfrm>
          <a:custGeom>
            <a:avLst/>
            <a:gdLst/>
            <a:ahLst/>
            <a:cxnLst/>
            <a:rect l="l" t="t" r="r" b="b"/>
            <a:pathLst>
              <a:path w="33654" h="76200">
                <a:moveTo>
                  <a:pt x="33527" y="0"/>
                </a:moveTo>
                <a:lnTo>
                  <a:pt x="21717" y="0"/>
                </a:lnTo>
                <a:lnTo>
                  <a:pt x="19939" y="4622"/>
                </a:lnTo>
                <a:lnTo>
                  <a:pt x="16891" y="8674"/>
                </a:lnTo>
                <a:lnTo>
                  <a:pt x="8000" y="15608"/>
                </a:lnTo>
                <a:lnTo>
                  <a:pt x="3810" y="17957"/>
                </a:lnTo>
                <a:lnTo>
                  <a:pt x="0" y="19202"/>
                </a:lnTo>
                <a:lnTo>
                  <a:pt x="0" y="32410"/>
                </a:lnTo>
                <a:lnTo>
                  <a:pt x="7239" y="30022"/>
                </a:lnTo>
                <a:lnTo>
                  <a:pt x="13589" y="26352"/>
                </a:lnTo>
                <a:lnTo>
                  <a:pt x="18923" y="21374"/>
                </a:lnTo>
                <a:lnTo>
                  <a:pt x="18923" y="76200"/>
                </a:lnTo>
                <a:lnTo>
                  <a:pt x="33527" y="76200"/>
                </a:lnTo>
                <a:lnTo>
                  <a:pt x="33527" y="0"/>
                </a:lnTo>
                <a:close/>
              </a:path>
            </a:pathLst>
          </a:custGeom>
          <a:solidFill>
            <a:srgbClr val="4264DE">
              <a:alpha val="10195"/>
            </a:srgbClr>
          </a:solidFill>
        </p:spPr>
        <p:txBody>
          <a:bodyPr wrap="square" lIns="0" tIns="0" rIns="0" bIns="0" rtlCol="0"/>
          <a:lstStyle/>
          <a:p>
            <a:endParaRPr/>
          </a:p>
        </p:txBody>
      </p:sp>
      <p:sp>
        <p:nvSpPr>
          <p:cNvPr id="299" name="object 299"/>
          <p:cNvSpPr/>
          <p:nvPr/>
        </p:nvSpPr>
        <p:spPr>
          <a:xfrm>
            <a:off x="7399019" y="6574535"/>
            <a:ext cx="48895" cy="78105"/>
          </a:xfrm>
          <a:custGeom>
            <a:avLst/>
            <a:gdLst/>
            <a:ahLst/>
            <a:cxnLst/>
            <a:rect l="l" t="t" r="r" b="b"/>
            <a:pathLst>
              <a:path w="48895" h="78104">
                <a:moveTo>
                  <a:pt x="31623" y="0"/>
                </a:moveTo>
                <a:lnTo>
                  <a:pt x="17145" y="0"/>
                </a:lnTo>
                <a:lnTo>
                  <a:pt x="11429" y="2590"/>
                </a:lnTo>
                <a:lnTo>
                  <a:pt x="0" y="38735"/>
                </a:lnTo>
                <a:lnTo>
                  <a:pt x="438" y="48929"/>
                </a:lnTo>
                <a:lnTo>
                  <a:pt x="17018" y="77724"/>
                </a:lnTo>
                <a:lnTo>
                  <a:pt x="31623" y="77724"/>
                </a:lnTo>
                <a:lnTo>
                  <a:pt x="37337" y="75133"/>
                </a:lnTo>
                <a:lnTo>
                  <a:pt x="41401" y="69938"/>
                </a:lnTo>
                <a:lnTo>
                  <a:pt x="43953" y="65620"/>
                </a:lnTo>
                <a:lnTo>
                  <a:pt x="22605" y="65620"/>
                </a:lnTo>
                <a:lnTo>
                  <a:pt x="21065" y="65062"/>
                </a:lnTo>
                <a:lnTo>
                  <a:pt x="15182" y="48929"/>
                </a:lnTo>
                <a:lnTo>
                  <a:pt x="15186" y="28735"/>
                </a:lnTo>
                <a:lnTo>
                  <a:pt x="22605" y="12103"/>
                </a:lnTo>
                <a:lnTo>
                  <a:pt x="43911" y="12103"/>
                </a:lnTo>
                <a:lnTo>
                  <a:pt x="41401" y="7886"/>
                </a:lnTo>
                <a:lnTo>
                  <a:pt x="37337" y="2628"/>
                </a:lnTo>
                <a:lnTo>
                  <a:pt x="31623" y="0"/>
                </a:lnTo>
                <a:close/>
              </a:path>
              <a:path w="48895" h="78104">
                <a:moveTo>
                  <a:pt x="43911" y="12103"/>
                </a:moveTo>
                <a:lnTo>
                  <a:pt x="26161" y="12103"/>
                </a:lnTo>
                <a:lnTo>
                  <a:pt x="27685" y="12661"/>
                </a:lnTo>
                <a:lnTo>
                  <a:pt x="29082" y="13779"/>
                </a:lnTo>
                <a:lnTo>
                  <a:pt x="33588" y="48929"/>
                </a:lnTo>
                <a:lnTo>
                  <a:pt x="33274" y="54152"/>
                </a:lnTo>
                <a:lnTo>
                  <a:pt x="32257" y="57886"/>
                </a:lnTo>
                <a:lnTo>
                  <a:pt x="31496" y="60794"/>
                </a:lnTo>
                <a:lnTo>
                  <a:pt x="30352" y="62814"/>
                </a:lnTo>
                <a:lnTo>
                  <a:pt x="29035" y="63969"/>
                </a:lnTo>
                <a:lnTo>
                  <a:pt x="27651" y="65074"/>
                </a:lnTo>
                <a:lnTo>
                  <a:pt x="26161" y="65620"/>
                </a:lnTo>
                <a:lnTo>
                  <a:pt x="43953" y="65620"/>
                </a:lnTo>
                <a:lnTo>
                  <a:pt x="44642" y="64454"/>
                </a:lnTo>
                <a:lnTo>
                  <a:pt x="46942" y="57451"/>
                </a:lnTo>
                <a:lnTo>
                  <a:pt x="48313" y="48929"/>
                </a:lnTo>
                <a:lnTo>
                  <a:pt x="48768"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300" name="object 300"/>
          <p:cNvSpPr/>
          <p:nvPr/>
        </p:nvSpPr>
        <p:spPr>
          <a:xfrm>
            <a:off x="7580376" y="6576059"/>
            <a:ext cx="33655" cy="76200"/>
          </a:xfrm>
          <a:custGeom>
            <a:avLst/>
            <a:gdLst/>
            <a:ahLst/>
            <a:cxnLst/>
            <a:rect l="l" t="t" r="r" b="b"/>
            <a:pathLst>
              <a:path w="33654" h="76200">
                <a:moveTo>
                  <a:pt x="33527" y="0"/>
                </a:moveTo>
                <a:lnTo>
                  <a:pt x="21717" y="0"/>
                </a:lnTo>
                <a:lnTo>
                  <a:pt x="19939" y="4622"/>
                </a:lnTo>
                <a:lnTo>
                  <a:pt x="16891" y="8674"/>
                </a:lnTo>
                <a:lnTo>
                  <a:pt x="8000" y="15608"/>
                </a:lnTo>
                <a:lnTo>
                  <a:pt x="3809" y="17957"/>
                </a:lnTo>
                <a:lnTo>
                  <a:pt x="0" y="19202"/>
                </a:lnTo>
                <a:lnTo>
                  <a:pt x="0" y="32410"/>
                </a:lnTo>
                <a:lnTo>
                  <a:pt x="7239" y="30022"/>
                </a:lnTo>
                <a:lnTo>
                  <a:pt x="13589" y="26352"/>
                </a:lnTo>
                <a:lnTo>
                  <a:pt x="18923" y="21374"/>
                </a:lnTo>
                <a:lnTo>
                  <a:pt x="18923" y="76200"/>
                </a:lnTo>
                <a:lnTo>
                  <a:pt x="33527" y="76200"/>
                </a:lnTo>
                <a:lnTo>
                  <a:pt x="33527" y="0"/>
                </a:lnTo>
                <a:close/>
              </a:path>
            </a:pathLst>
          </a:custGeom>
          <a:solidFill>
            <a:srgbClr val="4264DE">
              <a:alpha val="10195"/>
            </a:srgbClr>
          </a:solidFill>
        </p:spPr>
        <p:txBody>
          <a:bodyPr wrap="square" lIns="0" tIns="0" rIns="0" bIns="0" rtlCol="0"/>
          <a:lstStyle/>
          <a:p>
            <a:endParaRPr/>
          </a:p>
        </p:txBody>
      </p:sp>
      <p:sp>
        <p:nvSpPr>
          <p:cNvPr id="301" name="object 301"/>
          <p:cNvSpPr/>
          <p:nvPr/>
        </p:nvSpPr>
        <p:spPr>
          <a:xfrm>
            <a:off x="7744968" y="6574535"/>
            <a:ext cx="50800" cy="78105"/>
          </a:xfrm>
          <a:custGeom>
            <a:avLst/>
            <a:gdLst/>
            <a:ahLst/>
            <a:cxnLst/>
            <a:rect l="l" t="t" r="r" b="b"/>
            <a:pathLst>
              <a:path w="50800" h="78104">
                <a:moveTo>
                  <a:pt x="32638" y="0"/>
                </a:moveTo>
                <a:lnTo>
                  <a:pt x="17652" y="0"/>
                </a:lnTo>
                <a:lnTo>
                  <a:pt x="11810" y="2590"/>
                </a:lnTo>
                <a:lnTo>
                  <a:pt x="0" y="38735"/>
                </a:lnTo>
                <a:lnTo>
                  <a:pt x="440" y="48929"/>
                </a:lnTo>
                <a:lnTo>
                  <a:pt x="17652" y="77724"/>
                </a:lnTo>
                <a:lnTo>
                  <a:pt x="32638" y="77724"/>
                </a:lnTo>
                <a:lnTo>
                  <a:pt x="38480" y="75133"/>
                </a:lnTo>
                <a:lnTo>
                  <a:pt x="42672" y="69938"/>
                </a:lnTo>
                <a:lnTo>
                  <a:pt x="45296" y="65620"/>
                </a:lnTo>
                <a:lnTo>
                  <a:pt x="23367" y="65620"/>
                </a:lnTo>
                <a:lnTo>
                  <a:pt x="21701" y="65062"/>
                </a:lnTo>
                <a:lnTo>
                  <a:pt x="18923" y="62852"/>
                </a:lnTo>
                <a:lnTo>
                  <a:pt x="17779" y="60629"/>
                </a:lnTo>
                <a:lnTo>
                  <a:pt x="16001" y="53949"/>
                </a:lnTo>
                <a:lnTo>
                  <a:pt x="15586" y="48929"/>
                </a:lnTo>
                <a:lnTo>
                  <a:pt x="15591" y="28735"/>
                </a:lnTo>
                <a:lnTo>
                  <a:pt x="23367" y="12103"/>
                </a:lnTo>
                <a:lnTo>
                  <a:pt x="45324" y="12103"/>
                </a:lnTo>
                <a:lnTo>
                  <a:pt x="42799" y="7886"/>
                </a:lnTo>
                <a:lnTo>
                  <a:pt x="38480" y="2628"/>
                </a:lnTo>
                <a:lnTo>
                  <a:pt x="32638" y="0"/>
                </a:lnTo>
                <a:close/>
              </a:path>
              <a:path w="50800" h="78104">
                <a:moveTo>
                  <a:pt x="45324" y="12103"/>
                </a:moveTo>
                <a:lnTo>
                  <a:pt x="26924" y="12103"/>
                </a:lnTo>
                <a:lnTo>
                  <a:pt x="28575" y="12661"/>
                </a:lnTo>
                <a:lnTo>
                  <a:pt x="31368" y="14909"/>
                </a:lnTo>
                <a:lnTo>
                  <a:pt x="32511" y="17145"/>
                </a:lnTo>
                <a:lnTo>
                  <a:pt x="34289" y="23825"/>
                </a:lnTo>
                <a:lnTo>
                  <a:pt x="34696" y="28735"/>
                </a:lnTo>
                <a:lnTo>
                  <a:pt x="34708" y="48929"/>
                </a:lnTo>
                <a:lnTo>
                  <a:pt x="34289" y="54152"/>
                </a:lnTo>
                <a:lnTo>
                  <a:pt x="33274" y="57886"/>
                </a:lnTo>
                <a:lnTo>
                  <a:pt x="32511" y="60794"/>
                </a:lnTo>
                <a:lnTo>
                  <a:pt x="31368" y="62814"/>
                </a:lnTo>
                <a:lnTo>
                  <a:pt x="28575" y="65062"/>
                </a:lnTo>
                <a:lnTo>
                  <a:pt x="26924" y="65620"/>
                </a:lnTo>
                <a:lnTo>
                  <a:pt x="45296" y="65620"/>
                </a:lnTo>
                <a:lnTo>
                  <a:pt x="46005" y="64454"/>
                </a:lnTo>
                <a:lnTo>
                  <a:pt x="48386" y="57451"/>
                </a:lnTo>
                <a:lnTo>
                  <a:pt x="49815" y="48929"/>
                </a:lnTo>
                <a:lnTo>
                  <a:pt x="50291"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302" name="object 302"/>
          <p:cNvSpPr/>
          <p:nvPr/>
        </p:nvSpPr>
        <p:spPr>
          <a:xfrm>
            <a:off x="7926323" y="6576059"/>
            <a:ext cx="33655" cy="76200"/>
          </a:xfrm>
          <a:custGeom>
            <a:avLst/>
            <a:gdLst/>
            <a:ahLst/>
            <a:cxnLst/>
            <a:rect l="l" t="t" r="r" b="b"/>
            <a:pathLst>
              <a:path w="33654" h="76200">
                <a:moveTo>
                  <a:pt x="33527" y="0"/>
                </a:moveTo>
                <a:lnTo>
                  <a:pt x="21717" y="0"/>
                </a:lnTo>
                <a:lnTo>
                  <a:pt x="19939" y="4622"/>
                </a:lnTo>
                <a:lnTo>
                  <a:pt x="16891" y="8674"/>
                </a:lnTo>
                <a:lnTo>
                  <a:pt x="8000" y="15608"/>
                </a:lnTo>
                <a:lnTo>
                  <a:pt x="3809" y="17957"/>
                </a:lnTo>
                <a:lnTo>
                  <a:pt x="0" y="19202"/>
                </a:lnTo>
                <a:lnTo>
                  <a:pt x="0" y="32410"/>
                </a:lnTo>
                <a:lnTo>
                  <a:pt x="7239" y="30022"/>
                </a:lnTo>
                <a:lnTo>
                  <a:pt x="13589" y="26352"/>
                </a:lnTo>
                <a:lnTo>
                  <a:pt x="18923" y="21374"/>
                </a:lnTo>
                <a:lnTo>
                  <a:pt x="18923" y="76200"/>
                </a:lnTo>
                <a:lnTo>
                  <a:pt x="33527" y="76200"/>
                </a:lnTo>
                <a:lnTo>
                  <a:pt x="33527" y="0"/>
                </a:lnTo>
                <a:close/>
              </a:path>
            </a:pathLst>
          </a:custGeom>
          <a:solidFill>
            <a:srgbClr val="4264DE">
              <a:alpha val="10195"/>
            </a:srgbClr>
          </a:solidFill>
        </p:spPr>
        <p:txBody>
          <a:bodyPr wrap="square" lIns="0" tIns="0" rIns="0" bIns="0" rtlCol="0"/>
          <a:lstStyle/>
          <a:p>
            <a:endParaRPr/>
          </a:p>
        </p:txBody>
      </p:sp>
      <p:sp>
        <p:nvSpPr>
          <p:cNvPr id="303" name="object 303"/>
          <p:cNvSpPr/>
          <p:nvPr/>
        </p:nvSpPr>
        <p:spPr>
          <a:xfrm>
            <a:off x="8092440" y="6574535"/>
            <a:ext cx="48895" cy="78105"/>
          </a:xfrm>
          <a:custGeom>
            <a:avLst/>
            <a:gdLst/>
            <a:ahLst/>
            <a:cxnLst/>
            <a:rect l="l" t="t" r="r" b="b"/>
            <a:pathLst>
              <a:path w="48895" h="78104">
                <a:moveTo>
                  <a:pt x="31623" y="0"/>
                </a:moveTo>
                <a:lnTo>
                  <a:pt x="17144" y="0"/>
                </a:lnTo>
                <a:lnTo>
                  <a:pt x="11429" y="2590"/>
                </a:lnTo>
                <a:lnTo>
                  <a:pt x="0" y="38735"/>
                </a:lnTo>
                <a:lnTo>
                  <a:pt x="438" y="48929"/>
                </a:lnTo>
                <a:lnTo>
                  <a:pt x="17017" y="77724"/>
                </a:lnTo>
                <a:lnTo>
                  <a:pt x="31623" y="77724"/>
                </a:lnTo>
                <a:lnTo>
                  <a:pt x="37337" y="75133"/>
                </a:lnTo>
                <a:lnTo>
                  <a:pt x="41401" y="69938"/>
                </a:lnTo>
                <a:lnTo>
                  <a:pt x="43953" y="65620"/>
                </a:lnTo>
                <a:lnTo>
                  <a:pt x="22605" y="65620"/>
                </a:lnTo>
                <a:lnTo>
                  <a:pt x="21065" y="65062"/>
                </a:lnTo>
                <a:lnTo>
                  <a:pt x="15182" y="48929"/>
                </a:lnTo>
                <a:lnTo>
                  <a:pt x="15186" y="28735"/>
                </a:lnTo>
                <a:lnTo>
                  <a:pt x="22605" y="12103"/>
                </a:lnTo>
                <a:lnTo>
                  <a:pt x="43911" y="12103"/>
                </a:lnTo>
                <a:lnTo>
                  <a:pt x="41401" y="7886"/>
                </a:lnTo>
                <a:lnTo>
                  <a:pt x="37337" y="2628"/>
                </a:lnTo>
                <a:lnTo>
                  <a:pt x="31623" y="0"/>
                </a:lnTo>
                <a:close/>
              </a:path>
              <a:path w="48895" h="78104">
                <a:moveTo>
                  <a:pt x="43911" y="12103"/>
                </a:moveTo>
                <a:lnTo>
                  <a:pt x="26161" y="12103"/>
                </a:lnTo>
                <a:lnTo>
                  <a:pt x="27685" y="12661"/>
                </a:lnTo>
                <a:lnTo>
                  <a:pt x="28955" y="13779"/>
                </a:lnTo>
                <a:lnTo>
                  <a:pt x="33588" y="48929"/>
                </a:lnTo>
                <a:lnTo>
                  <a:pt x="33274" y="54152"/>
                </a:lnTo>
                <a:lnTo>
                  <a:pt x="32257" y="57886"/>
                </a:lnTo>
                <a:lnTo>
                  <a:pt x="31495" y="60794"/>
                </a:lnTo>
                <a:lnTo>
                  <a:pt x="30352" y="62814"/>
                </a:lnTo>
                <a:lnTo>
                  <a:pt x="29035" y="63969"/>
                </a:lnTo>
                <a:lnTo>
                  <a:pt x="27651" y="65074"/>
                </a:lnTo>
                <a:lnTo>
                  <a:pt x="26161" y="65620"/>
                </a:lnTo>
                <a:lnTo>
                  <a:pt x="43953" y="65620"/>
                </a:lnTo>
                <a:lnTo>
                  <a:pt x="44642" y="64454"/>
                </a:lnTo>
                <a:lnTo>
                  <a:pt x="46942" y="57451"/>
                </a:lnTo>
                <a:lnTo>
                  <a:pt x="48313" y="48929"/>
                </a:lnTo>
                <a:lnTo>
                  <a:pt x="48767"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304" name="object 304"/>
          <p:cNvSpPr/>
          <p:nvPr/>
        </p:nvSpPr>
        <p:spPr>
          <a:xfrm>
            <a:off x="8273795" y="6576059"/>
            <a:ext cx="33655" cy="76200"/>
          </a:xfrm>
          <a:custGeom>
            <a:avLst/>
            <a:gdLst/>
            <a:ahLst/>
            <a:cxnLst/>
            <a:rect l="l" t="t" r="r" b="b"/>
            <a:pathLst>
              <a:path w="33654" h="76200">
                <a:moveTo>
                  <a:pt x="33527" y="0"/>
                </a:moveTo>
                <a:lnTo>
                  <a:pt x="21717" y="0"/>
                </a:lnTo>
                <a:lnTo>
                  <a:pt x="19938" y="4622"/>
                </a:lnTo>
                <a:lnTo>
                  <a:pt x="16890" y="8674"/>
                </a:lnTo>
                <a:lnTo>
                  <a:pt x="8000" y="15608"/>
                </a:lnTo>
                <a:lnTo>
                  <a:pt x="3809" y="17957"/>
                </a:lnTo>
                <a:lnTo>
                  <a:pt x="0" y="19202"/>
                </a:lnTo>
                <a:lnTo>
                  <a:pt x="0" y="32410"/>
                </a:lnTo>
                <a:lnTo>
                  <a:pt x="7238" y="30022"/>
                </a:lnTo>
                <a:lnTo>
                  <a:pt x="13588" y="26352"/>
                </a:lnTo>
                <a:lnTo>
                  <a:pt x="18923" y="21374"/>
                </a:lnTo>
                <a:lnTo>
                  <a:pt x="18923" y="76200"/>
                </a:lnTo>
                <a:lnTo>
                  <a:pt x="33527" y="76200"/>
                </a:lnTo>
                <a:lnTo>
                  <a:pt x="33527" y="0"/>
                </a:lnTo>
                <a:close/>
              </a:path>
            </a:pathLst>
          </a:custGeom>
          <a:solidFill>
            <a:srgbClr val="4264DE">
              <a:alpha val="10195"/>
            </a:srgbClr>
          </a:solidFill>
        </p:spPr>
        <p:txBody>
          <a:bodyPr wrap="square" lIns="0" tIns="0" rIns="0" bIns="0" rtlCol="0"/>
          <a:lstStyle/>
          <a:p>
            <a:endParaRPr/>
          </a:p>
        </p:txBody>
      </p:sp>
      <p:sp>
        <p:nvSpPr>
          <p:cNvPr id="305" name="object 305"/>
          <p:cNvSpPr/>
          <p:nvPr/>
        </p:nvSpPr>
        <p:spPr>
          <a:xfrm>
            <a:off x="8438388" y="6574535"/>
            <a:ext cx="50800" cy="78105"/>
          </a:xfrm>
          <a:custGeom>
            <a:avLst/>
            <a:gdLst/>
            <a:ahLst/>
            <a:cxnLst/>
            <a:rect l="l" t="t" r="r" b="b"/>
            <a:pathLst>
              <a:path w="50800" h="78104">
                <a:moveTo>
                  <a:pt x="32638" y="0"/>
                </a:moveTo>
                <a:lnTo>
                  <a:pt x="17652" y="0"/>
                </a:lnTo>
                <a:lnTo>
                  <a:pt x="11810" y="2590"/>
                </a:lnTo>
                <a:lnTo>
                  <a:pt x="0" y="38735"/>
                </a:lnTo>
                <a:lnTo>
                  <a:pt x="440" y="48929"/>
                </a:lnTo>
                <a:lnTo>
                  <a:pt x="17652" y="77724"/>
                </a:lnTo>
                <a:lnTo>
                  <a:pt x="32638" y="77724"/>
                </a:lnTo>
                <a:lnTo>
                  <a:pt x="38480" y="75133"/>
                </a:lnTo>
                <a:lnTo>
                  <a:pt x="42671" y="69938"/>
                </a:lnTo>
                <a:lnTo>
                  <a:pt x="45296" y="65620"/>
                </a:lnTo>
                <a:lnTo>
                  <a:pt x="23367" y="65620"/>
                </a:lnTo>
                <a:lnTo>
                  <a:pt x="21701" y="65062"/>
                </a:lnTo>
                <a:lnTo>
                  <a:pt x="18922" y="62852"/>
                </a:lnTo>
                <a:lnTo>
                  <a:pt x="17779" y="60629"/>
                </a:lnTo>
                <a:lnTo>
                  <a:pt x="16001" y="53949"/>
                </a:lnTo>
                <a:lnTo>
                  <a:pt x="15586" y="48929"/>
                </a:lnTo>
                <a:lnTo>
                  <a:pt x="15591" y="28735"/>
                </a:lnTo>
                <a:lnTo>
                  <a:pt x="23367" y="12103"/>
                </a:lnTo>
                <a:lnTo>
                  <a:pt x="45324" y="12103"/>
                </a:lnTo>
                <a:lnTo>
                  <a:pt x="42798" y="7886"/>
                </a:lnTo>
                <a:lnTo>
                  <a:pt x="38480" y="2628"/>
                </a:lnTo>
                <a:lnTo>
                  <a:pt x="32638" y="0"/>
                </a:lnTo>
                <a:close/>
              </a:path>
              <a:path w="50800" h="78104">
                <a:moveTo>
                  <a:pt x="45324" y="12103"/>
                </a:moveTo>
                <a:lnTo>
                  <a:pt x="26923" y="12103"/>
                </a:lnTo>
                <a:lnTo>
                  <a:pt x="28575" y="12661"/>
                </a:lnTo>
                <a:lnTo>
                  <a:pt x="31368" y="14909"/>
                </a:lnTo>
                <a:lnTo>
                  <a:pt x="32511" y="17145"/>
                </a:lnTo>
                <a:lnTo>
                  <a:pt x="34289" y="23825"/>
                </a:lnTo>
                <a:lnTo>
                  <a:pt x="34696" y="28735"/>
                </a:lnTo>
                <a:lnTo>
                  <a:pt x="34708" y="48929"/>
                </a:lnTo>
                <a:lnTo>
                  <a:pt x="34289" y="54152"/>
                </a:lnTo>
                <a:lnTo>
                  <a:pt x="33273" y="57886"/>
                </a:lnTo>
                <a:lnTo>
                  <a:pt x="32511" y="60794"/>
                </a:lnTo>
                <a:lnTo>
                  <a:pt x="31368" y="62814"/>
                </a:lnTo>
                <a:lnTo>
                  <a:pt x="28575" y="65062"/>
                </a:lnTo>
                <a:lnTo>
                  <a:pt x="26923" y="65620"/>
                </a:lnTo>
                <a:lnTo>
                  <a:pt x="45296" y="65620"/>
                </a:lnTo>
                <a:lnTo>
                  <a:pt x="46005" y="64454"/>
                </a:lnTo>
                <a:lnTo>
                  <a:pt x="48386" y="57451"/>
                </a:lnTo>
                <a:lnTo>
                  <a:pt x="49815" y="48929"/>
                </a:lnTo>
                <a:lnTo>
                  <a:pt x="50291"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306" name="object 306"/>
          <p:cNvSpPr/>
          <p:nvPr/>
        </p:nvSpPr>
        <p:spPr>
          <a:xfrm>
            <a:off x="8619743" y="6576059"/>
            <a:ext cx="33655" cy="76200"/>
          </a:xfrm>
          <a:custGeom>
            <a:avLst/>
            <a:gdLst/>
            <a:ahLst/>
            <a:cxnLst/>
            <a:rect l="l" t="t" r="r" b="b"/>
            <a:pathLst>
              <a:path w="33654" h="76200">
                <a:moveTo>
                  <a:pt x="33527" y="0"/>
                </a:moveTo>
                <a:lnTo>
                  <a:pt x="21716" y="0"/>
                </a:lnTo>
                <a:lnTo>
                  <a:pt x="19938" y="4622"/>
                </a:lnTo>
                <a:lnTo>
                  <a:pt x="16890" y="8674"/>
                </a:lnTo>
                <a:lnTo>
                  <a:pt x="8000" y="15608"/>
                </a:lnTo>
                <a:lnTo>
                  <a:pt x="3809" y="17957"/>
                </a:lnTo>
                <a:lnTo>
                  <a:pt x="0" y="19202"/>
                </a:lnTo>
                <a:lnTo>
                  <a:pt x="0" y="32410"/>
                </a:lnTo>
                <a:lnTo>
                  <a:pt x="7238" y="30022"/>
                </a:lnTo>
                <a:lnTo>
                  <a:pt x="13588" y="26352"/>
                </a:lnTo>
                <a:lnTo>
                  <a:pt x="18923" y="21374"/>
                </a:lnTo>
                <a:lnTo>
                  <a:pt x="18923" y="76200"/>
                </a:lnTo>
                <a:lnTo>
                  <a:pt x="33527" y="76200"/>
                </a:lnTo>
                <a:lnTo>
                  <a:pt x="33527" y="0"/>
                </a:lnTo>
                <a:close/>
              </a:path>
            </a:pathLst>
          </a:custGeom>
          <a:solidFill>
            <a:srgbClr val="4264DE">
              <a:alpha val="10195"/>
            </a:srgbClr>
          </a:solidFill>
        </p:spPr>
        <p:txBody>
          <a:bodyPr wrap="square" lIns="0" tIns="0" rIns="0" bIns="0" rtlCol="0"/>
          <a:lstStyle/>
          <a:p>
            <a:endParaRPr/>
          </a:p>
        </p:txBody>
      </p:sp>
      <p:sp>
        <p:nvSpPr>
          <p:cNvPr id="307" name="object 307"/>
          <p:cNvSpPr/>
          <p:nvPr/>
        </p:nvSpPr>
        <p:spPr>
          <a:xfrm>
            <a:off x="8785859" y="6574535"/>
            <a:ext cx="48895" cy="78105"/>
          </a:xfrm>
          <a:custGeom>
            <a:avLst/>
            <a:gdLst/>
            <a:ahLst/>
            <a:cxnLst/>
            <a:rect l="l" t="t" r="r" b="b"/>
            <a:pathLst>
              <a:path w="48895" h="78104">
                <a:moveTo>
                  <a:pt x="31623" y="0"/>
                </a:moveTo>
                <a:lnTo>
                  <a:pt x="17145" y="0"/>
                </a:lnTo>
                <a:lnTo>
                  <a:pt x="11430" y="2590"/>
                </a:lnTo>
                <a:lnTo>
                  <a:pt x="0" y="38735"/>
                </a:lnTo>
                <a:lnTo>
                  <a:pt x="438" y="48929"/>
                </a:lnTo>
                <a:lnTo>
                  <a:pt x="17018" y="77724"/>
                </a:lnTo>
                <a:lnTo>
                  <a:pt x="31623" y="77724"/>
                </a:lnTo>
                <a:lnTo>
                  <a:pt x="37338" y="75133"/>
                </a:lnTo>
                <a:lnTo>
                  <a:pt x="41401" y="69938"/>
                </a:lnTo>
                <a:lnTo>
                  <a:pt x="43953" y="65620"/>
                </a:lnTo>
                <a:lnTo>
                  <a:pt x="22606" y="65620"/>
                </a:lnTo>
                <a:lnTo>
                  <a:pt x="21065" y="65062"/>
                </a:lnTo>
                <a:lnTo>
                  <a:pt x="15182" y="48929"/>
                </a:lnTo>
                <a:lnTo>
                  <a:pt x="15186" y="28735"/>
                </a:lnTo>
                <a:lnTo>
                  <a:pt x="22606" y="12103"/>
                </a:lnTo>
                <a:lnTo>
                  <a:pt x="43911" y="12103"/>
                </a:lnTo>
                <a:lnTo>
                  <a:pt x="41401" y="7886"/>
                </a:lnTo>
                <a:lnTo>
                  <a:pt x="37338" y="2628"/>
                </a:lnTo>
                <a:lnTo>
                  <a:pt x="31623" y="0"/>
                </a:lnTo>
                <a:close/>
              </a:path>
              <a:path w="48895" h="78104">
                <a:moveTo>
                  <a:pt x="43911" y="12103"/>
                </a:moveTo>
                <a:lnTo>
                  <a:pt x="26162" y="12103"/>
                </a:lnTo>
                <a:lnTo>
                  <a:pt x="27686" y="12661"/>
                </a:lnTo>
                <a:lnTo>
                  <a:pt x="28956" y="13779"/>
                </a:lnTo>
                <a:lnTo>
                  <a:pt x="33588" y="48929"/>
                </a:lnTo>
                <a:lnTo>
                  <a:pt x="33274" y="54152"/>
                </a:lnTo>
                <a:lnTo>
                  <a:pt x="32258" y="57886"/>
                </a:lnTo>
                <a:lnTo>
                  <a:pt x="31496" y="60794"/>
                </a:lnTo>
                <a:lnTo>
                  <a:pt x="30353" y="62814"/>
                </a:lnTo>
                <a:lnTo>
                  <a:pt x="29035" y="63969"/>
                </a:lnTo>
                <a:lnTo>
                  <a:pt x="27651" y="65074"/>
                </a:lnTo>
                <a:lnTo>
                  <a:pt x="26162" y="65620"/>
                </a:lnTo>
                <a:lnTo>
                  <a:pt x="43953" y="65620"/>
                </a:lnTo>
                <a:lnTo>
                  <a:pt x="44642" y="64454"/>
                </a:lnTo>
                <a:lnTo>
                  <a:pt x="46942" y="57451"/>
                </a:lnTo>
                <a:lnTo>
                  <a:pt x="48313" y="48929"/>
                </a:lnTo>
                <a:lnTo>
                  <a:pt x="48768"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308" name="object 308"/>
          <p:cNvSpPr/>
          <p:nvPr/>
        </p:nvSpPr>
        <p:spPr>
          <a:xfrm>
            <a:off x="8967216" y="6576059"/>
            <a:ext cx="33655" cy="76200"/>
          </a:xfrm>
          <a:custGeom>
            <a:avLst/>
            <a:gdLst/>
            <a:ahLst/>
            <a:cxnLst/>
            <a:rect l="l" t="t" r="r" b="b"/>
            <a:pathLst>
              <a:path w="33654" h="76200">
                <a:moveTo>
                  <a:pt x="33527" y="0"/>
                </a:moveTo>
                <a:lnTo>
                  <a:pt x="21716" y="0"/>
                </a:lnTo>
                <a:lnTo>
                  <a:pt x="19938" y="4622"/>
                </a:lnTo>
                <a:lnTo>
                  <a:pt x="16890" y="8674"/>
                </a:lnTo>
                <a:lnTo>
                  <a:pt x="8000" y="15608"/>
                </a:lnTo>
                <a:lnTo>
                  <a:pt x="3809" y="17957"/>
                </a:lnTo>
                <a:lnTo>
                  <a:pt x="0" y="19202"/>
                </a:lnTo>
                <a:lnTo>
                  <a:pt x="0" y="32410"/>
                </a:lnTo>
                <a:lnTo>
                  <a:pt x="7238" y="30022"/>
                </a:lnTo>
                <a:lnTo>
                  <a:pt x="13588" y="26352"/>
                </a:lnTo>
                <a:lnTo>
                  <a:pt x="18923" y="21374"/>
                </a:lnTo>
                <a:lnTo>
                  <a:pt x="18923" y="76200"/>
                </a:lnTo>
                <a:lnTo>
                  <a:pt x="33527" y="76200"/>
                </a:lnTo>
                <a:lnTo>
                  <a:pt x="33527" y="0"/>
                </a:lnTo>
                <a:close/>
              </a:path>
            </a:pathLst>
          </a:custGeom>
          <a:solidFill>
            <a:srgbClr val="4264DE">
              <a:alpha val="10195"/>
            </a:srgbClr>
          </a:solidFill>
        </p:spPr>
        <p:txBody>
          <a:bodyPr wrap="square" lIns="0" tIns="0" rIns="0" bIns="0" rtlCol="0"/>
          <a:lstStyle/>
          <a:p>
            <a:endParaRPr/>
          </a:p>
        </p:txBody>
      </p:sp>
      <p:sp>
        <p:nvSpPr>
          <p:cNvPr id="309" name="object 309"/>
          <p:cNvSpPr/>
          <p:nvPr/>
        </p:nvSpPr>
        <p:spPr>
          <a:xfrm>
            <a:off x="9131807" y="6574535"/>
            <a:ext cx="50800" cy="78105"/>
          </a:xfrm>
          <a:custGeom>
            <a:avLst/>
            <a:gdLst/>
            <a:ahLst/>
            <a:cxnLst/>
            <a:rect l="l" t="t" r="r" b="b"/>
            <a:pathLst>
              <a:path w="50800" h="78104">
                <a:moveTo>
                  <a:pt x="32639" y="0"/>
                </a:moveTo>
                <a:lnTo>
                  <a:pt x="17652" y="0"/>
                </a:lnTo>
                <a:lnTo>
                  <a:pt x="11811" y="2590"/>
                </a:lnTo>
                <a:lnTo>
                  <a:pt x="0" y="38735"/>
                </a:lnTo>
                <a:lnTo>
                  <a:pt x="440" y="48929"/>
                </a:lnTo>
                <a:lnTo>
                  <a:pt x="17652" y="77724"/>
                </a:lnTo>
                <a:lnTo>
                  <a:pt x="32639" y="77724"/>
                </a:lnTo>
                <a:lnTo>
                  <a:pt x="38481" y="75133"/>
                </a:lnTo>
                <a:lnTo>
                  <a:pt x="42672" y="69938"/>
                </a:lnTo>
                <a:lnTo>
                  <a:pt x="45296" y="65620"/>
                </a:lnTo>
                <a:lnTo>
                  <a:pt x="23368" y="65620"/>
                </a:lnTo>
                <a:lnTo>
                  <a:pt x="21701" y="65062"/>
                </a:lnTo>
                <a:lnTo>
                  <a:pt x="18923" y="62852"/>
                </a:lnTo>
                <a:lnTo>
                  <a:pt x="17780" y="60629"/>
                </a:lnTo>
                <a:lnTo>
                  <a:pt x="16001" y="53949"/>
                </a:lnTo>
                <a:lnTo>
                  <a:pt x="15586" y="48929"/>
                </a:lnTo>
                <a:lnTo>
                  <a:pt x="15591" y="28735"/>
                </a:lnTo>
                <a:lnTo>
                  <a:pt x="23368" y="12103"/>
                </a:lnTo>
                <a:lnTo>
                  <a:pt x="45324" y="12103"/>
                </a:lnTo>
                <a:lnTo>
                  <a:pt x="42799" y="7886"/>
                </a:lnTo>
                <a:lnTo>
                  <a:pt x="38481" y="2628"/>
                </a:lnTo>
                <a:lnTo>
                  <a:pt x="32639" y="0"/>
                </a:lnTo>
                <a:close/>
              </a:path>
              <a:path w="50800" h="78104">
                <a:moveTo>
                  <a:pt x="45324" y="12103"/>
                </a:moveTo>
                <a:lnTo>
                  <a:pt x="26924" y="12103"/>
                </a:lnTo>
                <a:lnTo>
                  <a:pt x="28575" y="12661"/>
                </a:lnTo>
                <a:lnTo>
                  <a:pt x="31369" y="14909"/>
                </a:lnTo>
                <a:lnTo>
                  <a:pt x="32512" y="17145"/>
                </a:lnTo>
                <a:lnTo>
                  <a:pt x="34290" y="23825"/>
                </a:lnTo>
                <a:lnTo>
                  <a:pt x="34696" y="28735"/>
                </a:lnTo>
                <a:lnTo>
                  <a:pt x="34708" y="48929"/>
                </a:lnTo>
                <a:lnTo>
                  <a:pt x="34290" y="54152"/>
                </a:lnTo>
                <a:lnTo>
                  <a:pt x="33274" y="57886"/>
                </a:lnTo>
                <a:lnTo>
                  <a:pt x="32512" y="60794"/>
                </a:lnTo>
                <a:lnTo>
                  <a:pt x="31369" y="62814"/>
                </a:lnTo>
                <a:lnTo>
                  <a:pt x="28575" y="65062"/>
                </a:lnTo>
                <a:lnTo>
                  <a:pt x="26924" y="65620"/>
                </a:lnTo>
                <a:lnTo>
                  <a:pt x="45296" y="65620"/>
                </a:lnTo>
                <a:lnTo>
                  <a:pt x="46005" y="64454"/>
                </a:lnTo>
                <a:lnTo>
                  <a:pt x="48386" y="57451"/>
                </a:lnTo>
                <a:lnTo>
                  <a:pt x="49815" y="48929"/>
                </a:lnTo>
                <a:lnTo>
                  <a:pt x="50292"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310" name="object 310"/>
          <p:cNvSpPr/>
          <p:nvPr/>
        </p:nvSpPr>
        <p:spPr>
          <a:xfrm>
            <a:off x="9313164" y="6576059"/>
            <a:ext cx="33655" cy="76200"/>
          </a:xfrm>
          <a:custGeom>
            <a:avLst/>
            <a:gdLst/>
            <a:ahLst/>
            <a:cxnLst/>
            <a:rect l="l" t="t" r="r" b="b"/>
            <a:pathLst>
              <a:path w="33654" h="76200">
                <a:moveTo>
                  <a:pt x="33527" y="0"/>
                </a:moveTo>
                <a:lnTo>
                  <a:pt x="21716" y="0"/>
                </a:lnTo>
                <a:lnTo>
                  <a:pt x="19938" y="4622"/>
                </a:lnTo>
                <a:lnTo>
                  <a:pt x="16890" y="8674"/>
                </a:lnTo>
                <a:lnTo>
                  <a:pt x="8000" y="15608"/>
                </a:lnTo>
                <a:lnTo>
                  <a:pt x="3809" y="17957"/>
                </a:lnTo>
                <a:lnTo>
                  <a:pt x="0" y="19202"/>
                </a:lnTo>
                <a:lnTo>
                  <a:pt x="0" y="32410"/>
                </a:lnTo>
                <a:lnTo>
                  <a:pt x="7238" y="30022"/>
                </a:lnTo>
                <a:lnTo>
                  <a:pt x="13588" y="26352"/>
                </a:lnTo>
                <a:lnTo>
                  <a:pt x="18922" y="21374"/>
                </a:lnTo>
                <a:lnTo>
                  <a:pt x="18922" y="76200"/>
                </a:lnTo>
                <a:lnTo>
                  <a:pt x="33527" y="76200"/>
                </a:lnTo>
                <a:lnTo>
                  <a:pt x="33527" y="0"/>
                </a:lnTo>
                <a:close/>
              </a:path>
            </a:pathLst>
          </a:custGeom>
          <a:solidFill>
            <a:srgbClr val="4264DE">
              <a:alpha val="10195"/>
            </a:srgbClr>
          </a:solidFill>
        </p:spPr>
        <p:txBody>
          <a:bodyPr wrap="square" lIns="0" tIns="0" rIns="0" bIns="0" rtlCol="0"/>
          <a:lstStyle/>
          <a:p>
            <a:endParaRPr/>
          </a:p>
        </p:txBody>
      </p:sp>
      <p:sp>
        <p:nvSpPr>
          <p:cNvPr id="311" name="object 311"/>
          <p:cNvSpPr/>
          <p:nvPr/>
        </p:nvSpPr>
        <p:spPr>
          <a:xfrm>
            <a:off x="9479280" y="6574535"/>
            <a:ext cx="48895" cy="78105"/>
          </a:xfrm>
          <a:custGeom>
            <a:avLst/>
            <a:gdLst/>
            <a:ahLst/>
            <a:cxnLst/>
            <a:rect l="l" t="t" r="r" b="b"/>
            <a:pathLst>
              <a:path w="48895" h="78104">
                <a:moveTo>
                  <a:pt x="31623" y="0"/>
                </a:moveTo>
                <a:lnTo>
                  <a:pt x="17145" y="0"/>
                </a:lnTo>
                <a:lnTo>
                  <a:pt x="11429" y="2590"/>
                </a:lnTo>
                <a:lnTo>
                  <a:pt x="0" y="38735"/>
                </a:lnTo>
                <a:lnTo>
                  <a:pt x="438" y="48929"/>
                </a:lnTo>
                <a:lnTo>
                  <a:pt x="17018" y="77724"/>
                </a:lnTo>
                <a:lnTo>
                  <a:pt x="31623" y="77724"/>
                </a:lnTo>
                <a:lnTo>
                  <a:pt x="37338" y="75133"/>
                </a:lnTo>
                <a:lnTo>
                  <a:pt x="41401" y="69938"/>
                </a:lnTo>
                <a:lnTo>
                  <a:pt x="43953" y="65620"/>
                </a:lnTo>
                <a:lnTo>
                  <a:pt x="22605" y="65620"/>
                </a:lnTo>
                <a:lnTo>
                  <a:pt x="21065" y="65062"/>
                </a:lnTo>
                <a:lnTo>
                  <a:pt x="15182" y="48929"/>
                </a:lnTo>
                <a:lnTo>
                  <a:pt x="15186" y="28735"/>
                </a:lnTo>
                <a:lnTo>
                  <a:pt x="22605" y="12103"/>
                </a:lnTo>
                <a:lnTo>
                  <a:pt x="43911" y="12103"/>
                </a:lnTo>
                <a:lnTo>
                  <a:pt x="41401" y="7886"/>
                </a:lnTo>
                <a:lnTo>
                  <a:pt x="37338" y="2628"/>
                </a:lnTo>
                <a:lnTo>
                  <a:pt x="31623" y="0"/>
                </a:lnTo>
                <a:close/>
              </a:path>
              <a:path w="48895" h="78104">
                <a:moveTo>
                  <a:pt x="43911" y="12103"/>
                </a:moveTo>
                <a:lnTo>
                  <a:pt x="26162" y="12103"/>
                </a:lnTo>
                <a:lnTo>
                  <a:pt x="27686" y="12661"/>
                </a:lnTo>
                <a:lnTo>
                  <a:pt x="29083" y="13779"/>
                </a:lnTo>
                <a:lnTo>
                  <a:pt x="33588" y="48929"/>
                </a:lnTo>
                <a:lnTo>
                  <a:pt x="33274" y="54152"/>
                </a:lnTo>
                <a:lnTo>
                  <a:pt x="32258" y="57886"/>
                </a:lnTo>
                <a:lnTo>
                  <a:pt x="31496" y="60794"/>
                </a:lnTo>
                <a:lnTo>
                  <a:pt x="30352" y="62814"/>
                </a:lnTo>
                <a:lnTo>
                  <a:pt x="29035" y="63969"/>
                </a:lnTo>
                <a:lnTo>
                  <a:pt x="27651" y="65074"/>
                </a:lnTo>
                <a:lnTo>
                  <a:pt x="26162" y="65620"/>
                </a:lnTo>
                <a:lnTo>
                  <a:pt x="43953" y="65620"/>
                </a:lnTo>
                <a:lnTo>
                  <a:pt x="44642" y="64454"/>
                </a:lnTo>
                <a:lnTo>
                  <a:pt x="46942" y="57451"/>
                </a:lnTo>
                <a:lnTo>
                  <a:pt x="48313" y="48929"/>
                </a:lnTo>
                <a:lnTo>
                  <a:pt x="48768"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312" name="object 312"/>
          <p:cNvSpPr/>
          <p:nvPr/>
        </p:nvSpPr>
        <p:spPr>
          <a:xfrm>
            <a:off x="9845040" y="6576059"/>
            <a:ext cx="33655" cy="76200"/>
          </a:xfrm>
          <a:custGeom>
            <a:avLst/>
            <a:gdLst/>
            <a:ahLst/>
            <a:cxnLst/>
            <a:rect l="l" t="t" r="r" b="b"/>
            <a:pathLst>
              <a:path w="33654" h="76200">
                <a:moveTo>
                  <a:pt x="33527" y="0"/>
                </a:moveTo>
                <a:lnTo>
                  <a:pt x="21716" y="0"/>
                </a:lnTo>
                <a:lnTo>
                  <a:pt x="19938" y="4622"/>
                </a:lnTo>
                <a:lnTo>
                  <a:pt x="16890" y="8674"/>
                </a:lnTo>
                <a:lnTo>
                  <a:pt x="8000" y="15608"/>
                </a:lnTo>
                <a:lnTo>
                  <a:pt x="3809" y="17957"/>
                </a:lnTo>
                <a:lnTo>
                  <a:pt x="0" y="19202"/>
                </a:lnTo>
                <a:lnTo>
                  <a:pt x="0" y="32410"/>
                </a:lnTo>
                <a:lnTo>
                  <a:pt x="7238" y="30022"/>
                </a:lnTo>
                <a:lnTo>
                  <a:pt x="13588" y="26352"/>
                </a:lnTo>
                <a:lnTo>
                  <a:pt x="18923" y="21374"/>
                </a:lnTo>
                <a:lnTo>
                  <a:pt x="18923" y="76200"/>
                </a:lnTo>
                <a:lnTo>
                  <a:pt x="33527" y="76200"/>
                </a:lnTo>
                <a:lnTo>
                  <a:pt x="33527" y="0"/>
                </a:lnTo>
                <a:close/>
              </a:path>
            </a:pathLst>
          </a:custGeom>
          <a:solidFill>
            <a:srgbClr val="4264DE">
              <a:alpha val="10195"/>
            </a:srgbClr>
          </a:solidFill>
        </p:spPr>
        <p:txBody>
          <a:bodyPr wrap="square" lIns="0" tIns="0" rIns="0" bIns="0" rtlCol="0"/>
          <a:lstStyle/>
          <a:p>
            <a:endParaRPr/>
          </a:p>
        </p:txBody>
      </p:sp>
      <p:sp>
        <p:nvSpPr>
          <p:cNvPr id="313" name="object 313"/>
          <p:cNvSpPr/>
          <p:nvPr/>
        </p:nvSpPr>
        <p:spPr>
          <a:xfrm>
            <a:off x="9663683" y="6574535"/>
            <a:ext cx="48895" cy="78105"/>
          </a:xfrm>
          <a:custGeom>
            <a:avLst/>
            <a:gdLst/>
            <a:ahLst/>
            <a:cxnLst/>
            <a:rect l="l" t="t" r="r" b="b"/>
            <a:pathLst>
              <a:path w="48895" h="78104">
                <a:moveTo>
                  <a:pt x="31623" y="0"/>
                </a:moveTo>
                <a:lnTo>
                  <a:pt x="17145" y="0"/>
                </a:lnTo>
                <a:lnTo>
                  <a:pt x="11430" y="2590"/>
                </a:lnTo>
                <a:lnTo>
                  <a:pt x="0" y="38735"/>
                </a:lnTo>
                <a:lnTo>
                  <a:pt x="438" y="48929"/>
                </a:lnTo>
                <a:lnTo>
                  <a:pt x="17018" y="77724"/>
                </a:lnTo>
                <a:lnTo>
                  <a:pt x="31623" y="77724"/>
                </a:lnTo>
                <a:lnTo>
                  <a:pt x="37338" y="75133"/>
                </a:lnTo>
                <a:lnTo>
                  <a:pt x="41401" y="69938"/>
                </a:lnTo>
                <a:lnTo>
                  <a:pt x="43953" y="65620"/>
                </a:lnTo>
                <a:lnTo>
                  <a:pt x="22606" y="65620"/>
                </a:lnTo>
                <a:lnTo>
                  <a:pt x="21065" y="65062"/>
                </a:lnTo>
                <a:lnTo>
                  <a:pt x="15182" y="48929"/>
                </a:lnTo>
                <a:lnTo>
                  <a:pt x="15186" y="28735"/>
                </a:lnTo>
                <a:lnTo>
                  <a:pt x="22606" y="12103"/>
                </a:lnTo>
                <a:lnTo>
                  <a:pt x="43911" y="12103"/>
                </a:lnTo>
                <a:lnTo>
                  <a:pt x="41401" y="7886"/>
                </a:lnTo>
                <a:lnTo>
                  <a:pt x="37338" y="2628"/>
                </a:lnTo>
                <a:lnTo>
                  <a:pt x="31623" y="0"/>
                </a:lnTo>
                <a:close/>
              </a:path>
              <a:path w="48895" h="78104">
                <a:moveTo>
                  <a:pt x="43911" y="12103"/>
                </a:moveTo>
                <a:lnTo>
                  <a:pt x="26162" y="12103"/>
                </a:lnTo>
                <a:lnTo>
                  <a:pt x="27686" y="12661"/>
                </a:lnTo>
                <a:lnTo>
                  <a:pt x="29083" y="13779"/>
                </a:lnTo>
                <a:lnTo>
                  <a:pt x="33588" y="48929"/>
                </a:lnTo>
                <a:lnTo>
                  <a:pt x="33274" y="54152"/>
                </a:lnTo>
                <a:lnTo>
                  <a:pt x="32258" y="57886"/>
                </a:lnTo>
                <a:lnTo>
                  <a:pt x="31496" y="60794"/>
                </a:lnTo>
                <a:lnTo>
                  <a:pt x="30352" y="62814"/>
                </a:lnTo>
                <a:lnTo>
                  <a:pt x="29035" y="63969"/>
                </a:lnTo>
                <a:lnTo>
                  <a:pt x="27651" y="65074"/>
                </a:lnTo>
                <a:lnTo>
                  <a:pt x="26162" y="65620"/>
                </a:lnTo>
                <a:lnTo>
                  <a:pt x="43953" y="65620"/>
                </a:lnTo>
                <a:lnTo>
                  <a:pt x="44642" y="64454"/>
                </a:lnTo>
                <a:lnTo>
                  <a:pt x="46942" y="57451"/>
                </a:lnTo>
                <a:lnTo>
                  <a:pt x="48313" y="48929"/>
                </a:lnTo>
                <a:lnTo>
                  <a:pt x="48768"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314" name="object 314"/>
          <p:cNvSpPr/>
          <p:nvPr/>
        </p:nvSpPr>
        <p:spPr>
          <a:xfrm>
            <a:off x="10006583" y="6576059"/>
            <a:ext cx="33655" cy="76200"/>
          </a:xfrm>
          <a:custGeom>
            <a:avLst/>
            <a:gdLst/>
            <a:ahLst/>
            <a:cxnLst/>
            <a:rect l="l" t="t" r="r" b="b"/>
            <a:pathLst>
              <a:path w="33654" h="76200">
                <a:moveTo>
                  <a:pt x="33527" y="0"/>
                </a:moveTo>
                <a:lnTo>
                  <a:pt x="21717" y="0"/>
                </a:lnTo>
                <a:lnTo>
                  <a:pt x="19939" y="4622"/>
                </a:lnTo>
                <a:lnTo>
                  <a:pt x="16891" y="8674"/>
                </a:lnTo>
                <a:lnTo>
                  <a:pt x="8000" y="15608"/>
                </a:lnTo>
                <a:lnTo>
                  <a:pt x="3810" y="17957"/>
                </a:lnTo>
                <a:lnTo>
                  <a:pt x="0" y="19202"/>
                </a:lnTo>
                <a:lnTo>
                  <a:pt x="0" y="32410"/>
                </a:lnTo>
                <a:lnTo>
                  <a:pt x="7239" y="30022"/>
                </a:lnTo>
                <a:lnTo>
                  <a:pt x="13589" y="26352"/>
                </a:lnTo>
                <a:lnTo>
                  <a:pt x="18923" y="21374"/>
                </a:lnTo>
                <a:lnTo>
                  <a:pt x="18923" y="76200"/>
                </a:lnTo>
                <a:lnTo>
                  <a:pt x="33527" y="76200"/>
                </a:lnTo>
                <a:lnTo>
                  <a:pt x="33527" y="0"/>
                </a:lnTo>
                <a:close/>
              </a:path>
            </a:pathLst>
          </a:custGeom>
          <a:solidFill>
            <a:srgbClr val="4264DE">
              <a:alpha val="10195"/>
            </a:srgbClr>
          </a:solidFill>
        </p:spPr>
        <p:txBody>
          <a:bodyPr wrap="square" lIns="0" tIns="0" rIns="0" bIns="0" rtlCol="0"/>
          <a:lstStyle/>
          <a:p>
            <a:endParaRPr/>
          </a:p>
        </p:txBody>
      </p:sp>
      <p:sp>
        <p:nvSpPr>
          <p:cNvPr id="315" name="object 315"/>
          <p:cNvSpPr/>
          <p:nvPr/>
        </p:nvSpPr>
        <p:spPr>
          <a:xfrm>
            <a:off x="10172700" y="6574535"/>
            <a:ext cx="48895" cy="78105"/>
          </a:xfrm>
          <a:custGeom>
            <a:avLst/>
            <a:gdLst/>
            <a:ahLst/>
            <a:cxnLst/>
            <a:rect l="l" t="t" r="r" b="b"/>
            <a:pathLst>
              <a:path w="48895" h="78104">
                <a:moveTo>
                  <a:pt x="31623" y="0"/>
                </a:moveTo>
                <a:lnTo>
                  <a:pt x="17145" y="0"/>
                </a:lnTo>
                <a:lnTo>
                  <a:pt x="11429" y="2590"/>
                </a:lnTo>
                <a:lnTo>
                  <a:pt x="0" y="38735"/>
                </a:lnTo>
                <a:lnTo>
                  <a:pt x="438" y="48929"/>
                </a:lnTo>
                <a:lnTo>
                  <a:pt x="17018" y="77724"/>
                </a:lnTo>
                <a:lnTo>
                  <a:pt x="31623" y="77724"/>
                </a:lnTo>
                <a:lnTo>
                  <a:pt x="37338" y="75133"/>
                </a:lnTo>
                <a:lnTo>
                  <a:pt x="41401" y="69938"/>
                </a:lnTo>
                <a:lnTo>
                  <a:pt x="43953" y="65620"/>
                </a:lnTo>
                <a:lnTo>
                  <a:pt x="22605" y="65620"/>
                </a:lnTo>
                <a:lnTo>
                  <a:pt x="21065" y="65062"/>
                </a:lnTo>
                <a:lnTo>
                  <a:pt x="15182" y="48929"/>
                </a:lnTo>
                <a:lnTo>
                  <a:pt x="15186" y="28735"/>
                </a:lnTo>
                <a:lnTo>
                  <a:pt x="22605" y="12103"/>
                </a:lnTo>
                <a:lnTo>
                  <a:pt x="43911" y="12103"/>
                </a:lnTo>
                <a:lnTo>
                  <a:pt x="41401" y="7886"/>
                </a:lnTo>
                <a:lnTo>
                  <a:pt x="37338" y="2628"/>
                </a:lnTo>
                <a:lnTo>
                  <a:pt x="31623" y="0"/>
                </a:lnTo>
                <a:close/>
              </a:path>
              <a:path w="48895" h="78104">
                <a:moveTo>
                  <a:pt x="43911" y="12103"/>
                </a:moveTo>
                <a:lnTo>
                  <a:pt x="26161" y="12103"/>
                </a:lnTo>
                <a:lnTo>
                  <a:pt x="27685" y="12661"/>
                </a:lnTo>
                <a:lnTo>
                  <a:pt x="28955" y="13779"/>
                </a:lnTo>
                <a:lnTo>
                  <a:pt x="33588" y="48929"/>
                </a:lnTo>
                <a:lnTo>
                  <a:pt x="33274" y="54152"/>
                </a:lnTo>
                <a:lnTo>
                  <a:pt x="32257" y="57886"/>
                </a:lnTo>
                <a:lnTo>
                  <a:pt x="31496" y="60794"/>
                </a:lnTo>
                <a:lnTo>
                  <a:pt x="30352" y="62814"/>
                </a:lnTo>
                <a:lnTo>
                  <a:pt x="29035" y="63969"/>
                </a:lnTo>
                <a:lnTo>
                  <a:pt x="27651" y="65074"/>
                </a:lnTo>
                <a:lnTo>
                  <a:pt x="26161" y="65620"/>
                </a:lnTo>
                <a:lnTo>
                  <a:pt x="43953" y="65620"/>
                </a:lnTo>
                <a:lnTo>
                  <a:pt x="44642" y="64454"/>
                </a:lnTo>
                <a:lnTo>
                  <a:pt x="46942" y="57451"/>
                </a:lnTo>
                <a:lnTo>
                  <a:pt x="48313" y="48929"/>
                </a:lnTo>
                <a:lnTo>
                  <a:pt x="48768"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316" name="object 316"/>
          <p:cNvSpPr/>
          <p:nvPr/>
        </p:nvSpPr>
        <p:spPr>
          <a:xfrm>
            <a:off x="10354056" y="6576059"/>
            <a:ext cx="33655" cy="76200"/>
          </a:xfrm>
          <a:custGeom>
            <a:avLst/>
            <a:gdLst/>
            <a:ahLst/>
            <a:cxnLst/>
            <a:rect l="l" t="t" r="r" b="b"/>
            <a:pathLst>
              <a:path w="33654" h="76200">
                <a:moveTo>
                  <a:pt x="33527" y="0"/>
                </a:moveTo>
                <a:lnTo>
                  <a:pt x="21717" y="0"/>
                </a:lnTo>
                <a:lnTo>
                  <a:pt x="19939" y="4622"/>
                </a:lnTo>
                <a:lnTo>
                  <a:pt x="16891" y="8674"/>
                </a:lnTo>
                <a:lnTo>
                  <a:pt x="8000" y="15608"/>
                </a:lnTo>
                <a:lnTo>
                  <a:pt x="3810" y="17957"/>
                </a:lnTo>
                <a:lnTo>
                  <a:pt x="0" y="19202"/>
                </a:lnTo>
                <a:lnTo>
                  <a:pt x="0" y="32410"/>
                </a:lnTo>
                <a:lnTo>
                  <a:pt x="7239" y="30022"/>
                </a:lnTo>
                <a:lnTo>
                  <a:pt x="13589" y="26352"/>
                </a:lnTo>
                <a:lnTo>
                  <a:pt x="18923" y="21374"/>
                </a:lnTo>
                <a:lnTo>
                  <a:pt x="18923" y="76200"/>
                </a:lnTo>
                <a:lnTo>
                  <a:pt x="33527" y="76200"/>
                </a:lnTo>
                <a:lnTo>
                  <a:pt x="33527" y="0"/>
                </a:lnTo>
                <a:close/>
              </a:path>
            </a:pathLst>
          </a:custGeom>
          <a:solidFill>
            <a:srgbClr val="4264DE">
              <a:alpha val="10195"/>
            </a:srgbClr>
          </a:solidFill>
        </p:spPr>
        <p:txBody>
          <a:bodyPr wrap="square" lIns="0" tIns="0" rIns="0" bIns="0" rtlCol="0"/>
          <a:lstStyle/>
          <a:p>
            <a:endParaRPr/>
          </a:p>
        </p:txBody>
      </p:sp>
      <p:sp>
        <p:nvSpPr>
          <p:cNvPr id="317" name="object 317"/>
          <p:cNvSpPr/>
          <p:nvPr/>
        </p:nvSpPr>
        <p:spPr>
          <a:xfrm>
            <a:off x="10518647" y="6574535"/>
            <a:ext cx="50800" cy="78105"/>
          </a:xfrm>
          <a:custGeom>
            <a:avLst/>
            <a:gdLst/>
            <a:ahLst/>
            <a:cxnLst/>
            <a:rect l="l" t="t" r="r" b="b"/>
            <a:pathLst>
              <a:path w="50800" h="78104">
                <a:moveTo>
                  <a:pt x="32638" y="0"/>
                </a:moveTo>
                <a:lnTo>
                  <a:pt x="17652" y="0"/>
                </a:lnTo>
                <a:lnTo>
                  <a:pt x="11810" y="2590"/>
                </a:lnTo>
                <a:lnTo>
                  <a:pt x="0" y="38735"/>
                </a:lnTo>
                <a:lnTo>
                  <a:pt x="440" y="48929"/>
                </a:lnTo>
                <a:lnTo>
                  <a:pt x="17652" y="77724"/>
                </a:lnTo>
                <a:lnTo>
                  <a:pt x="32638" y="77724"/>
                </a:lnTo>
                <a:lnTo>
                  <a:pt x="38480" y="75133"/>
                </a:lnTo>
                <a:lnTo>
                  <a:pt x="42672" y="69938"/>
                </a:lnTo>
                <a:lnTo>
                  <a:pt x="45296" y="65620"/>
                </a:lnTo>
                <a:lnTo>
                  <a:pt x="23368" y="65620"/>
                </a:lnTo>
                <a:lnTo>
                  <a:pt x="21701" y="65062"/>
                </a:lnTo>
                <a:lnTo>
                  <a:pt x="18923" y="62852"/>
                </a:lnTo>
                <a:lnTo>
                  <a:pt x="17779" y="60629"/>
                </a:lnTo>
                <a:lnTo>
                  <a:pt x="16001" y="53949"/>
                </a:lnTo>
                <a:lnTo>
                  <a:pt x="15586" y="48929"/>
                </a:lnTo>
                <a:lnTo>
                  <a:pt x="15591" y="28735"/>
                </a:lnTo>
                <a:lnTo>
                  <a:pt x="23368" y="12103"/>
                </a:lnTo>
                <a:lnTo>
                  <a:pt x="45324" y="12103"/>
                </a:lnTo>
                <a:lnTo>
                  <a:pt x="42799" y="7886"/>
                </a:lnTo>
                <a:lnTo>
                  <a:pt x="38480" y="2628"/>
                </a:lnTo>
                <a:lnTo>
                  <a:pt x="32638" y="0"/>
                </a:lnTo>
                <a:close/>
              </a:path>
              <a:path w="50800" h="78104">
                <a:moveTo>
                  <a:pt x="45324" y="12103"/>
                </a:moveTo>
                <a:lnTo>
                  <a:pt x="26924" y="12103"/>
                </a:lnTo>
                <a:lnTo>
                  <a:pt x="28575" y="12661"/>
                </a:lnTo>
                <a:lnTo>
                  <a:pt x="31369" y="14909"/>
                </a:lnTo>
                <a:lnTo>
                  <a:pt x="32511" y="17145"/>
                </a:lnTo>
                <a:lnTo>
                  <a:pt x="34290" y="23825"/>
                </a:lnTo>
                <a:lnTo>
                  <a:pt x="34696" y="28735"/>
                </a:lnTo>
                <a:lnTo>
                  <a:pt x="34708" y="48929"/>
                </a:lnTo>
                <a:lnTo>
                  <a:pt x="34290" y="54152"/>
                </a:lnTo>
                <a:lnTo>
                  <a:pt x="33274" y="57886"/>
                </a:lnTo>
                <a:lnTo>
                  <a:pt x="32511" y="60794"/>
                </a:lnTo>
                <a:lnTo>
                  <a:pt x="31369" y="62814"/>
                </a:lnTo>
                <a:lnTo>
                  <a:pt x="28575" y="65062"/>
                </a:lnTo>
                <a:lnTo>
                  <a:pt x="26924" y="65620"/>
                </a:lnTo>
                <a:lnTo>
                  <a:pt x="45296" y="65620"/>
                </a:lnTo>
                <a:lnTo>
                  <a:pt x="46005" y="64454"/>
                </a:lnTo>
                <a:lnTo>
                  <a:pt x="48386" y="57451"/>
                </a:lnTo>
                <a:lnTo>
                  <a:pt x="49815" y="48929"/>
                </a:lnTo>
                <a:lnTo>
                  <a:pt x="50292"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318" name="object 318"/>
          <p:cNvSpPr/>
          <p:nvPr/>
        </p:nvSpPr>
        <p:spPr>
          <a:xfrm>
            <a:off x="10700004" y="6576059"/>
            <a:ext cx="33655" cy="76200"/>
          </a:xfrm>
          <a:custGeom>
            <a:avLst/>
            <a:gdLst/>
            <a:ahLst/>
            <a:cxnLst/>
            <a:rect l="l" t="t" r="r" b="b"/>
            <a:pathLst>
              <a:path w="33654" h="76200">
                <a:moveTo>
                  <a:pt x="33527" y="0"/>
                </a:moveTo>
                <a:lnTo>
                  <a:pt x="21717" y="0"/>
                </a:lnTo>
                <a:lnTo>
                  <a:pt x="19939" y="4622"/>
                </a:lnTo>
                <a:lnTo>
                  <a:pt x="16891" y="8674"/>
                </a:lnTo>
                <a:lnTo>
                  <a:pt x="8000" y="15608"/>
                </a:lnTo>
                <a:lnTo>
                  <a:pt x="3810" y="17957"/>
                </a:lnTo>
                <a:lnTo>
                  <a:pt x="0" y="19202"/>
                </a:lnTo>
                <a:lnTo>
                  <a:pt x="0" y="32410"/>
                </a:lnTo>
                <a:lnTo>
                  <a:pt x="7239" y="30022"/>
                </a:lnTo>
                <a:lnTo>
                  <a:pt x="13589" y="26352"/>
                </a:lnTo>
                <a:lnTo>
                  <a:pt x="18923" y="21374"/>
                </a:lnTo>
                <a:lnTo>
                  <a:pt x="18923" y="76200"/>
                </a:lnTo>
                <a:lnTo>
                  <a:pt x="33527" y="76200"/>
                </a:lnTo>
                <a:lnTo>
                  <a:pt x="33527" y="0"/>
                </a:lnTo>
                <a:close/>
              </a:path>
            </a:pathLst>
          </a:custGeom>
          <a:solidFill>
            <a:srgbClr val="4264DE">
              <a:alpha val="10195"/>
            </a:srgbClr>
          </a:solidFill>
        </p:spPr>
        <p:txBody>
          <a:bodyPr wrap="square" lIns="0" tIns="0" rIns="0" bIns="0" rtlCol="0"/>
          <a:lstStyle/>
          <a:p>
            <a:endParaRPr/>
          </a:p>
        </p:txBody>
      </p:sp>
      <p:sp>
        <p:nvSpPr>
          <p:cNvPr id="319" name="object 319"/>
          <p:cNvSpPr/>
          <p:nvPr/>
        </p:nvSpPr>
        <p:spPr>
          <a:xfrm>
            <a:off x="10866119" y="6574535"/>
            <a:ext cx="48895" cy="78105"/>
          </a:xfrm>
          <a:custGeom>
            <a:avLst/>
            <a:gdLst/>
            <a:ahLst/>
            <a:cxnLst/>
            <a:rect l="l" t="t" r="r" b="b"/>
            <a:pathLst>
              <a:path w="48895" h="78104">
                <a:moveTo>
                  <a:pt x="31623" y="0"/>
                </a:moveTo>
                <a:lnTo>
                  <a:pt x="17145" y="0"/>
                </a:lnTo>
                <a:lnTo>
                  <a:pt x="11429" y="2590"/>
                </a:lnTo>
                <a:lnTo>
                  <a:pt x="0" y="38735"/>
                </a:lnTo>
                <a:lnTo>
                  <a:pt x="438" y="48929"/>
                </a:lnTo>
                <a:lnTo>
                  <a:pt x="17018" y="77724"/>
                </a:lnTo>
                <a:lnTo>
                  <a:pt x="31623" y="77724"/>
                </a:lnTo>
                <a:lnTo>
                  <a:pt x="37337" y="75133"/>
                </a:lnTo>
                <a:lnTo>
                  <a:pt x="41401" y="69938"/>
                </a:lnTo>
                <a:lnTo>
                  <a:pt x="43953" y="65620"/>
                </a:lnTo>
                <a:lnTo>
                  <a:pt x="22605" y="65620"/>
                </a:lnTo>
                <a:lnTo>
                  <a:pt x="21065" y="65062"/>
                </a:lnTo>
                <a:lnTo>
                  <a:pt x="15182" y="48929"/>
                </a:lnTo>
                <a:lnTo>
                  <a:pt x="15186" y="28735"/>
                </a:lnTo>
                <a:lnTo>
                  <a:pt x="22605" y="12103"/>
                </a:lnTo>
                <a:lnTo>
                  <a:pt x="43911" y="12103"/>
                </a:lnTo>
                <a:lnTo>
                  <a:pt x="41401" y="7886"/>
                </a:lnTo>
                <a:lnTo>
                  <a:pt x="37337" y="2628"/>
                </a:lnTo>
                <a:lnTo>
                  <a:pt x="31623" y="0"/>
                </a:lnTo>
                <a:close/>
              </a:path>
              <a:path w="48895" h="78104">
                <a:moveTo>
                  <a:pt x="43911" y="12103"/>
                </a:moveTo>
                <a:lnTo>
                  <a:pt x="26161" y="12103"/>
                </a:lnTo>
                <a:lnTo>
                  <a:pt x="27685" y="12661"/>
                </a:lnTo>
                <a:lnTo>
                  <a:pt x="29082" y="13779"/>
                </a:lnTo>
                <a:lnTo>
                  <a:pt x="33588" y="48929"/>
                </a:lnTo>
                <a:lnTo>
                  <a:pt x="33274" y="54152"/>
                </a:lnTo>
                <a:lnTo>
                  <a:pt x="32257" y="57886"/>
                </a:lnTo>
                <a:lnTo>
                  <a:pt x="31496" y="60794"/>
                </a:lnTo>
                <a:lnTo>
                  <a:pt x="30352" y="62814"/>
                </a:lnTo>
                <a:lnTo>
                  <a:pt x="29035" y="63969"/>
                </a:lnTo>
                <a:lnTo>
                  <a:pt x="27651" y="65074"/>
                </a:lnTo>
                <a:lnTo>
                  <a:pt x="26161" y="65620"/>
                </a:lnTo>
                <a:lnTo>
                  <a:pt x="43953" y="65620"/>
                </a:lnTo>
                <a:lnTo>
                  <a:pt x="44642" y="64454"/>
                </a:lnTo>
                <a:lnTo>
                  <a:pt x="46942" y="57451"/>
                </a:lnTo>
                <a:lnTo>
                  <a:pt x="48313" y="48929"/>
                </a:lnTo>
                <a:lnTo>
                  <a:pt x="48768"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320" name="object 320"/>
          <p:cNvSpPr/>
          <p:nvPr/>
        </p:nvSpPr>
        <p:spPr>
          <a:xfrm>
            <a:off x="11047476" y="6576059"/>
            <a:ext cx="33655" cy="76200"/>
          </a:xfrm>
          <a:custGeom>
            <a:avLst/>
            <a:gdLst/>
            <a:ahLst/>
            <a:cxnLst/>
            <a:rect l="l" t="t" r="r" b="b"/>
            <a:pathLst>
              <a:path w="33654" h="76200">
                <a:moveTo>
                  <a:pt x="33527" y="0"/>
                </a:moveTo>
                <a:lnTo>
                  <a:pt x="21717" y="0"/>
                </a:lnTo>
                <a:lnTo>
                  <a:pt x="19939" y="4622"/>
                </a:lnTo>
                <a:lnTo>
                  <a:pt x="16891" y="8674"/>
                </a:lnTo>
                <a:lnTo>
                  <a:pt x="8000" y="15608"/>
                </a:lnTo>
                <a:lnTo>
                  <a:pt x="3809" y="17957"/>
                </a:lnTo>
                <a:lnTo>
                  <a:pt x="0" y="19202"/>
                </a:lnTo>
                <a:lnTo>
                  <a:pt x="0" y="32410"/>
                </a:lnTo>
                <a:lnTo>
                  <a:pt x="7239" y="30022"/>
                </a:lnTo>
                <a:lnTo>
                  <a:pt x="13589" y="26352"/>
                </a:lnTo>
                <a:lnTo>
                  <a:pt x="18923" y="21374"/>
                </a:lnTo>
                <a:lnTo>
                  <a:pt x="18923" y="76200"/>
                </a:lnTo>
                <a:lnTo>
                  <a:pt x="33527" y="76200"/>
                </a:lnTo>
                <a:lnTo>
                  <a:pt x="33527" y="0"/>
                </a:lnTo>
                <a:close/>
              </a:path>
            </a:pathLst>
          </a:custGeom>
          <a:solidFill>
            <a:srgbClr val="4264DE">
              <a:alpha val="10195"/>
            </a:srgbClr>
          </a:solidFill>
        </p:spPr>
        <p:txBody>
          <a:bodyPr wrap="square" lIns="0" tIns="0" rIns="0" bIns="0" rtlCol="0"/>
          <a:lstStyle/>
          <a:p>
            <a:endParaRPr/>
          </a:p>
        </p:txBody>
      </p:sp>
      <p:sp>
        <p:nvSpPr>
          <p:cNvPr id="321" name="object 321"/>
          <p:cNvSpPr/>
          <p:nvPr/>
        </p:nvSpPr>
        <p:spPr>
          <a:xfrm>
            <a:off x="11212068" y="6574535"/>
            <a:ext cx="50800" cy="78105"/>
          </a:xfrm>
          <a:custGeom>
            <a:avLst/>
            <a:gdLst/>
            <a:ahLst/>
            <a:cxnLst/>
            <a:rect l="l" t="t" r="r" b="b"/>
            <a:pathLst>
              <a:path w="50800" h="78104">
                <a:moveTo>
                  <a:pt x="32638" y="0"/>
                </a:moveTo>
                <a:lnTo>
                  <a:pt x="17652" y="0"/>
                </a:lnTo>
                <a:lnTo>
                  <a:pt x="11810" y="2590"/>
                </a:lnTo>
                <a:lnTo>
                  <a:pt x="0" y="38735"/>
                </a:lnTo>
                <a:lnTo>
                  <a:pt x="440" y="48929"/>
                </a:lnTo>
                <a:lnTo>
                  <a:pt x="17652" y="77724"/>
                </a:lnTo>
                <a:lnTo>
                  <a:pt x="32638" y="77724"/>
                </a:lnTo>
                <a:lnTo>
                  <a:pt x="38480" y="75133"/>
                </a:lnTo>
                <a:lnTo>
                  <a:pt x="42672" y="69938"/>
                </a:lnTo>
                <a:lnTo>
                  <a:pt x="45296" y="65620"/>
                </a:lnTo>
                <a:lnTo>
                  <a:pt x="23367" y="65620"/>
                </a:lnTo>
                <a:lnTo>
                  <a:pt x="21701" y="65062"/>
                </a:lnTo>
                <a:lnTo>
                  <a:pt x="18923" y="62852"/>
                </a:lnTo>
                <a:lnTo>
                  <a:pt x="17779" y="60629"/>
                </a:lnTo>
                <a:lnTo>
                  <a:pt x="16001" y="53949"/>
                </a:lnTo>
                <a:lnTo>
                  <a:pt x="15586" y="48929"/>
                </a:lnTo>
                <a:lnTo>
                  <a:pt x="15591" y="28735"/>
                </a:lnTo>
                <a:lnTo>
                  <a:pt x="23367" y="12103"/>
                </a:lnTo>
                <a:lnTo>
                  <a:pt x="45324" y="12103"/>
                </a:lnTo>
                <a:lnTo>
                  <a:pt x="42799" y="7886"/>
                </a:lnTo>
                <a:lnTo>
                  <a:pt x="38480" y="2628"/>
                </a:lnTo>
                <a:lnTo>
                  <a:pt x="32638" y="0"/>
                </a:lnTo>
                <a:close/>
              </a:path>
              <a:path w="50800" h="78104">
                <a:moveTo>
                  <a:pt x="45324" y="12103"/>
                </a:moveTo>
                <a:lnTo>
                  <a:pt x="26924" y="12103"/>
                </a:lnTo>
                <a:lnTo>
                  <a:pt x="28575" y="12661"/>
                </a:lnTo>
                <a:lnTo>
                  <a:pt x="31368" y="14909"/>
                </a:lnTo>
                <a:lnTo>
                  <a:pt x="32511" y="17145"/>
                </a:lnTo>
                <a:lnTo>
                  <a:pt x="34289" y="23825"/>
                </a:lnTo>
                <a:lnTo>
                  <a:pt x="34696" y="28735"/>
                </a:lnTo>
                <a:lnTo>
                  <a:pt x="34708" y="48929"/>
                </a:lnTo>
                <a:lnTo>
                  <a:pt x="34289" y="54152"/>
                </a:lnTo>
                <a:lnTo>
                  <a:pt x="33274" y="57886"/>
                </a:lnTo>
                <a:lnTo>
                  <a:pt x="32511" y="60794"/>
                </a:lnTo>
                <a:lnTo>
                  <a:pt x="31368" y="62814"/>
                </a:lnTo>
                <a:lnTo>
                  <a:pt x="28575" y="65062"/>
                </a:lnTo>
                <a:lnTo>
                  <a:pt x="26924" y="65620"/>
                </a:lnTo>
                <a:lnTo>
                  <a:pt x="45296" y="65620"/>
                </a:lnTo>
                <a:lnTo>
                  <a:pt x="46005" y="64454"/>
                </a:lnTo>
                <a:lnTo>
                  <a:pt x="48386" y="57451"/>
                </a:lnTo>
                <a:lnTo>
                  <a:pt x="49815" y="48929"/>
                </a:lnTo>
                <a:lnTo>
                  <a:pt x="50291"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322" name="object 322"/>
          <p:cNvSpPr/>
          <p:nvPr/>
        </p:nvSpPr>
        <p:spPr>
          <a:xfrm>
            <a:off x="11393423" y="6576059"/>
            <a:ext cx="33655" cy="76200"/>
          </a:xfrm>
          <a:custGeom>
            <a:avLst/>
            <a:gdLst/>
            <a:ahLst/>
            <a:cxnLst/>
            <a:rect l="l" t="t" r="r" b="b"/>
            <a:pathLst>
              <a:path w="33654" h="76200">
                <a:moveTo>
                  <a:pt x="33527" y="0"/>
                </a:moveTo>
                <a:lnTo>
                  <a:pt x="21717" y="0"/>
                </a:lnTo>
                <a:lnTo>
                  <a:pt x="19939" y="4622"/>
                </a:lnTo>
                <a:lnTo>
                  <a:pt x="16891" y="8674"/>
                </a:lnTo>
                <a:lnTo>
                  <a:pt x="8000" y="15608"/>
                </a:lnTo>
                <a:lnTo>
                  <a:pt x="3809" y="17957"/>
                </a:lnTo>
                <a:lnTo>
                  <a:pt x="0" y="19202"/>
                </a:lnTo>
                <a:lnTo>
                  <a:pt x="0" y="32410"/>
                </a:lnTo>
                <a:lnTo>
                  <a:pt x="7239" y="30022"/>
                </a:lnTo>
                <a:lnTo>
                  <a:pt x="13589" y="26352"/>
                </a:lnTo>
                <a:lnTo>
                  <a:pt x="18923" y="21374"/>
                </a:lnTo>
                <a:lnTo>
                  <a:pt x="18923" y="76200"/>
                </a:lnTo>
                <a:lnTo>
                  <a:pt x="33527" y="76200"/>
                </a:lnTo>
                <a:lnTo>
                  <a:pt x="33527" y="0"/>
                </a:lnTo>
                <a:close/>
              </a:path>
            </a:pathLst>
          </a:custGeom>
          <a:solidFill>
            <a:srgbClr val="4264DE">
              <a:alpha val="10195"/>
            </a:srgbClr>
          </a:solidFill>
        </p:spPr>
        <p:txBody>
          <a:bodyPr wrap="square" lIns="0" tIns="0" rIns="0" bIns="0" rtlCol="0"/>
          <a:lstStyle/>
          <a:p>
            <a:endParaRPr/>
          </a:p>
        </p:txBody>
      </p:sp>
      <p:sp>
        <p:nvSpPr>
          <p:cNvPr id="323" name="object 323"/>
          <p:cNvSpPr/>
          <p:nvPr/>
        </p:nvSpPr>
        <p:spPr>
          <a:xfrm>
            <a:off x="11559540" y="6574535"/>
            <a:ext cx="48895" cy="78105"/>
          </a:xfrm>
          <a:custGeom>
            <a:avLst/>
            <a:gdLst/>
            <a:ahLst/>
            <a:cxnLst/>
            <a:rect l="l" t="t" r="r" b="b"/>
            <a:pathLst>
              <a:path w="48895" h="78104">
                <a:moveTo>
                  <a:pt x="31623" y="0"/>
                </a:moveTo>
                <a:lnTo>
                  <a:pt x="17144" y="0"/>
                </a:lnTo>
                <a:lnTo>
                  <a:pt x="11429" y="2590"/>
                </a:lnTo>
                <a:lnTo>
                  <a:pt x="0" y="38735"/>
                </a:lnTo>
                <a:lnTo>
                  <a:pt x="438" y="48929"/>
                </a:lnTo>
                <a:lnTo>
                  <a:pt x="17017" y="77724"/>
                </a:lnTo>
                <a:lnTo>
                  <a:pt x="31623" y="77724"/>
                </a:lnTo>
                <a:lnTo>
                  <a:pt x="37337" y="75133"/>
                </a:lnTo>
                <a:lnTo>
                  <a:pt x="41401" y="69938"/>
                </a:lnTo>
                <a:lnTo>
                  <a:pt x="43953" y="65620"/>
                </a:lnTo>
                <a:lnTo>
                  <a:pt x="22605" y="65620"/>
                </a:lnTo>
                <a:lnTo>
                  <a:pt x="21065" y="65062"/>
                </a:lnTo>
                <a:lnTo>
                  <a:pt x="15182" y="48929"/>
                </a:lnTo>
                <a:lnTo>
                  <a:pt x="15186" y="28735"/>
                </a:lnTo>
                <a:lnTo>
                  <a:pt x="22605" y="12103"/>
                </a:lnTo>
                <a:lnTo>
                  <a:pt x="43911" y="12103"/>
                </a:lnTo>
                <a:lnTo>
                  <a:pt x="41401" y="7886"/>
                </a:lnTo>
                <a:lnTo>
                  <a:pt x="37337" y="2628"/>
                </a:lnTo>
                <a:lnTo>
                  <a:pt x="31623" y="0"/>
                </a:lnTo>
                <a:close/>
              </a:path>
              <a:path w="48895" h="78104">
                <a:moveTo>
                  <a:pt x="43911" y="12103"/>
                </a:moveTo>
                <a:lnTo>
                  <a:pt x="26161" y="12103"/>
                </a:lnTo>
                <a:lnTo>
                  <a:pt x="27685" y="12661"/>
                </a:lnTo>
                <a:lnTo>
                  <a:pt x="28955" y="13779"/>
                </a:lnTo>
                <a:lnTo>
                  <a:pt x="33588" y="48929"/>
                </a:lnTo>
                <a:lnTo>
                  <a:pt x="33274" y="54152"/>
                </a:lnTo>
                <a:lnTo>
                  <a:pt x="32257" y="57886"/>
                </a:lnTo>
                <a:lnTo>
                  <a:pt x="31495" y="60794"/>
                </a:lnTo>
                <a:lnTo>
                  <a:pt x="30352" y="62814"/>
                </a:lnTo>
                <a:lnTo>
                  <a:pt x="29035" y="63969"/>
                </a:lnTo>
                <a:lnTo>
                  <a:pt x="27651" y="65074"/>
                </a:lnTo>
                <a:lnTo>
                  <a:pt x="26161" y="65620"/>
                </a:lnTo>
                <a:lnTo>
                  <a:pt x="43953" y="65620"/>
                </a:lnTo>
                <a:lnTo>
                  <a:pt x="44642" y="64454"/>
                </a:lnTo>
                <a:lnTo>
                  <a:pt x="46942" y="57451"/>
                </a:lnTo>
                <a:lnTo>
                  <a:pt x="48313" y="48929"/>
                </a:lnTo>
                <a:lnTo>
                  <a:pt x="48767"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324" name="object 324"/>
          <p:cNvSpPr/>
          <p:nvPr/>
        </p:nvSpPr>
        <p:spPr>
          <a:xfrm>
            <a:off x="12086843" y="6576059"/>
            <a:ext cx="33655" cy="76200"/>
          </a:xfrm>
          <a:custGeom>
            <a:avLst/>
            <a:gdLst/>
            <a:ahLst/>
            <a:cxnLst/>
            <a:rect l="l" t="t" r="r" b="b"/>
            <a:pathLst>
              <a:path w="33654" h="76200">
                <a:moveTo>
                  <a:pt x="33527" y="0"/>
                </a:moveTo>
                <a:lnTo>
                  <a:pt x="21716" y="0"/>
                </a:lnTo>
                <a:lnTo>
                  <a:pt x="19938" y="4622"/>
                </a:lnTo>
                <a:lnTo>
                  <a:pt x="16890" y="8674"/>
                </a:lnTo>
                <a:lnTo>
                  <a:pt x="8000" y="15608"/>
                </a:lnTo>
                <a:lnTo>
                  <a:pt x="3809" y="17957"/>
                </a:lnTo>
                <a:lnTo>
                  <a:pt x="0" y="19202"/>
                </a:lnTo>
                <a:lnTo>
                  <a:pt x="0" y="32410"/>
                </a:lnTo>
                <a:lnTo>
                  <a:pt x="7238" y="30022"/>
                </a:lnTo>
                <a:lnTo>
                  <a:pt x="13588" y="26352"/>
                </a:lnTo>
                <a:lnTo>
                  <a:pt x="18923" y="21374"/>
                </a:lnTo>
                <a:lnTo>
                  <a:pt x="18923" y="76200"/>
                </a:lnTo>
                <a:lnTo>
                  <a:pt x="33527" y="76200"/>
                </a:lnTo>
                <a:lnTo>
                  <a:pt x="33527" y="0"/>
                </a:lnTo>
                <a:close/>
              </a:path>
            </a:pathLst>
          </a:custGeom>
          <a:solidFill>
            <a:srgbClr val="4264DE">
              <a:alpha val="10195"/>
            </a:srgbClr>
          </a:solidFill>
        </p:spPr>
        <p:txBody>
          <a:bodyPr wrap="square" lIns="0" tIns="0" rIns="0" bIns="0" rtlCol="0"/>
          <a:lstStyle/>
          <a:p>
            <a:endParaRPr/>
          </a:p>
        </p:txBody>
      </p:sp>
      <p:sp>
        <p:nvSpPr>
          <p:cNvPr id="325" name="object 325"/>
          <p:cNvSpPr/>
          <p:nvPr/>
        </p:nvSpPr>
        <p:spPr>
          <a:xfrm>
            <a:off x="118871" y="6370320"/>
            <a:ext cx="48895" cy="78105"/>
          </a:xfrm>
          <a:custGeom>
            <a:avLst/>
            <a:gdLst/>
            <a:ahLst/>
            <a:cxnLst/>
            <a:rect l="l" t="t" r="r" b="b"/>
            <a:pathLst>
              <a:path w="48894" h="78104">
                <a:moveTo>
                  <a:pt x="31661" y="0"/>
                </a:moveTo>
                <a:lnTo>
                  <a:pt x="17106" y="0"/>
                </a:lnTo>
                <a:lnTo>
                  <a:pt x="11442" y="2590"/>
                </a:lnTo>
                <a:lnTo>
                  <a:pt x="0" y="38734"/>
                </a:lnTo>
                <a:lnTo>
                  <a:pt x="430" y="48929"/>
                </a:lnTo>
                <a:lnTo>
                  <a:pt x="17081" y="77723"/>
                </a:lnTo>
                <a:lnTo>
                  <a:pt x="31661" y="77723"/>
                </a:lnTo>
                <a:lnTo>
                  <a:pt x="37325" y="75133"/>
                </a:lnTo>
                <a:lnTo>
                  <a:pt x="41389" y="69938"/>
                </a:lnTo>
                <a:lnTo>
                  <a:pt x="43929" y="65620"/>
                </a:lnTo>
                <a:lnTo>
                  <a:pt x="22644" y="65620"/>
                </a:lnTo>
                <a:lnTo>
                  <a:pt x="21079" y="65062"/>
                </a:lnTo>
                <a:lnTo>
                  <a:pt x="18402" y="62852"/>
                </a:lnTo>
                <a:lnTo>
                  <a:pt x="17284" y="60629"/>
                </a:lnTo>
                <a:lnTo>
                  <a:pt x="15506" y="53949"/>
                </a:lnTo>
                <a:lnTo>
                  <a:pt x="15142" y="48929"/>
                </a:lnTo>
                <a:lnTo>
                  <a:pt x="15157" y="28735"/>
                </a:lnTo>
                <a:lnTo>
                  <a:pt x="22644" y="12103"/>
                </a:lnTo>
                <a:lnTo>
                  <a:pt x="43924" y="12103"/>
                </a:lnTo>
                <a:lnTo>
                  <a:pt x="41440" y="7886"/>
                </a:lnTo>
                <a:lnTo>
                  <a:pt x="37338" y="2628"/>
                </a:lnTo>
                <a:lnTo>
                  <a:pt x="31661" y="0"/>
                </a:lnTo>
                <a:close/>
              </a:path>
              <a:path w="48894" h="78104">
                <a:moveTo>
                  <a:pt x="43924" y="12103"/>
                </a:moveTo>
                <a:lnTo>
                  <a:pt x="26123" y="12103"/>
                </a:lnTo>
                <a:lnTo>
                  <a:pt x="27673" y="12661"/>
                </a:lnTo>
                <a:lnTo>
                  <a:pt x="30365" y="14909"/>
                </a:lnTo>
                <a:lnTo>
                  <a:pt x="31483" y="17144"/>
                </a:lnTo>
                <a:lnTo>
                  <a:pt x="33261" y="23825"/>
                </a:lnTo>
                <a:lnTo>
                  <a:pt x="33617" y="28735"/>
                </a:lnTo>
                <a:lnTo>
                  <a:pt x="33618" y="48929"/>
                </a:lnTo>
                <a:lnTo>
                  <a:pt x="33210" y="54152"/>
                </a:lnTo>
                <a:lnTo>
                  <a:pt x="31470" y="60794"/>
                </a:lnTo>
                <a:lnTo>
                  <a:pt x="30416" y="62814"/>
                </a:lnTo>
                <a:lnTo>
                  <a:pt x="27638" y="65074"/>
                </a:lnTo>
                <a:lnTo>
                  <a:pt x="26123" y="65620"/>
                </a:lnTo>
                <a:lnTo>
                  <a:pt x="43929" y="65620"/>
                </a:lnTo>
                <a:lnTo>
                  <a:pt x="44615" y="64454"/>
                </a:lnTo>
                <a:lnTo>
                  <a:pt x="46921" y="57451"/>
                </a:lnTo>
                <a:lnTo>
                  <a:pt x="48306" y="48929"/>
                </a:lnTo>
                <a:lnTo>
                  <a:pt x="48768" y="38887"/>
                </a:lnTo>
                <a:lnTo>
                  <a:pt x="48295" y="28735"/>
                </a:lnTo>
                <a:lnTo>
                  <a:pt x="46916" y="20245"/>
                </a:lnTo>
                <a:lnTo>
                  <a:pt x="44647" y="13330"/>
                </a:lnTo>
                <a:lnTo>
                  <a:pt x="43924" y="12103"/>
                </a:lnTo>
                <a:close/>
              </a:path>
            </a:pathLst>
          </a:custGeom>
          <a:solidFill>
            <a:srgbClr val="4264DE">
              <a:alpha val="10195"/>
            </a:srgbClr>
          </a:solidFill>
        </p:spPr>
        <p:txBody>
          <a:bodyPr wrap="square" lIns="0" tIns="0" rIns="0" bIns="0" rtlCol="0"/>
          <a:lstStyle/>
          <a:p>
            <a:endParaRPr/>
          </a:p>
        </p:txBody>
      </p:sp>
      <p:sp>
        <p:nvSpPr>
          <p:cNvPr id="326" name="object 326"/>
          <p:cNvSpPr/>
          <p:nvPr/>
        </p:nvSpPr>
        <p:spPr>
          <a:xfrm>
            <a:off x="300227" y="6370320"/>
            <a:ext cx="33655" cy="78105"/>
          </a:xfrm>
          <a:custGeom>
            <a:avLst/>
            <a:gdLst/>
            <a:ahLst/>
            <a:cxnLst/>
            <a:rect l="l" t="t" r="r" b="b"/>
            <a:pathLst>
              <a:path w="33654" h="78104">
                <a:moveTo>
                  <a:pt x="33528" y="0"/>
                </a:moveTo>
                <a:lnTo>
                  <a:pt x="21653" y="0"/>
                </a:lnTo>
                <a:lnTo>
                  <a:pt x="19989" y="4711"/>
                </a:lnTo>
                <a:lnTo>
                  <a:pt x="16916" y="8839"/>
                </a:lnTo>
                <a:lnTo>
                  <a:pt x="7962" y="15925"/>
                </a:lnTo>
                <a:lnTo>
                  <a:pt x="3822" y="18326"/>
                </a:lnTo>
                <a:lnTo>
                  <a:pt x="0" y="19583"/>
                </a:lnTo>
                <a:lnTo>
                  <a:pt x="0" y="33058"/>
                </a:lnTo>
                <a:lnTo>
                  <a:pt x="7251" y="30619"/>
                </a:lnTo>
                <a:lnTo>
                  <a:pt x="13550" y="26873"/>
                </a:lnTo>
                <a:lnTo>
                  <a:pt x="18897" y="21805"/>
                </a:lnTo>
                <a:lnTo>
                  <a:pt x="18897" y="77723"/>
                </a:lnTo>
                <a:lnTo>
                  <a:pt x="33528" y="77723"/>
                </a:lnTo>
                <a:lnTo>
                  <a:pt x="33528" y="0"/>
                </a:lnTo>
                <a:close/>
              </a:path>
            </a:pathLst>
          </a:custGeom>
          <a:solidFill>
            <a:srgbClr val="4264DE">
              <a:alpha val="10195"/>
            </a:srgbClr>
          </a:solidFill>
        </p:spPr>
        <p:txBody>
          <a:bodyPr wrap="square" lIns="0" tIns="0" rIns="0" bIns="0" rtlCol="0"/>
          <a:lstStyle/>
          <a:p>
            <a:endParaRPr/>
          </a:p>
        </p:txBody>
      </p:sp>
      <p:sp>
        <p:nvSpPr>
          <p:cNvPr id="327" name="object 327"/>
          <p:cNvSpPr/>
          <p:nvPr/>
        </p:nvSpPr>
        <p:spPr>
          <a:xfrm>
            <a:off x="464819" y="6370320"/>
            <a:ext cx="50800" cy="78105"/>
          </a:xfrm>
          <a:custGeom>
            <a:avLst/>
            <a:gdLst/>
            <a:ahLst/>
            <a:cxnLst/>
            <a:rect l="l" t="t" r="r" b="b"/>
            <a:pathLst>
              <a:path w="50800" h="78104">
                <a:moveTo>
                  <a:pt x="32651" y="0"/>
                </a:moveTo>
                <a:lnTo>
                  <a:pt x="17640" y="0"/>
                </a:lnTo>
                <a:lnTo>
                  <a:pt x="11798" y="2590"/>
                </a:lnTo>
                <a:lnTo>
                  <a:pt x="0" y="38734"/>
                </a:lnTo>
                <a:lnTo>
                  <a:pt x="444" y="48929"/>
                </a:lnTo>
                <a:lnTo>
                  <a:pt x="17614" y="77723"/>
                </a:lnTo>
                <a:lnTo>
                  <a:pt x="32651" y="77723"/>
                </a:lnTo>
                <a:lnTo>
                  <a:pt x="38493" y="75133"/>
                </a:lnTo>
                <a:lnTo>
                  <a:pt x="42684" y="69938"/>
                </a:lnTo>
                <a:lnTo>
                  <a:pt x="45303" y="65620"/>
                </a:lnTo>
                <a:lnTo>
                  <a:pt x="23355" y="65620"/>
                </a:lnTo>
                <a:lnTo>
                  <a:pt x="21739" y="65062"/>
                </a:lnTo>
                <a:lnTo>
                  <a:pt x="18973" y="62852"/>
                </a:lnTo>
                <a:lnTo>
                  <a:pt x="17818" y="60629"/>
                </a:lnTo>
                <a:lnTo>
                  <a:pt x="15989" y="53949"/>
                </a:lnTo>
                <a:lnTo>
                  <a:pt x="15615" y="48929"/>
                </a:lnTo>
                <a:lnTo>
                  <a:pt x="15629" y="28735"/>
                </a:lnTo>
                <a:lnTo>
                  <a:pt x="23355" y="12103"/>
                </a:lnTo>
                <a:lnTo>
                  <a:pt x="45297" y="12103"/>
                </a:lnTo>
                <a:lnTo>
                  <a:pt x="42735" y="7886"/>
                </a:lnTo>
                <a:lnTo>
                  <a:pt x="38506" y="2628"/>
                </a:lnTo>
                <a:lnTo>
                  <a:pt x="32651" y="0"/>
                </a:lnTo>
                <a:close/>
              </a:path>
              <a:path w="50800" h="78104">
                <a:moveTo>
                  <a:pt x="45297" y="12103"/>
                </a:moveTo>
                <a:lnTo>
                  <a:pt x="26936" y="12103"/>
                </a:lnTo>
                <a:lnTo>
                  <a:pt x="28536" y="12661"/>
                </a:lnTo>
                <a:lnTo>
                  <a:pt x="31318" y="14909"/>
                </a:lnTo>
                <a:lnTo>
                  <a:pt x="32473" y="17144"/>
                </a:lnTo>
                <a:lnTo>
                  <a:pt x="34302" y="23825"/>
                </a:lnTo>
                <a:lnTo>
                  <a:pt x="34668" y="28735"/>
                </a:lnTo>
                <a:lnTo>
                  <a:pt x="34670" y="48929"/>
                </a:lnTo>
                <a:lnTo>
                  <a:pt x="34251" y="54152"/>
                </a:lnTo>
                <a:lnTo>
                  <a:pt x="33223" y="57886"/>
                </a:lnTo>
                <a:lnTo>
                  <a:pt x="32448" y="60794"/>
                </a:lnTo>
                <a:lnTo>
                  <a:pt x="31356" y="62814"/>
                </a:lnTo>
                <a:lnTo>
                  <a:pt x="28549" y="65062"/>
                </a:lnTo>
                <a:lnTo>
                  <a:pt x="26936" y="65620"/>
                </a:lnTo>
                <a:lnTo>
                  <a:pt x="45303" y="65620"/>
                </a:lnTo>
                <a:lnTo>
                  <a:pt x="46011" y="64454"/>
                </a:lnTo>
                <a:lnTo>
                  <a:pt x="48388" y="57451"/>
                </a:lnTo>
                <a:lnTo>
                  <a:pt x="49815" y="48929"/>
                </a:lnTo>
                <a:lnTo>
                  <a:pt x="50292" y="38887"/>
                </a:lnTo>
                <a:lnTo>
                  <a:pt x="49804" y="28735"/>
                </a:lnTo>
                <a:lnTo>
                  <a:pt x="48382" y="20245"/>
                </a:lnTo>
                <a:lnTo>
                  <a:pt x="46043" y="13330"/>
                </a:lnTo>
                <a:lnTo>
                  <a:pt x="45297" y="12103"/>
                </a:lnTo>
                <a:close/>
              </a:path>
            </a:pathLst>
          </a:custGeom>
          <a:solidFill>
            <a:srgbClr val="4264DE">
              <a:alpha val="10195"/>
            </a:srgbClr>
          </a:solidFill>
        </p:spPr>
        <p:txBody>
          <a:bodyPr wrap="square" lIns="0" tIns="0" rIns="0" bIns="0" rtlCol="0"/>
          <a:lstStyle/>
          <a:p>
            <a:endParaRPr/>
          </a:p>
        </p:txBody>
      </p:sp>
      <p:sp>
        <p:nvSpPr>
          <p:cNvPr id="328" name="object 328"/>
          <p:cNvSpPr/>
          <p:nvPr/>
        </p:nvSpPr>
        <p:spPr>
          <a:xfrm>
            <a:off x="646176" y="6370320"/>
            <a:ext cx="33655" cy="78105"/>
          </a:xfrm>
          <a:custGeom>
            <a:avLst/>
            <a:gdLst/>
            <a:ahLst/>
            <a:cxnLst/>
            <a:rect l="l" t="t" r="r" b="b"/>
            <a:pathLst>
              <a:path w="33654" h="78104">
                <a:moveTo>
                  <a:pt x="33528" y="0"/>
                </a:moveTo>
                <a:lnTo>
                  <a:pt x="21653" y="0"/>
                </a:lnTo>
                <a:lnTo>
                  <a:pt x="19989" y="4711"/>
                </a:lnTo>
                <a:lnTo>
                  <a:pt x="16916" y="8839"/>
                </a:lnTo>
                <a:lnTo>
                  <a:pt x="7962" y="15925"/>
                </a:lnTo>
                <a:lnTo>
                  <a:pt x="3822" y="18326"/>
                </a:lnTo>
                <a:lnTo>
                  <a:pt x="0" y="19583"/>
                </a:lnTo>
                <a:lnTo>
                  <a:pt x="0" y="33058"/>
                </a:lnTo>
                <a:lnTo>
                  <a:pt x="7251" y="30619"/>
                </a:lnTo>
                <a:lnTo>
                  <a:pt x="13550" y="26873"/>
                </a:lnTo>
                <a:lnTo>
                  <a:pt x="18897" y="21805"/>
                </a:lnTo>
                <a:lnTo>
                  <a:pt x="18897" y="77723"/>
                </a:lnTo>
                <a:lnTo>
                  <a:pt x="33528" y="77723"/>
                </a:lnTo>
                <a:lnTo>
                  <a:pt x="33528" y="0"/>
                </a:lnTo>
                <a:close/>
              </a:path>
            </a:pathLst>
          </a:custGeom>
          <a:solidFill>
            <a:srgbClr val="4264DE">
              <a:alpha val="10195"/>
            </a:srgbClr>
          </a:solidFill>
        </p:spPr>
        <p:txBody>
          <a:bodyPr wrap="square" lIns="0" tIns="0" rIns="0" bIns="0" rtlCol="0"/>
          <a:lstStyle/>
          <a:p>
            <a:endParaRPr/>
          </a:p>
        </p:txBody>
      </p:sp>
      <p:sp>
        <p:nvSpPr>
          <p:cNvPr id="329" name="object 329"/>
          <p:cNvSpPr/>
          <p:nvPr/>
        </p:nvSpPr>
        <p:spPr>
          <a:xfrm>
            <a:off x="812291" y="6370320"/>
            <a:ext cx="48895" cy="78105"/>
          </a:xfrm>
          <a:custGeom>
            <a:avLst/>
            <a:gdLst/>
            <a:ahLst/>
            <a:cxnLst/>
            <a:rect l="l" t="t" r="r" b="b"/>
            <a:pathLst>
              <a:path w="48894" h="78104">
                <a:moveTo>
                  <a:pt x="31661" y="0"/>
                </a:moveTo>
                <a:lnTo>
                  <a:pt x="17106" y="0"/>
                </a:lnTo>
                <a:lnTo>
                  <a:pt x="11442" y="2590"/>
                </a:lnTo>
                <a:lnTo>
                  <a:pt x="0" y="38734"/>
                </a:lnTo>
                <a:lnTo>
                  <a:pt x="430" y="48929"/>
                </a:lnTo>
                <a:lnTo>
                  <a:pt x="17081" y="77723"/>
                </a:lnTo>
                <a:lnTo>
                  <a:pt x="31661" y="77723"/>
                </a:lnTo>
                <a:lnTo>
                  <a:pt x="37325" y="75133"/>
                </a:lnTo>
                <a:lnTo>
                  <a:pt x="41389" y="69938"/>
                </a:lnTo>
                <a:lnTo>
                  <a:pt x="43929" y="65620"/>
                </a:lnTo>
                <a:lnTo>
                  <a:pt x="22644" y="65620"/>
                </a:lnTo>
                <a:lnTo>
                  <a:pt x="21079" y="65062"/>
                </a:lnTo>
                <a:lnTo>
                  <a:pt x="18402" y="62852"/>
                </a:lnTo>
                <a:lnTo>
                  <a:pt x="17284" y="60629"/>
                </a:lnTo>
                <a:lnTo>
                  <a:pt x="15506" y="53949"/>
                </a:lnTo>
                <a:lnTo>
                  <a:pt x="15142" y="48929"/>
                </a:lnTo>
                <a:lnTo>
                  <a:pt x="15157" y="28735"/>
                </a:lnTo>
                <a:lnTo>
                  <a:pt x="22644" y="12103"/>
                </a:lnTo>
                <a:lnTo>
                  <a:pt x="43924" y="12103"/>
                </a:lnTo>
                <a:lnTo>
                  <a:pt x="41440" y="7886"/>
                </a:lnTo>
                <a:lnTo>
                  <a:pt x="37338" y="2628"/>
                </a:lnTo>
                <a:lnTo>
                  <a:pt x="31661" y="0"/>
                </a:lnTo>
                <a:close/>
              </a:path>
              <a:path w="48894" h="78104">
                <a:moveTo>
                  <a:pt x="43924" y="12103"/>
                </a:moveTo>
                <a:lnTo>
                  <a:pt x="26123" y="12103"/>
                </a:lnTo>
                <a:lnTo>
                  <a:pt x="27673" y="12661"/>
                </a:lnTo>
                <a:lnTo>
                  <a:pt x="30365" y="14909"/>
                </a:lnTo>
                <a:lnTo>
                  <a:pt x="31483" y="17144"/>
                </a:lnTo>
                <a:lnTo>
                  <a:pt x="33261" y="23825"/>
                </a:lnTo>
                <a:lnTo>
                  <a:pt x="33617" y="28735"/>
                </a:lnTo>
                <a:lnTo>
                  <a:pt x="33618" y="48929"/>
                </a:lnTo>
                <a:lnTo>
                  <a:pt x="33210" y="54152"/>
                </a:lnTo>
                <a:lnTo>
                  <a:pt x="31470" y="60794"/>
                </a:lnTo>
                <a:lnTo>
                  <a:pt x="30416" y="62814"/>
                </a:lnTo>
                <a:lnTo>
                  <a:pt x="27638" y="65074"/>
                </a:lnTo>
                <a:lnTo>
                  <a:pt x="26123" y="65620"/>
                </a:lnTo>
                <a:lnTo>
                  <a:pt x="43929" y="65620"/>
                </a:lnTo>
                <a:lnTo>
                  <a:pt x="44615" y="64454"/>
                </a:lnTo>
                <a:lnTo>
                  <a:pt x="46921" y="57451"/>
                </a:lnTo>
                <a:lnTo>
                  <a:pt x="48306" y="48929"/>
                </a:lnTo>
                <a:lnTo>
                  <a:pt x="48767" y="38887"/>
                </a:lnTo>
                <a:lnTo>
                  <a:pt x="48295" y="28735"/>
                </a:lnTo>
                <a:lnTo>
                  <a:pt x="46916" y="20245"/>
                </a:lnTo>
                <a:lnTo>
                  <a:pt x="44647" y="13330"/>
                </a:lnTo>
                <a:lnTo>
                  <a:pt x="43924" y="12103"/>
                </a:lnTo>
                <a:close/>
              </a:path>
            </a:pathLst>
          </a:custGeom>
          <a:solidFill>
            <a:srgbClr val="4264DE">
              <a:alpha val="10195"/>
            </a:srgbClr>
          </a:solidFill>
        </p:spPr>
        <p:txBody>
          <a:bodyPr wrap="square" lIns="0" tIns="0" rIns="0" bIns="0" rtlCol="0"/>
          <a:lstStyle/>
          <a:p>
            <a:endParaRPr/>
          </a:p>
        </p:txBody>
      </p:sp>
      <p:sp>
        <p:nvSpPr>
          <p:cNvPr id="330" name="object 330"/>
          <p:cNvSpPr/>
          <p:nvPr/>
        </p:nvSpPr>
        <p:spPr>
          <a:xfrm>
            <a:off x="993647" y="6370320"/>
            <a:ext cx="33655" cy="78105"/>
          </a:xfrm>
          <a:custGeom>
            <a:avLst/>
            <a:gdLst/>
            <a:ahLst/>
            <a:cxnLst/>
            <a:rect l="l" t="t" r="r" b="b"/>
            <a:pathLst>
              <a:path w="33655" h="78104">
                <a:moveTo>
                  <a:pt x="33528" y="0"/>
                </a:moveTo>
                <a:lnTo>
                  <a:pt x="21653" y="0"/>
                </a:lnTo>
                <a:lnTo>
                  <a:pt x="19989" y="4711"/>
                </a:lnTo>
                <a:lnTo>
                  <a:pt x="16916" y="8839"/>
                </a:lnTo>
                <a:lnTo>
                  <a:pt x="7962" y="15925"/>
                </a:lnTo>
                <a:lnTo>
                  <a:pt x="3822" y="18326"/>
                </a:lnTo>
                <a:lnTo>
                  <a:pt x="0" y="19583"/>
                </a:lnTo>
                <a:lnTo>
                  <a:pt x="0" y="33058"/>
                </a:lnTo>
                <a:lnTo>
                  <a:pt x="7251" y="30619"/>
                </a:lnTo>
                <a:lnTo>
                  <a:pt x="13550" y="26873"/>
                </a:lnTo>
                <a:lnTo>
                  <a:pt x="18897" y="21805"/>
                </a:lnTo>
                <a:lnTo>
                  <a:pt x="18897" y="77723"/>
                </a:lnTo>
                <a:lnTo>
                  <a:pt x="33528" y="77723"/>
                </a:lnTo>
                <a:lnTo>
                  <a:pt x="33528" y="0"/>
                </a:lnTo>
                <a:close/>
              </a:path>
            </a:pathLst>
          </a:custGeom>
          <a:solidFill>
            <a:srgbClr val="4264DE">
              <a:alpha val="10195"/>
            </a:srgbClr>
          </a:solidFill>
        </p:spPr>
        <p:txBody>
          <a:bodyPr wrap="square" lIns="0" tIns="0" rIns="0" bIns="0" rtlCol="0"/>
          <a:lstStyle/>
          <a:p>
            <a:endParaRPr/>
          </a:p>
        </p:txBody>
      </p:sp>
      <p:sp>
        <p:nvSpPr>
          <p:cNvPr id="331" name="object 331"/>
          <p:cNvSpPr/>
          <p:nvPr/>
        </p:nvSpPr>
        <p:spPr>
          <a:xfrm>
            <a:off x="1158239" y="6370320"/>
            <a:ext cx="50800" cy="78105"/>
          </a:xfrm>
          <a:custGeom>
            <a:avLst/>
            <a:gdLst/>
            <a:ahLst/>
            <a:cxnLst/>
            <a:rect l="l" t="t" r="r" b="b"/>
            <a:pathLst>
              <a:path w="50800" h="78104">
                <a:moveTo>
                  <a:pt x="32651" y="0"/>
                </a:moveTo>
                <a:lnTo>
                  <a:pt x="17640" y="0"/>
                </a:lnTo>
                <a:lnTo>
                  <a:pt x="11798" y="2590"/>
                </a:lnTo>
                <a:lnTo>
                  <a:pt x="0" y="38734"/>
                </a:lnTo>
                <a:lnTo>
                  <a:pt x="444" y="48929"/>
                </a:lnTo>
                <a:lnTo>
                  <a:pt x="17614" y="77723"/>
                </a:lnTo>
                <a:lnTo>
                  <a:pt x="32651" y="77723"/>
                </a:lnTo>
                <a:lnTo>
                  <a:pt x="38493" y="75133"/>
                </a:lnTo>
                <a:lnTo>
                  <a:pt x="42684" y="69938"/>
                </a:lnTo>
                <a:lnTo>
                  <a:pt x="45303" y="65620"/>
                </a:lnTo>
                <a:lnTo>
                  <a:pt x="23355" y="65620"/>
                </a:lnTo>
                <a:lnTo>
                  <a:pt x="21739" y="65062"/>
                </a:lnTo>
                <a:lnTo>
                  <a:pt x="18973" y="62852"/>
                </a:lnTo>
                <a:lnTo>
                  <a:pt x="17818" y="60629"/>
                </a:lnTo>
                <a:lnTo>
                  <a:pt x="15989" y="53949"/>
                </a:lnTo>
                <a:lnTo>
                  <a:pt x="15615" y="48929"/>
                </a:lnTo>
                <a:lnTo>
                  <a:pt x="15629" y="28735"/>
                </a:lnTo>
                <a:lnTo>
                  <a:pt x="23355" y="12103"/>
                </a:lnTo>
                <a:lnTo>
                  <a:pt x="45297" y="12103"/>
                </a:lnTo>
                <a:lnTo>
                  <a:pt x="42735" y="7886"/>
                </a:lnTo>
                <a:lnTo>
                  <a:pt x="38506" y="2628"/>
                </a:lnTo>
                <a:lnTo>
                  <a:pt x="32651" y="0"/>
                </a:lnTo>
                <a:close/>
              </a:path>
              <a:path w="50800" h="78104">
                <a:moveTo>
                  <a:pt x="45297" y="12103"/>
                </a:moveTo>
                <a:lnTo>
                  <a:pt x="26936" y="12103"/>
                </a:lnTo>
                <a:lnTo>
                  <a:pt x="28536" y="12661"/>
                </a:lnTo>
                <a:lnTo>
                  <a:pt x="31318" y="14909"/>
                </a:lnTo>
                <a:lnTo>
                  <a:pt x="32473" y="17144"/>
                </a:lnTo>
                <a:lnTo>
                  <a:pt x="34302" y="23825"/>
                </a:lnTo>
                <a:lnTo>
                  <a:pt x="34668" y="28735"/>
                </a:lnTo>
                <a:lnTo>
                  <a:pt x="34670" y="48929"/>
                </a:lnTo>
                <a:lnTo>
                  <a:pt x="34251" y="54152"/>
                </a:lnTo>
                <a:lnTo>
                  <a:pt x="33223" y="57886"/>
                </a:lnTo>
                <a:lnTo>
                  <a:pt x="32448" y="60794"/>
                </a:lnTo>
                <a:lnTo>
                  <a:pt x="31356" y="62814"/>
                </a:lnTo>
                <a:lnTo>
                  <a:pt x="28549" y="65062"/>
                </a:lnTo>
                <a:lnTo>
                  <a:pt x="26936" y="65620"/>
                </a:lnTo>
                <a:lnTo>
                  <a:pt x="45303" y="65620"/>
                </a:lnTo>
                <a:lnTo>
                  <a:pt x="46011" y="64454"/>
                </a:lnTo>
                <a:lnTo>
                  <a:pt x="48388" y="57451"/>
                </a:lnTo>
                <a:lnTo>
                  <a:pt x="49815" y="48929"/>
                </a:lnTo>
                <a:lnTo>
                  <a:pt x="50291" y="38887"/>
                </a:lnTo>
                <a:lnTo>
                  <a:pt x="49804" y="28735"/>
                </a:lnTo>
                <a:lnTo>
                  <a:pt x="48382" y="20245"/>
                </a:lnTo>
                <a:lnTo>
                  <a:pt x="46043" y="13330"/>
                </a:lnTo>
                <a:lnTo>
                  <a:pt x="45297" y="12103"/>
                </a:lnTo>
                <a:close/>
              </a:path>
            </a:pathLst>
          </a:custGeom>
          <a:solidFill>
            <a:srgbClr val="4264DE">
              <a:alpha val="10195"/>
            </a:srgbClr>
          </a:solidFill>
        </p:spPr>
        <p:txBody>
          <a:bodyPr wrap="square" lIns="0" tIns="0" rIns="0" bIns="0" rtlCol="0"/>
          <a:lstStyle/>
          <a:p>
            <a:endParaRPr/>
          </a:p>
        </p:txBody>
      </p:sp>
      <p:sp>
        <p:nvSpPr>
          <p:cNvPr id="332" name="object 332"/>
          <p:cNvSpPr/>
          <p:nvPr/>
        </p:nvSpPr>
        <p:spPr>
          <a:xfrm>
            <a:off x="1339596" y="6370320"/>
            <a:ext cx="33655" cy="78105"/>
          </a:xfrm>
          <a:custGeom>
            <a:avLst/>
            <a:gdLst/>
            <a:ahLst/>
            <a:cxnLst/>
            <a:rect l="l" t="t" r="r" b="b"/>
            <a:pathLst>
              <a:path w="33655" h="78104">
                <a:moveTo>
                  <a:pt x="33528" y="0"/>
                </a:moveTo>
                <a:lnTo>
                  <a:pt x="21716" y="0"/>
                </a:lnTo>
                <a:lnTo>
                  <a:pt x="19938" y="4711"/>
                </a:lnTo>
                <a:lnTo>
                  <a:pt x="16890" y="8839"/>
                </a:lnTo>
                <a:lnTo>
                  <a:pt x="8000" y="15925"/>
                </a:lnTo>
                <a:lnTo>
                  <a:pt x="3809" y="18326"/>
                </a:lnTo>
                <a:lnTo>
                  <a:pt x="0" y="19583"/>
                </a:lnTo>
                <a:lnTo>
                  <a:pt x="0" y="33058"/>
                </a:lnTo>
                <a:lnTo>
                  <a:pt x="7238" y="30619"/>
                </a:lnTo>
                <a:lnTo>
                  <a:pt x="13588" y="26873"/>
                </a:lnTo>
                <a:lnTo>
                  <a:pt x="18922" y="21805"/>
                </a:lnTo>
                <a:lnTo>
                  <a:pt x="18922" y="77723"/>
                </a:lnTo>
                <a:lnTo>
                  <a:pt x="33528" y="77723"/>
                </a:lnTo>
                <a:lnTo>
                  <a:pt x="33528" y="0"/>
                </a:lnTo>
                <a:close/>
              </a:path>
            </a:pathLst>
          </a:custGeom>
          <a:solidFill>
            <a:srgbClr val="4264DE">
              <a:alpha val="10195"/>
            </a:srgbClr>
          </a:solidFill>
        </p:spPr>
        <p:txBody>
          <a:bodyPr wrap="square" lIns="0" tIns="0" rIns="0" bIns="0" rtlCol="0"/>
          <a:lstStyle/>
          <a:p>
            <a:endParaRPr/>
          </a:p>
        </p:txBody>
      </p:sp>
      <p:sp>
        <p:nvSpPr>
          <p:cNvPr id="333" name="object 333"/>
          <p:cNvSpPr/>
          <p:nvPr/>
        </p:nvSpPr>
        <p:spPr>
          <a:xfrm>
            <a:off x="1505711" y="6370320"/>
            <a:ext cx="48895" cy="78105"/>
          </a:xfrm>
          <a:custGeom>
            <a:avLst/>
            <a:gdLst/>
            <a:ahLst/>
            <a:cxnLst/>
            <a:rect l="l" t="t" r="r" b="b"/>
            <a:pathLst>
              <a:path w="48894" h="78104">
                <a:moveTo>
                  <a:pt x="31622" y="0"/>
                </a:moveTo>
                <a:lnTo>
                  <a:pt x="17144" y="0"/>
                </a:lnTo>
                <a:lnTo>
                  <a:pt x="11429" y="2590"/>
                </a:lnTo>
                <a:lnTo>
                  <a:pt x="0" y="38734"/>
                </a:lnTo>
                <a:lnTo>
                  <a:pt x="438" y="48929"/>
                </a:lnTo>
                <a:lnTo>
                  <a:pt x="17018" y="77723"/>
                </a:lnTo>
                <a:lnTo>
                  <a:pt x="31622" y="77723"/>
                </a:lnTo>
                <a:lnTo>
                  <a:pt x="37337" y="75133"/>
                </a:lnTo>
                <a:lnTo>
                  <a:pt x="41401" y="69938"/>
                </a:lnTo>
                <a:lnTo>
                  <a:pt x="43953" y="65620"/>
                </a:lnTo>
                <a:lnTo>
                  <a:pt x="22606" y="65620"/>
                </a:lnTo>
                <a:lnTo>
                  <a:pt x="21065" y="65062"/>
                </a:lnTo>
                <a:lnTo>
                  <a:pt x="15182" y="48929"/>
                </a:lnTo>
                <a:lnTo>
                  <a:pt x="15186" y="28735"/>
                </a:lnTo>
                <a:lnTo>
                  <a:pt x="22606" y="12103"/>
                </a:lnTo>
                <a:lnTo>
                  <a:pt x="43911" y="12103"/>
                </a:lnTo>
                <a:lnTo>
                  <a:pt x="41401" y="7886"/>
                </a:lnTo>
                <a:lnTo>
                  <a:pt x="37337" y="2628"/>
                </a:lnTo>
                <a:lnTo>
                  <a:pt x="31622" y="0"/>
                </a:lnTo>
                <a:close/>
              </a:path>
              <a:path w="48894" h="78104">
                <a:moveTo>
                  <a:pt x="43911" y="12103"/>
                </a:moveTo>
                <a:lnTo>
                  <a:pt x="26162" y="12103"/>
                </a:lnTo>
                <a:lnTo>
                  <a:pt x="27685" y="12661"/>
                </a:lnTo>
                <a:lnTo>
                  <a:pt x="29082" y="13779"/>
                </a:lnTo>
                <a:lnTo>
                  <a:pt x="33588" y="48929"/>
                </a:lnTo>
                <a:lnTo>
                  <a:pt x="33274" y="54152"/>
                </a:lnTo>
                <a:lnTo>
                  <a:pt x="32257" y="57886"/>
                </a:lnTo>
                <a:lnTo>
                  <a:pt x="31496" y="60794"/>
                </a:lnTo>
                <a:lnTo>
                  <a:pt x="30353" y="62814"/>
                </a:lnTo>
                <a:lnTo>
                  <a:pt x="29051" y="63969"/>
                </a:lnTo>
                <a:lnTo>
                  <a:pt x="27651" y="65074"/>
                </a:lnTo>
                <a:lnTo>
                  <a:pt x="26162" y="65620"/>
                </a:lnTo>
                <a:lnTo>
                  <a:pt x="43953" y="65620"/>
                </a:lnTo>
                <a:lnTo>
                  <a:pt x="44642" y="64454"/>
                </a:lnTo>
                <a:lnTo>
                  <a:pt x="46942" y="57451"/>
                </a:lnTo>
                <a:lnTo>
                  <a:pt x="48313" y="48929"/>
                </a:lnTo>
                <a:lnTo>
                  <a:pt x="48768"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334" name="object 334"/>
          <p:cNvSpPr/>
          <p:nvPr/>
        </p:nvSpPr>
        <p:spPr>
          <a:xfrm>
            <a:off x="1687067" y="6370320"/>
            <a:ext cx="33655" cy="78105"/>
          </a:xfrm>
          <a:custGeom>
            <a:avLst/>
            <a:gdLst/>
            <a:ahLst/>
            <a:cxnLst/>
            <a:rect l="l" t="t" r="r" b="b"/>
            <a:pathLst>
              <a:path w="33655" h="78104">
                <a:moveTo>
                  <a:pt x="33527" y="0"/>
                </a:moveTo>
                <a:lnTo>
                  <a:pt x="21717" y="0"/>
                </a:lnTo>
                <a:lnTo>
                  <a:pt x="19938" y="4711"/>
                </a:lnTo>
                <a:lnTo>
                  <a:pt x="16890" y="8839"/>
                </a:lnTo>
                <a:lnTo>
                  <a:pt x="8000" y="15925"/>
                </a:lnTo>
                <a:lnTo>
                  <a:pt x="3809" y="18326"/>
                </a:lnTo>
                <a:lnTo>
                  <a:pt x="0" y="19583"/>
                </a:lnTo>
                <a:lnTo>
                  <a:pt x="0" y="33058"/>
                </a:lnTo>
                <a:lnTo>
                  <a:pt x="7238" y="30619"/>
                </a:lnTo>
                <a:lnTo>
                  <a:pt x="13588" y="26873"/>
                </a:lnTo>
                <a:lnTo>
                  <a:pt x="18923" y="21805"/>
                </a:lnTo>
                <a:lnTo>
                  <a:pt x="18923" y="77723"/>
                </a:lnTo>
                <a:lnTo>
                  <a:pt x="33527" y="77723"/>
                </a:lnTo>
                <a:lnTo>
                  <a:pt x="33527" y="0"/>
                </a:lnTo>
                <a:close/>
              </a:path>
            </a:pathLst>
          </a:custGeom>
          <a:solidFill>
            <a:srgbClr val="4264DE">
              <a:alpha val="10195"/>
            </a:srgbClr>
          </a:solidFill>
        </p:spPr>
        <p:txBody>
          <a:bodyPr wrap="square" lIns="0" tIns="0" rIns="0" bIns="0" rtlCol="0"/>
          <a:lstStyle/>
          <a:p>
            <a:endParaRPr/>
          </a:p>
        </p:txBody>
      </p:sp>
      <p:sp>
        <p:nvSpPr>
          <p:cNvPr id="335" name="object 335"/>
          <p:cNvSpPr/>
          <p:nvPr/>
        </p:nvSpPr>
        <p:spPr>
          <a:xfrm>
            <a:off x="1851660" y="6370320"/>
            <a:ext cx="50800" cy="78105"/>
          </a:xfrm>
          <a:custGeom>
            <a:avLst/>
            <a:gdLst/>
            <a:ahLst/>
            <a:cxnLst/>
            <a:rect l="l" t="t" r="r" b="b"/>
            <a:pathLst>
              <a:path w="50800" h="78104">
                <a:moveTo>
                  <a:pt x="32638" y="0"/>
                </a:moveTo>
                <a:lnTo>
                  <a:pt x="17652" y="0"/>
                </a:lnTo>
                <a:lnTo>
                  <a:pt x="11810" y="2590"/>
                </a:lnTo>
                <a:lnTo>
                  <a:pt x="0" y="38734"/>
                </a:lnTo>
                <a:lnTo>
                  <a:pt x="440" y="48929"/>
                </a:lnTo>
                <a:lnTo>
                  <a:pt x="17652" y="77723"/>
                </a:lnTo>
                <a:lnTo>
                  <a:pt x="32638" y="77723"/>
                </a:lnTo>
                <a:lnTo>
                  <a:pt x="38481" y="75133"/>
                </a:lnTo>
                <a:lnTo>
                  <a:pt x="42671" y="69938"/>
                </a:lnTo>
                <a:lnTo>
                  <a:pt x="45296" y="65620"/>
                </a:lnTo>
                <a:lnTo>
                  <a:pt x="23367" y="65620"/>
                </a:lnTo>
                <a:lnTo>
                  <a:pt x="21701" y="65062"/>
                </a:lnTo>
                <a:lnTo>
                  <a:pt x="18922" y="62852"/>
                </a:lnTo>
                <a:lnTo>
                  <a:pt x="17779" y="60629"/>
                </a:lnTo>
                <a:lnTo>
                  <a:pt x="16001" y="53949"/>
                </a:lnTo>
                <a:lnTo>
                  <a:pt x="15586" y="48929"/>
                </a:lnTo>
                <a:lnTo>
                  <a:pt x="15591" y="28735"/>
                </a:lnTo>
                <a:lnTo>
                  <a:pt x="23367" y="12103"/>
                </a:lnTo>
                <a:lnTo>
                  <a:pt x="45324" y="12103"/>
                </a:lnTo>
                <a:lnTo>
                  <a:pt x="42798" y="7886"/>
                </a:lnTo>
                <a:lnTo>
                  <a:pt x="38481" y="2628"/>
                </a:lnTo>
                <a:lnTo>
                  <a:pt x="32638" y="0"/>
                </a:lnTo>
                <a:close/>
              </a:path>
              <a:path w="50800" h="78104">
                <a:moveTo>
                  <a:pt x="45324" y="12103"/>
                </a:moveTo>
                <a:lnTo>
                  <a:pt x="26923" y="12103"/>
                </a:lnTo>
                <a:lnTo>
                  <a:pt x="28575" y="12661"/>
                </a:lnTo>
                <a:lnTo>
                  <a:pt x="31368" y="14909"/>
                </a:lnTo>
                <a:lnTo>
                  <a:pt x="32512" y="17144"/>
                </a:lnTo>
                <a:lnTo>
                  <a:pt x="34289" y="23825"/>
                </a:lnTo>
                <a:lnTo>
                  <a:pt x="34696" y="28735"/>
                </a:lnTo>
                <a:lnTo>
                  <a:pt x="34708" y="48929"/>
                </a:lnTo>
                <a:lnTo>
                  <a:pt x="34289" y="54152"/>
                </a:lnTo>
                <a:lnTo>
                  <a:pt x="33273" y="57886"/>
                </a:lnTo>
                <a:lnTo>
                  <a:pt x="32512" y="60794"/>
                </a:lnTo>
                <a:lnTo>
                  <a:pt x="31368" y="62814"/>
                </a:lnTo>
                <a:lnTo>
                  <a:pt x="28575" y="65062"/>
                </a:lnTo>
                <a:lnTo>
                  <a:pt x="26923" y="65620"/>
                </a:lnTo>
                <a:lnTo>
                  <a:pt x="45296" y="65620"/>
                </a:lnTo>
                <a:lnTo>
                  <a:pt x="46005" y="64454"/>
                </a:lnTo>
                <a:lnTo>
                  <a:pt x="48387" y="57451"/>
                </a:lnTo>
                <a:lnTo>
                  <a:pt x="49815" y="48929"/>
                </a:lnTo>
                <a:lnTo>
                  <a:pt x="50291"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336" name="object 336"/>
          <p:cNvSpPr/>
          <p:nvPr/>
        </p:nvSpPr>
        <p:spPr>
          <a:xfrm>
            <a:off x="2033016" y="6370320"/>
            <a:ext cx="33655" cy="78105"/>
          </a:xfrm>
          <a:custGeom>
            <a:avLst/>
            <a:gdLst/>
            <a:ahLst/>
            <a:cxnLst/>
            <a:rect l="l" t="t" r="r" b="b"/>
            <a:pathLst>
              <a:path w="33655" h="78104">
                <a:moveTo>
                  <a:pt x="33527" y="0"/>
                </a:moveTo>
                <a:lnTo>
                  <a:pt x="21716" y="0"/>
                </a:lnTo>
                <a:lnTo>
                  <a:pt x="19938" y="4711"/>
                </a:lnTo>
                <a:lnTo>
                  <a:pt x="16890" y="8839"/>
                </a:lnTo>
                <a:lnTo>
                  <a:pt x="8000" y="15925"/>
                </a:lnTo>
                <a:lnTo>
                  <a:pt x="3809" y="18326"/>
                </a:lnTo>
                <a:lnTo>
                  <a:pt x="0" y="19583"/>
                </a:lnTo>
                <a:lnTo>
                  <a:pt x="0" y="33058"/>
                </a:lnTo>
                <a:lnTo>
                  <a:pt x="7238" y="30619"/>
                </a:lnTo>
                <a:lnTo>
                  <a:pt x="13588" y="26873"/>
                </a:lnTo>
                <a:lnTo>
                  <a:pt x="18922" y="21805"/>
                </a:lnTo>
                <a:lnTo>
                  <a:pt x="18922" y="77723"/>
                </a:lnTo>
                <a:lnTo>
                  <a:pt x="33527" y="77723"/>
                </a:lnTo>
                <a:lnTo>
                  <a:pt x="33527" y="0"/>
                </a:lnTo>
                <a:close/>
              </a:path>
            </a:pathLst>
          </a:custGeom>
          <a:solidFill>
            <a:srgbClr val="4264DE">
              <a:alpha val="10195"/>
            </a:srgbClr>
          </a:solidFill>
        </p:spPr>
        <p:txBody>
          <a:bodyPr wrap="square" lIns="0" tIns="0" rIns="0" bIns="0" rtlCol="0"/>
          <a:lstStyle/>
          <a:p>
            <a:endParaRPr/>
          </a:p>
        </p:txBody>
      </p:sp>
      <p:sp>
        <p:nvSpPr>
          <p:cNvPr id="337" name="object 337"/>
          <p:cNvSpPr/>
          <p:nvPr/>
        </p:nvSpPr>
        <p:spPr>
          <a:xfrm>
            <a:off x="2199132" y="6370320"/>
            <a:ext cx="48895" cy="78105"/>
          </a:xfrm>
          <a:custGeom>
            <a:avLst/>
            <a:gdLst/>
            <a:ahLst/>
            <a:cxnLst/>
            <a:rect l="l" t="t" r="r" b="b"/>
            <a:pathLst>
              <a:path w="48894" h="78104">
                <a:moveTo>
                  <a:pt x="31623" y="0"/>
                </a:moveTo>
                <a:lnTo>
                  <a:pt x="17144" y="0"/>
                </a:lnTo>
                <a:lnTo>
                  <a:pt x="11430" y="2590"/>
                </a:lnTo>
                <a:lnTo>
                  <a:pt x="0" y="38734"/>
                </a:lnTo>
                <a:lnTo>
                  <a:pt x="438" y="48929"/>
                </a:lnTo>
                <a:lnTo>
                  <a:pt x="17018" y="77723"/>
                </a:lnTo>
                <a:lnTo>
                  <a:pt x="31623" y="77723"/>
                </a:lnTo>
                <a:lnTo>
                  <a:pt x="37337" y="75133"/>
                </a:lnTo>
                <a:lnTo>
                  <a:pt x="41401" y="69938"/>
                </a:lnTo>
                <a:lnTo>
                  <a:pt x="43953" y="65620"/>
                </a:lnTo>
                <a:lnTo>
                  <a:pt x="22606" y="65620"/>
                </a:lnTo>
                <a:lnTo>
                  <a:pt x="21065" y="65062"/>
                </a:lnTo>
                <a:lnTo>
                  <a:pt x="15182" y="48929"/>
                </a:lnTo>
                <a:lnTo>
                  <a:pt x="15186" y="28735"/>
                </a:lnTo>
                <a:lnTo>
                  <a:pt x="22606" y="12103"/>
                </a:lnTo>
                <a:lnTo>
                  <a:pt x="43911" y="12103"/>
                </a:lnTo>
                <a:lnTo>
                  <a:pt x="41401" y="7886"/>
                </a:lnTo>
                <a:lnTo>
                  <a:pt x="37337" y="2628"/>
                </a:lnTo>
                <a:lnTo>
                  <a:pt x="31623" y="0"/>
                </a:lnTo>
                <a:close/>
              </a:path>
              <a:path w="48894" h="78104">
                <a:moveTo>
                  <a:pt x="43911" y="12103"/>
                </a:moveTo>
                <a:lnTo>
                  <a:pt x="26162" y="12103"/>
                </a:lnTo>
                <a:lnTo>
                  <a:pt x="27686" y="12661"/>
                </a:lnTo>
                <a:lnTo>
                  <a:pt x="29082" y="13779"/>
                </a:lnTo>
                <a:lnTo>
                  <a:pt x="33588" y="48929"/>
                </a:lnTo>
                <a:lnTo>
                  <a:pt x="33274" y="54152"/>
                </a:lnTo>
                <a:lnTo>
                  <a:pt x="32257" y="57886"/>
                </a:lnTo>
                <a:lnTo>
                  <a:pt x="31495" y="60794"/>
                </a:lnTo>
                <a:lnTo>
                  <a:pt x="30353" y="62814"/>
                </a:lnTo>
                <a:lnTo>
                  <a:pt x="29051" y="63969"/>
                </a:lnTo>
                <a:lnTo>
                  <a:pt x="27651" y="65074"/>
                </a:lnTo>
                <a:lnTo>
                  <a:pt x="26162" y="65620"/>
                </a:lnTo>
                <a:lnTo>
                  <a:pt x="43953" y="65620"/>
                </a:lnTo>
                <a:lnTo>
                  <a:pt x="44642" y="64454"/>
                </a:lnTo>
                <a:lnTo>
                  <a:pt x="46942" y="57451"/>
                </a:lnTo>
                <a:lnTo>
                  <a:pt x="48313" y="48929"/>
                </a:lnTo>
                <a:lnTo>
                  <a:pt x="48768"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338" name="object 338"/>
          <p:cNvSpPr/>
          <p:nvPr/>
        </p:nvSpPr>
        <p:spPr>
          <a:xfrm>
            <a:off x="2380488" y="6370320"/>
            <a:ext cx="33655" cy="78105"/>
          </a:xfrm>
          <a:custGeom>
            <a:avLst/>
            <a:gdLst/>
            <a:ahLst/>
            <a:cxnLst/>
            <a:rect l="l" t="t" r="r" b="b"/>
            <a:pathLst>
              <a:path w="33655" h="78104">
                <a:moveTo>
                  <a:pt x="33528" y="0"/>
                </a:moveTo>
                <a:lnTo>
                  <a:pt x="21717" y="0"/>
                </a:lnTo>
                <a:lnTo>
                  <a:pt x="19938" y="4711"/>
                </a:lnTo>
                <a:lnTo>
                  <a:pt x="16891" y="8839"/>
                </a:lnTo>
                <a:lnTo>
                  <a:pt x="8000" y="15925"/>
                </a:lnTo>
                <a:lnTo>
                  <a:pt x="3810" y="18326"/>
                </a:lnTo>
                <a:lnTo>
                  <a:pt x="0" y="19583"/>
                </a:lnTo>
                <a:lnTo>
                  <a:pt x="0" y="33058"/>
                </a:lnTo>
                <a:lnTo>
                  <a:pt x="7238" y="30619"/>
                </a:lnTo>
                <a:lnTo>
                  <a:pt x="13588" y="26873"/>
                </a:lnTo>
                <a:lnTo>
                  <a:pt x="18923" y="21805"/>
                </a:lnTo>
                <a:lnTo>
                  <a:pt x="18923" y="77723"/>
                </a:lnTo>
                <a:lnTo>
                  <a:pt x="33528" y="77723"/>
                </a:lnTo>
                <a:lnTo>
                  <a:pt x="33528" y="0"/>
                </a:lnTo>
                <a:close/>
              </a:path>
            </a:pathLst>
          </a:custGeom>
          <a:solidFill>
            <a:srgbClr val="4264DE">
              <a:alpha val="10195"/>
            </a:srgbClr>
          </a:solidFill>
        </p:spPr>
        <p:txBody>
          <a:bodyPr wrap="square" lIns="0" tIns="0" rIns="0" bIns="0" rtlCol="0"/>
          <a:lstStyle/>
          <a:p>
            <a:endParaRPr/>
          </a:p>
        </p:txBody>
      </p:sp>
      <p:sp>
        <p:nvSpPr>
          <p:cNvPr id="339" name="object 339"/>
          <p:cNvSpPr/>
          <p:nvPr/>
        </p:nvSpPr>
        <p:spPr>
          <a:xfrm>
            <a:off x="2545079" y="6370320"/>
            <a:ext cx="50800" cy="78105"/>
          </a:xfrm>
          <a:custGeom>
            <a:avLst/>
            <a:gdLst/>
            <a:ahLst/>
            <a:cxnLst/>
            <a:rect l="l" t="t" r="r" b="b"/>
            <a:pathLst>
              <a:path w="50800" h="78104">
                <a:moveTo>
                  <a:pt x="32638" y="0"/>
                </a:moveTo>
                <a:lnTo>
                  <a:pt x="17652" y="0"/>
                </a:lnTo>
                <a:lnTo>
                  <a:pt x="11811" y="2590"/>
                </a:lnTo>
                <a:lnTo>
                  <a:pt x="0" y="38734"/>
                </a:lnTo>
                <a:lnTo>
                  <a:pt x="440" y="48929"/>
                </a:lnTo>
                <a:lnTo>
                  <a:pt x="17652" y="77723"/>
                </a:lnTo>
                <a:lnTo>
                  <a:pt x="32638" y="77723"/>
                </a:lnTo>
                <a:lnTo>
                  <a:pt x="38481" y="75133"/>
                </a:lnTo>
                <a:lnTo>
                  <a:pt x="42671" y="69938"/>
                </a:lnTo>
                <a:lnTo>
                  <a:pt x="45296" y="65620"/>
                </a:lnTo>
                <a:lnTo>
                  <a:pt x="23368" y="65620"/>
                </a:lnTo>
                <a:lnTo>
                  <a:pt x="21701" y="65062"/>
                </a:lnTo>
                <a:lnTo>
                  <a:pt x="18922" y="62852"/>
                </a:lnTo>
                <a:lnTo>
                  <a:pt x="17780" y="60629"/>
                </a:lnTo>
                <a:lnTo>
                  <a:pt x="16001" y="53949"/>
                </a:lnTo>
                <a:lnTo>
                  <a:pt x="15586" y="48929"/>
                </a:lnTo>
                <a:lnTo>
                  <a:pt x="15591" y="28735"/>
                </a:lnTo>
                <a:lnTo>
                  <a:pt x="23368" y="12103"/>
                </a:lnTo>
                <a:lnTo>
                  <a:pt x="45324" y="12103"/>
                </a:lnTo>
                <a:lnTo>
                  <a:pt x="42799" y="7886"/>
                </a:lnTo>
                <a:lnTo>
                  <a:pt x="38481" y="2628"/>
                </a:lnTo>
                <a:lnTo>
                  <a:pt x="32638" y="0"/>
                </a:lnTo>
                <a:close/>
              </a:path>
              <a:path w="50800" h="78104">
                <a:moveTo>
                  <a:pt x="45324" y="12103"/>
                </a:moveTo>
                <a:lnTo>
                  <a:pt x="26924" y="12103"/>
                </a:lnTo>
                <a:lnTo>
                  <a:pt x="28575" y="12661"/>
                </a:lnTo>
                <a:lnTo>
                  <a:pt x="31368" y="14909"/>
                </a:lnTo>
                <a:lnTo>
                  <a:pt x="32512" y="17144"/>
                </a:lnTo>
                <a:lnTo>
                  <a:pt x="34289" y="23825"/>
                </a:lnTo>
                <a:lnTo>
                  <a:pt x="34696" y="28735"/>
                </a:lnTo>
                <a:lnTo>
                  <a:pt x="34708" y="48929"/>
                </a:lnTo>
                <a:lnTo>
                  <a:pt x="34289" y="54152"/>
                </a:lnTo>
                <a:lnTo>
                  <a:pt x="33274" y="57886"/>
                </a:lnTo>
                <a:lnTo>
                  <a:pt x="32512" y="60794"/>
                </a:lnTo>
                <a:lnTo>
                  <a:pt x="31368" y="62814"/>
                </a:lnTo>
                <a:lnTo>
                  <a:pt x="28575" y="65062"/>
                </a:lnTo>
                <a:lnTo>
                  <a:pt x="26924" y="65620"/>
                </a:lnTo>
                <a:lnTo>
                  <a:pt x="45296" y="65620"/>
                </a:lnTo>
                <a:lnTo>
                  <a:pt x="46005" y="64454"/>
                </a:lnTo>
                <a:lnTo>
                  <a:pt x="48387" y="57451"/>
                </a:lnTo>
                <a:lnTo>
                  <a:pt x="49815" y="48929"/>
                </a:lnTo>
                <a:lnTo>
                  <a:pt x="50292"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340" name="object 340"/>
          <p:cNvSpPr/>
          <p:nvPr/>
        </p:nvSpPr>
        <p:spPr>
          <a:xfrm>
            <a:off x="2726435" y="6370320"/>
            <a:ext cx="33655" cy="78105"/>
          </a:xfrm>
          <a:custGeom>
            <a:avLst/>
            <a:gdLst/>
            <a:ahLst/>
            <a:cxnLst/>
            <a:rect l="l" t="t" r="r" b="b"/>
            <a:pathLst>
              <a:path w="33655" h="78104">
                <a:moveTo>
                  <a:pt x="33527" y="0"/>
                </a:moveTo>
                <a:lnTo>
                  <a:pt x="21716" y="0"/>
                </a:lnTo>
                <a:lnTo>
                  <a:pt x="19938" y="4711"/>
                </a:lnTo>
                <a:lnTo>
                  <a:pt x="16890" y="8839"/>
                </a:lnTo>
                <a:lnTo>
                  <a:pt x="8000" y="15925"/>
                </a:lnTo>
                <a:lnTo>
                  <a:pt x="3809" y="18326"/>
                </a:lnTo>
                <a:lnTo>
                  <a:pt x="0" y="19583"/>
                </a:lnTo>
                <a:lnTo>
                  <a:pt x="0" y="33058"/>
                </a:lnTo>
                <a:lnTo>
                  <a:pt x="7238" y="30619"/>
                </a:lnTo>
                <a:lnTo>
                  <a:pt x="13588" y="26873"/>
                </a:lnTo>
                <a:lnTo>
                  <a:pt x="18922" y="21805"/>
                </a:lnTo>
                <a:lnTo>
                  <a:pt x="18922" y="77723"/>
                </a:lnTo>
                <a:lnTo>
                  <a:pt x="33527" y="77723"/>
                </a:lnTo>
                <a:lnTo>
                  <a:pt x="33527" y="0"/>
                </a:lnTo>
                <a:close/>
              </a:path>
            </a:pathLst>
          </a:custGeom>
          <a:solidFill>
            <a:srgbClr val="4264DE">
              <a:alpha val="10195"/>
            </a:srgbClr>
          </a:solidFill>
        </p:spPr>
        <p:txBody>
          <a:bodyPr wrap="square" lIns="0" tIns="0" rIns="0" bIns="0" rtlCol="0"/>
          <a:lstStyle/>
          <a:p>
            <a:endParaRPr/>
          </a:p>
        </p:txBody>
      </p:sp>
      <p:sp>
        <p:nvSpPr>
          <p:cNvPr id="341" name="object 341"/>
          <p:cNvSpPr/>
          <p:nvPr/>
        </p:nvSpPr>
        <p:spPr>
          <a:xfrm>
            <a:off x="2892551" y="6370320"/>
            <a:ext cx="48895" cy="78105"/>
          </a:xfrm>
          <a:custGeom>
            <a:avLst/>
            <a:gdLst/>
            <a:ahLst/>
            <a:cxnLst/>
            <a:rect l="l" t="t" r="r" b="b"/>
            <a:pathLst>
              <a:path w="48894" h="78104">
                <a:moveTo>
                  <a:pt x="31623" y="0"/>
                </a:moveTo>
                <a:lnTo>
                  <a:pt x="17145" y="0"/>
                </a:lnTo>
                <a:lnTo>
                  <a:pt x="11430" y="2590"/>
                </a:lnTo>
                <a:lnTo>
                  <a:pt x="0" y="38734"/>
                </a:lnTo>
                <a:lnTo>
                  <a:pt x="438" y="48929"/>
                </a:lnTo>
                <a:lnTo>
                  <a:pt x="17018" y="77723"/>
                </a:lnTo>
                <a:lnTo>
                  <a:pt x="31623" y="77723"/>
                </a:lnTo>
                <a:lnTo>
                  <a:pt x="37337" y="75133"/>
                </a:lnTo>
                <a:lnTo>
                  <a:pt x="41402" y="69938"/>
                </a:lnTo>
                <a:lnTo>
                  <a:pt x="43953" y="65620"/>
                </a:lnTo>
                <a:lnTo>
                  <a:pt x="22606" y="65620"/>
                </a:lnTo>
                <a:lnTo>
                  <a:pt x="21065" y="65062"/>
                </a:lnTo>
                <a:lnTo>
                  <a:pt x="15182" y="48929"/>
                </a:lnTo>
                <a:lnTo>
                  <a:pt x="15186" y="28735"/>
                </a:lnTo>
                <a:lnTo>
                  <a:pt x="22606" y="12103"/>
                </a:lnTo>
                <a:lnTo>
                  <a:pt x="43911" y="12103"/>
                </a:lnTo>
                <a:lnTo>
                  <a:pt x="41402" y="7886"/>
                </a:lnTo>
                <a:lnTo>
                  <a:pt x="37337" y="2628"/>
                </a:lnTo>
                <a:lnTo>
                  <a:pt x="31623" y="0"/>
                </a:lnTo>
                <a:close/>
              </a:path>
              <a:path w="48894" h="78104">
                <a:moveTo>
                  <a:pt x="43911" y="12103"/>
                </a:moveTo>
                <a:lnTo>
                  <a:pt x="26162" y="12103"/>
                </a:lnTo>
                <a:lnTo>
                  <a:pt x="27686" y="12661"/>
                </a:lnTo>
                <a:lnTo>
                  <a:pt x="29083" y="13779"/>
                </a:lnTo>
                <a:lnTo>
                  <a:pt x="33588" y="48929"/>
                </a:lnTo>
                <a:lnTo>
                  <a:pt x="33274" y="54152"/>
                </a:lnTo>
                <a:lnTo>
                  <a:pt x="32258" y="57886"/>
                </a:lnTo>
                <a:lnTo>
                  <a:pt x="31496" y="60794"/>
                </a:lnTo>
                <a:lnTo>
                  <a:pt x="30353" y="62814"/>
                </a:lnTo>
                <a:lnTo>
                  <a:pt x="29051" y="63969"/>
                </a:lnTo>
                <a:lnTo>
                  <a:pt x="27651" y="65074"/>
                </a:lnTo>
                <a:lnTo>
                  <a:pt x="26162" y="65620"/>
                </a:lnTo>
                <a:lnTo>
                  <a:pt x="43953" y="65620"/>
                </a:lnTo>
                <a:lnTo>
                  <a:pt x="44642" y="64454"/>
                </a:lnTo>
                <a:lnTo>
                  <a:pt x="46942" y="57451"/>
                </a:lnTo>
                <a:lnTo>
                  <a:pt x="48313" y="48929"/>
                </a:lnTo>
                <a:lnTo>
                  <a:pt x="48768"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342" name="object 342"/>
          <p:cNvSpPr/>
          <p:nvPr/>
        </p:nvSpPr>
        <p:spPr>
          <a:xfrm>
            <a:off x="3073907" y="6370320"/>
            <a:ext cx="33655" cy="78105"/>
          </a:xfrm>
          <a:custGeom>
            <a:avLst/>
            <a:gdLst/>
            <a:ahLst/>
            <a:cxnLst/>
            <a:rect l="l" t="t" r="r" b="b"/>
            <a:pathLst>
              <a:path w="33655" h="78104">
                <a:moveTo>
                  <a:pt x="33528" y="0"/>
                </a:moveTo>
                <a:lnTo>
                  <a:pt x="21717" y="0"/>
                </a:lnTo>
                <a:lnTo>
                  <a:pt x="19939" y="4711"/>
                </a:lnTo>
                <a:lnTo>
                  <a:pt x="16891" y="8839"/>
                </a:lnTo>
                <a:lnTo>
                  <a:pt x="8000" y="15925"/>
                </a:lnTo>
                <a:lnTo>
                  <a:pt x="3810" y="18326"/>
                </a:lnTo>
                <a:lnTo>
                  <a:pt x="0" y="19583"/>
                </a:lnTo>
                <a:lnTo>
                  <a:pt x="0" y="33058"/>
                </a:lnTo>
                <a:lnTo>
                  <a:pt x="7239" y="30619"/>
                </a:lnTo>
                <a:lnTo>
                  <a:pt x="13589" y="26873"/>
                </a:lnTo>
                <a:lnTo>
                  <a:pt x="18923" y="21805"/>
                </a:lnTo>
                <a:lnTo>
                  <a:pt x="18923" y="77723"/>
                </a:lnTo>
                <a:lnTo>
                  <a:pt x="33528" y="77723"/>
                </a:lnTo>
                <a:lnTo>
                  <a:pt x="33528" y="0"/>
                </a:lnTo>
                <a:close/>
              </a:path>
            </a:pathLst>
          </a:custGeom>
          <a:solidFill>
            <a:srgbClr val="4264DE">
              <a:alpha val="10195"/>
            </a:srgbClr>
          </a:solidFill>
        </p:spPr>
        <p:txBody>
          <a:bodyPr wrap="square" lIns="0" tIns="0" rIns="0" bIns="0" rtlCol="0"/>
          <a:lstStyle/>
          <a:p>
            <a:endParaRPr/>
          </a:p>
        </p:txBody>
      </p:sp>
      <p:sp>
        <p:nvSpPr>
          <p:cNvPr id="343" name="object 343"/>
          <p:cNvSpPr/>
          <p:nvPr/>
        </p:nvSpPr>
        <p:spPr>
          <a:xfrm>
            <a:off x="3238500" y="6370320"/>
            <a:ext cx="50800" cy="78105"/>
          </a:xfrm>
          <a:custGeom>
            <a:avLst/>
            <a:gdLst/>
            <a:ahLst/>
            <a:cxnLst/>
            <a:rect l="l" t="t" r="r" b="b"/>
            <a:pathLst>
              <a:path w="50800" h="78104">
                <a:moveTo>
                  <a:pt x="32638" y="0"/>
                </a:moveTo>
                <a:lnTo>
                  <a:pt x="17652" y="0"/>
                </a:lnTo>
                <a:lnTo>
                  <a:pt x="11811" y="2590"/>
                </a:lnTo>
                <a:lnTo>
                  <a:pt x="0" y="38734"/>
                </a:lnTo>
                <a:lnTo>
                  <a:pt x="440" y="48929"/>
                </a:lnTo>
                <a:lnTo>
                  <a:pt x="17652" y="77723"/>
                </a:lnTo>
                <a:lnTo>
                  <a:pt x="32638" y="77723"/>
                </a:lnTo>
                <a:lnTo>
                  <a:pt x="38480" y="75133"/>
                </a:lnTo>
                <a:lnTo>
                  <a:pt x="42672" y="69938"/>
                </a:lnTo>
                <a:lnTo>
                  <a:pt x="45296" y="65620"/>
                </a:lnTo>
                <a:lnTo>
                  <a:pt x="23367" y="65620"/>
                </a:lnTo>
                <a:lnTo>
                  <a:pt x="21701" y="65062"/>
                </a:lnTo>
                <a:lnTo>
                  <a:pt x="18923" y="62852"/>
                </a:lnTo>
                <a:lnTo>
                  <a:pt x="17779" y="60629"/>
                </a:lnTo>
                <a:lnTo>
                  <a:pt x="16001" y="53949"/>
                </a:lnTo>
                <a:lnTo>
                  <a:pt x="15586" y="48929"/>
                </a:lnTo>
                <a:lnTo>
                  <a:pt x="15591" y="28735"/>
                </a:lnTo>
                <a:lnTo>
                  <a:pt x="23367" y="12103"/>
                </a:lnTo>
                <a:lnTo>
                  <a:pt x="45324" y="12103"/>
                </a:lnTo>
                <a:lnTo>
                  <a:pt x="42799" y="7886"/>
                </a:lnTo>
                <a:lnTo>
                  <a:pt x="38480" y="2628"/>
                </a:lnTo>
                <a:lnTo>
                  <a:pt x="32638" y="0"/>
                </a:lnTo>
                <a:close/>
              </a:path>
              <a:path w="50800" h="78104">
                <a:moveTo>
                  <a:pt x="45324" y="12103"/>
                </a:moveTo>
                <a:lnTo>
                  <a:pt x="26924" y="12103"/>
                </a:lnTo>
                <a:lnTo>
                  <a:pt x="28575" y="12661"/>
                </a:lnTo>
                <a:lnTo>
                  <a:pt x="31369" y="14909"/>
                </a:lnTo>
                <a:lnTo>
                  <a:pt x="32512" y="17144"/>
                </a:lnTo>
                <a:lnTo>
                  <a:pt x="34289" y="23825"/>
                </a:lnTo>
                <a:lnTo>
                  <a:pt x="34696" y="28735"/>
                </a:lnTo>
                <a:lnTo>
                  <a:pt x="34708" y="48929"/>
                </a:lnTo>
                <a:lnTo>
                  <a:pt x="34289" y="54152"/>
                </a:lnTo>
                <a:lnTo>
                  <a:pt x="33274" y="57886"/>
                </a:lnTo>
                <a:lnTo>
                  <a:pt x="32512" y="60794"/>
                </a:lnTo>
                <a:lnTo>
                  <a:pt x="31369" y="62814"/>
                </a:lnTo>
                <a:lnTo>
                  <a:pt x="28575" y="65062"/>
                </a:lnTo>
                <a:lnTo>
                  <a:pt x="26924" y="65620"/>
                </a:lnTo>
                <a:lnTo>
                  <a:pt x="45296" y="65620"/>
                </a:lnTo>
                <a:lnTo>
                  <a:pt x="46005" y="64454"/>
                </a:lnTo>
                <a:lnTo>
                  <a:pt x="48386" y="57451"/>
                </a:lnTo>
                <a:lnTo>
                  <a:pt x="49815" y="48929"/>
                </a:lnTo>
                <a:lnTo>
                  <a:pt x="50291"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344" name="object 344"/>
          <p:cNvSpPr/>
          <p:nvPr/>
        </p:nvSpPr>
        <p:spPr>
          <a:xfrm>
            <a:off x="3419855" y="6370320"/>
            <a:ext cx="33655" cy="78105"/>
          </a:xfrm>
          <a:custGeom>
            <a:avLst/>
            <a:gdLst/>
            <a:ahLst/>
            <a:cxnLst/>
            <a:rect l="l" t="t" r="r" b="b"/>
            <a:pathLst>
              <a:path w="33654" h="78104">
                <a:moveTo>
                  <a:pt x="33528" y="0"/>
                </a:moveTo>
                <a:lnTo>
                  <a:pt x="21717" y="0"/>
                </a:lnTo>
                <a:lnTo>
                  <a:pt x="19939" y="4711"/>
                </a:lnTo>
                <a:lnTo>
                  <a:pt x="16891" y="8839"/>
                </a:lnTo>
                <a:lnTo>
                  <a:pt x="8001" y="15925"/>
                </a:lnTo>
                <a:lnTo>
                  <a:pt x="3810" y="18326"/>
                </a:lnTo>
                <a:lnTo>
                  <a:pt x="0" y="19583"/>
                </a:lnTo>
                <a:lnTo>
                  <a:pt x="0" y="33058"/>
                </a:lnTo>
                <a:lnTo>
                  <a:pt x="7239" y="30619"/>
                </a:lnTo>
                <a:lnTo>
                  <a:pt x="13589" y="26873"/>
                </a:lnTo>
                <a:lnTo>
                  <a:pt x="18923" y="21805"/>
                </a:lnTo>
                <a:lnTo>
                  <a:pt x="18923" y="77723"/>
                </a:lnTo>
                <a:lnTo>
                  <a:pt x="33528" y="77723"/>
                </a:lnTo>
                <a:lnTo>
                  <a:pt x="33528" y="0"/>
                </a:lnTo>
                <a:close/>
              </a:path>
            </a:pathLst>
          </a:custGeom>
          <a:solidFill>
            <a:srgbClr val="4264DE">
              <a:alpha val="10195"/>
            </a:srgbClr>
          </a:solidFill>
        </p:spPr>
        <p:txBody>
          <a:bodyPr wrap="square" lIns="0" tIns="0" rIns="0" bIns="0" rtlCol="0"/>
          <a:lstStyle/>
          <a:p>
            <a:endParaRPr/>
          </a:p>
        </p:txBody>
      </p:sp>
      <p:sp>
        <p:nvSpPr>
          <p:cNvPr id="345" name="object 345"/>
          <p:cNvSpPr/>
          <p:nvPr/>
        </p:nvSpPr>
        <p:spPr>
          <a:xfrm>
            <a:off x="3585971" y="6370320"/>
            <a:ext cx="48895" cy="78105"/>
          </a:xfrm>
          <a:custGeom>
            <a:avLst/>
            <a:gdLst/>
            <a:ahLst/>
            <a:cxnLst/>
            <a:rect l="l" t="t" r="r" b="b"/>
            <a:pathLst>
              <a:path w="48895" h="78104">
                <a:moveTo>
                  <a:pt x="31623" y="0"/>
                </a:moveTo>
                <a:lnTo>
                  <a:pt x="17144" y="0"/>
                </a:lnTo>
                <a:lnTo>
                  <a:pt x="11429" y="2590"/>
                </a:lnTo>
                <a:lnTo>
                  <a:pt x="0" y="38734"/>
                </a:lnTo>
                <a:lnTo>
                  <a:pt x="438" y="48929"/>
                </a:lnTo>
                <a:lnTo>
                  <a:pt x="17017" y="77723"/>
                </a:lnTo>
                <a:lnTo>
                  <a:pt x="31623" y="77723"/>
                </a:lnTo>
                <a:lnTo>
                  <a:pt x="37337" y="75133"/>
                </a:lnTo>
                <a:lnTo>
                  <a:pt x="41401" y="69938"/>
                </a:lnTo>
                <a:lnTo>
                  <a:pt x="43953" y="65620"/>
                </a:lnTo>
                <a:lnTo>
                  <a:pt x="22605" y="65620"/>
                </a:lnTo>
                <a:lnTo>
                  <a:pt x="21065" y="65062"/>
                </a:lnTo>
                <a:lnTo>
                  <a:pt x="15182" y="48929"/>
                </a:lnTo>
                <a:lnTo>
                  <a:pt x="15186" y="28735"/>
                </a:lnTo>
                <a:lnTo>
                  <a:pt x="22605" y="12103"/>
                </a:lnTo>
                <a:lnTo>
                  <a:pt x="43911" y="12103"/>
                </a:lnTo>
                <a:lnTo>
                  <a:pt x="41401" y="7886"/>
                </a:lnTo>
                <a:lnTo>
                  <a:pt x="37337" y="2628"/>
                </a:lnTo>
                <a:lnTo>
                  <a:pt x="31623" y="0"/>
                </a:lnTo>
                <a:close/>
              </a:path>
              <a:path w="48895" h="78104">
                <a:moveTo>
                  <a:pt x="43911" y="12103"/>
                </a:moveTo>
                <a:lnTo>
                  <a:pt x="26162" y="12103"/>
                </a:lnTo>
                <a:lnTo>
                  <a:pt x="27686" y="12661"/>
                </a:lnTo>
                <a:lnTo>
                  <a:pt x="29082" y="13779"/>
                </a:lnTo>
                <a:lnTo>
                  <a:pt x="33588" y="48929"/>
                </a:lnTo>
                <a:lnTo>
                  <a:pt x="33274" y="54152"/>
                </a:lnTo>
                <a:lnTo>
                  <a:pt x="32257" y="57886"/>
                </a:lnTo>
                <a:lnTo>
                  <a:pt x="31495" y="60794"/>
                </a:lnTo>
                <a:lnTo>
                  <a:pt x="30352" y="62814"/>
                </a:lnTo>
                <a:lnTo>
                  <a:pt x="29051" y="63969"/>
                </a:lnTo>
                <a:lnTo>
                  <a:pt x="27651" y="65074"/>
                </a:lnTo>
                <a:lnTo>
                  <a:pt x="26162" y="65620"/>
                </a:lnTo>
                <a:lnTo>
                  <a:pt x="43953" y="65620"/>
                </a:lnTo>
                <a:lnTo>
                  <a:pt x="44642" y="64454"/>
                </a:lnTo>
                <a:lnTo>
                  <a:pt x="46942" y="57451"/>
                </a:lnTo>
                <a:lnTo>
                  <a:pt x="48313" y="48929"/>
                </a:lnTo>
                <a:lnTo>
                  <a:pt x="48767"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346" name="object 346"/>
          <p:cNvSpPr/>
          <p:nvPr/>
        </p:nvSpPr>
        <p:spPr>
          <a:xfrm>
            <a:off x="3767328" y="6370320"/>
            <a:ext cx="33655" cy="78105"/>
          </a:xfrm>
          <a:custGeom>
            <a:avLst/>
            <a:gdLst/>
            <a:ahLst/>
            <a:cxnLst/>
            <a:rect l="l" t="t" r="r" b="b"/>
            <a:pathLst>
              <a:path w="33654" h="78104">
                <a:moveTo>
                  <a:pt x="33527" y="0"/>
                </a:moveTo>
                <a:lnTo>
                  <a:pt x="21717" y="0"/>
                </a:lnTo>
                <a:lnTo>
                  <a:pt x="19938" y="4711"/>
                </a:lnTo>
                <a:lnTo>
                  <a:pt x="16891" y="8839"/>
                </a:lnTo>
                <a:lnTo>
                  <a:pt x="8000" y="15925"/>
                </a:lnTo>
                <a:lnTo>
                  <a:pt x="3810" y="18326"/>
                </a:lnTo>
                <a:lnTo>
                  <a:pt x="0" y="19583"/>
                </a:lnTo>
                <a:lnTo>
                  <a:pt x="0" y="33058"/>
                </a:lnTo>
                <a:lnTo>
                  <a:pt x="7238" y="30619"/>
                </a:lnTo>
                <a:lnTo>
                  <a:pt x="13588" y="26873"/>
                </a:lnTo>
                <a:lnTo>
                  <a:pt x="18923" y="21805"/>
                </a:lnTo>
                <a:lnTo>
                  <a:pt x="18923" y="77723"/>
                </a:lnTo>
                <a:lnTo>
                  <a:pt x="33527" y="77723"/>
                </a:lnTo>
                <a:lnTo>
                  <a:pt x="33527" y="0"/>
                </a:lnTo>
                <a:close/>
              </a:path>
            </a:pathLst>
          </a:custGeom>
          <a:solidFill>
            <a:srgbClr val="4264DE">
              <a:alpha val="10195"/>
            </a:srgbClr>
          </a:solidFill>
        </p:spPr>
        <p:txBody>
          <a:bodyPr wrap="square" lIns="0" tIns="0" rIns="0" bIns="0" rtlCol="0"/>
          <a:lstStyle/>
          <a:p>
            <a:endParaRPr/>
          </a:p>
        </p:txBody>
      </p:sp>
      <p:sp>
        <p:nvSpPr>
          <p:cNvPr id="347" name="object 347"/>
          <p:cNvSpPr/>
          <p:nvPr/>
        </p:nvSpPr>
        <p:spPr>
          <a:xfrm>
            <a:off x="3931920" y="6370320"/>
            <a:ext cx="50800" cy="78105"/>
          </a:xfrm>
          <a:custGeom>
            <a:avLst/>
            <a:gdLst/>
            <a:ahLst/>
            <a:cxnLst/>
            <a:rect l="l" t="t" r="r" b="b"/>
            <a:pathLst>
              <a:path w="50800" h="78104">
                <a:moveTo>
                  <a:pt x="32638" y="0"/>
                </a:moveTo>
                <a:lnTo>
                  <a:pt x="17652" y="0"/>
                </a:lnTo>
                <a:lnTo>
                  <a:pt x="11810" y="2590"/>
                </a:lnTo>
                <a:lnTo>
                  <a:pt x="0" y="38734"/>
                </a:lnTo>
                <a:lnTo>
                  <a:pt x="440" y="48929"/>
                </a:lnTo>
                <a:lnTo>
                  <a:pt x="17652" y="77723"/>
                </a:lnTo>
                <a:lnTo>
                  <a:pt x="32638" y="77723"/>
                </a:lnTo>
                <a:lnTo>
                  <a:pt x="38480" y="75133"/>
                </a:lnTo>
                <a:lnTo>
                  <a:pt x="42671" y="69938"/>
                </a:lnTo>
                <a:lnTo>
                  <a:pt x="45296" y="65620"/>
                </a:lnTo>
                <a:lnTo>
                  <a:pt x="23367" y="65620"/>
                </a:lnTo>
                <a:lnTo>
                  <a:pt x="21701" y="65062"/>
                </a:lnTo>
                <a:lnTo>
                  <a:pt x="18922" y="62852"/>
                </a:lnTo>
                <a:lnTo>
                  <a:pt x="17779" y="60629"/>
                </a:lnTo>
                <a:lnTo>
                  <a:pt x="16001" y="53949"/>
                </a:lnTo>
                <a:lnTo>
                  <a:pt x="15586" y="48929"/>
                </a:lnTo>
                <a:lnTo>
                  <a:pt x="15591" y="28735"/>
                </a:lnTo>
                <a:lnTo>
                  <a:pt x="23367" y="12103"/>
                </a:lnTo>
                <a:lnTo>
                  <a:pt x="45324" y="12103"/>
                </a:lnTo>
                <a:lnTo>
                  <a:pt x="42799" y="7886"/>
                </a:lnTo>
                <a:lnTo>
                  <a:pt x="38480" y="2628"/>
                </a:lnTo>
                <a:lnTo>
                  <a:pt x="32638" y="0"/>
                </a:lnTo>
                <a:close/>
              </a:path>
              <a:path w="50800" h="78104">
                <a:moveTo>
                  <a:pt x="45324" y="12103"/>
                </a:moveTo>
                <a:lnTo>
                  <a:pt x="26924" y="12103"/>
                </a:lnTo>
                <a:lnTo>
                  <a:pt x="28575" y="12661"/>
                </a:lnTo>
                <a:lnTo>
                  <a:pt x="31368" y="14909"/>
                </a:lnTo>
                <a:lnTo>
                  <a:pt x="32512" y="17144"/>
                </a:lnTo>
                <a:lnTo>
                  <a:pt x="34289" y="23825"/>
                </a:lnTo>
                <a:lnTo>
                  <a:pt x="34696" y="28735"/>
                </a:lnTo>
                <a:lnTo>
                  <a:pt x="34708" y="48929"/>
                </a:lnTo>
                <a:lnTo>
                  <a:pt x="34289" y="54152"/>
                </a:lnTo>
                <a:lnTo>
                  <a:pt x="33274" y="57886"/>
                </a:lnTo>
                <a:lnTo>
                  <a:pt x="32512" y="60794"/>
                </a:lnTo>
                <a:lnTo>
                  <a:pt x="31368" y="62814"/>
                </a:lnTo>
                <a:lnTo>
                  <a:pt x="28575" y="65062"/>
                </a:lnTo>
                <a:lnTo>
                  <a:pt x="26924" y="65620"/>
                </a:lnTo>
                <a:lnTo>
                  <a:pt x="45296" y="65620"/>
                </a:lnTo>
                <a:lnTo>
                  <a:pt x="46005" y="64454"/>
                </a:lnTo>
                <a:lnTo>
                  <a:pt x="48386" y="57451"/>
                </a:lnTo>
                <a:lnTo>
                  <a:pt x="49815" y="48929"/>
                </a:lnTo>
                <a:lnTo>
                  <a:pt x="50291"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348" name="object 348"/>
          <p:cNvSpPr/>
          <p:nvPr/>
        </p:nvSpPr>
        <p:spPr>
          <a:xfrm>
            <a:off x="4113276" y="6370320"/>
            <a:ext cx="33655" cy="78105"/>
          </a:xfrm>
          <a:custGeom>
            <a:avLst/>
            <a:gdLst/>
            <a:ahLst/>
            <a:cxnLst/>
            <a:rect l="l" t="t" r="r" b="b"/>
            <a:pathLst>
              <a:path w="33654" h="78104">
                <a:moveTo>
                  <a:pt x="33527" y="0"/>
                </a:moveTo>
                <a:lnTo>
                  <a:pt x="21716" y="0"/>
                </a:lnTo>
                <a:lnTo>
                  <a:pt x="19938" y="4711"/>
                </a:lnTo>
                <a:lnTo>
                  <a:pt x="16890" y="8839"/>
                </a:lnTo>
                <a:lnTo>
                  <a:pt x="8000" y="15925"/>
                </a:lnTo>
                <a:lnTo>
                  <a:pt x="3810" y="18326"/>
                </a:lnTo>
                <a:lnTo>
                  <a:pt x="0" y="19583"/>
                </a:lnTo>
                <a:lnTo>
                  <a:pt x="0" y="33058"/>
                </a:lnTo>
                <a:lnTo>
                  <a:pt x="7238" y="30619"/>
                </a:lnTo>
                <a:lnTo>
                  <a:pt x="13588" y="26873"/>
                </a:lnTo>
                <a:lnTo>
                  <a:pt x="18923" y="21805"/>
                </a:lnTo>
                <a:lnTo>
                  <a:pt x="18923" y="77723"/>
                </a:lnTo>
                <a:lnTo>
                  <a:pt x="33527" y="77723"/>
                </a:lnTo>
                <a:lnTo>
                  <a:pt x="33527" y="0"/>
                </a:lnTo>
                <a:close/>
              </a:path>
            </a:pathLst>
          </a:custGeom>
          <a:solidFill>
            <a:srgbClr val="4264DE">
              <a:alpha val="10195"/>
            </a:srgbClr>
          </a:solidFill>
        </p:spPr>
        <p:txBody>
          <a:bodyPr wrap="square" lIns="0" tIns="0" rIns="0" bIns="0" rtlCol="0"/>
          <a:lstStyle/>
          <a:p>
            <a:endParaRPr/>
          </a:p>
        </p:txBody>
      </p:sp>
      <p:sp>
        <p:nvSpPr>
          <p:cNvPr id="349" name="object 349"/>
          <p:cNvSpPr/>
          <p:nvPr/>
        </p:nvSpPr>
        <p:spPr>
          <a:xfrm>
            <a:off x="4279391" y="6370320"/>
            <a:ext cx="48895" cy="78105"/>
          </a:xfrm>
          <a:custGeom>
            <a:avLst/>
            <a:gdLst/>
            <a:ahLst/>
            <a:cxnLst/>
            <a:rect l="l" t="t" r="r" b="b"/>
            <a:pathLst>
              <a:path w="48895" h="78104">
                <a:moveTo>
                  <a:pt x="31623" y="0"/>
                </a:moveTo>
                <a:lnTo>
                  <a:pt x="17145" y="0"/>
                </a:lnTo>
                <a:lnTo>
                  <a:pt x="11430" y="2590"/>
                </a:lnTo>
                <a:lnTo>
                  <a:pt x="0" y="38734"/>
                </a:lnTo>
                <a:lnTo>
                  <a:pt x="438" y="48929"/>
                </a:lnTo>
                <a:lnTo>
                  <a:pt x="17018" y="77723"/>
                </a:lnTo>
                <a:lnTo>
                  <a:pt x="31623" y="77723"/>
                </a:lnTo>
                <a:lnTo>
                  <a:pt x="37337" y="75133"/>
                </a:lnTo>
                <a:lnTo>
                  <a:pt x="41402" y="69938"/>
                </a:lnTo>
                <a:lnTo>
                  <a:pt x="43953" y="65620"/>
                </a:lnTo>
                <a:lnTo>
                  <a:pt x="22606" y="65620"/>
                </a:lnTo>
                <a:lnTo>
                  <a:pt x="21065" y="65062"/>
                </a:lnTo>
                <a:lnTo>
                  <a:pt x="15182" y="48929"/>
                </a:lnTo>
                <a:lnTo>
                  <a:pt x="15186" y="28735"/>
                </a:lnTo>
                <a:lnTo>
                  <a:pt x="22606" y="12103"/>
                </a:lnTo>
                <a:lnTo>
                  <a:pt x="43911" y="12103"/>
                </a:lnTo>
                <a:lnTo>
                  <a:pt x="41402" y="7886"/>
                </a:lnTo>
                <a:lnTo>
                  <a:pt x="37337" y="2628"/>
                </a:lnTo>
                <a:lnTo>
                  <a:pt x="31623" y="0"/>
                </a:lnTo>
                <a:close/>
              </a:path>
              <a:path w="48895" h="78104">
                <a:moveTo>
                  <a:pt x="43911" y="12103"/>
                </a:moveTo>
                <a:lnTo>
                  <a:pt x="26162" y="12103"/>
                </a:lnTo>
                <a:lnTo>
                  <a:pt x="27686" y="12661"/>
                </a:lnTo>
                <a:lnTo>
                  <a:pt x="29083" y="13779"/>
                </a:lnTo>
                <a:lnTo>
                  <a:pt x="33588" y="48929"/>
                </a:lnTo>
                <a:lnTo>
                  <a:pt x="33274" y="54152"/>
                </a:lnTo>
                <a:lnTo>
                  <a:pt x="32258" y="57886"/>
                </a:lnTo>
                <a:lnTo>
                  <a:pt x="31496" y="60794"/>
                </a:lnTo>
                <a:lnTo>
                  <a:pt x="30353" y="62814"/>
                </a:lnTo>
                <a:lnTo>
                  <a:pt x="29051" y="63969"/>
                </a:lnTo>
                <a:lnTo>
                  <a:pt x="27651" y="65074"/>
                </a:lnTo>
                <a:lnTo>
                  <a:pt x="26162" y="65620"/>
                </a:lnTo>
                <a:lnTo>
                  <a:pt x="43953" y="65620"/>
                </a:lnTo>
                <a:lnTo>
                  <a:pt x="44642" y="64454"/>
                </a:lnTo>
                <a:lnTo>
                  <a:pt x="46942" y="57451"/>
                </a:lnTo>
                <a:lnTo>
                  <a:pt x="48313" y="48929"/>
                </a:lnTo>
                <a:lnTo>
                  <a:pt x="48768"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350" name="object 350"/>
          <p:cNvSpPr/>
          <p:nvPr/>
        </p:nvSpPr>
        <p:spPr>
          <a:xfrm>
            <a:off x="4460747" y="6370320"/>
            <a:ext cx="33655" cy="78105"/>
          </a:xfrm>
          <a:custGeom>
            <a:avLst/>
            <a:gdLst/>
            <a:ahLst/>
            <a:cxnLst/>
            <a:rect l="l" t="t" r="r" b="b"/>
            <a:pathLst>
              <a:path w="33654" h="78104">
                <a:moveTo>
                  <a:pt x="33527" y="0"/>
                </a:moveTo>
                <a:lnTo>
                  <a:pt x="21716" y="0"/>
                </a:lnTo>
                <a:lnTo>
                  <a:pt x="19938" y="4711"/>
                </a:lnTo>
                <a:lnTo>
                  <a:pt x="16890" y="8839"/>
                </a:lnTo>
                <a:lnTo>
                  <a:pt x="8000" y="15925"/>
                </a:lnTo>
                <a:lnTo>
                  <a:pt x="3810" y="18326"/>
                </a:lnTo>
                <a:lnTo>
                  <a:pt x="0" y="19583"/>
                </a:lnTo>
                <a:lnTo>
                  <a:pt x="0" y="33058"/>
                </a:lnTo>
                <a:lnTo>
                  <a:pt x="7238" y="30619"/>
                </a:lnTo>
                <a:lnTo>
                  <a:pt x="13588" y="26873"/>
                </a:lnTo>
                <a:lnTo>
                  <a:pt x="18923" y="21805"/>
                </a:lnTo>
                <a:lnTo>
                  <a:pt x="18923" y="77723"/>
                </a:lnTo>
                <a:lnTo>
                  <a:pt x="33527" y="77723"/>
                </a:lnTo>
                <a:lnTo>
                  <a:pt x="33527" y="0"/>
                </a:lnTo>
                <a:close/>
              </a:path>
            </a:pathLst>
          </a:custGeom>
          <a:solidFill>
            <a:srgbClr val="4264DE">
              <a:alpha val="10195"/>
            </a:srgbClr>
          </a:solidFill>
        </p:spPr>
        <p:txBody>
          <a:bodyPr wrap="square" lIns="0" tIns="0" rIns="0" bIns="0" rtlCol="0"/>
          <a:lstStyle/>
          <a:p>
            <a:endParaRPr/>
          </a:p>
        </p:txBody>
      </p:sp>
      <p:sp>
        <p:nvSpPr>
          <p:cNvPr id="351" name="object 351"/>
          <p:cNvSpPr/>
          <p:nvPr/>
        </p:nvSpPr>
        <p:spPr>
          <a:xfrm>
            <a:off x="4625340" y="6370320"/>
            <a:ext cx="50800" cy="78105"/>
          </a:xfrm>
          <a:custGeom>
            <a:avLst/>
            <a:gdLst/>
            <a:ahLst/>
            <a:cxnLst/>
            <a:rect l="l" t="t" r="r" b="b"/>
            <a:pathLst>
              <a:path w="50800" h="78104">
                <a:moveTo>
                  <a:pt x="32638" y="0"/>
                </a:moveTo>
                <a:lnTo>
                  <a:pt x="17652" y="0"/>
                </a:lnTo>
                <a:lnTo>
                  <a:pt x="11811" y="2590"/>
                </a:lnTo>
                <a:lnTo>
                  <a:pt x="0" y="38734"/>
                </a:lnTo>
                <a:lnTo>
                  <a:pt x="440" y="48929"/>
                </a:lnTo>
                <a:lnTo>
                  <a:pt x="17652" y="77723"/>
                </a:lnTo>
                <a:lnTo>
                  <a:pt x="32638" y="77723"/>
                </a:lnTo>
                <a:lnTo>
                  <a:pt x="38481" y="75133"/>
                </a:lnTo>
                <a:lnTo>
                  <a:pt x="42672" y="69938"/>
                </a:lnTo>
                <a:lnTo>
                  <a:pt x="45296" y="65620"/>
                </a:lnTo>
                <a:lnTo>
                  <a:pt x="23368" y="65620"/>
                </a:lnTo>
                <a:lnTo>
                  <a:pt x="21701" y="65062"/>
                </a:lnTo>
                <a:lnTo>
                  <a:pt x="18923" y="62852"/>
                </a:lnTo>
                <a:lnTo>
                  <a:pt x="17780" y="60629"/>
                </a:lnTo>
                <a:lnTo>
                  <a:pt x="16001" y="53949"/>
                </a:lnTo>
                <a:lnTo>
                  <a:pt x="15586" y="48929"/>
                </a:lnTo>
                <a:lnTo>
                  <a:pt x="15591" y="28735"/>
                </a:lnTo>
                <a:lnTo>
                  <a:pt x="23368" y="12103"/>
                </a:lnTo>
                <a:lnTo>
                  <a:pt x="45324" y="12103"/>
                </a:lnTo>
                <a:lnTo>
                  <a:pt x="42799" y="7886"/>
                </a:lnTo>
                <a:lnTo>
                  <a:pt x="38481" y="2628"/>
                </a:lnTo>
                <a:lnTo>
                  <a:pt x="32638" y="0"/>
                </a:lnTo>
                <a:close/>
              </a:path>
              <a:path w="50800" h="78104">
                <a:moveTo>
                  <a:pt x="45324" y="12103"/>
                </a:moveTo>
                <a:lnTo>
                  <a:pt x="26924" y="12103"/>
                </a:lnTo>
                <a:lnTo>
                  <a:pt x="28575" y="12661"/>
                </a:lnTo>
                <a:lnTo>
                  <a:pt x="31369" y="14909"/>
                </a:lnTo>
                <a:lnTo>
                  <a:pt x="32512" y="17144"/>
                </a:lnTo>
                <a:lnTo>
                  <a:pt x="34289" y="23825"/>
                </a:lnTo>
                <a:lnTo>
                  <a:pt x="34696" y="28735"/>
                </a:lnTo>
                <a:lnTo>
                  <a:pt x="34708" y="48929"/>
                </a:lnTo>
                <a:lnTo>
                  <a:pt x="34289" y="54152"/>
                </a:lnTo>
                <a:lnTo>
                  <a:pt x="33274" y="57886"/>
                </a:lnTo>
                <a:lnTo>
                  <a:pt x="32512" y="60794"/>
                </a:lnTo>
                <a:lnTo>
                  <a:pt x="31369" y="62814"/>
                </a:lnTo>
                <a:lnTo>
                  <a:pt x="28575" y="65062"/>
                </a:lnTo>
                <a:lnTo>
                  <a:pt x="26924" y="65620"/>
                </a:lnTo>
                <a:lnTo>
                  <a:pt x="45296" y="65620"/>
                </a:lnTo>
                <a:lnTo>
                  <a:pt x="46005" y="64454"/>
                </a:lnTo>
                <a:lnTo>
                  <a:pt x="48387" y="57451"/>
                </a:lnTo>
                <a:lnTo>
                  <a:pt x="49815" y="48929"/>
                </a:lnTo>
                <a:lnTo>
                  <a:pt x="50292"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352" name="object 352"/>
          <p:cNvSpPr/>
          <p:nvPr/>
        </p:nvSpPr>
        <p:spPr>
          <a:xfrm>
            <a:off x="4806696" y="6370320"/>
            <a:ext cx="33655" cy="78105"/>
          </a:xfrm>
          <a:custGeom>
            <a:avLst/>
            <a:gdLst/>
            <a:ahLst/>
            <a:cxnLst/>
            <a:rect l="l" t="t" r="r" b="b"/>
            <a:pathLst>
              <a:path w="33654" h="78104">
                <a:moveTo>
                  <a:pt x="33527" y="0"/>
                </a:moveTo>
                <a:lnTo>
                  <a:pt x="21716" y="0"/>
                </a:lnTo>
                <a:lnTo>
                  <a:pt x="19938" y="4711"/>
                </a:lnTo>
                <a:lnTo>
                  <a:pt x="16890" y="8839"/>
                </a:lnTo>
                <a:lnTo>
                  <a:pt x="8000" y="15925"/>
                </a:lnTo>
                <a:lnTo>
                  <a:pt x="3809" y="18326"/>
                </a:lnTo>
                <a:lnTo>
                  <a:pt x="0" y="19583"/>
                </a:lnTo>
                <a:lnTo>
                  <a:pt x="0" y="33058"/>
                </a:lnTo>
                <a:lnTo>
                  <a:pt x="7238" y="30619"/>
                </a:lnTo>
                <a:lnTo>
                  <a:pt x="13588" y="26873"/>
                </a:lnTo>
                <a:lnTo>
                  <a:pt x="18923" y="21805"/>
                </a:lnTo>
                <a:lnTo>
                  <a:pt x="18923" y="77723"/>
                </a:lnTo>
                <a:lnTo>
                  <a:pt x="33527" y="77723"/>
                </a:lnTo>
                <a:lnTo>
                  <a:pt x="33527" y="0"/>
                </a:lnTo>
                <a:close/>
              </a:path>
            </a:pathLst>
          </a:custGeom>
          <a:solidFill>
            <a:srgbClr val="4264DE">
              <a:alpha val="10195"/>
            </a:srgbClr>
          </a:solidFill>
        </p:spPr>
        <p:txBody>
          <a:bodyPr wrap="square" lIns="0" tIns="0" rIns="0" bIns="0" rtlCol="0"/>
          <a:lstStyle/>
          <a:p>
            <a:endParaRPr/>
          </a:p>
        </p:txBody>
      </p:sp>
      <p:sp>
        <p:nvSpPr>
          <p:cNvPr id="353" name="object 353"/>
          <p:cNvSpPr/>
          <p:nvPr/>
        </p:nvSpPr>
        <p:spPr>
          <a:xfrm>
            <a:off x="4972811" y="6370320"/>
            <a:ext cx="48895" cy="78105"/>
          </a:xfrm>
          <a:custGeom>
            <a:avLst/>
            <a:gdLst/>
            <a:ahLst/>
            <a:cxnLst/>
            <a:rect l="l" t="t" r="r" b="b"/>
            <a:pathLst>
              <a:path w="48895" h="78104">
                <a:moveTo>
                  <a:pt x="31623" y="0"/>
                </a:moveTo>
                <a:lnTo>
                  <a:pt x="17145" y="0"/>
                </a:lnTo>
                <a:lnTo>
                  <a:pt x="11429" y="2590"/>
                </a:lnTo>
                <a:lnTo>
                  <a:pt x="0" y="38734"/>
                </a:lnTo>
                <a:lnTo>
                  <a:pt x="438" y="48929"/>
                </a:lnTo>
                <a:lnTo>
                  <a:pt x="17017" y="77723"/>
                </a:lnTo>
                <a:lnTo>
                  <a:pt x="31623" y="77723"/>
                </a:lnTo>
                <a:lnTo>
                  <a:pt x="37337" y="75133"/>
                </a:lnTo>
                <a:lnTo>
                  <a:pt x="41401" y="69938"/>
                </a:lnTo>
                <a:lnTo>
                  <a:pt x="43953" y="65620"/>
                </a:lnTo>
                <a:lnTo>
                  <a:pt x="22605" y="65620"/>
                </a:lnTo>
                <a:lnTo>
                  <a:pt x="21065" y="65062"/>
                </a:lnTo>
                <a:lnTo>
                  <a:pt x="15182" y="48929"/>
                </a:lnTo>
                <a:lnTo>
                  <a:pt x="15186" y="28735"/>
                </a:lnTo>
                <a:lnTo>
                  <a:pt x="22605" y="12103"/>
                </a:lnTo>
                <a:lnTo>
                  <a:pt x="43911" y="12103"/>
                </a:lnTo>
                <a:lnTo>
                  <a:pt x="41401" y="7886"/>
                </a:lnTo>
                <a:lnTo>
                  <a:pt x="37337" y="2628"/>
                </a:lnTo>
                <a:lnTo>
                  <a:pt x="31623" y="0"/>
                </a:lnTo>
                <a:close/>
              </a:path>
              <a:path w="48895" h="78104">
                <a:moveTo>
                  <a:pt x="43911" y="12103"/>
                </a:moveTo>
                <a:lnTo>
                  <a:pt x="26162" y="12103"/>
                </a:lnTo>
                <a:lnTo>
                  <a:pt x="27686" y="12661"/>
                </a:lnTo>
                <a:lnTo>
                  <a:pt x="29083" y="13779"/>
                </a:lnTo>
                <a:lnTo>
                  <a:pt x="33588" y="48929"/>
                </a:lnTo>
                <a:lnTo>
                  <a:pt x="33274" y="54152"/>
                </a:lnTo>
                <a:lnTo>
                  <a:pt x="32258" y="57886"/>
                </a:lnTo>
                <a:lnTo>
                  <a:pt x="31496" y="60794"/>
                </a:lnTo>
                <a:lnTo>
                  <a:pt x="30352" y="62814"/>
                </a:lnTo>
                <a:lnTo>
                  <a:pt x="29051" y="63969"/>
                </a:lnTo>
                <a:lnTo>
                  <a:pt x="27651" y="65074"/>
                </a:lnTo>
                <a:lnTo>
                  <a:pt x="26162" y="65620"/>
                </a:lnTo>
                <a:lnTo>
                  <a:pt x="43953" y="65620"/>
                </a:lnTo>
                <a:lnTo>
                  <a:pt x="44642" y="64454"/>
                </a:lnTo>
                <a:lnTo>
                  <a:pt x="46942" y="57451"/>
                </a:lnTo>
                <a:lnTo>
                  <a:pt x="48313" y="48929"/>
                </a:lnTo>
                <a:lnTo>
                  <a:pt x="48767"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354" name="object 354"/>
          <p:cNvSpPr/>
          <p:nvPr/>
        </p:nvSpPr>
        <p:spPr>
          <a:xfrm>
            <a:off x="5154167" y="6370320"/>
            <a:ext cx="33655" cy="78105"/>
          </a:xfrm>
          <a:custGeom>
            <a:avLst/>
            <a:gdLst/>
            <a:ahLst/>
            <a:cxnLst/>
            <a:rect l="l" t="t" r="r" b="b"/>
            <a:pathLst>
              <a:path w="33654" h="78104">
                <a:moveTo>
                  <a:pt x="33528" y="0"/>
                </a:moveTo>
                <a:lnTo>
                  <a:pt x="21717" y="0"/>
                </a:lnTo>
                <a:lnTo>
                  <a:pt x="19939" y="4711"/>
                </a:lnTo>
                <a:lnTo>
                  <a:pt x="16891" y="8839"/>
                </a:lnTo>
                <a:lnTo>
                  <a:pt x="8001" y="15925"/>
                </a:lnTo>
                <a:lnTo>
                  <a:pt x="3810" y="18326"/>
                </a:lnTo>
                <a:lnTo>
                  <a:pt x="0" y="19583"/>
                </a:lnTo>
                <a:lnTo>
                  <a:pt x="0" y="33058"/>
                </a:lnTo>
                <a:lnTo>
                  <a:pt x="7239" y="30619"/>
                </a:lnTo>
                <a:lnTo>
                  <a:pt x="13589" y="26873"/>
                </a:lnTo>
                <a:lnTo>
                  <a:pt x="18923" y="21805"/>
                </a:lnTo>
                <a:lnTo>
                  <a:pt x="18923" y="77723"/>
                </a:lnTo>
                <a:lnTo>
                  <a:pt x="33528" y="77723"/>
                </a:lnTo>
                <a:lnTo>
                  <a:pt x="33528" y="0"/>
                </a:lnTo>
                <a:close/>
              </a:path>
            </a:pathLst>
          </a:custGeom>
          <a:solidFill>
            <a:srgbClr val="4264DE">
              <a:alpha val="10195"/>
            </a:srgbClr>
          </a:solidFill>
        </p:spPr>
        <p:txBody>
          <a:bodyPr wrap="square" lIns="0" tIns="0" rIns="0" bIns="0" rtlCol="0"/>
          <a:lstStyle/>
          <a:p>
            <a:endParaRPr/>
          </a:p>
        </p:txBody>
      </p:sp>
      <p:sp>
        <p:nvSpPr>
          <p:cNvPr id="355" name="object 355"/>
          <p:cNvSpPr/>
          <p:nvPr/>
        </p:nvSpPr>
        <p:spPr>
          <a:xfrm>
            <a:off x="5318759" y="6370320"/>
            <a:ext cx="50800" cy="78105"/>
          </a:xfrm>
          <a:custGeom>
            <a:avLst/>
            <a:gdLst/>
            <a:ahLst/>
            <a:cxnLst/>
            <a:rect l="l" t="t" r="r" b="b"/>
            <a:pathLst>
              <a:path w="50800" h="78104">
                <a:moveTo>
                  <a:pt x="32638" y="0"/>
                </a:moveTo>
                <a:lnTo>
                  <a:pt x="17652" y="0"/>
                </a:lnTo>
                <a:lnTo>
                  <a:pt x="11811" y="2590"/>
                </a:lnTo>
                <a:lnTo>
                  <a:pt x="0" y="38734"/>
                </a:lnTo>
                <a:lnTo>
                  <a:pt x="440" y="48929"/>
                </a:lnTo>
                <a:lnTo>
                  <a:pt x="17652" y="77723"/>
                </a:lnTo>
                <a:lnTo>
                  <a:pt x="32638" y="77723"/>
                </a:lnTo>
                <a:lnTo>
                  <a:pt x="38480" y="75133"/>
                </a:lnTo>
                <a:lnTo>
                  <a:pt x="42672" y="69938"/>
                </a:lnTo>
                <a:lnTo>
                  <a:pt x="45296" y="65620"/>
                </a:lnTo>
                <a:lnTo>
                  <a:pt x="23367" y="65620"/>
                </a:lnTo>
                <a:lnTo>
                  <a:pt x="21701" y="65062"/>
                </a:lnTo>
                <a:lnTo>
                  <a:pt x="18923" y="62852"/>
                </a:lnTo>
                <a:lnTo>
                  <a:pt x="17779" y="60629"/>
                </a:lnTo>
                <a:lnTo>
                  <a:pt x="16001" y="53949"/>
                </a:lnTo>
                <a:lnTo>
                  <a:pt x="15586" y="48929"/>
                </a:lnTo>
                <a:lnTo>
                  <a:pt x="15591" y="28735"/>
                </a:lnTo>
                <a:lnTo>
                  <a:pt x="23367" y="12103"/>
                </a:lnTo>
                <a:lnTo>
                  <a:pt x="45324" y="12103"/>
                </a:lnTo>
                <a:lnTo>
                  <a:pt x="42799" y="7886"/>
                </a:lnTo>
                <a:lnTo>
                  <a:pt x="38480" y="2628"/>
                </a:lnTo>
                <a:lnTo>
                  <a:pt x="32638" y="0"/>
                </a:lnTo>
                <a:close/>
              </a:path>
              <a:path w="50800" h="78104">
                <a:moveTo>
                  <a:pt x="45324" y="12103"/>
                </a:moveTo>
                <a:lnTo>
                  <a:pt x="26924" y="12103"/>
                </a:lnTo>
                <a:lnTo>
                  <a:pt x="28575" y="12661"/>
                </a:lnTo>
                <a:lnTo>
                  <a:pt x="31368" y="14909"/>
                </a:lnTo>
                <a:lnTo>
                  <a:pt x="32512" y="17144"/>
                </a:lnTo>
                <a:lnTo>
                  <a:pt x="34289" y="23825"/>
                </a:lnTo>
                <a:lnTo>
                  <a:pt x="34696" y="28735"/>
                </a:lnTo>
                <a:lnTo>
                  <a:pt x="34708" y="48929"/>
                </a:lnTo>
                <a:lnTo>
                  <a:pt x="34289" y="54152"/>
                </a:lnTo>
                <a:lnTo>
                  <a:pt x="33274" y="57886"/>
                </a:lnTo>
                <a:lnTo>
                  <a:pt x="32512" y="60794"/>
                </a:lnTo>
                <a:lnTo>
                  <a:pt x="31368" y="62814"/>
                </a:lnTo>
                <a:lnTo>
                  <a:pt x="28575" y="65062"/>
                </a:lnTo>
                <a:lnTo>
                  <a:pt x="26924" y="65620"/>
                </a:lnTo>
                <a:lnTo>
                  <a:pt x="45296" y="65620"/>
                </a:lnTo>
                <a:lnTo>
                  <a:pt x="46005" y="64454"/>
                </a:lnTo>
                <a:lnTo>
                  <a:pt x="48386" y="57451"/>
                </a:lnTo>
                <a:lnTo>
                  <a:pt x="49815" y="48929"/>
                </a:lnTo>
                <a:lnTo>
                  <a:pt x="50291"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356" name="object 356"/>
          <p:cNvSpPr/>
          <p:nvPr/>
        </p:nvSpPr>
        <p:spPr>
          <a:xfrm>
            <a:off x="5500115" y="6370320"/>
            <a:ext cx="33655" cy="78105"/>
          </a:xfrm>
          <a:custGeom>
            <a:avLst/>
            <a:gdLst/>
            <a:ahLst/>
            <a:cxnLst/>
            <a:rect l="l" t="t" r="r" b="b"/>
            <a:pathLst>
              <a:path w="33654" h="78104">
                <a:moveTo>
                  <a:pt x="33528" y="0"/>
                </a:moveTo>
                <a:lnTo>
                  <a:pt x="21717" y="0"/>
                </a:lnTo>
                <a:lnTo>
                  <a:pt x="19938" y="4711"/>
                </a:lnTo>
                <a:lnTo>
                  <a:pt x="16891" y="8839"/>
                </a:lnTo>
                <a:lnTo>
                  <a:pt x="8000" y="15925"/>
                </a:lnTo>
                <a:lnTo>
                  <a:pt x="3810" y="18326"/>
                </a:lnTo>
                <a:lnTo>
                  <a:pt x="0" y="19583"/>
                </a:lnTo>
                <a:lnTo>
                  <a:pt x="0" y="33058"/>
                </a:lnTo>
                <a:lnTo>
                  <a:pt x="7238" y="30619"/>
                </a:lnTo>
                <a:lnTo>
                  <a:pt x="13588" y="26873"/>
                </a:lnTo>
                <a:lnTo>
                  <a:pt x="18923" y="21805"/>
                </a:lnTo>
                <a:lnTo>
                  <a:pt x="18923" y="77723"/>
                </a:lnTo>
                <a:lnTo>
                  <a:pt x="33528" y="77723"/>
                </a:lnTo>
                <a:lnTo>
                  <a:pt x="33528" y="0"/>
                </a:lnTo>
                <a:close/>
              </a:path>
            </a:pathLst>
          </a:custGeom>
          <a:solidFill>
            <a:srgbClr val="4264DE">
              <a:alpha val="10195"/>
            </a:srgbClr>
          </a:solidFill>
        </p:spPr>
        <p:txBody>
          <a:bodyPr wrap="square" lIns="0" tIns="0" rIns="0" bIns="0" rtlCol="0"/>
          <a:lstStyle/>
          <a:p>
            <a:endParaRPr/>
          </a:p>
        </p:txBody>
      </p:sp>
      <p:sp>
        <p:nvSpPr>
          <p:cNvPr id="357" name="object 357"/>
          <p:cNvSpPr/>
          <p:nvPr/>
        </p:nvSpPr>
        <p:spPr>
          <a:xfrm>
            <a:off x="5666232" y="6370320"/>
            <a:ext cx="48895" cy="78105"/>
          </a:xfrm>
          <a:custGeom>
            <a:avLst/>
            <a:gdLst/>
            <a:ahLst/>
            <a:cxnLst/>
            <a:rect l="l" t="t" r="r" b="b"/>
            <a:pathLst>
              <a:path w="48895" h="78104">
                <a:moveTo>
                  <a:pt x="31622" y="0"/>
                </a:moveTo>
                <a:lnTo>
                  <a:pt x="17144" y="0"/>
                </a:lnTo>
                <a:lnTo>
                  <a:pt x="11429" y="2590"/>
                </a:lnTo>
                <a:lnTo>
                  <a:pt x="0" y="38734"/>
                </a:lnTo>
                <a:lnTo>
                  <a:pt x="438" y="48929"/>
                </a:lnTo>
                <a:lnTo>
                  <a:pt x="17017" y="77723"/>
                </a:lnTo>
                <a:lnTo>
                  <a:pt x="31622" y="77723"/>
                </a:lnTo>
                <a:lnTo>
                  <a:pt x="37337" y="75133"/>
                </a:lnTo>
                <a:lnTo>
                  <a:pt x="41401" y="69938"/>
                </a:lnTo>
                <a:lnTo>
                  <a:pt x="43953" y="65620"/>
                </a:lnTo>
                <a:lnTo>
                  <a:pt x="22605" y="65620"/>
                </a:lnTo>
                <a:lnTo>
                  <a:pt x="21065" y="65062"/>
                </a:lnTo>
                <a:lnTo>
                  <a:pt x="15182" y="48929"/>
                </a:lnTo>
                <a:lnTo>
                  <a:pt x="15186" y="28735"/>
                </a:lnTo>
                <a:lnTo>
                  <a:pt x="22605" y="12103"/>
                </a:lnTo>
                <a:lnTo>
                  <a:pt x="43911" y="12103"/>
                </a:lnTo>
                <a:lnTo>
                  <a:pt x="41401" y="7886"/>
                </a:lnTo>
                <a:lnTo>
                  <a:pt x="37337" y="2628"/>
                </a:lnTo>
                <a:lnTo>
                  <a:pt x="31622" y="0"/>
                </a:lnTo>
                <a:close/>
              </a:path>
              <a:path w="48895" h="78104">
                <a:moveTo>
                  <a:pt x="43911" y="12103"/>
                </a:moveTo>
                <a:lnTo>
                  <a:pt x="26162" y="12103"/>
                </a:lnTo>
                <a:lnTo>
                  <a:pt x="27685" y="12661"/>
                </a:lnTo>
                <a:lnTo>
                  <a:pt x="29082" y="13779"/>
                </a:lnTo>
                <a:lnTo>
                  <a:pt x="33588" y="48929"/>
                </a:lnTo>
                <a:lnTo>
                  <a:pt x="33273" y="54152"/>
                </a:lnTo>
                <a:lnTo>
                  <a:pt x="32257" y="57886"/>
                </a:lnTo>
                <a:lnTo>
                  <a:pt x="31495" y="60794"/>
                </a:lnTo>
                <a:lnTo>
                  <a:pt x="30352" y="62814"/>
                </a:lnTo>
                <a:lnTo>
                  <a:pt x="29051" y="63969"/>
                </a:lnTo>
                <a:lnTo>
                  <a:pt x="27651" y="65074"/>
                </a:lnTo>
                <a:lnTo>
                  <a:pt x="26162" y="65620"/>
                </a:lnTo>
                <a:lnTo>
                  <a:pt x="43953" y="65620"/>
                </a:lnTo>
                <a:lnTo>
                  <a:pt x="44642" y="64454"/>
                </a:lnTo>
                <a:lnTo>
                  <a:pt x="46942" y="57451"/>
                </a:lnTo>
                <a:lnTo>
                  <a:pt x="48313" y="48929"/>
                </a:lnTo>
                <a:lnTo>
                  <a:pt x="48767"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358" name="object 358"/>
          <p:cNvSpPr/>
          <p:nvPr/>
        </p:nvSpPr>
        <p:spPr>
          <a:xfrm>
            <a:off x="5847588" y="6370320"/>
            <a:ext cx="33655" cy="78105"/>
          </a:xfrm>
          <a:custGeom>
            <a:avLst/>
            <a:gdLst/>
            <a:ahLst/>
            <a:cxnLst/>
            <a:rect l="l" t="t" r="r" b="b"/>
            <a:pathLst>
              <a:path w="33654" h="78104">
                <a:moveTo>
                  <a:pt x="33527" y="0"/>
                </a:moveTo>
                <a:lnTo>
                  <a:pt x="21716" y="0"/>
                </a:lnTo>
                <a:lnTo>
                  <a:pt x="19938" y="4711"/>
                </a:lnTo>
                <a:lnTo>
                  <a:pt x="16890" y="8839"/>
                </a:lnTo>
                <a:lnTo>
                  <a:pt x="8000" y="15925"/>
                </a:lnTo>
                <a:lnTo>
                  <a:pt x="3810" y="18326"/>
                </a:lnTo>
                <a:lnTo>
                  <a:pt x="0" y="19583"/>
                </a:lnTo>
                <a:lnTo>
                  <a:pt x="0" y="33058"/>
                </a:lnTo>
                <a:lnTo>
                  <a:pt x="7238" y="30619"/>
                </a:lnTo>
                <a:lnTo>
                  <a:pt x="13588" y="26873"/>
                </a:lnTo>
                <a:lnTo>
                  <a:pt x="18923" y="21805"/>
                </a:lnTo>
                <a:lnTo>
                  <a:pt x="18923" y="77723"/>
                </a:lnTo>
                <a:lnTo>
                  <a:pt x="33527" y="77723"/>
                </a:lnTo>
                <a:lnTo>
                  <a:pt x="33527" y="0"/>
                </a:lnTo>
                <a:close/>
              </a:path>
            </a:pathLst>
          </a:custGeom>
          <a:solidFill>
            <a:srgbClr val="4264DE">
              <a:alpha val="10195"/>
            </a:srgbClr>
          </a:solidFill>
        </p:spPr>
        <p:txBody>
          <a:bodyPr wrap="square" lIns="0" tIns="0" rIns="0" bIns="0" rtlCol="0"/>
          <a:lstStyle/>
          <a:p>
            <a:endParaRPr/>
          </a:p>
        </p:txBody>
      </p:sp>
      <p:sp>
        <p:nvSpPr>
          <p:cNvPr id="359" name="object 359"/>
          <p:cNvSpPr/>
          <p:nvPr/>
        </p:nvSpPr>
        <p:spPr>
          <a:xfrm>
            <a:off x="6012179" y="6370320"/>
            <a:ext cx="50800" cy="78105"/>
          </a:xfrm>
          <a:custGeom>
            <a:avLst/>
            <a:gdLst/>
            <a:ahLst/>
            <a:cxnLst/>
            <a:rect l="l" t="t" r="r" b="b"/>
            <a:pathLst>
              <a:path w="50800" h="78104">
                <a:moveTo>
                  <a:pt x="32639" y="0"/>
                </a:moveTo>
                <a:lnTo>
                  <a:pt x="17653" y="0"/>
                </a:lnTo>
                <a:lnTo>
                  <a:pt x="11811" y="2590"/>
                </a:lnTo>
                <a:lnTo>
                  <a:pt x="0" y="38734"/>
                </a:lnTo>
                <a:lnTo>
                  <a:pt x="440" y="48929"/>
                </a:lnTo>
                <a:lnTo>
                  <a:pt x="17653" y="77723"/>
                </a:lnTo>
                <a:lnTo>
                  <a:pt x="32639" y="77723"/>
                </a:lnTo>
                <a:lnTo>
                  <a:pt x="38481" y="75133"/>
                </a:lnTo>
                <a:lnTo>
                  <a:pt x="42672" y="69938"/>
                </a:lnTo>
                <a:lnTo>
                  <a:pt x="45296" y="65620"/>
                </a:lnTo>
                <a:lnTo>
                  <a:pt x="23368" y="65620"/>
                </a:lnTo>
                <a:lnTo>
                  <a:pt x="21701" y="65062"/>
                </a:lnTo>
                <a:lnTo>
                  <a:pt x="18923" y="62852"/>
                </a:lnTo>
                <a:lnTo>
                  <a:pt x="17780" y="60629"/>
                </a:lnTo>
                <a:lnTo>
                  <a:pt x="16002" y="53949"/>
                </a:lnTo>
                <a:lnTo>
                  <a:pt x="15586" y="48929"/>
                </a:lnTo>
                <a:lnTo>
                  <a:pt x="15591" y="28735"/>
                </a:lnTo>
                <a:lnTo>
                  <a:pt x="23368" y="12103"/>
                </a:lnTo>
                <a:lnTo>
                  <a:pt x="45324" y="12103"/>
                </a:lnTo>
                <a:lnTo>
                  <a:pt x="42799" y="7886"/>
                </a:lnTo>
                <a:lnTo>
                  <a:pt x="38481" y="2628"/>
                </a:lnTo>
                <a:lnTo>
                  <a:pt x="32639" y="0"/>
                </a:lnTo>
                <a:close/>
              </a:path>
              <a:path w="50800" h="78104">
                <a:moveTo>
                  <a:pt x="45324" y="12103"/>
                </a:moveTo>
                <a:lnTo>
                  <a:pt x="26924" y="12103"/>
                </a:lnTo>
                <a:lnTo>
                  <a:pt x="28575" y="12661"/>
                </a:lnTo>
                <a:lnTo>
                  <a:pt x="31369" y="14909"/>
                </a:lnTo>
                <a:lnTo>
                  <a:pt x="32512" y="17144"/>
                </a:lnTo>
                <a:lnTo>
                  <a:pt x="34290" y="23825"/>
                </a:lnTo>
                <a:lnTo>
                  <a:pt x="34696" y="28735"/>
                </a:lnTo>
                <a:lnTo>
                  <a:pt x="34708" y="48929"/>
                </a:lnTo>
                <a:lnTo>
                  <a:pt x="34290" y="54152"/>
                </a:lnTo>
                <a:lnTo>
                  <a:pt x="33274" y="57886"/>
                </a:lnTo>
                <a:lnTo>
                  <a:pt x="32512" y="60794"/>
                </a:lnTo>
                <a:lnTo>
                  <a:pt x="31369" y="62814"/>
                </a:lnTo>
                <a:lnTo>
                  <a:pt x="28575" y="65062"/>
                </a:lnTo>
                <a:lnTo>
                  <a:pt x="26924" y="65620"/>
                </a:lnTo>
                <a:lnTo>
                  <a:pt x="45296" y="65620"/>
                </a:lnTo>
                <a:lnTo>
                  <a:pt x="46005" y="64454"/>
                </a:lnTo>
                <a:lnTo>
                  <a:pt x="48387" y="57451"/>
                </a:lnTo>
                <a:lnTo>
                  <a:pt x="49815" y="48929"/>
                </a:lnTo>
                <a:lnTo>
                  <a:pt x="50292"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360" name="object 360"/>
          <p:cNvSpPr/>
          <p:nvPr/>
        </p:nvSpPr>
        <p:spPr>
          <a:xfrm>
            <a:off x="6193535" y="6370320"/>
            <a:ext cx="33655" cy="78105"/>
          </a:xfrm>
          <a:custGeom>
            <a:avLst/>
            <a:gdLst/>
            <a:ahLst/>
            <a:cxnLst/>
            <a:rect l="l" t="t" r="r" b="b"/>
            <a:pathLst>
              <a:path w="33654" h="78104">
                <a:moveTo>
                  <a:pt x="33527" y="0"/>
                </a:moveTo>
                <a:lnTo>
                  <a:pt x="21716" y="0"/>
                </a:lnTo>
                <a:lnTo>
                  <a:pt x="19938" y="4711"/>
                </a:lnTo>
                <a:lnTo>
                  <a:pt x="16890" y="8839"/>
                </a:lnTo>
                <a:lnTo>
                  <a:pt x="8000" y="15925"/>
                </a:lnTo>
                <a:lnTo>
                  <a:pt x="3810" y="18326"/>
                </a:lnTo>
                <a:lnTo>
                  <a:pt x="0" y="19583"/>
                </a:lnTo>
                <a:lnTo>
                  <a:pt x="0" y="33058"/>
                </a:lnTo>
                <a:lnTo>
                  <a:pt x="7238" y="30619"/>
                </a:lnTo>
                <a:lnTo>
                  <a:pt x="13588" y="26873"/>
                </a:lnTo>
                <a:lnTo>
                  <a:pt x="18923" y="21805"/>
                </a:lnTo>
                <a:lnTo>
                  <a:pt x="18923" y="77723"/>
                </a:lnTo>
                <a:lnTo>
                  <a:pt x="33527" y="77723"/>
                </a:lnTo>
                <a:lnTo>
                  <a:pt x="33527" y="0"/>
                </a:lnTo>
                <a:close/>
              </a:path>
            </a:pathLst>
          </a:custGeom>
          <a:solidFill>
            <a:srgbClr val="4264DE">
              <a:alpha val="10195"/>
            </a:srgbClr>
          </a:solidFill>
        </p:spPr>
        <p:txBody>
          <a:bodyPr wrap="square" lIns="0" tIns="0" rIns="0" bIns="0" rtlCol="0"/>
          <a:lstStyle/>
          <a:p>
            <a:endParaRPr/>
          </a:p>
        </p:txBody>
      </p:sp>
      <p:sp>
        <p:nvSpPr>
          <p:cNvPr id="361" name="object 361"/>
          <p:cNvSpPr/>
          <p:nvPr/>
        </p:nvSpPr>
        <p:spPr>
          <a:xfrm>
            <a:off x="6358128" y="6370320"/>
            <a:ext cx="50800" cy="78105"/>
          </a:xfrm>
          <a:custGeom>
            <a:avLst/>
            <a:gdLst/>
            <a:ahLst/>
            <a:cxnLst/>
            <a:rect l="l" t="t" r="r" b="b"/>
            <a:pathLst>
              <a:path w="50800" h="78104">
                <a:moveTo>
                  <a:pt x="32638" y="0"/>
                </a:moveTo>
                <a:lnTo>
                  <a:pt x="17652" y="0"/>
                </a:lnTo>
                <a:lnTo>
                  <a:pt x="11811" y="2590"/>
                </a:lnTo>
                <a:lnTo>
                  <a:pt x="0" y="38734"/>
                </a:lnTo>
                <a:lnTo>
                  <a:pt x="440" y="48929"/>
                </a:lnTo>
                <a:lnTo>
                  <a:pt x="17652" y="77723"/>
                </a:lnTo>
                <a:lnTo>
                  <a:pt x="32638" y="77723"/>
                </a:lnTo>
                <a:lnTo>
                  <a:pt x="38481" y="75133"/>
                </a:lnTo>
                <a:lnTo>
                  <a:pt x="42672" y="69938"/>
                </a:lnTo>
                <a:lnTo>
                  <a:pt x="45296" y="65620"/>
                </a:lnTo>
                <a:lnTo>
                  <a:pt x="23368" y="65620"/>
                </a:lnTo>
                <a:lnTo>
                  <a:pt x="21701" y="65062"/>
                </a:lnTo>
                <a:lnTo>
                  <a:pt x="18923" y="62852"/>
                </a:lnTo>
                <a:lnTo>
                  <a:pt x="17780" y="60629"/>
                </a:lnTo>
                <a:lnTo>
                  <a:pt x="16001" y="53949"/>
                </a:lnTo>
                <a:lnTo>
                  <a:pt x="15586" y="48929"/>
                </a:lnTo>
                <a:lnTo>
                  <a:pt x="15591" y="28735"/>
                </a:lnTo>
                <a:lnTo>
                  <a:pt x="23368" y="12103"/>
                </a:lnTo>
                <a:lnTo>
                  <a:pt x="45324" y="12103"/>
                </a:lnTo>
                <a:lnTo>
                  <a:pt x="42799" y="7886"/>
                </a:lnTo>
                <a:lnTo>
                  <a:pt x="38481" y="2628"/>
                </a:lnTo>
                <a:lnTo>
                  <a:pt x="32638" y="0"/>
                </a:lnTo>
                <a:close/>
              </a:path>
              <a:path w="50800" h="78104">
                <a:moveTo>
                  <a:pt x="45324" y="12103"/>
                </a:moveTo>
                <a:lnTo>
                  <a:pt x="26924" y="12103"/>
                </a:lnTo>
                <a:lnTo>
                  <a:pt x="28575" y="12661"/>
                </a:lnTo>
                <a:lnTo>
                  <a:pt x="31369" y="14909"/>
                </a:lnTo>
                <a:lnTo>
                  <a:pt x="32512" y="17144"/>
                </a:lnTo>
                <a:lnTo>
                  <a:pt x="34289" y="23825"/>
                </a:lnTo>
                <a:lnTo>
                  <a:pt x="34696" y="28735"/>
                </a:lnTo>
                <a:lnTo>
                  <a:pt x="34708" y="48929"/>
                </a:lnTo>
                <a:lnTo>
                  <a:pt x="34289" y="54152"/>
                </a:lnTo>
                <a:lnTo>
                  <a:pt x="33274" y="57886"/>
                </a:lnTo>
                <a:lnTo>
                  <a:pt x="32512" y="60794"/>
                </a:lnTo>
                <a:lnTo>
                  <a:pt x="31369" y="62814"/>
                </a:lnTo>
                <a:lnTo>
                  <a:pt x="28575" y="65062"/>
                </a:lnTo>
                <a:lnTo>
                  <a:pt x="26924" y="65620"/>
                </a:lnTo>
                <a:lnTo>
                  <a:pt x="45296" y="65620"/>
                </a:lnTo>
                <a:lnTo>
                  <a:pt x="46005" y="64454"/>
                </a:lnTo>
                <a:lnTo>
                  <a:pt x="48387" y="57451"/>
                </a:lnTo>
                <a:lnTo>
                  <a:pt x="49815" y="48929"/>
                </a:lnTo>
                <a:lnTo>
                  <a:pt x="50292"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362" name="object 362"/>
          <p:cNvSpPr/>
          <p:nvPr/>
        </p:nvSpPr>
        <p:spPr>
          <a:xfrm>
            <a:off x="6539483" y="6370320"/>
            <a:ext cx="33655" cy="78105"/>
          </a:xfrm>
          <a:custGeom>
            <a:avLst/>
            <a:gdLst/>
            <a:ahLst/>
            <a:cxnLst/>
            <a:rect l="l" t="t" r="r" b="b"/>
            <a:pathLst>
              <a:path w="33654" h="78104">
                <a:moveTo>
                  <a:pt x="33527" y="0"/>
                </a:moveTo>
                <a:lnTo>
                  <a:pt x="21717" y="0"/>
                </a:lnTo>
                <a:lnTo>
                  <a:pt x="19939" y="4711"/>
                </a:lnTo>
                <a:lnTo>
                  <a:pt x="16891" y="8839"/>
                </a:lnTo>
                <a:lnTo>
                  <a:pt x="8000" y="15925"/>
                </a:lnTo>
                <a:lnTo>
                  <a:pt x="3810" y="18326"/>
                </a:lnTo>
                <a:lnTo>
                  <a:pt x="0" y="19583"/>
                </a:lnTo>
                <a:lnTo>
                  <a:pt x="0" y="33058"/>
                </a:lnTo>
                <a:lnTo>
                  <a:pt x="7239" y="30619"/>
                </a:lnTo>
                <a:lnTo>
                  <a:pt x="13589" y="26873"/>
                </a:lnTo>
                <a:lnTo>
                  <a:pt x="18923" y="21805"/>
                </a:lnTo>
                <a:lnTo>
                  <a:pt x="18923" y="77723"/>
                </a:lnTo>
                <a:lnTo>
                  <a:pt x="33527" y="77723"/>
                </a:lnTo>
                <a:lnTo>
                  <a:pt x="33527" y="0"/>
                </a:lnTo>
                <a:close/>
              </a:path>
            </a:pathLst>
          </a:custGeom>
          <a:solidFill>
            <a:srgbClr val="4264DE">
              <a:alpha val="10195"/>
            </a:srgbClr>
          </a:solidFill>
        </p:spPr>
        <p:txBody>
          <a:bodyPr wrap="square" lIns="0" tIns="0" rIns="0" bIns="0" rtlCol="0"/>
          <a:lstStyle/>
          <a:p>
            <a:endParaRPr/>
          </a:p>
        </p:txBody>
      </p:sp>
      <p:sp>
        <p:nvSpPr>
          <p:cNvPr id="363" name="object 363"/>
          <p:cNvSpPr/>
          <p:nvPr/>
        </p:nvSpPr>
        <p:spPr>
          <a:xfrm>
            <a:off x="6705600" y="6370320"/>
            <a:ext cx="50800" cy="78105"/>
          </a:xfrm>
          <a:custGeom>
            <a:avLst/>
            <a:gdLst/>
            <a:ahLst/>
            <a:cxnLst/>
            <a:rect l="l" t="t" r="r" b="b"/>
            <a:pathLst>
              <a:path w="50800" h="78104">
                <a:moveTo>
                  <a:pt x="32639" y="0"/>
                </a:moveTo>
                <a:lnTo>
                  <a:pt x="17652" y="0"/>
                </a:lnTo>
                <a:lnTo>
                  <a:pt x="11810" y="2590"/>
                </a:lnTo>
                <a:lnTo>
                  <a:pt x="0" y="38734"/>
                </a:lnTo>
                <a:lnTo>
                  <a:pt x="440" y="48929"/>
                </a:lnTo>
                <a:lnTo>
                  <a:pt x="17652" y="77723"/>
                </a:lnTo>
                <a:lnTo>
                  <a:pt x="32639" y="77723"/>
                </a:lnTo>
                <a:lnTo>
                  <a:pt x="38480" y="75133"/>
                </a:lnTo>
                <a:lnTo>
                  <a:pt x="42672" y="69938"/>
                </a:lnTo>
                <a:lnTo>
                  <a:pt x="45296" y="65620"/>
                </a:lnTo>
                <a:lnTo>
                  <a:pt x="23368" y="65620"/>
                </a:lnTo>
                <a:lnTo>
                  <a:pt x="21701" y="65062"/>
                </a:lnTo>
                <a:lnTo>
                  <a:pt x="18923" y="62852"/>
                </a:lnTo>
                <a:lnTo>
                  <a:pt x="17779" y="60629"/>
                </a:lnTo>
                <a:lnTo>
                  <a:pt x="16001" y="53949"/>
                </a:lnTo>
                <a:lnTo>
                  <a:pt x="15586" y="48929"/>
                </a:lnTo>
                <a:lnTo>
                  <a:pt x="15591" y="28735"/>
                </a:lnTo>
                <a:lnTo>
                  <a:pt x="23368" y="12103"/>
                </a:lnTo>
                <a:lnTo>
                  <a:pt x="45324" y="12103"/>
                </a:lnTo>
                <a:lnTo>
                  <a:pt x="42799" y="7886"/>
                </a:lnTo>
                <a:lnTo>
                  <a:pt x="38480" y="2628"/>
                </a:lnTo>
                <a:lnTo>
                  <a:pt x="32639" y="0"/>
                </a:lnTo>
                <a:close/>
              </a:path>
              <a:path w="50800" h="78104">
                <a:moveTo>
                  <a:pt x="45324" y="12103"/>
                </a:moveTo>
                <a:lnTo>
                  <a:pt x="26924" y="12103"/>
                </a:lnTo>
                <a:lnTo>
                  <a:pt x="28575" y="12661"/>
                </a:lnTo>
                <a:lnTo>
                  <a:pt x="31369" y="14909"/>
                </a:lnTo>
                <a:lnTo>
                  <a:pt x="32511" y="17144"/>
                </a:lnTo>
                <a:lnTo>
                  <a:pt x="34290" y="23825"/>
                </a:lnTo>
                <a:lnTo>
                  <a:pt x="34696" y="28735"/>
                </a:lnTo>
                <a:lnTo>
                  <a:pt x="34708" y="48929"/>
                </a:lnTo>
                <a:lnTo>
                  <a:pt x="34290" y="54152"/>
                </a:lnTo>
                <a:lnTo>
                  <a:pt x="33274" y="57886"/>
                </a:lnTo>
                <a:lnTo>
                  <a:pt x="32511" y="60794"/>
                </a:lnTo>
                <a:lnTo>
                  <a:pt x="31369" y="62814"/>
                </a:lnTo>
                <a:lnTo>
                  <a:pt x="28575" y="65062"/>
                </a:lnTo>
                <a:lnTo>
                  <a:pt x="26924" y="65620"/>
                </a:lnTo>
                <a:lnTo>
                  <a:pt x="45296" y="65620"/>
                </a:lnTo>
                <a:lnTo>
                  <a:pt x="46005" y="64454"/>
                </a:lnTo>
                <a:lnTo>
                  <a:pt x="48386" y="57451"/>
                </a:lnTo>
                <a:lnTo>
                  <a:pt x="49815" y="48929"/>
                </a:lnTo>
                <a:lnTo>
                  <a:pt x="50292"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364" name="object 364"/>
          <p:cNvSpPr/>
          <p:nvPr/>
        </p:nvSpPr>
        <p:spPr>
          <a:xfrm>
            <a:off x="6886956" y="6370320"/>
            <a:ext cx="33655" cy="78105"/>
          </a:xfrm>
          <a:custGeom>
            <a:avLst/>
            <a:gdLst/>
            <a:ahLst/>
            <a:cxnLst/>
            <a:rect l="l" t="t" r="r" b="b"/>
            <a:pathLst>
              <a:path w="33654" h="78104">
                <a:moveTo>
                  <a:pt x="33527" y="0"/>
                </a:moveTo>
                <a:lnTo>
                  <a:pt x="21717" y="0"/>
                </a:lnTo>
                <a:lnTo>
                  <a:pt x="19939" y="4711"/>
                </a:lnTo>
                <a:lnTo>
                  <a:pt x="16891" y="8839"/>
                </a:lnTo>
                <a:lnTo>
                  <a:pt x="8000" y="15925"/>
                </a:lnTo>
                <a:lnTo>
                  <a:pt x="3810" y="18326"/>
                </a:lnTo>
                <a:lnTo>
                  <a:pt x="0" y="19583"/>
                </a:lnTo>
                <a:lnTo>
                  <a:pt x="0" y="33058"/>
                </a:lnTo>
                <a:lnTo>
                  <a:pt x="7239" y="30619"/>
                </a:lnTo>
                <a:lnTo>
                  <a:pt x="13589" y="26873"/>
                </a:lnTo>
                <a:lnTo>
                  <a:pt x="18923" y="21805"/>
                </a:lnTo>
                <a:lnTo>
                  <a:pt x="18923" y="77723"/>
                </a:lnTo>
                <a:lnTo>
                  <a:pt x="33527" y="77723"/>
                </a:lnTo>
                <a:lnTo>
                  <a:pt x="33527" y="0"/>
                </a:lnTo>
                <a:close/>
              </a:path>
            </a:pathLst>
          </a:custGeom>
          <a:solidFill>
            <a:srgbClr val="4264DE">
              <a:alpha val="10195"/>
            </a:srgbClr>
          </a:solidFill>
        </p:spPr>
        <p:txBody>
          <a:bodyPr wrap="square" lIns="0" tIns="0" rIns="0" bIns="0" rtlCol="0"/>
          <a:lstStyle/>
          <a:p>
            <a:endParaRPr/>
          </a:p>
        </p:txBody>
      </p:sp>
      <p:sp>
        <p:nvSpPr>
          <p:cNvPr id="365" name="object 365"/>
          <p:cNvSpPr/>
          <p:nvPr/>
        </p:nvSpPr>
        <p:spPr>
          <a:xfrm>
            <a:off x="7051547" y="6370320"/>
            <a:ext cx="50800" cy="78105"/>
          </a:xfrm>
          <a:custGeom>
            <a:avLst/>
            <a:gdLst/>
            <a:ahLst/>
            <a:cxnLst/>
            <a:rect l="l" t="t" r="r" b="b"/>
            <a:pathLst>
              <a:path w="50800" h="78104">
                <a:moveTo>
                  <a:pt x="32638" y="0"/>
                </a:moveTo>
                <a:lnTo>
                  <a:pt x="17652" y="0"/>
                </a:lnTo>
                <a:lnTo>
                  <a:pt x="11810" y="2590"/>
                </a:lnTo>
                <a:lnTo>
                  <a:pt x="0" y="38734"/>
                </a:lnTo>
                <a:lnTo>
                  <a:pt x="440" y="48929"/>
                </a:lnTo>
                <a:lnTo>
                  <a:pt x="17652" y="77723"/>
                </a:lnTo>
                <a:lnTo>
                  <a:pt x="32638" y="77723"/>
                </a:lnTo>
                <a:lnTo>
                  <a:pt x="38480" y="75133"/>
                </a:lnTo>
                <a:lnTo>
                  <a:pt x="42672" y="69938"/>
                </a:lnTo>
                <a:lnTo>
                  <a:pt x="45296" y="65620"/>
                </a:lnTo>
                <a:lnTo>
                  <a:pt x="23368" y="65620"/>
                </a:lnTo>
                <a:lnTo>
                  <a:pt x="21701" y="65062"/>
                </a:lnTo>
                <a:lnTo>
                  <a:pt x="18923" y="62852"/>
                </a:lnTo>
                <a:lnTo>
                  <a:pt x="17779" y="60629"/>
                </a:lnTo>
                <a:lnTo>
                  <a:pt x="16001" y="53949"/>
                </a:lnTo>
                <a:lnTo>
                  <a:pt x="15586" y="48929"/>
                </a:lnTo>
                <a:lnTo>
                  <a:pt x="15591" y="28735"/>
                </a:lnTo>
                <a:lnTo>
                  <a:pt x="23368" y="12103"/>
                </a:lnTo>
                <a:lnTo>
                  <a:pt x="45324" y="12103"/>
                </a:lnTo>
                <a:lnTo>
                  <a:pt x="42799" y="7886"/>
                </a:lnTo>
                <a:lnTo>
                  <a:pt x="38480" y="2628"/>
                </a:lnTo>
                <a:lnTo>
                  <a:pt x="32638" y="0"/>
                </a:lnTo>
                <a:close/>
              </a:path>
              <a:path w="50800" h="78104">
                <a:moveTo>
                  <a:pt x="45324" y="12103"/>
                </a:moveTo>
                <a:lnTo>
                  <a:pt x="26924" y="12103"/>
                </a:lnTo>
                <a:lnTo>
                  <a:pt x="28575" y="12661"/>
                </a:lnTo>
                <a:lnTo>
                  <a:pt x="31369" y="14909"/>
                </a:lnTo>
                <a:lnTo>
                  <a:pt x="32511" y="17144"/>
                </a:lnTo>
                <a:lnTo>
                  <a:pt x="34290" y="23825"/>
                </a:lnTo>
                <a:lnTo>
                  <a:pt x="34696" y="28735"/>
                </a:lnTo>
                <a:lnTo>
                  <a:pt x="34708" y="48929"/>
                </a:lnTo>
                <a:lnTo>
                  <a:pt x="34290" y="54152"/>
                </a:lnTo>
                <a:lnTo>
                  <a:pt x="33274" y="57886"/>
                </a:lnTo>
                <a:lnTo>
                  <a:pt x="32511" y="60794"/>
                </a:lnTo>
                <a:lnTo>
                  <a:pt x="31369" y="62814"/>
                </a:lnTo>
                <a:lnTo>
                  <a:pt x="28575" y="65062"/>
                </a:lnTo>
                <a:lnTo>
                  <a:pt x="26924" y="65620"/>
                </a:lnTo>
                <a:lnTo>
                  <a:pt x="45296" y="65620"/>
                </a:lnTo>
                <a:lnTo>
                  <a:pt x="46005" y="64454"/>
                </a:lnTo>
                <a:lnTo>
                  <a:pt x="48386" y="57451"/>
                </a:lnTo>
                <a:lnTo>
                  <a:pt x="49815" y="48929"/>
                </a:lnTo>
                <a:lnTo>
                  <a:pt x="50292"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366" name="object 366"/>
          <p:cNvSpPr/>
          <p:nvPr/>
        </p:nvSpPr>
        <p:spPr>
          <a:xfrm>
            <a:off x="7232904" y="6370320"/>
            <a:ext cx="33655" cy="78105"/>
          </a:xfrm>
          <a:custGeom>
            <a:avLst/>
            <a:gdLst/>
            <a:ahLst/>
            <a:cxnLst/>
            <a:rect l="l" t="t" r="r" b="b"/>
            <a:pathLst>
              <a:path w="33654" h="78104">
                <a:moveTo>
                  <a:pt x="33527" y="0"/>
                </a:moveTo>
                <a:lnTo>
                  <a:pt x="21717" y="0"/>
                </a:lnTo>
                <a:lnTo>
                  <a:pt x="19939" y="4711"/>
                </a:lnTo>
                <a:lnTo>
                  <a:pt x="16891" y="8839"/>
                </a:lnTo>
                <a:lnTo>
                  <a:pt x="8000" y="15925"/>
                </a:lnTo>
                <a:lnTo>
                  <a:pt x="3810" y="18326"/>
                </a:lnTo>
                <a:lnTo>
                  <a:pt x="0" y="19583"/>
                </a:lnTo>
                <a:lnTo>
                  <a:pt x="0" y="33058"/>
                </a:lnTo>
                <a:lnTo>
                  <a:pt x="7239" y="30619"/>
                </a:lnTo>
                <a:lnTo>
                  <a:pt x="13589" y="26873"/>
                </a:lnTo>
                <a:lnTo>
                  <a:pt x="18923" y="21805"/>
                </a:lnTo>
                <a:lnTo>
                  <a:pt x="18923" y="77723"/>
                </a:lnTo>
                <a:lnTo>
                  <a:pt x="33527" y="77723"/>
                </a:lnTo>
                <a:lnTo>
                  <a:pt x="33527" y="0"/>
                </a:lnTo>
                <a:close/>
              </a:path>
            </a:pathLst>
          </a:custGeom>
          <a:solidFill>
            <a:srgbClr val="4264DE">
              <a:alpha val="10195"/>
            </a:srgbClr>
          </a:solidFill>
        </p:spPr>
        <p:txBody>
          <a:bodyPr wrap="square" lIns="0" tIns="0" rIns="0" bIns="0" rtlCol="0"/>
          <a:lstStyle/>
          <a:p>
            <a:endParaRPr/>
          </a:p>
        </p:txBody>
      </p:sp>
      <p:sp>
        <p:nvSpPr>
          <p:cNvPr id="367" name="object 367"/>
          <p:cNvSpPr/>
          <p:nvPr/>
        </p:nvSpPr>
        <p:spPr>
          <a:xfrm>
            <a:off x="7399019" y="6370320"/>
            <a:ext cx="48895" cy="78105"/>
          </a:xfrm>
          <a:custGeom>
            <a:avLst/>
            <a:gdLst/>
            <a:ahLst/>
            <a:cxnLst/>
            <a:rect l="l" t="t" r="r" b="b"/>
            <a:pathLst>
              <a:path w="48895" h="78104">
                <a:moveTo>
                  <a:pt x="31623" y="0"/>
                </a:moveTo>
                <a:lnTo>
                  <a:pt x="17145" y="0"/>
                </a:lnTo>
                <a:lnTo>
                  <a:pt x="11429" y="2590"/>
                </a:lnTo>
                <a:lnTo>
                  <a:pt x="0" y="38734"/>
                </a:lnTo>
                <a:lnTo>
                  <a:pt x="438" y="48929"/>
                </a:lnTo>
                <a:lnTo>
                  <a:pt x="17018" y="77723"/>
                </a:lnTo>
                <a:lnTo>
                  <a:pt x="31623" y="77723"/>
                </a:lnTo>
                <a:lnTo>
                  <a:pt x="37337" y="75133"/>
                </a:lnTo>
                <a:lnTo>
                  <a:pt x="41401" y="69938"/>
                </a:lnTo>
                <a:lnTo>
                  <a:pt x="43953" y="65620"/>
                </a:lnTo>
                <a:lnTo>
                  <a:pt x="22605" y="65620"/>
                </a:lnTo>
                <a:lnTo>
                  <a:pt x="21065" y="65062"/>
                </a:lnTo>
                <a:lnTo>
                  <a:pt x="15182" y="48929"/>
                </a:lnTo>
                <a:lnTo>
                  <a:pt x="15186" y="28735"/>
                </a:lnTo>
                <a:lnTo>
                  <a:pt x="22605" y="12103"/>
                </a:lnTo>
                <a:lnTo>
                  <a:pt x="43911" y="12103"/>
                </a:lnTo>
                <a:lnTo>
                  <a:pt x="41401" y="7886"/>
                </a:lnTo>
                <a:lnTo>
                  <a:pt x="37337" y="2628"/>
                </a:lnTo>
                <a:lnTo>
                  <a:pt x="31623" y="0"/>
                </a:lnTo>
                <a:close/>
              </a:path>
              <a:path w="48895" h="78104">
                <a:moveTo>
                  <a:pt x="43911" y="12103"/>
                </a:moveTo>
                <a:lnTo>
                  <a:pt x="26161" y="12103"/>
                </a:lnTo>
                <a:lnTo>
                  <a:pt x="27685" y="12661"/>
                </a:lnTo>
                <a:lnTo>
                  <a:pt x="29082" y="13779"/>
                </a:lnTo>
                <a:lnTo>
                  <a:pt x="33588" y="48929"/>
                </a:lnTo>
                <a:lnTo>
                  <a:pt x="33274" y="54152"/>
                </a:lnTo>
                <a:lnTo>
                  <a:pt x="32257" y="57886"/>
                </a:lnTo>
                <a:lnTo>
                  <a:pt x="31496" y="60794"/>
                </a:lnTo>
                <a:lnTo>
                  <a:pt x="30352" y="62814"/>
                </a:lnTo>
                <a:lnTo>
                  <a:pt x="29051" y="63969"/>
                </a:lnTo>
                <a:lnTo>
                  <a:pt x="27651" y="65074"/>
                </a:lnTo>
                <a:lnTo>
                  <a:pt x="26161" y="65620"/>
                </a:lnTo>
                <a:lnTo>
                  <a:pt x="43953" y="65620"/>
                </a:lnTo>
                <a:lnTo>
                  <a:pt x="44642" y="64454"/>
                </a:lnTo>
                <a:lnTo>
                  <a:pt x="46942" y="57451"/>
                </a:lnTo>
                <a:lnTo>
                  <a:pt x="48313" y="48929"/>
                </a:lnTo>
                <a:lnTo>
                  <a:pt x="48768"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368" name="object 368"/>
          <p:cNvSpPr/>
          <p:nvPr/>
        </p:nvSpPr>
        <p:spPr>
          <a:xfrm>
            <a:off x="7580376" y="6370320"/>
            <a:ext cx="33655" cy="78105"/>
          </a:xfrm>
          <a:custGeom>
            <a:avLst/>
            <a:gdLst/>
            <a:ahLst/>
            <a:cxnLst/>
            <a:rect l="l" t="t" r="r" b="b"/>
            <a:pathLst>
              <a:path w="33654" h="78104">
                <a:moveTo>
                  <a:pt x="33527" y="0"/>
                </a:moveTo>
                <a:lnTo>
                  <a:pt x="21717" y="0"/>
                </a:lnTo>
                <a:lnTo>
                  <a:pt x="19939" y="4711"/>
                </a:lnTo>
                <a:lnTo>
                  <a:pt x="16891" y="8839"/>
                </a:lnTo>
                <a:lnTo>
                  <a:pt x="8000" y="15925"/>
                </a:lnTo>
                <a:lnTo>
                  <a:pt x="3809" y="18326"/>
                </a:lnTo>
                <a:lnTo>
                  <a:pt x="0" y="19583"/>
                </a:lnTo>
                <a:lnTo>
                  <a:pt x="0" y="33058"/>
                </a:lnTo>
                <a:lnTo>
                  <a:pt x="7239" y="30619"/>
                </a:lnTo>
                <a:lnTo>
                  <a:pt x="13589" y="26873"/>
                </a:lnTo>
                <a:lnTo>
                  <a:pt x="18923" y="21805"/>
                </a:lnTo>
                <a:lnTo>
                  <a:pt x="18923" y="77723"/>
                </a:lnTo>
                <a:lnTo>
                  <a:pt x="33527" y="77723"/>
                </a:lnTo>
                <a:lnTo>
                  <a:pt x="33527" y="0"/>
                </a:lnTo>
                <a:close/>
              </a:path>
            </a:pathLst>
          </a:custGeom>
          <a:solidFill>
            <a:srgbClr val="4264DE">
              <a:alpha val="10195"/>
            </a:srgbClr>
          </a:solidFill>
        </p:spPr>
        <p:txBody>
          <a:bodyPr wrap="square" lIns="0" tIns="0" rIns="0" bIns="0" rtlCol="0"/>
          <a:lstStyle/>
          <a:p>
            <a:endParaRPr/>
          </a:p>
        </p:txBody>
      </p:sp>
      <p:sp>
        <p:nvSpPr>
          <p:cNvPr id="369" name="object 369"/>
          <p:cNvSpPr/>
          <p:nvPr/>
        </p:nvSpPr>
        <p:spPr>
          <a:xfrm>
            <a:off x="7744968" y="6370320"/>
            <a:ext cx="50800" cy="78105"/>
          </a:xfrm>
          <a:custGeom>
            <a:avLst/>
            <a:gdLst/>
            <a:ahLst/>
            <a:cxnLst/>
            <a:rect l="l" t="t" r="r" b="b"/>
            <a:pathLst>
              <a:path w="50800" h="78104">
                <a:moveTo>
                  <a:pt x="32638" y="0"/>
                </a:moveTo>
                <a:lnTo>
                  <a:pt x="17652" y="0"/>
                </a:lnTo>
                <a:lnTo>
                  <a:pt x="11810" y="2590"/>
                </a:lnTo>
                <a:lnTo>
                  <a:pt x="0" y="38734"/>
                </a:lnTo>
                <a:lnTo>
                  <a:pt x="440" y="48929"/>
                </a:lnTo>
                <a:lnTo>
                  <a:pt x="17652" y="77723"/>
                </a:lnTo>
                <a:lnTo>
                  <a:pt x="32638" y="77723"/>
                </a:lnTo>
                <a:lnTo>
                  <a:pt x="38480" y="75133"/>
                </a:lnTo>
                <a:lnTo>
                  <a:pt x="42672" y="69938"/>
                </a:lnTo>
                <a:lnTo>
                  <a:pt x="45296" y="65620"/>
                </a:lnTo>
                <a:lnTo>
                  <a:pt x="23367" y="65620"/>
                </a:lnTo>
                <a:lnTo>
                  <a:pt x="21701" y="65062"/>
                </a:lnTo>
                <a:lnTo>
                  <a:pt x="18923" y="62852"/>
                </a:lnTo>
                <a:lnTo>
                  <a:pt x="17779" y="60629"/>
                </a:lnTo>
                <a:lnTo>
                  <a:pt x="16001" y="53949"/>
                </a:lnTo>
                <a:lnTo>
                  <a:pt x="15586" y="48929"/>
                </a:lnTo>
                <a:lnTo>
                  <a:pt x="15591" y="28735"/>
                </a:lnTo>
                <a:lnTo>
                  <a:pt x="23367" y="12103"/>
                </a:lnTo>
                <a:lnTo>
                  <a:pt x="45324" y="12103"/>
                </a:lnTo>
                <a:lnTo>
                  <a:pt x="42799" y="7886"/>
                </a:lnTo>
                <a:lnTo>
                  <a:pt x="38480" y="2628"/>
                </a:lnTo>
                <a:lnTo>
                  <a:pt x="32638" y="0"/>
                </a:lnTo>
                <a:close/>
              </a:path>
              <a:path w="50800" h="78104">
                <a:moveTo>
                  <a:pt x="45324" y="12103"/>
                </a:moveTo>
                <a:lnTo>
                  <a:pt x="26924" y="12103"/>
                </a:lnTo>
                <a:lnTo>
                  <a:pt x="28575" y="12661"/>
                </a:lnTo>
                <a:lnTo>
                  <a:pt x="31368" y="14909"/>
                </a:lnTo>
                <a:lnTo>
                  <a:pt x="32511" y="17144"/>
                </a:lnTo>
                <a:lnTo>
                  <a:pt x="34289" y="23825"/>
                </a:lnTo>
                <a:lnTo>
                  <a:pt x="34696" y="28735"/>
                </a:lnTo>
                <a:lnTo>
                  <a:pt x="34708" y="48929"/>
                </a:lnTo>
                <a:lnTo>
                  <a:pt x="34289" y="54152"/>
                </a:lnTo>
                <a:lnTo>
                  <a:pt x="33274" y="57886"/>
                </a:lnTo>
                <a:lnTo>
                  <a:pt x="32511" y="60794"/>
                </a:lnTo>
                <a:lnTo>
                  <a:pt x="31368" y="62814"/>
                </a:lnTo>
                <a:lnTo>
                  <a:pt x="28575" y="65062"/>
                </a:lnTo>
                <a:lnTo>
                  <a:pt x="26924" y="65620"/>
                </a:lnTo>
                <a:lnTo>
                  <a:pt x="45296" y="65620"/>
                </a:lnTo>
                <a:lnTo>
                  <a:pt x="46005" y="64454"/>
                </a:lnTo>
                <a:lnTo>
                  <a:pt x="48386" y="57451"/>
                </a:lnTo>
                <a:lnTo>
                  <a:pt x="49815" y="48929"/>
                </a:lnTo>
                <a:lnTo>
                  <a:pt x="50291"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370" name="object 370"/>
          <p:cNvSpPr/>
          <p:nvPr/>
        </p:nvSpPr>
        <p:spPr>
          <a:xfrm>
            <a:off x="7926323" y="6370320"/>
            <a:ext cx="33655" cy="78105"/>
          </a:xfrm>
          <a:custGeom>
            <a:avLst/>
            <a:gdLst/>
            <a:ahLst/>
            <a:cxnLst/>
            <a:rect l="l" t="t" r="r" b="b"/>
            <a:pathLst>
              <a:path w="33654" h="78104">
                <a:moveTo>
                  <a:pt x="33527" y="0"/>
                </a:moveTo>
                <a:lnTo>
                  <a:pt x="21717" y="0"/>
                </a:lnTo>
                <a:lnTo>
                  <a:pt x="19939" y="4711"/>
                </a:lnTo>
                <a:lnTo>
                  <a:pt x="16891" y="8839"/>
                </a:lnTo>
                <a:lnTo>
                  <a:pt x="8000" y="15925"/>
                </a:lnTo>
                <a:lnTo>
                  <a:pt x="3809" y="18326"/>
                </a:lnTo>
                <a:lnTo>
                  <a:pt x="0" y="19583"/>
                </a:lnTo>
                <a:lnTo>
                  <a:pt x="0" y="33058"/>
                </a:lnTo>
                <a:lnTo>
                  <a:pt x="7239" y="30619"/>
                </a:lnTo>
                <a:lnTo>
                  <a:pt x="13589" y="26873"/>
                </a:lnTo>
                <a:lnTo>
                  <a:pt x="18923" y="21805"/>
                </a:lnTo>
                <a:lnTo>
                  <a:pt x="18923" y="77723"/>
                </a:lnTo>
                <a:lnTo>
                  <a:pt x="33527" y="77723"/>
                </a:lnTo>
                <a:lnTo>
                  <a:pt x="33527" y="0"/>
                </a:lnTo>
                <a:close/>
              </a:path>
            </a:pathLst>
          </a:custGeom>
          <a:solidFill>
            <a:srgbClr val="4264DE">
              <a:alpha val="10195"/>
            </a:srgbClr>
          </a:solidFill>
        </p:spPr>
        <p:txBody>
          <a:bodyPr wrap="square" lIns="0" tIns="0" rIns="0" bIns="0" rtlCol="0"/>
          <a:lstStyle/>
          <a:p>
            <a:endParaRPr/>
          </a:p>
        </p:txBody>
      </p:sp>
      <p:sp>
        <p:nvSpPr>
          <p:cNvPr id="371" name="object 371"/>
          <p:cNvSpPr/>
          <p:nvPr/>
        </p:nvSpPr>
        <p:spPr>
          <a:xfrm>
            <a:off x="8092440" y="6370320"/>
            <a:ext cx="48895" cy="78105"/>
          </a:xfrm>
          <a:custGeom>
            <a:avLst/>
            <a:gdLst/>
            <a:ahLst/>
            <a:cxnLst/>
            <a:rect l="l" t="t" r="r" b="b"/>
            <a:pathLst>
              <a:path w="48895" h="78104">
                <a:moveTo>
                  <a:pt x="31623" y="0"/>
                </a:moveTo>
                <a:lnTo>
                  <a:pt x="17144" y="0"/>
                </a:lnTo>
                <a:lnTo>
                  <a:pt x="11429" y="2590"/>
                </a:lnTo>
                <a:lnTo>
                  <a:pt x="0" y="38734"/>
                </a:lnTo>
                <a:lnTo>
                  <a:pt x="438" y="48929"/>
                </a:lnTo>
                <a:lnTo>
                  <a:pt x="17017" y="77723"/>
                </a:lnTo>
                <a:lnTo>
                  <a:pt x="31623" y="77723"/>
                </a:lnTo>
                <a:lnTo>
                  <a:pt x="37337" y="75133"/>
                </a:lnTo>
                <a:lnTo>
                  <a:pt x="41401" y="69938"/>
                </a:lnTo>
                <a:lnTo>
                  <a:pt x="43953" y="65620"/>
                </a:lnTo>
                <a:lnTo>
                  <a:pt x="22605" y="65620"/>
                </a:lnTo>
                <a:lnTo>
                  <a:pt x="21065" y="65062"/>
                </a:lnTo>
                <a:lnTo>
                  <a:pt x="15182" y="48929"/>
                </a:lnTo>
                <a:lnTo>
                  <a:pt x="15186" y="28735"/>
                </a:lnTo>
                <a:lnTo>
                  <a:pt x="22605" y="12103"/>
                </a:lnTo>
                <a:lnTo>
                  <a:pt x="43911" y="12103"/>
                </a:lnTo>
                <a:lnTo>
                  <a:pt x="41401" y="7886"/>
                </a:lnTo>
                <a:lnTo>
                  <a:pt x="37337" y="2628"/>
                </a:lnTo>
                <a:lnTo>
                  <a:pt x="31623" y="0"/>
                </a:lnTo>
                <a:close/>
              </a:path>
              <a:path w="48895" h="78104">
                <a:moveTo>
                  <a:pt x="43911" y="12103"/>
                </a:moveTo>
                <a:lnTo>
                  <a:pt x="26161" y="12103"/>
                </a:lnTo>
                <a:lnTo>
                  <a:pt x="27685" y="12661"/>
                </a:lnTo>
                <a:lnTo>
                  <a:pt x="28955" y="13779"/>
                </a:lnTo>
                <a:lnTo>
                  <a:pt x="33588" y="48929"/>
                </a:lnTo>
                <a:lnTo>
                  <a:pt x="33274" y="54152"/>
                </a:lnTo>
                <a:lnTo>
                  <a:pt x="32257" y="57886"/>
                </a:lnTo>
                <a:lnTo>
                  <a:pt x="31495" y="60794"/>
                </a:lnTo>
                <a:lnTo>
                  <a:pt x="30352" y="62814"/>
                </a:lnTo>
                <a:lnTo>
                  <a:pt x="29051" y="63969"/>
                </a:lnTo>
                <a:lnTo>
                  <a:pt x="27651" y="65074"/>
                </a:lnTo>
                <a:lnTo>
                  <a:pt x="26161" y="65620"/>
                </a:lnTo>
                <a:lnTo>
                  <a:pt x="43953" y="65620"/>
                </a:lnTo>
                <a:lnTo>
                  <a:pt x="44642" y="64454"/>
                </a:lnTo>
                <a:lnTo>
                  <a:pt x="46942" y="57451"/>
                </a:lnTo>
                <a:lnTo>
                  <a:pt x="48313" y="48929"/>
                </a:lnTo>
                <a:lnTo>
                  <a:pt x="48767"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372" name="object 372"/>
          <p:cNvSpPr/>
          <p:nvPr/>
        </p:nvSpPr>
        <p:spPr>
          <a:xfrm>
            <a:off x="8273795" y="6370320"/>
            <a:ext cx="33655" cy="78105"/>
          </a:xfrm>
          <a:custGeom>
            <a:avLst/>
            <a:gdLst/>
            <a:ahLst/>
            <a:cxnLst/>
            <a:rect l="l" t="t" r="r" b="b"/>
            <a:pathLst>
              <a:path w="33654" h="78104">
                <a:moveTo>
                  <a:pt x="33527" y="0"/>
                </a:moveTo>
                <a:lnTo>
                  <a:pt x="21717" y="0"/>
                </a:lnTo>
                <a:lnTo>
                  <a:pt x="19938" y="4711"/>
                </a:lnTo>
                <a:lnTo>
                  <a:pt x="16890" y="8839"/>
                </a:lnTo>
                <a:lnTo>
                  <a:pt x="8000" y="15925"/>
                </a:lnTo>
                <a:lnTo>
                  <a:pt x="3809" y="18326"/>
                </a:lnTo>
                <a:lnTo>
                  <a:pt x="0" y="19583"/>
                </a:lnTo>
                <a:lnTo>
                  <a:pt x="0" y="33058"/>
                </a:lnTo>
                <a:lnTo>
                  <a:pt x="7238" y="30619"/>
                </a:lnTo>
                <a:lnTo>
                  <a:pt x="13588" y="26873"/>
                </a:lnTo>
                <a:lnTo>
                  <a:pt x="18923" y="21805"/>
                </a:lnTo>
                <a:lnTo>
                  <a:pt x="18923" y="77723"/>
                </a:lnTo>
                <a:lnTo>
                  <a:pt x="33527" y="77723"/>
                </a:lnTo>
                <a:lnTo>
                  <a:pt x="33527" y="0"/>
                </a:lnTo>
                <a:close/>
              </a:path>
            </a:pathLst>
          </a:custGeom>
          <a:solidFill>
            <a:srgbClr val="4264DE">
              <a:alpha val="10195"/>
            </a:srgbClr>
          </a:solidFill>
        </p:spPr>
        <p:txBody>
          <a:bodyPr wrap="square" lIns="0" tIns="0" rIns="0" bIns="0" rtlCol="0"/>
          <a:lstStyle/>
          <a:p>
            <a:endParaRPr/>
          </a:p>
        </p:txBody>
      </p:sp>
      <p:sp>
        <p:nvSpPr>
          <p:cNvPr id="373" name="object 373"/>
          <p:cNvSpPr/>
          <p:nvPr/>
        </p:nvSpPr>
        <p:spPr>
          <a:xfrm>
            <a:off x="8438388" y="6370320"/>
            <a:ext cx="50800" cy="78105"/>
          </a:xfrm>
          <a:custGeom>
            <a:avLst/>
            <a:gdLst/>
            <a:ahLst/>
            <a:cxnLst/>
            <a:rect l="l" t="t" r="r" b="b"/>
            <a:pathLst>
              <a:path w="50800" h="78104">
                <a:moveTo>
                  <a:pt x="32638" y="0"/>
                </a:moveTo>
                <a:lnTo>
                  <a:pt x="17652" y="0"/>
                </a:lnTo>
                <a:lnTo>
                  <a:pt x="11810" y="2590"/>
                </a:lnTo>
                <a:lnTo>
                  <a:pt x="0" y="38734"/>
                </a:lnTo>
                <a:lnTo>
                  <a:pt x="440" y="48929"/>
                </a:lnTo>
                <a:lnTo>
                  <a:pt x="17652" y="77723"/>
                </a:lnTo>
                <a:lnTo>
                  <a:pt x="32638" y="77723"/>
                </a:lnTo>
                <a:lnTo>
                  <a:pt x="38480" y="75133"/>
                </a:lnTo>
                <a:lnTo>
                  <a:pt x="42671" y="69938"/>
                </a:lnTo>
                <a:lnTo>
                  <a:pt x="45296" y="65620"/>
                </a:lnTo>
                <a:lnTo>
                  <a:pt x="23367" y="65620"/>
                </a:lnTo>
                <a:lnTo>
                  <a:pt x="21701" y="65062"/>
                </a:lnTo>
                <a:lnTo>
                  <a:pt x="18922" y="62852"/>
                </a:lnTo>
                <a:lnTo>
                  <a:pt x="17779" y="60629"/>
                </a:lnTo>
                <a:lnTo>
                  <a:pt x="16001" y="53949"/>
                </a:lnTo>
                <a:lnTo>
                  <a:pt x="15586" y="48929"/>
                </a:lnTo>
                <a:lnTo>
                  <a:pt x="15591" y="28735"/>
                </a:lnTo>
                <a:lnTo>
                  <a:pt x="23367" y="12103"/>
                </a:lnTo>
                <a:lnTo>
                  <a:pt x="45324" y="12103"/>
                </a:lnTo>
                <a:lnTo>
                  <a:pt x="42798" y="7886"/>
                </a:lnTo>
                <a:lnTo>
                  <a:pt x="38480" y="2628"/>
                </a:lnTo>
                <a:lnTo>
                  <a:pt x="32638" y="0"/>
                </a:lnTo>
                <a:close/>
              </a:path>
              <a:path w="50800" h="78104">
                <a:moveTo>
                  <a:pt x="45324" y="12103"/>
                </a:moveTo>
                <a:lnTo>
                  <a:pt x="26923" y="12103"/>
                </a:lnTo>
                <a:lnTo>
                  <a:pt x="28575" y="12661"/>
                </a:lnTo>
                <a:lnTo>
                  <a:pt x="31368" y="14909"/>
                </a:lnTo>
                <a:lnTo>
                  <a:pt x="32511" y="17144"/>
                </a:lnTo>
                <a:lnTo>
                  <a:pt x="34289" y="23825"/>
                </a:lnTo>
                <a:lnTo>
                  <a:pt x="34696" y="28735"/>
                </a:lnTo>
                <a:lnTo>
                  <a:pt x="34708" y="48929"/>
                </a:lnTo>
                <a:lnTo>
                  <a:pt x="34289" y="54152"/>
                </a:lnTo>
                <a:lnTo>
                  <a:pt x="33273" y="57886"/>
                </a:lnTo>
                <a:lnTo>
                  <a:pt x="32511" y="60794"/>
                </a:lnTo>
                <a:lnTo>
                  <a:pt x="31368" y="62814"/>
                </a:lnTo>
                <a:lnTo>
                  <a:pt x="28575" y="65062"/>
                </a:lnTo>
                <a:lnTo>
                  <a:pt x="26923" y="65620"/>
                </a:lnTo>
                <a:lnTo>
                  <a:pt x="45296" y="65620"/>
                </a:lnTo>
                <a:lnTo>
                  <a:pt x="46005" y="64454"/>
                </a:lnTo>
                <a:lnTo>
                  <a:pt x="48386" y="57451"/>
                </a:lnTo>
                <a:lnTo>
                  <a:pt x="49815" y="48929"/>
                </a:lnTo>
                <a:lnTo>
                  <a:pt x="50291"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374" name="object 374"/>
          <p:cNvSpPr/>
          <p:nvPr/>
        </p:nvSpPr>
        <p:spPr>
          <a:xfrm>
            <a:off x="8619743" y="6370320"/>
            <a:ext cx="33655" cy="78105"/>
          </a:xfrm>
          <a:custGeom>
            <a:avLst/>
            <a:gdLst/>
            <a:ahLst/>
            <a:cxnLst/>
            <a:rect l="l" t="t" r="r" b="b"/>
            <a:pathLst>
              <a:path w="33654" h="78104">
                <a:moveTo>
                  <a:pt x="33527" y="0"/>
                </a:moveTo>
                <a:lnTo>
                  <a:pt x="21716" y="0"/>
                </a:lnTo>
                <a:lnTo>
                  <a:pt x="19938" y="4711"/>
                </a:lnTo>
                <a:lnTo>
                  <a:pt x="16890" y="8839"/>
                </a:lnTo>
                <a:lnTo>
                  <a:pt x="8000" y="15925"/>
                </a:lnTo>
                <a:lnTo>
                  <a:pt x="3809" y="18326"/>
                </a:lnTo>
                <a:lnTo>
                  <a:pt x="0" y="19583"/>
                </a:lnTo>
                <a:lnTo>
                  <a:pt x="0" y="33058"/>
                </a:lnTo>
                <a:lnTo>
                  <a:pt x="7238" y="30619"/>
                </a:lnTo>
                <a:lnTo>
                  <a:pt x="13588" y="26873"/>
                </a:lnTo>
                <a:lnTo>
                  <a:pt x="18923" y="21805"/>
                </a:lnTo>
                <a:lnTo>
                  <a:pt x="18923" y="77723"/>
                </a:lnTo>
                <a:lnTo>
                  <a:pt x="33527" y="77723"/>
                </a:lnTo>
                <a:lnTo>
                  <a:pt x="33527" y="0"/>
                </a:lnTo>
                <a:close/>
              </a:path>
            </a:pathLst>
          </a:custGeom>
          <a:solidFill>
            <a:srgbClr val="4264DE">
              <a:alpha val="10195"/>
            </a:srgbClr>
          </a:solidFill>
        </p:spPr>
        <p:txBody>
          <a:bodyPr wrap="square" lIns="0" tIns="0" rIns="0" bIns="0" rtlCol="0"/>
          <a:lstStyle/>
          <a:p>
            <a:endParaRPr/>
          </a:p>
        </p:txBody>
      </p:sp>
      <p:sp>
        <p:nvSpPr>
          <p:cNvPr id="375" name="object 375"/>
          <p:cNvSpPr/>
          <p:nvPr/>
        </p:nvSpPr>
        <p:spPr>
          <a:xfrm>
            <a:off x="8785859" y="6370320"/>
            <a:ext cx="48895" cy="78105"/>
          </a:xfrm>
          <a:custGeom>
            <a:avLst/>
            <a:gdLst/>
            <a:ahLst/>
            <a:cxnLst/>
            <a:rect l="l" t="t" r="r" b="b"/>
            <a:pathLst>
              <a:path w="48895" h="78104">
                <a:moveTo>
                  <a:pt x="31623" y="0"/>
                </a:moveTo>
                <a:lnTo>
                  <a:pt x="17145" y="0"/>
                </a:lnTo>
                <a:lnTo>
                  <a:pt x="11430" y="2590"/>
                </a:lnTo>
                <a:lnTo>
                  <a:pt x="0" y="38734"/>
                </a:lnTo>
                <a:lnTo>
                  <a:pt x="438" y="48929"/>
                </a:lnTo>
                <a:lnTo>
                  <a:pt x="17018" y="77723"/>
                </a:lnTo>
                <a:lnTo>
                  <a:pt x="31623" y="77723"/>
                </a:lnTo>
                <a:lnTo>
                  <a:pt x="37338" y="75133"/>
                </a:lnTo>
                <a:lnTo>
                  <a:pt x="41401" y="69938"/>
                </a:lnTo>
                <a:lnTo>
                  <a:pt x="43953" y="65620"/>
                </a:lnTo>
                <a:lnTo>
                  <a:pt x="22606" y="65620"/>
                </a:lnTo>
                <a:lnTo>
                  <a:pt x="21065" y="65062"/>
                </a:lnTo>
                <a:lnTo>
                  <a:pt x="15182" y="48929"/>
                </a:lnTo>
                <a:lnTo>
                  <a:pt x="15186" y="28735"/>
                </a:lnTo>
                <a:lnTo>
                  <a:pt x="22606" y="12103"/>
                </a:lnTo>
                <a:lnTo>
                  <a:pt x="43911" y="12103"/>
                </a:lnTo>
                <a:lnTo>
                  <a:pt x="41401" y="7886"/>
                </a:lnTo>
                <a:lnTo>
                  <a:pt x="37338" y="2628"/>
                </a:lnTo>
                <a:lnTo>
                  <a:pt x="31623" y="0"/>
                </a:lnTo>
                <a:close/>
              </a:path>
              <a:path w="48895" h="78104">
                <a:moveTo>
                  <a:pt x="43911" y="12103"/>
                </a:moveTo>
                <a:lnTo>
                  <a:pt x="26162" y="12103"/>
                </a:lnTo>
                <a:lnTo>
                  <a:pt x="27686" y="12661"/>
                </a:lnTo>
                <a:lnTo>
                  <a:pt x="28956" y="13779"/>
                </a:lnTo>
                <a:lnTo>
                  <a:pt x="33588" y="48929"/>
                </a:lnTo>
                <a:lnTo>
                  <a:pt x="33274" y="54152"/>
                </a:lnTo>
                <a:lnTo>
                  <a:pt x="32258" y="57886"/>
                </a:lnTo>
                <a:lnTo>
                  <a:pt x="31496" y="60794"/>
                </a:lnTo>
                <a:lnTo>
                  <a:pt x="30353" y="62814"/>
                </a:lnTo>
                <a:lnTo>
                  <a:pt x="29051" y="63969"/>
                </a:lnTo>
                <a:lnTo>
                  <a:pt x="27651" y="65074"/>
                </a:lnTo>
                <a:lnTo>
                  <a:pt x="26162" y="65620"/>
                </a:lnTo>
                <a:lnTo>
                  <a:pt x="43953" y="65620"/>
                </a:lnTo>
                <a:lnTo>
                  <a:pt x="44642" y="64454"/>
                </a:lnTo>
                <a:lnTo>
                  <a:pt x="46942" y="57451"/>
                </a:lnTo>
                <a:lnTo>
                  <a:pt x="48313" y="48929"/>
                </a:lnTo>
                <a:lnTo>
                  <a:pt x="48768"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376" name="object 376"/>
          <p:cNvSpPr/>
          <p:nvPr/>
        </p:nvSpPr>
        <p:spPr>
          <a:xfrm>
            <a:off x="8967216" y="6370320"/>
            <a:ext cx="33655" cy="78105"/>
          </a:xfrm>
          <a:custGeom>
            <a:avLst/>
            <a:gdLst/>
            <a:ahLst/>
            <a:cxnLst/>
            <a:rect l="l" t="t" r="r" b="b"/>
            <a:pathLst>
              <a:path w="33654" h="78104">
                <a:moveTo>
                  <a:pt x="33527" y="0"/>
                </a:moveTo>
                <a:lnTo>
                  <a:pt x="21716" y="0"/>
                </a:lnTo>
                <a:lnTo>
                  <a:pt x="19938" y="4711"/>
                </a:lnTo>
                <a:lnTo>
                  <a:pt x="16890" y="8839"/>
                </a:lnTo>
                <a:lnTo>
                  <a:pt x="8000" y="15925"/>
                </a:lnTo>
                <a:lnTo>
                  <a:pt x="3809" y="18326"/>
                </a:lnTo>
                <a:lnTo>
                  <a:pt x="0" y="19583"/>
                </a:lnTo>
                <a:lnTo>
                  <a:pt x="0" y="33058"/>
                </a:lnTo>
                <a:lnTo>
                  <a:pt x="7238" y="30619"/>
                </a:lnTo>
                <a:lnTo>
                  <a:pt x="13588" y="26873"/>
                </a:lnTo>
                <a:lnTo>
                  <a:pt x="18923" y="21805"/>
                </a:lnTo>
                <a:lnTo>
                  <a:pt x="18923" y="77723"/>
                </a:lnTo>
                <a:lnTo>
                  <a:pt x="33527" y="77723"/>
                </a:lnTo>
                <a:lnTo>
                  <a:pt x="33527" y="0"/>
                </a:lnTo>
                <a:close/>
              </a:path>
            </a:pathLst>
          </a:custGeom>
          <a:solidFill>
            <a:srgbClr val="4264DE">
              <a:alpha val="10195"/>
            </a:srgbClr>
          </a:solidFill>
        </p:spPr>
        <p:txBody>
          <a:bodyPr wrap="square" lIns="0" tIns="0" rIns="0" bIns="0" rtlCol="0"/>
          <a:lstStyle/>
          <a:p>
            <a:endParaRPr/>
          </a:p>
        </p:txBody>
      </p:sp>
      <p:sp>
        <p:nvSpPr>
          <p:cNvPr id="377" name="object 377"/>
          <p:cNvSpPr/>
          <p:nvPr/>
        </p:nvSpPr>
        <p:spPr>
          <a:xfrm>
            <a:off x="9131807" y="6370320"/>
            <a:ext cx="50800" cy="78105"/>
          </a:xfrm>
          <a:custGeom>
            <a:avLst/>
            <a:gdLst/>
            <a:ahLst/>
            <a:cxnLst/>
            <a:rect l="l" t="t" r="r" b="b"/>
            <a:pathLst>
              <a:path w="50800" h="78104">
                <a:moveTo>
                  <a:pt x="32639" y="0"/>
                </a:moveTo>
                <a:lnTo>
                  <a:pt x="17652" y="0"/>
                </a:lnTo>
                <a:lnTo>
                  <a:pt x="11811" y="2590"/>
                </a:lnTo>
                <a:lnTo>
                  <a:pt x="0" y="38734"/>
                </a:lnTo>
                <a:lnTo>
                  <a:pt x="440" y="48929"/>
                </a:lnTo>
                <a:lnTo>
                  <a:pt x="17652" y="77723"/>
                </a:lnTo>
                <a:lnTo>
                  <a:pt x="32639" y="77723"/>
                </a:lnTo>
                <a:lnTo>
                  <a:pt x="38481" y="75133"/>
                </a:lnTo>
                <a:lnTo>
                  <a:pt x="42672" y="69938"/>
                </a:lnTo>
                <a:lnTo>
                  <a:pt x="45296" y="65620"/>
                </a:lnTo>
                <a:lnTo>
                  <a:pt x="23368" y="65620"/>
                </a:lnTo>
                <a:lnTo>
                  <a:pt x="21701" y="65062"/>
                </a:lnTo>
                <a:lnTo>
                  <a:pt x="18923" y="62852"/>
                </a:lnTo>
                <a:lnTo>
                  <a:pt x="17780" y="60629"/>
                </a:lnTo>
                <a:lnTo>
                  <a:pt x="16001" y="53949"/>
                </a:lnTo>
                <a:lnTo>
                  <a:pt x="15586" y="48929"/>
                </a:lnTo>
                <a:lnTo>
                  <a:pt x="15591" y="28735"/>
                </a:lnTo>
                <a:lnTo>
                  <a:pt x="23368" y="12103"/>
                </a:lnTo>
                <a:lnTo>
                  <a:pt x="45324" y="12103"/>
                </a:lnTo>
                <a:lnTo>
                  <a:pt x="42799" y="7886"/>
                </a:lnTo>
                <a:lnTo>
                  <a:pt x="38481" y="2628"/>
                </a:lnTo>
                <a:lnTo>
                  <a:pt x="32639" y="0"/>
                </a:lnTo>
                <a:close/>
              </a:path>
              <a:path w="50800" h="78104">
                <a:moveTo>
                  <a:pt x="45324" y="12103"/>
                </a:moveTo>
                <a:lnTo>
                  <a:pt x="26924" y="12103"/>
                </a:lnTo>
                <a:lnTo>
                  <a:pt x="28575" y="12661"/>
                </a:lnTo>
                <a:lnTo>
                  <a:pt x="31369" y="14909"/>
                </a:lnTo>
                <a:lnTo>
                  <a:pt x="32512" y="17144"/>
                </a:lnTo>
                <a:lnTo>
                  <a:pt x="34290" y="23825"/>
                </a:lnTo>
                <a:lnTo>
                  <a:pt x="34696" y="28735"/>
                </a:lnTo>
                <a:lnTo>
                  <a:pt x="34708" y="48929"/>
                </a:lnTo>
                <a:lnTo>
                  <a:pt x="34290" y="54152"/>
                </a:lnTo>
                <a:lnTo>
                  <a:pt x="33274" y="57886"/>
                </a:lnTo>
                <a:lnTo>
                  <a:pt x="32512" y="60794"/>
                </a:lnTo>
                <a:lnTo>
                  <a:pt x="31369" y="62814"/>
                </a:lnTo>
                <a:lnTo>
                  <a:pt x="28575" y="65062"/>
                </a:lnTo>
                <a:lnTo>
                  <a:pt x="26924" y="65620"/>
                </a:lnTo>
                <a:lnTo>
                  <a:pt x="45296" y="65620"/>
                </a:lnTo>
                <a:lnTo>
                  <a:pt x="46005" y="64454"/>
                </a:lnTo>
                <a:lnTo>
                  <a:pt x="48386" y="57451"/>
                </a:lnTo>
                <a:lnTo>
                  <a:pt x="49815" y="48929"/>
                </a:lnTo>
                <a:lnTo>
                  <a:pt x="50292"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378" name="object 378"/>
          <p:cNvSpPr/>
          <p:nvPr/>
        </p:nvSpPr>
        <p:spPr>
          <a:xfrm>
            <a:off x="9313164" y="6370320"/>
            <a:ext cx="33655" cy="78105"/>
          </a:xfrm>
          <a:custGeom>
            <a:avLst/>
            <a:gdLst/>
            <a:ahLst/>
            <a:cxnLst/>
            <a:rect l="l" t="t" r="r" b="b"/>
            <a:pathLst>
              <a:path w="33654" h="78104">
                <a:moveTo>
                  <a:pt x="33527" y="0"/>
                </a:moveTo>
                <a:lnTo>
                  <a:pt x="21716" y="0"/>
                </a:lnTo>
                <a:lnTo>
                  <a:pt x="19938" y="4711"/>
                </a:lnTo>
                <a:lnTo>
                  <a:pt x="16890" y="8839"/>
                </a:lnTo>
                <a:lnTo>
                  <a:pt x="8000" y="15925"/>
                </a:lnTo>
                <a:lnTo>
                  <a:pt x="3809" y="18326"/>
                </a:lnTo>
                <a:lnTo>
                  <a:pt x="0" y="19583"/>
                </a:lnTo>
                <a:lnTo>
                  <a:pt x="0" y="33058"/>
                </a:lnTo>
                <a:lnTo>
                  <a:pt x="7238" y="30619"/>
                </a:lnTo>
                <a:lnTo>
                  <a:pt x="13588" y="26873"/>
                </a:lnTo>
                <a:lnTo>
                  <a:pt x="18922" y="21805"/>
                </a:lnTo>
                <a:lnTo>
                  <a:pt x="18922" y="77723"/>
                </a:lnTo>
                <a:lnTo>
                  <a:pt x="33527" y="77723"/>
                </a:lnTo>
                <a:lnTo>
                  <a:pt x="33527" y="0"/>
                </a:lnTo>
                <a:close/>
              </a:path>
            </a:pathLst>
          </a:custGeom>
          <a:solidFill>
            <a:srgbClr val="4264DE">
              <a:alpha val="10195"/>
            </a:srgbClr>
          </a:solidFill>
        </p:spPr>
        <p:txBody>
          <a:bodyPr wrap="square" lIns="0" tIns="0" rIns="0" bIns="0" rtlCol="0"/>
          <a:lstStyle/>
          <a:p>
            <a:endParaRPr/>
          </a:p>
        </p:txBody>
      </p:sp>
      <p:sp>
        <p:nvSpPr>
          <p:cNvPr id="379" name="object 379"/>
          <p:cNvSpPr/>
          <p:nvPr/>
        </p:nvSpPr>
        <p:spPr>
          <a:xfrm>
            <a:off x="9479280" y="6370320"/>
            <a:ext cx="48895" cy="78105"/>
          </a:xfrm>
          <a:custGeom>
            <a:avLst/>
            <a:gdLst/>
            <a:ahLst/>
            <a:cxnLst/>
            <a:rect l="l" t="t" r="r" b="b"/>
            <a:pathLst>
              <a:path w="48895" h="78104">
                <a:moveTo>
                  <a:pt x="31623" y="0"/>
                </a:moveTo>
                <a:lnTo>
                  <a:pt x="17145" y="0"/>
                </a:lnTo>
                <a:lnTo>
                  <a:pt x="11429" y="2590"/>
                </a:lnTo>
                <a:lnTo>
                  <a:pt x="0" y="38734"/>
                </a:lnTo>
                <a:lnTo>
                  <a:pt x="438" y="48929"/>
                </a:lnTo>
                <a:lnTo>
                  <a:pt x="17018" y="77723"/>
                </a:lnTo>
                <a:lnTo>
                  <a:pt x="31623" y="77723"/>
                </a:lnTo>
                <a:lnTo>
                  <a:pt x="37338" y="75133"/>
                </a:lnTo>
                <a:lnTo>
                  <a:pt x="41401" y="69938"/>
                </a:lnTo>
                <a:lnTo>
                  <a:pt x="43953" y="65620"/>
                </a:lnTo>
                <a:lnTo>
                  <a:pt x="22605" y="65620"/>
                </a:lnTo>
                <a:lnTo>
                  <a:pt x="21065" y="65062"/>
                </a:lnTo>
                <a:lnTo>
                  <a:pt x="15182" y="48929"/>
                </a:lnTo>
                <a:lnTo>
                  <a:pt x="15186" y="28735"/>
                </a:lnTo>
                <a:lnTo>
                  <a:pt x="22605" y="12103"/>
                </a:lnTo>
                <a:lnTo>
                  <a:pt x="43911" y="12103"/>
                </a:lnTo>
                <a:lnTo>
                  <a:pt x="41401" y="7886"/>
                </a:lnTo>
                <a:lnTo>
                  <a:pt x="37338" y="2628"/>
                </a:lnTo>
                <a:lnTo>
                  <a:pt x="31623" y="0"/>
                </a:lnTo>
                <a:close/>
              </a:path>
              <a:path w="48895" h="78104">
                <a:moveTo>
                  <a:pt x="43911" y="12103"/>
                </a:moveTo>
                <a:lnTo>
                  <a:pt x="26162" y="12103"/>
                </a:lnTo>
                <a:lnTo>
                  <a:pt x="27686" y="12661"/>
                </a:lnTo>
                <a:lnTo>
                  <a:pt x="29083" y="13779"/>
                </a:lnTo>
                <a:lnTo>
                  <a:pt x="33588" y="48929"/>
                </a:lnTo>
                <a:lnTo>
                  <a:pt x="33274" y="54152"/>
                </a:lnTo>
                <a:lnTo>
                  <a:pt x="32258" y="57886"/>
                </a:lnTo>
                <a:lnTo>
                  <a:pt x="31496" y="60794"/>
                </a:lnTo>
                <a:lnTo>
                  <a:pt x="30352" y="62814"/>
                </a:lnTo>
                <a:lnTo>
                  <a:pt x="29051" y="63969"/>
                </a:lnTo>
                <a:lnTo>
                  <a:pt x="27651" y="65074"/>
                </a:lnTo>
                <a:lnTo>
                  <a:pt x="26162" y="65620"/>
                </a:lnTo>
                <a:lnTo>
                  <a:pt x="43953" y="65620"/>
                </a:lnTo>
                <a:lnTo>
                  <a:pt x="44642" y="64454"/>
                </a:lnTo>
                <a:lnTo>
                  <a:pt x="46942" y="57451"/>
                </a:lnTo>
                <a:lnTo>
                  <a:pt x="48313" y="48929"/>
                </a:lnTo>
                <a:lnTo>
                  <a:pt x="48768"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380" name="object 380"/>
          <p:cNvSpPr/>
          <p:nvPr/>
        </p:nvSpPr>
        <p:spPr>
          <a:xfrm>
            <a:off x="9845040" y="6370320"/>
            <a:ext cx="33655" cy="78105"/>
          </a:xfrm>
          <a:custGeom>
            <a:avLst/>
            <a:gdLst/>
            <a:ahLst/>
            <a:cxnLst/>
            <a:rect l="l" t="t" r="r" b="b"/>
            <a:pathLst>
              <a:path w="33654" h="78104">
                <a:moveTo>
                  <a:pt x="33527" y="0"/>
                </a:moveTo>
                <a:lnTo>
                  <a:pt x="21716" y="0"/>
                </a:lnTo>
                <a:lnTo>
                  <a:pt x="19938" y="4711"/>
                </a:lnTo>
                <a:lnTo>
                  <a:pt x="16890" y="8839"/>
                </a:lnTo>
                <a:lnTo>
                  <a:pt x="8000" y="15925"/>
                </a:lnTo>
                <a:lnTo>
                  <a:pt x="3809" y="18326"/>
                </a:lnTo>
                <a:lnTo>
                  <a:pt x="0" y="19583"/>
                </a:lnTo>
                <a:lnTo>
                  <a:pt x="0" y="33058"/>
                </a:lnTo>
                <a:lnTo>
                  <a:pt x="7238" y="30619"/>
                </a:lnTo>
                <a:lnTo>
                  <a:pt x="13588" y="26873"/>
                </a:lnTo>
                <a:lnTo>
                  <a:pt x="18923" y="21805"/>
                </a:lnTo>
                <a:lnTo>
                  <a:pt x="18923" y="77723"/>
                </a:lnTo>
                <a:lnTo>
                  <a:pt x="33527" y="77723"/>
                </a:lnTo>
                <a:lnTo>
                  <a:pt x="33527" y="0"/>
                </a:lnTo>
                <a:close/>
              </a:path>
            </a:pathLst>
          </a:custGeom>
          <a:solidFill>
            <a:srgbClr val="4264DE">
              <a:alpha val="10195"/>
            </a:srgbClr>
          </a:solidFill>
        </p:spPr>
        <p:txBody>
          <a:bodyPr wrap="square" lIns="0" tIns="0" rIns="0" bIns="0" rtlCol="0"/>
          <a:lstStyle/>
          <a:p>
            <a:endParaRPr/>
          </a:p>
        </p:txBody>
      </p:sp>
      <p:sp>
        <p:nvSpPr>
          <p:cNvPr id="381" name="object 381"/>
          <p:cNvSpPr/>
          <p:nvPr/>
        </p:nvSpPr>
        <p:spPr>
          <a:xfrm>
            <a:off x="9663683" y="6370320"/>
            <a:ext cx="48895" cy="78105"/>
          </a:xfrm>
          <a:custGeom>
            <a:avLst/>
            <a:gdLst/>
            <a:ahLst/>
            <a:cxnLst/>
            <a:rect l="l" t="t" r="r" b="b"/>
            <a:pathLst>
              <a:path w="48895" h="78104">
                <a:moveTo>
                  <a:pt x="31623" y="0"/>
                </a:moveTo>
                <a:lnTo>
                  <a:pt x="17145" y="0"/>
                </a:lnTo>
                <a:lnTo>
                  <a:pt x="11430" y="2590"/>
                </a:lnTo>
                <a:lnTo>
                  <a:pt x="0" y="38734"/>
                </a:lnTo>
                <a:lnTo>
                  <a:pt x="438" y="48929"/>
                </a:lnTo>
                <a:lnTo>
                  <a:pt x="17018" y="77723"/>
                </a:lnTo>
                <a:lnTo>
                  <a:pt x="31623" y="77723"/>
                </a:lnTo>
                <a:lnTo>
                  <a:pt x="37338" y="75133"/>
                </a:lnTo>
                <a:lnTo>
                  <a:pt x="41401" y="69938"/>
                </a:lnTo>
                <a:lnTo>
                  <a:pt x="43953" y="65620"/>
                </a:lnTo>
                <a:lnTo>
                  <a:pt x="22606" y="65620"/>
                </a:lnTo>
                <a:lnTo>
                  <a:pt x="21065" y="65062"/>
                </a:lnTo>
                <a:lnTo>
                  <a:pt x="15182" y="48929"/>
                </a:lnTo>
                <a:lnTo>
                  <a:pt x="15186" y="28735"/>
                </a:lnTo>
                <a:lnTo>
                  <a:pt x="22606" y="12103"/>
                </a:lnTo>
                <a:lnTo>
                  <a:pt x="43911" y="12103"/>
                </a:lnTo>
                <a:lnTo>
                  <a:pt x="41401" y="7886"/>
                </a:lnTo>
                <a:lnTo>
                  <a:pt x="37338" y="2628"/>
                </a:lnTo>
                <a:lnTo>
                  <a:pt x="31623" y="0"/>
                </a:lnTo>
                <a:close/>
              </a:path>
              <a:path w="48895" h="78104">
                <a:moveTo>
                  <a:pt x="43911" y="12103"/>
                </a:moveTo>
                <a:lnTo>
                  <a:pt x="26162" y="12103"/>
                </a:lnTo>
                <a:lnTo>
                  <a:pt x="27686" y="12661"/>
                </a:lnTo>
                <a:lnTo>
                  <a:pt x="29083" y="13779"/>
                </a:lnTo>
                <a:lnTo>
                  <a:pt x="33588" y="48929"/>
                </a:lnTo>
                <a:lnTo>
                  <a:pt x="33274" y="54152"/>
                </a:lnTo>
                <a:lnTo>
                  <a:pt x="32258" y="57886"/>
                </a:lnTo>
                <a:lnTo>
                  <a:pt x="31496" y="60794"/>
                </a:lnTo>
                <a:lnTo>
                  <a:pt x="30352" y="62814"/>
                </a:lnTo>
                <a:lnTo>
                  <a:pt x="29051" y="63969"/>
                </a:lnTo>
                <a:lnTo>
                  <a:pt x="27651" y="65074"/>
                </a:lnTo>
                <a:lnTo>
                  <a:pt x="26162" y="65620"/>
                </a:lnTo>
                <a:lnTo>
                  <a:pt x="43953" y="65620"/>
                </a:lnTo>
                <a:lnTo>
                  <a:pt x="44642" y="64454"/>
                </a:lnTo>
                <a:lnTo>
                  <a:pt x="46942" y="57451"/>
                </a:lnTo>
                <a:lnTo>
                  <a:pt x="48313" y="48929"/>
                </a:lnTo>
                <a:lnTo>
                  <a:pt x="48768"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382" name="object 382"/>
          <p:cNvSpPr/>
          <p:nvPr/>
        </p:nvSpPr>
        <p:spPr>
          <a:xfrm>
            <a:off x="10006583" y="6370320"/>
            <a:ext cx="33655" cy="78105"/>
          </a:xfrm>
          <a:custGeom>
            <a:avLst/>
            <a:gdLst/>
            <a:ahLst/>
            <a:cxnLst/>
            <a:rect l="l" t="t" r="r" b="b"/>
            <a:pathLst>
              <a:path w="33654" h="78104">
                <a:moveTo>
                  <a:pt x="33527" y="0"/>
                </a:moveTo>
                <a:lnTo>
                  <a:pt x="21717" y="0"/>
                </a:lnTo>
                <a:lnTo>
                  <a:pt x="19939" y="4711"/>
                </a:lnTo>
                <a:lnTo>
                  <a:pt x="16891" y="8839"/>
                </a:lnTo>
                <a:lnTo>
                  <a:pt x="8000" y="15925"/>
                </a:lnTo>
                <a:lnTo>
                  <a:pt x="3810" y="18326"/>
                </a:lnTo>
                <a:lnTo>
                  <a:pt x="0" y="19583"/>
                </a:lnTo>
                <a:lnTo>
                  <a:pt x="0" y="33058"/>
                </a:lnTo>
                <a:lnTo>
                  <a:pt x="7239" y="30619"/>
                </a:lnTo>
                <a:lnTo>
                  <a:pt x="13589" y="26873"/>
                </a:lnTo>
                <a:lnTo>
                  <a:pt x="18923" y="21805"/>
                </a:lnTo>
                <a:lnTo>
                  <a:pt x="18923" y="77723"/>
                </a:lnTo>
                <a:lnTo>
                  <a:pt x="33527" y="77723"/>
                </a:lnTo>
                <a:lnTo>
                  <a:pt x="33527" y="0"/>
                </a:lnTo>
                <a:close/>
              </a:path>
            </a:pathLst>
          </a:custGeom>
          <a:solidFill>
            <a:srgbClr val="4264DE">
              <a:alpha val="10195"/>
            </a:srgbClr>
          </a:solidFill>
        </p:spPr>
        <p:txBody>
          <a:bodyPr wrap="square" lIns="0" tIns="0" rIns="0" bIns="0" rtlCol="0"/>
          <a:lstStyle/>
          <a:p>
            <a:endParaRPr/>
          </a:p>
        </p:txBody>
      </p:sp>
      <p:sp>
        <p:nvSpPr>
          <p:cNvPr id="383" name="object 383"/>
          <p:cNvSpPr/>
          <p:nvPr/>
        </p:nvSpPr>
        <p:spPr>
          <a:xfrm>
            <a:off x="10172700" y="6370320"/>
            <a:ext cx="48895" cy="78105"/>
          </a:xfrm>
          <a:custGeom>
            <a:avLst/>
            <a:gdLst/>
            <a:ahLst/>
            <a:cxnLst/>
            <a:rect l="l" t="t" r="r" b="b"/>
            <a:pathLst>
              <a:path w="48895" h="78104">
                <a:moveTo>
                  <a:pt x="31623" y="0"/>
                </a:moveTo>
                <a:lnTo>
                  <a:pt x="17145" y="0"/>
                </a:lnTo>
                <a:lnTo>
                  <a:pt x="11429" y="2590"/>
                </a:lnTo>
                <a:lnTo>
                  <a:pt x="0" y="38734"/>
                </a:lnTo>
                <a:lnTo>
                  <a:pt x="438" y="48929"/>
                </a:lnTo>
                <a:lnTo>
                  <a:pt x="17018" y="77723"/>
                </a:lnTo>
                <a:lnTo>
                  <a:pt x="31623" y="77723"/>
                </a:lnTo>
                <a:lnTo>
                  <a:pt x="37338" y="75133"/>
                </a:lnTo>
                <a:lnTo>
                  <a:pt x="41401" y="69938"/>
                </a:lnTo>
                <a:lnTo>
                  <a:pt x="43953" y="65620"/>
                </a:lnTo>
                <a:lnTo>
                  <a:pt x="22605" y="65620"/>
                </a:lnTo>
                <a:lnTo>
                  <a:pt x="21065" y="65062"/>
                </a:lnTo>
                <a:lnTo>
                  <a:pt x="15182" y="48929"/>
                </a:lnTo>
                <a:lnTo>
                  <a:pt x="15186" y="28735"/>
                </a:lnTo>
                <a:lnTo>
                  <a:pt x="22605" y="12103"/>
                </a:lnTo>
                <a:lnTo>
                  <a:pt x="43911" y="12103"/>
                </a:lnTo>
                <a:lnTo>
                  <a:pt x="41401" y="7886"/>
                </a:lnTo>
                <a:lnTo>
                  <a:pt x="37338" y="2628"/>
                </a:lnTo>
                <a:lnTo>
                  <a:pt x="31623" y="0"/>
                </a:lnTo>
                <a:close/>
              </a:path>
              <a:path w="48895" h="78104">
                <a:moveTo>
                  <a:pt x="43911" y="12103"/>
                </a:moveTo>
                <a:lnTo>
                  <a:pt x="26161" y="12103"/>
                </a:lnTo>
                <a:lnTo>
                  <a:pt x="27685" y="12661"/>
                </a:lnTo>
                <a:lnTo>
                  <a:pt x="28955" y="13779"/>
                </a:lnTo>
                <a:lnTo>
                  <a:pt x="33588" y="48929"/>
                </a:lnTo>
                <a:lnTo>
                  <a:pt x="33274" y="54152"/>
                </a:lnTo>
                <a:lnTo>
                  <a:pt x="32257" y="57886"/>
                </a:lnTo>
                <a:lnTo>
                  <a:pt x="31496" y="60794"/>
                </a:lnTo>
                <a:lnTo>
                  <a:pt x="30352" y="62814"/>
                </a:lnTo>
                <a:lnTo>
                  <a:pt x="29051" y="63969"/>
                </a:lnTo>
                <a:lnTo>
                  <a:pt x="27651" y="65074"/>
                </a:lnTo>
                <a:lnTo>
                  <a:pt x="26161" y="65620"/>
                </a:lnTo>
                <a:lnTo>
                  <a:pt x="43953" y="65620"/>
                </a:lnTo>
                <a:lnTo>
                  <a:pt x="44642" y="64454"/>
                </a:lnTo>
                <a:lnTo>
                  <a:pt x="46942" y="57451"/>
                </a:lnTo>
                <a:lnTo>
                  <a:pt x="48313" y="48929"/>
                </a:lnTo>
                <a:lnTo>
                  <a:pt x="48768"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384" name="object 384"/>
          <p:cNvSpPr/>
          <p:nvPr/>
        </p:nvSpPr>
        <p:spPr>
          <a:xfrm>
            <a:off x="10354056" y="6370320"/>
            <a:ext cx="33655" cy="78105"/>
          </a:xfrm>
          <a:custGeom>
            <a:avLst/>
            <a:gdLst/>
            <a:ahLst/>
            <a:cxnLst/>
            <a:rect l="l" t="t" r="r" b="b"/>
            <a:pathLst>
              <a:path w="33654" h="78104">
                <a:moveTo>
                  <a:pt x="33527" y="0"/>
                </a:moveTo>
                <a:lnTo>
                  <a:pt x="21717" y="0"/>
                </a:lnTo>
                <a:lnTo>
                  <a:pt x="19939" y="4711"/>
                </a:lnTo>
                <a:lnTo>
                  <a:pt x="16891" y="8839"/>
                </a:lnTo>
                <a:lnTo>
                  <a:pt x="8000" y="15925"/>
                </a:lnTo>
                <a:lnTo>
                  <a:pt x="3810" y="18326"/>
                </a:lnTo>
                <a:lnTo>
                  <a:pt x="0" y="19583"/>
                </a:lnTo>
                <a:lnTo>
                  <a:pt x="0" y="33058"/>
                </a:lnTo>
                <a:lnTo>
                  <a:pt x="7239" y="30619"/>
                </a:lnTo>
                <a:lnTo>
                  <a:pt x="13589" y="26873"/>
                </a:lnTo>
                <a:lnTo>
                  <a:pt x="18923" y="21805"/>
                </a:lnTo>
                <a:lnTo>
                  <a:pt x="18923" y="77723"/>
                </a:lnTo>
                <a:lnTo>
                  <a:pt x="33527" y="77723"/>
                </a:lnTo>
                <a:lnTo>
                  <a:pt x="33527" y="0"/>
                </a:lnTo>
                <a:close/>
              </a:path>
            </a:pathLst>
          </a:custGeom>
          <a:solidFill>
            <a:srgbClr val="4264DE">
              <a:alpha val="10195"/>
            </a:srgbClr>
          </a:solidFill>
        </p:spPr>
        <p:txBody>
          <a:bodyPr wrap="square" lIns="0" tIns="0" rIns="0" bIns="0" rtlCol="0"/>
          <a:lstStyle/>
          <a:p>
            <a:endParaRPr/>
          </a:p>
        </p:txBody>
      </p:sp>
      <p:sp>
        <p:nvSpPr>
          <p:cNvPr id="385" name="object 385"/>
          <p:cNvSpPr/>
          <p:nvPr/>
        </p:nvSpPr>
        <p:spPr>
          <a:xfrm>
            <a:off x="10518647" y="6370320"/>
            <a:ext cx="50800" cy="78105"/>
          </a:xfrm>
          <a:custGeom>
            <a:avLst/>
            <a:gdLst/>
            <a:ahLst/>
            <a:cxnLst/>
            <a:rect l="l" t="t" r="r" b="b"/>
            <a:pathLst>
              <a:path w="50800" h="78104">
                <a:moveTo>
                  <a:pt x="32638" y="0"/>
                </a:moveTo>
                <a:lnTo>
                  <a:pt x="17652" y="0"/>
                </a:lnTo>
                <a:lnTo>
                  <a:pt x="11810" y="2590"/>
                </a:lnTo>
                <a:lnTo>
                  <a:pt x="0" y="38734"/>
                </a:lnTo>
                <a:lnTo>
                  <a:pt x="440" y="48929"/>
                </a:lnTo>
                <a:lnTo>
                  <a:pt x="17652" y="77723"/>
                </a:lnTo>
                <a:lnTo>
                  <a:pt x="32638" y="77723"/>
                </a:lnTo>
                <a:lnTo>
                  <a:pt x="38480" y="75133"/>
                </a:lnTo>
                <a:lnTo>
                  <a:pt x="42672" y="69938"/>
                </a:lnTo>
                <a:lnTo>
                  <a:pt x="45296" y="65620"/>
                </a:lnTo>
                <a:lnTo>
                  <a:pt x="23368" y="65620"/>
                </a:lnTo>
                <a:lnTo>
                  <a:pt x="21701" y="65062"/>
                </a:lnTo>
                <a:lnTo>
                  <a:pt x="18923" y="62852"/>
                </a:lnTo>
                <a:lnTo>
                  <a:pt x="17779" y="60629"/>
                </a:lnTo>
                <a:lnTo>
                  <a:pt x="16001" y="53949"/>
                </a:lnTo>
                <a:lnTo>
                  <a:pt x="15586" y="48929"/>
                </a:lnTo>
                <a:lnTo>
                  <a:pt x="15591" y="28735"/>
                </a:lnTo>
                <a:lnTo>
                  <a:pt x="23368" y="12103"/>
                </a:lnTo>
                <a:lnTo>
                  <a:pt x="45324" y="12103"/>
                </a:lnTo>
                <a:lnTo>
                  <a:pt x="42799" y="7886"/>
                </a:lnTo>
                <a:lnTo>
                  <a:pt x="38480" y="2628"/>
                </a:lnTo>
                <a:lnTo>
                  <a:pt x="32638" y="0"/>
                </a:lnTo>
                <a:close/>
              </a:path>
              <a:path w="50800" h="78104">
                <a:moveTo>
                  <a:pt x="45324" y="12103"/>
                </a:moveTo>
                <a:lnTo>
                  <a:pt x="26924" y="12103"/>
                </a:lnTo>
                <a:lnTo>
                  <a:pt x="28575" y="12661"/>
                </a:lnTo>
                <a:lnTo>
                  <a:pt x="31369" y="14909"/>
                </a:lnTo>
                <a:lnTo>
                  <a:pt x="32511" y="17144"/>
                </a:lnTo>
                <a:lnTo>
                  <a:pt x="34290" y="23825"/>
                </a:lnTo>
                <a:lnTo>
                  <a:pt x="34696" y="28735"/>
                </a:lnTo>
                <a:lnTo>
                  <a:pt x="34708" y="48929"/>
                </a:lnTo>
                <a:lnTo>
                  <a:pt x="34290" y="54152"/>
                </a:lnTo>
                <a:lnTo>
                  <a:pt x="33274" y="57886"/>
                </a:lnTo>
                <a:lnTo>
                  <a:pt x="32511" y="60794"/>
                </a:lnTo>
                <a:lnTo>
                  <a:pt x="31369" y="62814"/>
                </a:lnTo>
                <a:lnTo>
                  <a:pt x="28575" y="65062"/>
                </a:lnTo>
                <a:lnTo>
                  <a:pt x="26924" y="65620"/>
                </a:lnTo>
                <a:lnTo>
                  <a:pt x="45296" y="65620"/>
                </a:lnTo>
                <a:lnTo>
                  <a:pt x="46005" y="64454"/>
                </a:lnTo>
                <a:lnTo>
                  <a:pt x="48386" y="57451"/>
                </a:lnTo>
                <a:lnTo>
                  <a:pt x="49815" y="48929"/>
                </a:lnTo>
                <a:lnTo>
                  <a:pt x="50292"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386" name="object 386"/>
          <p:cNvSpPr/>
          <p:nvPr/>
        </p:nvSpPr>
        <p:spPr>
          <a:xfrm>
            <a:off x="10700004" y="6370320"/>
            <a:ext cx="33655" cy="78105"/>
          </a:xfrm>
          <a:custGeom>
            <a:avLst/>
            <a:gdLst/>
            <a:ahLst/>
            <a:cxnLst/>
            <a:rect l="l" t="t" r="r" b="b"/>
            <a:pathLst>
              <a:path w="33654" h="78104">
                <a:moveTo>
                  <a:pt x="33527" y="0"/>
                </a:moveTo>
                <a:lnTo>
                  <a:pt x="21717" y="0"/>
                </a:lnTo>
                <a:lnTo>
                  <a:pt x="19939" y="4711"/>
                </a:lnTo>
                <a:lnTo>
                  <a:pt x="16891" y="8839"/>
                </a:lnTo>
                <a:lnTo>
                  <a:pt x="8000" y="15925"/>
                </a:lnTo>
                <a:lnTo>
                  <a:pt x="3810" y="18326"/>
                </a:lnTo>
                <a:lnTo>
                  <a:pt x="0" y="19583"/>
                </a:lnTo>
                <a:lnTo>
                  <a:pt x="0" y="33058"/>
                </a:lnTo>
                <a:lnTo>
                  <a:pt x="7239" y="30619"/>
                </a:lnTo>
                <a:lnTo>
                  <a:pt x="13589" y="26873"/>
                </a:lnTo>
                <a:lnTo>
                  <a:pt x="18923" y="21805"/>
                </a:lnTo>
                <a:lnTo>
                  <a:pt x="18923" y="77723"/>
                </a:lnTo>
                <a:lnTo>
                  <a:pt x="33527" y="77723"/>
                </a:lnTo>
                <a:lnTo>
                  <a:pt x="33527" y="0"/>
                </a:lnTo>
                <a:close/>
              </a:path>
            </a:pathLst>
          </a:custGeom>
          <a:solidFill>
            <a:srgbClr val="4264DE">
              <a:alpha val="10195"/>
            </a:srgbClr>
          </a:solidFill>
        </p:spPr>
        <p:txBody>
          <a:bodyPr wrap="square" lIns="0" tIns="0" rIns="0" bIns="0" rtlCol="0"/>
          <a:lstStyle/>
          <a:p>
            <a:endParaRPr/>
          </a:p>
        </p:txBody>
      </p:sp>
      <p:sp>
        <p:nvSpPr>
          <p:cNvPr id="387" name="object 387"/>
          <p:cNvSpPr/>
          <p:nvPr/>
        </p:nvSpPr>
        <p:spPr>
          <a:xfrm>
            <a:off x="10866119" y="6370320"/>
            <a:ext cx="48895" cy="78105"/>
          </a:xfrm>
          <a:custGeom>
            <a:avLst/>
            <a:gdLst/>
            <a:ahLst/>
            <a:cxnLst/>
            <a:rect l="l" t="t" r="r" b="b"/>
            <a:pathLst>
              <a:path w="48895" h="78104">
                <a:moveTo>
                  <a:pt x="31623" y="0"/>
                </a:moveTo>
                <a:lnTo>
                  <a:pt x="17145" y="0"/>
                </a:lnTo>
                <a:lnTo>
                  <a:pt x="11429" y="2590"/>
                </a:lnTo>
                <a:lnTo>
                  <a:pt x="0" y="38734"/>
                </a:lnTo>
                <a:lnTo>
                  <a:pt x="438" y="48929"/>
                </a:lnTo>
                <a:lnTo>
                  <a:pt x="17018" y="77723"/>
                </a:lnTo>
                <a:lnTo>
                  <a:pt x="31623" y="77723"/>
                </a:lnTo>
                <a:lnTo>
                  <a:pt x="37337" y="75133"/>
                </a:lnTo>
                <a:lnTo>
                  <a:pt x="41401" y="69938"/>
                </a:lnTo>
                <a:lnTo>
                  <a:pt x="43953" y="65620"/>
                </a:lnTo>
                <a:lnTo>
                  <a:pt x="22605" y="65620"/>
                </a:lnTo>
                <a:lnTo>
                  <a:pt x="21065" y="65062"/>
                </a:lnTo>
                <a:lnTo>
                  <a:pt x="15182" y="48929"/>
                </a:lnTo>
                <a:lnTo>
                  <a:pt x="15186" y="28735"/>
                </a:lnTo>
                <a:lnTo>
                  <a:pt x="22605" y="12103"/>
                </a:lnTo>
                <a:lnTo>
                  <a:pt x="43911" y="12103"/>
                </a:lnTo>
                <a:lnTo>
                  <a:pt x="41401" y="7886"/>
                </a:lnTo>
                <a:lnTo>
                  <a:pt x="37337" y="2628"/>
                </a:lnTo>
                <a:lnTo>
                  <a:pt x="31623" y="0"/>
                </a:lnTo>
                <a:close/>
              </a:path>
              <a:path w="48895" h="78104">
                <a:moveTo>
                  <a:pt x="43911" y="12103"/>
                </a:moveTo>
                <a:lnTo>
                  <a:pt x="26161" y="12103"/>
                </a:lnTo>
                <a:lnTo>
                  <a:pt x="27685" y="12661"/>
                </a:lnTo>
                <a:lnTo>
                  <a:pt x="29082" y="13779"/>
                </a:lnTo>
                <a:lnTo>
                  <a:pt x="33588" y="48929"/>
                </a:lnTo>
                <a:lnTo>
                  <a:pt x="33274" y="54152"/>
                </a:lnTo>
                <a:lnTo>
                  <a:pt x="32257" y="57886"/>
                </a:lnTo>
                <a:lnTo>
                  <a:pt x="31496" y="60794"/>
                </a:lnTo>
                <a:lnTo>
                  <a:pt x="30352" y="62814"/>
                </a:lnTo>
                <a:lnTo>
                  <a:pt x="29051" y="63969"/>
                </a:lnTo>
                <a:lnTo>
                  <a:pt x="27651" y="65074"/>
                </a:lnTo>
                <a:lnTo>
                  <a:pt x="26161" y="65620"/>
                </a:lnTo>
                <a:lnTo>
                  <a:pt x="43953" y="65620"/>
                </a:lnTo>
                <a:lnTo>
                  <a:pt x="44642" y="64454"/>
                </a:lnTo>
                <a:lnTo>
                  <a:pt x="46942" y="57451"/>
                </a:lnTo>
                <a:lnTo>
                  <a:pt x="48313" y="48929"/>
                </a:lnTo>
                <a:lnTo>
                  <a:pt x="48768"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388" name="object 388"/>
          <p:cNvSpPr/>
          <p:nvPr/>
        </p:nvSpPr>
        <p:spPr>
          <a:xfrm>
            <a:off x="11047476" y="6370320"/>
            <a:ext cx="33655" cy="78105"/>
          </a:xfrm>
          <a:custGeom>
            <a:avLst/>
            <a:gdLst/>
            <a:ahLst/>
            <a:cxnLst/>
            <a:rect l="l" t="t" r="r" b="b"/>
            <a:pathLst>
              <a:path w="33654" h="78104">
                <a:moveTo>
                  <a:pt x="33527" y="0"/>
                </a:moveTo>
                <a:lnTo>
                  <a:pt x="21717" y="0"/>
                </a:lnTo>
                <a:lnTo>
                  <a:pt x="19939" y="4711"/>
                </a:lnTo>
                <a:lnTo>
                  <a:pt x="16891" y="8839"/>
                </a:lnTo>
                <a:lnTo>
                  <a:pt x="8000" y="15925"/>
                </a:lnTo>
                <a:lnTo>
                  <a:pt x="3809" y="18326"/>
                </a:lnTo>
                <a:lnTo>
                  <a:pt x="0" y="19583"/>
                </a:lnTo>
                <a:lnTo>
                  <a:pt x="0" y="33058"/>
                </a:lnTo>
                <a:lnTo>
                  <a:pt x="7239" y="30619"/>
                </a:lnTo>
                <a:lnTo>
                  <a:pt x="13589" y="26873"/>
                </a:lnTo>
                <a:lnTo>
                  <a:pt x="18923" y="21805"/>
                </a:lnTo>
                <a:lnTo>
                  <a:pt x="18923" y="77723"/>
                </a:lnTo>
                <a:lnTo>
                  <a:pt x="33527" y="77723"/>
                </a:lnTo>
                <a:lnTo>
                  <a:pt x="33527" y="0"/>
                </a:lnTo>
                <a:close/>
              </a:path>
            </a:pathLst>
          </a:custGeom>
          <a:solidFill>
            <a:srgbClr val="4264DE">
              <a:alpha val="10195"/>
            </a:srgbClr>
          </a:solidFill>
        </p:spPr>
        <p:txBody>
          <a:bodyPr wrap="square" lIns="0" tIns="0" rIns="0" bIns="0" rtlCol="0"/>
          <a:lstStyle/>
          <a:p>
            <a:endParaRPr/>
          </a:p>
        </p:txBody>
      </p:sp>
      <p:sp>
        <p:nvSpPr>
          <p:cNvPr id="389" name="object 389"/>
          <p:cNvSpPr/>
          <p:nvPr/>
        </p:nvSpPr>
        <p:spPr>
          <a:xfrm>
            <a:off x="11212068" y="6370320"/>
            <a:ext cx="50800" cy="78105"/>
          </a:xfrm>
          <a:custGeom>
            <a:avLst/>
            <a:gdLst/>
            <a:ahLst/>
            <a:cxnLst/>
            <a:rect l="l" t="t" r="r" b="b"/>
            <a:pathLst>
              <a:path w="50800" h="78104">
                <a:moveTo>
                  <a:pt x="32638" y="0"/>
                </a:moveTo>
                <a:lnTo>
                  <a:pt x="17652" y="0"/>
                </a:lnTo>
                <a:lnTo>
                  <a:pt x="11810" y="2590"/>
                </a:lnTo>
                <a:lnTo>
                  <a:pt x="0" y="38734"/>
                </a:lnTo>
                <a:lnTo>
                  <a:pt x="440" y="48929"/>
                </a:lnTo>
                <a:lnTo>
                  <a:pt x="17652" y="77723"/>
                </a:lnTo>
                <a:lnTo>
                  <a:pt x="32638" y="77723"/>
                </a:lnTo>
                <a:lnTo>
                  <a:pt x="38480" y="75133"/>
                </a:lnTo>
                <a:lnTo>
                  <a:pt x="42672" y="69938"/>
                </a:lnTo>
                <a:lnTo>
                  <a:pt x="45296" y="65620"/>
                </a:lnTo>
                <a:lnTo>
                  <a:pt x="23367" y="65620"/>
                </a:lnTo>
                <a:lnTo>
                  <a:pt x="21701" y="65062"/>
                </a:lnTo>
                <a:lnTo>
                  <a:pt x="18923" y="62852"/>
                </a:lnTo>
                <a:lnTo>
                  <a:pt x="17779" y="60629"/>
                </a:lnTo>
                <a:lnTo>
                  <a:pt x="16001" y="53949"/>
                </a:lnTo>
                <a:lnTo>
                  <a:pt x="15586" y="48929"/>
                </a:lnTo>
                <a:lnTo>
                  <a:pt x="15591" y="28735"/>
                </a:lnTo>
                <a:lnTo>
                  <a:pt x="23367" y="12103"/>
                </a:lnTo>
                <a:lnTo>
                  <a:pt x="45324" y="12103"/>
                </a:lnTo>
                <a:lnTo>
                  <a:pt x="42799" y="7886"/>
                </a:lnTo>
                <a:lnTo>
                  <a:pt x="38480" y="2628"/>
                </a:lnTo>
                <a:lnTo>
                  <a:pt x="32638" y="0"/>
                </a:lnTo>
                <a:close/>
              </a:path>
              <a:path w="50800" h="78104">
                <a:moveTo>
                  <a:pt x="45324" y="12103"/>
                </a:moveTo>
                <a:lnTo>
                  <a:pt x="26924" y="12103"/>
                </a:lnTo>
                <a:lnTo>
                  <a:pt x="28575" y="12661"/>
                </a:lnTo>
                <a:lnTo>
                  <a:pt x="31368" y="14909"/>
                </a:lnTo>
                <a:lnTo>
                  <a:pt x="32511" y="17144"/>
                </a:lnTo>
                <a:lnTo>
                  <a:pt x="34289" y="23825"/>
                </a:lnTo>
                <a:lnTo>
                  <a:pt x="34696" y="28735"/>
                </a:lnTo>
                <a:lnTo>
                  <a:pt x="34708" y="48929"/>
                </a:lnTo>
                <a:lnTo>
                  <a:pt x="34289" y="54152"/>
                </a:lnTo>
                <a:lnTo>
                  <a:pt x="33274" y="57886"/>
                </a:lnTo>
                <a:lnTo>
                  <a:pt x="32511" y="60794"/>
                </a:lnTo>
                <a:lnTo>
                  <a:pt x="31368" y="62814"/>
                </a:lnTo>
                <a:lnTo>
                  <a:pt x="28575" y="65062"/>
                </a:lnTo>
                <a:lnTo>
                  <a:pt x="26924" y="65620"/>
                </a:lnTo>
                <a:lnTo>
                  <a:pt x="45296" y="65620"/>
                </a:lnTo>
                <a:lnTo>
                  <a:pt x="46005" y="64454"/>
                </a:lnTo>
                <a:lnTo>
                  <a:pt x="48386" y="57451"/>
                </a:lnTo>
                <a:lnTo>
                  <a:pt x="49815" y="48929"/>
                </a:lnTo>
                <a:lnTo>
                  <a:pt x="50291"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390" name="object 390"/>
          <p:cNvSpPr/>
          <p:nvPr/>
        </p:nvSpPr>
        <p:spPr>
          <a:xfrm>
            <a:off x="11393423" y="6370320"/>
            <a:ext cx="33655" cy="78105"/>
          </a:xfrm>
          <a:custGeom>
            <a:avLst/>
            <a:gdLst/>
            <a:ahLst/>
            <a:cxnLst/>
            <a:rect l="l" t="t" r="r" b="b"/>
            <a:pathLst>
              <a:path w="33654" h="78104">
                <a:moveTo>
                  <a:pt x="33527" y="0"/>
                </a:moveTo>
                <a:lnTo>
                  <a:pt x="21717" y="0"/>
                </a:lnTo>
                <a:lnTo>
                  <a:pt x="19939" y="4711"/>
                </a:lnTo>
                <a:lnTo>
                  <a:pt x="16891" y="8839"/>
                </a:lnTo>
                <a:lnTo>
                  <a:pt x="8000" y="15925"/>
                </a:lnTo>
                <a:lnTo>
                  <a:pt x="3809" y="18326"/>
                </a:lnTo>
                <a:lnTo>
                  <a:pt x="0" y="19583"/>
                </a:lnTo>
                <a:lnTo>
                  <a:pt x="0" y="33058"/>
                </a:lnTo>
                <a:lnTo>
                  <a:pt x="7239" y="30619"/>
                </a:lnTo>
                <a:lnTo>
                  <a:pt x="13589" y="26873"/>
                </a:lnTo>
                <a:lnTo>
                  <a:pt x="18923" y="21805"/>
                </a:lnTo>
                <a:lnTo>
                  <a:pt x="18923" y="77723"/>
                </a:lnTo>
                <a:lnTo>
                  <a:pt x="33527" y="77723"/>
                </a:lnTo>
                <a:lnTo>
                  <a:pt x="33527" y="0"/>
                </a:lnTo>
                <a:close/>
              </a:path>
            </a:pathLst>
          </a:custGeom>
          <a:solidFill>
            <a:srgbClr val="4264DE">
              <a:alpha val="10195"/>
            </a:srgbClr>
          </a:solidFill>
        </p:spPr>
        <p:txBody>
          <a:bodyPr wrap="square" lIns="0" tIns="0" rIns="0" bIns="0" rtlCol="0"/>
          <a:lstStyle/>
          <a:p>
            <a:endParaRPr/>
          </a:p>
        </p:txBody>
      </p:sp>
      <p:sp>
        <p:nvSpPr>
          <p:cNvPr id="391" name="object 391"/>
          <p:cNvSpPr/>
          <p:nvPr/>
        </p:nvSpPr>
        <p:spPr>
          <a:xfrm>
            <a:off x="11559540" y="6370320"/>
            <a:ext cx="48895" cy="78105"/>
          </a:xfrm>
          <a:custGeom>
            <a:avLst/>
            <a:gdLst/>
            <a:ahLst/>
            <a:cxnLst/>
            <a:rect l="l" t="t" r="r" b="b"/>
            <a:pathLst>
              <a:path w="48895" h="78104">
                <a:moveTo>
                  <a:pt x="31623" y="0"/>
                </a:moveTo>
                <a:lnTo>
                  <a:pt x="17144" y="0"/>
                </a:lnTo>
                <a:lnTo>
                  <a:pt x="11429" y="2590"/>
                </a:lnTo>
                <a:lnTo>
                  <a:pt x="0" y="38734"/>
                </a:lnTo>
                <a:lnTo>
                  <a:pt x="438" y="48929"/>
                </a:lnTo>
                <a:lnTo>
                  <a:pt x="17017" y="77723"/>
                </a:lnTo>
                <a:lnTo>
                  <a:pt x="31623" y="77723"/>
                </a:lnTo>
                <a:lnTo>
                  <a:pt x="37337" y="75133"/>
                </a:lnTo>
                <a:lnTo>
                  <a:pt x="41401" y="69938"/>
                </a:lnTo>
                <a:lnTo>
                  <a:pt x="43953" y="65620"/>
                </a:lnTo>
                <a:lnTo>
                  <a:pt x="22605" y="65620"/>
                </a:lnTo>
                <a:lnTo>
                  <a:pt x="21065" y="65062"/>
                </a:lnTo>
                <a:lnTo>
                  <a:pt x="15182" y="48929"/>
                </a:lnTo>
                <a:lnTo>
                  <a:pt x="15186" y="28735"/>
                </a:lnTo>
                <a:lnTo>
                  <a:pt x="22605" y="12103"/>
                </a:lnTo>
                <a:lnTo>
                  <a:pt x="43911" y="12103"/>
                </a:lnTo>
                <a:lnTo>
                  <a:pt x="41401" y="7886"/>
                </a:lnTo>
                <a:lnTo>
                  <a:pt x="37337" y="2628"/>
                </a:lnTo>
                <a:lnTo>
                  <a:pt x="31623" y="0"/>
                </a:lnTo>
                <a:close/>
              </a:path>
              <a:path w="48895" h="78104">
                <a:moveTo>
                  <a:pt x="43911" y="12103"/>
                </a:moveTo>
                <a:lnTo>
                  <a:pt x="26161" y="12103"/>
                </a:lnTo>
                <a:lnTo>
                  <a:pt x="27685" y="12661"/>
                </a:lnTo>
                <a:lnTo>
                  <a:pt x="28955" y="13779"/>
                </a:lnTo>
                <a:lnTo>
                  <a:pt x="33588" y="48929"/>
                </a:lnTo>
                <a:lnTo>
                  <a:pt x="33274" y="54152"/>
                </a:lnTo>
                <a:lnTo>
                  <a:pt x="32257" y="57886"/>
                </a:lnTo>
                <a:lnTo>
                  <a:pt x="31495" y="60794"/>
                </a:lnTo>
                <a:lnTo>
                  <a:pt x="30352" y="62814"/>
                </a:lnTo>
                <a:lnTo>
                  <a:pt x="29051" y="63969"/>
                </a:lnTo>
                <a:lnTo>
                  <a:pt x="27651" y="65074"/>
                </a:lnTo>
                <a:lnTo>
                  <a:pt x="26161" y="65620"/>
                </a:lnTo>
                <a:lnTo>
                  <a:pt x="43953" y="65620"/>
                </a:lnTo>
                <a:lnTo>
                  <a:pt x="44642" y="64454"/>
                </a:lnTo>
                <a:lnTo>
                  <a:pt x="46942" y="57451"/>
                </a:lnTo>
                <a:lnTo>
                  <a:pt x="48313" y="48929"/>
                </a:lnTo>
                <a:lnTo>
                  <a:pt x="48767" y="38887"/>
                </a:lnTo>
                <a:lnTo>
                  <a:pt x="48298" y="28735"/>
                </a:lnTo>
                <a:lnTo>
                  <a:pt x="46920" y="20245"/>
                </a:lnTo>
                <a:lnTo>
                  <a:pt x="44642" y="13330"/>
                </a:lnTo>
                <a:lnTo>
                  <a:pt x="43911" y="12103"/>
                </a:lnTo>
                <a:close/>
              </a:path>
            </a:pathLst>
          </a:custGeom>
          <a:solidFill>
            <a:srgbClr val="4264DE">
              <a:alpha val="10195"/>
            </a:srgbClr>
          </a:solidFill>
        </p:spPr>
        <p:txBody>
          <a:bodyPr wrap="square" lIns="0" tIns="0" rIns="0" bIns="0" rtlCol="0"/>
          <a:lstStyle/>
          <a:p>
            <a:endParaRPr/>
          </a:p>
        </p:txBody>
      </p:sp>
      <p:sp>
        <p:nvSpPr>
          <p:cNvPr id="392" name="object 392"/>
          <p:cNvSpPr/>
          <p:nvPr/>
        </p:nvSpPr>
        <p:spPr>
          <a:xfrm>
            <a:off x="11740895" y="6370320"/>
            <a:ext cx="33655" cy="78105"/>
          </a:xfrm>
          <a:custGeom>
            <a:avLst/>
            <a:gdLst/>
            <a:ahLst/>
            <a:cxnLst/>
            <a:rect l="l" t="t" r="r" b="b"/>
            <a:pathLst>
              <a:path w="33654" h="78104">
                <a:moveTo>
                  <a:pt x="33527" y="0"/>
                </a:moveTo>
                <a:lnTo>
                  <a:pt x="21717" y="0"/>
                </a:lnTo>
                <a:lnTo>
                  <a:pt x="19938" y="4711"/>
                </a:lnTo>
                <a:lnTo>
                  <a:pt x="16890" y="8839"/>
                </a:lnTo>
                <a:lnTo>
                  <a:pt x="8000" y="15925"/>
                </a:lnTo>
                <a:lnTo>
                  <a:pt x="3809" y="18326"/>
                </a:lnTo>
                <a:lnTo>
                  <a:pt x="0" y="19583"/>
                </a:lnTo>
                <a:lnTo>
                  <a:pt x="0" y="33058"/>
                </a:lnTo>
                <a:lnTo>
                  <a:pt x="7238" y="30619"/>
                </a:lnTo>
                <a:lnTo>
                  <a:pt x="13588" y="26873"/>
                </a:lnTo>
                <a:lnTo>
                  <a:pt x="18923" y="21805"/>
                </a:lnTo>
                <a:lnTo>
                  <a:pt x="18923" y="77723"/>
                </a:lnTo>
                <a:lnTo>
                  <a:pt x="33527" y="77723"/>
                </a:lnTo>
                <a:lnTo>
                  <a:pt x="33527" y="0"/>
                </a:lnTo>
                <a:close/>
              </a:path>
            </a:pathLst>
          </a:custGeom>
          <a:solidFill>
            <a:srgbClr val="4264DE">
              <a:alpha val="10195"/>
            </a:srgbClr>
          </a:solidFill>
        </p:spPr>
        <p:txBody>
          <a:bodyPr wrap="square" lIns="0" tIns="0" rIns="0" bIns="0" rtlCol="0"/>
          <a:lstStyle/>
          <a:p>
            <a:endParaRPr/>
          </a:p>
        </p:txBody>
      </p:sp>
      <p:sp>
        <p:nvSpPr>
          <p:cNvPr id="393" name="object 393"/>
          <p:cNvSpPr/>
          <p:nvPr/>
        </p:nvSpPr>
        <p:spPr>
          <a:xfrm>
            <a:off x="11905488" y="6370320"/>
            <a:ext cx="50800" cy="78105"/>
          </a:xfrm>
          <a:custGeom>
            <a:avLst/>
            <a:gdLst/>
            <a:ahLst/>
            <a:cxnLst/>
            <a:rect l="l" t="t" r="r" b="b"/>
            <a:pathLst>
              <a:path w="50800" h="78104">
                <a:moveTo>
                  <a:pt x="32638" y="0"/>
                </a:moveTo>
                <a:lnTo>
                  <a:pt x="17652" y="0"/>
                </a:lnTo>
                <a:lnTo>
                  <a:pt x="11810" y="2590"/>
                </a:lnTo>
                <a:lnTo>
                  <a:pt x="0" y="38734"/>
                </a:lnTo>
                <a:lnTo>
                  <a:pt x="440" y="48929"/>
                </a:lnTo>
                <a:lnTo>
                  <a:pt x="17652" y="77723"/>
                </a:lnTo>
                <a:lnTo>
                  <a:pt x="32638" y="77723"/>
                </a:lnTo>
                <a:lnTo>
                  <a:pt x="38480" y="75133"/>
                </a:lnTo>
                <a:lnTo>
                  <a:pt x="42671" y="69938"/>
                </a:lnTo>
                <a:lnTo>
                  <a:pt x="45296" y="65620"/>
                </a:lnTo>
                <a:lnTo>
                  <a:pt x="23367" y="65620"/>
                </a:lnTo>
                <a:lnTo>
                  <a:pt x="21701" y="65062"/>
                </a:lnTo>
                <a:lnTo>
                  <a:pt x="18922" y="62852"/>
                </a:lnTo>
                <a:lnTo>
                  <a:pt x="17779" y="60629"/>
                </a:lnTo>
                <a:lnTo>
                  <a:pt x="16001" y="53949"/>
                </a:lnTo>
                <a:lnTo>
                  <a:pt x="15586" y="48929"/>
                </a:lnTo>
                <a:lnTo>
                  <a:pt x="15591" y="28735"/>
                </a:lnTo>
                <a:lnTo>
                  <a:pt x="23367" y="12103"/>
                </a:lnTo>
                <a:lnTo>
                  <a:pt x="45324" y="12103"/>
                </a:lnTo>
                <a:lnTo>
                  <a:pt x="42798" y="7886"/>
                </a:lnTo>
                <a:lnTo>
                  <a:pt x="38480" y="2628"/>
                </a:lnTo>
                <a:lnTo>
                  <a:pt x="32638" y="0"/>
                </a:lnTo>
                <a:close/>
              </a:path>
              <a:path w="50800" h="78104">
                <a:moveTo>
                  <a:pt x="45324" y="12103"/>
                </a:moveTo>
                <a:lnTo>
                  <a:pt x="26923" y="12103"/>
                </a:lnTo>
                <a:lnTo>
                  <a:pt x="28575" y="12661"/>
                </a:lnTo>
                <a:lnTo>
                  <a:pt x="31368" y="14909"/>
                </a:lnTo>
                <a:lnTo>
                  <a:pt x="32511" y="17144"/>
                </a:lnTo>
                <a:lnTo>
                  <a:pt x="34289" y="23825"/>
                </a:lnTo>
                <a:lnTo>
                  <a:pt x="34696" y="28735"/>
                </a:lnTo>
                <a:lnTo>
                  <a:pt x="34708" y="48929"/>
                </a:lnTo>
                <a:lnTo>
                  <a:pt x="34289" y="54152"/>
                </a:lnTo>
                <a:lnTo>
                  <a:pt x="33273" y="57886"/>
                </a:lnTo>
                <a:lnTo>
                  <a:pt x="32511" y="60794"/>
                </a:lnTo>
                <a:lnTo>
                  <a:pt x="31368" y="62814"/>
                </a:lnTo>
                <a:lnTo>
                  <a:pt x="28575" y="65062"/>
                </a:lnTo>
                <a:lnTo>
                  <a:pt x="26923" y="65620"/>
                </a:lnTo>
                <a:lnTo>
                  <a:pt x="45296" y="65620"/>
                </a:lnTo>
                <a:lnTo>
                  <a:pt x="46005" y="64454"/>
                </a:lnTo>
                <a:lnTo>
                  <a:pt x="48386" y="57451"/>
                </a:lnTo>
                <a:lnTo>
                  <a:pt x="49815" y="48929"/>
                </a:lnTo>
                <a:lnTo>
                  <a:pt x="50291" y="38887"/>
                </a:lnTo>
                <a:lnTo>
                  <a:pt x="49802" y="28735"/>
                </a:lnTo>
                <a:lnTo>
                  <a:pt x="48381" y="20245"/>
                </a:lnTo>
                <a:lnTo>
                  <a:pt x="46059" y="13330"/>
                </a:lnTo>
                <a:lnTo>
                  <a:pt x="45324" y="12103"/>
                </a:lnTo>
                <a:close/>
              </a:path>
            </a:pathLst>
          </a:custGeom>
          <a:solidFill>
            <a:srgbClr val="4264DE">
              <a:alpha val="10195"/>
            </a:srgbClr>
          </a:solidFill>
        </p:spPr>
        <p:txBody>
          <a:bodyPr wrap="square" lIns="0" tIns="0" rIns="0" bIns="0" rtlCol="0"/>
          <a:lstStyle/>
          <a:p>
            <a:endParaRPr/>
          </a:p>
        </p:txBody>
      </p:sp>
      <p:sp>
        <p:nvSpPr>
          <p:cNvPr id="394" name="object 394"/>
          <p:cNvSpPr/>
          <p:nvPr/>
        </p:nvSpPr>
        <p:spPr>
          <a:xfrm>
            <a:off x="12086843" y="6370320"/>
            <a:ext cx="33655" cy="78105"/>
          </a:xfrm>
          <a:custGeom>
            <a:avLst/>
            <a:gdLst/>
            <a:ahLst/>
            <a:cxnLst/>
            <a:rect l="l" t="t" r="r" b="b"/>
            <a:pathLst>
              <a:path w="33654" h="78104">
                <a:moveTo>
                  <a:pt x="33527" y="0"/>
                </a:moveTo>
                <a:lnTo>
                  <a:pt x="21716" y="0"/>
                </a:lnTo>
                <a:lnTo>
                  <a:pt x="19938" y="4711"/>
                </a:lnTo>
                <a:lnTo>
                  <a:pt x="16890" y="8839"/>
                </a:lnTo>
                <a:lnTo>
                  <a:pt x="8000" y="15925"/>
                </a:lnTo>
                <a:lnTo>
                  <a:pt x="3809" y="18326"/>
                </a:lnTo>
                <a:lnTo>
                  <a:pt x="0" y="19583"/>
                </a:lnTo>
                <a:lnTo>
                  <a:pt x="0" y="33058"/>
                </a:lnTo>
                <a:lnTo>
                  <a:pt x="7238" y="30619"/>
                </a:lnTo>
                <a:lnTo>
                  <a:pt x="13588" y="26873"/>
                </a:lnTo>
                <a:lnTo>
                  <a:pt x="18923" y="21805"/>
                </a:lnTo>
                <a:lnTo>
                  <a:pt x="18923" y="77723"/>
                </a:lnTo>
                <a:lnTo>
                  <a:pt x="33527" y="77723"/>
                </a:lnTo>
                <a:lnTo>
                  <a:pt x="33527" y="0"/>
                </a:lnTo>
                <a:close/>
              </a:path>
            </a:pathLst>
          </a:custGeom>
          <a:solidFill>
            <a:srgbClr val="4264DE">
              <a:alpha val="10195"/>
            </a:srgbClr>
          </a:solidFill>
        </p:spPr>
        <p:txBody>
          <a:bodyPr wrap="square" lIns="0" tIns="0" rIns="0" bIns="0" rtlCol="0"/>
          <a:lstStyle/>
          <a:p>
            <a:endParaRPr/>
          </a:p>
        </p:txBody>
      </p:sp>
      <p:sp>
        <p:nvSpPr>
          <p:cNvPr id="395" name="object 395"/>
          <p:cNvSpPr/>
          <p:nvPr/>
        </p:nvSpPr>
        <p:spPr>
          <a:xfrm>
            <a:off x="118871" y="6780274"/>
            <a:ext cx="48895" cy="78105"/>
          </a:xfrm>
          <a:custGeom>
            <a:avLst/>
            <a:gdLst/>
            <a:ahLst/>
            <a:cxnLst/>
            <a:rect l="l" t="t" r="r" b="b"/>
            <a:pathLst>
              <a:path w="48894" h="78104">
                <a:moveTo>
                  <a:pt x="31661" y="0"/>
                </a:moveTo>
                <a:lnTo>
                  <a:pt x="17106" y="0"/>
                </a:lnTo>
                <a:lnTo>
                  <a:pt x="11442" y="2597"/>
                </a:lnTo>
                <a:lnTo>
                  <a:pt x="0" y="38732"/>
                </a:lnTo>
                <a:lnTo>
                  <a:pt x="430" y="48928"/>
                </a:lnTo>
                <a:lnTo>
                  <a:pt x="17081" y="77724"/>
                </a:lnTo>
                <a:lnTo>
                  <a:pt x="31661" y="77724"/>
                </a:lnTo>
                <a:lnTo>
                  <a:pt x="37325" y="75128"/>
                </a:lnTo>
                <a:lnTo>
                  <a:pt x="41389" y="69935"/>
                </a:lnTo>
                <a:lnTo>
                  <a:pt x="43924" y="65626"/>
                </a:lnTo>
                <a:lnTo>
                  <a:pt x="22644" y="65626"/>
                </a:lnTo>
                <a:lnTo>
                  <a:pt x="21084" y="65064"/>
                </a:lnTo>
                <a:lnTo>
                  <a:pt x="18402" y="62857"/>
                </a:lnTo>
                <a:lnTo>
                  <a:pt x="17284" y="60633"/>
                </a:lnTo>
                <a:lnTo>
                  <a:pt x="15506" y="53953"/>
                </a:lnTo>
                <a:lnTo>
                  <a:pt x="15142" y="48928"/>
                </a:lnTo>
                <a:lnTo>
                  <a:pt x="15157" y="28738"/>
                </a:lnTo>
                <a:lnTo>
                  <a:pt x="22644" y="12098"/>
                </a:lnTo>
                <a:lnTo>
                  <a:pt x="43919" y="12098"/>
                </a:lnTo>
                <a:lnTo>
                  <a:pt x="41440" y="7891"/>
                </a:lnTo>
                <a:lnTo>
                  <a:pt x="37338" y="2630"/>
                </a:lnTo>
                <a:lnTo>
                  <a:pt x="31661" y="0"/>
                </a:lnTo>
                <a:close/>
              </a:path>
              <a:path w="48894" h="78104">
                <a:moveTo>
                  <a:pt x="43919" y="12098"/>
                </a:moveTo>
                <a:lnTo>
                  <a:pt x="26123" y="12098"/>
                </a:lnTo>
                <a:lnTo>
                  <a:pt x="27673" y="12660"/>
                </a:lnTo>
                <a:lnTo>
                  <a:pt x="30365" y="14911"/>
                </a:lnTo>
                <a:lnTo>
                  <a:pt x="31483" y="17142"/>
                </a:lnTo>
                <a:lnTo>
                  <a:pt x="33261" y="23822"/>
                </a:lnTo>
                <a:lnTo>
                  <a:pt x="33617" y="28738"/>
                </a:lnTo>
                <a:lnTo>
                  <a:pt x="33618" y="48928"/>
                </a:lnTo>
                <a:lnTo>
                  <a:pt x="33210" y="54152"/>
                </a:lnTo>
                <a:lnTo>
                  <a:pt x="31470" y="60798"/>
                </a:lnTo>
                <a:lnTo>
                  <a:pt x="30416" y="62814"/>
                </a:lnTo>
                <a:lnTo>
                  <a:pt x="27649" y="65073"/>
                </a:lnTo>
                <a:lnTo>
                  <a:pt x="26123" y="65626"/>
                </a:lnTo>
                <a:lnTo>
                  <a:pt x="43924" y="65626"/>
                </a:lnTo>
                <a:lnTo>
                  <a:pt x="44615" y="64452"/>
                </a:lnTo>
                <a:lnTo>
                  <a:pt x="46921" y="57449"/>
                </a:lnTo>
                <a:lnTo>
                  <a:pt x="48306" y="48928"/>
                </a:lnTo>
                <a:lnTo>
                  <a:pt x="48768" y="38888"/>
                </a:lnTo>
                <a:lnTo>
                  <a:pt x="48295" y="28738"/>
                </a:lnTo>
                <a:lnTo>
                  <a:pt x="46916" y="20249"/>
                </a:lnTo>
                <a:lnTo>
                  <a:pt x="44647" y="13333"/>
                </a:lnTo>
                <a:lnTo>
                  <a:pt x="43919" y="12098"/>
                </a:lnTo>
                <a:close/>
              </a:path>
            </a:pathLst>
          </a:custGeom>
          <a:solidFill>
            <a:srgbClr val="4264DE">
              <a:alpha val="10195"/>
            </a:srgbClr>
          </a:solidFill>
        </p:spPr>
        <p:txBody>
          <a:bodyPr wrap="square" lIns="0" tIns="0" rIns="0" bIns="0" rtlCol="0"/>
          <a:lstStyle/>
          <a:p>
            <a:endParaRPr/>
          </a:p>
        </p:txBody>
      </p:sp>
      <p:sp>
        <p:nvSpPr>
          <p:cNvPr id="396" name="object 396"/>
          <p:cNvSpPr/>
          <p:nvPr/>
        </p:nvSpPr>
        <p:spPr>
          <a:xfrm>
            <a:off x="300227" y="6780274"/>
            <a:ext cx="33655" cy="78105"/>
          </a:xfrm>
          <a:custGeom>
            <a:avLst/>
            <a:gdLst/>
            <a:ahLst/>
            <a:cxnLst/>
            <a:rect l="l" t="t" r="r" b="b"/>
            <a:pathLst>
              <a:path w="33654" h="78104">
                <a:moveTo>
                  <a:pt x="33528" y="0"/>
                </a:moveTo>
                <a:lnTo>
                  <a:pt x="21653" y="0"/>
                </a:lnTo>
                <a:lnTo>
                  <a:pt x="19989" y="4716"/>
                </a:lnTo>
                <a:lnTo>
                  <a:pt x="16916" y="8844"/>
                </a:lnTo>
                <a:lnTo>
                  <a:pt x="7962" y="15920"/>
                </a:lnTo>
                <a:lnTo>
                  <a:pt x="3822" y="18322"/>
                </a:lnTo>
                <a:lnTo>
                  <a:pt x="0" y="19589"/>
                </a:lnTo>
                <a:lnTo>
                  <a:pt x="0" y="33054"/>
                </a:lnTo>
                <a:lnTo>
                  <a:pt x="7251" y="30626"/>
                </a:lnTo>
                <a:lnTo>
                  <a:pt x="13550" y="26877"/>
                </a:lnTo>
                <a:lnTo>
                  <a:pt x="18897" y="21807"/>
                </a:lnTo>
                <a:lnTo>
                  <a:pt x="18897" y="77724"/>
                </a:lnTo>
                <a:lnTo>
                  <a:pt x="33528" y="77724"/>
                </a:lnTo>
                <a:lnTo>
                  <a:pt x="33528" y="0"/>
                </a:lnTo>
                <a:close/>
              </a:path>
            </a:pathLst>
          </a:custGeom>
          <a:solidFill>
            <a:srgbClr val="4264DE">
              <a:alpha val="10195"/>
            </a:srgbClr>
          </a:solidFill>
        </p:spPr>
        <p:txBody>
          <a:bodyPr wrap="square" lIns="0" tIns="0" rIns="0" bIns="0" rtlCol="0"/>
          <a:lstStyle/>
          <a:p>
            <a:endParaRPr/>
          </a:p>
        </p:txBody>
      </p:sp>
      <p:sp>
        <p:nvSpPr>
          <p:cNvPr id="397" name="object 397"/>
          <p:cNvSpPr/>
          <p:nvPr/>
        </p:nvSpPr>
        <p:spPr>
          <a:xfrm>
            <a:off x="464819" y="6780274"/>
            <a:ext cx="50800" cy="78105"/>
          </a:xfrm>
          <a:custGeom>
            <a:avLst/>
            <a:gdLst/>
            <a:ahLst/>
            <a:cxnLst/>
            <a:rect l="l" t="t" r="r" b="b"/>
            <a:pathLst>
              <a:path w="50800" h="78104">
                <a:moveTo>
                  <a:pt x="32651" y="0"/>
                </a:moveTo>
                <a:lnTo>
                  <a:pt x="17640" y="0"/>
                </a:lnTo>
                <a:lnTo>
                  <a:pt x="11798" y="2597"/>
                </a:lnTo>
                <a:lnTo>
                  <a:pt x="0" y="38732"/>
                </a:lnTo>
                <a:lnTo>
                  <a:pt x="444" y="48928"/>
                </a:lnTo>
                <a:lnTo>
                  <a:pt x="17614" y="77724"/>
                </a:lnTo>
                <a:lnTo>
                  <a:pt x="32651" y="77724"/>
                </a:lnTo>
                <a:lnTo>
                  <a:pt x="38493" y="75128"/>
                </a:lnTo>
                <a:lnTo>
                  <a:pt x="42684" y="69935"/>
                </a:lnTo>
                <a:lnTo>
                  <a:pt x="45298" y="65626"/>
                </a:lnTo>
                <a:lnTo>
                  <a:pt x="23355" y="65626"/>
                </a:lnTo>
                <a:lnTo>
                  <a:pt x="21744" y="65064"/>
                </a:lnTo>
                <a:lnTo>
                  <a:pt x="18973" y="62857"/>
                </a:lnTo>
                <a:lnTo>
                  <a:pt x="17818" y="60633"/>
                </a:lnTo>
                <a:lnTo>
                  <a:pt x="15989" y="53953"/>
                </a:lnTo>
                <a:lnTo>
                  <a:pt x="15614" y="48928"/>
                </a:lnTo>
                <a:lnTo>
                  <a:pt x="15629" y="28738"/>
                </a:lnTo>
                <a:lnTo>
                  <a:pt x="23355" y="12098"/>
                </a:lnTo>
                <a:lnTo>
                  <a:pt x="45292" y="12098"/>
                </a:lnTo>
                <a:lnTo>
                  <a:pt x="42735" y="7891"/>
                </a:lnTo>
                <a:lnTo>
                  <a:pt x="38506" y="2630"/>
                </a:lnTo>
                <a:lnTo>
                  <a:pt x="32651" y="0"/>
                </a:lnTo>
                <a:close/>
              </a:path>
              <a:path w="50800" h="78104">
                <a:moveTo>
                  <a:pt x="45292" y="12098"/>
                </a:moveTo>
                <a:lnTo>
                  <a:pt x="26936" y="12098"/>
                </a:lnTo>
                <a:lnTo>
                  <a:pt x="28536" y="12660"/>
                </a:lnTo>
                <a:lnTo>
                  <a:pt x="31318" y="14911"/>
                </a:lnTo>
                <a:lnTo>
                  <a:pt x="32473" y="17142"/>
                </a:lnTo>
                <a:lnTo>
                  <a:pt x="34302" y="23822"/>
                </a:lnTo>
                <a:lnTo>
                  <a:pt x="34668" y="28738"/>
                </a:lnTo>
                <a:lnTo>
                  <a:pt x="34670" y="48928"/>
                </a:lnTo>
                <a:lnTo>
                  <a:pt x="34251" y="54152"/>
                </a:lnTo>
                <a:lnTo>
                  <a:pt x="33223" y="57890"/>
                </a:lnTo>
                <a:lnTo>
                  <a:pt x="32448" y="60798"/>
                </a:lnTo>
                <a:lnTo>
                  <a:pt x="31356" y="62814"/>
                </a:lnTo>
                <a:lnTo>
                  <a:pt x="28525" y="65073"/>
                </a:lnTo>
                <a:lnTo>
                  <a:pt x="26936" y="65626"/>
                </a:lnTo>
                <a:lnTo>
                  <a:pt x="45298" y="65626"/>
                </a:lnTo>
                <a:lnTo>
                  <a:pt x="46011" y="64452"/>
                </a:lnTo>
                <a:lnTo>
                  <a:pt x="48388" y="57449"/>
                </a:lnTo>
                <a:lnTo>
                  <a:pt x="49815" y="48928"/>
                </a:lnTo>
                <a:lnTo>
                  <a:pt x="50292" y="38888"/>
                </a:lnTo>
                <a:lnTo>
                  <a:pt x="49804" y="28738"/>
                </a:lnTo>
                <a:lnTo>
                  <a:pt x="48382" y="20249"/>
                </a:lnTo>
                <a:lnTo>
                  <a:pt x="46043" y="13333"/>
                </a:lnTo>
                <a:lnTo>
                  <a:pt x="45292" y="12098"/>
                </a:lnTo>
                <a:close/>
              </a:path>
            </a:pathLst>
          </a:custGeom>
          <a:solidFill>
            <a:srgbClr val="4264DE">
              <a:alpha val="10195"/>
            </a:srgbClr>
          </a:solidFill>
        </p:spPr>
        <p:txBody>
          <a:bodyPr wrap="square" lIns="0" tIns="0" rIns="0" bIns="0" rtlCol="0"/>
          <a:lstStyle/>
          <a:p>
            <a:endParaRPr/>
          </a:p>
        </p:txBody>
      </p:sp>
      <p:sp>
        <p:nvSpPr>
          <p:cNvPr id="398" name="object 398"/>
          <p:cNvSpPr/>
          <p:nvPr/>
        </p:nvSpPr>
        <p:spPr>
          <a:xfrm>
            <a:off x="646176" y="6780274"/>
            <a:ext cx="33655" cy="78105"/>
          </a:xfrm>
          <a:custGeom>
            <a:avLst/>
            <a:gdLst/>
            <a:ahLst/>
            <a:cxnLst/>
            <a:rect l="l" t="t" r="r" b="b"/>
            <a:pathLst>
              <a:path w="33654" h="78104">
                <a:moveTo>
                  <a:pt x="33528" y="0"/>
                </a:moveTo>
                <a:lnTo>
                  <a:pt x="21653" y="0"/>
                </a:lnTo>
                <a:lnTo>
                  <a:pt x="19989" y="4716"/>
                </a:lnTo>
                <a:lnTo>
                  <a:pt x="16916" y="8844"/>
                </a:lnTo>
                <a:lnTo>
                  <a:pt x="7962" y="15920"/>
                </a:lnTo>
                <a:lnTo>
                  <a:pt x="3822" y="18322"/>
                </a:lnTo>
                <a:lnTo>
                  <a:pt x="0" y="19589"/>
                </a:lnTo>
                <a:lnTo>
                  <a:pt x="0" y="33054"/>
                </a:lnTo>
                <a:lnTo>
                  <a:pt x="7251" y="30626"/>
                </a:lnTo>
                <a:lnTo>
                  <a:pt x="13550" y="26877"/>
                </a:lnTo>
                <a:lnTo>
                  <a:pt x="18897" y="21807"/>
                </a:lnTo>
                <a:lnTo>
                  <a:pt x="18897" y="77724"/>
                </a:lnTo>
                <a:lnTo>
                  <a:pt x="33528" y="77724"/>
                </a:lnTo>
                <a:lnTo>
                  <a:pt x="33528" y="0"/>
                </a:lnTo>
                <a:close/>
              </a:path>
            </a:pathLst>
          </a:custGeom>
          <a:solidFill>
            <a:srgbClr val="4264DE">
              <a:alpha val="10195"/>
            </a:srgbClr>
          </a:solidFill>
        </p:spPr>
        <p:txBody>
          <a:bodyPr wrap="square" lIns="0" tIns="0" rIns="0" bIns="0" rtlCol="0"/>
          <a:lstStyle/>
          <a:p>
            <a:endParaRPr/>
          </a:p>
        </p:txBody>
      </p:sp>
      <p:sp>
        <p:nvSpPr>
          <p:cNvPr id="399" name="object 399"/>
          <p:cNvSpPr/>
          <p:nvPr/>
        </p:nvSpPr>
        <p:spPr>
          <a:xfrm>
            <a:off x="812291" y="6780274"/>
            <a:ext cx="48895" cy="78105"/>
          </a:xfrm>
          <a:custGeom>
            <a:avLst/>
            <a:gdLst/>
            <a:ahLst/>
            <a:cxnLst/>
            <a:rect l="l" t="t" r="r" b="b"/>
            <a:pathLst>
              <a:path w="48894" h="78104">
                <a:moveTo>
                  <a:pt x="31661" y="0"/>
                </a:moveTo>
                <a:lnTo>
                  <a:pt x="17106" y="0"/>
                </a:lnTo>
                <a:lnTo>
                  <a:pt x="11442" y="2597"/>
                </a:lnTo>
                <a:lnTo>
                  <a:pt x="0" y="38732"/>
                </a:lnTo>
                <a:lnTo>
                  <a:pt x="430" y="48928"/>
                </a:lnTo>
                <a:lnTo>
                  <a:pt x="17081" y="77724"/>
                </a:lnTo>
                <a:lnTo>
                  <a:pt x="31661" y="77724"/>
                </a:lnTo>
                <a:lnTo>
                  <a:pt x="37325" y="75128"/>
                </a:lnTo>
                <a:lnTo>
                  <a:pt x="41389" y="69935"/>
                </a:lnTo>
                <a:lnTo>
                  <a:pt x="43924" y="65626"/>
                </a:lnTo>
                <a:lnTo>
                  <a:pt x="22644" y="65626"/>
                </a:lnTo>
                <a:lnTo>
                  <a:pt x="21084" y="65064"/>
                </a:lnTo>
                <a:lnTo>
                  <a:pt x="18402" y="62857"/>
                </a:lnTo>
                <a:lnTo>
                  <a:pt x="17284" y="60633"/>
                </a:lnTo>
                <a:lnTo>
                  <a:pt x="15506" y="53953"/>
                </a:lnTo>
                <a:lnTo>
                  <a:pt x="15142" y="48928"/>
                </a:lnTo>
                <a:lnTo>
                  <a:pt x="15157" y="28738"/>
                </a:lnTo>
                <a:lnTo>
                  <a:pt x="22644" y="12098"/>
                </a:lnTo>
                <a:lnTo>
                  <a:pt x="43919" y="12098"/>
                </a:lnTo>
                <a:lnTo>
                  <a:pt x="41440" y="7891"/>
                </a:lnTo>
                <a:lnTo>
                  <a:pt x="37338" y="2630"/>
                </a:lnTo>
                <a:lnTo>
                  <a:pt x="31661" y="0"/>
                </a:lnTo>
                <a:close/>
              </a:path>
              <a:path w="48894" h="78104">
                <a:moveTo>
                  <a:pt x="43919" y="12098"/>
                </a:moveTo>
                <a:lnTo>
                  <a:pt x="26123" y="12098"/>
                </a:lnTo>
                <a:lnTo>
                  <a:pt x="27673" y="12660"/>
                </a:lnTo>
                <a:lnTo>
                  <a:pt x="30365" y="14911"/>
                </a:lnTo>
                <a:lnTo>
                  <a:pt x="31483" y="17142"/>
                </a:lnTo>
                <a:lnTo>
                  <a:pt x="33261" y="23822"/>
                </a:lnTo>
                <a:lnTo>
                  <a:pt x="33617" y="28738"/>
                </a:lnTo>
                <a:lnTo>
                  <a:pt x="33618" y="48928"/>
                </a:lnTo>
                <a:lnTo>
                  <a:pt x="33210" y="54152"/>
                </a:lnTo>
                <a:lnTo>
                  <a:pt x="31470" y="60798"/>
                </a:lnTo>
                <a:lnTo>
                  <a:pt x="30416" y="62814"/>
                </a:lnTo>
                <a:lnTo>
                  <a:pt x="27649" y="65073"/>
                </a:lnTo>
                <a:lnTo>
                  <a:pt x="26123" y="65626"/>
                </a:lnTo>
                <a:lnTo>
                  <a:pt x="43924" y="65626"/>
                </a:lnTo>
                <a:lnTo>
                  <a:pt x="44615" y="64452"/>
                </a:lnTo>
                <a:lnTo>
                  <a:pt x="46921" y="57449"/>
                </a:lnTo>
                <a:lnTo>
                  <a:pt x="48306" y="48928"/>
                </a:lnTo>
                <a:lnTo>
                  <a:pt x="48767" y="38888"/>
                </a:lnTo>
                <a:lnTo>
                  <a:pt x="48295" y="28738"/>
                </a:lnTo>
                <a:lnTo>
                  <a:pt x="46916" y="20249"/>
                </a:lnTo>
                <a:lnTo>
                  <a:pt x="44647" y="13333"/>
                </a:lnTo>
                <a:lnTo>
                  <a:pt x="43919" y="12098"/>
                </a:lnTo>
                <a:close/>
              </a:path>
            </a:pathLst>
          </a:custGeom>
          <a:solidFill>
            <a:srgbClr val="4264DE">
              <a:alpha val="10195"/>
            </a:srgbClr>
          </a:solidFill>
        </p:spPr>
        <p:txBody>
          <a:bodyPr wrap="square" lIns="0" tIns="0" rIns="0" bIns="0" rtlCol="0"/>
          <a:lstStyle/>
          <a:p>
            <a:endParaRPr/>
          </a:p>
        </p:txBody>
      </p:sp>
      <p:sp>
        <p:nvSpPr>
          <p:cNvPr id="400" name="object 400"/>
          <p:cNvSpPr/>
          <p:nvPr/>
        </p:nvSpPr>
        <p:spPr>
          <a:xfrm>
            <a:off x="993647" y="6780274"/>
            <a:ext cx="33655" cy="78105"/>
          </a:xfrm>
          <a:custGeom>
            <a:avLst/>
            <a:gdLst/>
            <a:ahLst/>
            <a:cxnLst/>
            <a:rect l="l" t="t" r="r" b="b"/>
            <a:pathLst>
              <a:path w="33655" h="78104">
                <a:moveTo>
                  <a:pt x="33528" y="0"/>
                </a:moveTo>
                <a:lnTo>
                  <a:pt x="21653" y="0"/>
                </a:lnTo>
                <a:lnTo>
                  <a:pt x="19989" y="4716"/>
                </a:lnTo>
                <a:lnTo>
                  <a:pt x="16916" y="8844"/>
                </a:lnTo>
                <a:lnTo>
                  <a:pt x="7962" y="15920"/>
                </a:lnTo>
                <a:lnTo>
                  <a:pt x="3822" y="18322"/>
                </a:lnTo>
                <a:lnTo>
                  <a:pt x="0" y="19589"/>
                </a:lnTo>
                <a:lnTo>
                  <a:pt x="0" y="33054"/>
                </a:lnTo>
                <a:lnTo>
                  <a:pt x="7251" y="30626"/>
                </a:lnTo>
                <a:lnTo>
                  <a:pt x="13550" y="26877"/>
                </a:lnTo>
                <a:lnTo>
                  <a:pt x="18897" y="21807"/>
                </a:lnTo>
                <a:lnTo>
                  <a:pt x="18897" y="77724"/>
                </a:lnTo>
                <a:lnTo>
                  <a:pt x="33528" y="77724"/>
                </a:lnTo>
                <a:lnTo>
                  <a:pt x="33528" y="0"/>
                </a:lnTo>
                <a:close/>
              </a:path>
            </a:pathLst>
          </a:custGeom>
          <a:solidFill>
            <a:srgbClr val="4264DE">
              <a:alpha val="10195"/>
            </a:srgbClr>
          </a:solidFill>
        </p:spPr>
        <p:txBody>
          <a:bodyPr wrap="square" lIns="0" tIns="0" rIns="0" bIns="0" rtlCol="0"/>
          <a:lstStyle/>
          <a:p>
            <a:endParaRPr/>
          </a:p>
        </p:txBody>
      </p:sp>
      <p:sp>
        <p:nvSpPr>
          <p:cNvPr id="401" name="object 401"/>
          <p:cNvSpPr/>
          <p:nvPr/>
        </p:nvSpPr>
        <p:spPr>
          <a:xfrm>
            <a:off x="1158239" y="6780274"/>
            <a:ext cx="50800" cy="78105"/>
          </a:xfrm>
          <a:custGeom>
            <a:avLst/>
            <a:gdLst/>
            <a:ahLst/>
            <a:cxnLst/>
            <a:rect l="l" t="t" r="r" b="b"/>
            <a:pathLst>
              <a:path w="50800" h="78104">
                <a:moveTo>
                  <a:pt x="32651" y="0"/>
                </a:moveTo>
                <a:lnTo>
                  <a:pt x="17640" y="0"/>
                </a:lnTo>
                <a:lnTo>
                  <a:pt x="11798" y="2597"/>
                </a:lnTo>
                <a:lnTo>
                  <a:pt x="0" y="38732"/>
                </a:lnTo>
                <a:lnTo>
                  <a:pt x="444" y="48928"/>
                </a:lnTo>
                <a:lnTo>
                  <a:pt x="17614" y="77724"/>
                </a:lnTo>
                <a:lnTo>
                  <a:pt x="32651" y="77724"/>
                </a:lnTo>
                <a:lnTo>
                  <a:pt x="38493" y="75128"/>
                </a:lnTo>
                <a:lnTo>
                  <a:pt x="42684" y="69935"/>
                </a:lnTo>
                <a:lnTo>
                  <a:pt x="45298" y="65626"/>
                </a:lnTo>
                <a:lnTo>
                  <a:pt x="23355" y="65626"/>
                </a:lnTo>
                <a:lnTo>
                  <a:pt x="21744" y="65064"/>
                </a:lnTo>
                <a:lnTo>
                  <a:pt x="18973" y="62857"/>
                </a:lnTo>
                <a:lnTo>
                  <a:pt x="17818" y="60633"/>
                </a:lnTo>
                <a:lnTo>
                  <a:pt x="15989" y="53953"/>
                </a:lnTo>
                <a:lnTo>
                  <a:pt x="15614" y="48928"/>
                </a:lnTo>
                <a:lnTo>
                  <a:pt x="15629" y="28738"/>
                </a:lnTo>
                <a:lnTo>
                  <a:pt x="23355" y="12098"/>
                </a:lnTo>
                <a:lnTo>
                  <a:pt x="45292" y="12098"/>
                </a:lnTo>
                <a:lnTo>
                  <a:pt x="42735" y="7891"/>
                </a:lnTo>
                <a:lnTo>
                  <a:pt x="38506" y="2630"/>
                </a:lnTo>
                <a:lnTo>
                  <a:pt x="32651" y="0"/>
                </a:lnTo>
                <a:close/>
              </a:path>
              <a:path w="50800" h="78104">
                <a:moveTo>
                  <a:pt x="45292" y="12098"/>
                </a:moveTo>
                <a:lnTo>
                  <a:pt x="26936" y="12098"/>
                </a:lnTo>
                <a:lnTo>
                  <a:pt x="28536" y="12660"/>
                </a:lnTo>
                <a:lnTo>
                  <a:pt x="31318" y="14911"/>
                </a:lnTo>
                <a:lnTo>
                  <a:pt x="32473" y="17142"/>
                </a:lnTo>
                <a:lnTo>
                  <a:pt x="34302" y="23822"/>
                </a:lnTo>
                <a:lnTo>
                  <a:pt x="34668" y="28738"/>
                </a:lnTo>
                <a:lnTo>
                  <a:pt x="34670" y="48928"/>
                </a:lnTo>
                <a:lnTo>
                  <a:pt x="34251" y="54152"/>
                </a:lnTo>
                <a:lnTo>
                  <a:pt x="33223" y="57890"/>
                </a:lnTo>
                <a:lnTo>
                  <a:pt x="32448" y="60798"/>
                </a:lnTo>
                <a:lnTo>
                  <a:pt x="31356" y="62814"/>
                </a:lnTo>
                <a:lnTo>
                  <a:pt x="28525" y="65073"/>
                </a:lnTo>
                <a:lnTo>
                  <a:pt x="26936" y="65626"/>
                </a:lnTo>
                <a:lnTo>
                  <a:pt x="45298" y="65626"/>
                </a:lnTo>
                <a:lnTo>
                  <a:pt x="46011" y="64452"/>
                </a:lnTo>
                <a:lnTo>
                  <a:pt x="48388" y="57449"/>
                </a:lnTo>
                <a:lnTo>
                  <a:pt x="49815" y="48928"/>
                </a:lnTo>
                <a:lnTo>
                  <a:pt x="50291" y="38888"/>
                </a:lnTo>
                <a:lnTo>
                  <a:pt x="49804" y="28738"/>
                </a:lnTo>
                <a:lnTo>
                  <a:pt x="48382" y="20249"/>
                </a:lnTo>
                <a:lnTo>
                  <a:pt x="46043" y="13333"/>
                </a:lnTo>
                <a:lnTo>
                  <a:pt x="45292" y="12098"/>
                </a:lnTo>
                <a:close/>
              </a:path>
            </a:pathLst>
          </a:custGeom>
          <a:solidFill>
            <a:srgbClr val="4264DE">
              <a:alpha val="10195"/>
            </a:srgbClr>
          </a:solidFill>
        </p:spPr>
        <p:txBody>
          <a:bodyPr wrap="square" lIns="0" tIns="0" rIns="0" bIns="0" rtlCol="0"/>
          <a:lstStyle/>
          <a:p>
            <a:endParaRPr/>
          </a:p>
        </p:txBody>
      </p:sp>
      <p:sp>
        <p:nvSpPr>
          <p:cNvPr id="402" name="object 402"/>
          <p:cNvSpPr/>
          <p:nvPr/>
        </p:nvSpPr>
        <p:spPr>
          <a:xfrm>
            <a:off x="1339596" y="6780274"/>
            <a:ext cx="33655" cy="78105"/>
          </a:xfrm>
          <a:custGeom>
            <a:avLst/>
            <a:gdLst/>
            <a:ahLst/>
            <a:cxnLst/>
            <a:rect l="l" t="t" r="r" b="b"/>
            <a:pathLst>
              <a:path w="33655" h="78104">
                <a:moveTo>
                  <a:pt x="33528" y="0"/>
                </a:moveTo>
                <a:lnTo>
                  <a:pt x="21716" y="0"/>
                </a:lnTo>
                <a:lnTo>
                  <a:pt x="19938" y="4716"/>
                </a:lnTo>
                <a:lnTo>
                  <a:pt x="16890" y="8844"/>
                </a:lnTo>
                <a:lnTo>
                  <a:pt x="8000" y="15920"/>
                </a:lnTo>
                <a:lnTo>
                  <a:pt x="3809" y="18322"/>
                </a:lnTo>
                <a:lnTo>
                  <a:pt x="0" y="19589"/>
                </a:lnTo>
                <a:lnTo>
                  <a:pt x="0" y="33054"/>
                </a:lnTo>
                <a:lnTo>
                  <a:pt x="7238" y="30626"/>
                </a:lnTo>
                <a:lnTo>
                  <a:pt x="13588" y="26877"/>
                </a:lnTo>
                <a:lnTo>
                  <a:pt x="18922" y="21807"/>
                </a:lnTo>
                <a:lnTo>
                  <a:pt x="18922" y="77724"/>
                </a:lnTo>
                <a:lnTo>
                  <a:pt x="33528" y="77724"/>
                </a:lnTo>
                <a:lnTo>
                  <a:pt x="33528" y="0"/>
                </a:lnTo>
                <a:close/>
              </a:path>
            </a:pathLst>
          </a:custGeom>
          <a:solidFill>
            <a:srgbClr val="4264DE">
              <a:alpha val="10195"/>
            </a:srgbClr>
          </a:solidFill>
        </p:spPr>
        <p:txBody>
          <a:bodyPr wrap="square" lIns="0" tIns="0" rIns="0" bIns="0" rtlCol="0"/>
          <a:lstStyle/>
          <a:p>
            <a:endParaRPr/>
          </a:p>
        </p:txBody>
      </p:sp>
      <p:sp>
        <p:nvSpPr>
          <p:cNvPr id="403" name="object 403"/>
          <p:cNvSpPr/>
          <p:nvPr/>
        </p:nvSpPr>
        <p:spPr>
          <a:xfrm>
            <a:off x="1505711" y="6780274"/>
            <a:ext cx="48895" cy="78105"/>
          </a:xfrm>
          <a:custGeom>
            <a:avLst/>
            <a:gdLst/>
            <a:ahLst/>
            <a:cxnLst/>
            <a:rect l="l" t="t" r="r" b="b"/>
            <a:pathLst>
              <a:path w="48894" h="78104">
                <a:moveTo>
                  <a:pt x="31622" y="0"/>
                </a:moveTo>
                <a:lnTo>
                  <a:pt x="17144" y="0"/>
                </a:lnTo>
                <a:lnTo>
                  <a:pt x="11429" y="2597"/>
                </a:lnTo>
                <a:lnTo>
                  <a:pt x="0" y="38732"/>
                </a:lnTo>
                <a:lnTo>
                  <a:pt x="438" y="48928"/>
                </a:lnTo>
                <a:lnTo>
                  <a:pt x="17018" y="77724"/>
                </a:lnTo>
                <a:lnTo>
                  <a:pt x="31622" y="77724"/>
                </a:lnTo>
                <a:lnTo>
                  <a:pt x="37337" y="75128"/>
                </a:lnTo>
                <a:lnTo>
                  <a:pt x="41401" y="69935"/>
                </a:lnTo>
                <a:lnTo>
                  <a:pt x="43948" y="65626"/>
                </a:lnTo>
                <a:lnTo>
                  <a:pt x="22606" y="65626"/>
                </a:lnTo>
                <a:lnTo>
                  <a:pt x="21071" y="65064"/>
                </a:lnTo>
                <a:lnTo>
                  <a:pt x="15181" y="48928"/>
                </a:lnTo>
                <a:lnTo>
                  <a:pt x="15186" y="28738"/>
                </a:lnTo>
                <a:lnTo>
                  <a:pt x="22606" y="12098"/>
                </a:lnTo>
                <a:lnTo>
                  <a:pt x="43906" y="12098"/>
                </a:lnTo>
                <a:lnTo>
                  <a:pt x="41401" y="7891"/>
                </a:lnTo>
                <a:lnTo>
                  <a:pt x="37337" y="2630"/>
                </a:lnTo>
                <a:lnTo>
                  <a:pt x="31622" y="0"/>
                </a:lnTo>
                <a:close/>
              </a:path>
              <a:path w="48894" h="78104">
                <a:moveTo>
                  <a:pt x="43906" y="12098"/>
                </a:moveTo>
                <a:lnTo>
                  <a:pt x="26162" y="12098"/>
                </a:lnTo>
                <a:lnTo>
                  <a:pt x="27685" y="12660"/>
                </a:lnTo>
                <a:lnTo>
                  <a:pt x="29082" y="13784"/>
                </a:lnTo>
                <a:lnTo>
                  <a:pt x="33588" y="48928"/>
                </a:lnTo>
                <a:lnTo>
                  <a:pt x="33274" y="54152"/>
                </a:lnTo>
                <a:lnTo>
                  <a:pt x="32257" y="57890"/>
                </a:lnTo>
                <a:lnTo>
                  <a:pt x="31496" y="60798"/>
                </a:lnTo>
                <a:lnTo>
                  <a:pt x="30353" y="62814"/>
                </a:lnTo>
                <a:lnTo>
                  <a:pt x="29049" y="63966"/>
                </a:lnTo>
                <a:lnTo>
                  <a:pt x="27662" y="65073"/>
                </a:lnTo>
                <a:lnTo>
                  <a:pt x="26162" y="65626"/>
                </a:lnTo>
                <a:lnTo>
                  <a:pt x="43948" y="65626"/>
                </a:lnTo>
                <a:lnTo>
                  <a:pt x="44642" y="64452"/>
                </a:lnTo>
                <a:lnTo>
                  <a:pt x="46942" y="57449"/>
                </a:lnTo>
                <a:lnTo>
                  <a:pt x="48313" y="48928"/>
                </a:lnTo>
                <a:lnTo>
                  <a:pt x="48768" y="38888"/>
                </a:lnTo>
                <a:lnTo>
                  <a:pt x="48298" y="28738"/>
                </a:lnTo>
                <a:lnTo>
                  <a:pt x="46921" y="20249"/>
                </a:lnTo>
                <a:lnTo>
                  <a:pt x="44642" y="13333"/>
                </a:lnTo>
                <a:lnTo>
                  <a:pt x="43906" y="12098"/>
                </a:lnTo>
                <a:close/>
              </a:path>
            </a:pathLst>
          </a:custGeom>
          <a:solidFill>
            <a:srgbClr val="4264DE">
              <a:alpha val="10195"/>
            </a:srgbClr>
          </a:solidFill>
        </p:spPr>
        <p:txBody>
          <a:bodyPr wrap="square" lIns="0" tIns="0" rIns="0" bIns="0" rtlCol="0"/>
          <a:lstStyle/>
          <a:p>
            <a:endParaRPr/>
          </a:p>
        </p:txBody>
      </p:sp>
      <p:sp>
        <p:nvSpPr>
          <p:cNvPr id="404" name="object 404"/>
          <p:cNvSpPr/>
          <p:nvPr/>
        </p:nvSpPr>
        <p:spPr>
          <a:xfrm>
            <a:off x="1687067" y="6780274"/>
            <a:ext cx="33655" cy="78105"/>
          </a:xfrm>
          <a:custGeom>
            <a:avLst/>
            <a:gdLst/>
            <a:ahLst/>
            <a:cxnLst/>
            <a:rect l="l" t="t" r="r" b="b"/>
            <a:pathLst>
              <a:path w="33655" h="78104">
                <a:moveTo>
                  <a:pt x="33527" y="0"/>
                </a:moveTo>
                <a:lnTo>
                  <a:pt x="21717" y="0"/>
                </a:lnTo>
                <a:lnTo>
                  <a:pt x="19938" y="4716"/>
                </a:lnTo>
                <a:lnTo>
                  <a:pt x="16890" y="8844"/>
                </a:lnTo>
                <a:lnTo>
                  <a:pt x="8000" y="15920"/>
                </a:lnTo>
                <a:lnTo>
                  <a:pt x="3809" y="18322"/>
                </a:lnTo>
                <a:lnTo>
                  <a:pt x="0" y="19589"/>
                </a:lnTo>
                <a:lnTo>
                  <a:pt x="0" y="33054"/>
                </a:lnTo>
                <a:lnTo>
                  <a:pt x="7238" y="30626"/>
                </a:lnTo>
                <a:lnTo>
                  <a:pt x="13588" y="26877"/>
                </a:lnTo>
                <a:lnTo>
                  <a:pt x="18923" y="21807"/>
                </a:lnTo>
                <a:lnTo>
                  <a:pt x="18923" y="77724"/>
                </a:lnTo>
                <a:lnTo>
                  <a:pt x="33527" y="77724"/>
                </a:lnTo>
                <a:lnTo>
                  <a:pt x="33527" y="0"/>
                </a:lnTo>
                <a:close/>
              </a:path>
            </a:pathLst>
          </a:custGeom>
          <a:solidFill>
            <a:srgbClr val="4264DE">
              <a:alpha val="10195"/>
            </a:srgbClr>
          </a:solidFill>
        </p:spPr>
        <p:txBody>
          <a:bodyPr wrap="square" lIns="0" tIns="0" rIns="0" bIns="0" rtlCol="0"/>
          <a:lstStyle/>
          <a:p>
            <a:endParaRPr/>
          </a:p>
        </p:txBody>
      </p:sp>
      <p:sp>
        <p:nvSpPr>
          <p:cNvPr id="405" name="object 405"/>
          <p:cNvSpPr/>
          <p:nvPr/>
        </p:nvSpPr>
        <p:spPr>
          <a:xfrm>
            <a:off x="1851660" y="6780274"/>
            <a:ext cx="50800" cy="78105"/>
          </a:xfrm>
          <a:custGeom>
            <a:avLst/>
            <a:gdLst/>
            <a:ahLst/>
            <a:cxnLst/>
            <a:rect l="l" t="t" r="r" b="b"/>
            <a:pathLst>
              <a:path w="50800" h="78104">
                <a:moveTo>
                  <a:pt x="32638" y="0"/>
                </a:moveTo>
                <a:lnTo>
                  <a:pt x="17652" y="0"/>
                </a:lnTo>
                <a:lnTo>
                  <a:pt x="11810" y="2597"/>
                </a:lnTo>
                <a:lnTo>
                  <a:pt x="0" y="38732"/>
                </a:lnTo>
                <a:lnTo>
                  <a:pt x="440" y="48928"/>
                </a:lnTo>
                <a:lnTo>
                  <a:pt x="17652" y="77724"/>
                </a:lnTo>
                <a:lnTo>
                  <a:pt x="32638" y="77724"/>
                </a:lnTo>
                <a:lnTo>
                  <a:pt x="38481" y="75128"/>
                </a:lnTo>
                <a:lnTo>
                  <a:pt x="42671" y="69935"/>
                </a:lnTo>
                <a:lnTo>
                  <a:pt x="45291" y="65626"/>
                </a:lnTo>
                <a:lnTo>
                  <a:pt x="23367" y="65626"/>
                </a:lnTo>
                <a:lnTo>
                  <a:pt x="21706" y="65064"/>
                </a:lnTo>
                <a:lnTo>
                  <a:pt x="18922" y="62857"/>
                </a:lnTo>
                <a:lnTo>
                  <a:pt x="17779" y="60633"/>
                </a:lnTo>
                <a:lnTo>
                  <a:pt x="16001" y="53953"/>
                </a:lnTo>
                <a:lnTo>
                  <a:pt x="15585" y="48928"/>
                </a:lnTo>
                <a:lnTo>
                  <a:pt x="15591" y="28738"/>
                </a:lnTo>
                <a:lnTo>
                  <a:pt x="23367" y="12098"/>
                </a:lnTo>
                <a:lnTo>
                  <a:pt x="45318" y="12098"/>
                </a:lnTo>
                <a:lnTo>
                  <a:pt x="42798" y="7891"/>
                </a:lnTo>
                <a:lnTo>
                  <a:pt x="38481" y="2630"/>
                </a:lnTo>
                <a:lnTo>
                  <a:pt x="32638" y="0"/>
                </a:lnTo>
                <a:close/>
              </a:path>
              <a:path w="50800" h="78104">
                <a:moveTo>
                  <a:pt x="45318" y="12098"/>
                </a:moveTo>
                <a:lnTo>
                  <a:pt x="26923" y="12098"/>
                </a:lnTo>
                <a:lnTo>
                  <a:pt x="28575" y="12660"/>
                </a:lnTo>
                <a:lnTo>
                  <a:pt x="31368" y="14911"/>
                </a:lnTo>
                <a:lnTo>
                  <a:pt x="32512" y="17142"/>
                </a:lnTo>
                <a:lnTo>
                  <a:pt x="34289" y="23822"/>
                </a:lnTo>
                <a:lnTo>
                  <a:pt x="34696" y="28738"/>
                </a:lnTo>
                <a:lnTo>
                  <a:pt x="34708" y="48928"/>
                </a:lnTo>
                <a:lnTo>
                  <a:pt x="34289" y="54152"/>
                </a:lnTo>
                <a:lnTo>
                  <a:pt x="33273" y="57890"/>
                </a:lnTo>
                <a:lnTo>
                  <a:pt x="32512" y="60798"/>
                </a:lnTo>
                <a:lnTo>
                  <a:pt x="31368" y="62814"/>
                </a:lnTo>
                <a:lnTo>
                  <a:pt x="28550" y="65073"/>
                </a:lnTo>
                <a:lnTo>
                  <a:pt x="26923" y="65626"/>
                </a:lnTo>
                <a:lnTo>
                  <a:pt x="45291" y="65626"/>
                </a:lnTo>
                <a:lnTo>
                  <a:pt x="46005" y="64452"/>
                </a:lnTo>
                <a:lnTo>
                  <a:pt x="48387" y="57449"/>
                </a:lnTo>
                <a:lnTo>
                  <a:pt x="49815" y="48928"/>
                </a:lnTo>
                <a:lnTo>
                  <a:pt x="50291" y="38888"/>
                </a:lnTo>
                <a:lnTo>
                  <a:pt x="49802" y="28738"/>
                </a:lnTo>
                <a:lnTo>
                  <a:pt x="48381" y="20249"/>
                </a:lnTo>
                <a:lnTo>
                  <a:pt x="46059" y="13333"/>
                </a:lnTo>
                <a:lnTo>
                  <a:pt x="45318" y="12098"/>
                </a:lnTo>
                <a:close/>
              </a:path>
            </a:pathLst>
          </a:custGeom>
          <a:solidFill>
            <a:srgbClr val="4264DE">
              <a:alpha val="10195"/>
            </a:srgbClr>
          </a:solidFill>
        </p:spPr>
        <p:txBody>
          <a:bodyPr wrap="square" lIns="0" tIns="0" rIns="0" bIns="0" rtlCol="0"/>
          <a:lstStyle/>
          <a:p>
            <a:endParaRPr/>
          </a:p>
        </p:txBody>
      </p:sp>
      <p:sp>
        <p:nvSpPr>
          <p:cNvPr id="406" name="object 406"/>
          <p:cNvSpPr/>
          <p:nvPr/>
        </p:nvSpPr>
        <p:spPr>
          <a:xfrm>
            <a:off x="2033016" y="6780274"/>
            <a:ext cx="33655" cy="78105"/>
          </a:xfrm>
          <a:custGeom>
            <a:avLst/>
            <a:gdLst/>
            <a:ahLst/>
            <a:cxnLst/>
            <a:rect l="l" t="t" r="r" b="b"/>
            <a:pathLst>
              <a:path w="33655" h="78104">
                <a:moveTo>
                  <a:pt x="33527" y="0"/>
                </a:moveTo>
                <a:lnTo>
                  <a:pt x="21716" y="0"/>
                </a:lnTo>
                <a:lnTo>
                  <a:pt x="19938" y="4716"/>
                </a:lnTo>
                <a:lnTo>
                  <a:pt x="16890" y="8844"/>
                </a:lnTo>
                <a:lnTo>
                  <a:pt x="8000" y="15920"/>
                </a:lnTo>
                <a:lnTo>
                  <a:pt x="3809" y="18322"/>
                </a:lnTo>
                <a:lnTo>
                  <a:pt x="0" y="19589"/>
                </a:lnTo>
                <a:lnTo>
                  <a:pt x="0" y="33054"/>
                </a:lnTo>
                <a:lnTo>
                  <a:pt x="7238" y="30626"/>
                </a:lnTo>
                <a:lnTo>
                  <a:pt x="13588" y="26877"/>
                </a:lnTo>
                <a:lnTo>
                  <a:pt x="18922" y="21807"/>
                </a:lnTo>
                <a:lnTo>
                  <a:pt x="18922" y="77724"/>
                </a:lnTo>
                <a:lnTo>
                  <a:pt x="33527" y="77724"/>
                </a:lnTo>
                <a:lnTo>
                  <a:pt x="33527" y="0"/>
                </a:lnTo>
                <a:close/>
              </a:path>
            </a:pathLst>
          </a:custGeom>
          <a:solidFill>
            <a:srgbClr val="4264DE">
              <a:alpha val="10195"/>
            </a:srgbClr>
          </a:solidFill>
        </p:spPr>
        <p:txBody>
          <a:bodyPr wrap="square" lIns="0" tIns="0" rIns="0" bIns="0" rtlCol="0"/>
          <a:lstStyle/>
          <a:p>
            <a:endParaRPr/>
          </a:p>
        </p:txBody>
      </p:sp>
      <p:sp>
        <p:nvSpPr>
          <p:cNvPr id="407" name="object 407"/>
          <p:cNvSpPr/>
          <p:nvPr/>
        </p:nvSpPr>
        <p:spPr>
          <a:xfrm>
            <a:off x="2199132" y="6780274"/>
            <a:ext cx="48895" cy="78105"/>
          </a:xfrm>
          <a:custGeom>
            <a:avLst/>
            <a:gdLst/>
            <a:ahLst/>
            <a:cxnLst/>
            <a:rect l="l" t="t" r="r" b="b"/>
            <a:pathLst>
              <a:path w="48894" h="78104">
                <a:moveTo>
                  <a:pt x="31623" y="0"/>
                </a:moveTo>
                <a:lnTo>
                  <a:pt x="17144" y="0"/>
                </a:lnTo>
                <a:lnTo>
                  <a:pt x="11430" y="2597"/>
                </a:lnTo>
                <a:lnTo>
                  <a:pt x="0" y="38732"/>
                </a:lnTo>
                <a:lnTo>
                  <a:pt x="438" y="48928"/>
                </a:lnTo>
                <a:lnTo>
                  <a:pt x="17018" y="77724"/>
                </a:lnTo>
                <a:lnTo>
                  <a:pt x="31623" y="77724"/>
                </a:lnTo>
                <a:lnTo>
                  <a:pt x="37337" y="75128"/>
                </a:lnTo>
                <a:lnTo>
                  <a:pt x="41401" y="69935"/>
                </a:lnTo>
                <a:lnTo>
                  <a:pt x="43948" y="65626"/>
                </a:lnTo>
                <a:lnTo>
                  <a:pt x="22606" y="65626"/>
                </a:lnTo>
                <a:lnTo>
                  <a:pt x="21071" y="65064"/>
                </a:lnTo>
                <a:lnTo>
                  <a:pt x="15181" y="48928"/>
                </a:lnTo>
                <a:lnTo>
                  <a:pt x="15186" y="28738"/>
                </a:lnTo>
                <a:lnTo>
                  <a:pt x="22606" y="12098"/>
                </a:lnTo>
                <a:lnTo>
                  <a:pt x="43906" y="12098"/>
                </a:lnTo>
                <a:lnTo>
                  <a:pt x="41401" y="7891"/>
                </a:lnTo>
                <a:lnTo>
                  <a:pt x="37337" y="2630"/>
                </a:lnTo>
                <a:lnTo>
                  <a:pt x="31623" y="0"/>
                </a:lnTo>
                <a:close/>
              </a:path>
              <a:path w="48894" h="78104">
                <a:moveTo>
                  <a:pt x="43906" y="12098"/>
                </a:moveTo>
                <a:lnTo>
                  <a:pt x="26162" y="12098"/>
                </a:lnTo>
                <a:lnTo>
                  <a:pt x="27686" y="12660"/>
                </a:lnTo>
                <a:lnTo>
                  <a:pt x="29082" y="13784"/>
                </a:lnTo>
                <a:lnTo>
                  <a:pt x="33588" y="48928"/>
                </a:lnTo>
                <a:lnTo>
                  <a:pt x="33274" y="54152"/>
                </a:lnTo>
                <a:lnTo>
                  <a:pt x="32257" y="57890"/>
                </a:lnTo>
                <a:lnTo>
                  <a:pt x="31495" y="60798"/>
                </a:lnTo>
                <a:lnTo>
                  <a:pt x="30353" y="62814"/>
                </a:lnTo>
                <a:lnTo>
                  <a:pt x="29049" y="63966"/>
                </a:lnTo>
                <a:lnTo>
                  <a:pt x="27662" y="65073"/>
                </a:lnTo>
                <a:lnTo>
                  <a:pt x="26162" y="65626"/>
                </a:lnTo>
                <a:lnTo>
                  <a:pt x="43948" y="65626"/>
                </a:lnTo>
                <a:lnTo>
                  <a:pt x="44642" y="64452"/>
                </a:lnTo>
                <a:lnTo>
                  <a:pt x="46942" y="57449"/>
                </a:lnTo>
                <a:lnTo>
                  <a:pt x="48313" y="48928"/>
                </a:lnTo>
                <a:lnTo>
                  <a:pt x="48768" y="38888"/>
                </a:lnTo>
                <a:lnTo>
                  <a:pt x="48298" y="28738"/>
                </a:lnTo>
                <a:lnTo>
                  <a:pt x="46921" y="20249"/>
                </a:lnTo>
                <a:lnTo>
                  <a:pt x="44642" y="13333"/>
                </a:lnTo>
                <a:lnTo>
                  <a:pt x="43906" y="12098"/>
                </a:lnTo>
                <a:close/>
              </a:path>
            </a:pathLst>
          </a:custGeom>
          <a:solidFill>
            <a:srgbClr val="4264DE">
              <a:alpha val="10195"/>
            </a:srgbClr>
          </a:solidFill>
        </p:spPr>
        <p:txBody>
          <a:bodyPr wrap="square" lIns="0" tIns="0" rIns="0" bIns="0" rtlCol="0"/>
          <a:lstStyle/>
          <a:p>
            <a:endParaRPr/>
          </a:p>
        </p:txBody>
      </p:sp>
      <p:sp>
        <p:nvSpPr>
          <p:cNvPr id="408" name="object 408"/>
          <p:cNvSpPr/>
          <p:nvPr/>
        </p:nvSpPr>
        <p:spPr>
          <a:xfrm>
            <a:off x="2380488" y="6780274"/>
            <a:ext cx="33655" cy="78105"/>
          </a:xfrm>
          <a:custGeom>
            <a:avLst/>
            <a:gdLst/>
            <a:ahLst/>
            <a:cxnLst/>
            <a:rect l="l" t="t" r="r" b="b"/>
            <a:pathLst>
              <a:path w="33655" h="78104">
                <a:moveTo>
                  <a:pt x="33528" y="0"/>
                </a:moveTo>
                <a:lnTo>
                  <a:pt x="21717" y="0"/>
                </a:lnTo>
                <a:lnTo>
                  <a:pt x="19938" y="4716"/>
                </a:lnTo>
                <a:lnTo>
                  <a:pt x="16891" y="8844"/>
                </a:lnTo>
                <a:lnTo>
                  <a:pt x="8000" y="15920"/>
                </a:lnTo>
                <a:lnTo>
                  <a:pt x="3810" y="18322"/>
                </a:lnTo>
                <a:lnTo>
                  <a:pt x="0" y="19589"/>
                </a:lnTo>
                <a:lnTo>
                  <a:pt x="0" y="33054"/>
                </a:lnTo>
                <a:lnTo>
                  <a:pt x="7238" y="30626"/>
                </a:lnTo>
                <a:lnTo>
                  <a:pt x="13588" y="26877"/>
                </a:lnTo>
                <a:lnTo>
                  <a:pt x="18923" y="21807"/>
                </a:lnTo>
                <a:lnTo>
                  <a:pt x="18923" y="77724"/>
                </a:lnTo>
                <a:lnTo>
                  <a:pt x="33528" y="77724"/>
                </a:lnTo>
                <a:lnTo>
                  <a:pt x="33528" y="0"/>
                </a:lnTo>
                <a:close/>
              </a:path>
            </a:pathLst>
          </a:custGeom>
          <a:solidFill>
            <a:srgbClr val="4264DE">
              <a:alpha val="10195"/>
            </a:srgbClr>
          </a:solidFill>
        </p:spPr>
        <p:txBody>
          <a:bodyPr wrap="square" lIns="0" tIns="0" rIns="0" bIns="0" rtlCol="0"/>
          <a:lstStyle/>
          <a:p>
            <a:endParaRPr/>
          </a:p>
        </p:txBody>
      </p:sp>
      <p:sp>
        <p:nvSpPr>
          <p:cNvPr id="409" name="object 409"/>
          <p:cNvSpPr/>
          <p:nvPr/>
        </p:nvSpPr>
        <p:spPr>
          <a:xfrm>
            <a:off x="2545079" y="6780274"/>
            <a:ext cx="50800" cy="78105"/>
          </a:xfrm>
          <a:custGeom>
            <a:avLst/>
            <a:gdLst/>
            <a:ahLst/>
            <a:cxnLst/>
            <a:rect l="l" t="t" r="r" b="b"/>
            <a:pathLst>
              <a:path w="50800" h="78104">
                <a:moveTo>
                  <a:pt x="32638" y="0"/>
                </a:moveTo>
                <a:lnTo>
                  <a:pt x="17652" y="0"/>
                </a:lnTo>
                <a:lnTo>
                  <a:pt x="11811" y="2597"/>
                </a:lnTo>
                <a:lnTo>
                  <a:pt x="0" y="38732"/>
                </a:lnTo>
                <a:lnTo>
                  <a:pt x="440" y="48928"/>
                </a:lnTo>
                <a:lnTo>
                  <a:pt x="17652" y="77724"/>
                </a:lnTo>
                <a:lnTo>
                  <a:pt x="32638" y="77724"/>
                </a:lnTo>
                <a:lnTo>
                  <a:pt x="38481" y="75128"/>
                </a:lnTo>
                <a:lnTo>
                  <a:pt x="42671" y="69935"/>
                </a:lnTo>
                <a:lnTo>
                  <a:pt x="45291" y="65626"/>
                </a:lnTo>
                <a:lnTo>
                  <a:pt x="23368" y="65626"/>
                </a:lnTo>
                <a:lnTo>
                  <a:pt x="21706" y="65064"/>
                </a:lnTo>
                <a:lnTo>
                  <a:pt x="18922" y="62857"/>
                </a:lnTo>
                <a:lnTo>
                  <a:pt x="17780" y="60633"/>
                </a:lnTo>
                <a:lnTo>
                  <a:pt x="16001" y="53953"/>
                </a:lnTo>
                <a:lnTo>
                  <a:pt x="15585" y="48928"/>
                </a:lnTo>
                <a:lnTo>
                  <a:pt x="15591" y="28738"/>
                </a:lnTo>
                <a:lnTo>
                  <a:pt x="23368" y="12098"/>
                </a:lnTo>
                <a:lnTo>
                  <a:pt x="45318" y="12098"/>
                </a:lnTo>
                <a:lnTo>
                  <a:pt x="42799" y="7891"/>
                </a:lnTo>
                <a:lnTo>
                  <a:pt x="38481" y="2630"/>
                </a:lnTo>
                <a:lnTo>
                  <a:pt x="32638" y="0"/>
                </a:lnTo>
                <a:close/>
              </a:path>
              <a:path w="50800" h="78104">
                <a:moveTo>
                  <a:pt x="45318" y="12098"/>
                </a:moveTo>
                <a:lnTo>
                  <a:pt x="26924" y="12098"/>
                </a:lnTo>
                <a:lnTo>
                  <a:pt x="28575" y="12660"/>
                </a:lnTo>
                <a:lnTo>
                  <a:pt x="31368" y="14911"/>
                </a:lnTo>
                <a:lnTo>
                  <a:pt x="32512" y="17142"/>
                </a:lnTo>
                <a:lnTo>
                  <a:pt x="34289" y="23822"/>
                </a:lnTo>
                <a:lnTo>
                  <a:pt x="34696" y="28738"/>
                </a:lnTo>
                <a:lnTo>
                  <a:pt x="34708" y="48928"/>
                </a:lnTo>
                <a:lnTo>
                  <a:pt x="34289" y="54152"/>
                </a:lnTo>
                <a:lnTo>
                  <a:pt x="33274" y="57890"/>
                </a:lnTo>
                <a:lnTo>
                  <a:pt x="32512" y="60798"/>
                </a:lnTo>
                <a:lnTo>
                  <a:pt x="31368" y="62814"/>
                </a:lnTo>
                <a:lnTo>
                  <a:pt x="28550" y="65073"/>
                </a:lnTo>
                <a:lnTo>
                  <a:pt x="26924" y="65626"/>
                </a:lnTo>
                <a:lnTo>
                  <a:pt x="45291" y="65626"/>
                </a:lnTo>
                <a:lnTo>
                  <a:pt x="46005" y="64452"/>
                </a:lnTo>
                <a:lnTo>
                  <a:pt x="48387" y="57449"/>
                </a:lnTo>
                <a:lnTo>
                  <a:pt x="49815" y="48928"/>
                </a:lnTo>
                <a:lnTo>
                  <a:pt x="50292" y="38888"/>
                </a:lnTo>
                <a:lnTo>
                  <a:pt x="49802" y="28738"/>
                </a:lnTo>
                <a:lnTo>
                  <a:pt x="48381" y="20249"/>
                </a:lnTo>
                <a:lnTo>
                  <a:pt x="46059" y="13333"/>
                </a:lnTo>
                <a:lnTo>
                  <a:pt x="45318" y="12098"/>
                </a:lnTo>
                <a:close/>
              </a:path>
            </a:pathLst>
          </a:custGeom>
          <a:solidFill>
            <a:srgbClr val="4264DE">
              <a:alpha val="10195"/>
            </a:srgbClr>
          </a:solidFill>
        </p:spPr>
        <p:txBody>
          <a:bodyPr wrap="square" lIns="0" tIns="0" rIns="0" bIns="0" rtlCol="0"/>
          <a:lstStyle/>
          <a:p>
            <a:endParaRPr/>
          </a:p>
        </p:txBody>
      </p:sp>
      <p:sp>
        <p:nvSpPr>
          <p:cNvPr id="410" name="object 410"/>
          <p:cNvSpPr/>
          <p:nvPr/>
        </p:nvSpPr>
        <p:spPr>
          <a:xfrm>
            <a:off x="2726435" y="6780274"/>
            <a:ext cx="33655" cy="78105"/>
          </a:xfrm>
          <a:custGeom>
            <a:avLst/>
            <a:gdLst/>
            <a:ahLst/>
            <a:cxnLst/>
            <a:rect l="l" t="t" r="r" b="b"/>
            <a:pathLst>
              <a:path w="33655" h="78104">
                <a:moveTo>
                  <a:pt x="33527" y="0"/>
                </a:moveTo>
                <a:lnTo>
                  <a:pt x="21716" y="0"/>
                </a:lnTo>
                <a:lnTo>
                  <a:pt x="19938" y="4716"/>
                </a:lnTo>
                <a:lnTo>
                  <a:pt x="16890" y="8844"/>
                </a:lnTo>
                <a:lnTo>
                  <a:pt x="8000" y="15920"/>
                </a:lnTo>
                <a:lnTo>
                  <a:pt x="3809" y="18322"/>
                </a:lnTo>
                <a:lnTo>
                  <a:pt x="0" y="19589"/>
                </a:lnTo>
                <a:lnTo>
                  <a:pt x="0" y="33054"/>
                </a:lnTo>
                <a:lnTo>
                  <a:pt x="7238" y="30626"/>
                </a:lnTo>
                <a:lnTo>
                  <a:pt x="13588" y="26877"/>
                </a:lnTo>
                <a:lnTo>
                  <a:pt x="18922" y="21807"/>
                </a:lnTo>
                <a:lnTo>
                  <a:pt x="18922" y="77724"/>
                </a:lnTo>
                <a:lnTo>
                  <a:pt x="33527" y="77724"/>
                </a:lnTo>
                <a:lnTo>
                  <a:pt x="33527" y="0"/>
                </a:lnTo>
                <a:close/>
              </a:path>
            </a:pathLst>
          </a:custGeom>
          <a:solidFill>
            <a:srgbClr val="4264DE">
              <a:alpha val="10195"/>
            </a:srgbClr>
          </a:solidFill>
        </p:spPr>
        <p:txBody>
          <a:bodyPr wrap="square" lIns="0" tIns="0" rIns="0" bIns="0" rtlCol="0"/>
          <a:lstStyle/>
          <a:p>
            <a:endParaRPr/>
          </a:p>
        </p:txBody>
      </p:sp>
      <p:sp>
        <p:nvSpPr>
          <p:cNvPr id="411" name="object 411"/>
          <p:cNvSpPr/>
          <p:nvPr/>
        </p:nvSpPr>
        <p:spPr>
          <a:xfrm>
            <a:off x="2892551" y="6780274"/>
            <a:ext cx="48895" cy="78105"/>
          </a:xfrm>
          <a:custGeom>
            <a:avLst/>
            <a:gdLst/>
            <a:ahLst/>
            <a:cxnLst/>
            <a:rect l="l" t="t" r="r" b="b"/>
            <a:pathLst>
              <a:path w="48894" h="78104">
                <a:moveTo>
                  <a:pt x="31623" y="0"/>
                </a:moveTo>
                <a:lnTo>
                  <a:pt x="17145" y="0"/>
                </a:lnTo>
                <a:lnTo>
                  <a:pt x="11430" y="2597"/>
                </a:lnTo>
                <a:lnTo>
                  <a:pt x="0" y="38732"/>
                </a:lnTo>
                <a:lnTo>
                  <a:pt x="438" y="48928"/>
                </a:lnTo>
                <a:lnTo>
                  <a:pt x="17018" y="77724"/>
                </a:lnTo>
                <a:lnTo>
                  <a:pt x="31623" y="77724"/>
                </a:lnTo>
                <a:lnTo>
                  <a:pt x="37337" y="75128"/>
                </a:lnTo>
                <a:lnTo>
                  <a:pt x="41402" y="69935"/>
                </a:lnTo>
                <a:lnTo>
                  <a:pt x="43948" y="65626"/>
                </a:lnTo>
                <a:lnTo>
                  <a:pt x="22606" y="65626"/>
                </a:lnTo>
                <a:lnTo>
                  <a:pt x="21071" y="65064"/>
                </a:lnTo>
                <a:lnTo>
                  <a:pt x="15181" y="48928"/>
                </a:lnTo>
                <a:lnTo>
                  <a:pt x="15186" y="28738"/>
                </a:lnTo>
                <a:lnTo>
                  <a:pt x="22606" y="12098"/>
                </a:lnTo>
                <a:lnTo>
                  <a:pt x="43906" y="12098"/>
                </a:lnTo>
                <a:lnTo>
                  <a:pt x="41402" y="7891"/>
                </a:lnTo>
                <a:lnTo>
                  <a:pt x="37337" y="2630"/>
                </a:lnTo>
                <a:lnTo>
                  <a:pt x="31623" y="0"/>
                </a:lnTo>
                <a:close/>
              </a:path>
              <a:path w="48894" h="78104">
                <a:moveTo>
                  <a:pt x="43906" y="12098"/>
                </a:moveTo>
                <a:lnTo>
                  <a:pt x="26162" y="12098"/>
                </a:lnTo>
                <a:lnTo>
                  <a:pt x="27686" y="12660"/>
                </a:lnTo>
                <a:lnTo>
                  <a:pt x="29083" y="13784"/>
                </a:lnTo>
                <a:lnTo>
                  <a:pt x="33588" y="48928"/>
                </a:lnTo>
                <a:lnTo>
                  <a:pt x="33274" y="54152"/>
                </a:lnTo>
                <a:lnTo>
                  <a:pt x="32258" y="57890"/>
                </a:lnTo>
                <a:lnTo>
                  <a:pt x="31496" y="60798"/>
                </a:lnTo>
                <a:lnTo>
                  <a:pt x="30353" y="62814"/>
                </a:lnTo>
                <a:lnTo>
                  <a:pt x="29049" y="63966"/>
                </a:lnTo>
                <a:lnTo>
                  <a:pt x="27662" y="65073"/>
                </a:lnTo>
                <a:lnTo>
                  <a:pt x="26162" y="65626"/>
                </a:lnTo>
                <a:lnTo>
                  <a:pt x="43948" y="65626"/>
                </a:lnTo>
                <a:lnTo>
                  <a:pt x="44642" y="64452"/>
                </a:lnTo>
                <a:lnTo>
                  <a:pt x="46942" y="57449"/>
                </a:lnTo>
                <a:lnTo>
                  <a:pt x="48313" y="48928"/>
                </a:lnTo>
                <a:lnTo>
                  <a:pt x="48768" y="38888"/>
                </a:lnTo>
                <a:lnTo>
                  <a:pt x="48298" y="28738"/>
                </a:lnTo>
                <a:lnTo>
                  <a:pt x="46921" y="20249"/>
                </a:lnTo>
                <a:lnTo>
                  <a:pt x="44642" y="13333"/>
                </a:lnTo>
                <a:lnTo>
                  <a:pt x="43906" y="12098"/>
                </a:lnTo>
                <a:close/>
              </a:path>
            </a:pathLst>
          </a:custGeom>
          <a:solidFill>
            <a:srgbClr val="4264DE">
              <a:alpha val="10195"/>
            </a:srgbClr>
          </a:solidFill>
        </p:spPr>
        <p:txBody>
          <a:bodyPr wrap="square" lIns="0" tIns="0" rIns="0" bIns="0" rtlCol="0"/>
          <a:lstStyle/>
          <a:p>
            <a:endParaRPr/>
          </a:p>
        </p:txBody>
      </p:sp>
      <p:sp>
        <p:nvSpPr>
          <p:cNvPr id="412" name="object 412"/>
          <p:cNvSpPr/>
          <p:nvPr/>
        </p:nvSpPr>
        <p:spPr>
          <a:xfrm>
            <a:off x="3073907" y="6780274"/>
            <a:ext cx="33655" cy="78105"/>
          </a:xfrm>
          <a:custGeom>
            <a:avLst/>
            <a:gdLst/>
            <a:ahLst/>
            <a:cxnLst/>
            <a:rect l="l" t="t" r="r" b="b"/>
            <a:pathLst>
              <a:path w="33655" h="78104">
                <a:moveTo>
                  <a:pt x="33528" y="0"/>
                </a:moveTo>
                <a:lnTo>
                  <a:pt x="21717" y="0"/>
                </a:lnTo>
                <a:lnTo>
                  <a:pt x="19939" y="4716"/>
                </a:lnTo>
                <a:lnTo>
                  <a:pt x="16891" y="8844"/>
                </a:lnTo>
                <a:lnTo>
                  <a:pt x="8000" y="15920"/>
                </a:lnTo>
                <a:lnTo>
                  <a:pt x="3810" y="18322"/>
                </a:lnTo>
                <a:lnTo>
                  <a:pt x="0" y="19589"/>
                </a:lnTo>
                <a:lnTo>
                  <a:pt x="0" y="33054"/>
                </a:lnTo>
                <a:lnTo>
                  <a:pt x="7239" y="30626"/>
                </a:lnTo>
                <a:lnTo>
                  <a:pt x="13589" y="26877"/>
                </a:lnTo>
                <a:lnTo>
                  <a:pt x="18923" y="21807"/>
                </a:lnTo>
                <a:lnTo>
                  <a:pt x="18923" y="77724"/>
                </a:lnTo>
                <a:lnTo>
                  <a:pt x="33528" y="77724"/>
                </a:lnTo>
                <a:lnTo>
                  <a:pt x="33528" y="0"/>
                </a:lnTo>
                <a:close/>
              </a:path>
            </a:pathLst>
          </a:custGeom>
          <a:solidFill>
            <a:srgbClr val="4264DE">
              <a:alpha val="10195"/>
            </a:srgbClr>
          </a:solidFill>
        </p:spPr>
        <p:txBody>
          <a:bodyPr wrap="square" lIns="0" tIns="0" rIns="0" bIns="0" rtlCol="0"/>
          <a:lstStyle/>
          <a:p>
            <a:endParaRPr/>
          </a:p>
        </p:txBody>
      </p:sp>
      <p:sp>
        <p:nvSpPr>
          <p:cNvPr id="413" name="object 413"/>
          <p:cNvSpPr/>
          <p:nvPr/>
        </p:nvSpPr>
        <p:spPr>
          <a:xfrm>
            <a:off x="3238500" y="6780274"/>
            <a:ext cx="50800" cy="78105"/>
          </a:xfrm>
          <a:custGeom>
            <a:avLst/>
            <a:gdLst/>
            <a:ahLst/>
            <a:cxnLst/>
            <a:rect l="l" t="t" r="r" b="b"/>
            <a:pathLst>
              <a:path w="50800" h="78104">
                <a:moveTo>
                  <a:pt x="32638" y="0"/>
                </a:moveTo>
                <a:lnTo>
                  <a:pt x="17652" y="0"/>
                </a:lnTo>
                <a:lnTo>
                  <a:pt x="11811" y="2597"/>
                </a:lnTo>
                <a:lnTo>
                  <a:pt x="0" y="38732"/>
                </a:lnTo>
                <a:lnTo>
                  <a:pt x="440" y="48928"/>
                </a:lnTo>
                <a:lnTo>
                  <a:pt x="17652" y="77724"/>
                </a:lnTo>
                <a:lnTo>
                  <a:pt x="32638" y="77724"/>
                </a:lnTo>
                <a:lnTo>
                  <a:pt x="38480" y="75128"/>
                </a:lnTo>
                <a:lnTo>
                  <a:pt x="42672" y="69935"/>
                </a:lnTo>
                <a:lnTo>
                  <a:pt x="45291" y="65626"/>
                </a:lnTo>
                <a:lnTo>
                  <a:pt x="23367" y="65626"/>
                </a:lnTo>
                <a:lnTo>
                  <a:pt x="21706" y="65064"/>
                </a:lnTo>
                <a:lnTo>
                  <a:pt x="18923" y="62857"/>
                </a:lnTo>
                <a:lnTo>
                  <a:pt x="17779" y="60633"/>
                </a:lnTo>
                <a:lnTo>
                  <a:pt x="16001" y="53953"/>
                </a:lnTo>
                <a:lnTo>
                  <a:pt x="15585" y="48928"/>
                </a:lnTo>
                <a:lnTo>
                  <a:pt x="15591" y="28738"/>
                </a:lnTo>
                <a:lnTo>
                  <a:pt x="23367" y="12098"/>
                </a:lnTo>
                <a:lnTo>
                  <a:pt x="45318" y="12098"/>
                </a:lnTo>
                <a:lnTo>
                  <a:pt x="42799" y="7891"/>
                </a:lnTo>
                <a:lnTo>
                  <a:pt x="38480" y="2630"/>
                </a:lnTo>
                <a:lnTo>
                  <a:pt x="32638" y="0"/>
                </a:lnTo>
                <a:close/>
              </a:path>
              <a:path w="50800" h="78104">
                <a:moveTo>
                  <a:pt x="45318" y="12098"/>
                </a:moveTo>
                <a:lnTo>
                  <a:pt x="26924" y="12098"/>
                </a:lnTo>
                <a:lnTo>
                  <a:pt x="28575" y="12660"/>
                </a:lnTo>
                <a:lnTo>
                  <a:pt x="31369" y="14911"/>
                </a:lnTo>
                <a:lnTo>
                  <a:pt x="32512" y="17142"/>
                </a:lnTo>
                <a:lnTo>
                  <a:pt x="34289" y="23822"/>
                </a:lnTo>
                <a:lnTo>
                  <a:pt x="34696" y="28738"/>
                </a:lnTo>
                <a:lnTo>
                  <a:pt x="34708" y="48928"/>
                </a:lnTo>
                <a:lnTo>
                  <a:pt x="34289" y="54152"/>
                </a:lnTo>
                <a:lnTo>
                  <a:pt x="33274" y="57890"/>
                </a:lnTo>
                <a:lnTo>
                  <a:pt x="32512" y="60798"/>
                </a:lnTo>
                <a:lnTo>
                  <a:pt x="31369" y="62814"/>
                </a:lnTo>
                <a:lnTo>
                  <a:pt x="28550" y="65073"/>
                </a:lnTo>
                <a:lnTo>
                  <a:pt x="26924" y="65626"/>
                </a:lnTo>
                <a:lnTo>
                  <a:pt x="45291" y="65626"/>
                </a:lnTo>
                <a:lnTo>
                  <a:pt x="46005" y="64452"/>
                </a:lnTo>
                <a:lnTo>
                  <a:pt x="48386" y="57449"/>
                </a:lnTo>
                <a:lnTo>
                  <a:pt x="49815" y="48928"/>
                </a:lnTo>
                <a:lnTo>
                  <a:pt x="50291" y="38888"/>
                </a:lnTo>
                <a:lnTo>
                  <a:pt x="49802" y="28738"/>
                </a:lnTo>
                <a:lnTo>
                  <a:pt x="48381" y="20249"/>
                </a:lnTo>
                <a:lnTo>
                  <a:pt x="46059" y="13333"/>
                </a:lnTo>
                <a:lnTo>
                  <a:pt x="45318" y="12098"/>
                </a:lnTo>
                <a:close/>
              </a:path>
            </a:pathLst>
          </a:custGeom>
          <a:solidFill>
            <a:srgbClr val="4264DE">
              <a:alpha val="10195"/>
            </a:srgbClr>
          </a:solidFill>
        </p:spPr>
        <p:txBody>
          <a:bodyPr wrap="square" lIns="0" tIns="0" rIns="0" bIns="0" rtlCol="0"/>
          <a:lstStyle/>
          <a:p>
            <a:endParaRPr/>
          </a:p>
        </p:txBody>
      </p:sp>
      <p:sp>
        <p:nvSpPr>
          <p:cNvPr id="414" name="object 414"/>
          <p:cNvSpPr/>
          <p:nvPr/>
        </p:nvSpPr>
        <p:spPr>
          <a:xfrm>
            <a:off x="3419855" y="6780274"/>
            <a:ext cx="33655" cy="78105"/>
          </a:xfrm>
          <a:custGeom>
            <a:avLst/>
            <a:gdLst/>
            <a:ahLst/>
            <a:cxnLst/>
            <a:rect l="l" t="t" r="r" b="b"/>
            <a:pathLst>
              <a:path w="33654" h="78104">
                <a:moveTo>
                  <a:pt x="33528" y="0"/>
                </a:moveTo>
                <a:lnTo>
                  <a:pt x="21717" y="0"/>
                </a:lnTo>
                <a:lnTo>
                  <a:pt x="19939" y="4716"/>
                </a:lnTo>
                <a:lnTo>
                  <a:pt x="16891" y="8844"/>
                </a:lnTo>
                <a:lnTo>
                  <a:pt x="8001" y="15920"/>
                </a:lnTo>
                <a:lnTo>
                  <a:pt x="3810" y="18322"/>
                </a:lnTo>
                <a:lnTo>
                  <a:pt x="0" y="19589"/>
                </a:lnTo>
                <a:lnTo>
                  <a:pt x="0" y="33054"/>
                </a:lnTo>
                <a:lnTo>
                  <a:pt x="7239" y="30626"/>
                </a:lnTo>
                <a:lnTo>
                  <a:pt x="13589" y="26877"/>
                </a:lnTo>
                <a:lnTo>
                  <a:pt x="18923" y="21807"/>
                </a:lnTo>
                <a:lnTo>
                  <a:pt x="18923" y="77724"/>
                </a:lnTo>
                <a:lnTo>
                  <a:pt x="33528" y="77724"/>
                </a:lnTo>
                <a:lnTo>
                  <a:pt x="33528" y="0"/>
                </a:lnTo>
                <a:close/>
              </a:path>
            </a:pathLst>
          </a:custGeom>
          <a:solidFill>
            <a:srgbClr val="4264DE">
              <a:alpha val="10195"/>
            </a:srgbClr>
          </a:solidFill>
        </p:spPr>
        <p:txBody>
          <a:bodyPr wrap="square" lIns="0" tIns="0" rIns="0" bIns="0" rtlCol="0"/>
          <a:lstStyle/>
          <a:p>
            <a:endParaRPr/>
          </a:p>
        </p:txBody>
      </p:sp>
      <p:sp>
        <p:nvSpPr>
          <p:cNvPr id="415" name="object 415"/>
          <p:cNvSpPr/>
          <p:nvPr/>
        </p:nvSpPr>
        <p:spPr>
          <a:xfrm>
            <a:off x="3585971" y="6780274"/>
            <a:ext cx="48895" cy="78105"/>
          </a:xfrm>
          <a:custGeom>
            <a:avLst/>
            <a:gdLst/>
            <a:ahLst/>
            <a:cxnLst/>
            <a:rect l="l" t="t" r="r" b="b"/>
            <a:pathLst>
              <a:path w="48895" h="78104">
                <a:moveTo>
                  <a:pt x="31623" y="0"/>
                </a:moveTo>
                <a:lnTo>
                  <a:pt x="17144" y="0"/>
                </a:lnTo>
                <a:lnTo>
                  <a:pt x="11429" y="2597"/>
                </a:lnTo>
                <a:lnTo>
                  <a:pt x="0" y="38732"/>
                </a:lnTo>
                <a:lnTo>
                  <a:pt x="438" y="48928"/>
                </a:lnTo>
                <a:lnTo>
                  <a:pt x="17017" y="77724"/>
                </a:lnTo>
                <a:lnTo>
                  <a:pt x="31623" y="77724"/>
                </a:lnTo>
                <a:lnTo>
                  <a:pt x="37337" y="75128"/>
                </a:lnTo>
                <a:lnTo>
                  <a:pt x="41401" y="69935"/>
                </a:lnTo>
                <a:lnTo>
                  <a:pt x="43948" y="65626"/>
                </a:lnTo>
                <a:lnTo>
                  <a:pt x="22605" y="65626"/>
                </a:lnTo>
                <a:lnTo>
                  <a:pt x="21071" y="65064"/>
                </a:lnTo>
                <a:lnTo>
                  <a:pt x="15181" y="48928"/>
                </a:lnTo>
                <a:lnTo>
                  <a:pt x="15186" y="28738"/>
                </a:lnTo>
                <a:lnTo>
                  <a:pt x="22605" y="12098"/>
                </a:lnTo>
                <a:lnTo>
                  <a:pt x="43906" y="12098"/>
                </a:lnTo>
                <a:lnTo>
                  <a:pt x="41401" y="7891"/>
                </a:lnTo>
                <a:lnTo>
                  <a:pt x="37337" y="2630"/>
                </a:lnTo>
                <a:lnTo>
                  <a:pt x="31623" y="0"/>
                </a:lnTo>
                <a:close/>
              </a:path>
              <a:path w="48895" h="78104">
                <a:moveTo>
                  <a:pt x="43906" y="12098"/>
                </a:moveTo>
                <a:lnTo>
                  <a:pt x="26162" y="12098"/>
                </a:lnTo>
                <a:lnTo>
                  <a:pt x="27686" y="12660"/>
                </a:lnTo>
                <a:lnTo>
                  <a:pt x="29082" y="13784"/>
                </a:lnTo>
                <a:lnTo>
                  <a:pt x="33588" y="48928"/>
                </a:lnTo>
                <a:lnTo>
                  <a:pt x="33274" y="54152"/>
                </a:lnTo>
                <a:lnTo>
                  <a:pt x="32257" y="57890"/>
                </a:lnTo>
                <a:lnTo>
                  <a:pt x="31495" y="60798"/>
                </a:lnTo>
                <a:lnTo>
                  <a:pt x="30352" y="62814"/>
                </a:lnTo>
                <a:lnTo>
                  <a:pt x="29049" y="63966"/>
                </a:lnTo>
                <a:lnTo>
                  <a:pt x="27662" y="65073"/>
                </a:lnTo>
                <a:lnTo>
                  <a:pt x="26162" y="65626"/>
                </a:lnTo>
                <a:lnTo>
                  <a:pt x="43948" y="65626"/>
                </a:lnTo>
                <a:lnTo>
                  <a:pt x="44642" y="64452"/>
                </a:lnTo>
                <a:lnTo>
                  <a:pt x="46942" y="57449"/>
                </a:lnTo>
                <a:lnTo>
                  <a:pt x="48313" y="48928"/>
                </a:lnTo>
                <a:lnTo>
                  <a:pt x="48767" y="38888"/>
                </a:lnTo>
                <a:lnTo>
                  <a:pt x="48298" y="28738"/>
                </a:lnTo>
                <a:lnTo>
                  <a:pt x="46921" y="20249"/>
                </a:lnTo>
                <a:lnTo>
                  <a:pt x="44642" y="13333"/>
                </a:lnTo>
                <a:lnTo>
                  <a:pt x="43906" y="12098"/>
                </a:lnTo>
                <a:close/>
              </a:path>
            </a:pathLst>
          </a:custGeom>
          <a:solidFill>
            <a:srgbClr val="4264DE">
              <a:alpha val="10195"/>
            </a:srgbClr>
          </a:solidFill>
        </p:spPr>
        <p:txBody>
          <a:bodyPr wrap="square" lIns="0" tIns="0" rIns="0" bIns="0" rtlCol="0"/>
          <a:lstStyle/>
          <a:p>
            <a:endParaRPr/>
          </a:p>
        </p:txBody>
      </p:sp>
      <p:sp>
        <p:nvSpPr>
          <p:cNvPr id="416" name="object 416"/>
          <p:cNvSpPr/>
          <p:nvPr/>
        </p:nvSpPr>
        <p:spPr>
          <a:xfrm>
            <a:off x="3767328" y="6780274"/>
            <a:ext cx="33655" cy="78105"/>
          </a:xfrm>
          <a:custGeom>
            <a:avLst/>
            <a:gdLst/>
            <a:ahLst/>
            <a:cxnLst/>
            <a:rect l="l" t="t" r="r" b="b"/>
            <a:pathLst>
              <a:path w="33654" h="78104">
                <a:moveTo>
                  <a:pt x="33527" y="0"/>
                </a:moveTo>
                <a:lnTo>
                  <a:pt x="21717" y="0"/>
                </a:lnTo>
                <a:lnTo>
                  <a:pt x="19938" y="4716"/>
                </a:lnTo>
                <a:lnTo>
                  <a:pt x="16891" y="8844"/>
                </a:lnTo>
                <a:lnTo>
                  <a:pt x="8000" y="15920"/>
                </a:lnTo>
                <a:lnTo>
                  <a:pt x="3810" y="18322"/>
                </a:lnTo>
                <a:lnTo>
                  <a:pt x="0" y="19589"/>
                </a:lnTo>
                <a:lnTo>
                  <a:pt x="0" y="33054"/>
                </a:lnTo>
                <a:lnTo>
                  <a:pt x="7238" y="30626"/>
                </a:lnTo>
                <a:lnTo>
                  <a:pt x="13588" y="26877"/>
                </a:lnTo>
                <a:lnTo>
                  <a:pt x="18923" y="21807"/>
                </a:lnTo>
                <a:lnTo>
                  <a:pt x="18923" y="77724"/>
                </a:lnTo>
                <a:lnTo>
                  <a:pt x="33527" y="77724"/>
                </a:lnTo>
                <a:lnTo>
                  <a:pt x="33527" y="0"/>
                </a:lnTo>
                <a:close/>
              </a:path>
            </a:pathLst>
          </a:custGeom>
          <a:solidFill>
            <a:srgbClr val="4264DE">
              <a:alpha val="10195"/>
            </a:srgbClr>
          </a:solidFill>
        </p:spPr>
        <p:txBody>
          <a:bodyPr wrap="square" lIns="0" tIns="0" rIns="0" bIns="0" rtlCol="0"/>
          <a:lstStyle/>
          <a:p>
            <a:endParaRPr/>
          </a:p>
        </p:txBody>
      </p:sp>
      <p:sp>
        <p:nvSpPr>
          <p:cNvPr id="417" name="object 417"/>
          <p:cNvSpPr/>
          <p:nvPr/>
        </p:nvSpPr>
        <p:spPr>
          <a:xfrm>
            <a:off x="3931920" y="6780274"/>
            <a:ext cx="50800" cy="78105"/>
          </a:xfrm>
          <a:custGeom>
            <a:avLst/>
            <a:gdLst/>
            <a:ahLst/>
            <a:cxnLst/>
            <a:rect l="l" t="t" r="r" b="b"/>
            <a:pathLst>
              <a:path w="50800" h="78104">
                <a:moveTo>
                  <a:pt x="32638" y="0"/>
                </a:moveTo>
                <a:lnTo>
                  <a:pt x="17652" y="0"/>
                </a:lnTo>
                <a:lnTo>
                  <a:pt x="11810" y="2597"/>
                </a:lnTo>
                <a:lnTo>
                  <a:pt x="0" y="38732"/>
                </a:lnTo>
                <a:lnTo>
                  <a:pt x="440" y="48928"/>
                </a:lnTo>
                <a:lnTo>
                  <a:pt x="17652" y="77724"/>
                </a:lnTo>
                <a:lnTo>
                  <a:pt x="32638" y="77724"/>
                </a:lnTo>
                <a:lnTo>
                  <a:pt x="38480" y="75128"/>
                </a:lnTo>
                <a:lnTo>
                  <a:pt x="42671" y="69935"/>
                </a:lnTo>
                <a:lnTo>
                  <a:pt x="45291" y="65626"/>
                </a:lnTo>
                <a:lnTo>
                  <a:pt x="23367" y="65626"/>
                </a:lnTo>
                <a:lnTo>
                  <a:pt x="21706" y="65064"/>
                </a:lnTo>
                <a:lnTo>
                  <a:pt x="18922" y="62857"/>
                </a:lnTo>
                <a:lnTo>
                  <a:pt x="17779" y="60633"/>
                </a:lnTo>
                <a:lnTo>
                  <a:pt x="16001" y="53953"/>
                </a:lnTo>
                <a:lnTo>
                  <a:pt x="15585" y="48928"/>
                </a:lnTo>
                <a:lnTo>
                  <a:pt x="15591" y="28738"/>
                </a:lnTo>
                <a:lnTo>
                  <a:pt x="23367" y="12098"/>
                </a:lnTo>
                <a:lnTo>
                  <a:pt x="45318" y="12098"/>
                </a:lnTo>
                <a:lnTo>
                  <a:pt x="42799" y="7891"/>
                </a:lnTo>
                <a:lnTo>
                  <a:pt x="38480" y="2630"/>
                </a:lnTo>
                <a:lnTo>
                  <a:pt x="32638" y="0"/>
                </a:lnTo>
                <a:close/>
              </a:path>
              <a:path w="50800" h="78104">
                <a:moveTo>
                  <a:pt x="45318" y="12098"/>
                </a:moveTo>
                <a:lnTo>
                  <a:pt x="26924" y="12098"/>
                </a:lnTo>
                <a:lnTo>
                  <a:pt x="28575" y="12660"/>
                </a:lnTo>
                <a:lnTo>
                  <a:pt x="31368" y="14911"/>
                </a:lnTo>
                <a:lnTo>
                  <a:pt x="32512" y="17142"/>
                </a:lnTo>
                <a:lnTo>
                  <a:pt x="34289" y="23822"/>
                </a:lnTo>
                <a:lnTo>
                  <a:pt x="34696" y="28738"/>
                </a:lnTo>
                <a:lnTo>
                  <a:pt x="34708" y="48928"/>
                </a:lnTo>
                <a:lnTo>
                  <a:pt x="34289" y="54152"/>
                </a:lnTo>
                <a:lnTo>
                  <a:pt x="33274" y="57890"/>
                </a:lnTo>
                <a:lnTo>
                  <a:pt x="32512" y="60798"/>
                </a:lnTo>
                <a:lnTo>
                  <a:pt x="31368" y="62814"/>
                </a:lnTo>
                <a:lnTo>
                  <a:pt x="28550" y="65073"/>
                </a:lnTo>
                <a:lnTo>
                  <a:pt x="26924" y="65626"/>
                </a:lnTo>
                <a:lnTo>
                  <a:pt x="45291" y="65626"/>
                </a:lnTo>
                <a:lnTo>
                  <a:pt x="46005" y="64452"/>
                </a:lnTo>
                <a:lnTo>
                  <a:pt x="48386" y="57449"/>
                </a:lnTo>
                <a:lnTo>
                  <a:pt x="49815" y="48928"/>
                </a:lnTo>
                <a:lnTo>
                  <a:pt x="50291" y="38888"/>
                </a:lnTo>
                <a:lnTo>
                  <a:pt x="49802" y="28738"/>
                </a:lnTo>
                <a:lnTo>
                  <a:pt x="48381" y="20249"/>
                </a:lnTo>
                <a:lnTo>
                  <a:pt x="46059" y="13333"/>
                </a:lnTo>
                <a:lnTo>
                  <a:pt x="45318" y="12098"/>
                </a:lnTo>
                <a:close/>
              </a:path>
            </a:pathLst>
          </a:custGeom>
          <a:solidFill>
            <a:srgbClr val="4264DE">
              <a:alpha val="10195"/>
            </a:srgbClr>
          </a:solidFill>
        </p:spPr>
        <p:txBody>
          <a:bodyPr wrap="square" lIns="0" tIns="0" rIns="0" bIns="0" rtlCol="0"/>
          <a:lstStyle/>
          <a:p>
            <a:endParaRPr/>
          </a:p>
        </p:txBody>
      </p:sp>
      <p:sp>
        <p:nvSpPr>
          <p:cNvPr id="418" name="object 418"/>
          <p:cNvSpPr/>
          <p:nvPr/>
        </p:nvSpPr>
        <p:spPr>
          <a:xfrm>
            <a:off x="4113276" y="6780274"/>
            <a:ext cx="33655" cy="78105"/>
          </a:xfrm>
          <a:custGeom>
            <a:avLst/>
            <a:gdLst/>
            <a:ahLst/>
            <a:cxnLst/>
            <a:rect l="l" t="t" r="r" b="b"/>
            <a:pathLst>
              <a:path w="33654" h="78104">
                <a:moveTo>
                  <a:pt x="33527" y="0"/>
                </a:moveTo>
                <a:lnTo>
                  <a:pt x="21716" y="0"/>
                </a:lnTo>
                <a:lnTo>
                  <a:pt x="19938" y="4716"/>
                </a:lnTo>
                <a:lnTo>
                  <a:pt x="16890" y="8844"/>
                </a:lnTo>
                <a:lnTo>
                  <a:pt x="8000" y="15920"/>
                </a:lnTo>
                <a:lnTo>
                  <a:pt x="3810" y="18322"/>
                </a:lnTo>
                <a:lnTo>
                  <a:pt x="0" y="19589"/>
                </a:lnTo>
                <a:lnTo>
                  <a:pt x="0" y="33054"/>
                </a:lnTo>
                <a:lnTo>
                  <a:pt x="7238" y="30626"/>
                </a:lnTo>
                <a:lnTo>
                  <a:pt x="13588" y="26877"/>
                </a:lnTo>
                <a:lnTo>
                  <a:pt x="18923" y="21807"/>
                </a:lnTo>
                <a:lnTo>
                  <a:pt x="18923" y="77724"/>
                </a:lnTo>
                <a:lnTo>
                  <a:pt x="33527" y="77724"/>
                </a:lnTo>
                <a:lnTo>
                  <a:pt x="33527" y="0"/>
                </a:lnTo>
                <a:close/>
              </a:path>
            </a:pathLst>
          </a:custGeom>
          <a:solidFill>
            <a:srgbClr val="4264DE">
              <a:alpha val="10195"/>
            </a:srgbClr>
          </a:solidFill>
        </p:spPr>
        <p:txBody>
          <a:bodyPr wrap="square" lIns="0" tIns="0" rIns="0" bIns="0" rtlCol="0"/>
          <a:lstStyle/>
          <a:p>
            <a:endParaRPr/>
          </a:p>
        </p:txBody>
      </p:sp>
      <p:sp>
        <p:nvSpPr>
          <p:cNvPr id="419" name="object 419"/>
          <p:cNvSpPr/>
          <p:nvPr/>
        </p:nvSpPr>
        <p:spPr>
          <a:xfrm>
            <a:off x="4279391" y="6780274"/>
            <a:ext cx="48895" cy="78105"/>
          </a:xfrm>
          <a:custGeom>
            <a:avLst/>
            <a:gdLst/>
            <a:ahLst/>
            <a:cxnLst/>
            <a:rect l="l" t="t" r="r" b="b"/>
            <a:pathLst>
              <a:path w="48895" h="78104">
                <a:moveTo>
                  <a:pt x="31623" y="0"/>
                </a:moveTo>
                <a:lnTo>
                  <a:pt x="17145" y="0"/>
                </a:lnTo>
                <a:lnTo>
                  <a:pt x="11430" y="2597"/>
                </a:lnTo>
                <a:lnTo>
                  <a:pt x="0" y="38732"/>
                </a:lnTo>
                <a:lnTo>
                  <a:pt x="438" y="48928"/>
                </a:lnTo>
                <a:lnTo>
                  <a:pt x="17018" y="77724"/>
                </a:lnTo>
                <a:lnTo>
                  <a:pt x="31623" y="77724"/>
                </a:lnTo>
                <a:lnTo>
                  <a:pt x="37337" y="75128"/>
                </a:lnTo>
                <a:lnTo>
                  <a:pt x="41402" y="69935"/>
                </a:lnTo>
                <a:lnTo>
                  <a:pt x="43948" y="65626"/>
                </a:lnTo>
                <a:lnTo>
                  <a:pt x="22606" y="65626"/>
                </a:lnTo>
                <a:lnTo>
                  <a:pt x="21071" y="65064"/>
                </a:lnTo>
                <a:lnTo>
                  <a:pt x="15181" y="48928"/>
                </a:lnTo>
                <a:lnTo>
                  <a:pt x="15186" y="28738"/>
                </a:lnTo>
                <a:lnTo>
                  <a:pt x="22606" y="12098"/>
                </a:lnTo>
                <a:lnTo>
                  <a:pt x="43906" y="12098"/>
                </a:lnTo>
                <a:lnTo>
                  <a:pt x="41402" y="7891"/>
                </a:lnTo>
                <a:lnTo>
                  <a:pt x="37337" y="2630"/>
                </a:lnTo>
                <a:lnTo>
                  <a:pt x="31623" y="0"/>
                </a:lnTo>
                <a:close/>
              </a:path>
              <a:path w="48895" h="78104">
                <a:moveTo>
                  <a:pt x="43906" y="12098"/>
                </a:moveTo>
                <a:lnTo>
                  <a:pt x="26162" y="12098"/>
                </a:lnTo>
                <a:lnTo>
                  <a:pt x="27686" y="12660"/>
                </a:lnTo>
                <a:lnTo>
                  <a:pt x="29083" y="13784"/>
                </a:lnTo>
                <a:lnTo>
                  <a:pt x="33588" y="48928"/>
                </a:lnTo>
                <a:lnTo>
                  <a:pt x="33274" y="54152"/>
                </a:lnTo>
                <a:lnTo>
                  <a:pt x="32258" y="57890"/>
                </a:lnTo>
                <a:lnTo>
                  <a:pt x="31496" y="60798"/>
                </a:lnTo>
                <a:lnTo>
                  <a:pt x="30353" y="62814"/>
                </a:lnTo>
                <a:lnTo>
                  <a:pt x="29049" y="63966"/>
                </a:lnTo>
                <a:lnTo>
                  <a:pt x="27662" y="65073"/>
                </a:lnTo>
                <a:lnTo>
                  <a:pt x="26162" y="65626"/>
                </a:lnTo>
                <a:lnTo>
                  <a:pt x="43948" y="65626"/>
                </a:lnTo>
                <a:lnTo>
                  <a:pt x="44642" y="64452"/>
                </a:lnTo>
                <a:lnTo>
                  <a:pt x="46942" y="57449"/>
                </a:lnTo>
                <a:lnTo>
                  <a:pt x="48313" y="48928"/>
                </a:lnTo>
                <a:lnTo>
                  <a:pt x="48768" y="38888"/>
                </a:lnTo>
                <a:lnTo>
                  <a:pt x="48298" y="28738"/>
                </a:lnTo>
                <a:lnTo>
                  <a:pt x="46921" y="20249"/>
                </a:lnTo>
                <a:lnTo>
                  <a:pt x="44642" y="13333"/>
                </a:lnTo>
                <a:lnTo>
                  <a:pt x="43906" y="12098"/>
                </a:lnTo>
                <a:close/>
              </a:path>
            </a:pathLst>
          </a:custGeom>
          <a:solidFill>
            <a:srgbClr val="4264DE">
              <a:alpha val="10195"/>
            </a:srgbClr>
          </a:solidFill>
        </p:spPr>
        <p:txBody>
          <a:bodyPr wrap="square" lIns="0" tIns="0" rIns="0" bIns="0" rtlCol="0"/>
          <a:lstStyle/>
          <a:p>
            <a:endParaRPr/>
          </a:p>
        </p:txBody>
      </p:sp>
      <p:sp>
        <p:nvSpPr>
          <p:cNvPr id="420" name="object 420"/>
          <p:cNvSpPr/>
          <p:nvPr/>
        </p:nvSpPr>
        <p:spPr>
          <a:xfrm>
            <a:off x="4460747" y="6780274"/>
            <a:ext cx="33655" cy="78105"/>
          </a:xfrm>
          <a:custGeom>
            <a:avLst/>
            <a:gdLst/>
            <a:ahLst/>
            <a:cxnLst/>
            <a:rect l="l" t="t" r="r" b="b"/>
            <a:pathLst>
              <a:path w="33654" h="78104">
                <a:moveTo>
                  <a:pt x="33527" y="0"/>
                </a:moveTo>
                <a:lnTo>
                  <a:pt x="21716" y="0"/>
                </a:lnTo>
                <a:lnTo>
                  <a:pt x="19938" y="4716"/>
                </a:lnTo>
                <a:lnTo>
                  <a:pt x="16890" y="8844"/>
                </a:lnTo>
                <a:lnTo>
                  <a:pt x="8000" y="15920"/>
                </a:lnTo>
                <a:lnTo>
                  <a:pt x="3810" y="18322"/>
                </a:lnTo>
                <a:lnTo>
                  <a:pt x="0" y="19589"/>
                </a:lnTo>
                <a:lnTo>
                  <a:pt x="0" y="33054"/>
                </a:lnTo>
                <a:lnTo>
                  <a:pt x="7238" y="30626"/>
                </a:lnTo>
                <a:lnTo>
                  <a:pt x="13588" y="26877"/>
                </a:lnTo>
                <a:lnTo>
                  <a:pt x="18923" y="21807"/>
                </a:lnTo>
                <a:lnTo>
                  <a:pt x="18923" y="77724"/>
                </a:lnTo>
                <a:lnTo>
                  <a:pt x="33527" y="77724"/>
                </a:lnTo>
                <a:lnTo>
                  <a:pt x="33527" y="0"/>
                </a:lnTo>
                <a:close/>
              </a:path>
            </a:pathLst>
          </a:custGeom>
          <a:solidFill>
            <a:srgbClr val="4264DE">
              <a:alpha val="10195"/>
            </a:srgbClr>
          </a:solidFill>
        </p:spPr>
        <p:txBody>
          <a:bodyPr wrap="square" lIns="0" tIns="0" rIns="0" bIns="0" rtlCol="0"/>
          <a:lstStyle/>
          <a:p>
            <a:endParaRPr/>
          </a:p>
        </p:txBody>
      </p:sp>
      <p:sp>
        <p:nvSpPr>
          <p:cNvPr id="421" name="object 421"/>
          <p:cNvSpPr/>
          <p:nvPr/>
        </p:nvSpPr>
        <p:spPr>
          <a:xfrm>
            <a:off x="4625340" y="6780274"/>
            <a:ext cx="50800" cy="78105"/>
          </a:xfrm>
          <a:custGeom>
            <a:avLst/>
            <a:gdLst/>
            <a:ahLst/>
            <a:cxnLst/>
            <a:rect l="l" t="t" r="r" b="b"/>
            <a:pathLst>
              <a:path w="50800" h="78104">
                <a:moveTo>
                  <a:pt x="32638" y="0"/>
                </a:moveTo>
                <a:lnTo>
                  <a:pt x="17652" y="0"/>
                </a:lnTo>
                <a:lnTo>
                  <a:pt x="11811" y="2597"/>
                </a:lnTo>
                <a:lnTo>
                  <a:pt x="0" y="38732"/>
                </a:lnTo>
                <a:lnTo>
                  <a:pt x="440" y="48928"/>
                </a:lnTo>
                <a:lnTo>
                  <a:pt x="17652" y="77724"/>
                </a:lnTo>
                <a:lnTo>
                  <a:pt x="32638" y="77724"/>
                </a:lnTo>
                <a:lnTo>
                  <a:pt x="38481" y="75128"/>
                </a:lnTo>
                <a:lnTo>
                  <a:pt x="42672" y="69935"/>
                </a:lnTo>
                <a:lnTo>
                  <a:pt x="45291" y="65626"/>
                </a:lnTo>
                <a:lnTo>
                  <a:pt x="23368" y="65626"/>
                </a:lnTo>
                <a:lnTo>
                  <a:pt x="21706" y="65064"/>
                </a:lnTo>
                <a:lnTo>
                  <a:pt x="18923" y="62857"/>
                </a:lnTo>
                <a:lnTo>
                  <a:pt x="17780" y="60633"/>
                </a:lnTo>
                <a:lnTo>
                  <a:pt x="16001" y="53953"/>
                </a:lnTo>
                <a:lnTo>
                  <a:pt x="15585" y="48928"/>
                </a:lnTo>
                <a:lnTo>
                  <a:pt x="15591" y="28738"/>
                </a:lnTo>
                <a:lnTo>
                  <a:pt x="23368" y="12098"/>
                </a:lnTo>
                <a:lnTo>
                  <a:pt x="45318" y="12098"/>
                </a:lnTo>
                <a:lnTo>
                  <a:pt x="42799" y="7891"/>
                </a:lnTo>
                <a:lnTo>
                  <a:pt x="38481" y="2630"/>
                </a:lnTo>
                <a:lnTo>
                  <a:pt x="32638" y="0"/>
                </a:lnTo>
                <a:close/>
              </a:path>
              <a:path w="50800" h="78104">
                <a:moveTo>
                  <a:pt x="45318" y="12098"/>
                </a:moveTo>
                <a:lnTo>
                  <a:pt x="26924" y="12098"/>
                </a:lnTo>
                <a:lnTo>
                  <a:pt x="28575" y="12660"/>
                </a:lnTo>
                <a:lnTo>
                  <a:pt x="31369" y="14911"/>
                </a:lnTo>
                <a:lnTo>
                  <a:pt x="32512" y="17142"/>
                </a:lnTo>
                <a:lnTo>
                  <a:pt x="34289" y="23822"/>
                </a:lnTo>
                <a:lnTo>
                  <a:pt x="34696" y="28738"/>
                </a:lnTo>
                <a:lnTo>
                  <a:pt x="34708" y="48928"/>
                </a:lnTo>
                <a:lnTo>
                  <a:pt x="34289" y="54152"/>
                </a:lnTo>
                <a:lnTo>
                  <a:pt x="33274" y="57890"/>
                </a:lnTo>
                <a:lnTo>
                  <a:pt x="32512" y="60798"/>
                </a:lnTo>
                <a:lnTo>
                  <a:pt x="31369" y="62814"/>
                </a:lnTo>
                <a:lnTo>
                  <a:pt x="28550" y="65073"/>
                </a:lnTo>
                <a:lnTo>
                  <a:pt x="26924" y="65626"/>
                </a:lnTo>
                <a:lnTo>
                  <a:pt x="45291" y="65626"/>
                </a:lnTo>
                <a:lnTo>
                  <a:pt x="46005" y="64452"/>
                </a:lnTo>
                <a:lnTo>
                  <a:pt x="48387" y="57449"/>
                </a:lnTo>
                <a:lnTo>
                  <a:pt x="49815" y="48928"/>
                </a:lnTo>
                <a:lnTo>
                  <a:pt x="50292" y="38888"/>
                </a:lnTo>
                <a:lnTo>
                  <a:pt x="49802" y="28738"/>
                </a:lnTo>
                <a:lnTo>
                  <a:pt x="48381" y="20249"/>
                </a:lnTo>
                <a:lnTo>
                  <a:pt x="46059" y="13333"/>
                </a:lnTo>
                <a:lnTo>
                  <a:pt x="45318" y="12098"/>
                </a:lnTo>
                <a:close/>
              </a:path>
            </a:pathLst>
          </a:custGeom>
          <a:solidFill>
            <a:srgbClr val="4264DE">
              <a:alpha val="10195"/>
            </a:srgbClr>
          </a:solidFill>
        </p:spPr>
        <p:txBody>
          <a:bodyPr wrap="square" lIns="0" tIns="0" rIns="0" bIns="0" rtlCol="0"/>
          <a:lstStyle/>
          <a:p>
            <a:endParaRPr/>
          </a:p>
        </p:txBody>
      </p:sp>
      <p:sp>
        <p:nvSpPr>
          <p:cNvPr id="422" name="object 422"/>
          <p:cNvSpPr/>
          <p:nvPr/>
        </p:nvSpPr>
        <p:spPr>
          <a:xfrm>
            <a:off x="4806696" y="6780274"/>
            <a:ext cx="33655" cy="78105"/>
          </a:xfrm>
          <a:custGeom>
            <a:avLst/>
            <a:gdLst/>
            <a:ahLst/>
            <a:cxnLst/>
            <a:rect l="l" t="t" r="r" b="b"/>
            <a:pathLst>
              <a:path w="33654" h="78104">
                <a:moveTo>
                  <a:pt x="33527" y="0"/>
                </a:moveTo>
                <a:lnTo>
                  <a:pt x="21716" y="0"/>
                </a:lnTo>
                <a:lnTo>
                  <a:pt x="19938" y="4716"/>
                </a:lnTo>
                <a:lnTo>
                  <a:pt x="16890" y="8844"/>
                </a:lnTo>
                <a:lnTo>
                  <a:pt x="8000" y="15920"/>
                </a:lnTo>
                <a:lnTo>
                  <a:pt x="3809" y="18322"/>
                </a:lnTo>
                <a:lnTo>
                  <a:pt x="0" y="19589"/>
                </a:lnTo>
                <a:lnTo>
                  <a:pt x="0" y="33054"/>
                </a:lnTo>
                <a:lnTo>
                  <a:pt x="7238" y="30626"/>
                </a:lnTo>
                <a:lnTo>
                  <a:pt x="13588" y="26877"/>
                </a:lnTo>
                <a:lnTo>
                  <a:pt x="18923" y="21807"/>
                </a:lnTo>
                <a:lnTo>
                  <a:pt x="18923" y="77724"/>
                </a:lnTo>
                <a:lnTo>
                  <a:pt x="33527" y="77724"/>
                </a:lnTo>
                <a:lnTo>
                  <a:pt x="33527" y="0"/>
                </a:lnTo>
                <a:close/>
              </a:path>
            </a:pathLst>
          </a:custGeom>
          <a:solidFill>
            <a:srgbClr val="4264DE">
              <a:alpha val="10195"/>
            </a:srgbClr>
          </a:solidFill>
        </p:spPr>
        <p:txBody>
          <a:bodyPr wrap="square" lIns="0" tIns="0" rIns="0" bIns="0" rtlCol="0"/>
          <a:lstStyle/>
          <a:p>
            <a:endParaRPr/>
          </a:p>
        </p:txBody>
      </p:sp>
      <p:sp>
        <p:nvSpPr>
          <p:cNvPr id="423" name="object 423"/>
          <p:cNvSpPr/>
          <p:nvPr/>
        </p:nvSpPr>
        <p:spPr>
          <a:xfrm>
            <a:off x="4972811" y="6780274"/>
            <a:ext cx="48895" cy="78105"/>
          </a:xfrm>
          <a:custGeom>
            <a:avLst/>
            <a:gdLst/>
            <a:ahLst/>
            <a:cxnLst/>
            <a:rect l="l" t="t" r="r" b="b"/>
            <a:pathLst>
              <a:path w="48895" h="78104">
                <a:moveTo>
                  <a:pt x="31623" y="0"/>
                </a:moveTo>
                <a:lnTo>
                  <a:pt x="17145" y="0"/>
                </a:lnTo>
                <a:lnTo>
                  <a:pt x="11429" y="2597"/>
                </a:lnTo>
                <a:lnTo>
                  <a:pt x="0" y="38732"/>
                </a:lnTo>
                <a:lnTo>
                  <a:pt x="438" y="48928"/>
                </a:lnTo>
                <a:lnTo>
                  <a:pt x="17017" y="77724"/>
                </a:lnTo>
                <a:lnTo>
                  <a:pt x="31623" y="77724"/>
                </a:lnTo>
                <a:lnTo>
                  <a:pt x="37337" y="75128"/>
                </a:lnTo>
                <a:lnTo>
                  <a:pt x="41401" y="69935"/>
                </a:lnTo>
                <a:lnTo>
                  <a:pt x="43948" y="65626"/>
                </a:lnTo>
                <a:lnTo>
                  <a:pt x="22605" y="65626"/>
                </a:lnTo>
                <a:lnTo>
                  <a:pt x="21071" y="65064"/>
                </a:lnTo>
                <a:lnTo>
                  <a:pt x="15181" y="48928"/>
                </a:lnTo>
                <a:lnTo>
                  <a:pt x="15186" y="28738"/>
                </a:lnTo>
                <a:lnTo>
                  <a:pt x="22605" y="12098"/>
                </a:lnTo>
                <a:lnTo>
                  <a:pt x="43906" y="12098"/>
                </a:lnTo>
                <a:lnTo>
                  <a:pt x="41401" y="7891"/>
                </a:lnTo>
                <a:lnTo>
                  <a:pt x="37337" y="2630"/>
                </a:lnTo>
                <a:lnTo>
                  <a:pt x="31623" y="0"/>
                </a:lnTo>
                <a:close/>
              </a:path>
              <a:path w="48895" h="78104">
                <a:moveTo>
                  <a:pt x="43906" y="12098"/>
                </a:moveTo>
                <a:lnTo>
                  <a:pt x="26162" y="12098"/>
                </a:lnTo>
                <a:lnTo>
                  <a:pt x="27686" y="12660"/>
                </a:lnTo>
                <a:lnTo>
                  <a:pt x="29083" y="13784"/>
                </a:lnTo>
                <a:lnTo>
                  <a:pt x="33588" y="48928"/>
                </a:lnTo>
                <a:lnTo>
                  <a:pt x="33274" y="54152"/>
                </a:lnTo>
                <a:lnTo>
                  <a:pt x="32258" y="57890"/>
                </a:lnTo>
                <a:lnTo>
                  <a:pt x="31496" y="60798"/>
                </a:lnTo>
                <a:lnTo>
                  <a:pt x="30352" y="62814"/>
                </a:lnTo>
                <a:lnTo>
                  <a:pt x="29049" y="63966"/>
                </a:lnTo>
                <a:lnTo>
                  <a:pt x="27662" y="65073"/>
                </a:lnTo>
                <a:lnTo>
                  <a:pt x="26162" y="65626"/>
                </a:lnTo>
                <a:lnTo>
                  <a:pt x="43948" y="65626"/>
                </a:lnTo>
                <a:lnTo>
                  <a:pt x="44642" y="64452"/>
                </a:lnTo>
                <a:lnTo>
                  <a:pt x="46942" y="57449"/>
                </a:lnTo>
                <a:lnTo>
                  <a:pt x="48313" y="48928"/>
                </a:lnTo>
                <a:lnTo>
                  <a:pt x="48767" y="38888"/>
                </a:lnTo>
                <a:lnTo>
                  <a:pt x="48298" y="28738"/>
                </a:lnTo>
                <a:lnTo>
                  <a:pt x="46921" y="20249"/>
                </a:lnTo>
                <a:lnTo>
                  <a:pt x="44642" y="13333"/>
                </a:lnTo>
                <a:lnTo>
                  <a:pt x="43906" y="12098"/>
                </a:lnTo>
                <a:close/>
              </a:path>
            </a:pathLst>
          </a:custGeom>
          <a:solidFill>
            <a:srgbClr val="4264DE">
              <a:alpha val="10195"/>
            </a:srgbClr>
          </a:solidFill>
        </p:spPr>
        <p:txBody>
          <a:bodyPr wrap="square" lIns="0" tIns="0" rIns="0" bIns="0" rtlCol="0"/>
          <a:lstStyle/>
          <a:p>
            <a:endParaRPr/>
          </a:p>
        </p:txBody>
      </p:sp>
      <p:sp>
        <p:nvSpPr>
          <p:cNvPr id="424" name="object 424"/>
          <p:cNvSpPr/>
          <p:nvPr/>
        </p:nvSpPr>
        <p:spPr>
          <a:xfrm>
            <a:off x="5154167" y="6780274"/>
            <a:ext cx="33655" cy="78105"/>
          </a:xfrm>
          <a:custGeom>
            <a:avLst/>
            <a:gdLst/>
            <a:ahLst/>
            <a:cxnLst/>
            <a:rect l="l" t="t" r="r" b="b"/>
            <a:pathLst>
              <a:path w="33654" h="78104">
                <a:moveTo>
                  <a:pt x="33528" y="0"/>
                </a:moveTo>
                <a:lnTo>
                  <a:pt x="21717" y="0"/>
                </a:lnTo>
                <a:lnTo>
                  <a:pt x="19939" y="4716"/>
                </a:lnTo>
                <a:lnTo>
                  <a:pt x="16891" y="8844"/>
                </a:lnTo>
                <a:lnTo>
                  <a:pt x="8001" y="15920"/>
                </a:lnTo>
                <a:lnTo>
                  <a:pt x="3810" y="18322"/>
                </a:lnTo>
                <a:lnTo>
                  <a:pt x="0" y="19589"/>
                </a:lnTo>
                <a:lnTo>
                  <a:pt x="0" y="33054"/>
                </a:lnTo>
                <a:lnTo>
                  <a:pt x="7239" y="30626"/>
                </a:lnTo>
                <a:lnTo>
                  <a:pt x="13589" y="26877"/>
                </a:lnTo>
                <a:lnTo>
                  <a:pt x="18923" y="21807"/>
                </a:lnTo>
                <a:lnTo>
                  <a:pt x="18923" y="77724"/>
                </a:lnTo>
                <a:lnTo>
                  <a:pt x="33528" y="77724"/>
                </a:lnTo>
                <a:lnTo>
                  <a:pt x="33528" y="0"/>
                </a:lnTo>
                <a:close/>
              </a:path>
            </a:pathLst>
          </a:custGeom>
          <a:solidFill>
            <a:srgbClr val="4264DE">
              <a:alpha val="10195"/>
            </a:srgbClr>
          </a:solidFill>
        </p:spPr>
        <p:txBody>
          <a:bodyPr wrap="square" lIns="0" tIns="0" rIns="0" bIns="0" rtlCol="0"/>
          <a:lstStyle/>
          <a:p>
            <a:endParaRPr/>
          </a:p>
        </p:txBody>
      </p:sp>
      <p:sp>
        <p:nvSpPr>
          <p:cNvPr id="425" name="object 425"/>
          <p:cNvSpPr/>
          <p:nvPr/>
        </p:nvSpPr>
        <p:spPr>
          <a:xfrm>
            <a:off x="5318759" y="6780274"/>
            <a:ext cx="50800" cy="78105"/>
          </a:xfrm>
          <a:custGeom>
            <a:avLst/>
            <a:gdLst/>
            <a:ahLst/>
            <a:cxnLst/>
            <a:rect l="l" t="t" r="r" b="b"/>
            <a:pathLst>
              <a:path w="50800" h="78104">
                <a:moveTo>
                  <a:pt x="32638" y="0"/>
                </a:moveTo>
                <a:lnTo>
                  <a:pt x="17652" y="0"/>
                </a:lnTo>
                <a:lnTo>
                  <a:pt x="11811" y="2597"/>
                </a:lnTo>
                <a:lnTo>
                  <a:pt x="0" y="38732"/>
                </a:lnTo>
                <a:lnTo>
                  <a:pt x="440" y="48928"/>
                </a:lnTo>
                <a:lnTo>
                  <a:pt x="17652" y="77724"/>
                </a:lnTo>
                <a:lnTo>
                  <a:pt x="32638" y="77724"/>
                </a:lnTo>
                <a:lnTo>
                  <a:pt x="38480" y="75128"/>
                </a:lnTo>
                <a:lnTo>
                  <a:pt x="42672" y="69935"/>
                </a:lnTo>
                <a:lnTo>
                  <a:pt x="45291" y="65626"/>
                </a:lnTo>
                <a:lnTo>
                  <a:pt x="23367" y="65626"/>
                </a:lnTo>
                <a:lnTo>
                  <a:pt x="21706" y="65064"/>
                </a:lnTo>
                <a:lnTo>
                  <a:pt x="18923" y="62857"/>
                </a:lnTo>
                <a:lnTo>
                  <a:pt x="17779" y="60633"/>
                </a:lnTo>
                <a:lnTo>
                  <a:pt x="16001" y="53953"/>
                </a:lnTo>
                <a:lnTo>
                  <a:pt x="15585" y="48928"/>
                </a:lnTo>
                <a:lnTo>
                  <a:pt x="15591" y="28738"/>
                </a:lnTo>
                <a:lnTo>
                  <a:pt x="23367" y="12098"/>
                </a:lnTo>
                <a:lnTo>
                  <a:pt x="45318" y="12098"/>
                </a:lnTo>
                <a:lnTo>
                  <a:pt x="42799" y="7891"/>
                </a:lnTo>
                <a:lnTo>
                  <a:pt x="38480" y="2630"/>
                </a:lnTo>
                <a:lnTo>
                  <a:pt x="32638" y="0"/>
                </a:lnTo>
                <a:close/>
              </a:path>
              <a:path w="50800" h="78104">
                <a:moveTo>
                  <a:pt x="45318" y="12098"/>
                </a:moveTo>
                <a:lnTo>
                  <a:pt x="26924" y="12098"/>
                </a:lnTo>
                <a:lnTo>
                  <a:pt x="28575" y="12660"/>
                </a:lnTo>
                <a:lnTo>
                  <a:pt x="31368" y="14911"/>
                </a:lnTo>
                <a:lnTo>
                  <a:pt x="32512" y="17142"/>
                </a:lnTo>
                <a:lnTo>
                  <a:pt x="34289" y="23822"/>
                </a:lnTo>
                <a:lnTo>
                  <a:pt x="34696" y="28738"/>
                </a:lnTo>
                <a:lnTo>
                  <a:pt x="34708" y="48928"/>
                </a:lnTo>
                <a:lnTo>
                  <a:pt x="34289" y="54152"/>
                </a:lnTo>
                <a:lnTo>
                  <a:pt x="33274" y="57890"/>
                </a:lnTo>
                <a:lnTo>
                  <a:pt x="32512" y="60798"/>
                </a:lnTo>
                <a:lnTo>
                  <a:pt x="31368" y="62814"/>
                </a:lnTo>
                <a:lnTo>
                  <a:pt x="28550" y="65073"/>
                </a:lnTo>
                <a:lnTo>
                  <a:pt x="26924" y="65626"/>
                </a:lnTo>
                <a:lnTo>
                  <a:pt x="45291" y="65626"/>
                </a:lnTo>
                <a:lnTo>
                  <a:pt x="46005" y="64452"/>
                </a:lnTo>
                <a:lnTo>
                  <a:pt x="48386" y="57449"/>
                </a:lnTo>
                <a:lnTo>
                  <a:pt x="49815" y="48928"/>
                </a:lnTo>
                <a:lnTo>
                  <a:pt x="50291" y="38888"/>
                </a:lnTo>
                <a:lnTo>
                  <a:pt x="49802" y="28738"/>
                </a:lnTo>
                <a:lnTo>
                  <a:pt x="48381" y="20249"/>
                </a:lnTo>
                <a:lnTo>
                  <a:pt x="46059" y="13333"/>
                </a:lnTo>
                <a:lnTo>
                  <a:pt x="45318" y="12098"/>
                </a:lnTo>
                <a:close/>
              </a:path>
            </a:pathLst>
          </a:custGeom>
          <a:solidFill>
            <a:srgbClr val="4264DE">
              <a:alpha val="10195"/>
            </a:srgbClr>
          </a:solidFill>
        </p:spPr>
        <p:txBody>
          <a:bodyPr wrap="square" lIns="0" tIns="0" rIns="0" bIns="0" rtlCol="0"/>
          <a:lstStyle/>
          <a:p>
            <a:endParaRPr/>
          </a:p>
        </p:txBody>
      </p:sp>
      <p:sp>
        <p:nvSpPr>
          <p:cNvPr id="426" name="object 426"/>
          <p:cNvSpPr/>
          <p:nvPr/>
        </p:nvSpPr>
        <p:spPr>
          <a:xfrm>
            <a:off x="5500115" y="6780274"/>
            <a:ext cx="33655" cy="78105"/>
          </a:xfrm>
          <a:custGeom>
            <a:avLst/>
            <a:gdLst/>
            <a:ahLst/>
            <a:cxnLst/>
            <a:rect l="l" t="t" r="r" b="b"/>
            <a:pathLst>
              <a:path w="33654" h="78104">
                <a:moveTo>
                  <a:pt x="33528" y="0"/>
                </a:moveTo>
                <a:lnTo>
                  <a:pt x="21717" y="0"/>
                </a:lnTo>
                <a:lnTo>
                  <a:pt x="19938" y="4716"/>
                </a:lnTo>
                <a:lnTo>
                  <a:pt x="16891" y="8844"/>
                </a:lnTo>
                <a:lnTo>
                  <a:pt x="8000" y="15920"/>
                </a:lnTo>
                <a:lnTo>
                  <a:pt x="3810" y="18322"/>
                </a:lnTo>
                <a:lnTo>
                  <a:pt x="0" y="19589"/>
                </a:lnTo>
                <a:lnTo>
                  <a:pt x="0" y="33054"/>
                </a:lnTo>
                <a:lnTo>
                  <a:pt x="7238" y="30626"/>
                </a:lnTo>
                <a:lnTo>
                  <a:pt x="13588" y="26877"/>
                </a:lnTo>
                <a:lnTo>
                  <a:pt x="18923" y="21807"/>
                </a:lnTo>
                <a:lnTo>
                  <a:pt x="18923" y="77724"/>
                </a:lnTo>
                <a:lnTo>
                  <a:pt x="33528" y="77724"/>
                </a:lnTo>
                <a:lnTo>
                  <a:pt x="33528" y="0"/>
                </a:lnTo>
                <a:close/>
              </a:path>
            </a:pathLst>
          </a:custGeom>
          <a:solidFill>
            <a:srgbClr val="4264DE">
              <a:alpha val="10195"/>
            </a:srgbClr>
          </a:solidFill>
        </p:spPr>
        <p:txBody>
          <a:bodyPr wrap="square" lIns="0" tIns="0" rIns="0" bIns="0" rtlCol="0"/>
          <a:lstStyle/>
          <a:p>
            <a:endParaRPr/>
          </a:p>
        </p:txBody>
      </p:sp>
      <p:sp>
        <p:nvSpPr>
          <p:cNvPr id="427" name="object 427"/>
          <p:cNvSpPr/>
          <p:nvPr/>
        </p:nvSpPr>
        <p:spPr>
          <a:xfrm>
            <a:off x="5666232" y="6780274"/>
            <a:ext cx="48895" cy="78105"/>
          </a:xfrm>
          <a:custGeom>
            <a:avLst/>
            <a:gdLst/>
            <a:ahLst/>
            <a:cxnLst/>
            <a:rect l="l" t="t" r="r" b="b"/>
            <a:pathLst>
              <a:path w="48895" h="78104">
                <a:moveTo>
                  <a:pt x="31622" y="0"/>
                </a:moveTo>
                <a:lnTo>
                  <a:pt x="17144" y="0"/>
                </a:lnTo>
                <a:lnTo>
                  <a:pt x="11429" y="2597"/>
                </a:lnTo>
                <a:lnTo>
                  <a:pt x="0" y="38732"/>
                </a:lnTo>
                <a:lnTo>
                  <a:pt x="438" y="48928"/>
                </a:lnTo>
                <a:lnTo>
                  <a:pt x="17017" y="77724"/>
                </a:lnTo>
                <a:lnTo>
                  <a:pt x="31622" y="77724"/>
                </a:lnTo>
                <a:lnTo>
                  <a:pt x="37337" y="75128"/>
                </a:lnTo>
                <a:lnTo>
                  <a:pt x="41401" y="69935"/>
                </a:lnTo>
                <a:lnTo>
                  <a:pt x="43948" y="65626"/>
                </a:lnTo>
                <a:lnTo>
                  <a:pt x="22605" y="65626"/>
                </a:lnTo>
                <a:lnTo>
                  <a:pt x="21071" y="65064"/>
                </a:lnTo>
                <a:lnTo>
                  <a:pt x="15181" y="48928"/>
                </a:lnTo>
                <a:lnTo>
                  <a:pt x="15186" y="28738"/>
                </a:lnTo>
                <a:lnTo>
                  <a:pt x="22605" y="12098"/>
                </a:lnTo>
                <a:lnTo>
                  <a:pt x="43906" y="12098"/>
                </a:lnTo>
                <a:lnTo>
                  <a:pt x="41401" y="7891"/>
                </a:lnTo>
                <a:lnTo>
                  <a:pt x="37337" y="2630"/>
                </a:lnTo>
                <a:lnTo>
                  <a:pt x="31622" y="0"/>
                </a:lnTo>
                <a:close/>
              </a:path>
              <a:path w="48895" h="78104">
                <a:moveTo>
                  <a:pt x="43906" y="12098"/>
                </a:moveTo>
                <a:lnTo>
                  <a:pt x="26162" y="12098"/>
                </a:lnTo>
                <a:lnTo>
                  <a:pt x="27685" y="12660"/>
                </a:lnTo>
                <a:lnTo>
                  <a:pt x="29082" y="13784"/>
                </a:lnTo>
                <a:lnTo>
                  <a:pt x="33588" y="48928"/>
                </a:lnTo>
                <a:lnTo>
                  <a:pt x="33273" y="54152"/>
                </a:lnTo>
                <a:lnTo>
                  <a:pt x="32257" y="57890"/>
                </a:lnTo>
                <a:lnTo>
                  <a:pt x="31495" y="60798"/>
                </a:lnTo>
                <a:lnTo>
                  <a:pt x="30352" y="62814"/>
                </a:lnTo>
                <a:lnTo>
                  <a:pt x="29049" y="63966"/>
                </a:lnTo>
                <a:lnTo>
                  <a:pt x="27662" y="65073"/>
                </a:lnTo>
                <a:lnTo>
                  <a:pt x="26162" y="65626"/>
                </a:lnTo>
                <a:lnTo>
                  <a:pt x="43948" y="65626"/>
                </a:lnTo>
                <a:lnTo>
                  <a:pt x="44642" y="64452"/>
                </a:lnTo>
                <a:lnTo>
                  <a:pt x="46942" y="57449"/>
                </a:lnTo>
                <a:lnTo>
                  <a:pt x="48313" y="48928"/>
                </a:lnTo>
                <a:lnTo>
                  <a:pt x="48767" y="38888"/>
                </a:lnTo>
                <a:lnTo>
                  <a:pt x="48298" y="28738"/>
                </a:lnTo>
                <a:lnTo>
                  <a:pt x="46921" y="20249"/>
                </a:lnTo>
                <a:lnTo>
                  <a:pt x="44642" y="13333"/>
                </a:lnTo>
                <a:lnTo>
                  <a:pt x="43906" y="12098"/>
                </a:lnTo>
                <a:close/>
              </a:path>
            </a:pathLst>
          </a:custGeom>
          <a:solidFill>
            <a:srgbClr val="4264DE">
              <a:alpha val="10195"/>
            </a:srgbClr>
          </a:solidFill>
        </p:spPr>
        <p:txBody>
          <a:bodyPr wrap="square" lIns="0" tIns="0" rIns="0" bIns="0" rtlCol="0"/>
          <a:lstStyle/>
          <a:p>
            <a:endParaRPr/>
          </a:p>
        </p:txBody>
      </p:sp>
      <p:sp>
        <p:nvSpPr>
          <p:cNvPr id="428" name="object 428"/>
          <p:cNvSpPr/>
          <p:nvPr/>
        </p:nvSpPr>
        <p:spPr>
          <a:xfrm>
            <a:off x="5847588" y="6780274"/>
            <a:ext cx="33655" cy="78105"/>
          </a:xfrm>
          <a:custGeom>
            <a:avLst/>
            <a:gdLst/>
            <a:ahLst/>
            <a:cxnLst/>
            <a:rect l="l" t="t" r="r" b="b"/>
            <a:pathLst>
              <a:path w="33654" h="78104">
                <a:moveTo>
                  <a:pt x="33527" y="0"/>
                </a:moveTo>
                <a:lnTo>
                  <a:pt x="21716" y="0"/>
                </a:lnTo>
                <a:lnTo>
                  <a:pt x="19938" y="4716"/>
                </a:lnTo>
                <a:lnTo>
                  <a:pt x="16890" y="8844"/>
                </a:lnTo>
                <a:lnTo>
                  <a:pt x="8000" y="15920"/>
                </a:lnTo>
                <a:lnTo>
                  <a:pt x="3810" y="18322"/>
                </a:lnTo>
                <a:lnTo>
                  <a:pt x="0" y="19589"/>
                </a:lnTo>
                <a:lnTo>
                  <a:pt x="0" y="33054"/>
                </a:lnTo>
                <a:lnTo>
                  <a:pt x="7238" y="30626"/>
                </a:lnTo>
                <a:lnTo>
                  <a:pt x="13588" y="26877"/>
                </a:lnTo>
                <a:lnTo>
                  <a:pt x="18923" y="21807"/>
                </a:lnTo>
                <a:lnTo>
                  <a:pt x="18923" y="77724"/>
                </a:lnTo>
                <a:lnTo>
                  <a:pt x="33527" y="77724"/>
                </a:lnTo>
                <a:lnTo>
                  <a:pt x="33527" y="0"/>
                </a:lnTo>
                <a:close/>
              </a:path>
            </a:pathLst>
          </a:custGeom>
          <a:solidFill>
            <a:srgbClr val="4264DE">
              <a:alpha val="10195"/>
            </a:srgbClr>
          </a:solidFill>
        </p:spPr>
        <p:txBody>
          <a:bodyPr wrap="square" lIns="0" tIns="0" rIns="0" bIns="0" rtlCol="0"/>
          <a:lstStyle/>
          <a:p>
            <a:endParaRPr/>
          </a:p>
        </p:txBody>
      </p:sp>
      <p:sp>
        <p:nvSpPr>
          <p:cNvPr id="429" name="object 429"/>
          <p:cNvSpPr/>
          <p:nvPr/>
        </p:nvSpPr>
        <p:spPr>
          <a:xfrm>
            <a:off x="6012179" y="6780274"/>
            <a:ext cx="50800" cy="78105"/>
          </a:xfrm>
          <a:custGeom>
            <a:avLst/>
            <a:gdLst/>
            <a:ahLst/>
            <a:cxnLst/>
            <a:rect l="l" t="t" r="r" b="b"/>
            <a:pathLst>
              <a:path w="50800" h="78104">
                <a:moveTo>
                  <a:pt x="32639" y="0"/>
                </a:moveTo>
                <a:lnTo>
                  <a:pt x="17653" y="0"/>
                </a:lnTo>
                <a:lnTo>
                  <a:pt x="11811" y="2597"/>
                </a:lnTo>
                <a:lnTo>
                  <a:pt x="0" y="38732"/>
                </a:lnTo>
                <a:lnTo>
                  <a:pt x="440" y="48928"/>
                </a:lnTo>
                <a:lnTo>
                  <a:pt x="17653" y="77724"/>
                </a:lnTo>
                <a:lnTo>
                  <a:pt x="32639" y="77724"/>
                </a:lnTo>
                <a:lnTo>
                  <a:pt x="38481" y="75128"/>
                </a:lnTo>
                <a:lnTo>
                  <a:pt x="42672" y="69935"/>
                </a:lnTo>
                <a:lnTo>
                  <a:pt x="45291" y="65626"/>
                </a:lnTo>
                <a:lnTo>
                  <a:pt x="23368" y="65626"/>
                </a:lnTo>
                <a:lnTo>
                  <a:pt x="21706" y="65064"/>
                </a:lnTo>
                <a:lnTo>
                  <a:pt x="18923" y="62857"/>
                </a:lnTo>
                <a:lnTo>
                  <a:pt x="17780" y="60633"/>
                </a:lnTo>
                <a:lnTo>
                  <a:pt x="16002" y="53953"/>
                </a:lnTo>
                <a:lnTo>
                  <a:pt x="15585" y="48928"/>
                </a:lnTo>
                <a:lnTo>
                  <a:pt x="15591" y="28738"/>
                </a:lnTo>
                <a:lnTo>
                  <a:pt x="23368" y="12098"/>
                </a:lnTo>
                <a:lnTo>
                  <a:pt x="45318" y="12098"/>
                </a:lnTo>
                <a:lnTo>
                  <a:pt x="42799" y="7891"/>
                </a:lnTo>
                <a:lnTo>
                  <a:pt x="38481" y="2630"/>
                </a:lnTo>
                <a:lnTo>
                  <a:pt x="32639" y="0"/>
                </a:lnTo>
                <a:close/>
              </a:path>
              <a:path w="50800" h="78104">
                <a:moveTo>
                  <a:pt x="45318" y="12098"/>
                </a:moveTo>
                <a:lnTo>
                  <a:pt x="26924" y="12098"/>
                </a:lnTo>
                <a:lnTo>
                  <a:pt x="28575" y="12660"/>
                </a:lnTo>
                <a:lnTo>
                  <a:pt x="31369" y="14911"/>
                </a:lnTo>
                <a:lnTo>
                  <a:pt x="32512" y="17142"/>
                </a:lnTo>
                <a:lnTo>
                  <a:pt x="34290" y="23822"/>
                </a:lnTo>
                <a:lnTo>
                  <a:pt x="34696" y="28738"/>
                </a:lnTo>
                <a:lnTo>
                  <a:pt x="34708" y="48928"/>
                </a:lnTo>
                <a:lnTo>
                  <a:pt x="34290" y="54152"/>
                </a:lnTo>
                <a:lnTo>
                  <a:pt x="33274" y="57890"/>
                </a:lnTo>
                <a:lnTo>
                  <a:pt x="32512" y="60798"/>
                </a:lnTo>
                <a:lnTo>
                  <a:pt x="31369" y="62814"/>
                </a:lnTo>
                <a:lnTo>
                  <a:pt x="28550" y="65073"/>
                </a:lnTo>
                <a:lnTo>
                  <a:pt x="26924" y="65626"/>
                </a:lnTo>
                <a:lnTo>
                  <a:pt x="45291" y="65626"/>
                </a:lnTo>
                <a:lnTo>
                  <a:pt x="46005" y="64452"/>
                </a:lnTo>
                <a:lnTo>
                  <a:pt x="48387" y="57449"/>
                </a:lnTo>
                <a:lnTo>
                  <a:pt x="49815" y="48928"/>
                </a:lnTo>
                <a:lnTo>
                  <a:pt x="50292" y="38888"/>
                </a:lnTo>
                <a:lnTo>
                  <a:pt x="49802" y="28738"/>
                </a:lnTo>
                <a:lnTo>
                  <a:pt x="48381" y="20249"/>
                </a:lnTo>
                <a:lnTo>
                  <a:pt x="46059" y="13333"/>
                </a:lnTo>
                <a:lnTo>
                  <a:pt x="45318" y="12098"/>
                </a:lnTo>
                <a:close/>
              </a:path>
            </a:pathLst>
          </a:custGeom>
          <a:solidFill>
            <a:srgbClr val="4264DE">
              <a:alpha val="10195"/>
            </a:srgbClr>
          </a:solidFill>
        </p:spPr>
        <p:txBody>
          <a:bodyPr wrap="square" lIns="0" tIns="0" rIns="0" bIns="0" rtlCol="0"/>
          <a:lstStyle/>
          <a:p>
            <a:endParaRPr/>
          </a:p>
        </p:txBody>
      </p:sp>
      <p:sp>
        <p:nvSpPr>
          <p:cNvPr id="430" name="object 430"/>
          <p:cNvSpPr/>
          <p:nvPr/>
        </p:nvSpPr>
        <p:spPr>
          <a:xfrm>
            <a:off x="6193535" y="6780274"/>
            <a:ext cx="33655" cy="78105"/>
          </a:xfrm>
          <a:custGeom>
            <a:avLst/>
            <a:gdLst/>
            <a:ahLst/>
            <a:cxnLst/>
            <a:rect l="l" t="t" r="r" b="b"/>
            <a:pathLst>
              <a:path w="33654" h="78104">
                <a:moveTo>
                  <a:pt x="33527" y="0"/>
                </a:moveTo>
                <a:lnTo>
                  <a:pt x="21716" y="0"/>
                </a:lnTo>
                <a:lnTo>
                  <a:pt x="19938" y="4716"/>
                </a:lnTo>
                <a:lnTo>
                  <a:pt x="16890" y="8844"/>
                </a:lnTo>
                <a:lnTo>
                  <a:pt x="8000" y="15920"/>
                </a:lnTo>
                <a:lnTo>
                  <a:pt x="3810" y="18322"/>
                </a:lnTo>
                <a:lnTo>
                  <a:pt x="0" y="19589"/>
                </a:lnTo>
                <a:lnTo>
                  <a:pt x="0" y="33054"/>
                </a:lnTo>
                <a:lnTo>
                  <a:pt x="7238" y="30626"/>
                </a:lnTo>
                <a:lnTo>
                  <a:pt x="13588" y="26877"/>
                </a:lnTo>
                <a:lnTo>
                  <a:pt x="18923" y="21807"/>
                </a:lnTo>
                <a:lnTo>
                  <a:pt x="18923" y="77724"/>
                </a:lnTo>
                <a:lnTo>
                  <a:pt x="33527" y="77724"/>
                </a:lnTo>
                <a:lnTo>
                  <a:pt x="33527" y="0"/>
                </a:lnTo>
                <a:close/>
              </a:path>
            </a:pathLst>
          </a:custGeom>
          <a:solidFill>
            <a:srgbClr val="4264DE">
              <a:alpha val="10195"/>
            </a:srgbClr>
          </a:solidFill>
        </p:spPr>
        <p:txBody>
          <a:bodyPr wrap="square" lIns="0" tIns="0" rIns="0" bIns="0" rtlCol="0"/>
          <a:lstStyle/>
          <a:p>
            <a:endParaRPr/>
          </a:p>
        </p:txBody>
      </p:sp>
      <p:sp>
        <p:nvSpPr>
          <p:cNvPr id="431" name="object 431"/>
          <p:cNvSpPr/>
          <p:nvPr/>
        </p:nvSpPr>
        <p:spPr>
          <a:xfrm>
            <a:off x="6358128" y="6780274"/>
            <a:ext cx="50800" cy="78105"/>
          </a:xfrm>
          <a:custGeom>
            <a:avLst/>
            <a:gdLst/>
            <a:ahLst/>
            <a:cxnLst/>
            <a:rect l="l" t="t" r="r" b="b"/>
            <a:pathLst>
              <a:path w="50800" h="78104">
                <a:moveTo>
                  <a:pt x="32638" y="0"/>
                </a:moveTo>
                <a:lnTo>
                  <a:pt x="17652" y="0"/>
                </a:lnTo>
                <a:lnTo>
                  <a:pt x="11811" y="2597"/>
                </a:lnTo>
                <a:lnTo>
                  <a:pt x="0" y="38732"/>
                </a:lnTo>
                <a:lnTo>
                  <a:pt x="440" y="48928"/>
                </a:lnTo>
                <a:lnTo>
                  <a:pt x="17652" y="77724"/>
                </a:lnTo>
                <a:lnTo>
                  <a:pt x="32638" y="77724"/>
                </a:lnTo>
                <a:lnTo>
                  <a:pt x="38481" y="75128"/>
                </a:lnTo>
                <a:lnTo>
                  <a:pt x="42672" y="69935"/>
                </a:lnTo>
                <a:lnTo>
                  <a:pt x="45291" y="65626"/>
                </a:lnTo>
                <a:lnTo>
                  <a:pt x="23368" y="65626"/>
                </a:lnTo>
                <a:lnTo>
                  <a:pt x="21706" y="65064"/>
                </a:lnTo>
                <a:lnTo>
                  <a:pt x="18923" y="62857"/>
                </a:lnTo>
                <a:lnTo>
                  <a:pt x="17780" y="60633"/>
                </a:lnTo>
                <a:lnTo>
                  <a:pt x="16001" y="53953"/>
                </a:lnTo>
                <a:lnTo>
                  <a:pt x="15585" y="48928"/>
                </a:lnTo>
                <a:lnTo>
                  <a:pt x="15591" y="28738"/>
                </a:lnTo>
                <a:lnTo>
                  <a:pt x="23368" y="12098"/>
                </a:lnTo>
                <a:lnTo>
                  <a:pt x="45318" y="12098"/>
                </a:lnTo>
                <a:lnTo>
                  <a:pt x="42799" y="7891"/>
                </a:lnTo>
                <a:lnTo>
                  <a:pt x="38481" y="2630"/>
                </a:lnTo>
                <a:lnTo>
                  <a:pt x="32638" y="0"/>
                </a:lnTo>
                <a:close/>
              </a:path>
              <a:path w="50800" h="78104">
                <a:moveTo>
                  <a:pt x="45318" y="12098"/>
                </a:moveTo>
                <a:lnTo>
                  <a:pt x="26924" y="12098"/>
                </a:lnTo>
                <a:lnTo>
                  <a:pt x="28575" y="12660"/>
                </a:lnTo>
                <a:lnTo>
                  <a:pt x="31369" y="14911"/>
                </a:lnTo>
                <a:lnTo>
                  <a:pt x="32512" y="17142"/>
                </a:lnTo>
                <a:lnTo>
                  <a:pt x="34289" y="23822"/>
                </a:lnTo>
                <a:lnTo>
                  <a:pt x="34696" y="28738"/>
                </a:lnTo>
                <a:lnTo>
                  <a:pt x="34708" y="48928"/>
                </a:lnTo>
                <a:lnTo>
                  <a:pt x="34289" y="54152"/>
                </a:lnTo>
                <a:lnTo>
                  <a:pt x="33274" y="57890"/>
                </a:lnTo>
                <a:lnTo>
                  <a:pt x="32512" y="60798"/>
                </a:lnTo>
                <a:lnTo>
                  <a:pt x="31369" y="62814"/>
                </a:lnTo>
                <a:lnTo>
                  <a:pt x="28550" y="65073"/>
                </a:lnTo>
                <a:lnTo>
                  <a:pt x="26924" y="65626"/>
                </a:lnTo>
                <a:lnTo>
                  <a:pt x="45291" y="65626"/>
                </a:lnTo>
                <a:lnTo>
                  <a:pt x="46005" y="64452"/>
                </a:lnTo>
                <a:lnTo>
                  <a:pt x="48387" y="57449"/>
                </a:lnTo>
                <a:lnTo>
                  <a:pt x="49815" y="48928"/>
                </a:lnTo>
                <a:lnTo>
                  <a:pt x="50292" y="38888"/>
                </a:lnTo>
                <a:lnTo>
                  <a:pt x="49802" y="28738"/>
                </a:lnTo>
                <a:lnTo>
                  <a:pt x="48381" y="20249"/>
                </a:lnTo>
                <a:lnTo>
                  <a:pt x="46059" y="13333"/>
                </a:lnTo>
                <a:lnTo>
                  <a:pt x="45318" y="12098"/>
                </a:lnTo>
                <a:close/>
              </a:path>
            </a:pathLst>
          </a:custGeom>
          <a:solidFill>
            <a:srgbClr val="4264DE">
              <a:alpha val="10195"/>
            </a:srgbClr>
          </a:solidFill>
        </p:spPr>
        <p:txBody>
          <a:bodyPr wrap="square" lIns="0" tIns="0" rIns="0" bIns="0" rtlCol="0"/>
          <a:lstStyle/>
          <a:p>
            <a:endParaRPr/>
          </a:p>
        </p:txBody>
      </p:sp>
      <p:sp>
        <p:nvSpPr>
          <p:cNvPr id="432" name="object 432"/>
          <p:cNvSpPr/>
          <p:nvPr/>
        </p:nvSpPr>
        <p:spPr>
          <a:xfrm>
            <a:off x="6539483" y="6780274"/>
            <a:ext cx="33655" cy="78105"/>
          </a:xfrm>
          <a:custGeom>
            <a:avLst/>
            <a:gdLst/>
            <a:ahLst/>
            <a:cxnLst/>
            <a:rect l="l" t="t" r="r" b="b"/>
            <a:pathLst>
              <a:path w="33654" h="78104">
                <a:moveTo>
                  <a:pt x="33527" y="0"/>
                </a:moveTo>
                <a:lnTo>
                  <a:pt x="21717" y="0"/>
                </a:lnTo>
                <a:lnTo>
                  <a:pt x="19939" y="4716"/>
                </a:lnTo>
                <a:lnTo>
                  <a:pt x="16891" y="8844"/>
                </a:lnTo>
                <a:lnTo>
                  <a:pt x="8000" y="15920"/>
                </a:lnTo>
                <a:lnTo>
                  <a:pt x="3810" y="18322"/>
                </a:lnTo>
                <a:lnTo>
                  <a:pt x="0" y="19589"/>
                </a:lnTo>
                <a:lnTo>
                  <a:pt x="0" y="33054"/>
                </a:lnTo>
                <a:lnTo>
                  <a:pt x="7239" y="30626"/>
                </a:lnTo>
                <a:lnTo>
                  <a:pt x="13589" y="26877"/>
                </a:lnTo>
                <a:lnTo>
                  <a:pt x="18923" y="21807"/>
                </a:lnTo>
                <a:lnTo>
                  <a:pt x="18923" y="77724"/>
                </a:lnTo>
                <a:lnTo>
                  <a:pt x="33527" y="77724"/>
                </a:lnTo>
                <a:lnTo>
                  <a:pt x="33527" y="0"/>
                </a:lnTo>
                <a:close/>
              </a:path>
            </a:pathLst>
          </a:custGeom>
          <a:solidFill>
            <a:srgbClr val="4264DE">
              <a:alpha val="10195"/>
            </a:srgbClr>
          </a:solidFill>
        </p:spPr>
        <p:txBody>
          <a:bodyPr wrap="square" lIns="0" tIns="0" rIns="0" bIns="0" rtlCol="0"/>
          <a:lstStyle/>
          <a:p>
            <a:endParaRPr/>
          </a:p>
        </p:txBody>
      </p:sp>
      <p:sp>
        <p:nvSpPr>
          <p:cNvPr id="433" name="object 433"/>
          <p:cNvSpPr/>
          <p:nvPr/>
        </p:nvSpPr>
        <p:spPr>
          <a:xfrm>
            <a:off x="6705600" y="6780274"/>
            <a:ext cx="50800" cy="78105"/>
          </a:xfrm>
          <a:custGeom>
            <a:avLst/>
            <a:gdLst/>
            <a:ahLst/>
            <a:cxnLst/>
            <a:rect l="l" t="t" r="r" b="b"/>
            <a:pathLst>
              <a:path w="50800" h="78104">
                <a:moveTo>
                  <a:pt x="32639" y="0"/>
                </a:moveTo>
                <a:lnTo>
                  <a:pt x="17652" y="0"/>
                </a:lnTo>
                <a:lnTo>
                  <a:pt x="11810" y="2597"/>
                </a:lnTo>
                <a:lnTo>
                  <a:pt x="0" y="38732"/>
                </a:lnTo>
                <a:lnTo>
                  <a:pt x="440" y="48928"/>
                </a:lnTo>
                <a:lnTo>
                  <a:pt x="17652" y="77724"/>
                </a:lnTo>
                <a:lnTo>
                  <a:pt x="32639" y="77724"/>
                </a:lnTo>
                <a:lnTo>
                  <a:pt x="38480" y="75128"/>
                </a:lnTo>
                <a:lnTo>
                  <a:pt x="42672" y="69935"/>
                </a:lnTo>
                <a:lnTo>
                  <a:pt x="45291" y="65626"/>
                </a:lnTo>
                <a:lnTo>
                  <a:pt x="23368" y="65626"/>
                </a:lnTo>
                <a:lnTo>
                  <a:pt x="21706" y="65064"/>
                </a:lnTo>
                <a:lnTo>
                  <a:pt x="18923" y="62857"/>
                </a:lnTo>
                <a:lnTo>
                  <a:pt x="17779" y="60633"/>
                </a:lnTo>
                <a:lnTo>
                  <a:pt x="16001" y="53953"/>
                </a:lnTo>
                <a:lnTo>
                  <a:pt x="15585" y="48928"/>
                </a:lnTo>
                <a:lnTo>
                  <a:pt x="15591" y="28738"/>
                </a:lnTo>
                <a:lnTo>
                  <a:pt x="23368" y="12098"/>
                </a:lnTo>
                <a:lnTo>
                  <a:pt x="45318" y="12098"/>
                </a:lnTo>
                <a:lnTo>
                  <a:pt x="42799" y="7891"/>
                </a:lnTo>
                <a:lnTo>
                  <a:pt x="38480" y="2630"/>
                </a:lnTo>
                <a:lnTo>
                  <a:pt x="32639" y="0"/>
                </a:lnTo>
                <a:close/>
              </a:path>
              <a:path w="50800" h="78104">
                <a:moveTo>
                  <a:pt x="45318" y="12098"/>
                </a:moveTo>
                <a:lnTo>
                  <a:pt x="26924" y="12098"/>
                </a:lnTo>
                <a:lnTo>
                  <a:pt x="28575" y="12660"/>
                </a:lnTo>
                <a:lnTo>
                  <a:pt x="31369" y="14911"/>
                </a:lnTo>
                <a:lnTo>
                  <a:pt x="32511" y="17142"/>
                </a:lnTo>
                <a:lnTo>
                  <a:pt x="34290" y="23822"/>
                </a:lnTo>
                <a:lnTo>
                  <a:pt x="34696" y="28738"/>
                </a:lnTo>
                <a:lnTo>
                  <a:pt x="34708" y="48928"/>
                </a:lnTo>
                <a:lnTo>
                  <a:pt x="34290" y="54152"/>
                </a:lnTo>
                <a:lnTo>
                  <a:pt x="33274" y="57890"/>
                </a:lnTo>
                <a:lnTo>
                  <a:pt x="32511" y="60798"/>
                </a:lnTo>
                <a:lnTo>
                  <a:pt x="31369" y="62814"/>
                </a:lnTo>
                <a:lnTo>
                  <a:pt x="28550" y="65073"/>
                </a:lnTo>
                <a:lnTo>
                  <a:pt x="26924" y="65626"/>
                </a:lnTo>
                <a:lnTo>
                  <a:pt x="45291" y="65626"/>
                </a:lnTo>
                <a:lnTo>
                  <a:pt x="46005" y="64452"/>
                </a:lnTo>
                <a:lnTo>
                  <a:pt x="48386" y="57449"/>
                </a:lnTo>
                <a:lnTo>
                  <a:pt x="49815" y="48928"/>
                </a:lnTo>
                <a:lnTo>
                  <a:pt x="50292" y="38888"/>
                </a:lnTo>
                <a:lnTo>
                  <a:pt x="49802" y="28738"/>
                </a:lnTo>
                <a:lnTo>
                  <a:pt x="48381" y="20249"/>
                </a:lnTo>
                <a:lnTo>
                  <a:pt x="46059" y="13333"/>
                </a:lnTo>
                <a:lnTo>
                  <a:pt x="45318" y="12098"/>
                </a:lnTo>
                <a:close/>
              </a:path>
            </a:pathLst>
          </a:custGeom>
          <a:solidFill>
            <a:srgbClr val="4264DE">
              <a:alpha val="10195"/>
            </a:srgbClr>
          </a:solidFill>
        </p:spPr>
        <p:txBody>
          <a:bodyPr wrap="square" lIns="0" tIns="0" rIns="0" bIns="0" rtlCol="0"/>
          <a:lstStyle/>
          <a:p>
            <a:endParaRPr/>
          </a:p>
        </p:txBody>
      </p:sp>
      <p:sp>
        <p:nvSpPr>
          <p:cNvPr id="434" name="object 434"/>
          <p:cNvSpPr/>
          <p:nvPr/>
        </p:nvSpPr>
        <p:spPr>
          <a:xfrm>
            <a:off x="6886956" y="6780274"/>
            <a:ext cx="33655" cy="78105"/>
          </a:xfrm>
          <a:custGeom>
            <a:avLst/>
            <a:gdLst/>
            <a:ahLst/>
            <a:cxnLst/>
            <a:rect l="l" t="t" r="r" b="b"/>
            <a:pathLst>
              <a:path w="33654" h="78104">
                <a:moveTo>
                  <a:pt x="33527" y="0"/>
                </a:moveTo>
                <a:lnTo>
                  <a:pt x="21717" y="0"/>
                </a:lnTo>
                <a:lnTo>
                  <a:pt x="19939" y="4716"/>
                </a:lnTo>
                <a:lnTo>
                  <a:pt x="16891" y="8844"/>
                </a:lnTo>
                <a:lnTo>
                  <a:pt x="8000" y="15920"/>
                </a:lnTo>
                <a:lnTo>
                  <a:pt x="3810" y="18322"/>
                </a:lnTo>
                <a:lnTo>
                  <a:pt x="0" y="19589"/>
                </a:lnTo>
                <a:lnTo>
                  <a:pt x="0" y="33054"/>
                </a:lnTo>
                <a:lnTo>
                  <a:pt x="7239" y="30626"/>
                </a:lnTo>
                <a:lnTo>
                  <a:pt x="13589" y="26877"/>
                </a:lnTo>
                <a:lnTo>
                  <a:pt x="18923" y="21807"/>
                </a:lnTo>
                <a:lnTo>
                  <a:pt x="18923" y="77724"/>
                </a:lnTo>
                <a:lnTo>
                  <a:pt x="33527" y="77724"/>
                </a:lnTo>
                <a:lnTo>
                  <a:pt x="33527" y="0"/>
                </a:lnTo>
                <a:close/>
              </a:path>
            </a:pathLst>
          </a:custGeom>
          <a:solidFill>
            <a:srgbClr val="4264DE">
              <a:alpha val="10195"/>
            </a:srgbClr>
          </a:solidFill>
        </p:spPr>
        <p:txBody>
          <a:bodyPr wrap="square" lIns="0" tIns="0" rIns="0" bIns="0" rtlCol="0"/>
          <a:lstStyle/>
          <a:p>
            <a:endParaRPr/>
          </a:p>
        </p:txBody>
      </p:sp>
      <p:sp>
        <p:nvSpPr>
          <p:cNvPr id="435" name="object 435"/>
          <p:cNvSpPr/>
          <p:nvPr/>
        </p:nvSpPr>
        <p:spPr>
          <a:xfrm>
            <a:off x="7051547" y="6780274"/>
            <a:ext cx="50800" cy="78105"/>
          </a:xfrm>
          <a:custGeom>
            <a:avLst/>
            <a:gdLst/>
            <a:ahLst/>
            <a:cxnLst/>
            <a:rect l="l" t="t" r="r" b="b"/>
            <a:pathLst>
              <a:path w="50800" h="78104">
                <a:moveTo>
                  <a:pt x="32638" y="0"/>
                </a:moveTo>
                <a:lnTo>
                  <a:pt x="17652" y="0"/>
                </a:lnTo>
                <a:lnTo>
                  <a:pt x="11810" y="2597"/>
                </a:lnTo>
                <a:lnTo>
                  <a:pt x="0" y="38732"/>
                </a:lnTo>
                <a:lnTo>
                  <a:pt x="440" y="48928"/>
                </a:lnTo>
                <a:lnTo>
                  <a:pt x="17652" y="77724"/>
                </a:lnTo>
                <a:lnTo>
                  <a:pt x="32638" y="77724"/>
                </a:lnTo>
                <a:lnTo>
                  <a:pt x="38480" y="75128"/>
                </a:lnTo>
                <a:lnTo>
                  <a:pt x="42672" y="69935"/>
                </a:lnTo>
                <a:lnTo>
                  <a:pt x="45291" y="65626"/>
                </a:lnTo>
                <a:lnTo>
                  <a:pt x="23368" y="65626"/>
                </a:lnTo>
                <a:lnTo>
                  <a:pt x="21706" y="65064"/>
                </a:lnTo>
                <a:lnTo>
                  <a:pt x="18923" y="62857"/>
                </a:lnTo>
                <a:lnTo>
                  <a:pt x="17779" y="60633"/>
                </a:lnTo>
                <a:lnTo>
                  <a:pt x="16001" y="53953"/>
                </a:lnTo>
                <a:lnTo>
                  <a:pt x="15585" y="48928"/>
                </a:lnTo>
                <a:lnTo>
                  <a:pt x="15591" y="28738"/>
                </a:lnTo>
                <a:lnTo>
                  <a:pt x="23368" y="12098"/>
                </a:lnTo>
                <a:lnTo>
                  <a:pt x="45318" y="12098"/>
                </a:lnTo>
                <a:lnTo>
                  <a:pt x="42799" y="7891"/>
                </a:lnTo>
                <a:lnTo>
                  <a:pt x="38480" y="2630"/>
                </a:lnTo>
                <a:lnTo>
                  <a:pt x="32638" y="0"/>
                </a:lnTo>
                <a:close/>
              </a:path>
              <a:path w="50800" h="78104">
                <a:moveTo>
                  <a:pt x="45318" y="12098"/>
                </a:moveTo>
                <a:lnTo>
                  <a:pt x="26924" y="12098"/>
                </a:lnTo>
                <a:lnTo>
                  <a:pt x="28575" y="12660"/>
                </a:lnTo>
                <a:lnTo>
                  <a:pt x="31369" y="14911"/>
                </a:lnTo>
                <a:lnTo>
                  <a:pt x="32511" y="17142"/>
                </a:lnTo>
                <a:lnTo>
                  <a:pt x="34290" y="23822"/>
                </a:lnTo>
                <a:lnTo>
                  <a:pt x="34696" y="28738"/>
                </a:lnTo>
                <a:lnTo>
                  <a:pt x="34708" y="48928"/>
                </a:lnTo>
                <a:lnTo>
                  <a:pt x="34290" y="54152"/>
                </a:lnTo>
                <a:lnTo>
                  <a:pt x="33274" y="57890"/>
                </a:lnTo>
                <a:lnTo>
                  <a:pt x="32511" y="60798"/>
                </a:lnTo>
                <a:lnTo>
                  <a:pt x="31369" y="62814"/>
                </a:lnTo>
                <a:lnTo>
                  <a:pt x="28550" y="65073"/>
                </a:lnTo>
                <a:lnTo>
                  <a:pt x="26924" y="65626"/>
                </a:lnTo>
                <a:lnTo>
                  <a:pt x="45291" y="65626"/>
                </a:lnTo>
                <a:lnTo>
                  <a:pt x="46005" y="64452"/>
                </a:lnTo>
                <a:lnTo>
                  <a:pt x="48386" y="57449"/>
                </a:lnTo>
                <a:lnTo>
                  <a:pt x="49815" y="48928"/>
                </a:lnTo>
                <a:lnTo>
                  <a:pt x="50292" y="38888"/>
                </a:lnTo>
                <a:lnTo>
                  <a:pt x="49802" y="28738"/>
                </a:lnTo>
                <a:lnTo>
                  <a:pt x="48381" y="20249"/>
                </a:lnTo>
                <a:lnTo>
                  <a:pt x="46059" y="13333"/>
                </a:lnTo>
                <a:lnTo>
                  <a:pt x="45318" y="12098"/>
                </a:lnTo>
                <a:close/>
              </a:path>
            </a:pathLst>
          </a:custGeom>
          <a:solidFill>
            <a:srgbClr val="4264DE">
              <a:alpha val="10195"/>
            </a:srgbClr>
          </a:solidFill>
        </p:spPr>
        <p:txBody>
          <a:bodyPr wrap="square" lIns="0" tIns="0" rIns="0" bIns="0" rtlCol="0"/>
          <a:lstStyle/>
          <a:p>
            <a:endParaRPr/>
          </a:p>
        </p:txBody>
      </p:sp>
      <p:sp>
        <p:nvSpPr>
          <p:cNvPr id="436" name="object 436"/>
          <p:cNvSpPr/>
          <p:nvPr/>
        </p:nvSpPr>
        <p:spPr>
          <a:xfrm>
            <a:off x="7232904" y="6780274"/>
            <a:ext cx="33655" cy="78105"/>
          </a:xfrm>
          <a:custGeom>
            <a:avLst/>
            <a:gdLst/>
            <a:ahLst/>
            <a:cxnLst/>
            <a:rect l="l" t="t" r="r" b="b"/>
            <a:pathLst>
              <a:path w="33654" h="78104">
                <a:moveTo>
                  <a:pt x="33527" y="0"/>
                </a:moveTo>
                <a:lnTo>
                  <a:pt x="21717" y="0"/>
                </a:lnTo>
                <a:lnTo>
                  <a:pt x="19939" y="4716"/>
                </a:lnTo>
                <a:lnTo>
                  <a:pt x="16891" y="8844"/>
                </a:lnTo>
                <a:lnTo>
                  <a:pt x="8000" y="15920"/>
                </a:lnTo>
                <a:lnTo>
                  <a:pt x="3810" y="18322"/>
                </a:lnTo>
                <a:lnTo>
                  <a:pt x="0" y="19589"/>
                </a:lnTo>
                <a:lnTo>
                  <a:pt x="0" y="33054"/>
                </a:lnTo>
                <a:lnTo>
                  <a:pt x="7239" y="30626"/>
                </a:lnTo>
                <a:lnTo>
                  <a:pt x="13589" y="26877"/>
                </a:lnTo>
                <a:lnTo>
                  <a:pt x="18923" y="21807"/>
                </a:lnTo>
                <a:lnTo>
                  <a:pt x="18923" y="77724"/>
                </a:lnTo>
                <a:lnTo>
                  <a:pt x="33527" y="77724"/>
                </a:lnTo>
                <a:lnTo>
                  <a:pt x="33527" y="0"/>
                </a:lnTo>
                <a:close/>
              </a:path>
            </a:pathLst>
          </a:custGeom>
          <a:solidFill>
            <a:srgbClr val="4264DE">
              <a:alpha val="10195"/>
            </a:srgbClr>
          </a:solidFill>
        </p:spPr>
        <p:txBody>
          <a:bodyPr wrap="square" lIns="0" tIns="0" rIns="0" bIns="0" rtlCol="0"/>
          <a:lstStyle/>
          <a:p>
            <a:endParaRPr/>
          </a:p>
        </p:txBody>
      </p:sp>
      <p:sp>
        <p:nvSpPr>
          <p:cNvPr id="437" name="object 437"/>
          <p:cNvSpPr/>
          <p:nvPr/>
        </p:nvSpPr>
        <p:spPr>
          <a:xfrm>
            <a:off x="7399019" y="6780274"/>
            <a:ext cx="48895" cy="78105"/>
          </a:xfrm>
          <a:custGeom>
            <a:avLst/>
            <a:gdLst/>
            <a:ahLst/>
            <a:cxnLst/>
            <a:rect l="l" t="t" r="r" b="b"/>
            <a:pathLst>
              <a:path w="48895" h="78104">
                <a:moveTo>
                  <a:pt x="31623" y="0"/>
                </a:moveTo>
                <a:lnTo>
                  <a:pt x="17145" y="0"/>
                </a:lnTo>
                <a:lnTo>
                  <a:pt x="11429" y="2597"/>
                </a:lnTo>
                <a:lnTo>
                  <a:pt x="0" y="38732"/>
                </a:lnTo>
                <a:lnTo>
                  <a:pt x="438" y="48928"/>
                </a:lnTo>
                <a:lnTo>
                  <a:pt x="17018" y="77724"/>
                </a:lnTo>
                <a:lnTo>
                  <a:pt x="31623" y="77724"/>
                </a:lnTo>
                <a:lnTo>
                  <a:pt x="37337" y="75128"/>
                </a:lnTo>
                <a:lnTo>
                  <a:pt x="41401" y="69935"/>
                </a:lnTo>
                <a:lnTo>
                  <a:pt x="43948" y="65626"/>
                </a:lnTo>
                <a:lnTo>
                  <a:pt x="22605" y="65626"/>
                </a:lnTo>
                <a:lnTo>
                  <a:pt x="21071" y="65064"/>
                </a:lnTo>
                <a:lnTo>
                  <a:pt x="15181" y="48928"/>
                </a:lnTo>
                <a:lnTo>
                  <a:pt x="15186" y="28738"/>
                </a:lnTo>
                <a:lnTo>
                  <a:pt x="22605" y="12098"/>
                </a:lnTo>
                <a:lnTo>
                  <a:pt x="43906" y="12098"/>
                </a:lnTo>
                <a:lnTo>
                  <a:pt x="41401" y="7891"/>
                </a:lnTo>
                <a:lnTo>
                  <a:pt x="37337" y="2630"/>
                </a:lnTo>
                <a:lnTo>
                  <a:pt x="31623" y="0"/>
                </a:lnTo>
                <a:close/>
              </a:path>
              <a:path w="48895" h="78104">
                <a:moveTo>
                  <a:pt x="43906" y="12098"/>
                </a:moveTo>
                <a:lnTo>
                  <a:pt x="26161" y="12098"/>
                </a:lnTo>
                <a:lnTo>
                  <a:pt x="27685" y="12660"/>
                </a:lnTo>
                <a:lnTo>
                  <a:pt x="29082" y="13784"/>
                </a:lnTo>
                <a:lnTo>
                  <a:pt x="33588" y="48928"/>
                </a:lnTo>
                <a:lnTo>
                  <a:pt x="33274" y="54152"/>
                </a:lnTo>
                <a:lnTo>
                  <a:pt x="32257" y="57890"/>
                </a:lnTo>
                <a:lnTo>
                  <a:pt x="31496" y="60798"/>
                </a:lnTo>
                <a:lnTo>
                  <a:pt x="30352" y="62814"/>
                </a:lnTo>
                <a:lnTo>
                  <a:pt x="29049" y="63966"/>
                </a:lnTo>
                <a:lnTo>
                  <a:pt x="27662" y="65073"/>
                </a:lnTo>
                <a:lnTo>
                  <a:pt x="26161" y="65626"/>
                </a:lnTo>
                <a:lnTo>
                  <a:pt x="43948" y="65626"/>
                </a:lnTo>
                <a:lnTo>
                  <a:pt x="44642" y="64452"/>
                </a:lnTo>
                <a:lnTo>
                  <a:pt x="46942" y="57449"/>
                </a:lnTo>
                <a:lnTo>
                  <a:pt x="48313" y="48928"/>
                </a:lnTo>
                <a:lnTo>
                  <a:pt x="48768" y="38888"/>
                </a:lnTo>
                <a:lnTo>
                  <a:pt x="48298" y="28738"/>
                </a:lnTo>
                <a:lnTo>
                  <a:pt x="46921" y="20249"/>
                </a:lnTo>
                <a:lnTo>
                  <a:pt x="44642" y="13333"/>
                </a:lnTo>
                <a:lnTo>
                  <a:pt x="43906" y="12098"/>
                </a:lnTo>
                <a:close/>
              </a:path>
            </a:pathLst>
          </a:custGeom>
          <a:solidFill>
            <a:srgbClr val="4264DE">
              <a:alpha val="10195"/>
            </a:srgbClr>
          </a:solidFill>
        </p:spPr>
        <p:txBody>
          <a:bodyPr wrap="square" lIns="0" tIns="0" rIns="0" bIns="0" rtlCol="0"/>
          <a:lstStyle/>
          <a:p>
            <a:endParaRPr/>
          </a:p>
        </p:txBody>
      </p:sp>
      <p:sp>
        <p:nvSpPr>
          <p:cNvPr id="438" name="object 438"/>
          <p:cNvSpPr/>
          <p:nvPr/>
        </p:nvSpPr>
        <p:spPr>
          <a:xfrm>
            <a:off x="7580376" y="6780274"/>
            <a:ext cx="33655" cy="78105"/>
          </a:xfrm>
          <a:custGeom>
            <a:avLst/>
            <a:gdLst/>
            <a:ahLst/>
            <a:cxnLst/>
            <a:rect l="l" t="t" r="r" b="b"/>
            <a:pathLst>
              <a:path w="33654" h="78104">
                <a:moveTo>
                  <a:pt x="33527" y="0"/>
                </a:moveTo>
                <a:lnTo>
                  <a:pt x="21717" y="0"/>
                </a:lnTo>
                <a:lnTo>
                  <a:pt x="19939" y="4716"/>
                </a:lnTo>
                <a:lnTo>
                  <a:pt x="16891" y="8844"/>
                </a:lnTo>
                <a:lnTo>
                  <a:pt x="8000" y="15920"/>
                </a:lnTo>
                <a:lnTo>
                  <a:pt x="3809" y="18322"/>
                </a:lnTo>
                <a:lnTo>
                  <a:pt x="0" y="19589"/>
                </a:lnTo>
                <a:lnTo>
                  <a:pt x="0" y="33054"/>
                </a:lnTo>
                <a:lnTo>
                  <a:pt x="7239" y="30626"/>
                </a:lnTo>
                <a:lnTo>
                  <a:pt x="13589" y="26877"/>
                </a:lnTo>
                <a:lnTo>
                  <a:pt x="18923" y="21807"/>
                </a:lnTo>
                <a:lnTo>
                  <a:pt x="18923" y="77724"/>
                </a:lnTo>
                <a:lnTo>
                  <a:pt x="33527" y="77724"/>
                </a:lnTo>
                <a:lnTo>
                  <a:pt x="33527" y="0"/>
                </a:lnTo>
                <a:close/>
              </a:path>
            </a:pathLst>
          </a:custGeom>
          <a:solidFill>
            <a:srgbClr val="4264DE">
              <a:alpha val="10195"/>
            </a:srgbClr>
          </a:solidFill>
        </p:spPr>
        <p:txBody>
          <a:bodyPr wrap="square" lIns="0" tIns="0" rIns="0" bIns="0" rtlCol="0"/>
          <a:lstStyle/>
          <a:p>
            <a:endParaRPr/>
          </a:p>
        </p:txBody>
      </p:sp>
      <p:sp>
        <p:nvSpPr>
          <p:cNvPr id="439" name="object 439"/>
          <p:cNvSpPr/>
          <p:nvPr/>
        </p:nvSpPr>
        <p:spPr>
          <a:xfrm>
            <a:off x="7744968" y="6780274"/>
            <a:ext cx="50800" cy="78105"/>
          </a:xfrm>
          <a:custGeom>
            <a:avLst/>
            <a:gdLst/>
            <a:ahLst/>
            <a:cxnLst/>
            <a:rect l="l" t="t" r="r" b="b"/>
            <a:pathLst>
              <a:path w="50800" h="78104">
                <a:moveTo>
                  <a:pt x="32638" y="0"/>
                </a:moveTo>
                <a:lnTo>
                  <a:pt x="17652" y="0"/>
                </a:lnTo>
                <a:lnTo>
                  <a:pt x="11810" y="2597"/>
                </a:lnTo>
                <a:lnTo>
                  <a:pt x="0" y="38732"/>
                </a:lnTo>
                <a:lnTo>
                  <a:pt x="440" y="48928"/>
                </a:lnTo>
                <a:lnTo>
                  <a:pt x="17652" y="77724"/>
                </a:lnTo>
                <a:lnTo>
                  <a:pt x="32638" y="77724"/>
                </a:lnTo>
                <a:lnTo>
                  <a:pt x="38480" y="75128"/>
                </a:lnTo>
                <a:lnTo>
                  <a:pt x="42672" y="69935"/>
                </a:lnTo>
                <a:lnTo>
                  <a:pt x="45291" y="65626"/>
                </a:lnTo>
                <a:lnTo>
                  <a:pt x="23367" y="65626"/>
                </a:lnTo>
                <a:lnTo>
                  <a:pt x="21706" y="65064"/>
                </a:lnTo>
                <a:lnTo>
                  <a:pt x="18923" y="62857"/>
                </a:lnTo>
                <a:lnTo>
                  <a:pt x="17779" y="60633"/>
                </a:lnTo>
                <a:lnTo>
                  <a:pt x="16001" y="53953"/>
                </a:lnTo>
                <a:lnTo>
                  <a:pt x="15585" y="48928"/>
                </a:lnTo>
                <a:lnTo>
                  <a:pt x="15591" y="28738"/>
                </a:lnTo>
                <a:lnTo>
                  <a:pt x="23367" y="12098"/>
                </a:lnTo>
                <a:lnTo>
                  <a:pt x="45318" y="12098"/>
                </a:lnTo>
                <a:lnTo>
                  <a:pt x="42799" y="7891"/>
                </a:lnTo>
                <a:lnTo>
                  <a:pt x="38480" y="2630"/>
                </a:lnTo>
                <a:lnTo>
                  <a:pt x="32638" y="0"/>
                </a:lnTo>
                <a:close/>
              </a:path>
              <a:path w="50800" h="78104">
                <a:moveTo>
                  <a:pt x="45318" y="12098"/>
                </a:moveTo>
                <a:lnTo>
                  <a:pt x="26924" y="12098"/>
                </a:lnTo>
                <a:lnTo>
                  <a:pt x="28575" y="12660"/>
                </a:lnTo>
                <a:lnTo>
                  <a:pt x="31368" y="14911"/>
                </a:lnTo>
                <a:lnTo>
                  <a:pt x="32511" y="17142"/>
                </a:lnTo>
                <a:lnTo>
                  <a:pt x="34289" y="23822"/>
                </a:lnTo>
                <a:lnTo>
                  <a:pt x="34696" y="28738"/>
                </a:lnTo>
                <a:lnTo>
                  <a:pt x="34708" y="48928"/>
                </a:lnTo>
                <a:lnTo>
                  <a:pt x="34289" y="54152"/>
                </a:lnTo>
                <a:lnTo>
                  <a:pt x="33274" y="57890"/>
                </a:lnTo>
                <a:lnTo>
                  <a:pt x="32511" y="60798"/>
                </a:lnTo>
                <a:lnTo>
                  <a:pt x="31368" y="62814"/>
                </a:lnTo>
                <a:lnTo>
                  <a:pt x="28550" y="65073"/>
                </a:lnTo>
                <a:lnTo>
                  <a:pt x="26924" y="65626"/>
                </a:lnTo>
                <a:lnTo>
                  <a:pt x="45291" y="65626"/>
                </a:lnTo>
                <a:lnTo>
                  <a:pt x="46005" y="64452"/>
                </a:lnTo>
                <a:lnTo>
                  <a:pt x="48386" y="57449"/>
                </a:lnTo>
                <a:lnTo>
                  <a:pt x="49815" y="48928"/>
                </a:lnTo>
                <a:lnTo>
                  <a:pt x="50291" y="38888"/>
                </a:lnTo>
                <a:lnTo>
                  <a:pt x="49802" y="28738"/>
                </a:lnTo>
                <a:lnTo>
                  <a:pt x="48381" y="20249"/>
                </a:lnTo>
                <a:lnTo>
                  <a:pt x="46059" y="13333"/>
                </a:lnTo>
                <a:lnTo>
                  <a:pt x="45318" y="12098"/>
                </a:lnTo>
                <a:close/>
              </a:path>
            </a:pathLst>
          </a:custGeom>
          <a:solidFill>
            <a:srgbClr val="4264DE">
              <a:alpha val="10195"/>
            </a:srgbClr>
          </a:solidFill>
        </p:spPr>
        <p:txBody>
          <a:bodyPr wrap="square" lIns="0" tIns="0" rIns="0" bIns="0" rtlCol="0"/>
          <a:lstStyle/>
          <a:p>
            <a:endParaRPr/>
          </a:p>
        </p:txBody>
      </p:sp>
      <p:sp>
        <p:nvSpPr>
          <p:cNvPr id="440" name="object 440"/>
          <p:cNvSpPr/>
          <p:nvPr/>
        </p:nvSpPr>
        <p:spPr>
          <a:xfrm>
            <a:off x="7926323" y="6780274"/>
            <a:ext cx="33655" cy="78105"/>
          </a:xfrm>
          <a:custGeom>
            <a:avLst/>
            <a:gdLst/>
            <a:ahLst/>
            <a:cxnLst/>
            <a:rect l="l" t="t" r="r" b="b"/>
            <a:pathLst>
              <a:path w="33654" h="78104">
                <a:moveTo>
                  <a:pt x="33527" y="0"/>
                </a:moveTo>
                <a:lnTo>
                  <a:pt x="21717" y="0"/>
                </a:lnTo>
                <a:lnTo>
                  <a:pt x="19939" y="4716"/>
                </a:lnTo>
                <a:lnTo>
                  <a:pt x="16891" y="8844"/>
                </a:lnTo>
                <a:lnTo>
                  <a:pt x="8000" y="15920"/>
                </a:lnTo>
                <a:lnTo>
                  <a:pt x="3809" y="18322"/>
                </a:lnTo>
                <a:lnTo>
                  <a:pt x="0" y="19589"/>
                </a:lnTo>
                <a:lnTo>
                  <a:pt x="0" y="33054"/>
                </a:lnTo>
                <a:lnTo>
                  <a:pt x="7239" y="30626"/>
                </a:lnTo>
                <a:lnTo>
                  <a:pt x="13589" y="26877"/>
                </a:lnTo>
                <a:lnTo>
                  <a:pt x="18923" y="21807"/>
                </a:lnTo>
                <a:lnTo>
                  <a:pt x="18923" y="77724"/>
                </a:lnTo>
                <a:lnTo>
                  <a:pt x="33527" y="77724"/>
                </a:lnTo>
                <a:lnTo>
                  <a:pt x="33527" y="0"/>
                </a:lnTo>
                <a:close/>
              </a:path>
            </a:pathLst>
          </a:custGeom>
          <a:solidFill>
            <a:srgbClr val="4264DE">
              <a:alpha val="10195"/>
            </a:srgbClr>
          </a:solidFill>
        </p:spPr>
        <p:txBody>
          <a:bodyPr wrap="square" lIns="0" tIns="0" rIns="0" bIns="0" rtlCol="0"/>
          <a:lstStyle/>
          <a:p>
            <a:endParaRPr/>
          </a:p>
        </p:txBody>
      </p:sp>
      <p:sp>
        <p:nvSpPr>
          <p:cNvPr id="441" name="object 441"/>
          <p:cNvSpPr/>
          <p:nvPr/>
        </p:nvSpPr>
        <p:spPr>
          <a:xfrm>
            <a:off x="8092440" y="6780274"/>
            <a:ext cx="48895" cy="78105"/>
          </a:xfrm>
          <a:custGeom>
            <a:avLst/>
            <a:gdLst/>
            <a:ahLst/>
            <a:cxnLst/>
            <a:rect l="l" t="t" r="r" b="b"/>
            <a:pathLst>
              <a:path w="48895" h="78104">
                <a:moveTo>
                  <a:pt x="31623" y="0"/>
                </a:moveTo>
                <a:lnTo>
                  <a:pt x="17144" y="0"/>
                </a:lnTo>
                <a:lnTo>
                  <a:pt x="11429" y="2597"/>
                </a:lnTo>
                <a:lnTo>
                  <a:pt x="0" y="38732"/>
                </a:lnTo>
                <a:lnTo>
                  <a:pt x="438" y="48928"/>
                </a:lnTo>
                <a:lnTo>
                  <a:pt x="17017" y="77724"/>
                </a:lnTo>
                <a:lnTo>
                  <a:pt x="31623" y="77724"/>
                </a:lnTo>
                <a:lnTo>
                  <a:pt x="37337" y="75128"/>
                </a:lnTo>
                <a:lnTo>
                  <a:pt x="41401" y="69935"/>
                </a:lnTo>
                <a:lnTo>
                  <a:pt x="43948" y="65626"/>
                </a:lnTo>
                <a:lnTo>
                  <a:pt x="22605" y="65626"/>
                </a:lnTo>
                <a:lnTo>
                  <a:pt x="21071" y="65064"/>
                </a:lnTo>
                <a:lnTo>
                  <a:pt x="15181" y="48928"/>
                </a:lnTo>
                <a:lnTo>
                  <a:pt x="15186" y="28738"/>
                </a:lnTo>
                <a:lnTo>
                  <a:pt x="22605" y="12098"/>
                </a:lnTo>
                <a:lnTo>
                  <a:pt x="43906" y="12098"/>
                </a:lnTo>
                <a:lnTo>
                  <a:pt x="41401" y="7891"/>
                </a:lnTo>
                <a:lnTo>
                  <a:pt x="37337" y="2630"/>
                </a:lnTo>
                <a:lnTo>
                  <a:pt x="31623" y="0"/>
                </a:lnTo>
                <a:close/>
              </a:path>
              <a:path w="48895" h="78104">
                <a:moveTo>
                  <a:pt x="43906" y="12098"/>
                </a:moveTo>
                <a:lnTo>
                  <a:pt x="26161" y="12098"/>
                </a:lnTo>
                <a:lnTo>
                  <a:pt x="27685" y="12660"/>
                </a:lnTo>
                <a:lnTo>
                  <a:pt x="28955" y="13784"/>
                </a:lnTo>
                <a:lnTo>
                  <a:pt x="33588" y="48928"/>
                </a:lnTo>
                <a:lnTo>
                  <a:pt x="33274" y="54152"/>
                </a:lnTo>
                <a:lnTo>
                  <a:pt x="32257" y="57890"/>
                </a:lnTo>
                <a:lnTo>
                  <a:pt x="31495" y="60798"/>
                </a:lnTo>
                <a:lnTo>
                  <a:pt x="30352" y="62814"/>
                </a:lnTo>
                <a:lnTo>
                  <a:pt x="29049" y="63966"/>
                </a:lnTo>
                <a:lnTo>
                  <a:pt x="27662" y="65073"/>
                </a:lnTo>
                <a:lnTo>
                  <a:pt x="26161" y="65626"/>
                </a:lnTo>
                <a:lnTo>
                  <a:pt x="43948" y="65626"/>
                </a:lnTo>
                <a:lnTo>
                  <a:pt x="44642" y="64452"/>
                </a:lnTo>
                <a:lnTo>
                  <a:pt x="46942" y="57449"/>
                </a:lnTo>
                <a:lnTo>
                  <a:pt x="48313" y="48928"/>
                </a:lnTo>
                <a:lnTo>
                  <a:pt x="48767" y="38888"/>
                </a:lnTo>
                <a:lnTo>
                  <a:pt x="48298" y="28738"/>
                </a:lnTo>
                <a:lnTo>
                  <a:pt x="46921" y="20249"/>
                </a:lnTo>
                <a:lnTo>
                  <a:pt x="44642" y="13333"/>
                </a:lnTo>
                <a:lnTo>
                  <a:pt x="43906" y="12098"/>
                </a:lnTo>
                <a:close/>
              </a:path>
            </a:pathLst>
          </a:custGeom>
          <a:solidFill>
            <a:srgbClr val="4264DE">
              <a:alpha val="10195"/>
            </a:srgbClr>
          </a:solidFill>
        </p:spPr>
        <p:txBody>
          <a:bodyPr wrap="square" lIns="0" tIns="0" rIns="0" bIns="0" rtlCol="0"/>
          <a:lstStyle/>
          <a:p>
            <a:endParaRPr/>
          </a:p>
        </p:txBody>
      </p:sp>
      <p:sp>
        <p:nvSpPr>
          <p:cNvPr id="442" name="object 442"/>
          <p:cNvSpPr/>
          <p:nvPr/>
        </p:nvSpPr>
        <p:spPr>
          <a:xfrm>
            <a:off x="8273795" y="6780274"/>
            <a:ext cx="33655" cy="78105"/>
          </a:xfrm>
          <a:custGeom>
            <a:avLst/>
            <a:gdLst/>
            <a:ahLst/>
            <a:cxnLst/>
            <a:rect l="l" t="t" r="r" b="b"/>
            <a:pathLst>
              <a:path w="33654" h="78104">
                <a:moveTo>
                  <a:pt x="33527" y="0"/>
                </a:moveTo>
                <a:lnTo>
                  <a:pt x="21717" y="0"/>
                </a:lnTo>
                <a:lnTo>
                  <a:pt x="19938" y="4716"/>
                </a:lnTo>
                <a:lnTo>
                  <a:pt x="16890" y="8844"/>
                </a:lnTo>
                <a:lnTo>
                  <a:pt x="8000" y="15920"/>
                </a:lnTo>
                <a:lnTo>
                  <a:pt x="3809" y="18322"/>
                </a:lnTo>
                <a:lnTo>
                  <a:pt x="0" y="19589"/>
                </a:lnTo>
                <a:lnTo>
                  <a:pt x="0" y="33054"/>
                </a:lnTo>
                <a:lnTo>
                  <a:pt x="7238" y="30626"/>
                </a:lnTo>
                <a:lnTo>
                  <a:pt x="13588" y="26877"/>
                </a:lnTo>
                <a:lnTo>
                  <a:pt x="18923" y="21807"/>
                </a:lnTo>
                <a:lnTo>
                  <a:pt x="18923" y="77724"/>
                </a:lnTo>
                <a:lnTo>
                  <a:pt x="33527" y="77724"/>
                </a:lnTo>
                <a:lnTo>
                  <a:pt x="33527" y="0"/>
                </a:lnTo>
                <a:close/>
              </a:path>
            </a:pathLst>
          </a:custGeom>
          <a:solidFill>
            <a:srgbClr val="4264DE">
              <a:alpha val="10195"/>
            </a:srgbClr>
          </a:solidFill>
        </p:spPr>
        <p:txBody>
          <a:bodyPr wrap="square" lIns="0" tIns="0" rIns="0" bIns="0" rtlCol="0"/>
          <a:lstStyle/>
          <a:p>
            <a:endParaRPr/>
          </a:p>
        </p:txBody>
      </p:sp>
      <p:sp>
        <p:nvSpPr>
          <p:cNvPr id="443" name="object 443"/>
          <p:cNvSpPr/>
          <p:nvPr/>
        </p:nvSpPr>
        <p:spPr>
          <a:xfrm>
            <a:off x="8438388" y="6780274"/>
            <a:ext cx="50800" cy="78105"/>
          </a:xfrm>
          <a:custGeom>
            <a:avLst/>
            <a:gdLst/>
            <a:ahLst/>
            <a:cxnLst/>
            <a:rect l="l" t="t" r="r" b="b"/>
            <a:pathLst>
              <a:path w="50800" h="78104">
                <a:moveTo>
                  <a:pt x="32638" y="0"/>
                </a:moveTo>
                <a:lnTo>
                  <a:pt x="17652" y="0"/>
                </a:lnTo>
                <a:lnTo>
                  <a:pt x="11810" y="2597"/>
                </a:lnTo>
                <a:lnTo>
                  <a:pt x="0" y="38732"/>
                </a:lnTo>
                <a:lnTo>
                  <a:pt x="440" y="48928"/>
                </a:lnTo>
                <a:lnTo>
                  <a:pt x="17652" y="77724"/>
                </a:lnTo>
                <a:lnTo>
                  <a:pt x="32638" y="77724"/>
                </a:lnTo>
                <a:lnTo>
                  <a:pt x="38480" y="75128"/>
                </a:lnTo>
                <a:lnTo>
                  <a:pt x="42671" y="69935"/>
                </a:lnTo>
                <a:lnTo>
                  <a:pt x="45291" y="65626"/>
                </a:lnTo>
                <a:lnTo>
                  <a:pt x="23367" y="65626"/>
                </a:lnTo>
                <a:lnTo>
                  <a:pt x="21706" y="65064"/>
                </a:lnTo>
                <a:lnTo>
                  <a:pt x="18922" y="62857"/>
                </a:lnTo>
                <a:lnTo>
                  <a:pt x="17779" y="60633"/>
                </a:lnTo>
                <a:lnTo>
                  <a:pt x="16001" y="53953"/>
                </a:lnTo>
                <a:lnTo>
                  <a:pt x="15585" y="48928"/>
                </a:lnTo>
                <a:lnTo>
                  <a:pt x="15591" y="28738"/>
                </a:lnTo>
                <a:lnTo>
                  <a:pt x="23367" y="12098"/>
                </a:lnTo>
                <a:lnTo>
                  <a:pt x="45318" y="12098"/>
                </a:lnTo>
                <a:lnTo>
                  <a:pt x="42798" y="7891"/>
                </a:lnTo>
                <a:lnTo>
                  <a:pt x="38480" y="2630"/>
                </a:lnTo>
                <a:lnTo>
                  <a:pt x="32638" y="0"/>
                </a:lnTo>
                <a:close/>
              </a:path>
              <a:path w="50800" h="78104">
                <a:moveTo>
                  <a:pt x="45318" y="12098"/>
                </a:moveTo>
                <a:lnTo>
                  <a:pt x="26923" y="12098"/>
                </a:lnTo>
                <a:lnTo>
                  <a:pt x="28575" y="12660"/>
                </a:lnTo>
                <a:lnTo>
                  <a:pt x="31368" y="14911"/>
                </a:lnTo>
                <a:lnTo>
                  <a:pt x="32511" y="17142"/>
                </a:lnTo>
                <a:lnTo>
                  <a:pt x="34289" y="23822"/>
                </a:lnTo>
                <a:lnTo>
                  <a:pt x="34696" y="28738"/>
                </a:lnTo>
                <a:lnTo>
                  <a:pt x="34708" y="48928"/>
                </a:lnTo>
                <a:lnTo>
                  <a:pt x="34289" y="54152"/>
                </a:lnTo>
                <a:lnTo>
                  <a:pt x="33273" y="57890"/>
                </a:lnTo>
                <a:lnTo>
                  <a:pt x="32511" y="60798"/>
                </a:lnTo>
                <a:lnTo>
                  <a:pt x="31368" y="62814"/>
                </a:lnTo>
                <a:lnTo>
                  <a:pt x="28550" y="65073"/>
                </a:lnTo>
                <a:lnTo>
                  <a:pt x="26923" y="65626"/>
                </a:lnTo>
                <a:lnTo>
                  <a:pt x="45291" y="65626"/>
                </a:lnTo>
                <a:lnTo>
                  <a:pt x="46005" y="64452"/>
                </a:lnTo>
                <a:lnTo>
                  <a:pt x="48386" y="57449"/>
                </a:lnTo>
                <a:lnTo>
                  <a:pt x="49815" y="48928"/>
                </a:lnTo>
                <a:lnTo>
                  <a:pt x="50291" y="38888"/>
                </a:lnTo>
                <a:lnTo>
                  <a:pt x="49802" y="28738"/>
                </a:lnTo>
                <a:lnTo>
                  <a:pt x="48381" y="20249"/>
                </a:lnTo>
                <a:lnTo>
                  <a:pt x="46059" y="13333"/>
                </a:lnTo>
                <a:lnTo>
                  <a:pt x="45318" y="12098"/>
                </a:lnTo>
                <a:close/>
              </a:path>
            </a:pathLst>
          </a:custGeom>
          <a:solidFill>
            <a:srgbClr val="4264DE">
              <a:alpha val="10195"/>
            </a:srgbClr>
          </a:solidFill>
        </p:spPr>
        <p:txBody>
          <a:bodyPr wrap="square" lIns="0" tIns="0" rIns="0" bIns="0" rtlCol="0"/>
          <a:lstStyle/>
          <a:p>
            <a:endParaRPr/>
          </a:p>
        </p:txBody>
      </p:sp>
      <p:sp>
        <p:nvSpPr>
          <p:cNvPr id="444" name="object 444"/>
          <p:cNvSpPr/>
          <p:nvPr/>
        </p:nvSpPr>
        <p:spPr>
          <a:xfrm>
            <a:off x="8619743" y="6780274"/>
            <a:ext cx="33655" cy="78105"/>
          </a:xfrm>
          <a:custGeom>
            <a:avLst/>
            <a:gdLst/>
            <a:ahLst/>
            <a:cxnLst/>
            <a:rect l="l" t="t" r="r" b="b"/>
            <a:pathLst>
              <a:path w="33654" h="78104">
                <a:moveTo>
                  <a:pt x="33527" y="0"/>
                </a:moveTo>
                <a:lnTo>
                  <a:pt x="21716" y="0"/>
                </a:lnTo>
                <a:lnTo>
                  <a:pt x="19938" y="4716"/>
                </a:lnTo>
                <a:lnTo>
                  <a:pt x="16890" y="8844"/>
                </a:lnTo>
                <a:lnTo>
                  <a:pt x="8000" y="15920"/>
                </a:lnTo>
                <a:lnTo>
                  <a:pt x="3809" y="18322"/>
                </a:lnTo>
                <a:lnTo>
                  <a:pt x="0" y="19589"/>
                </a:lnTo>
                <a:lnTo>
                  <a:pt x="0" y="33054"/>
                </a:lnTo>
                <a:lnTo>
                  <a:pt x="7238" y="30626"/>
                </a:lnTo>
                <a:lnTo>
                  <a:pt x="13588" y="26877"/>
                </a:lnTo>
                <a:lnTo>
                  <a:pt x="18923" y="21807"/>
                </a:lnTo>
                <a:lnTo>
                  <a:pt x="18923" y="77724"/>
                </a:lnTo>
                <a:lnTo>
                  <a:pt x="33527" y="77724"/>
                </a:lnTo>
                <a:lnTo>
                  <a:pt x="33527" y="0"/>
                </a:lnTo>
                <a:close/>
              </a:path>
            </a:pathLst>
          </a:custGeom>
          <a:solidFill>
            <a:srgbClr val="4264DE">
              <a:alpha val="10195"/>
            </a:srgbClr>
          </a:solidFill>
        </p:spPr>
        <p:txBody>
          <a:bodyPr wrap="square" lIns="0" tIns="0" rIns="0" bIns="0" rtlCol="0"/>
          <a:lstStyle/>
          <a:p>
            <a:endParaRPr/>
          </a:p>
        </p:txBody>
      </p:sp>
      <p:sp>
        <p:nvSpPr>
          <p:cNvPr id="445" name="object 445"/>
          <p:cNvSpPr/>
          <p:nvPr/>
        </p:nvSpPr>
        <p:spPr>
          <a:xfrm>
            <a:off x="8785859" y="6780274"/>
            <a:ext cx="48895" cy="78105"/>
          </a:xfrm>
          <a:custGeom>
            <a:avLst/>
            <a:gdLst/>
            <a:ahLst/>
            <a:cxnLst/>
            <a:rect l="l" t="t" r="r" b="b"/>
            <a:pathLst>
              <a:path w="48895" h="78104">
                <a:moveTo>
                  <a:pt x="31623" y="0"/>
                </a:moveTo>
                <a:lnTo>
                  <a:pt x="17145" y="0"/>
                </a:lnTo>
                <a:lnTo>
                  <a:pt x="11430" y="2597"/>
                </a:lnTo>
                <a:lnTo>
                  <a:pt x="0" y="38732"/>
                </a:lnTo>
                <a:lnTo>
                  <a:pt x="438" y="48928"/>
                </a:lnTo>
                <a:lnTo>
                  <a:pt x="17018" y="77724"/>
                </a:lnTo>
                <a:lnTo>
                  <a:pt x="31623" y="77724"/>
                </a:lnTo>
                <a:lnTo>
                  <a:pt x="37338" y="75128"/>
                </a:lnTo>
                <a:lnTo>
                  <a:pt x="41401" y="69935"/>
                </a:lnTo>
                <a:lnTo>
                  <a:pt x="43948" y="65626"/>
                </a:lnTo>
                <a:lnTo>
                  <a:pt x="22606" y="65626"/>
                </a:lnTo>
                <a:lnTo>
                  <a:pt x="21071" y="65064"/>
                </a:lnTo>
                <a:lnTo>
                  <a:pt x="15181" y="48928"/>
                </a:lnTo>
                <a:lnTo>
                  <a:pt x="15186" y="28738"/>
                </a:lnTo>
                <a:lnTo>
                  <a:pt x="22606" y="12098"/>
                </a:lnTo>
                <a:lnTo>
                  <a:pt x="43906" y="12098"/>
                </a:lnTo>
                <a:lnTo>
                  <a:pt x="41401" y="7891"/>
                </a:lnTo>
                <a:lnTo>
                  <a:pt x="37338" y="2630"/>
                </a:lnTo>
                <a:lnTo>
                  <a:pt x="31623" y="0"/>
                </a:lnTo>
                <a:close/>
              </a:path>
              <a:path w="48895" h="78104">
                <a:moveTo>
                  <a:pt x="43906" y="12098"/>
                </a:moveTo>
                <a:lnTo>
                  <a:pt x="26162" y="12098"/>
                </a:lnTo>
                <a:lnTo>
                  <a:pt x="27686" y="12660"/>
                </a:lnTo>
                <a:lnTo>
                  <a:pt x="28956" y="13784"/>
                </a:lnTo>
                <a:lnTo>
                  <a:pt x="33588" y="48928"/>
                </a:lnTo>
                <a:lnTo>
                  <a:pt x="33274" y="54152"/>
                </a:lnTo>
                <a:lnTo>
                  <a:pt x="32258" y="57890"/>
                </a:lnTo>
                <a:lnTo>
                  <a:pt x="31496" y="60798"/>
                </a:lnTo>
                <a:lnTo>
                  <a:pt x="30353" y="62814"/>
                </a:lnTo>
                <a:lnTo>
                  <a:pt x="29049" y="63966"/>
                </a:lnTo>
                <a:lnTo>
                  <a:pt x="27662" y="65073"/>
                </a:lnTo>
                <a:lnTo>
                  <a:pt x="26162" y="65626"/>
                </a:lnTo>
                <a:lnTo>
                  <a:pt x="43948" y="65626"/>
                </a:lnTo>
                <a:lnTo>
                  <a:pt x="44642" y="64452"/>
                </a:lnTo>
                <a:lnTo>
                  <a:pt x="46942" y="57449"/>
                </a:lnTo>
                <a:lnTo>
                  <a:pt x="48313" y="48928"/>
                </a:lnTo>
                <a:lnTo>
                  <a:pt x="48768" y="38888"/>
                </a:lnTo>
                <a:lnTo>
                  <a:pt x="48298" y="28738"/>
                </a:lnTo>
                <a:lnTo>
                  <a:pt x="46921" y="20249"/>
                </a:lnTo>
                <a:lnTo>
                  <a:pt x="44642" y="13333"/>
                </a:lnTo>
                <a:lnTo>
                  <a:pt x="43906" y="12098"/>
                </a:lnTo>
                <a:close/>
              </a:path>
            </a:pathLst>
          </a:custGeom>
          <a:solidFill>
            <a:srgbClr val="4264DE">
              <a:alpha val="10195"/>
            </a:srgbClr>
          </a:solidFill>
        </p:spPr>
        <p:txBody>
          <a:bodyPr wrap="square" lIns="0" tIns="0" rIns="0" bIns="0" rtlCol="0"/>
          <a:lstStyle/>
          <a:p>
            <a:endParaRPr/>
          </a:p>
        </p:txBody>
      </p:sp>
      <p:sp>
        <p:nvSpPr>
          <p:cNvPr id="446" name="object 446"/>
          <p:cNvSpPr/>
          <p:nvPr/>
        </p:nvSpPr>
        <p:spPr>
          <a:xfrm>
            <a:off x="8967216" y="6780274"/>
            <a:ext cx="33655" cy="78105"/>
          </a:xfrm>
          <a:custGeom>
            <a:avLst/>
            <a:gdLst/>
            <a:ahLst/>
            <a:cxnLst/>
            <a:rect l="l" t="t" r="r" b="b"/>
            <a:pathLst>
              <a:path w="33654" h="78104">
                <a:moveTo>
                  <a:pt x="33527" y="0"/>
                </a:moveTo>
                <a:lnTo>
                  <a:pt x="21716" y="0"/>
                </a:lnTo>
                <a:lnTo>
                  <a:pt x="19938" y="4716"/>
                </a:lnTo>
                <a:lnTo>
                  <a:pt x="16890" y="8844"/>
                </a:lnTo>
                <a:lnTo>
                  <a:pt x="8000" y="15920"/>
                </a:lnTo>
                <a:lnTo>
                  <a:pt x="3809" y="18322"/>
                </a:lnTo>
                <a:lnTo>
                  <a:pt x="0" y="19589"/>
                </a:lnTo>
                <a:lnTo>
                  <a:pt x="0" y="33054"/>
                </a:lnTo>
                <a:lnTo>
                  <a:pt x="7238" y="30626"/>
                </a:lnTo>
                <a:lnTo>
                  <a:pt x="13588" y="26877"/>
                </a:lnTo>
                <a:lnTo>
                  <a:pt x="18923" y="21807"/>
                </a:lnTo>
                <a:lnTo>
                  <a:pt x="18923" y="77724"/>
                </a:lnTo>
                <a:lnTo>
                  <a:pt x="33527" y="77724"/>
                </a:lnTo>
                <a:lnTo>
                  <a:pt x="33527" y="0"/>
                </a:lnTo>
                <a:close/>
              </a:path>
            </a:pathLst>
          </a:custGeom>
          <a:solidFill>
            <a:srgbClr val="4264DE">
              <a:alpha val="10195"/>
            </a:srgbClr>
          </a:solidFill>
        </p:spPr>
        <p:txBody>
          <a:bodyPr wrap="square" lIns="0" tIns="0" rIns="0" bIns="0" rtlCol="0"/>
          <a:lstStyle/>
          <a:p>
            <a:endParaRPr/>
          </a:p>
        </p:txBody>
      </p:sp>
      <p:sp>
        <p:nvSpPr>
          <p:cNvPr id="447" name="object 447"/>
          <p:cNvSpPr/>
          <p:nvPr/>
        </p:nvSpPr>
        <p:spPr>
          <a:xfrm>
            <a:off x="9131807" y="6780274"/>
            <a:ext cx="50800" cy="78105"/>
          </a:xfrm>
          <a:custGeom>
            <a:avLst/>
            <a:gdLst/>
            <a:ahLst/>
            <a:cxnLst/>
            <a:rect l="l" t="t" r="r" b="b"/>
            <a:pathLst>
              <a:path w="50800" h="78104">
                <a:moveTo>
                  <a:pt x="32639" y="0"/>
                </a:moveTo>
                <a:lnTo>
                  <a:pt x="17652" y="0"/>
                </a:lnTo>
                <a:lnTo>
                  <a:pt x="11811" y="2597"/>
                </a:lnTo>
                <a:lnTo>
                  <a:pt x="0" y="38732"/>
                </a:lnTo>
                <a:lnTo>
                  <a:pt x="440" y="48928"/>
                </a:lnTo>
                <a:lnTo>
                  <a:pt x="17652" y="77724"/>
                </a:lnTo>
                <a:lnTo>
                  <a:pt x="32639" y="77724"/>
                </a:lnTo>
                <a:lnTo>
                  <a:pt x="38481" y="75128"/>
                </a:lnTo>
                <a:lnTo>
                  <a:pt x="42672" y="69935"/>
                </a:lnTo>
                <a:lnTo>
                  <a:pt x="45291" y="65626"/>
                </a:lnTo>
                <a:lnTo>
                  <a:pt x="23368" y="65626"/>
                </a:lnTo>
                <a:lnTo>
                  <a:pt x="21706" y="65064"/>
                </a:lnTo>
                <a:lnTo>
                  <a:pt x="18923" y="62857"/>
                </a:lnTo>
                <a:lnTo>
                  <a:pt x="17780" y="60633"/>
                </a:lnTo>
                <a:lnTo>
                  <a:pt x="16001" y="53953"/>
                </a:lnTo>
                <a:lnTo>
                  <a:pt x="15585" y="48928"/>
                </a:lnTo>
                <a:lnTo>
                  <a:pt x="15591" y="28738"/>
                </a:lnTo>
                <a:lnTo>
                  <a:pt x="23368" y="12098"/>
                </a:lnTo>
                <a:lnTo>
                  <a:pt x="45318" y="12098"/>
                </a:lnTo>
                <a:lnTo>
                  <a:pt x="42799" y="7891"/>
                </a:lnTo>
                <a:lnTo>
                  <a:pt x="38481" y="2630"/>
                </a:lnTo>
                <a:lnTo>
                  <a:pt x="32639" y="0"/>
                </a:lnTo>
                <a:close/>
              </a:path>
              <a:path w="50800" h="78104">
                <a:moveTo>
                  <a:pt x="45318" y="12098"/>
                </a:moveTo>
                <a:lnTo>
                  <a:pt x="26924" y="12098"/>
                </a:lnTo>
                <a:lnTo>
                  <a:pt x="28575" y="12660"/>
                </a:lnTo>
                <a:lnTo>
                  <a:pt x="31369" y="14911"/>
                </a:lnTo>
                <a:lnTo>
                  <a:pt x="32512" y="17142"/>
                </a:lnTo>
                <a:lnTo>
                  <a:pt x="34290" y="23822"/>
                </a:lnTo>
                <a:lnTo>
                  <a:pt x="34696" y="28738"/>
                </a:lnTo>
                <a:lnTo>
                  <a:pt x="34708" y="48928"/>
                </a:lnTo>
                <a:lnTo>
                  <a:pt x="34290" y="54152"/>
                </a:lnTo>
                <a:lnTo>
                  <a:pt x="33274" y="57890"/>
                </a:lnTo>
                <a:lnTo>
                  <a:pt x="32512" y="60798"/>
                </a:lnTo>
                <a:lnTo>
                  <a:pt x="31369" y="62814"/>
                </a:lnTo>
                <a:lnTo>
                  <a:pt x="28550" y="65073"/>
                </a:lnTo>
                <a:lnTo>
                  <a:pt x="26924" y="65626"/>
                </a:lnTo>
                <a:lnTo>
                  <a:pt x="45291" y="65626"/>
                </a:lnTo>
                <a:lnTo>
                  <a:pt x="46005" y="64452"/>
                </a:lnTo>
                <a:lnTo>
                  <a:pt x="48386" y="57449"/>
                </a:lnTo>
                <a:lnTo>
                  <a:pt x="49815" y="48928"/>
                </a:lnTo>
                <a:lnTo>
                  <a:pt x="50292" y="38888"/>
                </a:lnTo>
                <a:lnTo>
                  <a:pt x="49802" y="28738"/>
                </a:lnTo>
                <a:lnTo>
                  <a:pt x="48381" y="20249"/>
                </a:lnTo>
                <a:lnTo>
                  <a:pt x="46059" y="13333"/>
                </a:lnTo>
                <a:lnTo>
                  <a:pt x="45318" y="12098"/>
                </a:lnTo>
                <a:close/>
              </a:path>
            </a:pathLst>
          </a:custGeom>
          <a:solidFill>
            <a:srgbClr val="4264DE">
              <a:alpha val="10195"/>
            </a:srgbClr>
          </a:solidFill>
        </p:spPr>
        <p:txBody>
          <a:bodyPr wrap="square" lIns="0" tIns="0" rIns="0" bIns="0" rtlCol="0"/>
          <a:lstStyle/>
          <a:p>
            <a:endParaRPr/>
          </a:p>
        </p:txBody>
      </p:sp>
      <p:sp>
        <p:nvSpPr>
          <p:cNvPr id="448" name="object 448"/>
          <p:cNvSpPr/>
          <p:nvPr/>
        </p:nvSpPr>
        <p:spPr>
          <a:xfrm>
            <a:off x="9313164" y="6780274"/>
            <a:ext cx="33655" cy="78105"/>
          </a:xfrm>
          <a:custGeom>
            <a:avLst/>
            <a:gdLst/>
            <a:ahLst/>
            <a:cxnLst/>
            <a:rect l="l" t="t" r="r" b="b"/>
            <a:pathLst>
              <a:path w="33654" h="78104">
                <a:moveTo>
                  <a:pt x="33527" y="0"/>
                </a:moveTo>
                <a:lnTo>
                  <a:pt x="21716" y="0"/>
                </a:lnTo>
                <a:lnTo>
                  <a:pt x="19938" y="4716"/>
                </a:lnTo>
                <a:lnTo>
                  <a:pt x="16890" y="8844"/>
                </a:lnTo>
                <a:lnTo>
                  <a:pt x="8000" y="15920"/>
                </a:lnTo>
                <a:lnTo>
                  <a:pt x="3809" y="18322"/>
                </a:lnTo>
                <a:lnTo>
                  <a:pt x="0" y="19589"/>
                </a:lnTo>
                <a:lnTo>
                  <a:pt x="0" y="33054"/>
                </a:lnTo>
                <a:lnTo>
                  <a:pt x="7238" y="30626"/>
                </a:lnTo>
                <a:lnTo>
                  <a:pt x="13588" y="26877"/>
                </a:lnTo>
                <a:lnTo>
                  <a:pt x="18922" y="21807"/>
                </a:lnTo>
                <a:lnTo>
                  <a:pt x="18922" y="77724"/>
                </a:lnTo>
                <a:lnTo>
                  <a:pt x="33527" y="77724"/>
                </a:lnTo>
                <a:lnTo>
                  <a:pt x="33527" y="0"/>
                </a:lnTo>
                <a:close/>
              </a:path>
            </a:pathLst>
          </a:custGeom>
          <a:solidFill>
            <a:srgbClr val="4264DE">
              <a:alpha val="10195"/>
            </a:srgbClr>
          </a:solidFill>
        </p:spPr>
        <p:txBody>
          <a:bodyPr wrap="square" lIns="0" tIns="0" rIns="0" bIns="0" rtlCol="0"/>
          <a:lstStyle/>
          <a:p>
            <a:endParaRPr/>
          </a:p>
        </p:txBody>
      </p:sp>
      <p:sp>
        <p:nvSpPr>
          <p:cNvPr id="449" name="object 449"/>
          <p:cNvSpPr/>
          <p:nvPr/>
        </p:nvSpPr>
        <p:spPr>
          <a:xfrm>
            <a:off x="9479280" y="6780274"/>
            <a:ext cx="48895" cy="78105"/>
          </a:xfrm>
          <a:custGeom>
            <a:avLst/>
            <a:gdLst/>
            <a:ahLst/>
            <a:cxnLst/>
            <a:rect l="l" t="t" r="r" b="b"/>
            <a:pathLst>
              <a:path w="48895" h="78104">
                <a:moveTo>
                  <a:pt x="31623" y="0"/>
                </a:moveTo>
                <a:lnTo>
                  <a:pt x="17145" y="0"/>
                </a:lnTo>
                <a:lnTo>
                  <a:pt x="11429" y="2597"/>
                </a:lnTo>
                <a:lnTo>
                  <a:pt x="0" y="38732"/>
                </a:lnTo>
                <a:lnTo>
                  <a:pt x="438" y="48928"/>
                </a:lnTo>
                <a:lnTo>
                  <a:pt x="17018" y="77724"/>
                </a:lnTo>
                <a:lnTo>
                  <a:pt x="31623" y="77724"/>
                </a:lnTo>
                <a:lnTo>
                  <a:pt x="37338" y="75128"/>
                </a:lnTo>
                <a:lnTo>
                  <a:pt x="41401" y="69935"/>
                </a:lnTo>
                <a:lnTo>
                  <a:pt x="43948" y="65626"/>
                </a:lnTo>
                <a:lnTo>
                  <a:pt x="22605" y="65626"/>
                </a:lnTo>
                <a:lnTo>
                  <a:pt x="21071" y="65064"/>
                </a:lnTo>
                <a:lnTo>
                  <a:pt x="15181" y="48928"/>
                </a:lnTo>
                <a:lnTo>
                  <a:pt x="15186" y="28738"/>
                </a:lnTo>
                <a:lnTo>
                  <a:pt x="22605" y="12098"/>
                </a:lnTo>
                <a:lnTo>
                  <a:pt x="43906" y="12098"/>
                </a:lnTo>
                <a:lnTo>
                  <a:pt x="41401" y="7891"/>
                </a:lnTo>
                <a:lnTo>
                  <a:pt x="37338" y="2630"/>
                </a:lnTo>
                <a:lnTo>
                  <a:pt x="31623" y="0"/>
                </a:lnTo>
                <a:close/>
              </a:path>
              <a:path w="48895" h="78104">
                <a:moveTo>
                  <a:pt x="43906" y="12098"/>
                </a:moveTo>
                <a:lnTo>
                  <a:pt x="26162" y="12098"/>
                </a:lnTo>
                <a:lnTo>
                  <a:pt x="27686" y="12660"/>
                </a:lnTo>
                <a:lnTo>
                  <a:pt x="29083" y="13784"/>
                </a:lnTo>
                <a:lnTo>
                  <a:pt x="33588" y="48928"/>
                </a:lnTo>
                <a:lnTo>
                  <a:pt x="33274" y="54152"/>
                </a:lnTo>
                <a:lnTo>
                  <a:pt x="32258" y="57890"/>
                </a:lnTo>
                <a:lnTo>
                  <a:pt x="31496" y="60798"/>
                </a:lnTo>
                <a:lnTo>
                  <a:pt x="30352" y="62814"/>
                </a:lnTo>
                <a:lnTo>
                  <a:pt x="29049" y="63966"/>
                </a:lnTo>
                <a:lnTo>
                  <a:pt x="27662" y="65073"/>
                </a:lnTo>
                <a:lnTo>
                  <a:pt x="26162" y="65626"/>
                </a:lnTo>
                <a:lnTo>
                  <a:pt x="43948" y="65626"/>
                </a:lnTo>
                <a:lnTo>
                  <a:pt x="44642" y="64452"/>
                </a:lnTo>
                <a:lnTo>
                  <a:pt x="46942" y="57449"/>
                </a:lnTo>
                <a:lnTo>
                  <a:pt x="48313" y="48928"/>
                </a:lnTo>
                <a:lnTo>
                  <a:pt x="48768" y="38888"/>
                </a:lnTo>
                <a:lnTo>
                  <a:pt x="48298" y="28738"/>
                </a:lnTo>
                <a:lnTo>
                  <a:pt x="46921" y="20249"/>
                </a:lnTo>
                <a:lnTo>
                  <a:pt x="44642" y="13333"/>
                </a:lnTo>
                <a:lnTo>
                  <a:pt x="43906" y="12098"/>
                </a:lnTo>
                <a:close/>
              </a:path>
            </a:pathLst>
          </a:custGeom>
          <a:solidFill>
            <a:srgbClr val="4264DE">
              <a:alpha val="10195"/>
            </a:srgbClr>
          </a:solidFill>
        </p:spPr>
        <p:txBody>
          <a:bodyPr wrap="square" lIns="0" tIns="0" rIns="0" bIns="0" rtlCol="0"/>
          <a:lstStyle/>
          <a:p>
            <a:endParaRPr/>
          </a:p>
        </p:txBody>
      </p:sp>
      <p:sp>
        <p:nvSpPr>
          <p:cNvPr id="450" name="object 450"/>
          <p:cNvSpPr/>
          <p:nvPr/>
        </p:nvSpPr>
        <p:spPr>
          <a:xfrm>
            <a:off x="9845040" y="6780274"/>
            <a:ext cx="33655" cy="78105"/>
          </a:xfrm>
          <a:custGeom>
            <a:avLst/>
            <a:gdLst/>
            <a:ahLst/>
            <a:cxnLst/>
            <a:rect l="l" t="t" r="r" b="b"/>
            <a:pathLst>
              <a:path w="33654" h="78104">
                <a:moveTo>
                  <a:pt x="33527" y="0"/>
                </a:moveTo>
                <a:lnTo>
                  <a:pt x="21716" y="0"/>
                </a:lnTo>
                <a:lnTo>
                  <a:pt x="19938" y="4716"/>
                </a:lnTo>
                <a:lnTo>
                  <a:pt x="16890" y="8844"/>
                </a:lnTo>
                <a:lnTo>
                  <a:pt x="8000" y="15920"/>
                </a:lnTo>
                <a:lnTo>
                  <a:pt x="3809" y="18322"/>
                </a:lnTo>
                <a:lnTo>
                  <a:pt x="0" y="19589"/>
                </a:lnTo>
                <a:lnTo>
                  <a:pt x="0" y="33054"/>
                </a:lnTo>
                <a:lnTo>
                  <a:pt x="7238" y="30626"/>
                </a:lnTo>
                <a:lnTo>
                  <a:pt x="13588" y="26877"/>
                </a:lnTo>
                <a:lnTo>
                  <a:pt x="18923" y="21807"/>
                </a:lnTo>
                <a:lnTo>
                  <a:pt x="18923" y="77724"/>
                </a:lnTo>
                <a:lnTo>
                  <a:pt x="33527" y="77724"/>
                </a:lnTo>
                <a:lnTo>
                  <a:pt x="33527" y="0"/>
                </a:lnTo>
                <a:close/>
              </a:path>
            </a:pathLst>
          </a:custGeom>
          <a:solidFill>
            <a:srgbClr val="4264DE">
              <a:alpha val="10195"/>
            </a:srgbClr>
          </a:solidFill>
        </p:spPr>
        <p:txBody>
          <a:bodyPr wrap="square" lIns="0" tIns="0" rIns="0" bIns="0" rtlCol="0"/>
          <a:lstStyle/>
          <a:p>
            <a:endParaRPr/>
          </a:p>
        </p:txBody>
      </p:sp>
      <p:sp>
        <p:nvSpPr>
          <p:cNvPr id="451" name="object 451"/>
          <p:cNvSpPr/>
          <p:nvPr/>
        </p:nvSpPr>
        <p:spPr>
          <a:xfrm>
            <a:off x="9663683" y="6780274"/>
            <a:ext cx="48895" cy="78105"/>
          </a:xfrm>
          <a:custGeom>
            <a:avLst/>
            <a:gdLst/>
            <a:ahLst/>
            <a:cxnLst/>
            <a:rect l="l" t="t" r="r" b="b"/>
            <a:pathLst>
              <a:path w="48895" h="78104">
                <a:moveTo>
                  <a:pt x="31623" y="0"/>
                </a:moveTo>
                <a:lnTo>
                  <a:pt x="17145" y="0"/>
                </a:lnTo>
                <a:lnTo>
                  <a:pt x="11430" y="2597"/>
                </a:lnTo>
                <a:lnTo>
                  <a:pt x="0" y="38732"/>
                </a:lnTo>
                <a:lnTo>
                  <a:pt x="438" y="48928"/>
                </a:lnTo>
                <a:lnTo>
                  <a:pt x="17018" y="77724"/>
                </a:lnTo>
                <a:lnTo>
                  <a:pt x="31623" y="77724"/>
                </a:lnTo>
                <a:lnTo>
                  <a:pt x="37338" y="75128"/>
                </a:lnTo>
                <a:lnTo>
                  <a:pt x="41401" y="69935"/>
                </a:lnTo>
                <a:lnTo>
                  <a:pt x="43948" y="65626"/>
                </a:lnTo>
                <a:lnTo>
                  <a:pt x="22606" y="65626"/>
                </a:lnTo>
                <a:lnTo>
                  <a:pt x="21071" y="65064"/>
                </a:lnTo>
                <a:lnTo>
                  <a:pt x="15181" y="48928"/>
                </a:lnTo>
                <a:lnTo>
                  <a:pt x="15186" y="28738"/>
                </a:lnTo>
                <a:lnTo>
                  <a:pt x="22606" y="12098"/>
                </a:lnTo>
                <a:lnTo>
                  <a:pt x="43906" y="12098"/>
                </a:lnTo>
                <a:lnTo>
                  <a:pt x="41401" y="7891"/>
                </a:lnTo>
                <a:lnTo>
                  <a:pt x="37338" y="2630"/>
                </a:lnTo>
                <a:lnTo>
                  <a:pt x="31623" y="0"/>
                </a:lnTo>
                <a:close/>
              </a:path>
              <a:path w="48895" h="78104">
                <a:moveTo>
                  <a:pt x="43906" y="12098"/>
                </a:moveTo>
                <a:lnTo>
                  <a:pt x="26162" y="12098"/>
                </a:lnTo>
                <a:lnTo>
                  <a:pt x="27686" y="12660"/>
                </a:lnTo>
                <a:lnTo>
                  <a:pt x="29083" y="13784"/>
                </a:lnTo>
                <a:lnTo>
                  <a:pt x="33588" y="48928"/>
                </a:lnTo>
                <a:lnTo>
                  <a:pt x="33274" y="54152"/>
                </a:lnTo>
                <a:lnTo>
                  <a:pt x="32258" y="57890"/>
                </a:lnTo>
                <a:lnTo>
                  <a:pt x="31496" y="60798"/>
                </a:lnTo>
                <a:lnTo>
                  <a:pt x="30352" y="62814"/>
                </a:lnTo>
                <a:lnTo>
                  <a:pt x="29049" y="63966"/>
                </a:lnTo>
                <a:lnTo>
                  <a:pt x="27662" y="65073"/>
                </a:lnTo>
                <a:lnTo>
                  <a:pt x="26162" y="65626"/>
                </a:lnTo>
                <a:lnTo>
                  <a:pt x="43948" y="65626"/>
                </a:lnTo>
                <a:lnTo>
                  <a:pt x="44642" y="64452"/>
                </a:lnTo>
                <a:lnTo>
                  <a:pt x="46942" y="57449"/>
                </a:lnTo>
                <a:lnTo>
                  <a:pt x="48313" y="48928"/>
                </a:lnTo>
                <a:lnTo>
                  <a:pt x="48768" y="38888"/>
                </a:lnTo>
                <a:lnTo>
                  <a:pt x="48298" y="28738"/>
                </a:lnTo>
                <a:lnTo>
                  <a:pt x="46921" y="20249"/>
                </a:lnTo>
                <a:lnTo>
                  <a:pt x="44642" y="13333"/>
                </a:lnTo>
                <a:lnTo>
                  <a:pt x="43906" y="12098"/>
                </a:lnTo>
                <a:close/>
              </a:path>
            </a:pathLst>
          </a:custGeom>
          <a:solidFill>
            <a:srgbClr val="4264DE">
              <a:alpha val="10195"/>
            </a:srgbClr>
          </a:solidFill>
        </p:spPr>
        <p:txBody>
          <a:bodyPr wrap="square" lIns="0" tIns="0" rIns="0" bIns="0" rtlCol="0"/>
          <a:lstStyle/>
          <a:p>
            <a:endParaRPr/>
          </a:p>
        </p:txBody>
      </p:sp>
      <p:sp>
        <p:nvSpPr>
          <p:cNvPr id="452" name="object 452"/>
          <p:cNvSpPr/>
          <p:nvPr/>
        </p:nvSpPr>
        <p:spPr>
          <a:xfrm>
            <a:off x="10006583" y="6780274"/>
            <a:ext cx="33655" cy="78105"/>
          </a:xfrm>
          <a:custGeom>
            <a:avLst/>
            <a:gdLst/>
            <a:ahLst/>
            <a:cxnLst/>
            <a:rect l="l" t="t" r="r" b="b"/>
            <a:pathLst>
              <a:path w="33654" h="78104">
                <a:moveTo>
                  <a:pt x="33527" y="0"/>
                </a:moveTo>
                <a:lnTo>
                  <a:pt x="21717" y="0"/>
                </a:lnTo>
                <a:lnTo>
                  <a:pt x="19939" y="4716"/>
                </a:lnTo>
                <a:lnTo>
                  <a:pt x="16891" y="8844"/>
                </a:lnTo>
                <a:lnTo>
                  <a:pt x="8000" y="15920"/>
                </a:lnTo>
                <a:lnTo>
                  <a:pt x="3810" y="18322"/>
                </a:lnTo>
                <a:lnTo>
                  <a:pt x="0" y="19589"/>
                </a:lnTo>
                <a:lnTo>
                  <a:pt x="0" y="33054"/>
                </a:lnTo>
                <a:lnTo>
                  <a:pt x="7239" y="30626"/>
                </a:lnTo>
                <a:lnTo>
                  <a:pt x="13589" y="26877"/>
                </a:lnTo>
                <a:lnTo>
                  <a:pt x="18923" y="21807"/>
                </a:lnTo>
                <a:lnTo>
                  <a:pt x="18923" y="77724"/>
                </a:lnTo>
                <a:lnTo>
                  <a:pt x="33527" y="77724"/>
                </a:lnTo>
                <a:lnTo>
                  <a:pt x="33527" y="0"/>
                </a:lnTo>
                <a:close/>
              </a:path>
            </a:pathLst>
          </a:custGeom>
          <a:solidFill>
            <a:srgbClr val="4264DE">
              <a:alpha val="10195"/>
            </a:srgbClr>
          </a:solidFill>
        </p:spPr>
        <p:txBody>
          <a:bodyPr wrap="square" lIns="0" tIns="0" rIns="0" bIns="0" rtlCol="0"/>
          <a:lstStyle/>
          <a:p>
            <a:endParaRPr/>
          </a:p>
        </p:txBody>
      </p:sp>
      <p:sp>
        <p:nvSpPr>
          <p:cNvPr id="453" name="object 453"/>
          <p:cNvSpPr/>
          <p:nvPr/>
        </p:nvSpPr>
        <p:spPr>
          <a:xfrm>
            <a:off x="10172700" y="6780274"/>
            <a:ext cx="48895" cy="78105"/>
          </a:xfrm>
          <a:custGeom>
            <a:avLst/>
            <a:gdLst/>
            <a:ahLst/>
            <a:cxnLst/>
            <a:rect l="l" t="t" r="r" b="b"/>
            <a:pathLst>
              <a:path w="48895" h="78104">
                <a:moveTo>
                  <a:pt x="31623" y="0"/>
                </a:moveTo>
                <a:lnTo>
                  <a:pt x="17145" y="0"/>
                </a:lnTo>
                <a:lnTo>
                  <a:pt x="11429" y="2597"/>
                </a:lnTo>
                <a:lnTo>
                  <a:pt x="0" y="38732"/>
                </a:lnTo>
                <a:lnTo>
                  <a:pt x="438" y="48928"/>
                </a:lnTo>
                <a:lnTo>
                  <a:pt x="17018" y="77724"/>
                </a:lnTo>
                <a:lnTo>
                  <a:pt x="31623" y="77724"/>
                </a:lnTo>
                <a:lnTo>
                  <a:pt x="37338" y="75128"/>
                </a:lnTo>
                <a:lnTo>
                  <a:pt x="41401" y="69935"/>
                </a:lnTo>
                <a:lnTo>
                  <a:pt x="43948" y="65626"/>
                </a:lnTo>
                <a:lnTo>
                  <a:pt x="22605" y="65626"/>
                </a:lnTo>
                <a:lnTo>
                  <a:pt x="21071" y="65064"/>
                </a:lnTo>
                <a:lnTo>
                  <a:pt x="15181" y="48928"/>
                </a:lnTo>
                <a:lnTo>
                  <a:pt x="15186" y="28738"/>
                </a:lnTo>
                <a:lnTo>
                  <a:pt x="22605" y="12098"/>
                </a:lnTo>
                <a:lnTo>
                  <a:pt x="43906" y="12098"/>
                </a:lnTo>
                <a:lnTo>
                  <a:pt x="41401" y="7891"/>
                </a:lnTo>
                <a:lnTo>
                  <a:pt x="37338" y="2630"/>
                </a:lnTo>
                <a:lnTo>
                  <a:pt x="31623" y="0"/>
                </a:lnTo>
                <a:close/>
              </a:path>
              <a:path w="48895" h="78104">
                <a:moveTo>
                  <a:pt x="43906" y="12098"/>
                </a:moveTo>
                <a:lnTo>
                  <a:pt x="26161" y="12098"/>
                </a:lnTo>
                <a:lnTo>
                  <a:pt x="27685" y="12660"/>
                </a:lnTo>
                <a:lnTo>
                  <a:pt x="28955" y="13784"/>
                </a:lnTo>
                <a:lnTo>
                  <a:pt x="33588" y="48928"/>
                </a:lnTo>
                <a:lnTo>
                  <a:pt x="33274" y="54152"/>
                </a:lnTo>
                <a:lnTo>
                  <a:pt x="32257" y="57890"/>
                </a:lnTo>
                <a:lnTo>
                  <a:pt x="31496" y="60798"/>
                </a:lnTo>
                <a:lnTo>
                  <a:pt x="30352" y="62814"/>
                </a:lnTo>
                <a:lnTo>
                  <a:pt x="29049" y="63966"/>
                </a:lnTo>
                <a:lnTo>
                  <a:pt x="27662" y="65073"/>
                </a:lnTo>
                <a:lnTo>
                  <a:pt x="26161" y="65626"/>
                </a:lnTo>
                <a:lnTo>
                  <a:pt x="43948" y="65626"/>
                </a:lnTo>
                <a:lnTo>
                  <a:pt x="44642" y="64452"/>
                </a:lnTo>
                <a:lnTo>
                  <a:pt x="46942" y="57449"/>
                </a:lnTo>
                <a:lnTo>
                  <a:pt x="48313" y="48928"/>
                </a:lnTo>
                <a:lnTo>
                  <a:pt x="48768" y="38888"/>
                </a:lnTo>
                <a:lnTo>
                  <a:pt x="48298" y="28738"/>
                </a:lnTo>
                <a:lnTo>
                  <a:pt x="46921" y="20249"/>
                </a:lnTo>
                <a:lnTo>
                  <a:pt x="44642" y="13333"/>
                </a:lnTo>
                <a:lnTo>
                  <a:pt x="43906" y="12098"/>
                </a:lnTo>
                <a:close/>
              </a:path>
            </a:pathLst>
          </a:custGeom>
          <a:solidFill>
            <a:srgbClr val="4264DE">
              <a:alpha val="10195"/>
            </a:srgbClr>
          </a:solidFill>
        </p:spPr>
        <p:txBody>
          <a:bodyPr wrap="square" lIns="0" tIns="0" rIns="0" bIns="0" rtlCol="0"/>
          <a:lstStyle/>
          <a:p>
            <a:endParaRPr/>
          </a:p>
        </p:txBody>
      </p:sp>
      <p:sp>
        <p:nvSpPr>
          <p:cNvPr id="454" name="object 454"/>
          <p:cNvSpPr/>
          <p:nvPr/>
        </p:nvSpPr>
        <p:spPr>
          <a:xfrm>
            <a:off x="10354056" y="6780274"/>
            <a:ext cx="33655" cy="78105"/>
          </a:xfrm>
          <a:custGeom>
            <a:avLst/>
            <a:gdLst/>
            <a:ahLst/>
            <a:cxnLst/>
            <a:rect l="l" t="t" r="r" b="b"/>
            <a:pathLst>
              <a:path w="33654" h="78104">
                <a:moveTo>
                  <a:pt x="33527" y="0"/>
                </a:moveTo>
                <a:lnTo>
                  <a:pt x="21717" y="0"/>
                </a:lnTo>
                <a:lnTo>
                  <a:pt x="19939" y="4716"/>
                </a:lnTo>
                <a:lnTo>
                  <a:pt x="16891" y="8844"/>
                </a:lnTo>
                <a:lnTo>
                  <a:pt x="8000" y="15920"/>
                </a:lnTo>
                <a:lnTo>
                  <a:pt x="3810" y="18322"/>
                </a:lnTo>
                <a:lnTo>
                  <a:pt x="0" y="19589"/>
                </a:lnTo>
                <a:lnTo>
                  <a:pt x="0" y="33054"/>
                </a:lnTo>
                <a:lnTo>
                  <a:pt x="7239" y="30626"/>
                </a:lnTo>
                <a:lnTo>
                  <a:pt x="13589" y="26877"/>
                </a:lnTo>
                <a:lnTo>
                  <a:pt x="18923" y="21807"/>
                </a:lnTo>
                <a:lnTo>
                  <a:pt x="18923" y="77724"/>
                </a:lnTo>
                <a:lnTo>
                  <a:pt x="33527" y="77724"/>
                </a:lnTo>
                <a:lnTo>
                  <a:pt x="33527" y="0"/>
                </a:lnTo>
                <a:close/>
              </a:path>
            </a:pathLst>
          </a:custGeom>
          <a:solidFill>
            <a:srgbClr val="4264DE">
              <a:alpha val="10195"/>
            </a:srgbClr>
          </a:solidFill>
        </p:spPr>
        <p:txBody>
          <a:bodyPr wrap="square" lIns="0" tIns="0" rIns="0" bIns="0" rtlCol="0"/>
          <a:lstStyle/>
          <a:p>
            <a:endParaRPr/>
          </a:p>
        </p:txBody>
      </p:sp>
      <p:sp>
        <p:nvSpPr>
          <p:cNvPr id="455" name="object 455"/>
          <p:cNvSpPr/>
          <p:nvPr/>
        </p:nvSpPr>
        <p:spPr>
          <a:xfrm>
            <a:off x="10518647" y="6780274"/>
            <a:ext cx="50800" cy="78105"/>
          </a:xfrm>
          <a:custGeom>
            <a:avLst/>
            <a:gdLst/>
            <a:ahLst/>
            <a:cxnLst/>
            <a:rect l="l" t="t" r="r" b="b"/>
            <a:pathLst>
              <a:path w="50800" h="78104">
                <a:moveTo>
                  <a:pt x="32638" y="0"/>
                </a:moveTo>
                <a:lnTo>
                  <a:pt x="17652" y="0"/>
                </a:lnTo>
                <a:lnTo>
                  <a:pt x="11810" y="2597"/>
                </a:lnTo>
                <a:lnTo>
                  <a:pt x="0" y="38732"/>
                </a:lnTo>
                <a:lnTo>
                  <a:pt x="440" y="48928"/>
                </a:lnTo>
                <a:lnTo>
                  <a:pt x="17652" y="77724"/>
                </a:lnTo>
                <a:lnTo>
                  <a:pt x="32638" y="77724"/>
                </a:lnTo>
                <a:lnTo>
                  <a:pt x="38480" y="75128"/>
                </a:lnTo>
                <a:lnTo>
                  <a:pt x="42672" y="69935"/>
                </a:lnTo>
                <a:lnTo>
                  <a:pt x="45291" y="65626"/>
                </a:lnTo>
                <a:lnTo>
                  <a:pt x="23368" y="65626"/>
                </a:lnTo>
                <a:lnTo>
                  <a:pt x="21706" y="65064"/>
                </a:lnTo>
                <a:lnTo>
                  <a:pt x="18923" y="62857"/>
                </a:lnTo>
                <a:lnTo>
                  <a:pt x="17779" y="60633"/>
                </a:lnTo>
                <a:lnTo>
                  <a:pt x="16001" y="53953"/>
                </a:lnTo>
                <a:lnTo>
                  <a:pt x="15585" y="48928"/>
                </a:lnTo>
                <a:lnTo>
                  <a:pt x="15591" y="28738"/>
                </a:lnTo>
                <a:lnTo>
                  <a:pt x="23368" y="12098"/>
                </a:lnTo>
                <a:lnTo>
                  <a:pt x="45318" y="12098"/>
                </a:lnTo>
                <a:lnTo>
                  <a:pt x="42799" y="7891"/>
                </a:lnTo>
                <a:lnTo>
                  <a:pt x="38480" y="2630"/>
                </a:lnTo>
                <a:lnTo>
                  <a:pt x="32638" y="0"/>
                </a:lnTo>
                <a:close/>
              </a:path>
              <a:path w="50800" h="78104">
                <a:moveTo>
                  <a:pt x="45318" y="12098"/>
                </a:moveTo>
                <a:lnTo>
                  <a:pt x="26924" y="12098"/>
                </a:lnTo>
                <a:lnTo>
                  <a:pt x="28575" y="12660"/>
                </a:lnTo>
                <a:lnTo>
                  <a:pt x="31369" y="14911"/>
                </a:lnTo>
                <a:lnTo>
                  <a:pt x="32511" y="17142"/>
                </a:lnTo>
                <a:lnTo>
                  <a:pt x="34290" y="23822"/>
                </a:lnTo>
                <a:lnTo>
                  <a:pt x="34696" y="28738"/>
                </a:lnTo>
                <a:lnTo>
                  <a:pt x="34708" y="48928"/>
                </a:lnTo>
                <a:lnTo>
                  <a:pt x="34290" y="54152"/>
                </a:lnTo>
                <a:lnTo>
                  <a:pt x="33274" y="57890"/>
                </a:lnTo>
                <a:lnTo>
                  <a:pt x="32511" y="60798"/>
                </a:lnTo>
                <a:lnTo>
                  <a:pt x="31369" y="62814"/>
                </a:lnTo>
                <a:lnTo>
                  <a:pt x="28550" y="65073"/>
                </a:lnTo>
                <a:lnTo>
                  <a:pt x="26924" y="65626"/>
                </a:lnTo>
                <a:lnTo>
                  <a:pt x="45291" y="65626"/>
                </a:lnTo>
                <a:lnTo>
                  <a:pt x="46005" y="64452"/>
                </a:lnTo>
                <a:lnTo>
                  <a:pt x="48386" y="57449"/>
                </a:lnTo>
                <a:lnTo>
                  <a:pt x="49815" y="48928"/>
                </a:lnTo>
                <a:lnTo>
                  <a:pt x="50292" y="38888"/>
                </a:lnTo>
                <a:lnTo>
                  <a:pt x="49802" y="28738"/>
                </a:lnTo>
                <a:lnTo>
                  <a:pt x="48381" y="20249"/>
                </a:lnTo>
                <a:lnTo>
                  <a:pt x="46059" y="13333"/>
                </a:lnTo>
                <a:lnTo>
                  <a:pt x="45318" y="12098"/>
                </a:lnTo>
                <a:close/>
              </a:path>
            </a:pathLst>
          </a:custGeom>
          <a:solidFill>
            <a:srgbClr val="4264DE">
              <a:alpha val="10195"/>
            </a:srgbClr>
          </a:solidFill>
        </p:spPr>
        <p:txBody>
          <a:bodyPr wrap="square" lIns="0" tIns="0" rIns="0" bIns="0" rtlCol="0"/>
          <a:lstStyle/>
          <a:p>
            <a:endParaRPr/>
          </a:p>
        </p:txBody>
      </p:sp>
      <p:sp>
        <p:nvSpPr>
          <p:cNvPr id="456" name="object 456"/>
          <p:cNvSpPr/>
          <p:nvPr/>
        </p:nvSpPr>
        <p:spPr>
          <a:xfrm>
            <a:off x="10700004" y="6780274"/>
            <a:ext cx="33655" cy="78105"/>
          </a:xfrm>
          <a:custGeom>
            <a:avLst/>
            <a:gdLst/>
            <a:ahLst/>
            <a:cxnLst/>
            <a:rect l="l" t="t" r="r" b="b"/>
            <a:pathLst>
              <a:path w="33654" h="78104">
                <a:moveTo>
                  <a:pt x="33527" y="0"/>
                </a:moveTo>
                <a:lnTo>
                  <a:pt x="21717" y="0"/>
                </a:lnTo>
                <a:lnTo>
                  <a:pt x="19939" y="4716"/>
                </a:lnTo>
                <a:lnTo>
                  <a:pt x="16891" y="8844"/>
                </a:lnTo>
                <a:lnTo>
                  <a:pt x="8000" y="15920"/>
                </a:lnTo>
                <a:lnTo>
                  <a:pt x="3810" y="18322"/>
                </a:lnTo>
                <a:lnTo>
                  <a:pt x="0" y="19589"/>
                </a:lnTo>
                <a:lnTo>
                  <a:pt x="0" y="33054"/>
                </a:lnTo>
                <a:lnTo>
                  <a:pt x="7239" y="30626"/>
                </a:lnTo>
                <a:lnTo>
                  <a:pt x="13589" y="26877"/>
                </a:lnTo>
                <a:lnTo>
                  <a:pt x="18923" y="21807"/>
                </a:lnTo>
                <a:lnTo>
                  <a:pt x="18923" y="77724"/>
                </a:lnTo>
                <a:lnTo>
                  <a:pt x="33527" y="77724"/>
                </a:lnTo>
                <a:lnTo>
                  <a:pt x="33527" y="0"/>
                </a:lnTo>
                <a:close/>
              </a:path>
            </a:pathLst>
          </a:custGeom>
          <a:solidFill>
            <a:srgbClr val="4264DE">
              <a:alpha val="10195"/>
            </a:srgbClr>
          </a:solidFill>
        </p:spPr>
        <p:txBody>
          <a:bodyPr wrap="square" lIns="0" tIns="0" rIns="0" bIns="0" rtlCol="0"/>
          <a:lstStyle/>
          <a:p>
            <a:endParaRPr/>
          </a:p>
        </p:txBody>
      </p:sp>
      <p:sp>
        <p:nvSpPr>
          <p:cNvPr id="457" name="object 457"/>
          <p:cNvSpPr/>
          <p:nvPr/>
        </p:nvSpPr>
        <p:spPr>
          <a:xfrm>
            <a:off x="10866119" y="6780274"/>
            <a:ext cx="48895" cy="78105"/>
          </a:xfrm>
          <a:custGeom>
            <a:avLst/>
            <a:gdLst/>
            <a:ahLst/>
            <a:cxnLst/>
            <a:rect l="l" t="t" r="r" b="b"/>
            <a:pathLst>
              <a:path w="48895" h="78104">
                <a:moveTo>
                  <a:pt x="31623" y="0"/>
                </a:moveTo>
                <a:lnTo>
                  <a:pt x="17145" y="0"/>
                </a:lnTo>
                <a:lnTo>
                  <a:pt x="11429" y="2597"/>
                </a:lnTo>
                <a:lnTo>
                  <a:pt x="0" y="38732"/>
                </a:lnTo>
                <a:lnTo>
                  <a:pt x="438" y="48928"/>
                </a:lnTo>
                <a:lnTo>
                  <a:pt x="17018" y="77724"/>
                </a:lnTo>
                <a:lnTo>
                  <a:pt x="31623" y="77724"/>
                </a:lnTo>
                <a:lnTo>
                  <a:pt x="37337" y="75128"/>
                </a:lnTo>
                <a:lnTo>
                  <a:pt x="41401" y="69935"/>
                </a:lnTo>
                <a:lnTo>
                  <a:pt x="43948" y="65626"/>
                </a:lnTo>
                <a:lnTo>
                  <a:pt x="22605" y="65626"/>
                </a:lnTo>
                <a:lnTo>
                  <a:pt x="21071" y="65064"/>
                </a:lnTo>
                <a:lnTo>
                  <a:pt x="15181" y="48928"/>
                </a:lnTo>
                <a:lnTo>
                  <a:pt x="15186" y="28738"/>
                </a:lnTo>
                <a:lnTo>
                  <a:pt x="22605" y="12098"/>
                </a:lnTo>
                <a:lnTo>
                  <a:pt x="43906" y="12098"/>
                </a:lnTo>
                <a:lnTo>
                  <a:pt x="41401" y="7891"/>
                </a:lnTo>
                <a:lnTo>
                  <a:pt x="37337" y="2630"/>
                </a:lnTo>
                <a:lnTo>
                  <a:pt x="31623" y="0"/>
                </a:lnTo>
                <a:close/>
              </a:path>
              <a:path w="48895" h="78104">
                <a:moveTo>
                  <a:pt x="43906" y="12098"/>
                </a:moveTo>
                <a:lnTo>
                  <a:pt x="26161" y="12098"/>
                </a:lnTo>
                <a:lnTo>
                  <a:pt x="27685" y="12660"/>
                </a:lnTo>
                <a:lnTo>
                  <a:pt x="29082" y="13784"/>
                </a:lnTo>
                <a:lnTo>
                  <a:pt x="33588" y="48928"/>
                </a:lnTo>
                <a:lnTo>
                  <a:pt x="33274" y="54152"/>
                </a:lnTo>
                <a:lnTo>
                  <a:pt x="32257" y="57890"/>
                </a:lnTo>
                <a:lnTo>
                  <a:pt x="31496" y="60798"/>
                </a:lnTo>
                <a:lnTo>
                  <a:pt x="30352" y="62814"/>
                </a:lnTo>
                <a:lnTo>
                  <a:pt x="29049" y="63966"/>
                </a:lnTo>
                <a:lnTo>
                  <a:pt x="27662" y="65073"/>
                </a:lnTo>
                <a:lnTo>
                  <a:pt x="26161" y="65626"/>
                </a:lnTo>
                <a:lnTo>
                  <a:pt x="43948" y="65626"/>
                </a:lnTo>
                <a:lnTo>
                  <a:pt x="44642" y="64452"/>
                </a:lnTo>
                <a:lnTo>
                  <a:pt x="46942" y="57449"/>
                </a:lnTo>
                <a:lnTo>
                  <a:pt x="48313" y="48928"/>
                </a:lnTo>
                <a:lnTo>
                  <a:pt x="48768" y="38888"/>
                </a:lnTo>
                <a:lnTo>
                  <a:pt x="48298" y="28738"/>
                </a:lnTo>
                <a:lnTo>
                  <a:pt x="46921" y="20249"/>
                </a:lnTo>
                <a:lnTo>
                  <a:pt x="44642" y="13333"/>
                </a:lnTo>
                <a:lnTo>
                  <a:pt x="43906" y="12098"/>
                </a:lnTo>
                <a:close/>
              </a:path>
            </a:pathLst>
          </a:custGeom>
          <a:solidFill>
            <a:srgbClr val="4264DE">
              <a:alpha val="10195"/>
            </a:srgbClr>
          </a:solidFill>
        </p:spPr>
        <p:txBody>
          <a:bodyPr wrap="square" lIns="0" tIns="0" rIns="0" bIns="0" rtlCol="0"/>
          <a:lstStyle/>
          <a:p>
            <a:endParaRPr/>
          </a:p>
        </p:txBody>
      </p:sp>
      <p:sp>
        <p:nvSpPr>
          <p:cNvPr id="458" name="object 458"/>
          <p:cNvSpPr/>
          <p:nvPr/>
        </p:nvSpPr>
        <p:spPr>
          <a:xfrm>
            <a:off x="11047476" y="6780274"/>
            <a:ext cx="33655" cy="78105"/>
          </a:xfrm>
          <a:custGeom>
            <a:avLst/>
            <a:gdLst/>
            <a:ahLst/>
            <a:cxnLst/>
            <a:rect l="l" t="t" r="r" b="b"/>
            <a:pathLst>
              <a:path w="33654" h="78104">
                <a:moveTo>
                  <a:pt x="33527" y="0"/>
                </a:moveTo>
                <a:lnTo>
                  <a:pt x="21717" y="0"/>
                </a:lnTo>
                <a:lnTo>
                  <a:pt x="19939" y="4716"/>
                </a:lnTo>
                <a:lnTo>
                  <a:pt x="16891" y="8844"/>
                </a:lnTo>
                <a:lnTo>
                  <a:pt x="8000" y="15920"/>
                </a:lnTo>
                <a:lnTo>
                  <a:pt x="3809" y="18322"/>
                </a:lnTo>
                <a:lnTo>
                  <a:pt x="0" y="19589"/>
                </a:lnTo>
                <a:lnTo>
                  <a:pt x="0" y="33054"/>
                </a:lnTo>
                <a:lnTo>
                  <a:pt x="7239" y="30626"/>
                </a:lnTo>
                <a:lnTo>
                  <a:pt x="13589" y="26877"/>
                </a:lnTo>
                <a:lnTo>
                  <a:pt x="18923" y="21807"/>
                </a:lnTo>
                <a:lnTo>
                  <a:pt x="18923" y="77724"/>
                </a:lnTo>
                <a:lnTo>
                  <a:pt x="33527" y="77724"/>
                </a:lnTo>
                <a:lnTo>
                  <a:pt x="33527" y="0"/>
                </a:lnTo>
                <a:close/>
              </a:path>
            </a:pathLst>
          </a:custGeom>
          <a:solidFill>
            <a:srgbClr val="4264DE">
              <a:alpha val="10195"/>
            </a:srgbClr>
          </a:solidFill>
        </p:spPr>
        <p:txBody>
          <a:bodyPr wrap="square" lIns="0" tIns="0" rIns="0" bIns="0" rtlCol="0"/>
          <a:lstStyle/>
          <a:p>
            <a:endParaRPr/>
          </a:p>
        </p:txBody>
      </p:sp>
      <p:sp>
        <p:nvSpPr>
          <p:cNvPr id="459" name="object 459"/>
          <p:cNvSpPr/>
          <p:nvPr/>
        </p:nvSpPr>
        <p:spPr>
          <a:xfrm>
            <a:off x="11212068" y="6780274"/>
            <a:ext cx="50800" cy="78105"/>
          </a:xfrm>
          <a:custGeom>
            <a:avLst/>
            <a:gdLst/>
            <a:ahLst/>
            <a:cxnLst/>
            <a:rect l="l" t="t" r="r" b="b"/>
            <a:pathLst>
              <a:path w="50800" h="78104">
                <a:moveTo>
                  <a:pt x="32638" y="0"/>
                </a:moveTo>
                <a:lnTo>
                  <a:pt x="17652" y="0"/>
                </a:lnTo>
                <a:lnTo>
                  <a:pt x="11810" y="2597"/>
                </a:lnTo>
                <a:lnTo>
                  <a:pt x="0" y="38732"/>
                </a:lnTo>
                <a:lnTo>
                  <a:pt x="440" y="48928"/>
                </a:lnTo>
                <a:lnTo>
                  <a:pt x="17652" y="77724"/>
                </a:lnTo>
                <a:lnTo>
                  <a:pt x="32638" y="77724"/>
                </a:lnTo>
                <a:lnTo>
                  <a:pt x="38480" y="75128"/>
                </a:lnTo>
                <a:lnTo>
                  <a:pt x="42672" y="69935"/>
                </a:lnTo>
                <a:lnTo>
                  <a:pt x="45291" y="65626"/>
                </a:lnTo>
                <a:lnTo>
                  <a:pt x="23367" y="65626"/>
                </a:lnTo>
                <a:lnTo>
                  <a:pt x="21706" y="65064"/>
                </a:lnTo>
                <a:lnTo>
                  <a:pt x="18923" y="62857"/>
                </a:lnTo>
                <a:lnTo>
                  <a:pt x="17779" y="60633"/>
                </a:lnTo>
                <a:lnTo>
                  <a:pt x="16001" y="53953"/>
                </a:lnTo>
                <a:lnTo>
                  <a:pt x="15585" y="48928"/>
                </a:lnTo>
                <a:lnTo>
                  <a:pt x="15591" y="28738"/>
                </a:lnTo>
                <a:lnTo>
                  <a:pt x="23367" y="12098"/>
                </a:lnTo>
                <a:lnTo>
                  <a:pt x="45318" y="12098"/>
                </a:lnTo>
                <a:lnTo>
                  <a:pt x="42799" y="7891"/>
                </a:lnTo>
                <a:lnTo>
                  <a:pt x="38480" y="2630"/>
                </a:lnTo>
                <a:lnTo>
                  <a:pt x="32638" y="0"/>
                </a:lnTo>
                <a:close/>
              </a:path>
              <a:path w="50800" h="78104">
                <a:moveTo>
                  <a:pt x="45318" y="12098"/>
                </a:moveTo>
                <a:lnTo>
                  <a:pt x="26924" y="12098"/>
                </a:lnTo>
                <a:lnTo>
                  <a:pt x="28575" y="12660"/>
                </a:lnTo>
                <a:lnTo>
                  <a:pt x="31368" y="14911"/>
                </a:lnTo>
                <a:lnTo>
                  <a:pt x="32511" y="17142"/>
                </a:lnTo>
                <a:lnTo>
                  <a:pt x="34289" y="23822"/>
                </a:lnTo>
                <a:lnTo>
                  <a:pt x="34696" y="28738"/>
                </a:lnTo>
                <a:lnTo>
                  <a:pt x="34708" y="48928"/>
                </a:lnTo>
                <a:lnTo>
                  <a:pt x="34289" y="54152"/>
                </a:lnTo>
                <a:lnTo>
                  <a:pt x="33274" y="57890"/>
                </a:lnTo>
                <a:lnTo>
                  <a:pt x="32511" y="60798"/>
                </a:lnTo>
                <a:lnTo>
                  <a:pt x="31368" y="62814"/>
                </a:lnTo>
                <a:lnTo>
                  <a:pt x="28550" y="65073"/>
                </a:lnTo>
                <a:lnTo>
                  <a:pt x="26924" y="65626"/>
                </a:lnTo>
                <a:lnTo>
                  <a:pt x="45291" y="65626"/>
                </a:lnTo>
                <a:lnTo>
                  <a:pt x="46005" y="64452"/>
                </a:lnTo>
                <a:lnTo>
                  <a:pt x="48386" y="57449"/>
                </a:lnTo>
                <a:lnTo>
                  <a:pt x="49815" y="48928"/>
                </a:lnTo>
                <a:lnTo>
                  <a:pt x="50291" y="38888"/>
                </a:lnTo>
                <a:lnTo>
                  <a:pt x="49802" y="28738"/>
                </a:lnTo>
                <a:lnTo>
                  <a:pt x="48381" y="20249"/>
                </a:lnTo>
                <a:lnTo>
                  <a:pt x="46059" y="13333"/>
                </a:lnTo>
                <a:lnTo>
                  <a:pt x="45318" y="12098"/>
                </a:lnTo>
                <a:close/>
              </a:path>
            </a:pathLst>
          </a:custGeom>
          <a:solidFill>
            <a:srgbClr val="4264DE">
              <a:alpha val="10195"/>
            </a:srgbClr>
          </a:solidFill>
        </p:spPr>
        <p:txBody>
          <a:bodyPr wrap="square" lIns="0" tIns="0" rIns="0" bIns="0" rtlCol="0"/>
          <a:lstStyle/>
          <a:p>
            <a:endParaRPr/>
          </a:p>
        </p:txBody>
      </p:sp>
      <p:sp>
        <p:nvSpPr>
          <p:cNvPr id="460" name="object 460"/>
          <p:cNvSpPr/>
          <p:nvPr/>
        </p:nvSpPr>
        <p:spPr>
          <a:xfrm>
            <a:off x="11393423" y="6780274"/>
            <a:ext cx="33655" cy="78105"/>
          </a:xfrm>
          <a:custGeom>
            <a:avLst/>
            <a:gdLst/>
            <a:ahLst/>
            <a:cxnLst/>
            <a:rect l="l" t="t" r="r" b="b"/>
            <a:pathLst>
              <a:path w="33654" h="78104">
                <a:moveTo>
                  <a:pt x="33527" y="0"/>
                </a:moveTo>
                <a:lnTo>
                  <a:pt x="21717" y="0"/>
                </a:lnTo>
                <a:lnTo>
                  <a:pt x="19939" y="4716"/>
                </a:lnTo>
                <a:lnTo>
                  <a:pt x="16891" y="8844"/>
                </a:lnTo>
                <a:lnTo>
                  <a:pt x="8000" y="15920"/>
                </a:lnTo>
                <a:lnTo>
                  <a:pt x="3809" y="18322"/>
                </a:lnTo>
                <a:lnTo>
                  <a:pt x="0" y="19589"/>
                </a:lnTo>
                <a:lnTo>
                  <a:pt x="0" y="33054"/>
                </a:lnTo>
                <a:lnTo>
                  <a:pt x="7239" y="30626"/>
                </a:lnTo>
                <a:lnTo>
                  <a:pt x="13589" y="26877"/>
                </a:lnTo>
                <a:lnTo>
                  <a:pt x="18923" y="21807"/>
                </a:lnTo>
                <a:lnTo>
                  <a:pt x="18923" y="77724"/>
                </a:lnTo>
                <a:lnTo>
                  <a:pt x="33527" y="77724"/>
                </a:lnTo>
                <a:lnTo>
                  <a:pt x="33527" y="0"/>
                </a:lnTo>
                <a:close/>
              </a:path>
            </a:pathLst>
          </a:custGeom>
          <a:solidFill>
            <a:srgbClr val="4264DE">
              <a:alpha val="10195"/>
            </a:srgbClr>
          </a:solidFill>
        </p:spPr>
        <p:txBody>
          <a:bodyPr wrap="square" lIns="0" tIns="0" rIns="0" bIns="0" rtlCol="0"/>
          <a:lstStyle/>
          <a:p>
            <a:endParaRPr/>
          </a:p>
        </p:txBody>
      </p:sp>
      <p:sp>
        <p:nvSpPr>
          <p:cNvPr id="461" name="object 461"/>
          <p:cNvSpPr/>
          <p:nvPr/>
        </p:nvSpPr>
        <p:spPr>
          <a:xfrm>
            <a:off x="11559540" y="6780274"/>
            <a:ext cx="48895" cy="78105"/>
          </a:xfrm>
          <a:custGeom>
            <a:avLst/>
            <a:gdLst/>
            <a:ahLst/>
            <a:cxnLst/>
            <a:rect l="l" t="t" r="r" b="b"/>
            <a:pathLst>
              <a:path w="48895" h="78104">
                <a:moveTo>
                  <a:pt x="31623" y="0"/>
                </a:moveTo>
                <a:lnTo>
                  <a:pt x="17144" y="0"/>
                </a:lnTo>
                <a:lnTo>
                  <a:pt x="11429" y="2597"/>
                </a:lnTo>
                <a:lnTo>
                  <a:pt x="0" y="38732"/>
                </a:lnTo>
                <a:lnTo>
                  <a:pt x="438" y="48928"/>
                </a:lnTo>
                <a:lnTo>
                  <a:pt x="17017" y="77724"/>
                </a:lnTo>
                <a:lnTo>
                  <a:pt x="31623" y="77724"/>
                </a:lnTo>
                <a:lnTo>
                  <a:pt x="37337" y="75128"/>
                </a:lnTo>
                <a:lnTo>
                  <a:pt x="41401" y="69935"/>
                </a:lnTo>
                <a:lnTo>
                  <a:pt x="43948" y="65626"/>
                </a:lnTo>
                <a:lnTo>
                  <a:pt x="22605" y="65626"/>
                </a:lnTo>
                <a:lnTo>
                  <a:pt x="21071" y="65064"/>
                </a:lnTo>
                <a:lnTo>
                  <a:pt x="15181" y="48928"/>
                </a:lnTo>
                <a:lnTo>
                  <a:pt x="15186" y="28738"/>
                </a:lnTo>
                <a:lnTo>
                  <a:pt x="22605" y="12098"/>
                </a:lnTo>
                <a:lnTo>
                  <a:pt x="43906" y="12098"/>
                </a:lnTo>
                <a:lnTo>
                  <a:pt x="41401" y="7891"/>
                </a:lnTo>
                <a:lnTo>
                  <a:pt x="37337" y="2630"/>
                </a:lnTo>
                <a:lnTo>
                  <a:pt x="31623" y="0"/>
                </a:lnTo>
                <a:close/>
              </a:path>
              <a:path w="48895" h="78104">
                <a:moveTo>
                  <a:pt x="43906" y="12098"/>
                </a:moveTo>
                <a:lnTo>
                  <a:pt x="26161" y="12098"/>
                </a:lnTo>
                <a:lnTo>
                  <a:pt x="27685" y="12660"/>
                </a:lnTo>
                <a:lnTo>
                  <a:pt x="28955" y="13784"/>
                </a:lnTo>
                <a:lnTo>
                  <a:pt x="33588" y="48928"/>
                </a:lnTo>
                <a:lnTo>
                  <a:pt x="33274" y="54152"/>
                </a:lnTo>
                <a:lnTo>
                  <a:pt x="32257" y="57890"/>
                </a:lnTo>
                <a:lnTo>
                  <a:pt x="31495" y="60798"/>
                </a:lnTo>
                <a:lnTo>
                  <a:pt x="30352" y="62814"/>
                </a:lnTo>
                <a:lnTo>
                  <a:pt x="29049" y="63966"/>
                </a:lnTo>
                <a:lnTo>
                  <a:pt x="27662" y="65073"/>
                </a:lnTo>
                <a:lnTo>
                  <a:pt x="26161" y="65626"/>
                </a:lnTo>
                <a:lnTo>
                  <a:pt x="43948" y="65626"/>
                </a:lnTo>
                <a:lnTo>
                  <a:pt x="44642" y="64452"/>
                </a:lnTo>
                <a:lnTo>
                  <a:pt x="46942" y="57449"/>
                </a:lnTo>
                <a:lnTo>
                  <a:pt x="48313" y="48928"/>
                </a:lnTo>
                <a:lnTo>
                  <a:pt x="48767" y="38888"/>
                </a:lnTo>
                <a:lnTo>
                  <a:pt x="48298" y="28738"/>
                </a:lnTo>
                <a:lnTo>
                  <a:pt x="46921" y="20249"/>
                </a:lnTo>
                <a:lnTo>
                  <a:pt x="44642" y="13333"/>
                </a:lnTo>
                <a:lnTo>
                  <a:pt x="43906" y="12098"/>
                </a:lnTo>
                <a:close/>
              </a:path>
            </a:pathLst>
          </a:custGeom>
          <a:solidFill>
            <a:srgbClr val="4264DE">
              <a:alpha val="10195"/>
            </a:srgbClr>
          </a:solidFill>
        </p:spPr>
        <p:txBody>
          <a:bodyPr wrap="square" lIns="0" tIns="0" rIns="0" bIns="0" rtlCol="0"/>
          <a:lstStyle/>
          <a:p>
            <a:endParaRPr/>
          </a:p>
        </p:txBody>
      </p:sp>
      <p:sp>
        <p:nvSpPr>
          <p:cNvPr id="462" name="object 462"/>
          <p:cNvSpPr/>
          <p:nvPr/>
        </p:nvSpPr>
        <p:spPr>
          <a:xfrm>
            <a:off x="12086843" y="6780274"/>
            <a:ext cx="33655" cy="78105"/>
          </a:xfrm>
          <a:custGeom>
            <a:avLst/>
            <a:gdLst/>
            <a:ahLst/>
            <a:cxnLst/>
            <a:rect l="l" t="t" r="r" b="b"/>
            <a:pathLst>
              <a:path w="33654" h="78104">
                <a:moveTo>
                  <a:pt x="33527" y="0"/>
                </a:moveTo>
                <a:lnTo>
                  <a:pt x="21716" y="0"/>
                </a:lnTo>
                <a:lnTo>
                  <a:pt x="19938" y="4716"/>
                </a:lnTo>
                <a:lnTo>
                  <a:pt x="16890" y="8844"/>
                </a:lnTo>
                <a:lnTo>
                  <a:pt x="8000" y="15920"/>
                </a:lnTo>
                <a:lnTo>
                  <a:pt x="3809" y="18322"/>
                </a:lnTo>
                <a:lnTo>
                  <a:pt x="0" y="19589"/>
                </a:lnTo>
                <a:lnTo>
                  <a:pt x="0" y="33054"/>
                </a:lnTo>
                <a:lnTo>
                  <a:pt x="7238" y="30626"/>
                </a:lnTo>
                <a:lnTo>
                  <a:pt x="13588" y="26877"/>
                </a:lnTo>
                <a:lnTo>
                  <a:pt x="18923" y="21807"/>
                </a:lnTo>
                <a:lnTo>
                  <a:pt x="18923" y="77724"/>
                </a:lnTo>
                <a:lnTo>
                  <a:pt x="33527" y="77724"/>
                </a:lnTo>
                <a:lnTo>
                  <a:pt x="33527" y="0"/>
                </a:lnTo>
                <a:close/>
              </a:path>
            </a:pathLst>
          </a:custGeom>
          <a:solidFill>
            <a:srgbClr val="4264DE">
              <a:alpha val="10195"/>
            </a:srgbClr>
          </a:solidFill>
        </p:spPr>
        <p:txBody>
          <a:bodyPr wrap="square" lIns="0" tIns="0" rIns="0" bIns="0" rtlCol="0"/>
          <a:lstStyle/>
          <a:p>
            <a:endParaRPr/>
          </a:p>
        </p:txBody>
      </p:sp>
      <p:sp>
        <p:nvSpPr>
          <p:cNvPr id="464" name="object 464"/>
          <p:cNvSpPr txBox="1">
            <a:spLocks noGrp="1"/>
          </p:cNvSpPr>
          <p:nvPr>
            <p:ph type="sldNum" sz="quarter" idx="7"/>
          </p:nvPr>
        </p:nvSpPr>
        <p:spPr>
          <a:prstGeom prst="rect">
            <a:avLst/>
          </a:prstGeom>
        </p:spPr>
        <p:txBody>
          <a:bodyPr vert="horz" wrap="square" lIns="0" tIns="3175" rIns="0" bIns="0" rtlCol="0">
            <a:spAutoFit/>
          </a:bodyPr>
          <a:lstStyle/>
          <a:p>
            <a:pPr marL="38100">
              <a:lnSpc>
                <a:spcPct val="100000"/>
              </a:lnSpc>
              <a:spcBef>
                <a:spcPts val="25"/>
              </a:spcBef>
            </a:pPr>
            <a:fld id="{81D60167-4931-47E6-BA6A-407CBD079E47}" type="slidenum">
              <a:rPr dirty="0"/>
              <a:pPr marL="38100">
                <a:lnSpc>
                  <a:spcPct val="100000"/>
                </a:lnSpc>
                <a:spcBef>
                  <a:spcPts val="25"/>
                </a:spcBef>
              </a:pPr>
              <a:t>32</a:t>
            </a:fld>
            <a:endParaRPr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263753" y="204343"/>
            <a:ext cx="7980045" cy="513715"/>
          </a:xfrm>
          <a:prstGeom prst="rect">
            <a:avLst/>
          </a:prstGeom>
        </p:spPr>
        <p:txBody>
          <a:bodyPr vert="horz" wrap="square" lIns="0" tIns="12700" rIns="0" bIns="0" rtlCol="0">
            <a:spAutoFit/>
          </a:bodyPr>
          <a:lstStyle/>
          <a:p>
            <a:pPr marL="12700">
              <a:lnSpc>
                <a:spcPct val="100000"/>
              </a:lnSpc>
              <a:spcBef>
                <a:spcPts val="100"/>
              </a:spcBef>
            </a:pPr>
            <a:r>
              <a:rPr sz="3200" spc="-5" dirty="0"/>
              <a:t>Examples of </a:t>
            </a:r>
            <a:r>
              <a:rPr sz="3200" dirty="0"/>
              <a:t>Deep </a:t>
            </a:r>
            <a:r>
              <a:rPr sz="3200" spc="-5" dirty="0"/>
              <a:t>Learning</a:t>
            </a:r>
            <a:r>
              <a:rPr sz="3200" spc="-20" dirty="0"/>
              <a:t> </a:t>
            </a:r>
            <a:r>
              <a:rPr sz="3200" spc="-5" dirty="0"/>
              <a:t>Applications</a:t>
            </a:r>
            <a:endParaRPr sz="3200"/>
          </a:p>
        </p:txBody>
      </p:sp>
      <p:sp>
        <p:nvSpPr>
          <p:cNvPr id="4" name="object 4"/>
          <p:cNvSpPr/>
          <p:nvPr/>
        </p:nvSpPr>
        <p:spPr>
          <a:xfrm>
            <a:off x="11778995" y="6621777"/>
            <a:ext cx="253746" cy="232397"/>
          </a:xfrm>
          <a:prstGeom prst="rect">
            <a:avLst/>
          </a:prstGeom>
          <a:blipFill>
            <a:blip r:embed="rId2" cstate="print"/>
            <a:stretch>
              <a:fillRect/>
            </a:stretch>
          </a:blipFill>
        </p:spPr>
        <p:txBody>
          <a:bodyPr wrap="square" lIns="0" tIns="0" rIns="0" bIns="0" rtlCol="0"/>
          <a:lstStyle/>
          <a:p>
            <a:endParaRPr/>
          </a:p>
        </p:txBody>
      </p:sp>
      <p:grpSp>
        <p:nvGrpSpPr>
          <p:cNvPr id="5" name="object 5"/>
          <p:cNvGrpSpPr/>
          <p:nvPr/>
        </p:nvGrpSpPr>
        <p:grpSpPr>
          <a:xfrm>
            <a:off x="766572" y="2827020"/>
            <a:ext cx="8468995" cy="2651125"/>
            <a:chOff x="766572" y="2827020"/>
            <a:chExt cx="8468995" cy="2651125"/>
          </a:xfrm>
        </p:grpSpPr>
        <p:sp>
          <p:nvSpPr>
            <p:cNvPr id="6" name="object 6"/>
            <p:cNvSpPr/>
            <p:nvPr/>
          </p:nvSpPr>
          <p:spPr>
            <a:xfrm>
              <a:off x="868680" y="3253740"/>
              <a:ext cx="1015365" cy="1015365"/>
            </a:xfrm>
            <a:custGeom>
              <a:avLst/>
              <a:gdLst/>
              <a:ahLst/>
              <a:cxnLst/>
              <a:rect l="l" t="t" r="r" b="b"/>
              <a:pathLst>
                <a:path w="1015364" h="1015364">
                  <a:moveTo>
                    <a:pt x="507491" y="0"/>
                  </a:moveTo>
                  <a:lnTo>
                    <a:pt x="458617" y="2323"/>
                  </a:lnTo>
                  <a:lnTo>
                    <a:pt x="411057" y="9150"/>
                  </a:lnTo>
                  <a:lnTo>
                    <a:pt x="365024" y="20269"/>
                  </a:lnTo>
                  <a:lnTo>
                    <a:pt x="320731" y="35467"/>
                  </a:lnTo>
                  <a:lnTo>
                    <a:pt x="278390" y="54532"/>
                  </a:lnTo>
                  <a:lnTo>
                    <a:pt x="238214" y="77251"/>
                  </a:lnTo>
                  <a:lnTo>
                    <a:pt x="200416" y="103410"/>
                  </a:lnTo>
                  <a:lnTo>
                    <a:pt x="165208" y="132799"/>
                  </a:lnTo>
                  <a:lnTo>
                    <a:pt x="132803" y="165203"/>
                  </a:lnTo>
                  <a:lnTo>
                    <a:pt x="103414" y="200410"/>
                  </a:lnTo>
                  <a:lnTo>
                    <a:pt x="77254" y="238208"/>
                  </a:lnTo>
                  <a:lnTo>
                    <a:pt x="54535" y="278384"/>
                  </a:lnTo>
                  <a:lnTo>
                    <a:pt x="35469" y="320726"/>
                  </a:lnTo>
                  <a:lnTo>
                    <a:pt x="20270" y="365020"/>
                  </a:lnTo>
                  <a:lnTo>
                    <a:pt x="9150" y="411054"/>
                  </a:lnTo>
                  <a:lnTo>
                    <a:pt x="2323" y="458615"/>
                  </a:lnTo>
                  <a:lnTo>
                    <a:pt x="0" y="507492"/>
                  </a:lnTo>
                  <a:lnTo>
                    <a:pt x="2323" y="556368"/>
                  </a:lnTo>
                  <a:lnTo>
                    <a:pt x="9150" y="603929"/>
                  </a:lnTo>
                  <a:lnTo>
                    <a:pt x="20270" y="649963"/>
                  </a:lnTo>
                  <a:lnTo>
                    <a:pt x="35469" y="694257"/>
                  </a:lnTo>
                  <a:lnTo>
                    <a:pt x="54535" y="736599"/>
                  </a:lnTo>
                  <a:lnTo>
                    <a:pt x="77254" y="776775"/>
                  </a:lnTo>
                  <a:lnTo>
                    <a:pt x="103414" y="814573"/>
                  </a:lnTo>
                  <a:lnTo>
                    <a:pt x="132803" y="849780"/>
                  </a:lnTo>
                  <a:lnTo>
                    <a:pt x="165208" y="882184"/>
                  </a:lnTo>
                  <a:lnTo>
                    <a:pt x="200416" y="911573"/>
                  </a:lnTo>
                  <a:lnTo>
                    <a:pt x="238214" y="937732"/>
                  </a:lnTo>
                  <a:lnTo>
                    <a:pt x="278390" y="960451"/>
                  </a:lnTo>
                  <a:lnTo>
                    <a:pt x="320731" y="979516"/>
                  </a:lnTo>
                  <a:lnTo>
                    <a:pt x="365024" y="994714"/>
                  </a:lnTo>
                  <a:lnTo>
                    <a:pt x="411057" y="1005833"/>
                  </a:lnTo>
                  <a:lnTo>
                    <a:pt x="458617" y="1012660"/>
                  </a:lnTo>
                  <a:lnTo>
                    <a:pt x="507491" y="1014984"/>
                  </a:lnTo>
                  <a:lnTo>
                    <a:pt x="556368" y="1012660"/>
                  </a:lnTo>
                  <a:lnTo>
                    <a:pt x="603929" y="1005833"/>
                  </a:lnTo>
                  <a:lnTo>
                    <a:pt x="649963" y="994714"/>
                  </a:lnTo>
                  <a:lnTo>
                    <a:pt x="694257" y="979516"/>
                  </a:lnTo>
                  <a:lnTo>
                    <a:pt x="736599" y="960451"/>
                  </a:lnTo>
                  <a:lnTo>
                    <a:pt x="776775" y="937732"/>
                  </a:lnTo>
                  <a:lnTo>
                    <a:pt x="814573" y="911573"/>
                  </a:lnTo>
                  <a:lnTo>
                    <a:pt x="849780" y="882184"/>
                  </a:lnTo>
                  <a:lnTo>
                    <a:pt x="882184" y="849780"/>
                  </a:lnTo>
                  <a:lnTo>
                    <a:pt x="911573" y="814573"/>
                  </a:lnTo>
                  <a:lnTo>
                    <a:pt x="937732" y="776775"/>
                  </a:lnTo>
                  <a:lnTo>
                    <a:pt x="960451" y="736599"/>
                  </a:lnTo>
                  <a:lnTo>
                    <a:pt x="979516" y="694257"/>
                  </a:lnTo>
                  <a:lnTo>
                    <a:pt x="994714" y="649963"/>
                  </a:lnTo>
                  <a:lnTo>
                    <a:pt x="1005833" y="603929"/>
                  </a:lnTo>
                  <a:lnTo>
                    <a:pt x="1012660" y="556368"/>
                  </a:lnTo>
                  <a:lnTo>
                    <a:pt x="1014983" y="507492"/>
                  </a:lnTo>
                  <a:lnTo>
                    <a:pt x="1012660" y="458615"/>
                  </a:lnTo>
                  <a:lnTo>
                    <a:pt x="1005833" y="411054"/>
                  </a:lnTo>
                  <a:lnTo>
                    <a:pt x="994714" y="365020"/>
                  </a:lnTo>
                  <a:lnTo>
                    <a:pt x="979516" y="320726"/>
                  </a:lnTo>
                  <a:lnTo>
                    <a:pt x="960451" y="278384"/>
                  </a:lnTo>
                  <a:lnTo>
                    <a:pt x="937732" y="238208"/>
                  </a:lnTo>
                  <a:lnTo>
                    <a:pt x="911573" y="200410"/>
                  </a:lnTo>
                  <a:lnTo>
                    <a:pt x="882184" y="165203"/>
                  </a:lnTo>
                  <a:lnTo>
                    <a:pt x="849780" y="132799"/>
                  </a:lnTo>
                  <a:lnTo>
                    <a:pt x="814573" y="103410"/>
                  </a:lnTo>
                  <a:lnTo>
                    <a:pt x="776775" y="77251"/>
                  </a:lnTo>
                  <a:lnTo>
                    <a:pt x="736599" y="54532"/>
                  </a:lnTo>
                  <a:lnTo>
                    <a:pt x="694257" y="35467"/>
                  </a:lnTo>
                  <a:lnTo>
                    <a:pt x="649963" y="20269"/>
                  </a:lnTo>
                  <a:lnTo>
                    <a:pt x="603929" y="9150"/>
                  </a:lnTo>
                  <a:lnTo>
                    <a:pt x="556368" y="2323"/>
                  </a:lnTo>
                  <a:lnTo>
                    <a:pt x="507491" y="0"/>
                  </a:lnTo>
                  <a:close/>
                </a:path>
              </a:pathLst>
            </a:custGeom>
            <a:solidFill>
              <a:srgbClr val="0A163B"/>
            </a:solidFill>
          </p:spPr>
          <p:txBody>
            <a:bodyPr wrap="square" lIns="0" tIns="0" rIns="0" bIns="0" rtlCol="0"/>
            <a:lstStyle/>
            <a:p>
              <a:endParaRPr/>
            </a:p>
          </p:txBody>
        </p:sp>
        <p:sp>
          <p:nvSpPr>
            <p:cNvPr id="7" name="object 7"/>
            <p:cNvSpPr/>
            <p:nvPr/>
          </p:nvSpPr>
          <p:spPr>
            <a:xfrm>
              <a:off x="1333500" y="2827020"/>
              <a:ext cx="100584" cy="100583"/>
            </a:xfrm>
            <a:prstGeom prst="rect">
              <a:avLst/>
            </a:prstGeom>
            <a:blipFill>
              <a:blip r:embed="rId3" cstate="print"/>
              <a:stretch>
                <a:fillRect/>
              </a:stretch>
            </a:blipFill>
          </p:spPr>
          <p:txBody>
            <a:bodyPr wrap="square" lIns="0" tIns="0" rIns="0" bIns="0" rtlCol="0"/>
            <a:lstStyle/>
            <a:p>
              <a:endParaRPr/>
            </a:p>
          </p:txBody>
        </p:sp>
        <p:sp>
          <p:nvSpPr>
            <p:cNvPr id="8" name="object 8"/>
            <p:cNvSpPr/>
            <p:nvPr/>
          </p:nvSpPr>
          <p:spPr>
            <a:xfrm>
              <a:off x="766572" y="2939795"/>
              <a:ext cx="1219200" cy="1635760"/>
            </a:xfrm>
            <a:custGeom>
              <a:avLst/>
              <a:gdLst/>
              <a:ahLst/>
              <a:cxnLst/>
              <a:rect l="l" t="t" r="r" b="b"/>
              <a:pathLst>
                <a:path w="1219200" h="1635760">
                  <a:moveTo>
                    <a:pt x="1219200" y="821436"/>
                  </a:moveTo>
                  <a:lnTo>
                    <a:pt x="1217168" y="771575"/>
                  </a:lnTo>
                  <a:lnTo>
                    <a:pt x="1211224" y="722820"/>
                  </a:lnTo>
                  <a:lnTo>
                    <a:pt x="1201483" y="675322"/>
                  </a:lnTo>
                  <a:lnTo>
                    <a:pt x="1188123" y="629259"/>
                  </a:lnTo>
                  <a:lnTo>
                    <a:pt x="1171295" y="584758"/>
                  </a:lnTo>
                  <a:lnTo>
                    <a:pt x="1151166" y="541997"/>
                  </a:lnTo>
                  <a:lnTo>
                    <a:pt x="1127874" y="501129"/>
                  </a:lnTo>
                  <a:lnTo>
                    <a:pt x="1101585" y="462305"/>
                  </a:lnTo>
                  <a:lnTo>
                    <a:pt x="1072451" y="425678"/>
                  </a:lnTo>
                  <a:lnTo>
                    <a:pt x="1040638" y="391414"/>
                  </a:lnTo>
                  <a:lnTo>
                    <a:pt x="950468" y="317246"/>
                  </a:lnTo>
                  <a:lnTo>
                    <a:pt x="910209" y="295402"/>
                  </a:lnTo>
                  <a:lnTo>
                    <a:pt x="880745" y="307721"/>
                  </a:lnTo>
                  <a:lnTo>
                    <a:pt x="870369" y="320408"/>
                  </a:lnTo>
                  <a:lnTo>
                    <a:pt x="862533" y="334962"/>
                  </a:lnTo>
                  <a:lnTo>
                    <a:pt x="857580" y="351053"/>
                  </a:lnTo>
                  <a:lnTo>
                    <a:pt x="855853" y="368300"/>
                  </a:lnTo>
                  <a:lnTo>
                    <a:pt x="863219" y="386207"/>
                  </a:lnTo>
                  <a:lnTo>
                    <a:pt x="892924" y="402209"/>
                  </a:lnTo>
                  <a:lnTo>
                    <a:pt x="967994" y="463931"/>
                  </a:lnTo>
                  <a:lnTo>
                    <a:pt x="1000683" y="499859"/>
                  </a:lnTo>
                  <a:lnTo>
                    <a:pt x="1029843" y="538797"/>
                  </a:lnTo>
                  <a:lnTo>
                    <a:pt x="1055217" y="580491"/>
                  </a:lnTo>
                  <a:lnTo>
                    <a:pt x="1076540" y="624687"/>
                  </a:lnTo>
                  <a:lnTo>
                    <a:pt x="1093571" y="671131"/>
                  </a:lnTo>
                  <a:lnTo>
                    <a:pt x="1106043" y="719582"/>
                  </a:lnTo>
                  <a:lnTo>
                    <a:pt x="1113713" y="769759"/>
                  </a:lnTo>
                  <a:lnTo>
                    <a:pt x="1116330" y="821436"/>
                  </a:lnTo>
                  <a:lnTo>
                    <a:pt x="1114005" y="870115"/>
                  </a:lnTo>
                  <a:lnTo>
                    <a:pt x="1107186" y="917486"/>
                  </a:lnTo>
                  <a:lnTo>
                    <a:pt x="1096086" y="963333"/>
                  </a:lnTo>
                  <a:lnTo>
                    <a:pt x="1080909" y="1007452"/>
                  </a:lnTo>
                  <a:lnTo>
                    <a:pt x="1061885" y="1049616"/>
                  </a:lnTo>
                  <a:lnTo>
                    <a:pt x="1039202" y="1089634"/>
                  </a:lnTo>
                  <a:lnTo>
                    <a:pt x="1013079" y="1127290"/>
                  </a:lnTo>
                  <a:lnTo>
                    <a:pt x="983742" y="1162354"/>
                  </a:lnTo>
                  <a:lnTo>
                    <a:pt x="951382" y="1194625"/>
                  </a:lnTo>
                  <a:lnTo>
                    <a:pt x="916228" y="1223899"/>
                  </a:lnTo>
                  <a:lnTo>
                    <a:pt x="878484" y="1249959"/>
                  </a:lnTo>
                  <a:lnTo>
                    <a:pt x="838377" y="1272578"/>
                  </a:lnTo>
                  <a:lnTo>
                    <a:pt x="796099" y="1291577"/>
                  </a:lnTo>
                  <a:lnTo>
                    <a:pt x="751865" y="1306715"/>
                  </a:lnTo>
                  <a:lnTo>
                    <a:pt x="705891" y="1317790"/>
                  </a:lnTo>
                  <a:lnTo>
                    <a:pt x="658406" y="1324584"/>
                  </a:lnTo>
                  <a:lnTo>
                    <a:pt x="609600" y="1326896"/>
                  </a:lnTo>
                  <a:lnTo>
                    <a:pt x="560793" y="1324584"/>
                  </a:lnTo>
                  <a:lnTo>
                    <a:pt x="513295" y="1317790"/>
                  </a:lnTo>
                  <a:lnTo>
                    <a:pt x="467321" y="1306715"/>
                  </a:lnTo>
                  <a:lnTo>
                    <a:pt x="423100" y="1291577"/>
                  </a:lnTo>
                  <a:lnTo>
                    <a:pt x="380822" y="1272578"/>
                  </a:lnTo>
                  <a:lnTo>
                    <a:pt x="340702" y="1249959"/>
                  </a:lnTo>
                  <a:lnTo>
                    <a:pt x="302958" y="1223899"/>
                  </a:lnTo>
                  <a:lnTo>
                    <a:pt x="267792" y="1194625"/>
                  </a:lnTo>
                  <a:lnTo>
                    <a:pt x="235432" y="1162354"/>
                  </a:lnTo>
                  <a:lnTo>
                    <a:pt x="206095" y="1127290"/>
                  </a:lnTo>
                  <a:lnTo>
                    <a:pt x="179971" y="1089634"/>
                  </a:lnTo>
                  <a:lnTo>
                    <a:pt x="157276" y="1049616"/>
                  </a:lnTo>
                  <a:lnTo>
                    <a:pt x="138239" y="1007452"/>
                  </a:lnTo>
                  <a:lnTo>
                    <a:pt x="123063" y="963333"/>
                  </a:lnTo>
                  <a:lnTo>
                    <a:pt x="111963" y="917486"/>
                  </a:lnTo>
                  <a:lnTo>
                    <a:pt x="105143" y="870115"/>
                  </a:lnTo>
                  <a:lnTo>
                    <a:pt x="102831" y="821436"/>
                  </a:lnTo>
                  <a:lnTo>
                    <a:pt x="105143" y="772769"/>
                  </a:lnTo>
                  <a:lnTo>
                    <a:pt x="111963" y="725398"/>
                  </a:lnTo>
                  <a:lnTo>
                    <a:pt x="123063" y="679551"/>
                  </a:lnTo>
                  <a:lnTo>
                    <a:pt x="138239" y="635431"/>
                  </a:lnTo>
                  <a:lnTo>
                    <a:pt x="157276" y="593267"/>
                  </a:lnTo>
                  <a:lnTo>
                    <a:pt x="179971" y="553250"/>
                  </a:lnTo>
                  <a:lnTo>
                    <a:pt x="206095" y="515594"/>
                  </a:lnTo>
                  <a:lnTo>
                    <a:pt x="235432" y="480529"/>
                  </a:lnTo>
                  <a:lnTo>
                    <a:pt x="267792" y="448259"/>
                  </a:lnTo>
                  <a:lnTo>
                    <a:pt x="302958" y="418985"/>
                  </a:lnTo>
                  <a:lnTo>
                    <a:pt x="340702" y="392925"/>
                  </a:lnTo>
                  <a:lnTo>
                    <a:pt x="380822" y="370306"/>
                  </a:lnTo>
                  <a:lnTo>
                    <a:pt x="423100" y="351307"/>
                  </a:lnTo>
                  <a:lnTo>
                    <a:pt x="467321" y="336169"/>
                  </a:lnTo>
                  <a:lnTo>
                    <a:pt x="513295" y="325094"/>
                  </a:lnTo>
                  <a:lnTo>
                    <a:pt x="560793" y="318300"/>
                  </a:lnTo>
                  <a:lnTo>
                    <a:pt x="609600" y="315976"/>
                  </a:lnTo>
                  <a:lnTo>
                    <a:pt x="667004" y="321691"/>
                  </a:lnTo>
                  <a:lnTo>
                    <a:pt x="667004" y="315976"/>
                  </a:lnTo>
                  <a:lnTo>
                    <a:pt x="667004" y="225031"/>
                  </a:lnTo>
                  <a:lnTo>
                    <a:pt x="667512" y="222504"/>
                  </a:lnTo>
                  <a:lnTo>
                    <a:pt x="667512" y="50292"/>
                  </a:lnTo>
                  <a:lnTo>
                    <a:pt x="663562" y="30708"/>
                  </a:lnTo>
                  <a:lnTo>
                    <a:pt x="652792" y="14719"/>
                  </a:lnTo>
                  <a:lnTo>
                    <a:pt x="636803" y="3949"/>
                  </a:lnTo>
                  <a:lnTo>
                    <a:pt x="617220" y="0"/>
                  </a:lnTo>
                  <a:lnTo>
                    <a:pt x="597623" y="3949"/>
                  </a:lnTo>
                  <a:lnTo>
                    <a:pt x="581634" y="14719"/>
                  </a:lnTo>
                  <a:lnTo>
                    <a:pt x="570865" y="30708"/>
                  </a:lnTo>
                  <a:lnTo>
                    <a:pt x="566928" y="50292"/>
                  </a:lnTo>
                  <a:lnTo>
                    <a:pt x="566928" y="215011"/>
                  </a:lnTo>
                  <a:lnTo>
                    <a:pt x="561949" y="215201"/>
                  </a:lnTo>
                  <a:lnTo>
                    <a:pt x="515315" y="220599"/>
                  </a:lnTo>
                  <a:lnTo>
                    <a:pt x="469811" y="229425"/>
                  </a:lnTo>
                  <a:lnTo>
                    <a:pt x="425589" y="241554"/>
                  </a:lnTo>
                  <a:lnTo>
                    <a:pt x="382778" y="256857"/>
                  </a:lnTo>
                  <a:lnTo>
                    <a:pt x="341503" y="275183"/>
                  </a:lnTo>
                  <a:lnTo>
                    <a:pt x="301917" y="296392"/>
                  </a:lnTo>
                  <a:lnTo>
                    <a:pt x="264096" y="320408"/>
                  </a:lnTo>
                  <a:lnTo>
                    <a:pt x="228320" y="346964"/>
                  </a:lnTo>
                  <a:lnTo>
                    <a:pt x="194576" y="376047"/>
                  </a:lnTo>
                  <a:lnTo>
                    <a:pt x="163068" y="407492"/>
                  </a:lnTo>
                  <a:lnTo>
                    <a:pt x="133908" y="441134"/>
                  </a:lnTo>
                  <a:lnTo>
                    <a:pt x="107251" y="476872"/>
                  </a:lnTo>
                  <a:lnTo>
                    <a:pt x="83223" y="514553"/>
                  </a:lnTo>
                  <a:lnTo>
                    <a:pt x="61950" y="554050"/>
                  </a:lnTo>
                  <a:lnTo>
                    <a:pt x="43586" y="595210"/>
                  </a:lnTo>
                  <a:lnTo>
                    <a:pt x="28257" y="637921"/>
                  </a:lnTo>
                  <a:lnTo>
                    <a:pt x="16090" y="682028"/>
                  </a:lnTo>
                  <a:lnTo>
                    <a:pt x="7239" y="727405"/>
                  </a:lnTo>
                  <a:lnTo>
                    <a:pt x="1828" y="773925"/>
                  </a:lnTo>
                  <a:lnTo>
                    <a:pt x="0" y="821436"/>
                  </a:lnTo>
                  <a:lnTo>
                    <a:pt x="1828" y="868959"/>
                  </a:lnTo>
                  <a:lnTo>
                    <a:pt x="7239" y="915479"/>
                  </a:lnTo>
                  <a:lnTo>
                    <a:pt x="16090" y="960856"/>
                  </a:lnTo>
                  <a:lnTo>
                    <a:pt x="28257" y="1004963"/>
                  </a:lnTo>
                  <a:lnTo>
                    <a:pt x="43586" y="1047673"/>
                  </a:lnTo>
                  <a:lnTo>
                    <a:pt x="61950" y="1088834"/>
                  </a:lnTo>
                  <a:lnTo>
                    <a:pt x="83223" y="1128331"/>
                  </a:lnTo>
                  <a:lnTo>
                    <a:pt x="107251" y="1166012"/>
                  </a:lnTo>
                  <a:lnTo>
                    <a:pt x="133908" y="1201750"/>
                  </a:lnTo>
                  <a:lnTo>
                    <a:pt x="163068" y="1235392"/>
                  </a:lnTo>
                  <a:lnTo>
                    <a:pt x="194576" y="1266837"/>
                  </a:lnTo>
                  <a:lnTo>
                    <a:pt x="228320" y="1295920"/>
                  </a:lnTo>
                  <a:lnTo>
                    <a:pt x="264134" y="1322514"/>
                  </a:lnTo>
                  <a:lnTo>
                    <a:pt x="301917" y="1346492"/>
                  </a:lnTo>
                  <a:lnTo>
                    <a:pt x="341503" y="1367701"/>
                  </a:lnTo>
                  <a:lnTo>
                    <a:pt x="382778" y="1386027"/>
                  </a:lnTo>
                  <a:lnTo>
                    <a:pt x="425589" y="1401330"/>
                  </a:lnTo>
                  <a:lnTo>
                    <a:pt x="469811" y="1413459"/>
                  </a:lnTo>
                  <a:lnTo>
                    <a:pt x="515315" y="1422285"/>
                  </a:lnTo>
                  <a:lnTo>
                    <a:pt x="561949" y="1427683"/>
                  </a:lnTo>
                  <a:lnTo>
                    <a:pt x="566928" y="1427886"/>
                  </a:lnTo>
                  <a:lnTo>
                    <a:pt x="566928" y="1584960"/>
                  </a:lnTo>
                  <a:lnTo>
                    <a:pt x="570865" y="1604556"/>
                  </a:lnTo>
                  <a:lnTo>
                    <a:pt x="581634" y="1620545"/>
                  </a:lnTo>
                  <a:lnTo>
                    <a:pt x="597623" y="1631315"/>
                  </a:lnTo>
                  <a:lnTo>
                    <a:pt x="617220" y="1635252"/>
                  </a:lnTo>
                  <a:lnTo>
                    <a:pt x="636803" y="1631315"/>
                  </a:lnTo>
                  <a:lnTo>
                    <a:pt x="652792" y="1620545"/>
                  </a:lnTo>
                  <a:lnTo>
                    <a:pt x="663562" y="1604556"/>
                  </a:lnTo>
                  <a:lnTo>
                    <a:pt x="667512" y="1584960"/>
                  </a:lnTo>
                  <a:lnTo>
                    <a:pt x="667512" y="1426502"/>
                  </a:lnTo>
                  <a:lnTo>
                    <a:pt x="703872" y="1422285"/>
                  </a:lnTo>
                  <a:lnTo>
                    <a:pt x="749376" y="1413459"/>
                  </a:lnTo>
                  <a:lnTo>
                    <a:pt x="793597" y="1401330"/>
                  </a:lnTo>
                  <a:lnTo>
                    <a:pt x="836409" y="1386027"/>
                  </a:lnTo>
                  <a:lnTo>
                    <a:pt x="877684" y="1367701"/>
                  </a:lnTo>
                  <a:lnTo>
                    <a:pt x="917270" y="1346492"/>
                  </a:lnTo>
                  <a:lnTo>
                    <a:pt x="948131" y="1326896"/>
                  </a:lnTo>
                  <a:lnTo>
                    <a:pt x="955052" y="1322514"/>
                  </a:lnTo>
                  <a:lnTo>
                    <a:pt x="990866" y="1295920"/>
                  </a:lnTo>
                  <a:lnTo>
                    <a:pt x="1024610" y="1266837"/>
                  </a:lnTo>
                  <a:lnTo>
                    <a:pt x="1056119" y="1235392"/>
                  </a:lnTo>
                  <a:lnTo>
                    <a:pt x="1085278" y="1201750"/>
                  </a:lnTo>
                  <a:lnTo>
                    <a:pt x="1111935" y="1166012"/>
                  </a:lnTo>
                  <a:lnTo>
                    <a:pt x="1135964" y="1128331"/>
                  </a:lnTo>
                  <a:lnTo>
                    <a:pt x="1157236" y="1088834"/>
                  </a:lnTo>
                  <a:lnTo>
                    <a:pt x="1175600" y="1047673"/>
                  </a:lnTo>
                  <a:lnTo>
                    <a:pt x="1190929" y="1004963"/>
                  </a:lnTo>
                  <a:lnTo>
                    <a:pt x="1203096" y="960856"/>
                  </a:lnTo>
                  <a:lnTo>
                    <a:pt x="1211948" y="915479"/>
                  </a:lnTo>
                  <a:lnTo>
                    <a:pt x="1217358" y="868959"/>
                  </a:lnTo>
                  <a:lnTo>
                    <a:pt x="1219200" y="821436"/>
                  </a:lnTo>
                  <a:close/>
                </a:path>
              </a:pathLst>
            </a:custGeom>
            <a:solidFill>
              <a:srgbClr val="00D9CE"/>
            </a:solidFill>
          </p:spPr>
          <p:txBody>
            <a:bodyPr wrap="square" lIns="0" tIns="0" rIns="0" bIns="0" rtlCol="0"/>
            <a:lstStyle/>
            <a:p>
              <a:endParaRPr/>
            </a:p>
          </p:txBody>
        </p:sp>
        <p:sp>
          <p:nvSpPr>
            <p:cNvPr id="9" name="object 9"/>
            <p:cNvSpPr/>
            <p:nvPr/>
          </p:nvSpPr>
          <p:spPr>
            <a:xfrm>
              <a:off x="1333500" y="4607052"/>
              <a:ext cx="100584" cy="100584"/>
            </a:xfrm>
            <a:prstGeom prst="rect">
              <a:avLst/>
            </a:prstGeom>
            <a:blipFill>
              <a:blip r:embed="rId3" cstate="print"/>
              <a:stretch>
                <a:fillRect/>
              </a:stretch>
            </a:blipFill>
          </p:spPr>
          <p:txBody>
            <a:bodyPr wrap="square" lIns="0" tIns="0" rIns="0" bIns="0" rtlCol="0"/>
            <a:lstStyle/>
            <a:p>
              <a:endParaRPr/>
            </a:p>
          </p:txBody>
        </p:sp>
        <p:sp>
          <p:nvSpPr>
            <p:cNvPr id="10" name="object 10"/>
            <p:cNvSpPr/>
            <p:nvPr/>
          </p:nvSpPr>
          <p:spPr>
            <a:xfrm>
              <a:off x="1434084" y="4619244"/>
              <a:ext cx="672465" cy="76200"/>
            </a:xfrm>
            <a:custGeom>
              <a:avLst/>
              <a:gdLst/>
              <a:ahLst/>
              <a:cxnLst/>
              <a:rect l="l" t="t" r="r" b="b"/>
              <a:pathLst>
                <a:path w="672464" h="76200">
                  <a:moveTo>
                    <a:pt x="595884" y="0"/>
                  </a:moveTo>
                  <a:lnTo>
                    <a:pt x="595884" y="76199"/>
                  </a:lnTo>
                  <a:lnTo>
                    <a:pt x="659384" y="44449"/>
                  </a:lnTo>
                  <a:lnTo>
                    <a:pt x="608584" y="44449"/>
                  </a:lnTo>
                  <a:lnTo>
                    <a:pt x="608584" y="31749"/>
                  </a:lnTo>
                  <a:lnTo>
                    <a:pt x="659384" y="31749"/>
                  </a:lnTo>
                  <a:lnTo>
                    <a:pt x="595884" y="0"/>
                  </a:lnTo>
                  <a:close/>
                </a:path>
                <a:path w="672464" h="76200">
                  <a:moveTo>
                    <a:pt x="595884" y="31749"/>
                  </a:moveTo>
                  <a:lnTo>
                    <a:pt x="0" y="31749"/>
                  </a:lnTo>
                  <a:lnTo>
                    <a:pt x="0" y="44449"/>
                  </a:lnTo>
                  <a:lnTo>
                    <a:pt x="595884" y="44449"/>
                  </a:lnTo>
                  <a:lnTo>
                    <a:pt x="595884" y="31749"/>
                  </a:lnTo>
                  <a:close/>
                </a:path>
                <a:path w="672464" h="76200">
                  <a:moveTo>
                    <a:pt x="659384" y="31749"/>
                  </a:moveTo>
                  <a:lnTo>
                    <a:pt x="608584" y="31749"/>
                  </a:lnTo>
                  <a:lnTo>
                    <a:pt x="608584" y="44449"/>
                  </a:lnTo>
                  <a:lnTo>
                    <a:pt x="659384" y="44449"/>
                  </a:lnTo>
                  <a:lnTo>
                    <a:pt x="672084" y="38099"/>
                  </a:lnTo>
                  <a:lnTo>
                    <a:pt x="659384" y="31749"/>
                  </a:lnTo>
                  <a:close/>
                </a:path>
              </a:pathLst>
            </a:custGeom>
            <a:solidFill>
              <a:srgbClr val="00D9CE"/>
            </a:solidFill>
          </p:spPr>
          <p:txBody>
            <a:bodyPr wrap="square" lIns="0" tIns="0" rIns="0" bIns="0" rtlCol="0"/>
            <a:lstStyle/>
            <a:p>
              <a:endParaRPr/>
            </a:p>
          </p:txBody>
        </p:sp>
        <p:sp>
          <p:nvSpPr>
            <p:cNvPr id="11" name="object 11"/>
            <p:cNvSpPr/>
            <p:nvPr/>
          </p:nvSpPr>
          <p:spPr>
            <a:xfrm>
              <a:off x="2650236" y="3253740"/>
              <a:ext cx="1015365" cy="1015365"/>
            </a:xfrm>
            <a:custGeom>
              <a:avLst/>
              <a:gdLst/>
              <a:ahLst/>
              <a:cxnLst/>
              <a:rect l="l" t="t" r="r" b="b"/>
              <a:pathLst>
                <a:path w="1015364" h="1015364">
                  <a:moveTo>
                    <a:pt x="507491" y="0"/>
                  </a:moveTo>
                  <a:lnTo>
                    <a:pt x="458615" y="2323"/>
                  </a:lnTo>
                  <a:lnTo>
                    <a:pt x="411054" y="9150"/>
                  </a:lnTo>
                  <a:lnTo>
                    <a:pt x="365020" y="20269"/>
                  </a:lnTo>
                  <a:lnTo>
                    <a:pt x="320726" y="35467"/>
                  </a:lnTo>
                  <a:lnTo>
                    <a:pt x="278384" y="54532"/>
                  </a:lnTo>
                  <a:lnTo>
                    <a:pt x="238208" y="77251"/>
                  </a:lnTo>
                  <a:lnTo>
                    <a:pt x="200410" y="103410"/>
                  </a:lnTo>
                  <a:lnTo>
                    <a:pt x="165203" y="132799"/>
                  </a:lnTo>
                  <a:lnTo>
                    <a:pt x="132799" y="165203"/>
                  </a:lnTo>
                  <a:lnTo>
                    <a:pt x="103410" y="200410"/>
                  </a:lnTo>
                  <a:lnTo>
                    <a:pt x="77251" y="238208"/>
                  </a:lnTo>
                  <a:lnTo>
                    <a:pt x="54532" y="278384"/>
                  </a:lnTo>
                  <a:lnTo>
                    <a:pt x="35467" y="320726"/>
                  </a:lnTo>
                  <a:lnTo>
                    <a:pt x="20269" y="365020"/>
                  </a:lnTo>
                  <a:lnTo>
                    <a:pt x="9150" y="411054"/>
                  </a:lnTo>
                  <a:lnTo>
                    <a:pt x="2323" y="458615"/>
                  </a:lnTo>
                  <a:lnTo>
                    <a:pt x="0" y="507492"/>
                  </a:lnTo>
                  <a:lnTo>
                    <a:pt x="2323" y="556368"/>
                  </a:lnTo>
                  <a:lnTo>
                    <a:pt x="9150" y="603929"/>
                  </a:lnTo>
                  <a:lnTo>
                    <a:pt x="20269" y="649963"/>
                  </a:lnTo>
                  <a:lnTo>
                    <a:pt x="35467" y="694257"/>
                  </a:lnTo>
                  <a:lnTo>
                    <a:pt x="54532" y="736599"/>
                  </a:lnTo>
                  <a:lnTo>
                    <a:pt x="77251" y="776775"/>
                  </a:lnTo>
                  <a:lnTo>
                    <a:pt x="103410" y="814573"/>
                  </a:lnTo>
                  <a:lnTo>
                    <a:pt x="132799" y="849780"/>
                  </a:lnTo>
                  <a:lnTo>
                    <a:pt x="165203" y="882184"/>
                  </a:lnTo>
                  <a:lnTo>
                    <a:pt x="200410" y="911573"/>
                  </a:lnTo>
                  <a:lnTo>
                    <a:pt x="238208" y="937732"/>
                  </a:lnTo>
                  <a:lnTo>
                    <a:pt x="278384" y="960451"/>
                  </a:lnTo>
                  <a:lnTo>
                    <a:pt x="320726" y="979516"/>
                  </a:lnTo>
                  <a:lnTo>
                    <a:pt x="365020" y="994714"/>
                  </a:lnTo>
                  <a:lnTo>
                    <a:pt x="411054" y="1005833"/>
                  </a:lnTo>
                  <a:lnTo>
                    <a:pt x="458615" y="1012660"/>
                  </a:lnTo>
                  <a:lnTo>
                    <a:pt x="507491" y="1014984"/>
                  </a:lnTo>
                  <a:lnTo>
                    <a:pt x="556368" y="1012660"/>
                  </a:lnTo>
                  <a:lnTo>
                    <a:pt x="603929" y="1005833"/>
                  </a:lnTo>
                  <a:lnTo>
                    <a:pt x="649963" y="994714"/>
                  </a:lnTo>
                  <a:lnTo>
                    <a:pt x="694257" y="979516"/>
                  </a:lnTo>
                  <a:lnTo>
                    <a:pt x="736599" y="960451"/>
                  </a:lnTo>
                  <a:lnTo>
                    <a:pt x="776775" y="937732"/>
                  </a:lnTo>
                  <a:lnTo>
                    <a:pt x="814573" y="911573"/>
                  </a:lnTo>
                  <a:lnTo>
                    <a:pt x="849780" y="882184"/>
                  </a:lnTo>
                  <a:lnTo>
                    <a:pt x="882184" y="849780"/>
                  </a:lnTo>
                  <a:lnTo>
                    <a:pt x="911573" y="814573"/>
                  </a:lnTo>
                  <a:lnTo>
                    <a:pt x="937732" y="776775"/>
                  </a:lnTo>
                  <a:lnTo>
                    <a:pt x="960451" y="736599"/>
                  </a:lnTo>
                  <a:lnTo>
                    <a:pt x="979516" y="694257"/>
                  </a:lnTo>
                  <a:lnTo>
                    <a:pt x="994714" y="649963"/>
                  </a:lnTo>
                  <a:lnTo>
                    <a:pt x="1005833" y="603929"/>
                  </a:lnTo>
                  <a:lnTo>
                    <a:pt x="1012660" y="556368"/>
                  </a:lnTo>
                  <a:lnTo>
                    <a:pt x="1014984" y="507492"/>
                  </a:lnTo>
                  <a:lnTo>
                    <a:pt x="1012660" y="458615"/>
                  </a:lnTo>
                  <a:lnTo>
                    <a:pt x="1005833" y="411054"/>
                  </a:lnTo>
                  <a:lnTo>
                    <a:pt x="994714" y="365020"/>
                  </a:lnTo>
                  <a:lnTo>
                    <a:pt x="979516" y="320726"/>
                  </a:lnTo>
                  <a:lnTo>
                    <a:pt x="960451" y="278384"/>
                  </a:lnTo>
                  <a:lnTo>
                    <a:pt x="937732" y="238208"/>
                  </a:lnTo>
                  <a:lnTo>
                    <a:pt x="911573" y="200410"/>
                  </a:lnTo>
                  <a:lnTo>
                    <a:pt x="882184" y="165203"/>
                  </a:lnTo>
                  <a:lnTo>
                    <a:pt x="849780" y="132799"/>
                  </a:lnTo>
                  <a:lnTo>
                    <a:pt x="814573" y="103410"/>
                  </a:lnTo>
                  <a:lnTo>
                    <a:pt x="776775" y="77251"/>
                  </a:lnTo>
                  <a:lnTo>
                    <a:pt x="736599" y="54532"/>
                  </a:lnTo>
                  <a:lnTo>
                    <a:pt x="694257" y="35467"/>
                  </a:lnTo>
                  <a:lnTo>
                    <a:pt x="649963" y="20269"/>
                  </a:lnTo>
                  <a:lnTo>
                    <a:pt x="603929" y="9150"/>
                  </a:lnTo>
                  <a:lnTo>
                    <a:pt x="556368" y="2323"/>
                  </a:lnTo>
                  <a:lnTo>
                    <a:pt x="507491" y="0"/>
                  </a:lnTo>
                  <a:close/>
                </a:path>
              </a:pathLst>
            </a:custGeom>
            <a:solidFill>
              <a:srgbClr val="0A163B"/>
            </a:solidFill>
          </p:spPr>
          <p:txBody>
            <a:bodyPr wrap="square" lIns="0" tIns="0" rIns="0" bIns="0" rtlCol="0"/>
            <a:lstStyle/>
            <a:p>
              <a:endParaRPr/>
            </a:p>
          </p:txBody>
        </p:sp>
        <p:sp>
          <p:nvSpPr>
            <p:cNvPr id="12" name="object 12"/>
            <p:cNvSpPr/>
            <p:nvPr/>
          </p:nvSpPr>
          <p:spPr>
            <a:xfrm>
              <a:off x="3115055" y="2959608"/>
              <a:ext cx="100965" cy="271780"/>
            </a:xfrm>
            <a:custGeom>
              <a:avLst/>
              <a:gdLst/>
              <a:ahLst/>
              <a:cxnLst/>
              <a:rect l="l" t="t" r="r" b="b"/>
              <a:pathLst>
                <a:path w="100964" h="271780">
                  <a:moveTo>
                    <a:pt x="50292" y="0"/>
                  </a:moveTo>
                  <a:lnTo>
                    <a:pt x="30700" y="3946"/>
                  </a:lnTo>
                  <a:lnTo>
                    <a:pt x="14716" y="14716"/>
                  </a:lnTo>
                  <a:lnTo>
                    <a:pt x="3946" y="30700"/>
                  </a:lnTo>
                  <a:lnTo>
                    <a:pt x="0" y="50291"/>
                  </a:lnTo>
                  <a:lnTo>
                    <a:pt x="0" y="220979"/>
                  </a:lnTo>
                  <a:lnTo>
                    <a:pt x="3946" y="240571"/>
                  </a:lnTo>
                  <a:lnTo>
                    <a:pt x="14716" y="256555"/>
                  </a:lnTo>
                  <a:lnTo>
                    <a:pt x="30700" y="267325"/>
                  </a:lnTo>
                  <a:lnTo>
                    <a:pt x="50292" y="271271"/>
                  </a:lnTo>
                  <a:lnTo>
                    <a:pt x="69883" y="267325"/>
                  </a:lnTo>
                  <a:lnTo>
                    <a:pt x="85867" y="256555"/>
                  </a:lnTo>
                  <a:lnTo>
                    <a:pt x="96637" y="240571"/>
                  </a:lnTo>
                  <a:lnTo>
                    <a:pt x="100583" y="220979"/>
                  </a:lnTo>
                  <a:lnTo>
                    <a:pt x="100583" y="50291"/>
                  </a:lnTo>
                  <a:lnTo>
                    <a:pt x="96637" y="30700"/>
                  </a:lnTo>
                  <a:lnTo>
                    <a:pt x="85867" y="14716"/>
                  </a:lnTo>
                  <a:lnTo>
                    <a:pt x="69883" y="3946"/>
                  </a:lnTo>
                  <a:lnTo>
                    <a:pt x="50292" y="0"/>
                  </a:lnTo>
                  <a:close/>
                </a:path>
              </a:pathLst>
            </a:custGeom>
            <a:solidFill>
              <a:srgbClr val="FF8E01"/>
            </a:solidFill>
          </p:spPr>
          <p:txBody>
            <a:bodyPr wrap="square" lIns="0" tIns="0" rIns="0" bIns="0" rtlCol="0"/>
            <a:lstStyle/>
            <a:p>
              <a:endParaRPr/>
            </a:p>
          </p:txBody>
        </p:sp>
        <p:sp>
          <p:nvSpPr>
            <p:cNvPr id="13" name="object 13"/>
            <p:cNvSpPr/>
            <p:nvPr/>
          </p:nvSpPr>
          <p:spPr>
            <a:xfrm>
              <a:off x="3115055" y="4607052"/>
              <a:ext cx="100583" cy="100584"/>
            </a:xfrm>
            <a:prstGeom prst="rect">
              <a:avLst/>
            </a:prstGeom>
            <a:blipFill>
              <a:blip r:embed="rId4" cstate="print"/>
              <a:stretch>
                <a:fillRect/>
              </a:stretch>
            </a:blipFill>
          </p:spPr>
          <p:txBody>
            <a:bodyPr wrap="square" lIns="0" tIns="0" rIns="0" bIns="0" rtlCol="0"/>
            <a:lstStyle/>
            <a:p>
              <a:endParaRPr/>
            </a:p>
          </p:txBody>
        </p:sp>
        <p:sp>
          <p:nvSpPr>
            <p:cNvPr id="14" name="object 14"/>
            <p:cNvSpPr/>
            <p:nvPr/>
          </p:nvSpPr>
          <p:spPr>
            <a:xfrm>
              <a:off x="2549652" y="3153155"/>
              <a:ext cx="1217930" cy="1442085"/>
            </a:xfrm>
            <a:custGeom>
              <a:avLst/>
              <a:gdLst/>
              <a:ahLst/>
              <a:cxnLst/>
              <a:rect l="l" t="t" r="r" b="b"/>
              <a:pathLst>
                <a:path w="1217929" h="1442085">
                  <a:moveTo>
                    <a:pt x="1217676" y="608076"/>
                  </a:moveTo>
                  <a:lnTo>
                    <a:pt x="1215834" y="560565"/>
                  </a:lnTo>
                  <a:lnTo>
                    <a:pt x="1210437" y="514045"/>
                  </a:lnTo>
                  <a:lnTo>
                    <a:pt x="1201597" y="468668"/>
                  </a:lnTo>
                  <a:lnTo>
                    <a:pt x="1189443" y="424561"/>
                  </a:lnTo>
                  <a:lnTo>
                    <a:pt x="1174140" y="381850"/>
                  </a:lnTo>
                  <a:lnTo>
                    <a:pt x="1155788" y="340690"/>
                  </a:lnTo>
                  <a:lnTo>
                    <a:pt x="1134554" y="301193"/>
                  </a:lnTo>
                  <a:lnTo>
                    <a:pt x="1110551" y="263512"/>
                  </a:lnTo>
                  <a:lnTo>
                    <a:pt x="1083932" y="227774"/>
                  </a:lnTo>
                  <a:lnTo>
                    <a:pt x="1054811" y="194132"/>
                  </a:lnTo>
                  <a:lnTo>
                    <a:pt x="1023340" y="162687"/>
                  </a:lnTo>
                  <a:lnTo>
                    <a:pt x="989647" y="133604"/>
                  </a:lnTo>
                  <a:lnTo>
                    <a:pt x="953871" y="107010"/>
                  </a:lnTo>
                  <a:lnTo>
                    <a:pt x="916139" y="83032"/>
                  </a:lnTo>
                  <a:lnTo>
                    <a:pt x="876604" y="61823"/>
                  </a:lnTo>
                  <a:lnTo>
                    <a:pt x="835380" y="43497"/>
                  </a:lnTo>
                  <a:lnTo>
                    <a:pt x="792619" y="28194"/>
                  </a:lnTo>
                  <a:lnTo>
                    <a:pt x="748449" y="16065"/>
                  </a:lnTo>
                  <a:lnTo>
                    <a:pt x="702995" y="7239"/>
                  </a:lnTo>
                  <a:lnTo>
                    <a:pt x="656412" y="1841"/>
                  </a:lnTo>
                  <a:lnTo>
                    <a:pt x="608838" y="0"/>
                  </a:lnTo>
                  <a:lnTo>
                    <a:pt x="561251" y="1841"/>
                  </a:lnTo>
                  <a:lnTo>
                    <a:pt x="514667" y="7239"/>
                  </a:lnTo>
                  <a:lnTo>
                    <a:pt x="469214" y="16065"/>
                  </a:lnTo>
                  <a:lnTo>
                    <a:pt x="425043" y="28194"/>
                  </a:lnTo>
                  <a:lnTo>
                    <a:pt x="382282" y="43497"/>
                  </a:lnTo>
                  <a:lnTo>
                    <a:pt x="341058" y="61823"/>
                  </a:lnTo>
                  <a:lnTo>
                    <a:pt x="301523" y="83032"/>
                  </a:lnTo>
                  <a:lnTo>
                    <a:pt x="263791" y="107010"/>
                  </a:lnTo>
                  <a:lnTo>
                    <a:pt x="228015" y="133604"/>
                  </a:lnTo>
                  <a:lnTo>
                    <a:pt x="194322" y="162687"/>
                  </a:lnTo>
                  <a:lnTo>
                    <a:pt x="162852" y="194132"/>
                  </a:lnTo>
                  <a:lnTo>
                    <a:pt x="133731" y="227774"/>
                  </a:lnTo>
                  <a:lnTo>
                    <a:pt x="107111" y="263512"/>
                  </a:lnTo>
                  <a:lnTo>
                    <a:pt x="83108" y="301193"/>
                  </a:lnTo>
                  <a:lnTo>
                    <a:pt x="61874" y="340690"/>
                  </a:lnTo>
                  <a:lnTo>
                    <a:pt x="43522" y="381850"/>
                  </a:lnTo>
                  <a:lnTo>
                    <a:pt x="28219" y="424561"/>
                  </a:lnTo>
                  <a:lnTo>
                    <a:pt x="16065" y="468668"/>
                  </a:lnTo>
                  <a:lnTo>
                    <a:pt x="7226" y="514045"/>
                  </a:lnTo>
                  <a:lnTo>
                    <a:pt x="1828" y="560565"/>
                  </a:lnTo>
                  <a:lnTo>
                    <a:pt x="0" y="608076"/>
                  </a:lnTo>
                  <a:lnTo>
                    <a:pt x="1828" y="655599"/>
                  </a:lnTo>
                  <a:lnTo>
                    <a:pt x="7226" y="702119"/>
                  </a:lnTo>
                  <a:lnTo>
                    <a:pt x="16065" y="747496"/>
                  </a:lnTo>
                  <a:lnTo>
                    <a:pt x="28219" y="791603"/>
                  </a:lnTo>
                  <a:lnTo>
                    <a:pt x="43522" y="834313"/>
                  </a:lnTo>
                  <a:lnTo>
                    <a:pt x="61874" y="875474"/>
                  </a:lnTo>
                  <a:lnTo>
                    <a:pt x="83108" y="914971"/>
                  </a:lnTo>
                  <a:lnTo>
                    <a:pt x="107111" y="952652"/>
                  </a:lnTo>
                  <a:lnTo>
                    <a:pt x="133731" y="988390"/>
                  </a:lnTo>
                  <a:lnTo>
                    <a:pt x="162852" y="1022032"/>
                  </a:lnTo>
                  <a:lnTo>
                    <a:pt x="194322" y="1053477"/>
                  </a:lnTo>
                  <a:lnTo>
                    <a:pt x="228015" y="1082560"/>
                  </a:lnTo>
                  <a:lnTo>
                    <a:pt x="263791" y="1109154"/>
                  </a:lnTo>
                  <a:lnTo>
                    <a:pt x="301523" y="1133132"/>
                  </a:lnTo>
                  <a:lnTo>
                    <a:pt x="341058" y="1154341"/>
                  </a:lnTo>
                  <a:lnTo>
                    <a:pt x="382282" y="1172667"/>
                  </a:lnTo>
                  <a:lnTo>
                    <a:pt x="425043" y="1187970"/>
                  </a:lnTo>
                  <a:lnTo>
                    <a:pt x="469214" y="1200099"/>
                  </a:lnTo>
                  <a:lnTo>
                    <a:pt x="514667" y="1208925"/>
                  </a:lnTo>
                  <a:lnTo>
                    <a:pt x="561251" y="1214323"/>
                  </a:lnTo>
                  <a:lnTo>
                    <a:pt x="566343" y="1214526"/>
                  </a:lnTo>
                  <a:lnTo>
                    <a:pt x="565404" y="1219200"/>
                  </a:lnTo>
                  <a:lnTo>
                    <a:pt x="565404" y="1391412"/>
                  </a:lnTo>
                  <a:lnTo>
                    <a:pt x="569341" y="1411008"/>
                  </a:lnTo>
                  <a:lnTo>
                    <a:pt x="580110" y="1426997"/>
                  </a:lnTo>
                  <a:lnTo>
                    <a:pt x="596099" y="1437767"/>
                  </a:lnTo>
                  <a:lnTo>
                    <a:pt x="615696" y="1441704"/>
                  </a:lnTo>
                  <a:lnTo>
                    <a:pt x="635279" y="1437767"/>
                  </a:lnTo>
                  <a:lnTo>
                    <a:pt x="651268" y="1426997"/>
                  </a:lnTo>
                  <a:lnTo>
                    <a:pt x="662038" y="1411008"/>
                  </a:lnTo>
                  <a:lnTo>
                    <a:pt x="665988" y="1391412"/>
                  </a:lnTo>
                  <a:lnTo>
                    <a:pt x="665988" y="1219200"/>
                  </a:lnTo>
                  <a:lnTo>
                    <a:pt x="664248" y="1210627"/>
                  </a:lnTo>
                  <a:lnTo>
                    <a:pt x="666115" y="1210437"/>
                  </a:lnTo>
                  <a:lnTo>
                    <a:pt x="666115" y="1113536"/>
                  </a:lnTo>
                  <a:lnTo>
                    <a:pt x="666115" y="1107821"/>
                  </a:lnTo>
                  <a:lnTo>
                    <a:pt x="608838" y="1113536"/>
                  </a:lnTo>
                  <a:lnTo>
                    <a:pt x="560082" y="1111224"/>
                  </a:lnTo>
                  <a:lnTo>
                    <a:pt x="512660" y="1104430"/>
                  </a:lnTo>
                  <a:lnTo>
                    <a:pt x="466750" y="1093355"/>
                  </a:lnTo>
                  <a:lnTo>
                    <a:pt x="422579" y="1078217"/>
                  </a:lnTo>
                  <a:lnTo>
                    <a:pt x="380352" y="1059218"/>
                  </a:lnTo>
                  <a:lnTo>
                    <a:pt x="340283" y="1036599"/>
                  </a:lnTo>
                  <a:lnTo>
                    <a:pt x="302590" y="1010539"/>
                  </a:lnTo>
                  <a:lnTo>
                    <a:pt x="267487" y="981265"/>
                  </a:lnTo>
                  <a:lnTo>
                    <a:pt x="235165" y="948994"/>
                  </a:lnTo>
                  <a:lnTo>
                    <a:pt x="205854" y="913930"/>
                  </a:lnTo>
                  <a:lnTo>
                    <a:pt x="179768" y="876274"/>
                  </a:lnTo>
                  <a:lnTo>
                    <a:pt x="157111" y="836256"/>
                  </a:lnTo>
                  <a:lnTo>
                    <a:pt x="138099" y="794092"/>
                  </a:lnTo>
                  <a:lnTo>
                    <a:pt x="122948" y="749973"/>
                  </a:lnTo>
                  <a:lnTo>
                    <a:pt x="111861" y="704126"/>
                  </a:lnTo>
                  <a:lnTo>
                    <a:pt x="105054" y="656755"/>
                  </a:lnTo>
                  <a:lnTo>
                    <a:pt x="102743" y="608076"/>
                  </a:lnTo>
                  <a:lnTo>
                    <a:pt x="105054" y="559409"/>
                  </a:lnTo>
                  <a:lnTo>
                    <a:pt x="111861" y="512038"/>
                  </a:lnTo>
                  <a:lnTo>
                    <a:pt x="122948" y="466191"/>
                  </a:lnTo>
                  <a:lnTo>
                    <a:pt x="138099" y="422071"/>
                  </a:lnTo>
                  <a:lnTo>
                    <a:pt x="157111" y="379907"/>
                  </a:lnTo>
                  <a:lnTo>
                    <a:pt x="179768" y="339890"/>
                  </a:lnTo>
                  <a:lnTo>
                    <a:pt x="205854" y="302234"/>
                  </a:lnTo>
                  <a:lnTo>
                    <a:pt x="235165" y="267169"/>
                  </a:lnTo>
                  <a:lnTo>
                    <a:pt x="267487" y="234899"/>
                  </a:lnTo>
                  <a:lnTo>
                    <a:pt x="302590" y="205625"/>
                  </a:lnTo>
                  <a:lnTo>
                    <a:pt x="340283" y="179565"/>
                  </a:lnTo>
                  <a:lnTo>
                    <a:pt x="380352" y="156946"/>
                  </a:lnTo>
                  <a:lnTo>
                    <a:pt x="422579" y="137947"/>
                  </a:lnTo>
                  <a:lnTo>
                    <a:pt x="466750" y="122809"/>
                  </a:lnTo>
                  <a:lnTo>
                    <a:pt x="512660" y="111734"/>
                  </a:lnTo>
                  <a:lnTo>
                    <a:pt x="560082" y="104940"/>
                  </a:lnTo>
                  <a:lnTo>
                    <a:pt x="608838" y="102616"/>
                  </a:lnTo>
                  <a:lnTo>
                    <a:pt x="657580" y="104940"/>
                  </a:lnTo>
                  <a:lnTo>
                    <a:pt x="705002" y="111734"/>
                  </a:lnTo>
                  <a:lnTo>
                    <a:pt x="750912" y="122809"/>
                  </a:lnTo>
                  <a:lnTo>
                    <a:pt x="795083" y="137947"/>
                  </a:lnTo>
                  <a:lnTo>
                    <a:pt x="837311" y="156946"/>
                  </a:lnTo>
                  <a:lnTo>
                    <a:pt x="877379" y="179565"/>
                  </a:lnTo>
                  <a:lnTo>
                    <a:pt x="915073" y="205625"/>
                  </a:lnTo>
                  <a:lnTo>
                    <a:pt x="950175" y="234899"/>
                  </a:lnTo>
                  <a:lnTo>
                    <a:pt x="982497" y="267169"/>
                  </a:lnTo>
                  <a:lnTo>
                    <a:pt x="1011809" y="302234"/>
                  </a:lnTo>
                  <a:lnTo>
                    <a:pt x="1037894" y="339890"/>
                  </a:lnTo>
                  <a:lnTo>
                    <a:pt x="1060551" y="379907"/>
                  </a:lnTo>
                  <a:lnTo>
                    <a:pt x="1079563" y="422071"/>
                  </a:lnTo>
                  <a:lnTo>
                    <a:pt x="1094714" y="466191"/>
                  </a:lnTo>
                  <a:lnTo>
                    <a:pt x="1105801" y="512038"/>
                  </a:lnTo>
                  <a:lnTo>
                    <a:pt x="1112608" y="559409"/>
                  </a:lnTo>
                  <a:lnTo>
                    <a:pt x="1114933" y="608076"/>
                  </a:lnTo>
                  <a:lnTo>
                    <a:pt x="1112316" y="659765"/>
                  </a:lnTo>
                  <a:lnTo>
                    <a:pt x="1104646" y="709942"/>
                  </a:lnTo>
                  <a:lnTo>
                    <a:pt x="1092174" y="758393"/>
                  </a:lnTo>
                  <a:lnTo>
                    <a:pt x="1075156" y="804837"/>
                  </a:lnTo>
                  <a:lnTo>
                    <a:pt x="1053846" y="849033"/>
                  </a:lnTo>
                  <a:lnTo>
                    <a:pt x="1028509" y="890727"/>
                  </a:lnTo>
                  <a:lnTo>
                    <a:pt x="999375" y="929665"/>
                  </a:lnTo>
                  <a:lnTo>
                    <a:pt x="966724" y="965581"/>
                  </a:lnTo>
                  <a:lnTo>
                    <a:pt x="891794" y="1027303"/>
                  </a:lnTo>
                  <a:lnTo>
                    <a:pt x="862076" y="1043305"/>
                  </a:lnTo>
                  <a:lnTo>
                    <a:pt x="854837" y="1061212"/>
                  </a:lnTo>
                  <a:lnTo>
                    <a:pt x="869276" y="1109154"/>
                  </a:lnTo>
                  <a:lnTo>
                    <a:pt x="909066" y="1134110"/>
                  </a:lnTo>
                  <a:lnTo>
                    <a:pt x="949198" y="1112266"/>
                  </a:lnTo>
                  <a:lnTo>
                    <a:pt x="1039368" y="1038098"/>
                  </a:lnTo>
                  <a:lnTo>
                    <a:pt x="1071105" y="1003846"/>
                  </a:lnTo>
                  <a:lnTo>
                    <a:pt x="1100188" y="967219"/>
                  </a:lnTo>
                  <a:lnTo>
                    <a:pt x="1126439" y="928395"/>
                  </a:lnTo>
                  <a:lnTo>
                    <a:pt x="1149692" y="887526"/>
                  </a:lnTo>
                  <a:lnTo>
                    <a:pt x="1169809" y="844765"/>
                  </a:lnTo>
                  <a:lnTo>
                    <a:pt x="1186611" y="800265"/>
                  </a:lnTo>
                  <a:lnTo>
                    <a:pt x="1199959" y="754202"/>
                  </a:lnTo>
                  <a:lnTo>
                    <a:pt x="1209700" y="706704"/>
                  </a:lnTo>
                  <a:lnTo>
                    <a:pt x="1215644" y="657948"/>
                  </a:lnTo>
                  <a:lnTo>
                    <a:pt x="1217676" y="608076"/>
                  </a:lnTo>
                  <a:close/>
                </a:path>
              </a:pathLst>
            </a:custGeom>
            <a:solidFill>
              <a:srgbClr val="FF8E01"/>
            </a:solidFill>
          </p:spPr>
          <p:txBody>
            <a:bodyPr wrap="square" lIns="0" tIns="0" rIns="0" bIns="0" rtlCol="0"/>
            <a:lstStyle/>
            <a:p>
              <a:endParaRPr/>
            </a:p>
          </p:txBody>
        </p:sp>
        <p:sp>
          <p:nvSpPr>
            <p:cNvPr id="15" name="object 15"/>
            <p:cNvSpPr/>
            <p:nvPr/>
          </p:nvSpPr>
          <p:spPr>
            <a:xfrm>
              <a:off x="3115055" y="2827020"/>
              <a:ext cx="100583" cy="100583"/>
            </a:xfrm>
            <a:prstGeom prst="rect">
              <a:avLst/>
            </a:prstGeom>
            <a:blipFill>
              <a:blip r:embed="rId4" cstate="print"/>
              <a:stretch>
                <a:fillRect/>
              </a:stretch>
            </a:blipFill>
          </p:spPr>
          <p:txBody>
            <a:bodyPr wrap="square" lIns="0" tIns="0" rIns="0" bIns="0" rtlCol="0"/>
            <a:lstStyle/>
            <a:p>
              <a:endParaRPr/>
            </a:p>
          </p:txBody>
        </p:sp>
        <p:sp>
          <p:nvSpPr>
            <p:cNvPr id="16" name="object 16"/>
            <p:cNvSpPr/>
            <p:nvPr/>
          </p:nvSpPr>
          <p:spPr>
            <a:xfrm>
              <a:off x="3215639" y="2839212"/>
              <a:ext cx="672465" cy="76200"/>
            </a:xfrm>
            <a:custGeom>
              <a:avLst/>
              <a:gdLst/>
              <a:ahLst/>
              <a:cxnLst/>
              <a:rect l="l" t="t" r="r" b="b"/>
              <a:pathLst>
                <a:path w="672464" h="76200">
                  <a:moveTo>
                    <a:pt x="595884" y="0"/>
                  </a:moveTo>
                  <a:lnTo>
                    <a:pt x="595884" y="76200"/>
                  </a:lnTo>
                  <a:lnTo>
                    <a:pt x="659384" y="44450"/>
                  </a:lnTo>
                  <a:lnTo>
                    <a:pt x="608584" y="44450"/>
                  </a:lnTo>
                  <a:lnTo>
                    <a:pt x="608584" y="31750"/>
                  </a:lnTo>
                  <a:lnTo>
                    <a:pt x="659384" y="31750"/>
                  </a:lnTo>
                  <a:lnTo>
                    <a:pt x="595884" y="0"/>
                  </a:lnTo>
                  <a:close/>
                </a:path>
                <a:path w="672464" h="76200">
                  <a:moveTo>
                    <a:pt x="595884" y="31750"/>
                  </a:moveTo>
                  <a:lnTo>
                    <a:pt x="0" y="31750"/>
                  </a:lnTo>
                  <a:lnTo>
                    <a:pt x="0" y="44450"/>
                  </a:lnTo>
                  <a:lnTo>
                    <a:pt x="595884" y="44450"/>
                  </a:lnTo>
                  <a:lnTo>
                    <a:pt x="595884" y="31750"/>
                  </a:lnTo>
                  <a:close/>
                </a:path>
                <a:path w="672464" h="76200">
                  <a:moveTo>
                    <a:pt x="659384" y="31750"/>
                  </a:moveTo>
                  <a:lnTo>
                    <a:pt x="608584" y="31750"/>
                  </a:lnTo>
                  <a:lnTo>
                    <a:pt x="608584" y="44450"/>
                  </a:lnTo>
                  <a:lnTo>
                    <a:pt x="659384" y="44450"/>
                  </a:lnTo>
                  <a:lnTo>
                    <a:pt x="672084" y="38100"/>
                  </a:lnTo>
                  <a:lnTo>
                    <a:pt x="659384" y="31750"/>
                  </a:lnTo>
                  <a:close/>
                </a:path>
              </a:pathLst>
            </a:custGeom>
            <a:solidFill>
              <a:srgbClr val="FF8E01"/>
            </a:solidFill>
          </p:spPr>
          <p:txBody>
            <a:bodyPr wrap="square" lIns="0" tIns="0" rIns="0" bIns="0" rtlCol="0"/>
            <a:lstStyle/>
            <a:p>
              <a:endParaRPr/>
            </a:p>
          </p:txBody>
        </p:sp>
        <p:sp>
          <p:nvSpPr>
            <p:cNvPr id="17" name="object 17"/>
            <p:cNvSpPr/>
            <p:nvPr/>
          </p:nvSpPr>
          <p:spPr>
            <a:xfrm>
              <a:off x="1359408" y="4779264"/>
              <a:ext cx="893826" cy="454914"/>
            </a:xfrm>
            <a:prstGeom prst="rect">
              <a:avLst/>
            </a:prstGeom>
            <a:blipFill>
              <a:blip r:embed="rId5" cstate="print"/>
              <a:stretch>
                <a:fillRect/>
              </a:stretch>
            </a:blipFill>
          </p:spPr>
          <p:txBody>
            <a:bodyPr wrap="square" lIns="0" tIns="0" rIns="0" bIns="0" rtlCol="0"/>
            <a:lstStyle/>
            <a:p>
              <a:endParaRPr/>
            </a:p>
          </p:txBody>
        </p:sp>
        <p:sp>
          <p:nvSpPr>
            <p:cNvPr id="18" name="object 18"/>
            <p:cNvSpPr/>
            <p:nvPr/>
          </p:nvSpPr>
          <p:spPr>
            <a:xfrm>
              <a:off x="1104900" y="5023104"/>
              <a:ext cx="1344930" cy="454913"/>
            </a:xfrm>
            <a:prstGeom prst="rect">
              <a:avLst/>
            </a:prstGeom>
            <a:blipFill>
              <a:blip r:embed="rId6" cstate="print"/>
              <a:stretch>
                <a:fillRect/>
              </a:stretch>
            </a:blipFill>
          </p:spPr>
          <p:txBody>
            <a:bodyPr wrap="square" lIns="0" tIns="0" rIns="0" bIns="0" rtlCol="0"/>
            <a:lstStyle/>
            <a:p>
              <a:endParaRPr/>
            </a:p>
          </p:txBody>
        </p:sp>
        <p:sp>
          <p:nvSpPr>
            <p:cNvPr id="19" name="object 19"/>
            <p:cNvSpPr/>
            <p:nvPr/>
          </p:nvSpPr>
          <p:spPr>
            <a:xfrm>
              <a:off x="4433316" y="3253740"/>
              <a:ext cx="1015365" cy="1015365"/>
            </a:xfrm>
            <a:custGeom>
              <a:avLst/>
              <a:gdLst/>
              <a:ahLst/>
              <a:cxnLst/>
              <a:rect l="l" t="t" r="r" b="b"/>
              <a:pathLst>
                <a:path w="1015364" h="1015364">
                  <a:moveTo>
                    <a:pt x="507492" y="0"/>
                  </a:moveTo>
                  <a:lnTo>
                    <a:pt x="458615" y="2323"/>
                  </a:lnTo>
                  <a:lnTo>
                    <a:pt x="411054" y="9150"/>
                  </a:lnTo>
                  <a:lnTo>
                    <a:pt x="365020" y="20269"/>
                  </a:lnTo>
                  <a:lnTo>
                    <a:pt x="320726" y="35467"/>
                  </a:lnTo>
                  <a:lnTo>
                    <a:pt x="278384" y="54532"/>
                  </a:lnTo>
                  <a:lnTo>
                    <a:pt x="238208" y="77251"/>
                  </a:lnTo>
                  <a:lnTo>
                    <a:pt x="200410" y="103410"/>
                  </a:lnTo>
                  <a:lnTo>
                    <a:pt x="165203" y="132799"/>
                  </a:lnTo>
                  <a:lnTo>
                    <a:pt x="132799" y="165203"/>
                  </a:lnTo>
                  <a:lnTo>
                    <a:pt x="103410" y="200410"/>
                  </a:lnTo>
                  <a:lnTo>
                    <a:pt x="77251" y="238208"/>
                  </a:lnTo>
                  <a:lnTo>
                    <a:pt x="54532" y="278384"/>
                  </a:lnTo>
                  <a:lnTo>
                    <a:pt x="35467" y="320726"/>
                  </a:lnTo>
                  <a:lnTo>
                    <a:pt x="20269" y="365020"/>
                  </a:lnTo>
                  <a:lnTo>
                    <a:pt x="9150" y="411054"/>
                  </a:lnTo>
                  <a:lnTo>
                    <a:pt x="2323" y="458615"/>
                  </a:lnTo>
                  <a:lnTo>
                    <a:pt x="0" y="507492"/>
                  </a:lnTo>
                  <a:lnTo>
                    <a:pt x="2323" y="556368"/>
                  </a:lnTo>
                  <a:lnTo>
                    <a:pt x="9150" y="603929"/>
                  </a:lnTo>
                  <a:lnTo>
                    <a:pt x="20269" y="649963"/>
                  </a:lnTo>
                  <a:lnTo>
                    <a:pt x="35467" y="694257"/>
                  </a:lnTo>
                  <a:lnTo>
                    <a:pt x="54532" y="736599"/>
                  </a:lnTo>
                  <a:lnTo>
                    <a:pt x="77251" y="776775"/>
                  </a:lnTo>
                  <a:lnTo>
                    <a:pt x="103410" y="814573"/>
                  </a:lnTo>
                  <a:lnTo>
                    <a:pt x="132799" y="849780"/>
                  </a:lnTo>
                  <a:lnTo>
                    <a:pt x="165203" y="882184"/>
                  </a:lnTo>
                  <a:lnTo>
                    <a:pt x="200410" y="911573"/>
                  </a:lnTo>
                  <a:lnTo>
                    <a:pt x="238208" y="937732"/>
                  </a:lnTo>
                  <a:lnTo>
                    <a:pt x="278384" y="960451"/>
                  </a:lnTo>
                  <a:lnTo>
                    <a:pt x="320726" y="979516"/>
                  </a:lnTo>
                  <a:lnTo>
                    <a:pt x="365020" y="994714"/>
                  </a:lnTo>
                  <a:lnTo>
                    <a:pt x="411054" y="1005833"/>
                  </a:lnTo>
                  <a:lnTo>
                    <a:pt x="458615" y="1012660"/>
                  </a:lnTo>
                  <a:lnTo>
                    <a:pt x="507492" y="1014984"/>
                  </a:lnTo>
                  <a:lnTo>
                    <a:pt x="556368" y="1012660"/>
                  </a:lnTo>
                  <a:lnTo>
                    <a:pt x="603929" y="1005833"/>
                  </a:lnTo>
                  <a:lnTo>
                    <a:pt x="649963" y="994714"/>
                  </a:lnTo>
                  <a:lnTo>
                    <a:pt x="694257" y="979516"/>
                  </a:lnTo>
                  <a:lnTo>
                    <a:pt x="736599" y="960451"/>
                  </a:lnTo>
                  <a:lnTo>
                    <a:pt x="776775" y="937732"/>
                  </a:lnTo>
                  <a:lnTo>
                    <a:pt x="814573" y="911573"/>
                  </a:lnTo>
                  <a:lnTo>
                    <a:pt x="849780" y="882184"/>
                  </a:lnTo>
                  <a:lnTo>
                    <a:pt x="882184" y="849780"/>
                  </a:lnTo>
                  <a:lnTo>
                    <a:pt x="911573" y="814573"/>
                  </a:lnTo>
                  <a:lnTo>
                    <a:pt x="937732" y="776775"/>
                  </a:lnTo>
                  <a:lnTo>
                    <a:pt x="960451" y="736599"/>
                  </a:lnTo>
                  <a:lnTo>
                    <a:pt x="979516" y="694257"/>
                  </a:lnTo>
                  <a:lnTo>
                    <a:pt x="994714" y="649963"/>
                  </a:lnTo>
                  <a:lnTo>
                    <a:pt x="1005833" y="603929"/>
                  </a:lnTo>
                  <a:lnTo>
                    <a:pt x="1012660" y="556368"/>
                  </a:lnTo>
                  <a:lnTo>
                    <a:pt x="1014984" y="507492"/>
                  </a:lnTo>
                  <a:lnTo>
                    <a:pt x="1012660" y="458615"/>
                  </a:lnTo>
                  <a:lnTo>
                    <a:pt x="1005833" y="411054"/>
                  </a:lnTo>
                  <a:lnTo>
                    <a:pt x="994714" y="365020"/>
                  </a:lnTo>
                  <a:lnTo>
                    <a:pt x="979516" y="320726"/>
                  </a:lnTo>
                  <a:lnTo>
                    <a:pt x="960451" y="278384"/>
                  </a:lnTo>
                  <a:lnTo>
                    <a:pt x="937732" y="238208"/>
                  </a:lnTo>
                  <a:lnTo>
                    <a:pt x="911573" y="200410"/>
                  </a:lnTo>
                  <a:lnTo>
                    <a:pt x="882184" y="165203"/>
                  </a:lnTo>
                  <a:lnTo>
                    <a:pt x="849780" y="132799"/>
                  </a:lnTo>
                  <a:lnTo>
                    <a:pt x="814573" y="103410"/>
                  </a:lnTo>
                  <a:lnTo>
                    <a:pt x="776775" y="77251"/>
                  </a:lnTo>
                  <a:lnTo>
                    <a:pt x="736599" y="54532"/>
                  </a:lnTo>
                  <a:lnTo>
                    <a:pt x="694257" y="35467"/>
                  </a:lnTo>
                  <a:lnTo>
                    <a:pt x="649963" y="20269"/>
                  </a:lnTo>
                  <a:lnTo>
                    <a:pt x="603929" y="9150"/>
                  </a:lnTo>
                  <a:lnTo>
                    <a:pt x="556368" y="2323"/>
                  </a:lnTo>
                  <a:lnTo>
                    <a:pt x="507492" y="0"/>
                  </a:lnTo>
                  <a:close/>
                </a:path>
              </a:pathLst>
            </a:custGeom>
            <a:solidFill>
              <a:srgbClr val="0A163B"/>
            </a:solidFill>
          </p:spPr>
          <p:txBody>
            <a:bodyPr wrap="square" lIns="0" tIns="0" rIns="0" bIns="0" rtlCol="0"/>
            <a:lstStyle/>
            <a:p>
              <a:endParaRPr/>
            </a:p>
          </p:txBody>
        </p:sp>
        <p:sp>
          <p:nvSpPr>
            <p:cNvPr id="20" name="object 20"/>
            <p:cNvSpPr/>
            <p:nvPr/>
          </p:nvSpPr>
          <p:spPr>
            <a:xfrm>
              <a:off x="4898136" y="2827020"/>
              <a:ext cx="100584" cy="100583"/>
            </a:xfrm>
            <a:prstGeom prst="rect">
              <a:avLst/>
            </a:prstGeom>
            <a:blipFill>
              <a:blip r:embed="rId7" cstate="print"/>
              <a:stretch>
                <a:fillRect/>
              </a:stretch>
            </a:blipFill>
          </p:spPr>
          <p:txBody>
            <a:bodyPr wrap="square" lIns="0" tIns="0" rIns="0" bIns="0" rtlCol="0"/>
            <a:lstStyle/>
            <a:p>
              <a:endParaRPr/>
            </a:p>
          </p:txBody>
        </p:sp>
        <p:sp>
          <p:nvSpPr>
            <p:cNvPr id="21" name="object 21"/>
            <p:cNvSpPr/>
            <p:nvPr/>
          </p:nvSpPr>
          <p:spPr>
            <a:xfrm>
              <a:off x="4331208" y="2939795"/>
              <a:ext cx="1219200" cy="1635760"/>
            </a:xfrm>
            <a:custGeom>
              <a:avLst/>
              <a:gdLst/>
              <a:ahLst/>
              <a:cxnLst/>
              <a:rect l="l" t="t" r="r" b="b"/>
              <a:pathLst>
                <a:path w="1219200" h="1635760">
                  <a:moveTo>
                    <a:pt x="1219200" y="821436"/>
                  </a:moveTo>
                  <a:lnTo>
                    <a:pt x="1217168" y="771575"/>
                  </a:lnTo>
                  <a:lnTo>
                    <a:pt x="1211224" y="722820"/>
                  </a:lnTo>
                  <a:lnTo>
                    <a:pt x="1201483" y="675322"/>
                  </a:lnTo>
                  <a:lnTo>
                    <a:pt x="1188123" y="629259"/>
                  </a:lnTo>
                  <a:lnTo>
                    <a:pt x="1171295" y="584758"/>
                  </a:lnTo>
                  <a:lnTo>
                    <a:pt x="1151166" y="541997"/>
                  </a:lnTo>
                  <a:lnTo>
                    <a:pt x="1127874" y="501129"/>
                  </a:lnTo>
                  <a:lnTo>
                    <a:pt x="1101585" y="462305"/>
                  </a:lnTo>
                  <a:lnTo>
                    <a:pt x="1072451" y="425678"/>
                  </a:lnTo>
                  <a:lnTo>
                    <a:pt x="1040638" y="391414"/>
                  </a:lnTo>
                  <a:lnTo>
                    <a:pt x="950468" y="317246"/>
                  </a:lnTo>
                  <a:lnTo>
                    <a:pt x="910209" y="295402"/>
                  </a:lnTo>
                  <a:lnTo>
                    <a:pt x="880745" y="307721"/>
                  </a:lnTo>
                  <a:lnTo>
                    <a:pt x="870369" y="320408"/>
                  </a:lnTo>
                  <a:lnTo>
                    <a:pt x="862533" y="334962"/>
                  </a:lnTo>
                  <a:lnTo>
                    <a:pt x="857580" y="351053"/>
                  </a:lnTo>
                  <a:lnTo>
                    <a:pt x="855853" y="368300"/>
                  </a:lnTo>
                  <a:lnTo>
                    <a:pt x="863219" y="386207"/>
                  </a:lnTo>
                  <a:lnTo>
                    <a:pt x="892937" y="402209"/>
                  </a:lnTo>
                  <a:lnTo>
                    <a:pt x="967994" y="463931"/>
                  </a:lnTo>
                  <a:lnTo>
                    <a:pt x="1000683" y="499859"/>
                  </a:lnTo>
                  <a:lnTo>
                    <a:pt x="1029843" y="538797"/>
                  </a:lnTo>
                  <a:lnTo>
                    <a:pt x="1055217" y="580491"/>
                  </a:lnTo>
                  <a:lnTo>
                    <a:pt x="1076540" y="624687"/>
                  </a:lnTo>
                  <a:lnTo>
                    <a:pt x="1093571" y="671131"/>
                  </a:lnTo>
                  <a:lnTo>
                    <a:pt x="1106043" y="719582"/>
                  </a:lnTo>
                  <a:lnTo>
                    <a:pt x="1113713" y="769759"/>
                  </a:lnTo>
                  <a:lnTo>
                    <a:pt x="1116330" y="821436"/>
                  </a:lnTo>
                  <a:lnTo>
                    <a:pt x="1114005" y="870115"/>
                  </a:lnTo>
                  <a:lnTo>
                    <a:pt x="1107186" y="917486"/>
                  </a:lnTo>
                  <a:lnTo>
                    <a:pt x="1096086" y="963333"/>
                  </a:lnTo>
                  <a:lnTo>
                    <a:pt x="1080909" y="1007452"/>
                  </a:lnTo>
                  <a:lnTo>
                    <a:pt x="1061885" y="1049616"/>
                  </a:lnTo>
                  <a:lnTo>
                    <a:pt x="1039202" y="1089634"/>
                  </a:lnTo>
                  <a:lnTo>
                    <a:pt x="1013079" y="1127290"/>
                  </a:lnTo>
                  <a:lnTo>
                    <a:pt x="983742" y="1162354"/>
                  </a:lnTo>
                  <a:lnTo>
                    <a:pt x="951382" y="1194625"/>
                  </a:lnTo>
                  <a:lnTo>
                    <a:pt x="916228" y="1223899"/>
                  </a:lnTo>
                  <a:lnTo>
                    <a:pt x="878484" y="1249959"/>
                  </a:lnTo>
                  <a:lnTo>
                    <a:pt x="838377" y="1272578"/>
                  </a:lnTo>
                  <a:lnTo>
                    <a:pt x="796099" y="1291577"/>
                  </a:lnTo>
                  <a:lnTo>
                    <a:pt x="751865" y="1306715"/>
                  </a:lnTo>
                  <a:lnTo>
                    <a:pt x="705891" y="1317790"/>
                  </a:lnTo>
                  <a:lnTo>
                    <a:pt x="658406" y="1324584"/>
                  </a:lnTo>
                  <a:lnTo>
                    <a:pt x="609600" y="1326896"/>
                  </a:lnTo>
                  <a:lnTo>
                    <a:pt x="560781" y="1324584"/>
                  </a:lnTo>
                  <a:lnTo>
                    <a:pt x="513295" y="1317790"/>
                  </a:lnTo>
                  <a:lnTo>
                    <a:pt x="467321" y="1306715"/>
                  </a:lnTo>
                  <a:lnTo>
                    <a:pt x="423087" y="1291577"/>
                  </a:lnTo>
                  <a:lnTo>
                    <a:pt x="380809" y="1272578"/>
                  </a:lnTo>
                  <a:lnTo>
                    <a:pt x="340702" y="1249959"/>
                  </a:lnTo>
                  <a:lnTo>
                    <a:pt x="302958" y="1223899"/>
                  </a:lnTo>
                  <a:lnTo>
                    <a:pt x="267804" y="1194625"/>
                  </a:lnTo>
                  <a:lnTo>
                    <a:pt x="235445" y="1162354"/>
                  </a:lnTo>
                  <a:lnTo>
                    <a:pt x="206108" y="1127290"/>
                  </a:lnTo>
                  <a:lnTo>
                    <a:pt x="179984" y="1089634"/>
                  </a:lnTo>
                  <a:lnTo>
                    <a:pt x="157302" y="1049616"/>
                  </a:lnTo>
                  <a:lnTo>
                    <a:pt x="138277" y="1007452"/>
                  </a:lnTo>
                  <a:lnTo>
                    <a:pt x="123101" y="963333"/>
                  </a:lnTo>
                  <a:lnTo>
                    <a:pt x="112001" y="917486"/>
                  </a:lnTo>
                  <a:lnTo>
                    <a:pt x="105181" y="870115"/>
                  </a:lnTo>
                  <a:lnTo>
                    <a:pt x="102870" y="821436"/>
                  </a:lnTo>
                  <a:lnTo>
                    <a:pt x="105181" y="772769"/>
                  </a:lnTo>
                  <a:lnTo>
                    <a:pt x="112001" y="725398"/>
                  </a:lnTo>
                  <a:lnTo>
                    <a:pt x="123101" y="679551"/>
                  </a:lnTo>
                  <a:lnTo>
                    <a:pt x="138277" y="635431"/>
                  </a:lnTo>
                  <a:lnTo>
                    <a:pt x="157302" y="593267"/>
                  </a:lnTo>
                  <a:lnTo>
                    <a:pt x="179984" y="553250"/>
                  </a:lnTo>
                  <a:lnTo>
                    <a:pt x="206108" y="515594"/>
                  </a:lnTo>
                  <a:lnTo>
                    <a:pt x="235445" y="480529"/>
                  </a:lnTo>
                  <a:lnTo>
                    <a:pt x="267804" y="448259"/>
                  </a:lnTo>
                  <a:lnTo>
                    <a:pt x="302958" y="418985"/>
                  </a:lnTo>
                  <a:lnTo>
                    <a:pt x="340702" y="392925"/>
                  </a:lnTo>
                  <a:lnTo>
                    <a:pt x="380809" y="370306"/>
                  </a:lnTo>
                  <a:lnTo>
                    <a:pt x="423087" y="351307"/>
                  </a:lnTo>
                  <a:lnTo>
                    <a:pt x="467321" y="336169"/>
                  </a:lnTo>
                  <a:lnTo>
                    <a:pt x="513295" y="325094"/>
                  </a:lnTo>
                  <a:lnTo>
                    <a:pt x="560781" y="318300"/>
                  </a:lnTo>
                  <a:lnTo>
                    <a:pt x="609600" y="315976"/>
                  </a:lnTo>
                  <a:lnTo>
                    <a:pt x="667004" y="321691"/>
                  </a:lnTo>
                  <a:lnTo>
                    <a:pt x="667004" y="315976"/>
                  </a:lnTo>
                  <a:lnTo>
                    <a:pt x="667004" y="225031"/>
                  </a:lnTo>
                  <a:lnTo>
                    <a:pt x="667512" y="222504"/>
                  </a:lnTo>
                  <a:lnTo>
                    <a:pt x="667512" y="50292"/>
                  </a:lnTo>
                  <a:lnTo>
                    <a:pt x="663562" y="30708"/>
                  </a:lnTo>
                  <a:lnTo>
                    <a:pt x="652792" y="14719"/>
                  </a:lnTo>
                  <a:lnTo>
                    <a:pt x="636803" y="3949"/>
                  </a:lnTo>
                  <a:lnTo>
                    <a:pt x="617220" y="0"/>
                  </a:lnTo>
                  <a:lnTo>
                    <a:pt x="597623" y="3949"/>
                  </a:lnTo>
                  <a:lnTo>
                    <a:pt x="581634" y="14719"/>
                  </a:lnTo>
                  <a:lnTo>
                    <a:pt x="570865" y="30708"/>
                  </a:lnTo>
                  <a:lnTo>
                    <a:pt x="566928" y="50292"/>
                  </a:lnTo>
                  <a:lnTo>
                    <a:pt x="566928" y="215011"/>
                  </a:lnTo>
                  <a:lnTo>
                    <a:pt x="561949" y="215201"/>
                  </a:lnTo>
                  <a:lnTo>
                    <a:pt x="515315" y="220599"/>
                  </a:lnTo>
                  <a:lnTo>
                    <a:pt x="469811" y="229425"/>
                  </a:lnTo>
                  <a:lnTo>
                    <a:pt x="425589" y="241554"/>
                  </a:lnTo>
                  <a:lnTo>
                    <a:pt x="382778" y="256857"/>
                  </a:lnTo>
                  <a:lnTo>
                    <a:pt x="341503" y="275183"/>
                  </a:lnTo>
                  <a:lnTo>
                    <a:pt x="301917" y="296392"/>
                  </a:lnTo>
                  <a:lnTo>
                    <a:pt x="264096" y="320408"/>
                  </a:lnTo>
                  <a:lnTo>
                    <a:pt x="228320" y="346964"/>
                  </a:lnTo>
                  <a:lnTo>
                    <a:pt x="194576" y="376047"/>
                  </a:lnTo>
                  <a:lnTo>
                    <a:pt x="163068" y="407492"/>
                  </a:lnTo>
                  <a:lnTo>
                    <a:pt x="133908" y="441134"/>
                  </a:lnTo>
                  <a:lnTo>
                    <a:pt x="107251" y="476872"/>
                  </a:lnTo>
                  <a:lnTo>
                    <a:pt x="83223" y="514553"/>
                  </a:lnTo>
                  <a:lnTo>
                    <a:pt x="61950" y="554050"/>
                  </a:lnTo>
                  <a:lnTo>
                    <a:pt x="43586" y="595210"/>
                  </a:lnTo>
                  <a:lnTo>
                    <a:pt x="28257" y="637921"/>
                  </a:lnTo>
                  <a:lnTo>
                    <a:pt x="16090" y="682028"/>
                  </a:lnTo>
                  <a:lnTo>
                    <a:pt x="7239" y="727405"/>
                  </a:lnTo>
                  <a:lnTo>
                    <a:pt x="1828" y="773925"/>
                  </a:lnTo>
                  <a:lnTo>
                    <a:pt x="0" y="821436"/>
                  </a:lnTo>
                  <a:lnTo>
                    <a:pt x="1828" y="868959"/>
                  </a:lnTo>
                  <a:lnTo>
                    <a:pt x="7239" y="915479"/>
                  </a:lnTo>
                  <a:lnTo>
                    <a:pt x="16090" y="960856"/>
                  </a:lnTo>
                  <a:lnTo>
                    <a:pt x="28257" y="1004963"/>
                  </a:lnTo>
                  <a:lnTo>
                    <a:pt x="43586" y="1047673"/>
                  </a:lnTo>
                  <a:lnTo>
                    <a:pt x="61950" y="1088834"/>
                  </a:lnTo>
                  <a:lnTo>
                    <a:pt x="83223" y="1128331"/>
                  </a:lnTo>
                  <a:lnTo>
                    <a:pt x="107251" y="1166012"/>
                  </a:lnTo>
                  <a:lnTo>
                    <a:pt x="133908" y="1201750"/>
                  </a:lnTo>
                  <a:lnTo>
                    <a:pt x="163068" y="1235392"/>
                  </a:lnTo>
                  <a:lnTo>
                    <a:pt x="194576" y="1266837"/>
                  </a:lnTo>
                  <a:lnTo>
                    <a:pt x="228320" y="1295920"/>
                  </a:lnTo>
                  <a:lnTo>
                    <a:pt x="264134" y="1322514"/>
                  </a:lnTo>
                  <a:lnTo>
                    <a:pt x="301917" y="1346492"/>
                  </a:lnTo>
                  <a:lnTo>
                    <a:pt x="341503" y="1367701"/>
                  </a:lnTo>
                  <a:lnTo>
                    <a:pt x="382778" y="1386027"/>
                  </a:lnTo>
                  <a:lnTo>
                    <a:pt x="425589" y="1401330"/>
                  </a:lnTo>
                  <a:lnTo>
                    <a:pt x="469811" y="1413459"/>
                  </a:lnTo>
                  <a:lnTo>
                    <a:pt x="515315" y="1422285"/>
                  </a:lnTo>
                  <a:lnTo>
                    <a:pt x="561949" y="1427683"/>
                  </a:lnTo>
                  <a:lnTo>
                    <a:pt x="566928" y="1427886"/>
                  </a:lnTo>
                  <a:lnTo>
                    <a:pt x="566928" y="1584960"/>
                  </a:lnTo>
                  <a:lnTo>
                    <a:pt x="570865" y="1604556"/>
                  </a:lnTo>
                  <a:lnTo>
                    <a:pt x="581634" y="1620545"/>
                  </a:lnTo>
                  <a:lnTo>
                    <a:pt x="597623" y="1631315"/>
                  </a:lnTo>
                  <a:lnTo>
                    <a:pt x="617220" y="1635252"/>
                  </a:lnTo>
                  <a:lnTo>
                    <a:pt x="636803" y="1631315"/>
                  </a:lnTo>
                  <a:lnTo>
                    <a:pt x="652792" y="1620545"/>
                  </a:lnTo>
                  <a:lnTo>
                    <a:pt x="663562" y="1604556"/>
                  </a:lnTo>
                  <a:lnTo>
                    <a:pt x="667512" y="1584960"/>
                  </a:lnTo>
                  <a:lnTo>
                    <a:pt x="667512" y="1426502"/>
                  </a:lnTo>
                  <a:lnTo>
                    <a:pt x="703872" y="1422285"/>
                  </a:lnTo>
                  <a:lnTo>
                    <a:pt x="749376" y="1413459"/>
                  </a:lnTo>
                  <a:lnTo>
                    <a:pt x="793597" y="1401330"/>
                  </a:lnTo>
                  <a:lnTo>
                    <a:pt x="836409" y="1386027"/>
                  </a:lnTo>
                  <a:lnTo>
                    <a:pt x="877684" y="1367701"/>
                  </a:lnTo>
                  <a:lnTo>
                    <a:pt x="917270" y="1346492"/>
                  </a:lnTo>
                  <a:lnTo>
                    <a:pt x="948131" y="1326896"/>
                  </a:lnTo>
                  <a:lnTo>
                    <a:pt x="955052" y="1322514"/>
                  </a:lnTo>
                  <a:lnTo>
                    <a:pt x="990866" y="1295920"/>
                  </a:lnTo>
                  <a:lnTo>
                    <a:pt x="1024610" y="1266837"/>
                  </a:lnTo>
                  <a:lnTo>
                    <a:pt x="1056119" y="1235392"/>
                  </a:lnTo>
                  <a:lnTo>
                    <a:pt x="1085278" y="1201750"/>
                  </a:lnTo>
                  <a:lnTo>
                    <a:pt x="1111935" y="1166012"/>
                  </a:lnTo>
                  <a:lnTo>
                    <a:pt x="1135964" y="1128331"/>
                  </a:lnTo>
                  <a:lnTo>
                    <a:pt x="1157236" y="1088834"/>
                  </a:lnTo>
                  <a:lnTo>
                    <a:pt x="1175600" y="1047673"/>
                  </a:lnTo>
                  <a:lnTo>
                    <a:pt x="1190929" y="1004963"/>
                  </a:lnTo>
                  <a:lnTo>
                    <a:pt x="1203096" y="960856"/>
                  </a:lnTo>
                  <a:lnTo>
                    <a:pt x="1211948" y="915479"/>
                  </a:lnTo>
                  <a:lnTo>
                    <a:pt x="1217358" y="868959"/>
                  </a:lnTo>
                  <a:lnTo>
                    <a:pt x="1219200" y="821436"/>
                  </a:lnTo>
                  <a:close/>
                </a:path>
              </a:pathLst>
            </a:custGeom>
            <a:solidFill>
              <a:srgbClr val="00D9CE"/>
            </a:solidFill>
          </p:spPr>
          <p:txBody>
            <a:bodyPr wrap="square" lIns="0" tIns="0" rIns="0" bIns="0" rtlCol="0"/>
            <a:lstStyle/>
            <a:p>
              <a:endParaRPr/>
            </a:p>
          </p:txBody>
        </p:sp>
        <p:sp>
          <p:nvSpPr>
            <p:cNvPr id="22" name="object 22"/>
            <p:cNvSpPr/>
            <p:nvPr/>
          </p:nvSpPr>
          <p:spPr>
            <a:xfrm>
              <a:off x="4898136" y="4607052"/>
              <a:ext cx="100584" cy="100584"/>
            </a:xfrm>
            <a:prstGeom prst="rect">
              <a:avLst/>
            </a:prstGeom>
            <a:blipFill>
              <a:blip r:embed="rId7" cstate="print"/>
              <a:stretch>
                <a:fillRect/>
              </a:stretch>
            </a:blipFill>
          </p:spPr>
          <p:txBody>
            <a:bodyPr wrap="square" lIns="0" tIns="0" rIns="0" bIns="0" rtlCol="0"/>
            <a:lstStyle/>
            <a:p>
              <a:endParaRPr/>
            </a:p>
          </p:txBody>
        </p:sp>
        <p:sp>
          <p:nvSpPr>
            <p:cNvPr id="23" name="object 23"/>
            <p:cNvSpPr/>
            <p:nvPr/>
          </p:nvSpPr>
          <p:spPr>
            <a:xfrm>
              <a:off x="4998719" y="4619244"/>
              <a:ext cx="672465" cy="76200"/>
            </a:xfrm>
            <a:custGeom>
              <a:avLst/>
              <a:gdLst/>
              <a:ahLst/>
              <a:cxnLst/>
              <a:rect l="l" t="t" r="r" b="b"/>
              <a:pathLst>
                <a:path w="672464" h="76200">
                  <a:moveTo>
                    <a:pt x="595883" y="0"/>
                  </a:moveTo>
                  <a:lnTo>
                    <a:pt x="595883" y="76199"/>
                  </a:lnTo>
                  <a:lnTo>
                    <a:pt x="659383" y="44449"/>
                  </a:lnTo>
                  <a:lnTo>
                    <a:pt x="608583" y="44449"/>
                  </a:lnTo>
                  <a:lnTo>
                    <a:pt x="608583" y="31749"/>
                  </a:lnTo>
                  <a:lnTo>
                    <a:pt x="659383" y="31749"/>
                  </a:lnTo>
                  <a:lnTo>
                    <a:pt x="595883" y="0"/>
                  </a:lnTo>
                  <a:close/>
                </a:path>
                <a:path w="672464" h="76200">
                  <a:moveTo>
                    <a:pt x="595883" y="31749"/>
                  </a:moveTo>
                  <a:lnTo>
                    <a:pt x="0" y="31749"/>
                  </a:lnTo>
                  <a:lnTo>
                    <a:pt x="0" y="44449"/>
                  </a:lnTo>
                  <a:lnTo>
                    <a:pt x="595883" y="44449"/>
                  </a:lnTo>
                  <a:lnTo>
                    <a:pt x="595883" y="31749"/>
                  </a:lnTo>
                  <a:close/>
                </a:path>
                <a:path w="672464" h="76200">
                  <a:moveTo>
                    <a:pt x="659383" y="31749"/>
                  </a:moveTo>
                  <a:lnTo>
                    <a:pt x="608583" y="31749"/>
                  </a:lnTo>
                  <a:lnTo>
                    <a:pt x="608583" y="44449"/>
                  </a:lnTo>
                  <a:lnTo>
                    <a:pt x="659383" y="44449"/>
                  </a:lnTo>
                  <a:lnTo>
                    <a:pt x="672083" y="38099"/>
                  </a:lnTo>
                  <a:lnTo>
                    <a:pt x="659383" y="31749"/>
                  </a:lnTo>
                  <a:close/>
                </a:path>
              </a:pathLst>
            </a:custGeom>
            <a:solidFill>
              <a:srgbClr val="00D9CE"/>
            </a:solidFill>
          </p:spPr>
          <p:txBody>
            <a:bodyPr wrap="square" lIns="0" tIns="0" rIns="0" bIns="0" rtlCol="0"/>
            <a:lstStyle/>
            <a:p>
              <a:endParaRPr/>
            </a:p>
          </p:txBody>
        </p:sp>
        <p:sp>
          <p:nvSpPr>
            <p:cNvPr id="24" name="object 24"/>
            <p:cNvSpPr/>
            <p:nvPr/>
          </p:nvSpPr>
          <p:spPr>
            <a:xfrm>
              <a:off x="6216395" y="3253740"/>
              <a:ext cx="1015365" cy="1015365"/>
            </a:xfrm>
            <a:custGeom>
              <a:avLst/>
              <a:gdLst/>
              <a:ahLst/>
              <a:cxnLst/>
              <a:rect l="l" t="t" r="r" b="b"/>
              <a:pathLst>
                <a:path w="1015365" h="1015364">
                  <a:moveTo>
                    <a:pt x="507492" y="0"/>
                  </a:moveTo>
                  <a:lnTo>
                    <a:pt x="458615" y="2323"/>
                  </a:lnTo>
                  <a:lnTo>
                    <a:pt x="411054" y="9150"/>
                  </a:lnTo>
                  <a:lnTo>
                    <a:pt x="365020" y="20269"/>
                  </a:lnTo>
                  <a:lnTo>
                    <a:pt x="320726" y="35467"/>
                  </a:lnTo>
                  <a:lnTo>
                    <a:pt x="278384" y="54532"/>
                  </a:lnTo>
                  <a:lnTo>
                    <a:pt x="238208" y="77251"/>
                  </a:lnTo>
                  <a:lnTo>
                    <a:pt x="200410" y="103410"/>
                  </a:lnTo>
                  <a:lnTo>
                    <a:pt x="165203" y="132799"/>
                  </a:lnTo>
                  <a:lnTo>
                    <a:pt x="132799" y="165203"/>
                  </a:lnTo>
                  <a:lnTo>
                    <a:pt x="103410" y="200410"/>
                  </a:lnTo>
                  <a:lnTo>
                    <a:pt x="77251" y="238208"/>
                  </a:lnTo>
                  <a:lnTo>
                    <a:pt x="54532" y="278384"/>
                  </a:lnTo>
                  <a:lnTo>
                    <a:pt x="35467" y="320726"/>
                  </a:lnTo>
                  <a:lnTo>
                    <a:pt x="20269" y="365020"/>
                  </a:lnTo>
                  <a:lnTo>
                    <a:pt x="9150" y="411054"/>
                  </a:lnTo>
                  <a:lnTo>
                    <a:pt x="2323" y="458615"/>
                  </a:lnTo>
                  <a:lnTo>
                    <a:pt x="0" y="507492"/>
                  </a:lnTo>
                  <a:lnTo>
                    <a:pt x="2323" y="556368"/>
                  </a:lnTo>
                  <a:lnTo>
                    <a:pt x="9150" y="603929"/>
                  </a:lnTo>
                  <a:lnTo>
                    <a:pt x="20269" y="649963"/>
                  </a:lnTo>
                  <a:lnTo>
                    <a:pt x="35467" y="694257"/>
                  </a:lnTo>
                  <a:lnTo>
                    <a:pt x="54532" y="736599"/>
                  </a:lnTo>
                  <a:lnTo>
                    <a:pt x="77251" y="776775"/>
                  </a:lnTo>
                  <a:lnTo>
                    <a:pt x="103410" y="814573"/>
                  </a:lnTo>
                  <a:lnTo>
                    <a:pt x="132799" y="849780"/>
                  </a:lnTo>
                  <a:lnTo>
                    <a:pt x="165203" y="882184"/>
                  </a:lnTo>
                  <a:lnTo>
                    <a:pt x="200410" y="911573"/>
                  </a:lnTo>
                  <a:lnTo>
                    <a:pt x="238208" y="937732"/>
                  </a:lnTo>
                  <a:lnTo>
                    <a:pt x="278384" y="960451"/>
                  </a:lnTo>
                  <a:lnTo>
                    <a:pt x="320726" y="979516"/>
                  </a:lnTo>
                  <a:lnTo>
                    <a:pt x="365020" y="994714"/>
                  </a:lnTo>
                  <a:lnTo>
                    <a:pt x="411054" y="1005833"/>
                  </a:lnTo>
                  <a:lnTo>
                    <a:pt x="458615" y="1012660"/>
                  </a:lnTo>
                  <a:lnTo>
                    <a:pt x="507492" y="1014984"/>
                  </a:lnTo>
                  <a:lnTo>
                    <a:pt x="556368" y="1012660"/>
                  </a:lnTo>
                  <a:lnTo>
                    <a:pt x="603929" y="1005833"/>
                  </a:lnTo>
                  <a:lnTo>
                    <a:pt x="649963" y="994714"/>
                  </a:lnTo>
                  <a:lnTo>
                    <a:pt x="694257" y="979516"/>
                  </a:lnTo>
                  <a:lnTo>
                    <a:pt x="736599" y="960451"/>
                  </a:lnTo>
                  <a:lnTo>
                    <a:pt x="776775" y="937732"/>
                  </a:lnTo>
                  <a:lnTo>
                    <a:pt x="814573" y="911573"/>
                  </a:lnTo>
                  <a:lnTo>
                    <a:pt x="849780" y="882184"/>
                  </a:lnTo>
                  <a:lnTo>
                    <a:pt x="882184" y="849780"/>
                  </a:lnTo>
                  <a:lnTo>
                    <a:pt x="911573" y="814573"/>
                  </a:lnTo>
                  <a:lnTo>
                    <a:pt x="937732" y="776775"/>
                  </a:lnTo>
                  <a:lnTo>
                    <a:pt x="960451" y="736599"/>
                  </a:lnTo>
                  <a:lnTo>
                    <a:pt x="979516" y="694257"/>
                  </a:lnTo>
                  <a:lnTo>
                    <a:pt x="994714" y="649963"/>
                  </a:lnTo>
                  <a:lnTo>
                    <a:pt x="1005833" y="603929"/>
                  </a:lnTo>
                  <a:lnTo>
                    <a:pt x="1012660" y="556368"/>
                  </a:lnTo>
                  <a:lnTo>
                    <a:pt x="1014983" y="507492"/>
                  </a:lnTo>
                  <a:lnTo>
                    <a:pt x="1012660" y="458615"/>
                  </a:lnTo>
                  <a:lnTo>
                    <a:pt x="1005833" y="411054"/>
                  </a:lnTo>
                  <a:lnTo>
                    <a:pt x="994714" y="365020"/>
                  </a:lnTo>
                  <a:lnTo>
                    <a:pt x="979516" y="320726"/>
                  </a:lnTo>
                  <a:lnTo>
                    <a:pt x="960451" y="278384"/>
                  </a:lnTo>
                  <a:lnTo>
                    <a:pt x="937732" y="238208"/>
                  </a:lnTo>
                  <a:lnTo>
                    <a:pt x="911573" y="200410"/>
                  </a:lnTo>
                  <a:lnTo>
                    <a:pt x="882184" y="165203"/>
                  </a:lnTo>
                  <a:lnTo>
                    <a:pt x="849780" y="132799"/>
                  </a:lnTo>
                  <a:lnTo>
                    <a:pt x="814573" y="103410"/>
                  </a:lnTo>
                  <a:lnTo>
                    <a:pt x="776775" y="77251"/>
                  </a:lnTo>
                  <a:lnTo>
                    <a:pt x="736599" y="54532"/>
                  </a:lnTo>
                  <a:lnTo>
                    <a:pt x="694257" y="35467"/>
                  </a:lnTo>
                  <a:lnTo>
                    <a:pt x="649963" y="20269"/>
                  </a:lnTo>
                  <a:lnTo>
                    <a:pt x="603929" y="9150"/>
                  </a:lnTo>
                  <a:lnTo>
                    <a:pt x="556368" y="2323"/>
                  </a:lnTo>
                  <a:lnTo>
                    <a:pt x="507492" y="0"/>
                  </a:lnTo>
                  <a:close/>
                </a:path>
              </a:pathLst>
            </a:custGeom>
            <a:solidFill>
              <a:srgbClr val="0A163B"/>
            </a:solidFill>
          </p:spPr>
          <p:txBody>
            <a:bodyPr wrap="square" lIns="0" tIns="0" rIns="0" bIns="0" rtlCol="0"/>
            <a:lstStyle/>
            <a:p>
              <a:endParaRPr/>
            </a:p>
          </p:txBody>
        </p:sp>
        <p:sp>
          <p:nvSpPr>
            <p:cNvPr id="25" name="object 25"/>
            <p:cNvSpPr/>
            <p:nvPr/>
          </p:nvSpPr>
          <p:spPr>
            <a:xfrm>
              <a:off x="6679692" y="2959608"/>
              <a:ext cx="100965" cy="271780"/>
            </a:xfrm>
            <a:custGeom>
              <a:avLst/>
              <a:gdLst/>
              <a:ahLst/>
              <a:cxnLst/>
              <a:rect l="l" t="t" r="r" b="b"/>
              <a:pathLst>
                <a:path w="100965" h="271780">
                  <a:moveTo>
                    <a:pt x="50291" y="0"/>
                  </a:moveTo>
                  <a:lnTo>
                    <a:pt x="30700" y="3946"/>
                  </a:lnTo>
                  <a:lnTo>
                    <a:pt x="14716" y="14716"/>
                  </a:lnTo>
                  <a:lnTo>
                    <a:pt x="3946" y="30700"/>
                  </a:lnTo>
                  <a:lnTo>
                    <a:pt x="0" y="50291"/>
                  </a:lnTo>
                  <a:lnTo>
                    <a:pt x="0" y="220979"/>
                  </a:lnTo>
                  <a:lnTo>
                    <a:pt x="3946" y="240571"/>
                  </a:lnTo>
                  <a:lnTo>
                    <a:pt x="14716" y="256555"/>
                  </a:lnTo>
                  <a:lnTo>
                    <a:pt x="30700" y="267325"/>
                  </a:lnTo>
                  <a:lnTo>
                    <a:pt x="50291" y="271271"/>
                  </a:lnTo>
                  <a:lnTo>
                    <a:pt x="69883" y="267325"/>
                  </a:lnTo>
                  <a:lnTo>
                    <a:pt x="85867" y="256555"/>
                  </a:lnTo>
                  <a:lnTo>
                    <a:pt x="96637" y="240571"/>
                  </a:lnTo>
                  <a:lnTo>
                    <a:pt x="100583" y="220979"/>
                  </a:lnTo>
                  <a:lnTo>
                    <a:pt x="100583" y="50291"/>
                  </a:lnTo>
                  <a:lnTo>
                    <a:pt x="96637" y="30700"/>
                  </a:lnTo>
                  <a:lnTo>
                    <a:pt x="85867" y="14716"/>
                  </a:lnTo>
                  <a:lnTo>
                    <a:pt x="69883" y="3946"/>
                  </a:lnTo>
                  <a:lnTo>
                    <a:pt x="50291" y="0"/>
                  </a:lnTo>
                  <a:close/>
                </a:path>
              </a:pathLst>
            </a:custGeom>
            <a:solidFill>
              <a:srgbClr val="FF8E01"/>
            </a:solidFill>
          </p:spPr>
          <p:txBody>
            <a:bodyPr wrap="square" lIns="0" tIns="0" rIns="0" bIns="0" rtlCol="0"/>
            <a:lstStyle/>
            <a:p>
              <a:endParaRPr/>
            </a:p>
          </p:txBody>
        </p:sp>
        <p:sp>
          <p:nvSpPr>
            <p:cNvPr id="26" name="object 26"/>
            <p:cNvSpPr/>
            <p:nvPr/>
          </p:nvSpPr>
          <p:spPr>
            <a:xfrm>
              <a:off x="6679692" y="4607052"/>
              <a:ext cx="100583" cy="100584"/>
            </a:xfrm>
            <a:prstGeom prst="rect">
              <a:avLst/>
            </a:prstGeom>
            <a:blipFill>
              <a:blip r:embed="rId4" cstate="print"/>
              <a:stretch>
                <a:fillRect/>
              </a:stretch>
            </a:blipFill>
          </p:spPr>
          <p:txBody>
            <a:bodyPr wrap="square" lIns="0" tIns="0" rIns="0" bIns="0" rtlCol="0"/>
            <a:lstStyle/>
            <a:p>
              <a:endParaRPr/>
            </a:p>
          </p:txBody>
        </p:sp>
        <p:sp>
          <p:nvSpPr>
            <p:cNvPr id="27" name="object 27"/>
            <p:cNvSpPr/>
            <p:nvPr/>
          </p:nvSpPr>
          <p:spPr>
            <a:xfrm>
              <a:off x="6114288" y="3153155"/>
              <a:ext cx="1217930" cy="1442085"/>
            </a:xfrm>
            <a:custGeom>
              <a:avLst/>
              <a:gdLst/>
              <a:ahLst/>
              <a:cxnLst/>
              <a:rect l="l" t="t" r="r" b="b"/>
              <a:pathLst>
                <a:path w="1217929" h="1442085">
                  <a:moveTo>
                    <a:pt x="1217676" y="608076"/>
                  </a:moveTo>
                  <a:lnTo>
                    <a:pt x="1215834" y="560565"/>
                  </a:lnTo>
                  <a:lnTo>
                    <a:pt x="1210437" y="514045"/>
                  </a:lnTo>
                  <a:lnTo>
                    <a:pt x="1201597" y="468668"/>
                  </a:lnTo>
                  <a:lnTo>
                    <a:pt x="1189443" y="424561"/>
                  </a:lnTo>
                  <a:lnTo>
                    <a:pt x="1174140" y="381850"/>
                  </a:lnTo>
                  <a:lnTo>
                    <a:pt x="1155788" y="340690"/>
                  </a:lnTo>
                  <a:lnTo>
                    <a:pt x="1134554" y="301193"/>
                  </a:lnTo>
                  <a:lnTo>
                    <a:pt x="1110551" y="263512"/>
                  </a:lnTo>
                  <a:lnTo>
                    <a:pt x="1083932" y="227774"/>
                  </a:lnTo>
                  <a:lnTo>
                    <a:pt x="1054811" y="194132"/>
                  </a:lnTo>
                  <a:lnTo>
                    <a:pt x="1023340" y="162687"/>
                  </a:lnTo>
                  <a:lnTo>
                    <a:pt x="989647" y="133604"/>
                  </a:lnTo>
                  <a:lnTo>
                    <a:pt x="953871" y="107010"/>
                  </a:lnTo>
                  <a:lnTo>
                    <a:pt x="916139" y="83032"/>
                  </a:lnTo>
                  <a:lnTo>
                    <a:pt x="876604" y="61823"/>
                  </a:lnTo>
                  <a:lnTo>
                    <a:pt x="835380" y="43497"/>
                  </a:lnTo>
                  <a:lnTo>
                    <a:pt x="792619" y="28194"/>
                  </a:lnTo>
                  <a:lnTo>
                    <a:pt x="748449" y="16065"/>
                  </a:lnTo>
                  <a:lnTo>
                    <a:pt x="702995" y="7239"/>
                  </a:lnTo>
                  <a:lnTo>
                    <a:pt x="656412" y="1841"/>
                  </a:lnTo>
                  <a:lnTo>
                    <a:pt x="608838" y="0"/>
                  </a:lnTo>
                  <a:lnTo>
                    <a:pt x="561251" y="1841"/>
                  </a:lnTo>
                  <a:lnTo>
                    <a:pt x="514667" y="7239"/>
                  </a:lnTo>
                  <a:lnTo>
                    <a:pt x="469214" y="16065"/>
                  </a:lnTo>
                  <a:lnTo>
                    <a:pt x="425043" y="28194"/>
                  </a:lnTo>
                  <a:lnTo>
                    <a:pt x="382282" y="43497"/>
                  </a:lnTo>
                  <a:lnTo>
                    <a:pt x="341058" y="61823"/>
                  </a:lnTo>
                  <a:lnTo>
                    <a:pt x="301523" y="83032"/>
                  </a:lnTo>
                  <a:lnTo>
                    <a:pt x="263791" y="107010"/>
                  </a:lnTo>
                  <a:lnTo>
                    <a:pt x="228015" y="133604"/>
                  </a:lnTo>
                  <a:lnTo>
                    <a:pt x="194322" y="162687"/>
                  </a:lnTo>
                  <a:lnTo>
                    <a:pt x="162852" y="194132"/>
                  </a:lnTo>
                  <a:lnTo>
                    <a:pt x="133731" y="227774"/>
                  </a:lnTo>
                  <a:lnTo>
                    <a:pt x="107111" y="263512"/>
                  </a:lnTo>
                  <a:lnTo>
                    <a:pt x="83108" y="301193"/>
                  </a:lnTo>
                  <a:lnTo>
                    <a:pt x="61874" y="340690"/>
                  </a:lnTo>
                  <a:lnTo>
                    <a:pt x="43522" y="381850"/>
                  </a:lnTo>
                  <a:lnTo>
                    <a:pt x="28219" y="424561"/>
                  </a:lnTo>
                  <a:lnTo>
                    <a:pt x="16065" y="468668"/>
                  </a:lnTo>
                  <a:lnTo>
                    <a:pt x="7226" y="514045"/>
                  </a:lnTo>
                  <a:lnTo>
                    <a:pt x="1828" y="560565"/>
                  </a:lnTo>
                  <a:lnTo>
                    <a:pt x="0" y="608076"/>
                  </a:lnTo>
                  <a:lnTo>
                    <a:pt x="1828" y="655599"/>
                  </a:lnTo>
                  <a:lnTo>
                    <a:pt x="7226" y="702119"/>
                  </a:lnTo>
                  <a:lnTo>
                    <a:pt x="16065" y="747496"/>
                  </a:lnTo>
                  <a:lnTo>
                    <a:pt x="28219" y="791603"/>
                  </a:lnTo>
                  <a:lnTo>
                    <a:pt x="43522" y="834313"/>
                  </a:lnTo>
                  <a:lnTo>
                    <a:pt x="61874" y="875474"/>
                  </a:lnTo>
                  <a:lnTo>
                    <a:pt x="83108" y="914971"/>
                  </a:lnTo>
                  <a:lnTo>
                    <a:pt x="107111" y="952652"/>
                  </a:lnTo>
                  <a:lnTo>
                    <a:pt x="133731" y="988390"/>
                  </a:lnTo>
                  <a:lnTo>
                    <a:pt x="162852" y="1022032"/>
                  </a:lnTo>
                  <a:lnTo>
                    <a:pt x="194322" y="1053477"/>
                  </a:lnTo>
                  <a:lnTo>
                    <a:pt x="228015" y="1082560"/>
                  </a:lnTo>
                  <a:lnTo>
                    <a:pt x="263791" y="1109154"/>
                  </a:lnTo>
                  <a:lnTo>
                    <a:pt x="301523" y="1133132"/>
                  </a:lnTo>
                  <a:lnTo>
                    <a:pt x="341058" y="1154341"/>
                  </a:lnTo>
                  <a:lnTo>
                    <a:pt x="382282" y="1172667"/>
                  </a:lnTo>
                  <a:lnTo>
                    <a:pt x="425043" y="1187970"/>
                  </a:lnTo>
                  <a:lnTo>
                    <a:pt x="469214" y="1200099"/>
                  </a:lnTo>
                  <a:lnTo>
                    <a:pt x="514667" y="1208925"/>
                  </a:lnTo>
                  <a:lnTo>
                    <a:pt x="561251" y="1214323"/>
                  </a:lnTo>
                  <a:lnTo>
                    <a:pt x="566343" y="1214526"/>
                  </a:lnTo>
                  <a:lnTo>
                    <a:pt x="565404" y="1219200"/>
                  </a:lnTo>
                  <a:lnTo>
                    <a:pt x="565404" y="1391412"/>
                  </a:lnTo>
                  <a:lnTo>
                    <a:pt x="569341" y="1411008"/>
                  </a:lnTo>
                  <a:lnTo>
                    <a:pt x="580110" y="1426997"/>
                  </a:lnTo>
                  <a:lnTo>
                    <a:pt x="596099" y="1437767"/>
                  </a:lnTo>
                  <a:lnTo>
                    <a:pt x="615696" y="1441704"/>
                  </a:lnTo>
                  <a:lnTo>
                    <a:pt x="635279" y="1437767"/>
                  </a:lnTo>
                  <a:lnTo>
                    <a:pt x="651268" y="1426997"/>
                  </a:lnTo>
                  <a:lnTo>
                    <a:pt x="662038" y="1411008"/>
                  </a:lnTo>
                  <a:lnTo>
                    <a:pt x="665988" y="1391412"/>
                  </a:lnTo>
                  <a:lnTo>
                    <a:pt x="665988" y="1219200"/>
                  </a:lnTo>
                  <a:lnTo>
                    <a:pt x="664248" y="1210627"/>
                  </a:lnTo>
                  <a:lnTo>
                    <a:pt x="666115" y="1210437"/>
                  </a:lnTo>
                  <a:lnTo>
                    <a:pt x="666115" y="1113536"/>
                  </a:lnTo>
                  <a:lnTo>
                    <a:pt x="666115" y="1107821"/>
                  </a:lnTo>
                  <a:lnTo>
                    <a:pt x="608838" y="1113536"/>
                  </a:lnTo>
                  <a:lnTo>
                    <a:pt x="560082" y="1111224"/>
                  </a:lnTo>
                  <a:lnTo>
                    <a:pt x="512660" y="1104430"/>
                  </a:lnTo>
                  <a:lnTo>
                    <a:pt x="466750" y="1093355"/>
                  </a:lnTo>
                  <a:lnTo>
                    <a:pt x="422579" y="1078217"/>
                  </a:lnTo>
                  <a:lnTo>
                    <a:pt x="380352" y="1059218"/>
                  </a:lnTo>
                  <a:lnTo>
                    <a:pt x="340283" y="1036599"/>
                  </a:lnTo>
                  <a:lnTo>
                    <a:pt x="302590" y="1010539"/>
                  </a:lnTo>
                  <a:lnTo>
                    <a:pt x="267487" y="981265"/>
                  </a:lnTo>
                  <a:lnTo>
                    <a:pt x="235165" y="948994"/>
                  </a:lnTo>
                  <a:lnTo>
                    <a:pt x="205854" y="913930"/>
                  </a:lnTo>
                  <a:lnTo>
                    <a:pt x="179768" y="876274"/>
                  </a:lnTo>
                  <a:lnTo>
                    <a:pt x="157111" y="836256"/>
                  </a:lnTo>
                  <a:lnTo>
                    <a:pt x="138099" y="794092"/>
                  </a:lnTo>
                  <a:lnTo>
                    <a:pt x="122948" y="749973"/>
                  </a:lnTo>
                  <a:lnTo>
                    <a:pt x="111861" y="704126"/>
                  </a:lnTo>
                  <a:lnTo>
                    <a:pt x="105054" y="656755"/>
                  </a:lnTo>
                  <a:lnTo>
                    <a:pt x="102743" y="608076"/>
                  </a:lnTo>
                  <a:lnTo>
                    <a:pt x="105054" y="559409"/>
                  </a:lnTo>
                  <a:lnTo>
                    <a:pt x="111861" y="512038"/>
                  </a:lnTo>
                  <a:lnTo>
                    <a:pt x="122948" y="466191"/>
                  </a:lnTo>
                  <a:lnTo>
                    <a:pt x="138099" y="422071"/>
                  </a:lnTo>
                  <a:lnTo>
                    <a:pt x="157111" y="379907"/>
                  </a:lnTo>
                  <a:lnTo>
                    <a:pt x="179768" y="339890"/>
                  </a:lnTo>
                  <a:lnTo>
                    <a:pt x="205854" y="302234"/>
                  </a:lnTo>
                  <a:lnTo>
                    <a:pt x="235165" y="267169"/>
                  </a:lnTo>
                  <a:lnTo>
                    <a:pt x="267487" y="234899"/>
                  </a:lnTo>
                  <a:lnTo>
                    <a:pt x="302590" y="205625"/>
                  </a:lnTo>
                  <a:lnTo>
                    <a:pt x="340283" y="179565"/>
                  </a:lnTo>
                  <a:lnTo>
                    <a:pt x="380352" y="156946"/>
                  </a:lnTo>
                  <a:lnTo>
                    <a:pt x="422579" y="137947"/>
                  </a:lnTo>
                  <a:lnTo>
                    <a:pt x="466750" y="122809"/>
                  </a:lnTo>
                  <a:lnTo>
                    <a:pt x="512660" y="111734"/>
                  </a:lnTo>
                  <a:lnTo>
                    <a:pt x="560082" y="104940"/>
                  </a:lnTo>
                  <a:lnTo>
                    <a:pt x="608838" y="102616"/>
                  </a:lnTo>
                  <a:lnTo>
                    <a:pt x="657580" y="104940"/>
                  </a:lnTo>
                  <a:lnTo>
                    <a:pt x="705002" y="111734"/>
                  </a:lnTo>
                  <a:lnTo>
                    <a:pt x="750912" y="122809"/>
                  </a:lnTo>
                  <a:lnTo>
                    <a:pt x="795083" y="137947"/>
                  </a:lnTo>
                  <a:lnTo>
                    <a:pt x="837311" y="156946"/>
                  </a:lnTo>
                  <a:lnTo>
                    <a:pt x="877379" y="179565"/>
                  </a:lnTo>
                  <a:lnTo>
                    <a:pt x="915073" y="205625"/>
                  </a:lnTo>
                  <a:lnTo>
                    <a:pt x="950175" y="234899"/>
                  </a:lnTo>
                  <a:lnTo>
                    <a:pt x="982497" y="267169"/>
                  </a:lnTo>
                  <a:lnTo>
                    <a:pt x="1011809" y="302234"/>
                  </a:lnTo>
                  <a:lnTo>
                    <a:pt x="1037894" y="339890"/>
                  </a:lnTo>
                  <a:lnTo>
                    <a:pt x="1060551" y="379907"/>
                  </a:lnTo>
                  <a:lnTo>
                    <a:pt x="1079563" y="422071"/>
                  </a:lnTo>
                  <a:lnTo>
                    <a:pt x="1094714" y="466191"/>
                  </a:lnTo>
                  <a:lnTo>
                    <a:pt x="1105801" y="512038"/>
                  </a:lnTo>
                  <a:lnTo>
                    <a:pt x="1112608" y="559409"/>
                  </a:lnTo>
                  <a:lnTo>
                    <a:pt x="1114933" y="608076"/>
                  </a:lnTo>
                  <a:lnTo>
                    <a:pt x="1112316" y="659765"/>
                  </a:lnTo>
                  <a:lnTo>
                    <a:pt x="1104646" y="709942"/>
                  </a:lnTo>
                  <a:lnTo>
                    <a:pt x="1092174" y="758393"/>
                  </a:lnTo>
                  <a:lnTo>
                    <a:pt x="1075156" y="804837"/>
                  </a:lnTo>
                  <a:lnTo>
                    <a:pt x="1053846" y="849033"/>
                  </a:lnTo>
                  <a:lnTo>
                    <a:pt x="1028509" y="890727"/>
                  </a:lnTo>
                  <a:lnTo>
                    <a:pt x="999375" y="929665"/>
                  </a:lnTo>
                  <a:lnTo>
                    <a:pt x="966724" y="965581"/>
                  </a:lnTo>
                  <a:lnTo>
                    <a:pt x="891794" y="1027303"/>
                  </a:lnTo>
                  <a:lnTo>
                    <a:pt x="862076" y="1043305"/>
                  </a:lnTo>
                  <a:lnTo>
                    <a:pt x="854837" y="1061212"/>
                  </a:lnTo>
                  <a:lnTo>
                    <a:pt x="869276" y="1109154"/>
                  </a:lnTo>
                  <a:lnTo>
                    <a:pt x="909066" y="1134110"/>
                  </a:lnTo>
                  <a:lnTo>
                    <a:pt x="949198" y="1112266"/>
                  </a:lnTo>
                  <a:lnTo>
                    <a:pt x="1039368" y="1038098"/>
                  </a:lnTo>
                  <a:lnTo>
                    <a:pt x="1071105" y="1003846"/>
                  </a:lnTo>
                  <a:lnTo>
                    <a:pt x="1100188" y="967219"/>
                  </a:lnTo>
                  <a:lnTo>
                    <a:pt x="1126439" y="928395"/>
                  </a:lnTo>
                  <a:lnTo>
                    <a:pt x="1149692" y="887526"/>
                  </a:lnTo>
                  <a:lnTo>
                    <a:pt x="1169809" y="844765"/>
                  </a:lnTo>
                  <a:lnTo>
                    <a:pt x="1186611" y="800265"/>
                  </a:lnTo>
                  <a:lnTo>
                    <a:pt x="1199959" y="754202"/>
                  </a:lnTo>
                  <a:lnTo>
                    <a:pt x="1209700" y="706704"/>
                  </a:lnTo>
                  <a:lnTo>
                    <a:pt x="1215644" y="657948"/>
                  </a:lnTo>
                  <a:lnTo>
                    <a:pt x="1217676" y="608076"/>
                  </a:lnTo>
                  <a:close/>
                </a:path>
              </a:pathLst>
            </a:custGeom>
            <a:solidFill>
              <a:srgbClr val="FF8E01"/>
            </a:solidFill>
          </p:spPr>
          <p:txBody>
            <a:bodyPr wrap="square" lIns="0" tIns="0" rIns="0" bIns="0" rtlCol="0"/>
            <a:lstStyle/>
            <a:p>
              <a:endParaRPr/>
            </a:p>
          </p:txBody>
        </p:sp>
        <p:sp>
          <p:nvSpPr>
            <p:cNvPr id="28" name="object 28"/>
            <p:cNvSpPr/>
            <p:nvPr/>
          </p:nvSpPr>
          <p:spPr>
            <a:xfrm>
              <a:off x="6679692" y="2827020"/>
              <a:ext cx="100583" cy="100583"/>
            </a:xfrm>
            <a:prstGeom prst="rect">
              <a:avLst/>
            </a:prstGeom>
            <a:blipFill>
              <a:blip r:embed="rId4" cstate="print"/>
              <a:stretch>
                <a:fillRect/>
              </a:stretch>
            </a:blipFill>
          </p:spPr>
          <p:txBody>
            <a:bodyPr wrap="square" lIns="0" tIns="0" rIns="0" bIns="0" rtlCol="0"/>
            <a:lstStyle/>
            <a:p>
              <a:endParaRPr/>
            </a:p>
          </p:txBody>
        </p:sp>
        <p:sp>
          <p:nvSpPr>
            <p:cNvPr id="29" name="object 29"/>
            <p:cNvSpPr/>
            <p:nvPr/>
          </p:nvSpPr>
          <p:spPr>
            <a:xfrm>
              <a:off x="6780275" y="2839212"/>
              <a:ext cx="672465" cy="76200"/>
            </a:xfrm>
            <a:custGeom>
              <a:avLst/>
              <a:gdLst/>
              <a:ahLst/>
              <a:cxnLst/>
              <a:rect l="l" t="t" r="r" b="b"/>
              <a:pathLst>
                <a:path w="672465" h="76200">
                  <a:moveTo>
                    <a:pt x="595883" y="0"/>
                  </a:moveTo>
                  <a:lnTo>
                    <a:pt x="595883" y="76200"/>
                  </a:lnTo>
                  <a:lnTo>
                    <a:pt x="659383" y="44450"/>
                  </a:lnTo>
                  <a:lnTo>
                    <a:pt x="608583" y="44450"/>
                  </a:lnTo>
                  <a:lnTo>
                    <a:pt x="608583" y="31750"/>
                  </a:lnTo>
                  <a:lnTo>
                    <a:pt x="659383" y="31750"/>
                  </a:lnTo>
                  <a:lnTo>
                    <a:pt x="595883" y="0"/>
                  </a:lnTo>
                  <a:close/>
                </a:path>
                <a:path w="672465" h="76200">
                  <a:moveTo>
                    <a:pt x="595883" y="31750"/>
                  </a:moveTo>
                  <a:lnTo>
                    <a:pt x="0" y="31750"/>
                  </a:lnTo>
                  <a:lnTo>
                    <a:pt x="0" y="44450"/>
                  </a:lnTo>
                  <a:lnTo>
                    <a:pt x="595883" y="44450"/>
                  </a:lnTo>
                  <a:lnTo>
                    <a:pt x="595883" y="31750"/>
                  </a:lnTo>
                  <a:close/>
                </a:path>
                <a:path w="672465" h="76200">
                  <a:moveTo>
                    <a:pt x="659383" y="31750"/>
                  </a:moveTo>
                  <a:lnTo>
                    <a:pt x="608583" y="31750"/>
                  </a:lnTo>
                  <a:lnTo>
                    <a:pt x="608583" y="44450"/>
                  </a:lnTo>
                  <a:lnTo>
                    <a:pt x="659383" y="44450"/>
                  </a:lnTo>
                  <a:lnTo>
                    <a:pt x="672083" y="38100"/>
                  </a:lnTo>
                  <a:lnTo>
                    <a:pt x="659383" y="31750"/>
                  </a:lnTo>
                  <a:close/>
                </a:path>
              </a:pathLst>
            </a:custGeom>
            <a:solidFill>
              <a:srgbClr val="FF8E01"/>
            </a:solidFill>
          </p:spPr>
          <p:txBody>
            <a:bodyPr wrap="square" lIns="0" tIns="0" rIns="0" bIns="0" rtlCol="0"/>
            <a:lstStyle/>
            <a:p>
              <a:endParaRPr/>
            </a:p>
          </p:txBody>
        </p:sp>
        <p:sp>
          <p:nvSpPr>
            <p:cNvPr id="30" name="object 30"/>
            <p:cNvSpPr/>
            <p:nvPr/>
          </p:nvSpPr>
          <p:spPr>
            <a:xfrm>
              <a:off x="7997952" y="3253740"/>
              <a:ext cx="1015365" cy="1015365"/>
            </a:xfrm>
            <a:custGeom>
              <a:avLst/>
              <a:gdLst/>
              <a:ahLst/>
              <a:cxnLst/>
              <a:rect l="l" t="t" r="r" b="b"/>
              <a:pathLst>
                <a:path w="1015365" h="1015364">
                  <a:moveTo>
                    <a:pt x="507492" y="0"/>
                  </a:moveTo>
                  <a:lnTo>
                    <a:pt x="458615" y="2323"/>
                  </a:lnTo>
                  <a:lnTo>
                    <a:pt x="411054" y="9150"/>
                  </a:lnTo>
                  <a:lnTo>
                    <a:pt x="365020" y="20269"/>
                  </a:lnTo>
                  <a:lnTo>
                    <a:pt x="320726" y="35467"/>
                  </a:lnTo>
                  <a:lnTo>
                    <a:pt x="278384" y="54532"/>
                  </a:lnTo>
                  <a:lnTo>
                    <a:pt x="238208" y="77251"/>
                  </a:lnTo>
                  <a:lnTo>
                    <a:pt x="200410" y="103410"/>
                  </a:lnTo>
                  <a:lnTo>
                    <a:pt x="165203" y="132799"/>
                  </a:lnTo>
                  <a:lnTo>
                    <a:pt x="132799" y="165203"/>
                  </a:lnTo>
                  <a:lnTo>
                    <a:pt x="103410" y="200410"/>
                  </a:lnTo>
                  <a:lnTo>
                    <a:pt x="77251" y="238208"/>
                  </a:lnTo>
                  <a:lnTo>
                    <a:pt x="54532" y="278384"/>
                  </a:lnTo>
                  <a:lnTo>
                    <a:pt x="35467" y="320726"/>
                  </a:lnTo>
                  <a:lnTo>
                    <a:pt x="20269" y="365020"/>
                  </a:lnTo>
                  <a:lnTo>
                    <a:pt x="9150" y="411054"/>
                  </a:lnTo>
                  <a:lnTo>
                    <a:pt x="2323" y="458615"/>
                  </a:lnTo>
                  <a:lnTo>
                    <a:pt x="0" y="507492"/>
                  </a:lnTo>
                  <a:lnTo>
                    <a:pt x="2323" y="556368"/>
                  </a:lnTo>
                  <a:lnTo>
                    <a:pt x="9150" y="603929"/>
                  </a:lnTo>
                  <a:lnTo>
                    <a:pt x="20269" y="649963"/>
                  </a:lnTo>
                  <a:lnTo>
                    <a:pt x="35467" y="694257"/>
                  </a:lnTo>
                  <a:lnTo>
                    <a:pt x="54532" y="736599"/>
                  </a:lnTo>
                  <a:lnTo>
                    <a:pt x="77251" y="776775"/>
                  </a:lnTo>
                  <a:lnTo>
                    <a:pt x="103410" y="814573"/>
                  </a:lnTo>
                  <a:lnTo>
                    <a:pt x="132799" y="849780"/>
                  </a:lnTo>
                  <a:lnTo>
                    <a:pt x="165203" y="882184"/>
                  </a:lnTo>
                  <a:lnTo>
                    <a:pt x="200410" y="911573"/>
                  </a:lnTo>
                  <a:lnTo>
                    <a:pt x="238208" y="937732"/>
                  </a:lnTo>
                  <a:lnTo>
                    <a:pt x="278384" y="960451"/>
                  </a:lnTo>
                  <a:lnTo>
                    <a:pt x="320726" y="979516"/>
                  </a:lnTo>
                  <a:lnTo>
                    <a:pt x="365020" y="994714"/>
                  </a:lnTo>
                  <a:lnTo>
                    <a:pt x="411054" y="1005833"/>
                  </a:lnTo>
                  <a:lnTo>
                    <a:pt x="458615" y="1012660"/>
                  </a:lnTo>
                  <a:lnTo>
                    <a:pt x="507492" y="1014984"/>
                  </a:lnTo>
                  <a:lnTo>
                    <a:pt x="556368" y="1012660"/>
                  </a:lnTo>
                  <a:lnTo>
                    <a:pt x="603929" y="1005833"/>
                  </a:lnTo>
                  <a:lnTo>
                    <a:pt x="649963" y="994714"/>
                  </a:lnTo>
                  <a:lnTo>
                    <a:pt x="694257" y="979516"/>
                  </a:lnTo>
                  <a:lnTo>
                    <a:pt x="736599" y="960451"/>
                  </a:lnTo>
                  <a:lnTo>
                    <a:pt x="776775" y="937732"/>
                  </a:lnTo>
                  <a:lnTo>
                    <a:pt x="814573" y="911573"/>
                  </a:lnTo>
                  <a:lnTo>
                    <a:pt x="849780" y="882184"/>
                  </a:lnTo>
                  <a:lnTo>
                    <a:pt x="882184" y="849780"/>
                  </a:lnTo>
                  <a:lnTo>
                    <a:pt x="911573" y="814573"/>
                  </a:lnTo>
                  <a:lnTo>
                    <a:pt x="937732" y="776775"/>
                  </a:lnTo>
                  <a:lnTo>
                    <a:pt x="960451" y="736599"/>
                  </a:lnTo>
                  <a:lnTo>
                    <a:pt x="979516" y="694257"/>
                  </a:lnTo>
                  <a:lnTo>
                    <a:pt x="994714" y="649963"/>
                  </a:lnTo>
                  <a:lnTo>
                    <a:pt x="1005833" y="603929"/>
                  </a:lnTo>
                  <a:lnTo>
                    <a:pt x="1012660" y="556368"/>
                  </a:lnTo>
                  <a:lnTo>
                    <a:pt x="1014983" y="507492"/>
                  </a:lnTo>
                  <a:lnTo>
                    <a:pt x="1012660" y="458615"/>
                  </a:lnTo>
                  <a:lnTo>
                    <a:pt x="1005833" y="411054"/>
                  </a:lnTo>
                  <a:lnTo>
                    <a:pt x="994714" y="365020"/>
                  </a:lnTo>
                  <a:lnTo>
                    <a:pt x="979516" y="320726"/>
                  </a:lnTo>
                  <a:lnTo>
                    <a:pt x="960451" y="278384"/>
                  </a:lnTo>
                  <a:lnTo>
                    <a:pt x="937732" y="238208"/>
                  </a:lnTo>
                  <a:lnTo>
                    <a:pt x="911573" y="200410"/>
                  </a:lnTo>
                  <a:lnTo>
                    <a:pt x="882184" y="165203"/>
                  </a:lnTo>
                  <a:lnTo>
                    <a:pt x="849780" y="132799"/>
                  </a:lnTo>
                  <a:lnTo>
                    <a:pt x="814573" y="103410"/>
                  </a:lnTo>
                  <a:lnTo>
                    <a:pt x="776775" y="77251"/>
                  </a:lnTo>
                  <a:lnTo>
                    <a:pt x="736599" y="54532"/>
                  </a:lnTo>
                  <a:lnTo>
                    <a:pt x="694257" y="35467"/>
                  </a:lnTo>
                  <a:lnTo>
                    <a:pt x="649963" y="20269"/>
                  </a:lnTo>
                  <a:lnTo>
                    <a:pt x="603929" y="9150"/>
                  </a:lnTo>
                  <a:lnTo>
                    <a:pt x="556368" y="2323"/>
                  </a:lnTo>
                  <a:lnTo>
                    <a:pt x="507492" y="0"/>
                  </a:lnTo>
                  <a:close/>
                </a:path>
              </a:pathLst>
            </a:custGeom>
            <a:solidFill>
              <a:srgbClr val="0A163B"/>
            </a:solidFill>
          </p:spPr>
          <p:txBody>
            <a:bodyPr wrap="square" lIns="0" tIns="0" rIns="0" bIns="0" rtlCol="0"/>
            <a:lstStyle/>
            <a:p>
              <a:endParaRPr/>
            </a:p>
          </p:txBody>
        </p:sp>
        <p:sp>
          <p:nvSpPr>
            <p:cNvPr id="31" name="object 31"/>
            <p:cNvSpPr/>
            <p:nvPr/>
          </p:nvSpPr>
          <p:spPr>
            <a:xfrm>
              <a:off x="8462772" y="2827020"/>
              <a:ext cx="100583" cy="100583"/>
            </a:xfrm>
            <a:prstGeom prst="rect">
              <a:avLst/>
            </a:prstGeom>
            <a:blipFill>
              <a:blip r:embed="rId3" cstate="print"/>
              <a:stretch>
                <a:fillRect/>
              </a:stretch>
            </a:blipFill>
          </p:spPr>
          <p:txBody>
            <a:bodyPr wrap="square" lIns="0" tIns="0" rIns="0" bIns="0" rtlCol="0"/>
            <a:lstStyle/>
            <a:p>
              <a:endParaRPr/>
            </a:p>
          </p:txBody>
        </p:sp>
        <p:sp>
          <p:nvSpPr>
            <p:cNvPr id="32" name="object 32"/>
            <p:cNvSpPr/>
            <p:nvPr/>
          </p:nvSpPr>
          <p:spPr>
            <a:xfrm>
              <a:off x="7895844" y="2939795"/>
              <a:ext cx="1219200" cy="1635760"/>
            </a:xfrm>
            <a:custGeom>
              <a:avLst/>
              <a:gdLst/>
              <a:ahLst/>
              <a:cxnLst/>
              <a:rect l="l" t="t" r="r" b="b"/>
              <a:pathLst>
                <a:path w="1219200" h="1635760">
                  <a:moveTo>
                    <a:pt x="1219200" y="821436"/>
                  </a:moveTo>
                  <a:lnTo>
                    <a:pt x="1217168" y="771575"/>
                  </a:lnTo>
                  <a:lnTo>
                    <a:pt x="1211224" y="722820"/>
                  </a:lnTo>
                  <a:lnTo>
                    <a:pt x="1201483" y="675322"/>
                  </a:lnTo>
                  <a:lnTo>
                    <a:pt x="1188123" y="629259"/>
                  </a:lnTo>
                  <a:lnTo>
                    <a:pt x="1171295" y="584758"/>
                  </a:lnTo>
                  <a:lnTo>
                    <a:pt x="1151166" y="541997"/>
                  </a:lnTo>
                  <a:lnTo>
                    <a:pt x="1127874" y="501129"/>
                  </a:lnTo>
                  <a:lnTo>
                    <a:pt x="1101585" y="462305"/>
                  </a:lnTo>
                  <a:lnTo>
                    <a:pt x="1072451" y="425678"/>
                  </a:lnTo>
                  <a:lnTo>
                    <a:pt x="1040638" y="391414"/>
                  </a:lnTo>
                  <a:lnTo>
                    <a:pt x="950468" y="317246"/>
                  </a:lnTo>
                  <a:lnTo>
                    <a:pt x="910209" y="295402"/>
                  </a:lnTo>
                  <a:lnTo>
                    <a:pt x="880745" y="307721"/>
                  </a:lnTo>
                  <a:lnTo>
                    <a:pt x="870369" y="320408"/>
                  </a:lnTo>
                  <a:lnTo>
                    <a:pt x="862533" y="334962"/>
                  </a:lnTo>
                  <a:lnTo>
                    <a:pt x="857580" y="351053"/>
                  </a:lnTo>
                  <a:lnTo>
                    <a:pt x="855853" y="368300"/>
                  </a:lnTo>
                  <a:lnTo>
                    <a:pt x="863219" y="386207"/>
                  </a:lnTo>
                  <a:lnTo>
                    <a:pt x="892937" y="402209"/>
                  </a:lnTo>
                  <a:lnTo>
                    <a:pt x="967994" y="463931"/>
                  </a:lnTo>
                  <a:lnTo>
                    <a:pt x="1000683" y="499859"/>
                  </a:lnTo>
                  <a:lnTo>
                    <a:pt x="1029843" y="538797"/>
                  </a:lnTo>
                  <a:lnTo>
                    <a:pt x="1055217" y="580491"/>
                  </a:lnTo>
                  <a:lnTo>
                    <a:pt x="1076540" y="624687"/>
                  </a:lnTo>
                  <a:lnTo>
                    <a:pt x="1093571" y="671131"/>
                  </a:lnTo>
                  <a:lnTo>
                    <a:pt x="1106043" y="719582"/>
                  </a:lnTo>
                  <a:lnTo>
                    <a:pt x="1113713" y="769759"/>
                  </a:lnTo>
                  <a:lnTo>
                    <a:pt x="1116330" y="821436"/>
                  </a:lnTo>
                  <a:lnTo>
                    <a:pt x="1114005" y="870115"/>
                  </a:lnTo>
                  <a:lnTo>
                    <a:pt x="1107186" y="917486"/>
                  </a:lnTo>
                  <a:lnTo>
                    <a:pt x="1096086" y="963333"/>
                  </a:lnTo>
                  <a:lnTo>
                    <a:pt x="1080909" y="1007452"/>
                  </a:lnTo>
                  <a:lnTo>
                    <a:pt x="1061885" y="1049616"/>
                  </a:lnTo>
                  <a:lnTo>
                    <a:pt x="1039202" y="1089634"/>
                  </a:lnTo>
                  <a:lnTo>
                    <a:pt x="1013079" y="1127290"/>
                  </a:lnTo>
                  <a:lnTo>
                    <a:pt x="983742" y="1162354"/>
                  </a:lnTo>
                  <a:lnTo>
                    <a:pt x="951382" y="1194625"/>
                  </a:lnTo>
                  <a:lnTo>
                    <a:pt x="916228" y="1223899"/>
                  </a:lnTo>
                  <a:lnTo>
                    <a:pt x="878484" y="1249959"/>
                  </a:lnTo>
                  <a:lnTo>
                    <a:pt x="838377" y="1272578"/>
                  </a:lnTo>
                  <a:lnTo>
                    <a:pt x="796099" y="1291577"/>
                  </a:lnTo>
                  <a:lnTo>
                    <a:pt x="751865" y="1306715"/>
                  </a:lnTo>
                  <a:lnTo>
                    <a:pt x="705891" y="1317790"/>
                  </a:lnTo>
                  <a:lnTo>
                    <a:pt x="658406" y="1324584"/>
                  </a:lnTo>
                  <a:lnTo>
                    <a:pt x="609600" y="1326896"/>
                  </a:lnTo>
                  <a:lnTo>
                    <a:pt x="560781" y="1324584"/>
                  </a:lnTo>
                  <a:lnTo>
                    <a:pt x="513295" y="1317790"/>
                  </a:lnTo>
                  <a:lnTo>
                    <a:pt x="467321" y="1306715"/>
                  </a:lnTo>
                  <a:lnTo>
                    <a:pt x="423087" y="1291577"/>
                  </a:lnTo>
                  <a:lnTo>
                    <a:pt x="380809" y="1272578"/>
                  </a:lnTo>
                  <a:lnTo>
                    <a:pt x="340702" y="1249959"/>
                  </a:lnTo>
                  <a:lnTo>
                    <a:pt x="302958" y="1223899"/>
                  </a:lnTo>
                  <a:lnTo>
                    <a:pt x="267804" y="1194625"/>
                  </a:lnTo>
                  <a:lnTo>
                    <a:pt x="235445" y="1162354"/>
                  </a:lnTo>
                  <a:lnTo>
                    <a:pt x="206108" y="1127290"/>
                  </a:lnTo>
                  <a:lnTo>
                    <a:pt x="179984" y="1089634"/>
                  </a:lnTo>
                  <a:lnTo>
                    <a:pt x="157302" y="1049616"/>
                  </a:lnTo>
                  <a:lnTo>
                    <a:pt x="138277" y="1007452"/>
                  </a:lnTo>
                  <a:lnTo>
                    <a:pt x="123101" y="963333"/>
                  </a:lnTo>
                  <a:lnTo>
                    <a:pt x="112001" y="917486"/>
                  </a:lnTo>
                  <a:lnTo>
                    <a:pt x="105181" y="870115"/>
                  </a:lnTo>
                  <a:lnTo>
                    <a:pt x="102870" y="821436"/>
                  </a:lnTo>
                  <a:lnTo>
                    <a:pt x="105181" y="772769"/>
                  </a:lnTo>
                  <a:lnTo>
                    <a:pt x="112001" y="725398"/>
                  </a:lnTo>
                  <a:lnTo>
                    <a:pt x="123101" y="679551"/>
                  </a:lnTo>
                  <a:lnTo>
                    <a:pt x="138277" y="635431"/>
                  </a:lnTo>
                  <a:lnTo>
                    <a:pt x="157302" y="593267"/>
                  </a:lnTo>
                  <a:lnTo>
                    <a:pt x="179984" y="553250"/>
                  </a:lnTo>
                  <a:lnTo>
                    <a:pt x="206108" y="515594"/>
                  </a:lnTo>
                  <a:lnTo>
                    <a:pt x="235445" y="480529"/>
                  </a:lnTo>
                  <a:lnTo>
                    <a:pt x="267804" y="448259"/>
                  </a:lnTo>
                  <a:lnTo>
                    <a:pt x="302958" y="418985"/>
                  </a:lnTo>
                  <a:lnTo>
                    <a:pt x="340702" y="392925"/>
                  </a:lnTo>
                  <a:lnTo>
                    <a:pt x="380809" y="370306"/>
                  </a:lnTo>
                  <a:lnTo>
                    <a:pt x="423087" y="351307"/>
                  </a:lnTo>
                  <a:lnTo>
                    <a:pt x="467321" y="336169"/>
                  </a:lnTo>
                  <a:lnTo>
                    <a:pt x="513295" y="325094"/>
                  </a:lnTo>
                  <a:lnTo>
                    <a:pt x="560781" y="318300"/>
                  </a:lnTo>
                  <a:lnTo>
                    <a:pt x="609600" y="315976"/>
                  </a:lnTo>
                  <a:lnTo>
                    <a:pt x="667004" y="321691"/>
                  </a:lnTo>
                  <a:lnTo>
                    <a:pt x="667004" y="315976"/>
                  </a:lnTo>
                  <a:lnTo>
                    <a:pt x="667004" y="225031"/>
                  </a:lnTo>
                  <a:lnTo>
                    <a:pt x="667512" y="222504"/>
                  </a:lnTo>
                  <a:lnTo>
                    <a:pt x="667512" y="50292"/>
                  </a:lnTo>
                  <a:lnTo>
                    <a:pt x="663562" y="30708"/>
                  </a:lnTo>
                  <a:lnTo>
                    <a:pt x="652792" y="14719"/>
                  </a:lnTo>
                  <a:lnTo>
                    <a:pt x="636803" y="3949"/>
                  </a:lnTo>
                  <a:lnTo>
                    <a:pt x="617220" y="0"/>
                  </a:lnTo>
                  <a:lnTo>
                    <a:pt x="597623" y="3949"/>
                  </a:lnTo>
                  <a:lnTo>
                    <a:pt x="581634" y="14719"/>
                  </a:lnTo>
                  <a:lnTo>
                    <a:pt x="570865" y="30708"/>
                  </a:lnTo>
                  <a:lnTo>
                    <a:pt x="566928" y="50292"/>
                  </a:lnTo>
                  <a:lnTo>
                    <a:pt x="566928" y="215011"/>
                  </a:lnTo>
                  <a:lnTo>
                    <a:pt x="561949" y="215201"/>
                  </a:lnTo>
                  <a:lnTo>
                    <a:pt x="515315" y="220599"/>
                  </a:lnTo>
                  <a:lnTo>
                    <a:pt x="469811" y="229425"/>
                  </a:lnTo>
                  <a:lnTo>
                    <a:pt x="425589" y="241554"/>
                  </a:lnTo>
                  <a:lnTo>
                    <a:pt x="382778" y="256857"/>
                  </a:lnTo>
                  <a:lnTo>
                    <a:pt x="341503" y="275183"/>
                  </a:lnTo>
                  <a:lnTo>
                    <a:pt x="301917" y="296392"/>
                  </a:lnTo>
                  <a:lnTo>
                    <a:pt x="264096" y="320408"/>
                  </a:lnTo>
                  <a:lnTo>
                    <a:pt x="228320" y="346964"/>
                  </a:lnTo>
                  <a:lnTo>
                    <a:pt x="194576" y="376047"/>
                  </a:lnTo>
                  <a:lnTo>
                    <a:pt x="163068" y="407492"/>
                  </a:lnTo>
                  <a:lnTo>
                    <a:pt x="133908" y="441134"/>
                  </a:lnTo>
                  <a:lnTo>
                    <a:pt x="107251" y="476872"/>
                  </a:lnTo>
                  <a:lnTo>
                    <a:pt x="83223" y="514553"/>
                  </a:lnTo>
                  <a:lnTo>
                    <a:pt x="61950" y="554050"/>
                  </a:lnTo>
                  <a:lnTo>
                    <a:pt x="43586" y="595210"/>
                  </a:lnTo>
                  <a:lnTo>
                    <a:pt x="28257" y="637921"/>
                  </a:lnTo>
                  <a:lnTo>
                    <a:pt x="16090" y="682028"/>
                  </a:lnTo>
                  <a:lnTo>
                    <a:pt x="7239" y="727405"/>
                  </a:lnTo>
                  <a:lnTo>
                    <a:pt x="1828" y="773925"/>
                  </a:lnTo>
                  <a:lnTo>
                    <a:pt x="0" y="821436"/>
                  </a:lnTo>
                  <a:lnTo>
                    <a:pt x="1828" y="868959"/>
                  </a:lnTo>
                  <a:lnTo>
                    <a:pt x="7239" y="915479"/>
                  </a:lnTo>
                  <a:lnTo>
                    <a:pt x="16090" y="960856"/>
                  </a:lnTo>
                  <a:lnTo>
                    <a:pt x="28257" y="1004963"/>
                  </a:lnTo>
                  <a:lnTo>
                    <a:pt x="43586" y="1047673"/>
                  </a:lnTo>
                  <a:lnTo>
                    <a:pt x="61950" y="1088834"/>
                  </a:lnTo>
                  <a:lnTo>
                    <a:pt x="83223" y="1128331"/>
                  </a:lnTo>
                  <a:lnTo>
                    <a:pt x="107251" y="1166012"/>
                  </a:lnTo>
                  <a:lnTo>
                    <a:pt x="133908" y="1201750"/>
                  </a:lnTo>
                  <a:lnTo>
                    <a:pt x="163068" y="1235392"/>
                  </a:lnTo>
                  <a:lnTo>
                    <a:pt x="194576" y="1266837"/>
                  </a:lnTo>
                  <a:lnTo>
                    <a:pt x="228320" y="1295920"/>
                  </a:lnTo>
                  <a:lnTo>
                    <a:pt x="264134" y="1322514"/>
                  </a:lnTo>
                  <a:lnTo>
                    <a:pt x="301917" y="1346492"/>
                  </a:lnTo>
                  <a:lnTo>
                    <a:pt x="341503" y="1367701"/>
                  </a:lnTo>
                  <a:lnTo>
                    <a:pt x="382778" y="1386027"/>
                  </a:lnTo>
                  <a:lnTo>
                    <a:pt x="425589" y="1401330"/>
                  </a:lnTo>
                  <a:lnTo>
                    <a:pt x="469811" y="1413459"/>
                  </a:lnTo>
                  <a:lnTo>
                    <a:pt x="515315" y="1422285"/>
                  </a:lnTo>
                  <a:lnTo>
                    <a:pt x="561949" y="1427683"/>
                  </a:lnTo>
                  <a:lnTo>
                    <a:pt x="566928" y="1427886"/>
                  </a:lnTo>
                  <a:lnTo>
                    <a:pt x="566928" y="1584960"/>
                  </a:lnTo>
                  <a:lnTo>
                    <a:pt x="570865" y="1604556"/>
                  </a:lnTo>
                  <a:lnTo>
                    <a:pt x="581634" y="1620545"/>
                  </a:lnTo>
                  <a:lnTo>
                    <a:pt x="597623" y="1631315"/>
                  </a:lnTo>
                  <a:lnTo>
                    <a:pt x="617220" y="1635252"/>
                  </a:lnTo>
                  <a:lnTo>
                    <a:pt x="636803" y="1631315"/>
                  </a:lnTo>
                  <a:lnTo>
                    <a:pt x="652792" y="1620545"/>
                  </a:lnTo>
                  <a:lnTo>
                    <a:pt x="663562" y="1604556"/>
                  </a:lnTo>
                  <a:lnTo>
                    <a:pt x="667512" y="1584960"/>
                  </a:lnTo>
                  <a:lnTo>
                    <a:pt x="667512" y="1426502"/>
                  </a:lnTo>
                  <a:lnTo>
                    <a:pt x="703872" y="1422285"/>
                  </a:lnTo>
                  <a:lnTo>
                    <a:pt x="749376" y="1413459"/>
                  </a:lnTo>
                  <a:lnTo>
                    <a:pt x="793597" y="1401330"/>
                  </a:lnTo>
                  <a:lnTo>
                    <a:pt x="836409" y="1386027"/>
                  </a:lnTo>
                  <a:lnTo>
                    <a:pt x="877684" y="1367701"/>
                  </a:lnTo>
                  <a:lnTo>
                    <a:pt x="917270" y="1346492"/>
                  </a:lnTo>
                  <a:lnTo>
                    <a:pt x="948131" y="1326896"/>
                  </a:lnTo>
                  <a:lnTo>
                    <a:pt x="955052" y="1322514"/>
                  </a:lnTo>
                  <a:lnTo>
                    <a:pt x="990866" y="1295920"/>
                  </a:lnTo>
                  <a:lnTo>
                    <a:pt x="1024610" y="1266837"/>
                  </a:lnTo>
                  <a:lnTo>
                    <a:pt x="1056119" y="1235392"/>
                  </a:lnTo>
                  <a:lnTo>
                    <a:pt x="1085278" y="1201750"/>
                  </a:lnTo>
                  <a:lnTo>
                    <a:pt x="1111935" y="1166012"/>
                  </a:lnTo>
                  <a:lnTo>
                    <a:pt x="1135964" y="1128331"/>
                  </a:lnTo>
                  <a:lnTo>
                    <a:pt x="1157236" y="1088834"/>
                  </a:lnTo>
                  <a:lnTo>
                    <a:pt x="1175600" y="1047673"/>
                  </a:lnTo>
                  <a:lnTo>
                    <a:pt x="1190929" y="1004963"/>
                  </a:lnTo>
                  <a:lnTo>
                    <a:pt x="1203096" y="960856"/>
                  </a:lnTo>
                  <a:lnTo>
                    <a:pt x="1211948" y="915479"/>
                  </a:lnTo>
                  <a:lnTo>
                    <a:pt x="1217358" y="868959"/>
                  </a:lnTo>
                  <a:lnTo>
                    <a:pt x="1219200" y="821436"/>
                  </a:lnTo>
                  <a:close/>
                </a:path>
              </a:pathLst>
            </a:custGeom>
            <a:solidFill>
              <a:srgbClr val="00D9CE"/>
            </a:solidFill>
          </p:spPr>
          <p:txBody>
            <a:bodyPr wrap="square" lIns="0" tIns="0" rIns="0" bIns="0" rtlCol="0"/>
            <a:lstStyle/>
            <a:p>
              <a:endParaRPr/>
            </a:p>
          </p:txBody>
        </p:sp>
        <p:sp>
          <p:nvSpPr>
            <p:cNvPr id="33" name="object 33"/>
            <p:cNvSpPr/>
            <p:nvPr/>
          </p:nvSpPr>
          <p:spPr>
            <a:xfrm>
              <a:off x="8462772" y="4607052"/>
              <a:ext cx="100583" cy="100584"/>
            </a:xfrm>
            <a:prstGeom prst="rect">
              <a:avLst/>
            </a:prstGeom>
            <a:blipFill>
              <a:blip r:embed="rId3" cstate="print"/>
              <a:stretch>
                <a:fillRect/>
              </a:stretch>
            </a:blipFill>
          </p:spPr>
          <p:txBody>
            <a:bodyPr wrap="square" lIns="0" tIns="0" rIns="0" bIns="0" rtlCol="0"/>
            <a:lstStyle/>
            <a:p>
              <a:endParaRPr/>
            </a:p>
          </p:txBody>
        </p:sp>
        <p:sp>
          <p:nvSpPr>
            <p:cNvPr id="34" name="object 34"/>
            <p:cNvSpPr/>
            <p:nvPr/>
          </p:nvSpPr>
          <p:spPr>
            <a:xfrm>
              <a:off x="8563355" y="4619244"/>
              <a:ext cx="672465" cy="76200"/>
            </a:xfrm>
            <a:custGeom>
              <a:avLst/>
              <a:gdLst/>
              <a:ahLst/>
              <a:cxnLst/>
              <a:rect l="l" t="t" r="r" b="b"/>
              <a:pathLst>
                <a:path w="672465" h="76200">
                  <a:moveTo>
                    <a:pt x="595884" y="0"/>
                  </a:moveTo>
                  <a:lnTo>
                    <a:pt x="595884" y="76199"/>
                  </a:lnTo>
                  <a:lnTo>
                    <a:pt x="659384" y="44449"/>
                  </a:lnTo>
                  <a:lnTo>
                    <a:pt x="608584" y="44449"/>
                  </a:lnTo>
                  <a:lnTo>
                    <a:pt x="608584" y="31749"/>
                  </a:lnTo>
                  <a:lnTo>
                    <a:pt x="659384" y="31749"/>
                  </a:lnTo>
                  <a:lnTo>
                    <a:pt x="595884" y="0"/>
                  </a:lnTo>
                  <a:close/>
                </a:path>
                <a:path w="672465" h="76200">
                  <a:moveTo>
                    <a:pt x="595884" y="31749"/>
                  </a:moveTo>
                  <a:lnTo>
                    <a:pt x="0" y="31749"/>
                  </a:lnTo>
                  <a:lnTo>
                    <a:pt x="0" y="44449"/>
                  </a:lnTo>
                  <a:lnTo>
                    <a:pt x="595884" y="44449"/>
                  </a:lnTo>
                  <a:lnTo>
                    <a:pt x="595884" y="31749"/>
                  </a:lnTo>
                  <a:close/>
                </a:path>
                <a:path w="672465" h="76200">
                  <a:moveTo>
                    <a:pt x="659384" y="31749"/>
                  </a:moveTo>
                  <a:lnTo>
                    <a:pt x="608584" y="31749"/>
                  </a:lnTo>
                  <a:lnTo>
                    <a:pt x="608584" y="44449"/>
                  </a:lnTo>
                  <a:lnTo>
                    <a:pt x="659384" y="44449"/>
                  </a:lnTo>
                  <a:lnTo>
                    <a:pt x="672084" y="38099"/>
                  </a:lnTo>
                  <a:lnTo>
                    <a:pt x="659384" y="31749"/>
                  </a:lnTo>
                  <a:close/>
                </a:path>
              </a:pathLst>
            </a:custGeom>
            <a:solidFill>
              <a:srgbClr val="00D9CE"/>
            </a:solidFill>
          </p:spPr>
          <p:txBody>
            <a:bodyPr wrap="square" lIns="0" tIns="0" rIns="0" bIns="0" rtlCol="0"/>
            <a:lstStyle/>
            <a:p>
              <a:endParaRPr/>
            </a:p>
          </p:txBody>
        </p:sp>
      </p:grpSp>
      <p:grpSp>
        <p:nvGrpSpPr>
          <p:cNvPr id="35" name="object 35"/>
          <p:cNvGrpSpPr/>
          <p:nvPr/>
        </p:nvGrpSpPr>
        <p:grpSpPr>
          <a:xfrm>
            <a:off x="9678923" y="2145792"/>
            <a:ext cx="1925955" cy="2562225"/>
            <a:chOff x="9678923" y="2145792"/>
            <a:chExt cx="1925955" cy="2562225"/>
          </a:xfrm>
        </p:grpSpPr>
        <p:sp>
          <p:nvSpPr>
            <p:cNvPr id="36" name="object 36"/>
            <p:cNvSpPr/>
            <p:nvPr/>
          </p:nvSpPr>
          <p:spPr>
            <a:xfrm>
              <a:off x="9781031" y="3253740"/>
              <a:ext cx="1015365" cy="1015365"/>
            </a:xfrm>
            <a:custGeom>
              <a:avLst/>
              <a:gdLst/>
              <a:ahLst/>
              <a:cxnLst/>
              <a:rect l="l" t="t" r="r" b="b"/>
              <a:pathLst>
                <a:path w="1015365" h="1015364">
                  <a:moveTo>
                    <a:pt x="507492" y="0"/>
                  </a:moveTo>
                  <a:lnTo>
                    <a:pt x="458615" y="2323"/>
                  </a:lnTo>
                  <a:lnTo>
                    <a:pt x="411054" y="9150"/>
                  </a:lnTo>
                  <a:lnTo>
                    <a:pt x="365020" y="20269"/>
                  </a:lnTo>
                  <a:lnTo>
                    <a:pt x="320726" y="35467"/>
                  </a:lnTo>
                  <a:lnTo>
                    <a:pt x="278384" y="54532"/>
                  </a:lnTo>
                  <a:lnTo>
                    <a:pt x="238208" y="77251"/>
                  </a:lnTo>
                  <a:lnTo>
                    <a:pt x="200410" y="103410"/>
                  </a:lnTo>
                  <a:lnTo>
                    <a:pt x="165203" y="132799"/>
                  </a:lnTo>
                  <a:lnTo>
                    <a:pt x="132799" y="165203"/>
                  </a:lnTo>
                  <a:lnTo>
                    <a:pt x="103410" y="200410"/>
                  </a:lnTo>
                  <a:lnTo>
                    <a:pt x="77251" y="238208"/>
                  </a:lnTo>
                  <a:lnTo>
                    <a:pt x="54532" y="278384"/>
                  </a:lnTo>
                  <a:lnTo>
                    <a:pt x="35467" y="320726"/>
                  </a:lnTo>
                  <a:lnTo>
                    <a:pt x="20269" y="365020"/>
                  </a:lnTo>
                  <a:lnTo>
                    <a:pt x="9150" y="411054"/>
                  </a:lnTo>
                  <a:lnTo>
                    <a:pt x="2323" y="458615"/>
                  </a:lnTo>
                  <a:lnTo>
                    <a:pt x="0" y="507492"/>
                  </a:lnTo>
                  <a:lnTo>
                    <a:pt x="2323" y="556368"/>
                  </a:lnTo>
                  <a:lnTo>
                    <a:pt x="9150" y="603929"/>
                  </a:lnTo>
                  <a:lnTo>
                    <a:pt x="20269" y="649963"/>
                  </a:lnTo>
                  <a:lnTo>
                    <a:pt x="35467" y="694257"/>
                  </a:lnTo>
                  <a:lnTo>
                    <a:pt x="54532" y="736599"/>
                  </a:lnTo>
                  <a:lnTo>
                    <a:pt x="77251" y="776775"/>
                  </a:lnTo>
                  <a:lnTo>
                    <a:pt x="103410" y="814573"/>
                  </a:lnTo>
                  <a:lnTo>
                    <a:pt x="132799" y="849780"/>
                  </a:lnTo>
                  <a:lnTo>
                    <a:pt x="165203" y="882184"/>
                  </a:lnTo>
                  <a:lnTo>
                    <a:pt x="200410" y="911573"/>
                  </a:lnTo>
                  <a:lnTo>
                    <a:pt x="238208" y="937732"/>
                  </a:lnTo>
                  <a:lnTo>
                    <a:pt x="278384" y="960451"/>
                  </a:lnTo>
                  <a:lnTo>
                    <a:pt x="320726" y="979516"/>
                  </a:lnTo>
                  <a:lnTo>
                    <a:pt x="365020" y="994714"/>
                  </a:lnTo>
                  <a:lnTo>
                    <a:pt x="411054" y="1005833"/>
                  </a:lnTo>
                  <a:lnTo>
                    <a:pt x="458615" y="1012660"/>
                  </a:lnTo>
                  <a:lnTo>
                    <a:pt x="507492" y="1014984"/>
                  </a:lnTo>
                  <a:lnTo>
                    <a:pt x="556368" y="1012660"/>
                  </a:lnTo>
                  <a:lnTo>
                    <a:pt x="603929" y="1005833"/>
                  </a:lnTo>
                  <a:lnTo>
                    <a:pt x="649963" y="994714"/>
                  </a:lnTo>
                  <a:lnTo>
                    <a:pt x="694257" y="979516"/>
                  </a:lnTo>
                  <a:lnTo>
                    <a:pt x="736599" y="960451"/>
                  </a:lnTo>
                  <a:lnTo>
                    <a:pt x="776775" y="937732"/>
                  </a:lnTo>
                  <a:lnTo>
                    <a:pt x="814573" y="911573"/>
                  </a:lnTo>
                  <a:lnTo>
                    <a:pt x="849780" y="882184"/>
                  </a:lnTo>
                  <a:lnTo>
                    <a:pt x="882184" y="849780"/>
                  </a:lnTo>
                  <a:lnTo>
                    <a:pt x="911573" y="814573"/>
                  </a:lnTo>
                  <a:lnTo>
                    <a:pt x="937732" y="776775"/>
                  </a:lnTo>
                  <a:lnTo>
                    <a:pt x="960451" y="736599"/>
                  </a:lnTo>
                  <a:lnTo>
                    <a:pt x="979516" y="694257"/>
                  </a:lnTo>
                  <a:lnTo>
                    <a:pt x="994714" y="649963"/>
                  </a:lnTo>
                  <a:lnTo>
                    <a:pt x="1005833" y="603929"/>
                  </a:lnTo>
                  <a:lnTo>
                    <a:pt x="1012660" y="556368"/>
                  </a:lnTo>
                  <a:lnTo>
                    <a:pt x="1014984" y="507492"/>
                  </a:lnTo>
                  <a:lnTo>
                    <a:pt x="1012660" y="458615"/>
                  </a:lnTo>
                  <a:lnTo>
                    <a:pt x="1005833" y="411054"/>
                  </a:lnTo>
                  <a:lnTo>
                    <a:pt x="994714" y="365020"/>
                  </a:lnTo>
                  <a:lnTo>
                    <a:pt x="979516" y="320726"/>
                  </a:lnTo>
                  <a:lnTo>
                    <a:pt x="960451" y="278384"/>
                  </a:lnTo>
                  <a:lnTo>
                    <a:pt x="937732" y="238208"/>
                  </a:lnTo>
                  <a:lnTo>
                    <a:pt x="911573" y="200410"/>
                  </a:lnTo>
                  <a:lnTo>
                    <a:pt x="882184" y="165203"/>
                  </a:lnTo>
                  <a:lnTo>
                    <a:pt x="849780" y="132799"/>
                  </a:lnTo>
                  <a:lnTo>
                    <a:pt x="814573" y="103410"/>
                  </a:lnTo>
                  <a:lnTo>
                    <a:pt x="776775" y="77251"/>
                  </a:lnTo>
                  <a:lnTo>
                    <a:pt x="736599" y="54532"/>
                  </a:lnTo>
                  <a:lnTo>
                    <a:pt x="694257" y="35467"/>
                  </a:lnTo>
                  <a:lnTo>
                    <a:pt x="649963" y="20269"/>
                  </a:lnTo>
                  <a:lnTo>
                    <a:pt x="603929" y="9150"/>
                  </a:lnTo>
                  <a:lnTo>
                    <a:pt x="556368" y="2323"/>
                  </a:lnTo>
                  <a:lnTo>
                    <a:pt x="507492" y="0"/>
                  </a:lnTo>
                  <a:close/>
                </a:path>
              </a:pathLst>
            </a:custGeom>
            <a:solidFill>
              <a:srgbClr val="0A163B"/>
            </a:solidFill>
          </p:spPr>
          <p:txBody>
            <a:bodyPr wrap="square" lIns="0" tIns="0" rIns="0" bIns="0" rtlCol="0"/>
            <a:lstStyle/>
            <a:p>
              <a:endParaRPr/>
            </a:p>
          </p:txBody>
        </p:sp>
        <p:sp>
          <p:nvSpPr>
            <p:cNvPr id="37" name="object 37"/>
            <p:cNvSpPr/>
            <p:nvPr/>
          </p:nvSpPr>
          <p:spPr>
            <a:xfrm>
              <a:off x="10244327" y="2959608"/>
              <a:ext cx="100965" cy="271780"/>
            </a:xfrm>
            <a:custGeom>
              <a:avLst/>
              <a:gdLst/>
              <a:ahLst/>
              <a:cxnLst/>
              <a:rect l="l" t="t" r="r" b="b"/>
              <a:pathLst>
                <a:path w="100965" h="271780">
                  <a:moveTo>
                    <a:pt x="50292" y="0"/>
                  </a:moveTo>
                  <a:lnTo>
                    <a:pt x="30700" y="3946"/>
                  </a:lnTo>
                  <a:lnTo>
                    <a:pt x="14716" y="14716"/>
                  </a:lnTo>
                  <a:lnTo>
                    <a:pt x="3946" y="30700"/>
                  </a:lnTo>
                  <a:lnTo>
                    <a:pt x="0" y="50291"/>
                  </a:lnTo>
                  <a:lnTo>
                    <a:pt x="0" y="220979"/>
                  </a:lnTo>
                  <a:lnTo>
                    <a:pt x="3946" y="240571"/>
                  </a:lnTo>
                  <a:lnTo>
                    <a:pt x="14716" y="256555"/>
                  </a:lnTo>
                  <a:lnTo>
                    <a:pt x="30700" y="267325"/>
                  </a:lnTo>
                  <a:lnTo>
                    <a:pt x="50292" y="271271"/>
                  </a:lnTo>
                  <a:lnTo>
                    <a:pt x="69883" y="267325"/>
                  </a:lnTo>
                  <a:lnTo>
                    <a:pt x="85867" y="256555"/>
                  </a:lnTo>
                  <a:lnTo>
                    <a:pt x="96637" y="240571"/>
                  </a:lnTo>
                  <a:lnTo>
                    <a:pt x="100583" y="220979"/>
                  </a:lnTo>
                  <a:lnTo>
                    <a:pt x="100583" y="50291"/>
                  </a:lnTo>
                  <a:lnTo>
                    <a:pt x="96637" y="30700"/>
                  </a:lnTo>
                  <a:lnTo>
                    <a:pt x="85867" y="14716"/>
                  </a:lnTo>
                  <a:lnTo>
                    <a:pt x="69883" y="3946"/>
                  </a:lnTo>
                  <a:lnTo>
                    <a:pt x="50292" y="0"/>
                  </a:lnTo>
                  <a:close/>
                </a:path>
              </a:pathLst>
            </a:custGeom>
            <a:solidFill>
              <a:srgbClr val="FF8E01"/>
            </a:solidFill>
          </p:spPr>
          <p:txBody>
            <a:bodyPr wrap="square" lIns="0" tIns="0" rIns="0" bIns="0" rtlCol="0"/>
            <a:lstStyle/>
            <a:p>
              <a:endParaRPr/>
            </a:p>
          </p:txBody>
        </p:sp>
        <p:sp>
          <p:nvSpPr>
            <p:cNvPr id="38" name="object 38"/>
            <p:cNvSpPr/>
            <p:nvPr/>
          </p:nvSpPr>
          <p:spPr>
            <a:xfrm>
              <a:off x="10244327" y="4607052"/>
              <a:ext cx="100583" cy="100584"/>
            </a:xfrm>
            <a:prstGeom prst="rect">
              <a:avLst/>
            </a:prstGeom>
            <a:blipFill>
              <a:blip r:embed="rId4" cstate="print"/>
              <a:stretch>
                <a:fillRect/>
              </a:stretch>
            </a:blipFill>
          </p:spPr>
          <p:txBody>
            <a:bodyPr wrap="square" lIns="0" tIns="0" rIns="0" bIns="0" rtlCol="0"/>
            <a:lstStyle/>
            <a:p>
              <a:endParaRPr/>
            </a:p>
          </p:txBody>
        </p:sp>
        <p:sp>
          <p:nvSpPr>
            <p:cNvPr id="39" name="object 39"/>
            <p:cNvSpPr/>
            <p:nvPr/>
          </p:nvSpPr>
          <p:spPr>
            <a:xfrm>
              <a:off x="9678924" y="3153155"/>
              <a:ext cx="1219200" cy="1442085"/>
            </a:xfrm>
            <a:custGeom>
              <a:avLst/>
              <a:gdLst/>
              <a:ahLst/>
              <a:cxnLst/>
              <a:rect l="l" t="t" r="r" b="b"/>
              <a:pathLst>
                <a:path w="1219200" h="1442085">
                  <a:moveTo>
                    <a:pt x="1219200" y="608076"/>
                  </a:moveTo>
                  <a:lnTo>
                    <a:pt x="1217358" y="560565"/>
                  </a:lnTo>
                  <a:lnTo>
                    <a:pt x="1211948" y="514045"/>
                  </a:lnTo>
                  <a:lnTo>
                    <a:pt x="1203096" y="468668"/>
                  </a:lnTo>
                  <a:lnTo>
                    <a:pt x="1190929" y="424561"/>
                  </a:lnTo>
                  <a:lnTo>
                    <a:pt x="1175600" y="381850"/>
                  </a:lnTo>
                  <a:lnTo>
                    <a:pt x="1157236" y="340690"/>
                  </a:lnTo>
                  <a:lnTo>
                    <a:pt x="1135964" y="301193"/>
                  </a:lnTo>
                  <a:lnTo>
                    <a:pt x="1111935" y="263512"/>
                  </a:lnTo>
                  <a:lnTo>
                    <a:pt x="1085278" y="227774"/>
                  </a:lnTo>
                  <a:lnTo>
                    <a:pt x="1056119" y="194132"/>
                  </a:lnTo>
                  <a:lnTo>
                    <a:pt x="1024610" y="162687"/>
                  </a:lnTo>
                  <a:lnTo>
                    <a:pt x="990866" y="133604"/>
                  </a:lnTo>
                  <a:lnTo>
                    <a:pt x="955052" y="107010"/>
                  </a:lnTo>
                  <a:lnTo>
                    <a:pt x="917270" y="83032"/>
                  </a:lnTo>
                  <a:lnTo>
                    <a:pt x="877684" y="61823"/>
                  </a:lnTo>
                  <a:lnTo>
                    <a:pt x="836409" y="43497"/>
                  </a:lnTo>
                  <a:lnTo>
                    <a:pt x="793597" y="28194"/>
                  </a:lnTo>
                  <a:lnTo>
                    <a:pt x="749376" y="16065"/>
                  </a:lnTo>
                  <a:lnTo>
                    <a:pt x="703872" y="7239"/>
                  </a:lnTo>
                  <a:lnTo>
                    <a:pt x="657237" y="1841"/>
                  </a:lnTo>
                  <a:lnTo>
                    <a:pt x="609600" y="0"/>
                  </a:lnTo>
                  <a:lnTo>
                    <a:pt x="561949" y="1841"/>
                  </a:lnTo>
                  <a:lnTo>
                    <a:pt x="515315" y="7239"/>
                  </a:lnTo>
                  <a:lnTo>
                    <a:pt x="469811" y="16065"/>
                  </a:lnTo>
                  <a:lnTo>
                    <a:pt x="425589" y="28194"/>
                  </a:lnTo>
                  <a:lnTo>
                    <a:pt x="382778" y="43497"/>
                  </a:lnTo>
                  <a:lnTo>
                    <a:pt x="341503" y="61823"/>
                  </a:lnTo>
                  <a:lnTo>
                    <a:pt x="301917" y="83032"/>
                  </a:lnTo>
                  <a:lnTo>
                    <a:pt x="264134" y="107010"/>
                  </a:lnTo>
                  <a:lnTo>
                    <a:pt x="228320" y="133604"/>
                  </a:lnTo>
                  <a:lnTo>
                    <a:pt x="194576" y="162687"/>
                  </a:lnTo>
                  <a:lnTo>
                    <a:pt x="163068" y="194132"/>
                  </a:lnTo>
                  <a:lnTo>
                    <a:pt x="133908" y="227774"/>
                  </a:lnTo>
                  <a:lnTo>
                    <a:pt x="107251" y="263512"/>
                  </a:lnTo>
                  <a:lnTo>
                    <a:pt x="83223" y="301193"/>
                  </a:lnTo>
                  <a:lnTo>
                    <a:pt x="61950" y="340690"/>
                  </a:lnTo>
                  <a:lnTo>
                    <a:pt x="43586" y="381850"/>
                  </a:lnTo>
                  <a:lnTo>
                    <a:pt x="28257" y="424561"/>
                  </a:lnTo>
                  <a:lnTo>
                    <a:pt x="16090" y="468668"/>
                  </a:lnTo>
                  <a:lnTo>
                    <a:pt x="7239" y="514045"/>
                  </a:lnTo>
                  <a:lnTo>
                    <a:pt x="1828" y="560565"/>
                  </a:lnTo>
                  <a:lnTo>
                    <a:pt x="0" y="608076"/>
                  </a:lnTo>
                  <a:lnTo>
                    <a:pt x="1828" y="655599"/>
                  </a:lnTo>
                  <a:lnTo>
                    <a:pt x="7239" y="702119"/>
                  </a:lnTo>
                  <a:lnTo>
                    <a:pt x="16090" y="747496"/>
                  </a:lnTo>
                  <a:lnTo>
                    <a:pt x="28257" y="791603"/>
                  </a:lnTo>
                  <a:lnTo>
                    <a:pt x="43586" y="834313"/>
                  </a:lnTo>
                  <a:lnTo>
                    <a:pt x="61950" y="875474"/>
                  </a:lnTo>
                  <a:lnTo>
                    <a:pt x="83223" y="914971"/>
                  </a:lnTo>
                  <a:lnTo>
                    <a:pt x="107251" y="952652"/>
                  </a:lnTo>
                  <a:lnTo>
                    <a:pt x="133908" y="988390"/>
                  </a:lnTo>
                  <a:lnTo>
                    <a:pt x="163068" y="1022032"/>
                  </a:lnTo>
                  <a:lnTo>
                    <a:pt x="194576" y="1053477"/>
                  </a:lnTo>
                  <a:lnTo>
                    <a:pt x="228320" y="1082560"/>
                  </a:lnTo>
                  <a:lnTo>
                    <a:pt x="264134" y="1109154"/>
                  </a:lnTo>
                  <a:lnTo>
                    <a:pt x="301917" y="1133132"/>
                  </a:lnTo>
                  <a:lnTo>
                    <a:pt x="341503" y="1154341"/>
                  </a:lnTo>
                  <a:lnTo>
                    <a:pt x="382778" y="1172667"/>
                  </a:lnTo>
                  <a:lnTo>
                    <a:pt x="425589" y="1187970"/>
                  </a:lnTo>
                  <a:lnTo>
                    <a:pt x="469811" y="1200099"/>
                  </a:lnTo>
                  <a:lnTo>
                    <a:pt x="515315" y="1208925"/>
                  </a:lnTo>
                  <a:lnTo>
                    <a:pt x="561949" y="1214323"/>
                  </a:lnTo>
                  <a:lnTo>
                    <a:pt x="566343" y="1214501"/>
                  </a:lnTo>
                  <a:lnTo>
                    <a:pt x="565404" y="1219200"/>
                  </a:lnTo>
                  <a:lnTo>
                    <a:pt x="565404" y="1391412"/>
                  </a:lnTo>
                  <a:lnTo>
                    <a:pt x="569341" y="1411008"/>
                  </a:lnTo>
                  <a:lnTo>
                    <a:pt x="580110" y="1426997"/>
                  </a:lnTo>
                  <a:lnTo>
                    <a:pt x="596099" y="1437767"/>
                  </a:lnTo>
                  <a:lnTo>
                    <a:pt x="615696" y="1441704"/>
                  </a:lnTo>
                  <a:lnTo>
                    <a:pt x="635279" y="1437767"/>
                  </a:lnTo>
                  <a:lnTo>
                    <a:pt x="651268" y="1426997"/>
                  </a:lnTo>
                  <a:lnTo>
                    <a:pt x="662038" y="1411008"/>
                  </a:lnTo>
                  <a:lnTo>
                    <a:pt x="665988" y="1391412"/>
                  </a:lnTo>
                  <a:lnTo>
                    <a:pt x="665988" y="1219200"/>
                  </a:lnTo>
                  <a:lnTo>
                    <a:pt x="664273" y="1210716"/>
                  </a:lnTo>
                  <a:lnTo>
                    <a:pt x="667004" y="1210437"/>
                  </a:lnTo>
                  <a:lnTo>
                    <a:pt x="667004" y="1113536"/>
                  </a:lnTo>
                  <a:lnTo>
                    <a:pt x="667004" y="1107821"/>
                  </a:lnTo>
                  <a:lnTo>
                    <a:pt x="609600" y="1113536"/>
                  </a:lnTo>
                  <a:lnTo>
                    <a:pt x="560781" y="1111224"/>
                  </a:lnTo>
                  <a:lnTo>
                    <a:pt x="513295" y="1104430"/>
                  </a:lnTo>
                  <a:lnTo>
                    <a:pt x="467321" y="1093355"/>
                  </a:lnTo>
                  <a:lnTo>
                    <a:pt x="423087" y="1078217"/>
                  </a:lnTo>
                  <a:lnTo>
                    <a:pt x="380809" y="1059218"/>
                  </a:lnTo>
                  <a:lnTo>
                    <a:pt x="340702" y="1036599"/>
                  </a:lnTo>
                  <a:lnTo>
                    <a:pt x="302958" y="1010539"/>
                  </a:lnTo>
                  <a:lnTo>
                    <a:pt x="267804" y="981265"/>
                  </a:lnTo>
                  <a:lnTo>
                    <a:pt x="235445" y="948994"/>
                  </a:lnTo>
                  <a:lnTo>
                    <a:pt x="206108" y="913930"/>
                  </a:lnTo>
                  <a:lnTo>
                    <a:pt x="179984" y="876274"/>
                  </a:lnTo>
                  <a:lnTo>
                    <a:pt x="157302" y="836256"/>
                  </a:lnTo>
                  <a:lnTo>
                    <a:pt x="138277" y="794092"/>
                  </a:lnTo>
                  <a:lnTo>
                    <a:pt x="123101" y="749973"/>
                  </a:lnTo>
                  <a:lnTo>
                    <a:pt x="112001" y="704126"/>
                  </a:lnTo>
                  <a:lnTo>
                    <a:pt x="105181" y="656755"/>
                  </a:lnTo>
                  <a:lnTo>
                    <a:pt x="102870" y="608076"/>
                  </a:lnTo>
                  <a:lnTo>
                    <a:pt x="105181" y="559409"/>
                  </a:lnTo>
                  <a:lnTo>
                    <a:pt x="112001" y="512038"/>
                  </a:lnTo>
                  <a:lnTo>
                    <a:pt x="123101" y="466191"/>
                  </a:lnTo>
                  <a:lnTo>
                    <a:pt x="138277" y="422071"/>
                  </a:lnTo>
                  <a:lnTo>
                    <a:pt x="157302" y="379907"/>
                  </a:lnTo>
                  <a:lnTo>
                    <a:pt x="179984" y="339890"/>
                  </a:lnTo>
                  <a:lnTo>
                    <a:pt x="206108" y="302234"/>
                  </a:lnTo>
                  <a:lnTo>
                    <a:pt x="235445" y="267169"/>
                  </a:lnTo>
                  <a:lnTo>
                    <a:pt x="267804" y="234899"/>
                  </a:lnTo>
                  <a:lnTo>
                    <a:pt x="302958" y="205625"/>
                  </a:lnTo>
                  <a:lnTo>
                    <a:pt x="340702" y="179565"/>
                  </a:lnTo>
                  <a:lnTo>
                    <a:pt x="380809" y="156946"/>
                  </a:lnTo>
                  <a:lnTo>
                    <a:pt x="423087" y="137947"/>
                  </a:lnTo>
                  <a:lnTo>
                    <a:pt x="467321" y="122809"/>
                  </a:lnTo>
                  <a:lnTo>
                    <a:pt x="513295" y="111734"/>
                  </a:lnTo>
                  <a:lnTo>
                    <a:pt x="560781" y="104940"/>
                  </a:lnTo>
                  <a:lnTo>
                    <a:pt x="609600" y="102616"/>
                  </a:lnTo>
                  <a:lnTo>
                    <a:pt x="658406" y="104940"/>
                  </a:lnTo>
                  <a:lnTo>
                    <a:pt x="705891" y="111734"/>
                  </a:lnTo>
                  <a:lnTo>
                    <a:pt x="751865" y="122809"/>
                  </a:lnTo>
                  <a:lnTo>
                    <a:pt x="796099" y="137947"/>
                  </a:lnTo>
                  <a:lnTo>
                    <a:pt x="838377" y="156946"/>
                  </a:lnTo>
                  <a:lnTo>
                    <a:pt x="878484" y="179565"/>
                  </a:lnTo>
                  <a:lnTo>
                    <a:pt x="916228" y="205625"/>
                  </a:lnTo>
                  <a:lnTo>
                    <a:pt x="951382" y="234899"/>
                  </a:lnTo>
                  <a:lnTo>
                    <a:pt x="983742" y="267169"/>
                  </a:lnTo>
                  <a:lnTo>
                    <a:pt x="1013079" y="302234"/>
                  </a:lnTo>
                  <a:lnTo>
                    <a:pt x="1039202" y="339890"/>
                  </a:lnTo>
                  <a:lnTo>
                    <a:pt x="1061885" y="379907"/>
                  </a:lnTo>
                  <a:lnTo>
                    <a:pt x="1080909" y="422071"/>
                  </a:lnTo>
                  <a:lnTo>
                    <a:pt x="1096086" y="466191"/>
                  </a:lnTo>
                  <a:lnTo>
                    <a:pt x="1107186" y="512038"/>
                  </a:lnTo>
                  <a:lnTo>
                    <a:pt x="1114005" y="559409"/>
                  </a:lnTo>
                  <a:lnTo>
                    <a:pt x="1116330" y="608076"/>
                  </a:lnTo>
                  <a:lnTo>
                    <a:pt x="1113713" y="659765"/>
                  </a:lnTo>
                  <a:lnTo>
                    <a:pt x="1106043" y="709942"/>
                  </a:lnTo>
                  <a:lnTo>
                    <a:pt x="1093571" y="758393"/>
                  </a:lnTo>
                  <a:lnTo>
                    <a:pt x="1076540" y="804837"/>
                  </a:lnTo>
                  <a:lnTo>
                    <a:pt x="1055217" y="849033"/>
                  </a:lnTo>
                  <a:lnTo>
                    <a:pt x="1029843" y="890727"/>
                  </a:lnTo>
                  <a:lnTo>
                    <a:pt x="1000683" y="929665"/>
                  </a:lnTo>
                  <a:lnTo>
                    <a:pt x="967994" y="965581"/>
                  </a:lnTo>
                  <a:lnTo>
                    <a:pt x="892937" y="1027303"/>
                  </a:lnTo>
                  <a:lnTo>
                    <a:pt x="863219" y="1043305"/>
                  </a:lnTo>
                  <a:lnTo>
                    <a:pt x="855853" y="1061212"/>
                  </a:lnTo>
                  <a:lnTo>
                    <a:pt x="870394" y="1109154"/>
                  </a:lnTo>
                  <a:lnTo>
                    <a:pt x="910209" y="1134110"/>
                  </a:lnTo>
                  <a:lnTo>
                    <a:pt x="950468" y="1112266"/>
                  </a:lnTo>
                  <a:lnTo>
                    <a:pt x="1040638" y="1038098"/>
                  </a:lnTo>
                  <a:lnTo>
                    <a:pt x="1072451" y="1003846"/>
                  </a:lnTo>
                  <a:lnTo>
                    <a:pt x="1101585" y="967219"/>
                  </a:lnTo>
                  <a:lnTo>
                    <a:pt x="1127874" y="928395"/>
                  </a:lnTo>
                  <a:lnTo>
                    <a:pt x="1151166" y="887526"/>
                  </a:lnTo>
                  <a:lnTo>
                    <a:pt x="1171295" y="844765"/>
                  </a:lnTo>
                  <a:lnTo>
                    <a:pt x="1188123" y="800265"/>
                  </a:lnTo>
                  <a:lnTo>
                    <a:pt x="1201483" y="754202"/>
                  </a:lnTo>
                  <a:lnTo>
                    <a:pt x="1211224" y="706704"/>
                  </a:lnTo>
                  <a:lnTo>
                    <a:pt x="1217168" y="657948"/>
                  </a:lnTo>
                  <a:lnTo>
                    <a:pt x="1219200" y="608076"/>
                  </a:lnTo>
                  <a:close/>
                </a:path>
              </a:pathLst>
            </a:custGeom>
            <a:solidFill>
              <a:srgbClr val="FF8E01"/>
            </a:solidFill>
          </p:spPr>
          <p:txBody>
            <a:bodyPr wrap="square" lIns="0" tIns="0" rIns="0" bIns="0" rtlCol="0"/>
            <a:lstStyle/>
            <a:p>
              <a:endParaRPr/>
            </a:p>
          </p:txBody>
        </p:sp>
        <p:sp>
          <p:nvSpPr>
            <p:cNvPr id="40" name="object 40"/>
            <p:cNvSpPr/>
            <p:nvPr/>
          </p:nvSpPr>
          <p:spPr>
            <a:xfrm>
              <a:off x="10244327" y="2827020"/>
              <a:ext cx="100583" cy="100583"/>
            </a:xfrm>
            <a:prstGeom prst="rect">
              <a:avLst/>
            </a:prstGeom>
            <a:blipFill>
              <a:blip r:embed="rId4" cstate="print"/>
              <a:stretch>
                <a:fillRect/>
              </a:stretch>
            </a:blipFill>
          </p:spPr>
          <p:txBody>
            <a:bodyPr wrap="square" lIns="0" tIns="0" rIns="0" bIns="0" rtlCol="0"/>
            <a:lstStyle/>
            <a:p>
              <a:endParaRPr/>
            </a:p>
          </p:txBody>
        </p:sp>
        <p:sp>
          <p:nvSpPr>
            <p:cNvPr id="41" name="object 41"/>
            <p:cNvSpPr/>
            <p:nvPr/>
          </p:nvSpPr>
          <p:spPr>
            <a:xfrm>
              <a:off x="10344911" y="2839212"/>
              <a:ext cx="672465" cy="76200"/>
            </a:xfrm>
            <a:custGeom>
              <a:avLst/>
              <a:gdLst/>
              <a:ahLst/>
              <a:cxnLst/>
              <a:rect l="l" t="t" r="r" b="b"/>
              <a:pathLst>
                <a:path w="672465" h="76200">
                  <a:moveTo>
                    <a:pt x="595884" y="0"/>
                  </a:moveTo>
                  <a:lnTo>
                    <a:pt x="595884" y="76200"/>
                  </a:lnTo>
                  <a:lnTo>
                    <a:pt x="659384" y="44450"/>
                  </a:lnTo>
                  <a:lnTo>
                    <a:pt x="608584" y="44450"/>
                  </a:lnTo>
                  <a:lnTo>
                    <a:pt x="608584" y="31750"/>
                  </a:lnTo>
                  <a:lnTo>
                    <a:pt x="659384" y="31750"/>
                  </a:lnTo>
                  <a:lnTo>
                    <a:pt x="595884" y="0"/>
                  </a:lnTo>
                  <a:close/>
                </a:path>
                <a:path w="672465" h="76200">
                  <a:moveTo>
                    <a:pt x="595884" y="31750"/>
                  </a:moveTo>
                  <a:lnTo>
                    <a:pt x="0" y="31750"/>
                  </a:lnTo>
                  <a:lnTo>
                    <a:pt x="0" y="44450"/>
                  </a:lnTo>
                  <a:lnTo>
                    <a:pt x="595884" y="44450"/>
                  </a:lnTo>
                  <a:lnTo>
                    <a:pt x="595884" y="31750"/>
                  </a:lnTo>
                  <a:close/>
                </a:path>
                <a:path w="672465" h="76200">
                  <a:moveTo>
                    <a:pt x="659384" y="31750"/>
                  </a:moveTo>
                  <a:lnTo>
                    <a:pt x="608584" y="31750"/>
                  </a:lnTo>
                  <a:lnTo>
                    <a:pt x="608584" y="44450"/>
                  </a:lnTo>
                  <a:lnTo>
                    <a:pt x="659384" y="44450"/>
                  </a:lnTo>
                  <a:lnTo>
                    <a:pt x="672084" y="38100"/>
                  </a:lnTo>
                  <a:lnTo>
                    <a:pt x="659384" y="31750"/>
                  </a:lnTo>
                  <a:close/>
                </a:path>
              </a:pathLst>
            </a:custGeom>
            <a:solidFill>
              <a:srgbClr val="FF8E01"/>
            </a:solidFill>
          </p:spPr>
          <p:txBody>
            <a:bodyPr wrap="square" lIns="0" tIns="0" rIns="0" bIns="0" rtlCol="0"/>
            <a:lstStyle/>
            <a:p>
              <a:endParaRPr/>
            </a:p>
          </p:txBody>
        </p:sp>
        <p:sp>
          <p:nvSpPr>
            <p:cNvPr id="42" name="object 42"/>
            <p:cNvSpPr/>
            <p:nvPr/>
          </p:nvSpPr>
          <p:spPr>
            <a:xfrm>
              <a:off x="9831323" y="2145792"/>
              <a:ext cx="1773174" cy="454913"/>
            </a:xfrm>
            <a:prstGeom prst="rect">
              <a:avLst/>
            </a:prstGeom>
            <a:blipFill>
              <a:blip r:embed="rId8" cstate="print"/>
              <a:stretch>
                <a:fillRect/>
              </a:stretch>
            </a:blipFill>
          </p:spPr>
          <p:txBody>
            <a:bodyPr wrap="square" lIns="0" tIns="0" rIns="0" bIns="0" rtlCol="0"/>
            <a:lstStyle/>
            <a:p>
              <a:endParaRPr/>
            </a:p>
          </p:txBody>
        </p:sp>
        <p:sp>
          <p:nvSpPr>
            <p:cNvPr id="43" name="object 43"/>
            <p:cNvSpPr/>
            <p:nvPr/>
          </p:nvSpPr>
          <p:spPr>
            <a:xfrm>
              <a:off x="9933431" y="2389632"/>
              <a:ext cx="339102" cy="454913"/>
            </a:xfrm>
            <a:prstGeom prst="rect">
              <a:avLst/>
            </a:prstGeom>
            <a:blipFill>
              <a:blip r:embed="rId9" cstate="print"/>
              <a:stretch>
                <a:fillRect/>
              </a:stretch>
            </a:blipFill>
          </p:spPr>
          <p:txBody>
            <a:bodyPr wrap="square" lIns="0" tIns="0" rIns="0" bIns="0" rtlCol="0"/>
            <a:lstStyle/>
            <a:p>
              <a:endParaRPr/>
            </a:p>
          </p:txBody>
        </p:sp>
        <p:sp>
          <p:nvSpPr>
            <p:cNvPr id="44" name="object 44"/>
            <p:cNvSpPr/>
            <p:nvPr/>
          </p:nvSpPr>
          <p:spPr>
            <a:xfrm>
              <a:off x="10058399" y="2389632"/>
              <a:ext cx="1387602" cy="454913"/>
            </a:xfrm>
            <a:prstGeom prst="rect">
              <a:avLst/>
            </a:prstGeom>
            <a:blipFill>
              <a:blip r:embed="rId10" cstate="print"/>
              <a:stretch>
                <a:fillRect/>
              </a:stretch>
            </a:blipFill>
          </p:spPr>
          <p:txBody>
            <a:bodyPr wrap="square" lIns="0" tIns="0" rIns="0" bIns="0" rtlCol="0"/>
            <a:lstStyle/>
            <a:p>
              <a:endParaRPr/>
            </a:p>
          </p:txBody>
        </p:sp>
      </p:grpSp>
      <p:sp>
        <p:nvSpPr>
          <p:cNvPr id="45" name="object 45"/>
          <p:cNvSpPr txBox="1"/>
          <p:nvPr/>
        </p:nvSpPr>
        <p:spPr>
          <a:xfrm>
            <a:off x="1220520" y="4830013"/>
            <a:ext cx="1097915" cy="513080"/>
          </a:xfrm>
          <a:prstGeom prst="rect">
            <a:avLst/>
          </a:prstGeom>
        </p:spPr>
        <p:txBody>
          <a:bodyPr vert="horz" wrap="square" lIns="0" tIns="12065" rIns="0" bIns="0" rtlCol="0">
            <a:spAutoFit/>
          </a:bodyPr>
          <a:lstStyle/>
          <a:p>
            <a:pPr algn="ctr">
              <a:lnSpc>
                <a:spcPct val="100000"/>
              </a:lnSpc>
              <a:spcBef>
                <a:spcPts val="95"/>
              </a:spcBef>
            </a:pPr>
            <a:r>
              <a:rPr sz="1600" spc="-10" dirty="0">
                <a:solidFill>
                  <a:srgbClr val="FFFFFF"/>
                </a:solidFill>
                <a:latin typeface="Arial"/>
                <a:cs typeface="Arial"/>
              </a:rPr>
              <a:t>Image</a:t>
            </a:r>
            <a:endParaRPr sz="1600">
              <a:latin typeface="Arial"/>
              <a:cs typeface="Arial"/>
            </a:endParaRPr>
          </a:p>
          <a:p>
            <a:pPr algn="ctr">
              <a:lnSpc>
                <a:spcPct val="100000"/>
              </a:lnSpc>
              <a:spcBef>
                <a:spcPts val="5"/>
              </a:spcBef>
            </a:pPr>
            <a:r>
              <a:rPr sz="1600" spc="-5" dirty="0">
                <a:solidFill>
                  <a:srgbClr val="FFFFFF"/>
                </a:solidFill>
                <a:latin typeface="Arial"/>
                <a:cs typeface="Arial"/>
              </a:rPr>
              <a:t>Recognition</a:t>
            </a:r>
            <a:endParaRPr sz="1600">
              <a:latin typeface="Arial"/>
              <a:cs typeface="Arial"/>
            </a:endParaRPr>
          </a:p>
        </p:txBody>
      </p:sp>
      <p:grpSp>
        <p:nvGrpSpPr>
          <p:cNvPr id="46" name="object 46"/>
          <p:cNvGrpSpPr/>
          <p:nvPr/>
        </p:nvGrpSpPr>
        <p:grpSpPr>
          <a:xfrm>
            <a:off x="4358640" y="4779264"/>
            <a:ext cx="2023110" cy="1186815"/>
            <a:chOff x="4358640" y="4779264"/>
            <a:chExt cx="2023110" cy="1186815"/>
          </a:xfrm>
        </p:grpSpPr>
        <p:sp>
          <p:nvSpPr>
            <p:cNvPr id="47" name="object 47"/>
            <p:cNvSpPr/>
            <p:nvPr/>
          </p:nvSpPr>
          <p:spPr>
            <a:xfrm>
              <a:off x="4832604" y="4779264"/>
              <a:ext cx="1073658" cy="454914"/>
            </a:xfrm>
            <a:prstGeom prst="rect">
              <a:avLst/>
            </a:prstGeom>
            <a:blipFill>
              <a:blip r:embed="rId11" cstate="print"/>
              <a:stretch>
                <a:fillRect/>
              </a:stretch>
            </a:blipFill>
          </p:spPr>
          <p:txBody>
            <a:bodyPr wrap="square" lIns="0" tIns="0" rIns="0" bIns="0" rtlCol="0"/>
            <a:lstStyle/>
            <a:p>
              <a:endParaRPr/>
            </a:p>
          </p:txBody>
        </p:sp>
        <p:sp>
          <p:nvSpPr>
            <p:cNvPr id="48" name="object 48"/>
            <p:cNvSpPr/>
            <p:nvPr/>
          </p:nvSpPr>
          <p:spPr>
            <a:xfrm>
              <a:off x="4515612" y="5023104"/>
              <a:ext cx="1707641" cy="454913"/>
            </a:xfrm>
            <a:prstGeom prst="rect">
              <a:avLst/>
            </a:prstGeom>
            <a:blipFill>
              <a:blip r:embed="rId12" cstate="print"/>
              <a:stretch>
                <a:fillRect/>
              </a:stretch>
            </a:blipFill>
          </p:spPr>
          <p:txBody>
            <a:bodyPr wrap="square" lIns="0" tIns="0" rIns="0" bIns="0" rtlCol="0"/>
            <a:lstStyle/>
            <a:p>
              <a:endParaRPr/>
            </a:p>
          </p:txBody>
        </p:sp>
        <p:sp>
          <p:nvSpPr>
            <p:cNvPr id="49" name="object 49"/>
            <p:cNvSpPr/>
            <p:nvPr/>
          </p:nvSpPr>
          <p:spPr>
            <a:xfrm>
              <a:off x="4358640" y="5266944"/>
              <a:ext cx="2023110" cy="454914"/>
            </a:xfrm>
            <a:prstGeom prst="rect">
              <a:avLst/>
            </a:prstGeom>
            <a:blipFill>
              <a:blip r:embed="rId13" cstate="print"/>
              <a:stretch>
                <a:fillRect/>
              </a:stretch>
            </a:blipFill>
          </p:spPr>
          <p:txBody>
            <a:bodyPr wrap="square" lIns="0" tIns="0" rIns="0" bIns="0" rtlCol="0"/>
            <a:lstStyle/>
            <a:p>
              <a:endParaRPr/>
            </a:p>
          </p:txBody>
        </p:sp>
        <p:sp>
          <p:nvSpPr>
            <p:cNvPr id="50" name="object 50"/>
            <p:cNvSpPr/>
            <p:nvPr/>
          </p:nvSpPr>
          <p:spPr>
            <a:xfrm>
              <a:off x="4421124" y="5510784"/>
              <a:ext cx="1841753" cy="454914"/>
            </a:xfrm>
            <a:prstGeom prst="rect">
              <a:avLst/>
            </a:prstGeom>
            <a:blipFill>
              <a:blip r:embed="rId14" cstate="print"/>
              <a:stretch>
                <a:fillRect/>
              </a:stretch>
            </a:blipFill>
          </p:spPr>
          <p:txBody>
            <a:bodyPr wrap="square" lIns="0" tIns="0" rIns="0" bIns="0" rtlCol="0"/>
            <a:lstStyle/>
            <a:p>
              <a:endParaRPr/>
            </a:p>
          </p:txBody>
        </p:sp>
      </p:grpSp>
      <p:sp>
        <p:nvSpPr>
          <p:cNvPr id="51" name="object 51"/>
          <p:cNvSpPr txBox="1"/>
          <p:nvPr/>
        </p:nvSpPr>
        <p:spPr>
          <a:xfrm>
            <a:off x="4474845" y="4830013"/>
            <a:ext cx="1718310" cy="1000760"/>
          </a:xfrm>
          <a:prstGeom prst="rect">
            <a:avLst/>
          </a:prstGeom>
        </p:spPr>
        <p:txBody>
          <a:bodyPr vert="horz" wrap="square" lIns="0" tIns="12065" rIns="0" bIns="0" rtlCol="0">
            <a:spAutoFit/>
          </a:bodyPr>
          <a:lstStyle/>
          <a:p>
            <a:pPr marL="12700" marR="5080" algn="ctr">
              <a:lnSpc>
                <a:spcPct val="100000"/>
              </a:lnSpc>
              <a:spcBef>
                <a:spcPts val="95"/>
              </a:spcBef>
            </a:pPr>
            <a:r>
              <a:rPr sz="1600" spc="-5" dirty="0">
                <a:solidFill>
                  <a:srgbClr val="FFFFFF"/>
                </a:solidFill>
                <a:latin typeface="Arial"/>
                <a:cs typeface="Arial"/>
              </a:rPr>
              <a:t>Portfolio  Management &amp;  Prediction of</a:t>
            </a:r>
            <a:r>
              <a:rPr sz="1600" spc="-45" dirty="0">
                <a:solidFill>
                  <a:srgbClr val="FFFFFF"/>
                </a:solidFill>
                <a:latin typeface="Arial"/>
                <a:cs typeface="Arial"/>
              </a:rPr>
              <a:t> </a:t>
            </a:r>
            <a:r>
              <a:rPr sz="1600" spc="-5" dirty="0">
                <a:solidFill>
                  <a:srgbClr val="FFFFFF"/>
                </a:solidFill>
                <a:latin typeface="Arial"/>
                <a:cs typeface="Arial"/>
              </a:rPr>
              <a:t>Stock  Price</a:t>
            </a:r>
            <a:r>
              <a:rPr sz="1600" spc="-35" dirty="0">
                <a:solidFill>
                  <a:srgbClr val="FFFFFF"/>
                </a:solidFill>
                <a:latin typeface="Arial"/>
                <a:cs typeface="Arial"/>
              </a:rPr>
              <a:t> </a:t>
            </a:r>
            <a:r>
              <a:rPr sz="1600" spc="-5" dirty="0">
                <a:solidFill>
                  <a:srgbClr val="FFFFFF"/>
                </a:solidFill>
                <a:latin typeface="Arial"/>
                <a:cs typeface="Arial"/>
              </a:rPr>
              <a:t>Movements</a:t>
            </a:r>
            <a:endParaRPr sz="1600">
              <a:latin typeface="Arial"/>
              <a:cs typeface="Arial"/>
            </a:endParaRPr>
          </a:p>
        </p:txBody>
      </p:sp>
      <p:grpSp>
        <p:nvGrpSpPr>
          <p:cNvPr id="52" name="object 52"/>
          <p:cNvGrpSpPr/>
          <p:nvPr/>
        </p:nvGrpSpPr>
        <p:grpSpPr>
          <a:xfrm>
            <a:off x="8235695" y="4779264"/>
            <a:ext cx="1344930" cy="699135"/>
            <a:chOff x="8235695" y="4779264"/>
            <a:chExt cx="1344930" cy="699135"/>
          </a:xfrm>
        </p:grpSpPr>
        <p:sp>
          <p:nvSpPr>
            <p:cNvPr id="53" name="object 53"/>
            <p:cNvSpPr/>
            <p:nvPr/>
          </p:nvSpPr>
          <p:spPr>
            <a:xfrm>
              <a:off x="8427719" y="4779264"/>
              <a:ext cx="960881" cy="454914"/>
            </a:xfrm>
            <a:prstGeom prst="rect">
              <a:avLst/>
            </a:prstGeom>
            <a:blipFill>
              <a:blip r:embed="rId15" cstate="print"/>
              <a:stretch>
                <a:fillRect/>
              </a:stretch>
            </a:blipFill>
          </p:spPr>
          <p:txBody>
            <a:bodyPr wrap="square" lIns="0" tIns="0" rIns="0" bIns="0" rtlCol="0"/>
            <a:lstStyle/>
            <a:p>
              <a:endParaRPr/>
            </a:p>
          </p:txBody>
        </p:sp>
        <p:sp>
          <p:nvSpPr>
            <p:cNvPr id="54" name="object 54"/>
            <p:cNvSpPr/>
            <p:nvPr/>
          </p:nvSpPr>
          <p:spPr>
            <a:xfrm>
              <a:off x="8235695" y="5023104"/>
              <a:ext cx="1344929" cy="454913"/>
            </a:xfrm>
            <a:prstGeom prst="rect">
              <a:avLst/>
            </a:prstGeom>
            <a:blipFill>
              <a:blip r:embed="rId16" cstate="print"/>
              <a:stretch>
                <a:fillRect/>
              </a:stretch>
            </a:blipFill>
          </p:spPr>
          <p:txBody>
            <a:bodyPr wrap="square" lIns="0" tIns="0" rIns="0" bIns="0" rtlCol="0"/>
            <a:lstStyle/>
            <a:p>
              <a:endParaRPr/>
            </a:p>
          </p:txBody>
        </p:sp>
      </p:grpSp>
      <p:sp>
        <p:nvSpPr>
          <p:cNvPr id="55" name="object 55"/>
          <p:cNvSpPr txBox="1"/>
          <p:nvPr/>
        </p:nvSpPr>
        <p:spPr>
          <a:xfrm>
            <a:off x="8351011" y="4830013"/>
            <a:ext cx="1097915" cy="513080"/>
          </a:xfrm>
          <a:prstGeom prst="rect">
            <a:avLst/>
          </a:prstGeom>
        </p:spPr>
        <p:txBody>
          <a:bodyPr vert="horz" wrap="square" lIns="0" tIns="12065" rIns="0" bIns="0" rtlCol="0">
            <a:spAutoFit/>
          </a:bodyPr>
          <a:lstStyle/>
          <a:p>
            <a:pPr algn="ctr">
              <a:lnSpc>
                <a:spcPct val="100000"/>
              </a:lnSpc>
              <a:spcBef>
                <a:spcPts val="95"/>
              </a:spcBef>
            </a:pPr>
            <a:r>
              <a:rPr sz="1600" spc="-5" dirty="0">
                <a:solidFill>
                  <a:srgbClr val="FFFFFF"/>
                </a:solidFill>
                <a:latin typeface="Arial"/>
                <a:cs typeface="Arial"/>
              </a:rPr>
              <a:t>Speech</a:t>
            </a:r>
            <a:endParaRPr sz="1600">
              <a:latin typeface="Arial"/>
              <a:cs typeface="Arial"/>
            </a:endParaRPr>
          </a:p>
          <a:p>
            <a:pPr algn="ctr">
              <a:lnSpc>
                <a:spcPct val="100000"/>
              </a:lnSpc>
              <a:spcBef>
                <a:spcPts val="5"/>
              </a:spcBef>
            </a:pPr>
            <a:r>
              <a:rPr sz="1600" spc="-5" dirty="0">
                <a:solidFill>
                  <a:srgbClr val="FFFFFF"/>
                </a:solidFill>
                <a:latin typeface="Arial"/>
                <a:cs typeface="Arial"/>
              </a:rPr>
              <a:t>Recognition</a:t>
            </a:r>
            <a:endParaRPr sz="1600">
              <a:latin typeface="Arial"/>
              <a:cs typeface="Arial"/>
            </a:endParaRPr>
          </a:p>
        </p:txBody>
      </p:sp>
      <p:grpSp>
        <p:nvGrpSpPr>
          <p:cNvPr id="56" name="object 56"/>
          <p:cNvGrpSpPr/>
          <p:nvPr/>
        </p:nvGrpSpPr>
        <p:grpSpPr>
          <a:xfrm>
            <a:off x="2616707" y="2145792"/>
            <a:ext cx="1942464" cy="699135"/>
            <a:chOff x="2616707" y="2145792"/>
            <a:chExt cx="1942464" cy="699135"/>
          </a:xfrm>
        </p:grpSpPr>
        <p:sp>
          <p:nvSpPr>
            <p:cNvPr id="57" name="object 57"/>
            <p:cNvSpPr/>
            <p:nvPr/>
          </p:nvSpPr>
          <p:spPr>
            <a:xfrm>
              <a:off x="2616707" y="2145792"/>
              <a:ext cx="1942338" cy="454913"/>
            </a:xfrm>
            <a:prstGeom prst="rect">
              <a:avLst/>
            </a:prstGeom>
            <a:blipFill>
              <a:blip r:embed="rId17" cstate="print"/>
              <a:stretch>
                <a:fillRect/>
              </a:stretch>
            </a:blipFill>
          </p:spPr>
          <p:txBody>
            <a:bodyPr wrap="square" lIns="0" tIns="0" rIns="0" bIns="0" rtlCol="0"/>
            <a:lstStyle/>
            <a:p>
              <a:endParaRPr/>
            </a:p>
          </p:txBody>
        </p:sp>
        <p:sp>
          <p:nvSpPr>
            <p:cNvPr id="58" name="object 58"/>
            <p:cNvSpPr/>
            <p:nvPr/>
          </p:nvSpPr>
          <p:spPr>
            <a:xfrm>
              <a:off x="2919983" y="2389632"/>
              <a:ext cx="1277873" cy="454913"/>
            </a:xfrm>
            <a:prstGeom prst="rect">
              <a:avLst/>
            </a:prstGeom>
            <a:blipFill>
              <a:blip r:embed="rId18" cstate="print"/>
              <a:stretch>
                <a:fillRect/>
              </a:stretch>
            </a:blipFill>
          </p:spPr>
          <p:txBody>
            <a:bodyPr wrap="square" lIns="0" tIns="0" rIns="0" bIns="0" rtlCol="0"/>
            <a:lstStyle/>
            <a:p>
              <a:endParaRPr/>
            </a:p>
          </p:txBody>
        </p:sp>
      </p:grpSp>
      <p:sp>
        <p:nvSpPr>
          <p:cNvPr id="59" name="object 59"/>
          <p:cNvSpPr txBox="1"/>
          <p:nvPr/>
        </p:nvSpPr>
        <p:spPr>
          <a:xfrm>
            <a:off x="2732277" y="2195271"/>
            <a:ext cx="1639570" cy="513080"/>
          </a:xfrm>
          <a:prstGeom prst="rect">
            <a:avLst/>
          </a:prstGeom>
        </p:spPr>
        <p:txBody>
          <a:bodyPr vert="horz" wrap="square" lIns="0" tIns="12065" rIns="0" bIns="0" rtlCol="0">
            <a:spAutoFit/>
          </a:bodyPr>
          <a:lstStyle/>
          <a:p>
            <a:pPr algn="ctr">
              <a:lnSpc>
                <a:spcPct val="100000"/>
              </a:lnSpc>
              <a:spcBef>
                <a:spcPts val="95"/>
              </a:spcBef>
            </a:pPr>
            <a:r>
              <a:rPr sz="1600" spc="-5" dirty="0">
                <a:solidFill>
                  <a:srgbClr val="FFFFFF"/>
                </a:solidFill>
                <a:latin typeface="Arial"/>
                <a:cs typeface="Arial"/>
              </a:rPr>
              <a:t>Natural</a:t>
            </a:r>
            <a:r>
              <a:rPr sz="1600" spc="-35" dirty="0">
                <a:solidFill>
                  <a:srgbClr val="FFFFFF"/>
                </a:solidFill>
                <a:latin typeface="Arial"/>
                <a:cs typeface="Arial"/>
              </a:rPr>
              <a:t> </a:t>
            </a:r>
            <a:r>
              <a:rPr sz="1600" spc="-5" dirty="0">
                <a:solidFill>
                  <a:srgbClr val="FFFFFF"/>
                </a:solidFill>
                <a:latin typeface="Arial"/>
                <a:cs typeface="Arial"/>
              </a:rPr>
              <a:t>Language</a:t>
            </a:r>
            <a:endParaRPr sz="1600">
              <a:latin typeface="Arial"/>
              <a:cs typeface="Arial"/>
            </a:endParaRPr>
          </a:p>
          <a:p>
            <a:pPr algn="ctr">
              <a:lnSpc>
                <a:spcPct val="100000"/>
              </a:lnSpc>
              <a:spcBef>
                <a:spcPts val="5"/>
              </a:spcBef>
            </a:pPr>
            <a:r>
              <a:rPr sz="1600" spc="-5" dirty="0">
                <a:solidFill>
                  <a:srgbClr val="FFFFFF"/>
                </a:solidFill>
                <a:latin typeface="Arial"/>
                <a:cs typeface="Arial"/>
              </a:rPr>
              <a:t>Processing</a:t>
            </a:r>
            <a:endParaRPr sz="1600">
              <a:latin typeface="Arial"/>
              <a:cs typeface="Arial"/>
            </a:endParaRPr>
          </a:p>
        </p:txBody>
      </p:sp>
      <p:grpSp>
        <p:nvGrpSpPr>
          <p:cNvPr id="60" name="object 60"/>
          <p:cNvGrpSpPr/>
          <p:nvPr/>
        </p:nvGrpSpPr>
        <p:grpSpPr>
          <a:xfrm>
            <a:off x="5945123" y="1900427"/>
            <a:ext cx="2358390" cy="942975"/>
            <a:chOff x="5945123" y="1900427"/>
            <a:chExt cx="2358390" cy="942975"/>
          </a:xfrm>
        </p:grpSpPr>
        <p:sp>
          <p:nvSpPr>
            <p:cNvPr id="61" name="object 61"/>
            <p:cNvSpPr/>
            <p:nvPr/>
          </p:nvSpPr>
          <p:spPr>
            <a:xfrm>
              <a:off x="6198107" y="1900427"/>
              <a:ext cx="1908810" cy="454913"/>
            </a:xfrm>
            <a:prstGeom prst="rect">
              <a:avLst/>
            </a:prstGeom>
            <a:blipFill>
              <a:blip r:embed="rId19" cstate="print"/>
              <a:stretch>
                <a:fillRect/>
              </a:stretch>
            </a:blipFill>
          </p:spPr>
          <p:txBody>
            <a:bodyPr wrap="square" lIns="0" tIns="0" rIns="0" bIns="0" rtlCol="0"/>
            <a:lstStyle/>
            <a:p>
              <a:endParaRPr/>
            </a:p>
          </p:txBody>
        </p:sp>
        <p:sp>
          <p:nvSpPr>
            <p:cNvPr id="62" name="object 62"/>
            <p:cNvSpPr/>
            <p:nvPr/>
          </p:nvSpPr>
          <p:spPr>
            <a:xfrm>
              <a:off x="6051803" y="2144268"/>
              <a:ext cx="2204466" cy="454913"/>
            </a:xfrm>
            <a:prstGeom prst="rect">
              <a:avLst/>
            </a:prstGeom>
            <a:blipFill>
              <a:blip r:embed="rId20" cstate="print"/>
              <a:stretch>
                <a:fillRect/>
              </a:stretch>
            </a:blipFill>
          </p:spPr>
          <p:txBody>
            <a:bodyPr wrap="square" lIns="0" tIns="0" rIns="0" bIns="0" rtlCol="0"/>
            <a:lstStyle/>
            <a:p>
              <a:endParaRPr/>
            </a:p>
          </p:txBody>
        </p:sp>
        <p:sp>
          <p:nvSpPr>
            <p:cNvPr id="63" name="object 63"/>
            <p:cNvSpPr/>
            <p:nvPr/>
          </p:nvSpPr>
          <p:spPr>
            <a:xfrm>
              <a:off x="5945123" y="2388108"/>
              <a:ext cx="2358389" cy="454913"/>
            </a:xfrm>
            <a:prstGeom prst="rect">
              <a:avLst/>
            </a:prstGeom>
            <a:blipFill>
              <a:blip r:embed="rId21" cstate="print"/>
              <a:stretch>
                <a:fillRect/>
              </a:stretch>
            </a:blipFill>
          </p:spPr>
          <p:txBody>
            <a:bodyPr wrap="square" lIns="0" tIns="0" rIns="0" bIns="0" rtlCol="0"/>
            <a:lstStyle/>
            <a:p>
              <a:endParaRPr/>
            </a:p>
          </p:txBody>
        </p:sp>
      </p:grpSp>
      <p:sp>
        <p:nvSpPr>
          <p:cNvPr id="64" name="object 64"/>
          <p:cNvSpPr txBox="1"/>
          <p:nvPr/>
        </p:nvSpPr>
        <p:spPr>
          <a:xfrm>
            <a:off x="6060694" y="1950161"/>
            <a:ext cx="2110740" cy="757555"/>
          </a:xfrm>
          <a:prstGeom prst="rect">
            <a:avLst/>
          </a:prstGeom>
        </p:spPr>
        <p:txBody>
          <a:bodyPr vert="horz" wrap="square" lIns="0" tIns="12065" rIns="0" bIns="0" rtlCol="0">
            <a:spAutoFit/>
          </a:bodyPr>
          <a:lstStyle/>
          <a:p>
            <a:pPr marL="12700" marR="5080" indent="-635" algn="ctr">
              <a:lnSpc>
                <a:spcPct val="100000"/>
              </a:lnSpc>
              <a:spcBef>
                <a:spcPts val="95"/>
              </a:spcBef>
            </a:pPr>
            <a:r>
              <a:rPr sz="1600" spc="-5" dirty="0">
                <a:solidFill>
                  <a:srgbClr val="FFFFFF"/>
                </a:solidFill>
                <a:latin typeface="Arial"/>
                <a:cs typeface="Arial"/>
              </a:rPr>
              <a:t>Drug Discovery &amp;  Better Diagnostics of  Diseases in</a:t>
            </a:r>
            <a:r>
              <a:rPr sz="1600" spc="-55" dirty="0">
                <a:solidFill>
                  <a:srgbClr val="FFFFFF"/>
                </a:solidFill>
                <a:latin typeface="Arial"/>
                <a:cs typeface="Arial"/>
              </a:rPr>
              <a:t> </a:t>
            </a:r>
            <a:r>
              <a:rPr sz="1600" spc="-5" dirty="0">
                <a:solidFill>
                  <a:srgbClr val="FFFFFF"/>
                </a:solidFill>
                <a:latin typeface="Arial"/>
                <a:cs typeface="Arial"/>
              </a:rPr>
              <a:t>Healthcare</a:t>
            </a:r>
            <a:endParaRPr sz="1600">
              <a:latin typeface="Arial"/>
              <a:cs typeface="Arial"/>
            </a:endParaRPr>
          </a:p>
        </p:txBody>
      </p:sp>
      <p:sp>
        <p:nvSpPr>
          <p:cNvPr id="65" name="object 65"/>
          <p:cNvSpPr txBox="1"/>
          <p:nvPr/>
        </p:nvSpPr>
        <p:spPr>
          <a:xfrm>
            <a:off x="9946893" y="2195271"/>
            <a:ext cx="1471930" cy="513080"/>
          </a:xfrm>
          <a:prstGeom prst="rect">
            <a:avLst/>
          </a:prstGeom>
        </p:spPr>
        <p:txBody>
          <a:bodyPr vert="horz" wrap="square" lIns="0" tIns="12065" rIns="0" bIns="0" rtlCol="0">
            <a:spAutoFit/>
          </a:bodyPr>
          <a:lstStyle/>
          <a:p>
            <a:pPr marL="12700">
              <a:lnSpc>
                <a:spcPct val="100000"/>
              </a:lnSpc>
              <a:spcBef>
                <a:spcPts val="95"/>
              </a:spcBef>
            </a:pPr>
            <a:r>
              <a:rPr sz="1600" spc="-5" dirty="0">
                <a:solidFill>
                  <a:srgbClr val="FFFFFF"/>
                </a:solidFill>
                <a:latin typeface="Arial"/>
                <a:cs typeface="Arial"/>
              </a:rPr>
              <a:t>Robots and</a:t>
            </a:r>
            <a:r>
              <a:rPr sz="1600" spc="-40" dirty="0">
                <a:solidFill>
                  <a:srgbClr val="FFFFFF"/>
                </a:solidFill>
                <a:latin typeface="Arial"/>
                <a:cs typeface="Arial"/>
              </a:rPr>
              <a:t> </a:t>
            </a:r>
            <a:r>
              <a:rPr sz="1600" spc="-5" dirty="0">
                <a:solidFill>
                  <a:srgbClr val="FFFFFF"/>
                </a:solidFill>
                <a:latin typeface="Arial"/>
                <a:cs typeface="Arial"/>
              </a:rPr>
              <a:t>Self</a:t>
            </a:r>
            <a:endParaRPr sz="1600">
              <a:latin typeface="Arial"/>
              <a:cs typeface="Arial"/>
            </a:endParaRPr>
          </a:p>
          <a:p>
            <a:pPr marL="114300">
              <a:lnSpc>
                <a:spcPct val="100000"/>
              </a:lnSpc>
              <a:spcBef>
                <a:spcPts val="5"/>
              </a:spcBef>
            </a:pPr>
            <a:r>
              <a:rPr sz="1600" spc="-5" dirty="0">
                <a:solidFill>
                  <a:srgbClr val="FFFFFF"/>
                </a:solidFill>
                <a:latin typeface="Arial"/>
                <a:cs typeface="Arial"/>
              </a:rPr>
              <a:t>- Driving</a:t>
            </a:r>
            <a:r>
              <a:rPr sz="1600" spc="-35" dirty="0">
                <a:solidFill>
                  <a:srgbClr val="FFFFFF"/>
                </a:solidFill>
                <a:latin typeface="Arial"/>
                <a:cs typeface="Arial"/>
              </a:rPr>
              <a:t> </a:t>
            </a:r>
            <a:r>
              <a:rPr sz="1600" spc="-5" dirty="0">
                <a:solidFill>
                  <a:srgbClr val="FFFFFF"/>
                </a:solidFill>
                <a:latin typeface="Arial"/>
                <a:cs typeface="Arial"/>
              </a:rPr>
              <a:t>Cars</a:t>
            </a:r>
            <a:endParaRPr sz="1600">
              <a:latin typeface="Arial"/>
              <a:cs typeface="Arial"/>
            </a:endParaRPr>
          </a:p>
        </p:txBody>
      </p:sp>
      <p:sp>
        <p:nvSpPr>
          <p:cNvPr id="66" name="object 66"/>
          <p:cNvSpPr/>
          <p:nvPr/>
        </p:nvSpPr>
        <p:spPr>
          <a:xfrm>
            <a:off x="8388095" y="1510283"/>
            <a:ext cx="58419" cy="56515"/>
          </a:xfrm>
          <a:custGeom>
            <a:avLst/>
            <a:gdLst/>
            <a:ahLst/>
            <a:cxnLst/>
            <a:rect l="l" t="t" r="r" b="b"/>
            <a:pathLst>
              <a:path w="58420" h="56515">
                <a:moveTo>
                  <a:pt x="57911" y="0"/>
                </a:moveTo>
                <a:lnTo>
                  <a:pt x="0" y="0"/>
                </a:lnTo>
                <a:lnTo>
                  <a:pt x="0" y="56387"/>
                </a:lnTo>
                <a:lnTo>
                  <a:pt x="57911" y="56387"/>
                </a:lnTo>
                <a:lnTo>
                  <a:pt x="57911" y="0"/>
                </a:lnTo>
                <a:close/>
              </a:path>
            </a:pathLst>
          </a:custGeom>
          <a:solidFill>
            <a:srgbClr val="FFFFFF">
              <a:alpha val="1960"/>
            </a:srgbClr>
          </a:solidFill>
        </p:spPr>
        <p:txBody>
          <a:bodyPr wrap="square" lIns="0" tIns="0" rIns="0" bIns="0" rtlCol="0"/>
          <a:lstStyle/>
          <a:p>
            <a:endParaRPr/>
          </a:p>
        </p:txBody>
      </p:sp>
      <p:sp>
        <p:nvSpPr>
          <p:cNvPr id="67" name="object 67"/>
          <p:cNvSpPr/>
          <p:nvPr/>
        </p:nvSpPr>
        <p:spPr>
          <a:xfrm>
            <a:off x="7693152" y="4942332"/>
            <a:ext cx="73660" cy="70485"/>
          </a:xfrm>
          <a:custGeom>
            <a:avLst/>
            <a:gdLst/>
            <a:ahLst/>
            <a:cxnLst/>
            <a:rect l="l" t="t" r="r" b="b"/>
            <a:pathLst>
              <a:path w="73659" h="70485">
                <a:moveTo>
                  <a:pt x="73151" y="0"/>
                </a:moveTo>
                <a:lnTo>
                  <a:pt x="0" y="0"/>
                </a:lnTo>
                <a:lnTo>
                  <a:pt x="0" y="70104"/>
                </a:lnTo>
                <a:lnTo>
                  <a:pt x="73151" y="70104"/>
                </a:lnTo>
                <a:lnTo>
                  <a:pt x="73151" y="0"/>
                </a:lnTo>
                <a:close/>
              </a:path>
            </a:pathLst>
          </a:custGeom>
          <a:solidFill>
            <a:srgbClr val="FFFFFF">
              <a:alpha val="1960"/>
            </a:srgbClr>
          </a:solidFill>
        </p:spPr>
        <p:txBody>
          <a:bodyPr wrap="square" lIns="0" tIns="0" rIns="0" bIns="0" rtlCol="0"/>
          <a:lstStyle/>
          <a:p>
            <a:endParaRPr/>
          </a:p>
        </p:txBody>
      </p:sp>
      <p:sp>
        <p:nvSpPr>
          <p:cNvPr id="68" name="object 68"/>
          <p:cNvSpPr/>
          <p:nvPr/>
        </p:nvSpPr>
        <p:spPr>
          <a:xfrm>
            <a:off x="4745735" y="2694432"/>
            <a:ext cx="53340" cy="55244"/>
          </a:xfrm>
          <a:custGeom>
            <a:avLst/>
            <a:gdLst/>
            <a:ahLst/>
            <a:cxnLst/>
            <a:rect l="l" t="t" r="r" b="b"/>
            <a:pathLst>
              <a:path w="53339" h="55244">
                <a:moveTo>
                  <a:pt x="53339" y="0"/>
                </a:moveTo>
                <a:lnTo>
                  <a:pt x="0" y="0"/>
                </a:lnTo>
                <a:lnTo>
                  <a:pt x="0" y="54863"/>
                </a:lnTo>
                <a:lnTo>
                  <a:pt x="53339" y="54863"/>
                </a:lnTo>
                <a:lnTo>
                  <a:pt x="53339" y="0"/>
                </a:lnTo>
                <a:close/>
              </a:path>
            </a:pathLst>
          </a:custGeom>
          <a:solidFill>
            <a:srgbClr val="FFFFFF">
              <a:alpha val="1960"/>
            </a:srgbClr>
          </a:solidFill>
        </p:spPr>
        <p:txBody>
          <a:bodyPr wrap="square" lIns="0" tIns="0" rIns="0" bIns="0" rtlCol="0"/>
          <a:lstStyle/>
          <a:p>
            <a:endParaRPr/>
          </a:p>
        </p:txBody>
      </p:sp>
      <p:sp>
        <p:nvSpPr>
          <p:cNvPr id="69" name="object 69"/>
          <p:cNvSpPr/>
          <p:nvPr/>
        </p:nvSpPr>
        <p:spPr>
          <a:xfrm>
            <a:off x="4232147" y="1341119"/>
            <a:ext cx="119380" cy="119380"/>
          </a:xfrm>
          <a:custGeom>
            <a:avLst/>
            <a:gdLst/>
            <a:ahLst/>
            <a:cxnLst/>
            <a:rect l="l" t="t" r="r" b="b"/>
            <a:pathLst>
              <a:path w="119379" h="119380">
                <a:moveTo>
                  <a:pt x="118872" y="0"/>
                </a:moveTo>
                <a:lnTo>
                  <a:pt x="0" y="0"/>
                </a:lnTo>
                <a:lnTo>
                  <a:pt x="0" y="118872"/>
                </a:lnTo>
                <a:lnTo>
                  <a:pt x="118872" y="118872"/>
                </a:lnTo>
                <a:lnTo>
                  <a:pt x="118872" y="0"/>
                </a:lnTo>
                <a:close/>
              </a:path>
            </a:pathLst>
          </a:custGeom>
          <a:solidFill>
            <a:srgbClr val="FFFFFF">
              <a:alpha val="1960"/>
            </a:srgbClr>
          </a:solidFill>
        </p:spPr>
        <p:txBody>
          <a:bodyPr wrap="square" lIns="0" tIns="0" rIns="0" bIns="0" rtlCol="0"/>
          <a:lstStyle/>
          <a:p>
            <a:endParaRPr/>
          </a:p>
        </p:txBody>
      </p:sp>
      <p:sp>
        <p:nvSpPr>
          <p:cNvPr id="70" name="object 70"/>
          <p:cNvSpPr/>
          <p:nvPr/>
        </p:nvSpPr>
        <p:spPr>
          <a:xfrm>
            <a:off x="3339084" y="5277611"/>
            <a:ext cx="85725" cy="85725"/>
          </a:xfrm>
          <a:custGeom>
            <a:avLst/>
            <a:gdLst/>
            <a:ahLst/>
            <a:cxnLst/>
            <a:rect l="l" t="t" r="r" b="b"/>
            <a:pathLst>
              <a:path w="85725" h="85725">
                <a:moveTo>
                  <a:pt x="85344" y="0"/>
                </a:moveTo>
                <a:lnTo>
                  <a:pt x="0" y="0"/>
                </a:lnTo>
                <a:lnTo>
                  <a:pt x="0" y="85343"/>
                </a:lnTo>
                <a:lnTo>
                  <a:pt x="85344" y="85343"/>
                </a:lnTo>
                <a:lnTo>
                  <a:pt x="85344" y="0"/>
                </a:lnTo>
                <a:close/>
              </a:path>
            </a:pathLst>
          </a:custGeom>
          <a:solidFill>
            <a:srgbClr val="FFFFFF">
              <a:alpha val="1960"/>
            </a:srgbClr>
          </a:solidFill>
        </p:spPr>
        <p:txBody>
          <a:bodyPr wrap="square" lIns="0" tIns="0" rIns="0" bIns="0" rtlCol="0"/>
          <a:lstStyle/>
          <a:p>
            <a:endParaRPr/>
          </a:p>
        </p:txBody>
      </p:sp>
      <p:sp>
        <p:nvSpPr>
          <p:cNvPr id="71" name="object 71"/>
          <p:cNvSpPr/>
          <p:nvPr/>
        </p:nvSpPr>
        <p:spPr>
          <a:xfrm>
            <a:off x="2793492" y="1319783"/>
            <a:ext cx="248920" cy="247015"/>
          </a:xfrm>
          <a:custGeom>
            <a:avLst/>
            <a:gdLst/>
            <a:ahLst/>
            <a:cxnLst/>
            <a:rect l="l" t="t" r="r" b="b"/>
            <a:pathLst>
              <a:path w="248919" h="247015">
                <a:moveTo>
                  <a:pt x="248412" y="0"/>
                </a:moveTo>
                <a:lnTo>
                  <a:pt x="0" y="0"/>
                </a:lnTo>
                <a:lnTo>
                  <a:pt x="0" y="246887"/>
                </a:lnTo>
                <a:lnTo>
                  <a:pt x="248412" y="246887"/>
                </a:lnTo>
                <a:lnTo>
                  <a:pt x="248412" y="0"/>
                </a:lnTo>
                <a:close/>
              </a:path>
            </a:pathLst>
          </a:custGeom>
          <a:solidFill>
            <a:srgbClr val="FFFFFF">
              <a:alpha val="1960"/>
            </a:srgbClr>
          </a:solidFill>
        </p:spPr>
        <p:txBody>
          <a:bodyPr wrap="square" lIns="0" tIns="0" rIns="0" bIns="0" rtlCol="0"/>
          <a:lstStyle/>
          <a:p>
            <a:endParaRPr/>
          </a:p>
        </p:txBody>
      </p:sp>
      <p:sp>
        <p:nvSpPr>
          <p:cNvPr id="72" name="object 72"/>
          <p:cNvSpPr/>
          <p:nvPr/>
        </p:nvSpPr>
        <p:spPr>
          <a:xfrm>
            <a:off x="1306067" y="1325880"/>
            <a:ext cx="131445" cy="128270"/>
          </a:xfrm>
          <a:custGeom>
            <a:avLst/>
            <a:gdLst/>
            <a:ahLst/>
            <a:cxnLst/>
            <a:rect l="l" t="t" r="r" b="b"/>
            <a:pathLst>
              <a:path w="131444" h="128269">
                <a:moveTo>
                  <a:pt x="131063" y="0"/>
                </a:moveTo>
                <a:lnTo>
                  <a:pt x="0" y="0"/>
                </a:lnTo>
                <a:lnTo>
                  <a:pt x="0" y="128015"/>
                </a:lnTo>
                <a:lnTo>
                  <a:pt x="131063" y="128015"/>
                </a:lnTo>
                <a:lnTo>
                  <a:pt x="131063" y="0"/>
                </a:lnTo>
                <a:close/>
              </a:path>
            </a:pathLst>
          </a:custGeom>
          <a:solidFill>
            <a:srgbClr val="FFFFFF">
              <a:alpha val="1960"/>
            </a:srgbClr>
          </a:solidFill>
        </p:spPr>
        <p:txBody>
          <a:bodyPr wrap="square" lIns="0" tIns="0" rIns="0" bIns="0" rtlCol="0"/>
          <a:lstStyle/>
          <a:p>
            <a:endParaRPr/>
          </a:p>
        </p:txBody>
      </p:sp>
      <p:sp>
        <p:nvSpPr>
          <p:cNvPr id="73" name="object 73"/>
          <p:cNvSpPr/>
          <p:nvPr/>
        </p:nvSpPr>
        <p:spPr>
          <a:xfrm>
            <a:off x="6018276" y="1115059"/>
            <a:ext cx="253365" cy="251460"/>
          </a:xfrm>
          <a:custGeom>
            <a:avLst/>
            <a:gdLst/>
            <a:ahLst/>
            <a:cxnLst/>
            <a:rect l="l" t="t" r="r" b="b"/>
            <a:pathLst>
              <a:path w="253364" h="251459">
                <a:moveTo>
                  <a:pt x="252984" y="0"/>
                </a:moveTo>
                <a:lnTo>
                  <a:pt x="246634" y="0"/>
                </a:lnTo>
                <a:lnTo>
                  <a:pt x="246634" y="238760"/>
                </a:lnTo>
                <a:lnTo>
                  <a:pt x="246634" y="245110"/>
                </a:lnTo>
                <a:lnTo>
                  <a:pt x="245364" y="245110"/>
                </a:lnTo>
                <a:lnTo>
                  <a:pt x="245364" y="238760"/>
                </a:lnTo>
                <a:lnTo>
                  <a:pt x="246634" y="238760"/>
                </a:lnTo>
                <a:lnTo>
                  <a:pt x="246634" y="0"/>
                </a:lnTo>
                <a:lnTo>
                  <a:pt x="0" y="0"/>
                </a:lnTo>
                <a:lnTo>
                  <a:pt x="0" y="12700"/>
                </a:lnTo>
                <a:lnTo>
                  <a:pt x="0" y="238760"/>
                </a:lnTo>
                <a:lnTo>
                  <a:pt x="0" y="245110"/>
                </a:lnTo>
                <a:lnTo>
                  <a:pt x="0" y="251460"/>
                </a:lnTo>
                <a:lnTo>
                  <a:pt x="252984" y="251460"/>
                </a:lnTo>
                <a:lnTo>
                  <a:pt x="252984" y="245110"/>
                </a:lnTo>
                <a:lnTo>
                  <a:pt x="252984" y="238760"/>
                </a:lnTo>
                <a:lnTo>
                  <a:pt x="252984" y="12700"/>
                </a:lnTo>
                <a:lnTo>
                  <a:pt x="252984" y="0"/>
                </a:lnTo>
                <a:close/>
              </a:path>
            </a:pathLst>
          </a:custGeom>
          <a:solidFill>
            <a:srgbClr val="FFFFFF">
              <a:alpha val="1960"/>
            </a:srgbClr>
          </a:solidFill>
        </p:spPr>
        <p:txBody>
          <a:bodyPr wrap="square" lIns="0" tIns="0" rIns="0" bIns="0" rtlCol="0"/>
          <a:lstStyle/>
          <a:p>
            <a:endParaRPr/>
          </a:p>
        </p:txBody>
      </p:sp>
      <p:sp>
        <p:nvSpPr>
          <p:cNvPr id="74" name="object 74"/>
          <p:cNvSpPr/>
          <p:nvPr/>
        </p:nvSpPr>
        <p:spPr>
          <a:xfrm>
            <a:off x="4946904" y="1603247"/>
            <a:ext cx="68580" cy="67310"/>
          </a:xfrm>
          <a:custGeom>
            <a:avLst/>
            <a:gdLst/>
            <a:ahLst/>
            <a:cxnLst/>
            <a:rect l="l" t="t" r="r" b="b"/>
            <a:pathLst>
              <a:path w="68579" h="67310">
                <a:moveTo>
                  <a:pt x="68580" y="0"/>
                </a:moveTo>
                <a:lnTo>
                  <a:pt x="62230" y="0"/>
                </a:lnTo>
                <a:lnTo>
                  <a:pt x="62230" y="54229"/>
                </a:lnTo>
                <a:lnTo>
                  <a:pt x="62230" y="60706"/>
                </a:lnTo>
                <a:lnTo>
                  <a:pt x="60960" y="60706"/>
                </a:lnTo>
                <a:lnTo>
                  <a:pt x="60960" y="54229"/>
                </a:lnTo>
                <a:lnTo>
                  <a:pt x="62230" y="54229"/>
                </a:lnTo>
                <a:lnTo>
                  <a:pt x="62230" y="0"/>
                </a:lnTo>
                <a:lnTo>
                  <a:pt x="0" y="0"/>
                </a:lnTo>
                <a:lnTo>
                  <a:pt x="0" y="67056"/>
                </a:lnTo>
                <a:lnTo>
                  <a:pt x="68580" y="67056"/>
                </a:lnTo>
                <a:lnTo>
                  <a:pt x="68580" y="60706"/>
                </a:lnTo>
                <a:lnTo>
                  <a:pt x="68580" y="12827"/>
                </a:lnTo>
                <a:lnTo>
                  <a:pt x="68580" y="0"/>
                </a:lnTo>
                <a:close/>
              </a:path>
            </a:pathLst>
          </a:custGeom>
          <a:solidFill>
            <a:srgbClr val="FFFFFF">
              <a:alpha val="1960"/>
            </a:srgbClr>
          </a:solidFill>
        </p:spPr>
        <p:txBody>
          <a:bodyPr wrap="square" lIns="0" tIns="0" rIns="0" bIns="0" rtlCol="0"/>
          <a:lstStyle/>
          <a:p>
            <a:endParaRPr/>
          </a:p>
        </p:txBody>
      </p:sp>
      <p:sp>
        <p:nvSpPr>
          <p:cNvPr id="75" name="object 75"/>
          <p:cNvSpPr/>
          <p:nvPr/>
        </p:nvSpPr>
        <p:spPr>
          <a:xfrm>
            <a:off x="3401568" y="1056639"/>
            <a:ext cx="135890" cy="133350"/>
          </a:xfrm>
          <a:custGeom>
            <a:avLst/>
            <a:gdLst/>
            <a:ahLst/>
            <a:cxnLst/>
            <a:rect l="l" t="t" r="r" b="b"/>
            <a:pathLst>
              <a:path w="135889" h="133350">
                <a:moveTo>
                  <a:pt x="135636" y="0"/>
                </a:moveTo>
                <a:lnTo>
                  <a:pt x="0" y="0"/>
                </a:lnTo>
                <a:lnTo>
                  <a:pt x="0" y="12700"/>
                </a:lnTo>
                <a:lnTo>
                  <a:pt x="0" y="120650"/>
                </a:lnTo>
                <a:lnTo>
                  <a:pt x="0" y="127000"/>
                </a:lnTo>
                <a:lnTo>
                  <a:pt x="0" y="133350"/>
                </a:lnTo>
                <a:lnTo>
                  <a:pt x="135636" y="133350"/>
                </a:lnTo>
                <a:lnTo>
                  <a:pt x="135636" y="127000"/>
                </a:lnTo>
                <a:lnTo>
                  <a:pt x="135636" y="120650"/>
                </a:lnTo>
                <a:lnTo>
                  <a:pt x="135636" y="12700"/>
                </a:lnTo>
                <a:lnTo>
                  <a:pt x="135636" y="0"/>
                </a:lnTo>
                <a:close/>
              </a:path>
            </a:pathLst>
          </a:custGeom>
          <a:solidFill>
            <a:srgbClr val="FFFFFF">
              <a:alpha val="1960"/>
            </a:srgbClr>
          </a:solidFill>
        </p:spPr>
        <p:txBody>
          <a:bodyPr wrap="square" lIns="0" tIns="0" rIns="0" bIns="0" rtlCol="0"/>
          <a:lstStyle/>
          <a:p>
            <a:endParaRPr/>
          </a:p>
        </p:txBody>
      </p:sp>
      <p:sp>
        <p:nvSpPr>
          <p:cNvPr id="76" name="object 76"/>
          <p:cNvSpPr/>
          <p:nvPr/>
        </p:nvSpPr>
        <p:spPr>
          <a:xfrm>
            <a:off x="1929384" y="1115059"/>
            <a:ext cx="160020" cy="158750"/>
          </a:xfrm>
          <a:custGeom>
            <a:avLst/>
            <a:gdLst/>
            <a:ahLst/>
            <a:cxnLst/>
            <a:rect l="l" t="t" r="r" b="b"/>
            <a:pathLst>
              <a:path w="160019" h="158750">
                <a:moveTo>
                  <a:pt x="160020" y="0"/>
                </a:moveTo>
                <a:lnTo>
                  <a:pt x="0" y="0"/>
                </a:lnTo>
                <a:lnTo>
                  <a:pt x="0" y="12700"/>
                </a:lnTo>
                <a:lnTo>
                  <a:pt x="0" y="146050"/>
                </a:lnTo>
                <a:lnTo>
                  <a:pt x="0" y="152400"/>
                </a:lnTo>
                <a:lnTo>
                  <a:pt x="0" y="158750"/>
                </a:lnTo>
                <a:lnTo>
                  <a:pt x="160020" y="158750"/>
                </a:lnTo>
                <a:lnTo>
                  <a:pt x="160020" y="152400"/>
                </a:lnTo>
                <a:lnTo>
                  <a:pt x="160020" y="146050"/>
                </a:lnTo>
                <a:lnTo>
                  <a:pt x="160020" y="12700"/>
                </a:lnTo>
                <a:lnTo>
                  <a:pt x="160020" y="0"/>
                </a:lnTo>
                <a:close/>
              </a:path>
            </a:pathLst>
          </a:custGeom>
          <a:solidFill>
            <a:srgbClr val="FFFFFF">
              <a:alpha val="1960"/>
            </a:srgbClr>
          </a:solidFill>
        </p:spPr>
        <p:txBody>
          <a:bodyPr wrap="square" lIns="0" tIns="0" rIns="0" bIns="0" rtlCol="0"/>
          <a:lstStyle/>
          <a:p>
            <a:endParaRPr/>
          </a:p>
        </p:txBody>
      </p:sp>
      <p:sp>
        <p:nvSpPr>
          <p:cNvPr id="77" name="object 77"/>
          <p:cNvSpPr/>
          <p:nvPr/>
        </p:nvSpPr>
        <p:spPr>
          <a:xfrm>
            <a:off x="2045208" y="2344419"/>
            <a:ext cx="96520" cy="99060"/>
          </a:xfrm>
          <a:custGeom>
            <a:avLst/>
            <a:gdLst/>
            <a:ahLst/>
            <a:cxnLst/>
            <a:rect l="l" t="t" r="r" b="b"/>
            <a:pathLst>
              <a:path w="96519" h="99060">
                <a:moveTo>
                  <a:pt x="96012" y="0"/>
                </a:moveTo>
                <a:lnTo>
                  <a:pt x="88138" y="0"/>
                </a:lnTo>
                <a:lnTo>
                  <a:pt x="88138" y="92456"/>
                </a:lnTo>
                <a:lnTo>
                  <a:pt x="88138" y="92710"/>
                </a:lnTo>
                <a:lnTo>
                  <a:pt x="81788" y="92710"/>
                </a:lnTo>
                <a:lnTo>
                  <a:pt x="81788" y="92456"/>
                </a:lnTo>
                <a:lnTo>
                  <a:pt x="88138" y="92456"/>
                </a:lnTo>
                <a:lnTo>
                  <a:pt x="88138" y="0"/>
                </a:lnTo>
                <a:lnTo>
                  <a:pt x="0" y="0"/>
                </a:lnTo>
                <a:lnTo>
                  <a:pt x="0" y="12700"/>
                </a:lnTo>
                <a:lnTo>
                  <a:pt x="0" y="86360"/>
                </a:lnTo>
                <a:lnTo>
                  <a:pt x="0" y="92710"/>
                </a:lnTo>
                <a:lnTo>
                  <a:pt x="0" y="99060"/>
                </a:lnTo>
                <a:lnTo>
                  <a:pt x="96012" y="99060"/>
                </a:lnTo>
                <a:lnTo>
                  <a:pt x="96012" y="92710"/>
                </a:lnTo>
                <a:lnTo>
                  <a:pt x="96012" y="86360"/>
                </a:lnTo>
                <a:lnTo>
                  <a:pt x="96012" y="12700"/>
                </a:lnTo>
                <a:lnTo>
                  <a:pt x="96012" y="0"/>
                </a:lnTo>
                <a:close/>
              </a:path>
            </a:pathLst>
          </a:custGeom>
          <a:solidFill>
            <a:srgbClr val="FFFFFF">
              <a:alpha val="1960"/>
            </a:srgbClr>
          </a:solidFill>
        </p:spPr>
        <p:txBody>
          <a:bodyPr wrap="square" lIns="0" tIns="0" rIns="0" bIns="0" rtlCol="0"/>
          <a:lstStyle/>
          <a:p>
            <a:endParaRPr/>
          </a:p>
        </p:txBody>
      </p:sp>
      <p:sp>
        <p:nvSpPr>
          <p:cNvPr id="78" name="object 78"/>
          <p:cNvSpPr/>
          <p:nvPr/>
        </p:nvSpPr>
        <p:spPr>
          <a:xfrm>
            <a:off x="6772656" y="5437632"/>
            <a:ext cx="56515" cy="55244"/>
          </a:xfrm>
          <a:custGeom>
            <a:avLst/>
            <a:gdLst/>
            <a:ahLst/>
            <a:cxnLst/>
            <a:rect l="l" t="t" r="r" b="b"/>
            <a:pathLst>
              <a:path w="56515" h="55245">
                <a:moveTo>
                  <a:pt x="56388" y="0"/>
                </a:moveTo>
                <a:lnTo>
                  <a:pt x="0" y="0"/>
                </a:lnTo>
                <a:lnTo>
                  <a:pt x="0" y="54864"/>
                </a:lnTo>
                <a:lnTo>
                  <a:pt x="56388" y="54864"/>
                </a:lnTo>
                <a:lnTo>
                  <a:pt x="56388" y="46990"/>
                </a:lnTo>
                <a:lnTo>
                  <a:pt x="56388" y="12573"/>
                </a:lnTo>
                <a:lnTo>
                  <a:pt x="56388" y="0"/>
                </a:lnTo>
                <a:close/>
              </a:path>
            </a:pathLst>
          </a:custGeom>
          <a:solidFill>
            <a:srgbClr val="FFFFFF">
              <a:alpha val="1960"/>
            </a:srgbClr>
          </a:solidFill>
        </p:spPr>
        <p:txBody>
          <a:bodyPr wrap="square" lIns="0" tIns="0" rIns="0" bIns="0" rtlCol="0"/>
          <a:lstStyle/>
          <a:p>
            <a:endParaRPr/>
          </a:p>
        </p:txBody>
      </p:sp>
      <p:sp>
        <p:nvSpPr>
          <p:cNvPr id="79" name="object 79"/>
          <p:cNvSpPr/>
          <p:nvPr/>
        </p:nvSpPr>
        <p:spPr>
          <a:xfrm>
            <a:off x="9745980" y="5151120"/>
            <a:ext cx="205740" cy="208279"/>
          </a:xfrm>
          <a:custGeom>
            <a:avLst/>
            <a:gdLst/>
            <a:ahLst/>
            <a:cxnLst/>
            <a:rect l="l" t="t" r="r" b="b"/>
            <a:pathLst>
              <a:path w="205740" h="208279">
                <a:moveTo>
                  <a:pt x="205740" y="0"/>
                </a:moveTo>
                <a:lnTo>
                  <a:pt x="0" y="0"/>
                </a:lnTo>
                <a:lnTo>
                  <a:pt x="0" y="12700"/>
                </a:lnTo>
                <a:lnTo>
                  <a:pt x="0" y="195580"/>
                </a:lnTo>
                <a:lnTo>
                  <a:pt x="0" y="201930"/>
                </a:lnTo>
                <a:lnTo>
                  <a:pt x="0" y="208280"/>
                </a:lnTo>
                <a:lnTo>
                  <a:pt x="205740" y="208280"/>
                </a:lnTo>
                <a:lnTo>
                  <a:pt x="205740" y="201930"/>
                </a:lnTo>
                <a:lnTo>
                  <a:pt x="205740" y="195580"/>
                </a:lnTo>
                <a:lnTo>
                  <a:pt x="205740" y="12700"/>
                </a:lnTo>
                <a:lnTo>
                  <a:pt x="205740" y="0"/>
                </a:lnTo>
                <a:close/>
              </a:path>
            </a:pathLst>
          </a:custGeom>
          <a:solidFill>
            <a:srgbClr val="FFFFFF">
              <a:alpha val="1960"/>
            </a:srgbClr>
          </a:solidFill>
        </p:spPr>
        <p:txBody>
          <a:bodyPr wrap="square" lIns="0" tIns="0" rIns="0" bIns="0" rtlCol="0"/>
          <a:lstStyle/>
          <a:p>
            <a:endParaRPr/>
          </a:p>
        </p:txBody>
      </p:sp>
      <p:sp>
        <p:nvSpPr>
          <p:cNvPr id="80" name="object 80"/>
          <p:cNvSpPr/>
          <p:nvPr/>
        </p:nvSpPr>
        <p:spPr>
          <a:xfrm>
            <a:off x="9105900" y="1445259"/>
            <a:ext cx="119380" cy="121920"/>
          </a:xfrm>
          <a:custGeom>
            <a:avLst/>
            <a:gdLst/>
            <a:ahLst/>
            <a:cxnLst/>
            <a:rect l="l" t="t" r="r" b="b"/>
            <a:pathLst>
              <a:path w="119379" h="121919">
                <a:moveTo>
                  <a:pt x="118872" y="0"/>
                </a:moveTo>
                <a:lnTo>
                  <a:pt x="112522" y="0"/>
                </a:lnTo>
                <a:lnTo>
                  <a:pt x="112522" y="115316"/>
                </a:lnTo>
                <a:lnTo>
                  <a:pt x="112522" y="115570"/>
                </a:lnTo>
                <a:lnTo>
                  <a:pt x="106172" y="115570"/>
                </a:lnTo>
                <a:lnTo>
                  <a:pt x="106172" y="115316"/>
                </a:lnTo>
                <a:lnTo>
                  <a:pt x="112522" y="115316"/>
                </a:lnTo>
                <a:lnTo>
                  <a:pt x="112522" y="0"/>
                </a:lnTo>
                <a:lnTo>
                  <a:pt x="0" y="0"/>
                </a:lnTo>
                <a:lnTo>
                  <a:pt x="0" y="12700"/>
                </a:lnTo>
                <a:lnTo>
                  <a:pt x="0" y="109220"/>
                </a:lnTo>
                <a:lnTo>
                  <a:pt x="0" y="115570"/>
                </a:lnTo>
                <a:lnTo>
                  <a:pt x="0" y="121920"/>
                </a:lnTo>
                <a:lnTo>
                  <a:pt x="118872" y="121920"/>
                </a:lnTo>
                <a:lnTo>
                  <a:pt x="118872" y="115570"/>
                </a:lnTo>
                <a:lnTo>
                  <a:pt x="118872" y="109220"/>
                </a:lnTo>
                <a:lnTo>
                  <a:pt x="118872" y="12700"/>
                </a:lnTo>
                <a:lnTo>
                  <a:pt x="118872" y="0"/>
                </a:lnTo>
                <a:close/>
              </a:path>
            </a:pathLst>
          </a:custGeom>
          <a:solidFill>
            <a:srgbClr val="FFFFFF">
              <a:alpha val="1960"/>
            </a:srgbClr>
          </a:solidFill>
        </p:spPr>
        <p:txBody>
          <a:bodyPr wrap="square" lIns="0" tIns="0" rIns="0" bIns="0" rtlCol="0"/>
          <a:lstStyle/>
          <a:p>
            <a:endParaRPr/>
          </a:p>
        </p:txBody>
      </p:sp>
      <p:sp>
        <p:nvSpPr>
          <p:cNvPr id="81" name="object 81"/>
          <p:cNvSpPr/>
          <p:nvPr/>
        </p:nvSpPr>
        <p:spPr>
          <a:xfrm>
            <a:off x="10738104" y="1391919"/>
            <a:ext cx="169545" cy="168910"/>
          </a:xfrm>
          <a:custGeom>
            <a:avLst/>
            <a:gdLst/>
            <a:ahLst/>
            <a:cxnLst/>
            <a:rect l="l" t="t" r="r" b="b"/>
            <a:pathLst>
              <a:path w="169545" h="168909">
                <a:moveTo>
                  <a:pt x="169164" y="0"/>
                </a:moveTo>
                <a:lnTo>
                  <a:pt x="0" y="0"/>
                </a:lnTo>
                <a:lnTo>
                  <a:pt x="0" y="12700"/>
                </a:lnTo>
                <a:lnTo>
                  <a:pt x="0" y="156210"/>
                </a:lnTo>
                <a:lnTo>
                  <a:pt x="0" y="162560"/>
                </a:lnTo>
                <a:lnTo>
                  <a:pt x="0" y="168910"/>
                </a:lnTo>
                <a:lnTo>
                  <a:pt x="169164" y="168910"/>
                </a:lnTo>
                <a:lnTo>
                  <a:pt x="169164" y="162560"/>
                </a:lnTo>
                <a:lnTo>
                  <a:pt x="169164" y="156210"/>
                </a:lnTo>
                <a:lnTo>
                  <a:pt x="169164" y="12700"/>
                </a:lnTo>
                <a:lnTo>
                  <a:pt x="169164" y="0"/>
                </a:lnTo>
                <a:close/>
              </a:path>
            </a:pathLst>
          </a:custGeom>
          <a:solidFill>
            <a:srgbClr val="FFFFFF">
              <a:alpha val="1960"/>
            </a:srgbClr>
          </a:solidFill>
        </p:spPr>
        <p:txBody>
          <a:bodyPr wrap="square" lIns="0" tIns="0" rIns="0" bIns="0" rtlCol="0"/>
          <a:lstStyle/>
          <a:p>
            <a:endParaRPr/>
          </a:p>
        </p:txBody>
      </p:sp>
      <p:sp>
        <p:nvSpPr>
          <p:cNvPr id="82" name="object 82"/>
          <p:cNvSpPr/>
          <p:nvPr/>
        </p:nvSpPr>
        <p:spPr>
          <a:xfrm>
            <a:off x="5462016" y="1432559"/>
            <a:ext cx="151130" cy="146050"/>
          </a:xfrm>
          <a:custGeom>
            <a:avLst/>
            <a:gdLst/>
            <a:ahLst/>
            <a:cxnLst/>
            <a:rect l="l" t="t" r="r" b="b"/>
            <a:pathLst>
              <a:path w="151129" h="146050">
                <a:moveTo>
                  <a:pt x="150876" y="0"/>
                </a:moveTo>
                <a:lnTo>
                  <a:pt x="0" y="0"/>
                </a:lnTo>
                <a:lnTo>
                  <a:pt x="0" y="12700"/>
                </a:lnTo>
                <a:lnTo>
                  <a:pt x="0" y="133350"/>
                </a:lnTo>
                <a:lnTo>
                  <a:pt x="0" y="139700"/>
                </a:lnTo>
                <a:lnTo>
                  <a:pt x="0" y="146050"/>
                </a:lnTo>
                <a:lnTo>
                  <a:pt x="150876" y="146050"/>
                </a:lnTo>
                <a:lnTo>
                  <a:pt x="150876" y="139700"/>
                </a:lnTo>
                <a:lnTo>
                  <a:pt x="150876" y="133350"/>
                </a:lnTo>
                <a:lnTo>
                  <a:pt x="150876" y="12700"/>
                </a:lnTo>
                <a:lnTo>
                  <a:pt x="150876" y="0"/>
                </a:lnTo>
                <a:close/>
              </a:path>
            </a:pathLst>
          </a:custGeom>
          <a:solidFill>
            <a:srgbClr val="FFFFFF">
              <a:alpha val="1960"/>
            </a:srgbClr>
          </a:solidFill>
        </p:spPr>
        <p:txBody>
          <a:bodyPr wrap="square" lIns="0" tIns="0" rIns="0" bIns="0" rtlCol="0"/>
          <a:lstStyle/>
          <a:p>
            <a:endParaRPr/>
          </a:p>
        </p:txBody>
      </p:sp>
      <p:sp>
        <p:nvSpPr>
          <p:cNvPr id="83" name="object 83"/>
          <p:cNvSpPr/>
          <p:nvPr/>
        </p:nvSpPr>
        <p:spPr>
          <a:xfrm>
            <a:off x="3710940" y="1696211"/>
            <a:ext cx="48895" cy="48895"/>
          </a:xfrm>
          <a:custGeom>
            <a:avLst/>
            <a:gdLst/>
            <a:ahLst/>
            <a:cxnLst/>
            <a:rect l="l" t="t" r="r" b="b"/>
            <a:pathLst>
              <a:path w="48895" h="48894">
                <a:moveTo>
                  <a:pt x="48768" y="0"/>
                </a:moveTo>
                <a:lnTo>
                  <a:pt x="0" y="0"/>
                </a:lnTo>
                <a:lnTo>
                  <a:pt x="0" y="48768"/>
                </a:lnTo>
                <a:lnTo>
                  <a:pt x="48768" y="48768"/>
                </a:lnTo>
                <a:lnTo>
                  <a:pt x="48768" y="42418"/>
                </a:lnTo>
                <a:lnTo>
                  <a:pt x="48768" y="12573"/>
                </a:lnTo>
                <a:lnTo>
                  <a:pt x="48768" y="0"/>
                </a:lnTo>
                <a:close/>
              </a:path>
            </a:pathLst>
          </a:custGeom>
          <a:solidFill>
            <a:srgbClr val="FFFFFF">
              <a:alpha val="1960"/>
            </a:srgbClr>
          </a:solidFill>
        </p:spPr>
        <p:txBody>
          <a:bodyPr wrap="square" lIns="0" tIns="0" rIns="0" bIns="0" rtlCol="0"/>
          <a:lstStyle/>
          <a:p>
            <a:endParaRPr/>
          </a:p>
        </p:txBody>
      </p:sp>
      <p:sp>
        <p:nvSpPr>
          <p:cNvPr id="84" name="object 84"/>
          <p:cNvSpPr/>
          <p:nvPr/>
        </p:nvSpPr>
        <p:spPr>
          <a:xfrm>
            <a:off x="1757172" y="1976627"/>
            <a:ext cx="83820" cy="83820"/>
          </a:xfrm>
          <a:custGeom>
            <a:avLst/>
            <a:gdLst/>
            <a:ahLst/>
            <a:cxnLst/>
            <a:rect l="l" t="t" r="r" b="b"/>
            <a:pathLst>
              <a:path w="83819" h="83819">
                <a:moveTo>
                  <a:pt x="83820" y="0"/>
                </a:moveTo>
                <a:lnTo>
                  <a:pt x="0" y="0"/>
                </a:lnTo>
                <a:lnTo>
                  <a:pt x="0" y="83820"/>
                </a:lnTo>
                <a:lnTo>
                  <a:pt x="83820" y="83820"/>
                </a:lnTo>
                <a:lnTo>
                  <a:pt x="83820" y="75946"/>
                </a:lnTo>
                <a:lnTo>
                  <a:pt x="83820" y="12700"/>
                </a:lnTo>
                <a:lnTo>
                  <a:pt x="83820" y="0"/>
                </a:lnTo>
                <a:close/>
              </a:path>
            </a:pathLst>
          </a:custGeom>
          <a:solidFill>
            <a:srgbClr val="FFFFFF">
              <a:alpha val="1960"/>
            </a:srgbClr>
          </a:solidFill>
        </p:spPr>
        <p:txBody>
          <a:bodyPr wrap="square" lIns="0" tIns="0" rIns="0" bIns="0" rtlCol="0"/>
          <a:lstStyle/>
          <a:p>
            <a:endParaRPr/>
          </a:p>
        </p:txBody>
      </p:sp>
      <p:sp>
        <p:nvSpPr>
          <p:cNvPr id="85" name="object 85"/>
          <p:cNvSpPr/>
          <p:nvPr/>
        </p:nvSpPr>
        <p:spPr>
          <a:xfrm>
            <a:off x="10280904" y="1705368"/>
            <a:ext cx="91440" cy="93345"/>
          </a:xfrm>
          <a:custGeom>
            <a:avLst/>
            <a:gdLst/>
            <a:ahLst/>
            <a:cxnLst/>
            <a:rect l="l" t="t" r="r" b="b"/>
            <a:pathLst>
              <a:path w="91440" h="93344">
                <a:moveTo>
                  <a:pt x="91440" y="0"/>
                </a:moveTo>
                <a:lnTo>
                  <a:pt x="0" y="0"/>
                </a:lnTo>
                <a:lnTo>
                  <a:pt x="0" y="92951"/>
                </a:lnTo>
                <a:lnTo>
                  <a:pt x="91440" y="92951"/>
                </a:lnTo>
                <a:lnTo>
                  <a:pt x="91440" y="0"/>
                </a:lnTo>
                <a:close/>
              </a:path>
            </a:pathLst>
          </a:custGeom>
          <a:solidFill>
            <a:srgbClr val="FFFFFF">
              <a:alpha val="1960"/>
            </a:srgbClr>
          </a:solidFill>
        </p:spPr>
        <p:txBody>
          <a:bodyPr wrap="square" lIns="0" tIns="0" rIns="0" bIns="0" rtlCol="0"/>
          <a:lstStyle/>
          <a:p>
            <a:endParaRPr/>
          </a:p>
        </p:txBody>
      </p:sp>
      <p:sp>
        <p:nvSpPr>
          <p:cNvPr id="86" name="object 86"/>
          <p:cNvSpPr/>
          <p:nvPr/>
        </p:nvSpPr>
        <p:spPr>
          <a:xfrm>
            <a:off x="10299192" y="1563623"/>
            <a:ext cx="58419" cy="59690"/>
          </a:xfrm>
          <a:custGeom>
            <a:avLst/>
            <a:gdLst/>
            <a:ahLst/>
            <a:cxnLst/>
            <a:rect l="l" t="t" r="r" b="b"/>
            <a:pathLst>
              <a:path w="58420" h="59690">
                <a:moveTo>
                  <a:pt x="57912" y="0"/>
                </a:moveTo>
                <a:lnTo>
                  <a:pt x="0" y="0"/>
                </a:lnTo>
                <a:lnTo>
                  <a:pt x="0" y="59436"/>
                </a:lnTo>
                <a:lnTo>
                  <a:pt x="57912" y="59436"/>
                </a:lnTo>
                <a:lnTo>
                  <a:pt x="57912" y="0"/>
                </a:lnTo>
                <a:close/>
              </a:path>
            </a:pathLst>
          </a:custGeom>
          <a:solidFill>
            <a:srgbClr val="FFFFFF">
              <a:alpha val="1960"/>
            </a:srgbClr>
          </a:solidFill>
        </p:spPr>
        <p:txBody>
          <a:bodyPr wrap="square" lIns="0" tIns="0" rIns="0" bIns="0" rtlCol="0"/>
          <a:lstStyle/>
          <a:p>
            <a:endParaRPr/>
          </a:p>
        </p:txBody>
      </p:sp>
      <p:sp>
        <p:nvSpPr>
          <p:cNvPr id="87" name="object 87"/>
          <p:cNvSpPr/>
          <p:nvPr/>
        </p:nvSpPr>
        <p:spPr>
          <a:xfrm>
            <a:off x="8721852" y="1583435"/>
            <a:ext cx="155575" cy="155575"/>
          </a:xfrm>
          <a:custGeom>
            <a:avLst/>
            <a:gdLst/>
            <a:ahLst/>
            <a:cxnLst/>
            <a:rect l="l" t="t" r="r" b="b"/>
            <a:pathLst>
              <a:path w="155575" h="155575">
                <a:moveTo>
                  <a:pt x="155448" y="0"/>
                </a:moveTo>
                <a:lnTo>
                  <a:pt x="0" y="0"/>
                </a:lnTo>
                <a:lnTo>
                  <a:pt x="0" y="155448"/>
                </a:lnTo>
                <a:lnTo>
                  <a:pt x="155448" y="155448"/>
                </a:lnTo>
                <a:lnTo>
                  <a:pt x="155448" y="0"/>
                </a:lnTo>
                <a:close/>
              </a:path>
            </a:pathLst>
          </a:custGeom>
          <a:solidFill>
            <a:srgbClr val="FFFFFF">
              <a:alpha val="1960"/>
            </a:srgbClr>
          </a:solidFill>
        </p:spPr>
        <p:txBody>
          <a:bodyPr wrap="square" lIns="0" tIns="0" rIns="0" bIns="0" rtlCol="0"/>
          <a:lstStyle/>
          <a:p>
            <a:endParaRPr/>
          </a:p>
        </p:txBody>
      </p:sp>
      <p:sp>
        <p:nvSpPr>
          <p:cNvPr id="88" name="object 88"/>
          <p:cNvSpPr/>
          <p:nvPr/>
        </p:nvSpPr>
        <p:spPr>
          <a:xfrm>
            <a:off x="8738616" y="1341119"/>
            <a:ext cx="123825" cy="127000"/>
          </a:xfrm>
          <a:custGeom>
            <a:avLst/>
            <a:gdLst/>
            <a:ahLst/>
            <a:cxnLst/>
            <a:rect l="l" t="t" r="r" b="b"/>
            <a:pathLst>
              <a:path w="123825" h="127000">
                <a:moveTo>
                  <a:pt x="123444" y="0"/>
                </a:moveTo>
                <a:lnTo>
                  <a:pt x="0" y="0"/>
                </a:lnTo>
                <a:lnTo>
                  <a:pt x="0" y="126492"/>
                </a:lnTo>
                <a:lnTo>
                  <a:pt x="123444" y="126492"/>
                </a:lnTo>
                <a:lnTo>
                  <a:pt x="123444" y="0"/>
                </a:lnTo>
                <a:close/>
              </a:path>
            </a:pathLst>
          </a:custGeom>
          <a:solidFill>
            <a:srgbClr val="FFFFFF">
              <a:alpha val="1960"/>
            </a:srgbClr>
          </a:solidFill>
        </p:spPr>
        <p:txBody>
          <a:bodyPr wrap="square" lIns="0" tIns="0" rIns="0" bIns="0" rtlCol="0"/>
          <a:lstStyle/>
          <a:p>
            <a:endParaRPr/>
          </a:p>
        </p:txBody>
      </p:sp>
      <p:sp>
        <p:nvSpPr>
          <p:cNvPr id="89" name="object 89"/>
          <p:cNvSpPr/>
          <p:nvPr/>
        </p:nvSpPr>
        <p:spPr>
          <a:xfrm>
            <a:off x="8755380" y="1138440"/>
            <a:ext cx="88900" cy="90170"/>
          </a:xfrm>
          <a:custGeom>
            <a:avLst/>
            <a:gdLst/>
            <a:ahLst/>
            <a:cxnLst/>
            <a:rect l="l" t="t" r="r" b="b"/>
            <a:pathLst>
              <a:path w="88900" h="90169">
                <a:moveTo>
                  <a:pt x="88392" y="0"/>
                </a:moveTo>
                <a:lnTo>
                  <a:pt x="0" y="0"/>
                </a:lnTo>
                <a:lnTo>
                  <a:pt x="0" y="89903"/>
                </a:lnTo>
                <a:lnTo>
                  <a:pt x="88392" y="89903"/>
                </a:lnTo>
                <a:lnTo>
                  <a:pt x="88392" y="0"/>
                </a:lnTo>
                <a:close/>
              </a:path>
            </a:pathLst>
          </a:custGeom>
          <a:solidFill>
            <a:srgbClr val="FFFFFF">
              <a:alpha val="1960"/>
            </a:srgbClr>
          </a:solidFill>
        </p:spPr>
        <p:txBody>
          <a:bodyPr wrap="square" lIns="0" tIns="0" rIns="0" bIns="0" rtlCol="0"/>
          <a:lstStyle/>
          <a:p>
            <a:endParaRPr/>
          </a:p>
        </p:txBody>
      </p:sp>
      <p:sp>
        <p:nvSpPr>
          <p:cNvPr id="90" name="object 90"/>
          <p:cNvSpPr/>
          <p:nvPr/>
        </p:nvSpPr>
        <p:spPr>
          <a:xfrm>
            <a:off x="6606540" y="1476768"/>
            <a:ext cx="94615" cy="93345"/>
          </a:xfrm>
          <a:custGeom>
            <a:avLst/>
            <a:gdLst/>
            <a:ahLst/>
            <a:cxnLst/>
            <a:rect l="l" t="t" r="r" b="b"/>
            <a:pathLst>
              <a:path w="94615" h="93344">
                <a:moveTo>
                  <a:pt x="94488" y="0"/>
                </a:moveTo>
                <a:lnTo>
                  <a:pt x="0" y="0"/>
                </a:lnTo>
                <a:lnTo>
                  <a:pt x="0" y="92951"/>
                </a:lnTo>
                <a:lnTo>
                  <a:pt x="94488" y="92951"/>
                </a:lnTo>
                <a:lnTo>
                  <a:pt x="94488" y="0"/>
                </a:lnTo>
                <a:close/>
              </a:path>
            </a:pathLst>
          </a:custGeom>
          <a:solidFill>
            <a:srgbClr val="FFFFFF">
              <a:alpha val="1960"/>
            </a:srgbClr>
          </a:solidFill>
        </p:spPr>
        <p:txBody>
          <a:bodyPr wrap="square" lIns="0" tIns="0" rIns="0" bIns="0" rtlCol="0"/>
          <a:lstStyle/>
          <a:p>
            <a:endParaRPr/>
          </a:p>
        </p:txBody>
      </p:sp>
      <p:sp>
        <p:nvSpPr>
          <p:cNvPr id="91" name="object 91"/>
          <p:cNvSpPr/>
          <p:nvPr/>
        </p:nvSpPr>
        <p:spPr>
          <a:xfrm>
            <a:off x="6624828" y="1335023"/>
            <a:ext cx="56515" cy="59690"/>
          </a:xfrm>
          <a:custGeom>
            <a:avLst/>
            <a:gdLst/>
            <a:ahLst/>
            <a:cxnLst/>
            <a:rect l="l" t="t" r="r" b="b"/>
            <a:pathLst>
              <a:path w="56515" h="59690">
                <a:moveTo>
                  <a:pt x="56388" y="0"/>
                </a:moveTo>
                <a:lnTo>
                  <a:pt x="0" y="0"/>
                </a:lnTo>
                <a:lnTo>
                  <a:pt x="0" y="59436"/>
                </a:lnTo>
                <a:lnTo>
                  <a:pt x="56388" y="59436"/>
                </a:lnTo>
                <a:lnTo>
                  <a:pt x="56388" y="0"/>
                </a:lnTo>
                <a:close/>
              </a:path>
            </a:pathLst>
          </a:custGeom>
          <a:solidFill>
            <a:srgbClr val="FFFFFF">
              <a:alpha val="1960"/>
            </a:srgbClr>
          </a:solidFill>
        </p:spPr>
        <p:txBody>
          <a:bodyPr wrap="square" lIns="0" tIns="0" rIns="0" bIns="0" rtlCol="0"/>
          <a:lstStyle/>
          <a:p>
            <a:endParaRPr/>
          </a:p>
        </p:txBody>
      </p:sp>
      <p:sp>
        <p:nvSpPr>
          <p:cNvPr id="92" name="object 92"/>
          <p:cNvSpPr/>
          <p:nvPr/>
        </p:nvSpPr>
        <p:spPr>
          <a:xfrm>
            <a:off x="4136136" y="1959863"/>
            <a:ext cx="58419" cy="58419"/>
          </a:xfrm>
          <a:custGeom>
            <a:avLst/>
            <a:gdLst/>
            <a:ahLst/>
            <a:cxnLst/>
            <a:rect l="l" t="t" r="r" b="b"/>
            <a:pathLst>
              <a:path w="58420" h="58419">
                <a:moveTo>
                  <a:pt x="57912" y="0"/>
                </a:moveTo>
                <a:lnTo>
                  <a:pt x="0" y="0"/>
                </a:lnTo>
                <a:lnTo>
                  <a:pt x="0" y="57912"/>
                </a:lnTo>
                <a:lnTo>
                  <a:pt x="57912" y="57912"/>
                </a:lnTo>
                <a:lnTo>
                  <a:pt x="57912" y="0"/>
                </a:lnTo>
                <a:close/>
              </a:path>
            </a:pathLst>
          </a:custGeom>
          <a:solidFill>
            <a:srgbClr val="FFFFFF">
              <a:alpha val="1960"/>
            </a:srgbClr>
          </a:solidFill>
        </p:spPr>
        <p:txBody>
          <a:bodyPr wrap="square" lIns="0" tIns="0" rIns="0" bIns="0" rtlCol="0"/>
          <a:lstStyle/>
          <a:p>
            <a:endParaRPr/>
          </a:p>
        </p:txBody>
      </p:sp>
      <p:sp>
        <p:nvSpPr>
          <p:cNvPr id="93" name="object 93"/>
          <p:cNvSpPr/>
          <p:nvPr/>
        </p:nvSpPr>
        <p:spPr>
          <a:xfrm>
            <a:off x="2449068" y="1447799"/>
            <a:ext cx="127000" cy="121920"/>
          </a:xfrm>
          <a:custGeom>
            <a:avLst/>
            <a:gdLst/>
            <a:ahLst/>
            <a:cxnLst/>
            <a:rect l="l" t="t" r="r" b="b"/>
            <a:pathLst>
              <a:path w="127000" h="121919">
                <a:moveTo>
                  <a:pt x="126492" y="0"/>
                </a:moveTo>
                <a:lnTo>
                  <a:pt x="0" y="0"/>
                </a:lnTo>
                <a:lnTo>
                  <a:pt x="0" y="121920"/>
                </a:lnTo>
                <a:lnTo>
                  <a:pt x="126492" y="121920"/>
                </a:lnTo>
                <a:lnTo>
                  <a:pt x="126492" y="0"/>
                </a:lnTo>
                <a:close/>
              </a:path>
            </a:pathLst>
          </a:custGeom>
          <a:solidFill>
            <a:srgbClr val="FFFFFF">
              <a:alpha val="1960"/>
            </a:srgbClr>
          </a:solidFill>
        </p:spPr>
        <p:txBody>
          <a:bodyPr wrap="square" lIns="0" tIns="0" rIns="0" bIns="0" rtlCol="0"/>
          <a:lstStyle/>
          <a:p>
            <a:endParaRPr/>
          </a:p>
        </p:txBody>
      </p:sp>
      <p:sp>
        <p:nvSpPr>
          <p:cNvPr id="94" name="object 94"/>
          <p:cNvSpPr/>
          <p:nvPr/>
        </p:nvSpPr>
        <p:spPr>
          <a:xfrm>
            <a:off x="2465832" y="1242059"/>
            <a:ext cx="93345" cy="93345"/>
          </a:xfrm>
          <a:custGeom>
            <a:avLst/>
            <a:gdLst/>
            <a:ahLst/>
            <a:cxnLst/>
            <a:rect l="l" t="t" r="r" b="b"/>
            <a:pathLst>
              <a:path w="93344" h="93344">
                <a:moveTo>
                  <a:pt x="92964" y="0"/>
                </a:moveTo>
                <a:lnTo>
                  <a:pt x="0" y="0"/>
                </a:lnTo>
                <a:lnTo>
                  <a:pt x="0" y="92964"/>
                </a:lnTo>
                <a:lnTo>
                  <a:pt x="92964" y="92964"/>
                </a:lnTo>
                <a:lnTo>
                  <a:pt x="92964" y="0"/>
                </a:lnTo>
                <a:close/>
              </a:path>
            </a:pathLst>
          </a:custGeom>
          <a:solidFill>
            <a:srgbClr val="FFFFFF">
              <a:alpha val="1960"/>
            </a:srgbClr>
          </a:solidFill>
        </p:spPr>
        <p:txBody>
          <a:bodyPr wrap="square" lIns="0" tIns="0" rIns="0" bIns="0" rtlCol="0"/>
          <a:lstStyle/>
          <a:p>
            <a:endParaRPr/>
          </a:p>
        </p:txBody>
      </p:sp>
      <p:sp>
        <p:nvSpPr>
          <p:cNvPr id="95" name="object 95"/>
          <p:cNvSpPr/>
          <p:nvPr/>
        </p:nvSpPr>
        <p:spPr>
          <a:xfrm>
            <a:off x="9595104" y="1403603"/>
            <a:ext cx="109855" cy="113030"/>
          </a:xfrm>
          <a:custGeom>
            <a:avLst/>
            <a:gdLst/>
            <a:ahLst/>
            <a:cxnLst/>
            <a:rect l="l" t="t" r="r" b="b"/>
            <a:pathLst>
              <a:path w="109854" h="113030">
                <a:moveTo>
                  <a:pt x="109728" y="0"/>
                </a:moveTo>
                <a:lnTo>
                  <a:pt x="0" y="0"/>
                </a:lnTo>
                <a:lnTo>
                  <a:pt x="0" y="112776"/>
                </a:lnTo>
                <a:lnTo>
                  <a:pt x="109728" y="112776"/>
                </a:lnTo>
                <a:lnTo>
                  <a:pt x="109728" y="0"/>
                </a:lnTo>
                <a:close/>
              </a:path>
            </a:pathLst>
          </a:custGeom>
          <a:solidFill>
            <a:srgbClr val="FFFFFF">
              <a:alpha val="1960"/>
            </a:srgbClr>
          </a:solidFill>
        </p:spPr>
        <p:txBody>
          <a:bodyPr wrap="square" lIns="0" tIns="0" rIns="0" bIns="0" rtlCol="0"/>
          <a:lstStyle/>
          <a:p>
            <a:endParaRPr/>
          </a:p>
        </p:txBody>
      </p:sp>
      <p:sp>
        <p:nvSpPr>
          <p:cNvPr id="96" name="object 96"/>
          <p:cNvSpPr/>
          <p:nvPr/>
        </p:nvSpPr>
        <p:spPr>
          <a:xfrm>
            <a:off x="9479280" y="2490215"/>
            <a:ext cx="56515" cy="62865"/>
          </a:xfrm>
          <a:custGeom>
            <a:avLst/>
            <a:gdLst/>
            <a:ahLst/>
            <a:cxnLst/>
            <a:rect l="l" t="t" r="r" b="b"/>
            <a:pathLst>
              <a:path w="56515" h="62864">
                <a:moveTo>
                  <a:pt x="56388" y="0"/>
                </a:moveTo>
                <a:lnTo>
                  <a:pt x="0" y="0"/>
                </a:lnTo>
                <a:lnTo>
                  <a:pt x="0" y="62484"/>
                </a:lnTo>
                <a:lnTo>
                  <a:pt x="56388" y="62484"/>
                </a:lnTo>
                <a:lnTo>
                  <a:pt x="56388" y="0"/>
                </a:lnTo>
                <a:close/>
              </a:path>
            </a:pathLst>
          </a:custGeom>
          <a:solidFill>
            <a:srgbClr val="FFFFFF">
              <a:alpha val="1960"/>
            </a:srgbClr>
          </a:solidFill>
        </p:spPr>
        <p:txBody>
          <a:bodyPr wrap="square" lIns="0" tIns="0" rIns="0" bIns="0" rtlCol="0"/>
          <a:lstStyle/>
          <a:p>
            <a:endParaRPr/>
          </a:p>
        </p:txBody>
      </p:sp>
      <p:sp>
        <p:nvSpPr>
          <p:cNvPr id="97" name="object 97"/>
          <p:cNvSpPr/>
          <p:nvPr/>
        </p:nvSpPr>
        <p:spPr>
          <a:xfrm>
            <a:off x="10684764" y="1763280"/>
            <a:ext cx="71755" cy="71755"/>
          </a:xfrm>
          <a:custGeom>
            <a:avLst/>
            <a:gdLst/>
            <a:ahLst/>
            <a:cxnLst/>
            <a:rect l="l" t="t" r="r" b="b"/>
            <a:pathLst>
              <a:path w="71754" h="71755">
                <a:moveTo>
                  <a:pt x="71628" y="0"/>
                </a:moveTo>
                <a:lnTo>
                  <a:pt x="0" y="0"/>
                </a:lnTo>
                <a:lnTo>
                  <a:pt x="0" y="71615"/>
                </a:lnTo>
                <a:lnTo>
                  <a:pt x="71628" y="71615"/>
                </a:lnTo>
                <a:lnTo>
                  <a:pt x="71628" y="0"/>
                </a:lnTo>
                <a:close/>
              </a:path>
            </a:pathLst>
          </a:custGeom>
          <a:solidFill>
            <a:srgbClr val="FFFFFF">
              <a:alpha val="1960"/>
            </a:srgbClr>
          </a:solidFill>
        </p:spPr>
        <p:txBody>
          <a:bodyPr wrap="square" lIns="0" tIns="0" rIns="0" bIns="0" rtlCol="0"/>
          <a:lstStyle/>
          <a:p>
            <a:endParaRPr/>
          </a:p>
        </p:txBody>
      </p:sp>
      <p:sp>
        <p:nvSpPr>
          <p:cNvPr id="98" name="object 98"/>
          <p:cNvSpPr/>
          <p:nvPr/>
        </p:nvSpPr>
        <p:spPr>
          <a:xfrm>
            <a:off x="5321808" y="2346959"/>
            <a:ext cx="59690" cy="64135"/>
          </a:xfrm>
          <a:custGeom>
            <a:avLst/>
            <a:gdLst/>
            <a:ahLst/>
            <a:cxnLst/>
            <a:rect l="l" t="t" r="r" b="b"/>
            <a:pathLst>
              <a:path w="59689" h="64135">
                <a:moveTo>
                  <a:pt x="59436" y="0"/>
                </a:moveTo>
                <a:lnTo>
                  <a:pt x="0" y="0"/>
                </a:lnTo>
                <a:lnTo>
                  <a:pt x="0" y="64008"/>
                </a:lnTo>
                <a:lnTo>
                  <a:pt x="59436" y="64008"/>
                </a:lnTo>
                <a:lnTo>
                  <a:pt x="59436" y="0"/>
                </a:lnTo>
                <a:close/>
              </a:path>
            </a:pathLst>
          </a:custGeom>
          <a:solidFill>
            <a:srgbClr val="FFFFFF">
              <a:alpha val="1960"/>
            </a:srgbClr>
          </a:solidFill>
        </p:spPr>
        <p:txBody>
          <a:bodyPr wrap="square" lIns="0" tIns="0" rIns="0" bIns="0" rtlCol="0"/>
          <a:lstStyle/>
          <a:p>
            <a:endParaRPr/>
          </a:p>
        </p:txBody>
      </p:sp>
      <p:sp>
        <p:nvSpPr>
          <p:cNvPr id="99" name="object 99"/>
          <p:cNvSpPr/>
          <p:nvPr/>
        </p:nvSpPr>
        <p:spPr>
          <a:xfrm>
            <a:off x="7071360" y="1470659"/>
            <a:ext cx="152400" cy="152400"/>
          </a:xfrm>
          <a:custGeom>
            <a:avLst/>
            <a:gdLst/>
            <a:ahLst/>
            <a:cxnLst/>
            <a:rect l="l" t="t" r="r" b="b"/>
            <a:pathLst>
              <a:path w="152400" h="152400">
                <a:moveTo>
                  <a:pt x="152400" y="0"/>
                </a:moveTo>
                <a:lnTo>
                  <a:pt x="0" y="0"/>
                </a:lnTo>
                <a:lnTo>
                  <a:pt x="0" y="152400"/>
                </a:lnTo>
                <a:lnTo>
                  <a:pt x="152400" y="152400"/>
                </a:lnTo>
                <a:lnTo>
                  <a:pt x="152400" y="0"/>
                </a:lnTo>
                <a:close/>
              </a:path>
            </a:pathLst>
          </a:custGeom>
          <a:solidFill>
            <a:srgbClr val="FFFFFF">
              <a:alpha val="1960"/>
            </a:srgbClr>
          </a:solidFill>
        </p:spPr>
        <p:txBody>
          <a:bodyPr wrap="square" lIns="0" tIns="0" rIns="0" bIns="0" rtlCol="0"/>
          <a:lstStyle/>
          <a:p>
            <a:endParaRPr/>
          </a:p>
        </p:txBody>
      </p:sp>
      <p:sp>
        <p:nvSpPr>
          <p:cNvPr id="100" name="object 100"/>
          <p:cNvSpPr/>
          <p:nvPr/>
        </p:nvSpPr>
        <p:spPr>
          <a:xfrm>
            <a:off x="7571232" y="1460499"/>
            <a:ext cx="151130" cy="148590"/>
          </a:xfrm>
          <a:custGeom>
            <a:avLst/>
            <a:gdLst/>
            <a:ahLst/>
            <a:cxnLst/>
            <a:rect l="l" t="t" r="r" b="b"/>
            <a:pathLst>
              <a:path w="151129" h="148590">
                <a:moveTo>
                  <a:pt x="150876" y="0"/>
                </a:moveTo>
                <a:lnTo>
                  <a:pt x="15240" y="0"/>
                </a:lnTo>
                <a:lnTo>
                  <a:pt x="0" y="0"/>
                </a:lnTo>
                <a:lnTo>
                  <a:pt x="0" y="2540"/>
                </a:lnTo>
                <a:lnTo>
                  <a:pt x="0" y="12700"/>
                </a:lnTo>
                <a:lnTo>
                  <a:pt x="0" y="134620"/>
                </a:lnTo>
                <a:lnTo>
                  <a:pt x="0" y="142240"/>
                </a:lnTo>
                <a:lnTo>
                  <a:pt x="0" y="148590"/>
                </a:lnTo>
                <a:lnTo>
                  <a:pt x="15240" y="148590"/>
                </a:lnTo>
                <a:lnTo>
                  <a:pt x="150876" y="148590"/>
                </a:lnTo>
                <a:lnTo>
                  <a:pt x="150876" y="142240"/>
                </a:lnTo>
                <a:lnTo>
                  <a:pt x="150876" y="134620"/>
                </a:lnTo>
                <a:lnTo>
                  <a:pt x="150876" y="12700"/>
                </a:lnTo>
                <a:lnTo>
                  <a:pt x="150876" y="0"/>
                </a:lnTo>
                <a:close/>
              </a:path>
            </a:pathLst>
          </a:custGeom>
          <a:solidFill>
            <a:srgbClr val="FFFFFF">
              <a:alpha val="1960"/>
            </a:srgbClr>
          </a:solidFill>
        </p:spPr>
        <p:txBody>
          <a:bodyPr wrap="square" lIns="0" tIns="0" rIns="0" bIns="0" rtlCol="0"/>
          <a:lstStyle/>
          <a:p>
            <a:endParaRPr/>
          </a:p>
        </p:txBody>
      </p:sp>
      <p:grpSp>
        <p:nvGrpSpPr>
          <p:cNvPr id="101" name="object 101"/>
          <p:cNvGrpSpPr/>
          <p:nvPr/>
        </p:nvGrpSpPr>
        <p:grpSpPr>
          <a:xfrm>
            <a:off x="1278636" y="0"/>
            <a:ext cx="9545320" cy="1335405"/>
            <a:chOff x="1278636" y="0"/>
            <a:chExt cx="9545320" cy="1335405"/>
          </a:xfrm>
        </p:grpSpPr>
        <p:sp>
          <p:nvSpPr>
            <p:cNvPr id="102" name="object 102"/>
            <p:cNvSpPr/>
            <p:nvPr/>
          </p:nvSpPr>
          <p:spPr>
            <a:xfrm>
              <a:off x="1278636" y="8889"/>
              <a:ext cx="9519285" cy="941069"/>
            </a:xfrm>
            <a:custGeom>
              <a:avLst/>
              <a:gdLst/>
              <a:ahLst/>
              <a:cxnLst/>
              <a:rect l="l" t="t" r="r" b="b"/>
              <a:pathLst>
                <a:path w="9519285" h="941069">
                  <a:moveTo>
                    <a:pt x="140208" y="511810"/>
                  </a:moveTo>
                  <a:lnTo>
                    <a:pt x="0" y="511810"/>
                  </a:lnTo>
                  <a:lnTo>
                    <a:pt x="0" y="524510"/>
                  </a:lnTo>
                  <a:lnTo>
                    <a:pt x="0" y="640080"/>
                  </a:lnTo>
                  <a:lnTo>
                    <a:pt x="0" y="646430"/>
                  </a:lnTo>
                  <a:lnTo>
                    <a:pt x="0" y="652780"/>
                  </a:lnTo>
                  <a:lnTo>
                    <a:pt x="140208" y="652780"/>
                  </a:lnTo>
                  <a:lnTo>
                    <a:pt x="140208" y="646430"/>
                  </a:lnTo>
                  <a:lnTo>
                    <a:pt x="140208" y="640080"/>
                  </a:lnTo>
                  <a:lnTo>
                    <a:pt x="140208" y="524510"/>
                  </a:lnTo>
                  <a:lnTo>
                    <a:pt x="140208" y="511810"/>
                  </a:lnTo>
                  <a:close/>
                </a:path>
                <a:path w="9519285" h="941069">
                  <a:moveTo>
                    <a:pt x="941832" y="216662"/>
                  </a:moveTo>
                  <a:lnTo>
                    <a:pt x="862584" y="216662"/>
                  </a:lnTo>
                  <a:lnTo>
                    <a:pt x="862584" y="292862"/>
                  </a:lnTo>
                  <a:lnTo>
                    <a:pt x="941832" y="292862"/>
                  </a:lnTo>
                  <a:lnTo>
                    <a:pt x="941832" y="286512"/>
                  </a:lnTo>
                  <a:lnTo>
                    <a:pt x="941832" y="229362"/>
                  </a:lnTo>
                  <a:lnTo>
                    <a:pt x="941832" y="216662"/>
                  </a:lnTo>
                  <a:close/>
                </a:path>
                <a:path w="9519285" h="941069">
                  <a:moveTo>
                    <a:pt x="1187196" y="477266"/>
                  </a:moveTo>
                  <a:lnTo>
                    <a:pt x="1051560" y="477266"/>
                  </a:lnTo>
                  <a:lnTo>
                    <a:pt x="1051560" y="614426"/>
                  </a:lnTo>
                  <a:lnTo>
                    <a:pt x="1187196" y="614426"/>
                  </a:lnTo>
                  <a:lnTo>
                    <a:pt x="1187196" y="477266"/>
                  </a:lnTo>
                  <a:close/>
                </a:path>
                <a:path w="9519285" h="941069">
                  <a:moveTo>
                    <a:pt x="1690116" y="119126"/>
                  </a:moveTo>
                  <a:lnTo>
                    <a:pt x="1531620" y="119126"/>
                  </a:lnTo>
                  <a:lnTo>
                    <a:pt x="1531620" y="277622"/>
                  </a:lnTo>
                  <a:lnTo>
                    <a:pt x="1690116" y="277622"/>
                  </a:lnTo>
                  <a:lnTo>
                    <a:pt x="1690116" y="119126"/>
                  </a:lnTo>
                  <a:close/>
                </a:path>
                <a:path w="9519285" h="941069">
                  <a:moveTo>
                    <a:pt x="2362200" y="90170"/>
                  </a:moveTo>
                  <a:lnTo>
                    <a:pt x="2355850" y="90170"/>
                  </a:lnTo>
                  <a:lnTo>
                    <a:pt x="2355850" y="383540"/>
                  </a:lnTo>
                  <a:lnTo>
                    <a:pt x="2355850" y="389890"/>
                  </a:lnTo>
                  <a:lnTo>
                    <a:pt x="2349500" y="389890"/>
                  </a:lnTo>
                  <a:lnTo>
                    <a:pt x="2349500" y="388874"/>
                  </a:lnTo>
                  <a:lnTo>
                    <a:pt x="2354580" y="388874"/>
                  </a:lnTo>
                  <a:lnTo>
                    <a:pt x="2354580" y="383540"/>
                  </a:lnTo>
                  <a:lnTo>
                    <a:pt x="2355850" y="383540"/>
                  </a:lnTo>
                  <a:lnTo>
                    <a:pt x="2355850" y="90170"/>
                  </a:lnTo>
                  <a:lnTo>
                    <a:pt x="2060448" y="90170"/>
                  </a:lnTo>
                  <a:lnTo>
                    <a:pt x="2060448" y="104140"/>
                  </a:lnTo>
                  <a:lnTo>
                    <a:pt x="2060448" y="383540"/>
                  </a:lnTo>
                  <a:lnTo>
                    <a:pt x="2060448" y="389890"/>
                  </a:lnTo>
                  <a:lnTo>
                    <a:pt x="2060448" y="396240"/>
                  </a:lnTo>
                  <a:lnTo>
                    <a:pt x="2362200" y="396240"/>
                  </a:lnTo>
                  <a:lnTo>
                    <a:pt x="2362200" y="389890"/>
                  </a:lnTo>
                  <a:lnTo>
                    <a:pt x="2362200" y="383540"/>
                  </a:lnTo>
                  <a:lnTo>
                    <a:pt x="2362200" y="104140"/>
                  </a:lnTo>
                  <a:lnTo>
                    <a:pt x="2362200" y="90170"/>
                  </a:lnTo>
                  <a:close/>
                </a:path>
                <a:path w="9519285" h="941069">
                  <a:moveTo>
                    <a:pt x="2755392" y="486410"/>
                  </a:moveTo>
                  <a:lnTo>
                    <a:pt x="2627376" y="486410"/>
                  </a:lnTo>
                  <a:lnTo>
                    <a:pt x="2627376" y="614426"/>
                  </a:lnTo>
                  <a:lnTo>
                    <a:pt x="2755392" y="614426"/>
                  </a:lnTo>
                  <a:lnTo>
                    <a:pt x="2755392" y="486410"/>
                  </a:lnTo>
                  <a:close/>
                </a:path>
                <a:path w="9519285" h="941069">
                  <a:moveTo>
                    <a:pt x="3887724" y="727710"/>
                  </a:moveTo>
                  <a:lnTo>
                    <a:pt x="3881374" y="727710"/>
                  </a:lnTo>
                  <a:lnTo>
                    <a:pt x="3881374" y="824230"/>
                  </a:lnTo>
                  <a:lnTo>
                    <a:pt x="3881374" y="830580"/>
                  </a:lnTo>
                  <a:lnTo>
                    <a:pt x="3880104" y="830580"/>
                  </a:lnTo>
                  <a:lnTo>
                    <a:pt x="3880104" y="824230"/>
                  </a:lnTo>
                  <a:lnTo>
                    <a:pt x="3881374" y="824230"/>
                  </a:lnTo>
                  <a:lnTo>
                    <a:pt x="3881374" y="727710"/>
                  </a:lnTo>
                  <a:lnTo>
                    <a:pt x="3781044" y="727710"/>
                  </a:lnTo>
                  <a:lnTo>
                    <a:pt x="3781044" y="740410"/>
                  </a:lnTo>
                  <a:lnTo>
                    <a:pt x="3781044" y="824230"/>
                  </a:lnTo>
                  <a:lnTo>
                    <a:pt x="3781044" y="830580"/>
                  </a:lnTo>
                  <a:lnTo>
                    <a:pt x="3781044" y="836930"/>
                  </a:lnTo>
                  <a:lnTo>
                    <a:pt x="3887724" y="836930"/>
                  </a:lnTo>
                  <a:lnTo>
                    <a:pt x="3887724" y="830580"/>
                  </a:lnTo>
                  <a:lnTo>
                    <a:pt x="3887724" y="824230"/>
                  </a:lnTo>
                  <a:lnTo>
                    <a:pt x="3887724" y="740410"/>
                  </a:lnTo>
                  <a:lnTo>
                    <a:pt x="3887724" y="727710"/>
                  </a:lnTo>
                  <a:close/>
                </a:path>
                <a:path w="9519285" h="941069">
                  <a:moveTo>
                    <a:pt x="4203192" y="26670"/>
                  </a:moveTo>
                  <a:lnTo>
                    <a:pt x="3965448" y="26670"/>
                  </a:lnTo>
                  <a:lnTo>
                    <a:pt x="3965448" y="39370"/>
                  </a:lnTo>
                  <a:lnTo>
                    <a:pt x="3965448" y="251460"/>
                  </a:lnTo>
                  <a:lnTo>
                    <a:pt x="3965448" y="257810"/>
                  </a:lnTo>
                  <a:lnTo>
                    <a:pt x="3965448" y="264160"/>
                  </a:lnTo>
                  <a:lnTo>
                    <a:pt x="4203192" y="264160"/>
                  </a:lnTo>
                  <a:lnTo>
                    <a:pt x="4203192" y="257810"/>
                  </a:lnTo>
                  <a:lnTo>
                    <a:pt x="4203192" y="251460"/>
                  </a:lnTo>
                  <a:lnTo>
                    <a:pt x="4203192" y="39370"/>
                  </a:lnTo>
                  <a:lnTo>
                    <a:pt x="4203192" y="26670"/>
                  </a:lnTo>
                  <a:close/>
                </a:path>
                <a:path w="9519285" h="941069">
                  <a:moveTo>
                    <a:pt x="4399788" y="702818"/>
                  </a:moveTo>
                  <a:lnTo>
                    <a:pt x="4296156" y="702818"/>
                  </a:lnTo>
                  <a:lnTo>
                    <a:pt x="4296156" y="807974"/>
                  </a:lnTo>
                  <a:lnTo>
                    <a:pt x="4399788" y="807974"/>
                  </a:lnTo>
                  <a:lnTo>
                    <a:pt x="4399788" y="702818"/>
                  </a:lnTo>
                  <a:close/>
                </a:path>
                <a:path w="9519285" h="941069">
                  <a:moveTo>
                    <a:pt x="5399519" y="335534"/>
                  </a:moveTo>
                  <a:lnTo>
                    <a:pt x="5265420" y="335534"/>
                  </a:lnTo>
                  <a:lnTo>
                    <a:pt x="5265420" y="471170"/>
                  </a:lnTo>
                  <a:lnTo>
                    <a:pt x="5399519" y="471170"/>
                  </a:lnTo>
                  <a:lnTo>
                    <a:pt x="5399519" y="335534"/>
                  </a:lnTo>
                  <a:close/>
                </a:path>
                <a:path w="9519285" h="941069">
                  <a:moveTo>
                    <a:pt x="6027420" y="242570"/>
                  </a:moveTo>
                  <a:lnTo>
                    <a:pt x="5948172" y="242570"/>
                  </a:lnTo>
                  <a:lnTo>
                    <a:pt x="5948172" y="321818"/>
                  </a:lnTo>
                  <a:lnTo>
                    <a:pt x="6027420" y="321818"/>
                  </a:lnTo>
                  <a:lnTo>
                    <a:pt x="6027420" y="315468"/>
                  </a:lnTo>
                  <a:lnTo>
                    <a:pt x="6027420" y="255270"/>
                  </a:lnTo>
                  <a:lnTo>
                    <a:pt x="6027420" y="242570"/>
                  </a:lnTo>
                  <a:close/>
                </a:path>
                <a:path w="9519285" h="941069">
                  <a:moveTo>
                    <a:pt x="6096000" y="679958"/>
                  </a:moveTo>
                  <a:lnTo>
                    <a:pt x="6013704" y="679958"/>
                  </a:lnTo>
                  <a:lnTo>
                    <a:pt x="6013704" y="756158"/>
                  </a:lnTo>
                  <a:lnTo>
                    <a:pt x="6096000" y="756158"/>
                  </a:lnTo>
                  <a:lnTo>
                    <a:pt x="6096000" y="679958"/>
                  </a:lnTo>
                  <a:close/>
                </a:path>
                <a:path w="9519285" h="941069">
                  <a:moveTo>
                    <a:pt x="7324344" y="254762"/>
                  </a:moveTo>
                  <a:lnTo>
                    <a:pt x="7118604" y="254762"/>
                  </a:lnTo>
                  <a:lnTo>
                    <a:pt x="7118604" y="460502"/>
                  </a:lnTo>
                  <a:lnTo>
                    <a:pt x="7324344" y="460502"/>
                  </a:lnTo>
                  <a:lnTo>
                    <a:pt x="7324344" y="254762"/>
                  </a:lnTo>
                  <a:close/>
                </a:path>
                <a:path w="9519285" h="941069">
                  <a:moveTo>
                    <a:pt x="7367016" y="750062"/>
                  </a:moveTo>
                  <a:lnTo>
                    <a:pt x="7286244" y="750062"/>
                  </a:lnTo>
                  <a:lnTo>
                    <a:pt x="7286244" y="830834"/>
                  </a:lnTo>
                  <a:lnTo>
                    <a:pt x="7367016" y="830834"/>
                  </a:lnTo>
                  <a:lnTo>
                    <a:pt x="7367016" y="750062"/>
                  </a:lnTo>
                  <a:close/>
                </a:path>
                <a:path w="9519285" h="941069">
                  <a:moveTo>
                    <a:pt x="8253984" y="113030"/>
                  </a:moveTo>
                  <a:lnTo>
                    <a:pt x="8031480" y="113030"/>
                  </a:lnTo>
                  <a:lnTo>
                    <a:pt x="8031480" y="125730"/>
                  </a:lnTo>
                  <a:lnTo>
                    <a:pt x="8031480" y="321310"/>
                  </a:lnTo>
                  <a:lnTo>
                    <a:pt x="8031480" y="327660"/>
                  </a:lnTo>
                  <a:lnTo>
                    <a:pt x="8031480" y="335280"/>
                  </a:lnTo>
                  <a:lnTo>
                    <a:pt x="8253984" y="335280"/>
                  </a:lnTo>
                  <a:lnTo>
                    <a:pt x="8253984" y="327660"/>
                  </a:lnTo>
                  <a:lnTo>
                    <a:pt x="8253984" y="321310"/>
                  </a:lnTo>
                  <a:lnTo>
                    <a:pt x="8253984" y="125730"/>
                  </a:lnTo>
                  <a:lnTo>
                    <a:pt x="8253984" y="113030"/>
                  </a:lnTo>
                  <a:close/>
                </a:path>
                <a:path w="9519285" h="941069">
                  <a:moveTo>
                    <a:pt x="8310372" y="756158"/>
                  </a:moveTo>
                  <a:lnTo>
                    <a:pt x="8125968" y="756158"/>
                  </a:lnTo>
                  <a:lnTo>
                    <a:pt x="8125968" y="940562"/>
                  </a:lnTo>
                  <a:lnTo>
                    <a:pt x="8310372" y="940562"/>
                  </a:lnTo>
                  <a:lnTo>
                    <a:pt x="8310372" y="756158"/>
                  </a:lnTo>
                  <a:close/>
                </a:path>
                <a:path w="9519285" h="941069">
                  <a:moveTo>
                    <a:pt x="8977884" y="335534"/>
                  </a:moveTo>
                  <a:lnTo>
                    <a:pt x="8869680" y="335534"/>
                  </a:lnTo>
                  <a:lnTo>
                    <a:pt x="8869680" y="448310"/>
                  </a:lnTo>
                  <a:lnTo>
                    <a:pt x="8977884" y="448310"/>
                  </a:lnTo>
                  <a:lnTo>
                    <a:pt x="8977884" y="335534"/>
                  </a:lnTo>
                  <a:close/>
                </a:path>
                <a:path w="9519285" h="941069">
                  <a:moveTo>
                    <a:pt x="9441180" y="648970"/>
                  </a:moveTo>
                  <a:lnTo>
                    <a:pt x="9337548" y="648970"/>
                  </a:lnTo>
                  <a:lnTo>
                    <a:pt x="9337548" y="661670"/>
                  </a:lnTo>
                  <a:lnTo>
                    <a:pt x="9337548" y="742950"/>
                  </a:lnTo>
                  <a:lnTo>
                    <a:pt x="9337548" y="749300"/>
                  </a:lnTo>
                  <a:lnTo>
                    <a:pt x="9337548" y="755650"/>
                  </a:lnTo>
                  <a:lnTo>
                    <a:pt x="9441180" y="755650"/>
                  </a:lnTo>
                  <a:lnTo>
                    <a:pt x="9441180" y="749300"/>
                  </a:lnTo>
                  <a:lnTo>
                    <a:pt x="9441180" y="742950"/>
                  </a:lnTo>
                  <a:lnTo>
                    <a:pt x="9441180" y="661670"/>
                  </a:lnTo>
                  <a:lnTo>
                    <a:pt x="9441180" y="648970"/>
                  </a:lnTo>
                  <a:close/>
                </a:path>
                <a:path w="9519285" h="941069">
                  <a:moveTo>
                    <a:pt x="9518904" y="0"/>
                  </a:moveTo>
                  <a:lnTo>
                    <a:pt x="9300972" y="0"/>
                  </a:lnTo>
                  <a:lnTo>
                    <a:pt x="9300972" y="12700"/>
                  </a:lnTo>
                  <a:lnTo>
                    <a:pt x="9300972" y="205740"/>
                  </a:lnTo>
                  <a:lnTo>
                    <a:pt x="9300972" y="212090"/>
                  </a:lnTo>
                  <a:lnTo>
                    <a:pt x="9300972" y="219710"/>
                  </a:lnTo>
                  <a:lnTo>
                    <a:pt x="9518904" y="219710"/>
                  </a:lnTo>
                  <a:lnTo>
                    <a:pt x="9518904" y="212090"/>
                  </a:lnTo>
                  <a:lnTo>
                    <a:pt x="9512808" y="212090"/>
                  </a:lnTo>
                  <a:lnTo>
                    <a:pt x="9512808" y="12700"/>
                  </a:lnTo>
                  <a:lnTo>
                    <a:pt x="9518904" y="12700"/>
                  </a:lnTo>
                  <a:lnTo>
                    <a:pt x="9518904" y="0"/>
                  </a:lnTo>
                  <a:close/>
                </a:path>
              </a:pathLst>
            </a:custGeom>
            <a:solidFill>
              <a:srgbClr val="FFFFFF">
                <a:alpha val="1960"/>
              </a:srgbClr>
            </a:solidFill>
          </p:spPr>
          <p:txBody>
            <a:bodyPr wrap="square" lIns="0" tIns="0" rIns="0" bIns="0" rtlCol="0"/>
            <a:lstStyle/>
            <a:p>
              <a:endParaRPr/>
            </a:p>
          </p:txBody>
        </p:sp>
        <p:sp>
          <p:nvSpPr>
            <p:cNvPr id="103" name="object 103"/>
            <p:cNvSpPr/>
            <p:nvPr/>
          </p:nvSpPr>
          <p:spPr>
            <a:xfrm>
              <a:off x="1522476" y="0"/>
              <a:ext cx="9301480" cy="1335405"/>
            </a:xfrm>
            <a:custGeom>
              <a:avLst/>
              <a:gdLst/>
              <a:ahLst/>
              <a:cxnLst/>
              <a:rect l="l" t="t" r="r" b="b"/>
              <a:pathLst>
                <a:path w="9301480" h="1335405">
                  <a:moveTo>
                    <a:pt x="205740" y="73660"/>
                  </a:moveTo>
                  <a:lnTo>
                    <a:pt x="199390" y="73660"/>
                  </a:lnTo>
                  <a:lnTo>
                    <a:pt x="199390" y="272796"/>
                  </a:lnTo>
                  <a:lnTo>
                    <a:pt x="199390" y="273050"/>
                  </a:lnTo>
                  <a:lnTo>
                    <a:pt x="193040" y="273050"/>
                  </a:lnTo>
                  <a:lnTo>
                    <a:pt x="193040" y="272796"/>
                  </a:lnTo>
                  <a:lnTo>
                    <a:pt x="199390" y="272796"/>
                  </a:lnTo>
                  <a:lnTo>
                    <a:pt x="199390" y="73660"/>
                  </a:lnTo>
                  <a:lnTo>
                    <a:pt x="0" y="73660"/>
                  </a:lnTo>
                  <a:lnTo>
                    <a:pt x="0" y="86360"/>
                  </a:lnTo>
                  <a:lnTo>
                    <a:pt x="0" y="266700"/>
                  </a:lnTo>
                  <a:lnTo>
                    <a:pt x="0" y="273050"/>
                  </a:lnTo>
                  <a:lnTo>
                    <a:pt x="0" y="279400"/>
                  </a:lnTo>
                  <a:lnTo>
                    <a:pt x="205740" y="279400"/>
                  </a:lnTo>
                  <a:lnTo>
                    <a:pt x="205740" y="273050"/>
                  </a:lnTo>
                  <a:lnTo>
                    <a:pt x="205740" y="266700"/>
                  </a:lnTo>
                  <a:lnTo>
                    <a:pt x="205740" y="86360"/>
                  </a:lnTo>
                  <a:lnTo>
                    <a:pt x="205740" y="73660"/>
                  </a:lnTo>
                  <a:close/>
                </a:path>
                <a:path w="9301480" h="1335405">
                  <a:moveTo>
                    <a:pt x="291071" y="617220"/>
                  </a:moveTo>
                  <a:lnTo>
                    <a:pt x="219456" y="617220"/>
                  </a:lnTo>
                  <a:lnTo>
                    <a:pt x="219456" y="688848"/>
                  </a:lnTo>
                  <a:lnTo>
                    <a:pt x="291071" y="688848"/>
                  </a:lnTo>
                  <a:lnTo>
                    <a:pt x="291071" y="617220"/>
                  </a:lnTo>
                  <a:close/>
                </a:path>
                <a:path w="9301480" h="1335405">
                  <a:moveTo>
                    <a:pt x="1021080" y="1100328"/>
                  </a:moveTo>
                  <a:lnTo>
                    <a:pt x="961644" y="1100328"/>
                  </a:lnTo>
                  <a:lnTo>
                    <a:pt x="961644" y="1158240"/>
                  </a:lnTo>
                  <a:lnTo>
                    <a:pt x="1021080" y="1158240"/>
                  </a:lnTo>
                  <a:lnTo>
                    <a:pt x="1021080" y="1100328"/>
                  </a:lnTo>
                  <a:close/>
                </a:path>
                <a:path w="9301480" h="1335405">
                  <a:moveTo>
                    <a:pt x="1243571" y="774204"/>
                  </a:moveTo>
                  <a:lnTo>
                    <a:pt x="1171956" y="774204"/>
                  </a:lnTo>
                  <a:lnTo>
                    <a:pt x="1171956" y="842772"/>
                  </a:lnTo>
                  <a:lnTo>
                    <a:pt x="1243571" y="842772"/>
                  </a:lnTo>
                  <a:lnTo>
                    <a:pt x="1243571" y="774204"/>
                  </a:lnTo>
                  <a:close/>
                </a:path>
                <a:path w="9301480" h="1335405">
                  <a:moveTo>
                    <a:pt x="3003804" y="851916"/>
                  </a:moveTo>
                  <a:lnTo>
                    <a:pt x="2997454" y="851916"/>
                  </a:lnTo>
                  <a:lnTo>
                    <a:pt x="2997454" y="929640"/>
                  </a:lnTo>
                  <a:lnTo>
                    <a:pt x="2997454" y="930783"/>
                  </a:lnTo>
                  <a:lnTo>
                    <a:pt x="2991104" y="930783"/>
                  </a:lnTo>
                  <a:lnTo>
                    <a:pt x="2991104" y="929640"/>
                  </a:lnTo>
                  <a:lnTo>
                    <a:pt x="2997454" y="929640"/>
                  </a:lnTo>
                  <a:lnTo>
                    <a:pt x="2997454" y="851916"/>
                  </a:lnTo>
                  <a:lnTo>
                    <a:pt x="2919984" y="851916"/>
                  </a:lnTo>
                  <a:lnTo>
                    <a:pt x="2919984" y="937260"/>
                  </a:lnTo>
                  <a:lnTo>
                    <a:pt x="3003804" y="937260"/>
                  </a:lnTo>
                  <a:lnTo>
                    <a:pt x="3003804" y="930783"/>
                  </a:lnTo>
                  <a:lnTo>
                    <a:pt x="3003804" y="864743"/>
                  </a:lnTo>
                  <a:lnTo>
                    <a:pt x="3003804" y="851916"/>
                  </a:lnTo>
                  <a:close/>
                </a:path>
                <a:path w="9301480" h="1335405">
                  <a:moveTo>
                    <a:pt x="3354324" y="135636"/>
                  </a:moveTo>
                  <a:lnTo>
                    <a:pt x="3232404" y="135636"/>
                  </a:lnTo>
                  <a:lnTo>
                    <a:pt x="3232404" y="188976"/>
                  </a:lnTo>
                  <a:lnTo>
                    <a:pt x="3354324" y="188976"/>
                  </a:lnTo>
                  <a:lnTo>
                    <a:pt x="3354324" y="135636"/>
                  </a:lnTo>
                  <a:close/>
                </a:path>
                <a:path w="9301480" h="1335405">
                  <a:moveTo>
                    <a:pt x="3389376" y="556260"/>
                  </a:moveTo>
                  <a:lnTo>
                    <a:pt x="3198876" y="556260"/>
                  </a:lnTo>
                  <a:lnTo>
                    <a:pt x="3198876" y="746760"/>
                  </a:lnTo>
                  <a:lnTo>
                    <a:pt x="3389376" y="746760"/>
                  </a:lnTo>
                  <a:lnTo>
                    <a:pt x="3389376" y="556260"/>
                  </a:lnTo>
                  <a:close/>
                </a:path>
                <a:path w="9301480" h="1335405">
                  <a:moveTo>
                    <a:pt x="3643884" y="839470"/>
                  </a:moveTo>
                  <a:lnTo>
                    <a:pt x="3637534" y="839470"/>
                  </a:lnTo>
                  <a:lnTo>
                    <a:pt x="3637534" y="833120"/>
                  </a:lnTo>
                  <a:lnTo>
                    <a:pt x="3630168" y="833120"/>
                  </a:lnTo>
                  <a:lnTo>
                    <a:pt x="3630168" y="749808"/>
                  </a:lnTo>
                  <a:lnTo>
                    <a:pt x="3549396" y="749808"/>
                  </a:lnTo>
                  <a:lnTo>
                    <a:pt x="3549396" y="833120"/>
                  </a:lnTo>
                  <a:lnTo>
                    <a:pt x="3537204" y="833120"/>
                  </a:lnTo>
                  <a:lnTo>
                    <a:pt x="3537204" y="839470"/>
                  </a:lnTo>
                  <a:lnTo>
                    <a:pt x="3537204" y="845820"/>
                  </a:lnTo>
                  <a:lnTo>
                    <a:pt x="3643884" y="845820"/>
                  </a:lnTo>
                  <a:lnTo>
                    <a:pt x="3643884" y="839470"/>
                  </a:lnTo>
                  <a:close/>
                </a:path>
                <a:path w="9301480" h="1335405">
                  <a:moveTo>
                    <a:pt x="4727448" y="480060"/>
                  </a:moveTo>
                  <a:lnTo>
                    <a:pt x="4619244" y="480060"/>
                  </a:lnTo>
                  <a:lnTo>
                    <a:pt x="4619244" y="592836"/>
                  </a:lnTo>
                  <a:lnTo>
                    <a:pt x="4727448" y="592836"/>
                  </a:lnTo>
                  <a:lnTo>
                    <a:pt x="4727448" y="480060"/>
                  </a:lnTo>
                  <a:close/>
                </a:path>
                <a:path w="9301480" h="1335405">
                  <a:moveTo>
                    <a:pt x="5472684" y="402336"/>
                  </a:moveTo>
                  <a:lnTo>
                    <a:pt x="5413248" y="402336"/>
                  </a:lnTo>
                  <a:lnTo>
                    <a:pt x="5413248" y="463296"/>
                  </a:lnTo>
                  <a:lnTo>
                    <a:pt x="5472684" y="463296"/>
                  </a:lnTo>
                  <a:lnTo>
                    <a:pt x="5472684" y="402336"/>
                  </a:lnTo>
                  <a:close/>
                </a:path>
                <a:path w="9301480" h="1335405">
                  <a:moveTo>
                    <a:pt x="5497068" y="955548"/>
                  </a:moveTo>
                  <a:lnTo>
                    <a:pt x="5419344" y="955548"/>
                  </a:lnTo>
                  <a:lnTo>
                    <a:pt x="5419344" y="1033272"/>
                  </a:lnTo>
                  <a:lnTo>
                    <a:pt x="5497068" y="1033272"/>
                  </a:lnTo>
                  <a:lnTo>
                    <a:pt x="5497068" y="955548"/>
                  </a:lnTo>
                  <a:close/>
                </a:path>
                <a:path w="9301480" h="1335405">
                  <a:moveTo>
                    <a:pt x="6446507" y="1109472"/>
                  </a:moveTo>
                  <a:lnTo>
                    <a:pt x="6350508" y="1109472"/>
                  </a:lnTo>
                  <a:lnTo>
                    <a:pt x="6350508" y="1207008"/>
                  </a:lnTo>
                  <a:lnTo>
                    <a:pt x="6446507" y="1207008"/>
                  </a:lnTo>
                  <a:lnTo>
                    <a:pt x="6446507" y="1109472"/>
                  </a:lnTo>
                  <a:close/>
                </a:path>
                <a:path w="9301480" h="1335405">
                  <a:moveTo>
                    <a:pt x="6466332" y="0"/>
                  </a:moveTo>
                  <a:lnTo>
                    <a:pt x="6266688" y="0"/>
                  </a:lnTo>
                  <a:lnTo>
                    <a:pt x="6266688" y="12700"/>
                  </a:lnTo>
                  <a:lnTo>
                    <a:pt x="6266688" y="185420"/>
                  </a:lnTo>
                  <a:lnTo>
                    <a:pt x="6266688" y="191770"/>
                  </a:lnTo>
                  <a:lnTo>
                    <a:pt x="6266688" y="198120"/>
                  </a:lnTo>
                  <a:lnTo>
                    <a:pt x="6466332" y="198120"/>
                  </a:lnTo>
                  <a:lnTo>
                    <a:pt x="6466332" y="191770"/>
                  </a:lnTo>
                  <a:lnTo>
                    <a:pt x="6466332" y="185420"/>
                  </a:lnTo>
                  <a:lnTo>
                    <a:pt x="6466332" y="12700"/>
                  </a:lnTo>
                  <a:lnTo>
                    <a:pt x="6466332" y="0"/>
                  </a:lnTo>
                  <a:close/>
                </a:path>
                <a:path w="9301480" h="1335405">
                  <a:moveTo>
                    <a:pt x="6472428" y="736600"/>
                  </a:moveTo>
                  <a:lnTo>
                    <a:pt x="6359652" y="736600"/>
                  </a:lnTo>
                  <a:lnTo>
                    <a:pt x="6359652" y="749300"/>
                  </a:lnTo>
                  <a:lnTo>
                    <a:pt x="6359652" y="839470"/>
                  </a:lnTo>
                  <a:lnTo>
                    <a:pt x="6359652" y="845820"/>
                  </a:lnTo>
                  <a:lnTo>
                    <a:pt x="6359652" y="852170"/>
                  </a:lnTo>
                  <a:lnTo>
                    <a:pt x="6472428" y="852170"/>
                  </a:lnTo>
                  <a:lnTo>
                    <a:pt x="6472428" y="845820"/>
                  </a:lnTo>
                  <a:lnTo>
                    <a:pt x="6472428" y="839470"/>
                  </a:lnTo>
                  <a:lnTo>
                    <a:pt x="6472428" y="749300"/>
                  </a:lnTo>
                  <a:lnTo>
                    <a:pt x="6472428" y="736600"/>
                  </a:lnTo>
                  <a:close/>
                </a:path>
                <a:path w="9301480" h="1335405">
                  <a:moveTo>
                    <a:pt x="6475476" y="477012"/>
                  </a:moveTo>
                  <a:lnTo>
                    <a:pt x="6463284" y="477012"/>
                  </a:lnTo>
                  <a:lnTo>
                    <a:pt x="6463284" y="489204"/>
                  </a:lnTo>
                  <a:lnTo>
                    <a:pt x="6475476" y="489204"/>
                  </a:lnTo>
                  <a:lnTo>
                    <a:pt x="6475476" y="477012"/>
                  </a:lnTo>
                  <a:close/>
                </a:path>
                <a:path w="9301480" h="1335405">
                  <a:moveTo>
                    <a:pt x="7080504" y="263652"/>
                  </a:moveTo>
                  <a:lnTo>
                    <a:pt x="6874764" y="263652"/>
                  </a:lnTo>
                  <a:lnTo>
                    <a:pt x="6874764" y="469392"/>
                  </a:lnTo>
                  <a:lnTo>
                    <a:pt x="7080504" y="469392"/>
                  </a:lnTo>
                  <a:lnTo>
                    <a:pt x="7080504" y="263652"/>
                  </a:lnTo>
                  <a:close/>
                </a:path>
                <a:path w="9301480" h="1335405">
                  <a:moveTo>
                    <a:pt x="7123176" y="758952"/>
                  </a:moveTo>
                  <a:lnTo>
                    <a:pt x="7042404" y="758952"/>
                  </a:lnTo>
                  <a:lnTo>
                    <a:pt x="7042404" y="787908"/>
                  </a:lnTo>
                  <a:lnTo>
                    <a:pt x="7063638" y="783031"/>
                  </a:lnTo>
                  <a:lnTo>
                    <a:pt x="7083971" y="777862"/>
                  </a:lnTo>
                  <a:lnTo>
                    <a:pt x="7103707" y="772109"/>
                  </a:lnTo>
                  <a:lnTo>
                    <a:pt x="7123176" y="765429"/>
                  </a:lnTo>
                  <a:lnTo>
                    <a:pt x="7123176" y="758952"/>
                  </a:lnTo>
                  <a:close/>
                </a:path>
                <a:path w="9301480" h="1335405">
                  <a:moveTo>
                    <a:pt x="7306056" y="996696"/>
                  </a:moveTo>
                  <a:lnTo>
                    <a:pt x="7248144" y="996696"/>
                  </a:lnTo>
                  <a:lnTo>
                    <a:pt x="7248144" y="1056132"/>
                  </a:lnTo>
                  <a:lnTo>
                    <a:pt x="7306056" y="1056132"/>
                  </a:lnTo>
                  <a:lnTo>
                    <a:pt x="7306056" y="996696"/>
                  </a:lnTo>
                  <a:close/>
                </a:path>
                <a:path w="9301480" h="1335405">
                  <a:moveTo>
                    <a:pt x="7580376" y="426720"/>
                  </a:moveTo>
                  <a:lnTo>
                    <a:pt x="7552944" y="426720"/>
                  </a:lnTo>
                  <a:lnTo>
                    <a:pt x="7552944" y="454152"/>
                  </a:lnTo>
                  <a:lnTo>
                    <a:pt x="7580376" y="454152"/>
                  </a:lnTo>
                  <a:lnTo>
                    <a:pt x="7580376" y="426720"/>
                  </a:lnTo>
                  <a:close/>
                </a:path>
                <a:path w="9301480" h="1335405">
                  <a:moveTo>
                    <a:pt x="8564880" y="777252"/>
                  </a:moveTo>
                  <a:lnTo>
                    <a:pt x="8535924" y="777252"/>
                  </a:lnTo>
                  <a:lnTo>
                    <a:pt x="8535924" y="807720"/>
                  </a:lnTo>
                  <a:lnTo>
                    <a:pt x="8564880" y="807720"/>
                  </a:lnTo>
                  <a:lnTo>
                    <a:pt x="8564880" y="777252"/>
                  </a:lnTo>
                  <a:close/>
                </a:path>
                <a:path w="9301480" h="1335405">
                  <a:moveTo>
                    <a:pt x="8825484" y="1196340"/>
                  </a:moveTo>
                  <a:lnTo>
                    <a:pt x="8689848" y="1196340"/>
                  </a:lnTo>
                  <a:lnTo>
                    <a:pt x="8689848" y="1335024"/>
                  </a:lnTo>
                  <a:lnTo>
                    <a:pt x="8825484" y="1335024"/>
                  </a:lnTo>
                  <a:lnTo>
                    <a:pt x="8825484" y="1196340"/>
                  </a:lnTo>
                  <a:close/>
                </a:path>
                <a:path w="9301480" h="1335405">
                  <a:moveTo>
                    <a:pt x="8915400" y="160020"/>
                  </a:moveTo>
                  <a:lnTo>
                    <a:pt x="8857488" y="160020"/>
                  </a:lnTo>
                  <a:lnTo>
                    <a:pt x="8857488" y="217932"/>
                  </a:lnTo>
                  <a:lnTo>
                    <a:pt x="8915400" y="217932"/>
                  </a:lnTo>
                  <a:lnTo>
                    <a:pt x="8915400" y="160020"/>
                  </a:lnTo>
                  <a:close/>
                </a:path>
                <a:path w="9301480" h="1335405">
                  <a:moveTo>
                    <a:pt x="9275064" y="8890"/>
                  </a:moveTo>
                  <a:lnTo>
                    <a:pt x="9057132" y="8890"/>
                  </a:lnTo>
                  <a:lnTo>
                    <a:pt x="9057132" y="21590"/>
                  </a:lnTo>
                  <a:lnTo>
                    <a:pt x="9262491" y="21590"/>
                  </a:lnTo>
                  <a:lnTo>
                    <a:pt x="9262491" y="214630"/>
                  </a:lnTo>
                  <a:lnTo>
                    <a:pt x="9268714" y="214630"/>
                  </a:lnTo>
                  <a:lnTo>
                    <a:pt x="9268714" y="220980"/>
                  </a:lnTo>
                  <a:lnTo>
                    <a:pt x="9275064" y="220980"/>
                  </a:lnTo>
                  <a:lnTo>
                    <a:pt x="9275064" y="214630"/>
                  </a:lnTo>
                  <a:lnTo>
                    <a:pt x="9275064" y="21590"/>
                  </a:lnTo>
                  <a:lnTo>
                    <a:pt x="9275064" y="8890"/>
                  </a:lnTo>
                  <a:close/>
                </a:path>
                <a:path w="9301480" h="1335405">
                  <a:moveTo>
                    <a:pt x="9297924" y="504444"/>
                  </a:moveTo>
                  <a:lnTo>
                    <a:pt x="9282684" y="504444"/>
                  </a:lnTo>
                  <a:lnTo>
                    <a:pt x="9282684" y="518160"/>
                  </a:lnTo>
                  <a:lnTo>
                    <a:pt x="9297924" y="518160"/>
                  </a:lnTo>
                  <a:lnTo>
                    <a:pt x="9297924" y="504444"/>
                  </a:lnTo>
                  <a:close/>
                </a:path>
                <a:path w="9301480" h="1335405">
                  <a:moveTo>
                    <a:pt x="9300972" y="1083576"/>
                  </a:moveTo>
                  <a:lnTo>
                    <a:pt x="9253728" y="1083576"/>
                  </a:lnTo>
                  <a:lnTo>
                    <a:pt x="9253728" y="1132332"/>
                  </a:lnTo>
                  <a:lnTo>
                    <a:pt x="9300972" y="1132332"/>
                  </a:lnTo>
                  <a:lnTo>
                    <a:pt x="9300972" y="1083576"/>
                  </a:lnTo>
                  <a:close/>
                </a:path>
              </a:pathLst>
            </a:custGeom>
            <a:solidFill>
              <a:srgbClr val="FFFFFF">
                <a:alpha val="1960"/>
              </a:srgbClr>
            </a:solidFill>
          </p:spPr>
          <p:txBody>
            <a:bodyPr wrap="square" lIns="0" tIns="0" rIns="0" bIns="0" rtlCol="0"/>
            <a:lstStyle/>
            <a:p>
              <a:endParaRPr/>
            </a:p>
          </p:txBody>
        </p:sp>
        <p:sp>
          <p:nvSpPr>
            <p:cNvPr id="104" name="object 104"/>
            <p:cNvSpPr/>
            <p:nvPr/>
          </p:nvSpPr>
          <p:spPr>
            <a:xfrm>
              <a:off x="2161032" y="260603"/>
              <a:ext cx="3005455" cy="676910"/>
            </a:xfrm>
            <a:custGeom>
              <a:avLst/>
              <a:gdLst/>
              <a:ahLst/>
              <a:cxnLst/>
              <a:rect l="l" t="t" r="r" b="b"/>
              <a:pathLst>
                <a:path w="3005454" h="676910">
                  <a:moveTo>
                    <a:pt x="59436" y="0"/>
                  </a:moveTo>
                  <a:lnTo>
                    <a:pt x="56261" y="0"/>
                  </a:lnTo>
                  <a:lnTo>
                    <a:pt x="50038" y="3175"/>
                  </a:lnTo>
                  <a:lnTo>
                    <a:pt x="46926" y="6286"/>
                  </a:lnTo>
                  <a:lnTo>
                    <a:pt x="38188" y="11493"/>
                  </a:lnTo>
                  <a:lnTo>
                    <a:pt x="30048" y="17526"/>
                  </a:lnTo>
                  <a:lnTo>
                    <a:pt x="22504" y="23571"/>
                  </a:lnTo>
                  <a:lnTo>
                    <a:pt x="15913" y="28448"/>
                  </a:lnTo>
                  <a:lnTo>
                    <a:pt x="15621" y="28448"/>
                  </a:lnTo>
                  <a:lnTo>
                    <a:pt x="9398" y="31623"/>
                  </a:lnTo>
                  <a:lnTo>
                    <a:pt x="6223" y="37973"/>
                  </a:lnTo>
                  <a:lnTo>
                    <a:pt x="0" y="41148"/>
                  </a:lnTo>
                  <a:lnTo>
                    <a:pt x="59436" y="41148"/>
                  </a:lnTo>
                  <a:lnTo>
                    <a:pt x="59436" y="34798"/>
                  </a:lnTo>
                  <a:lnTo>
                    <a:pt x="59436" y="0"/>
                  </a:lnTo>
                  <a:close/>
                </a:path>
                <a:path w="3005454" h="676910">
                  <a:moveTo>
                    <a:pt x="304800" y="225552"/>
                  </a:moveTo>
                  <a:lnTo>
                    <a:pt x="169164" y="225552"/>
                  </a:lnTo>
                  <a:lnTo>
                    <a:pt x="169164" y="362712"/>
                  </a:lnTo>
                  <a:lnTo>
                    <a:pt x="304800" y="362712"/>
                  </a:lnTo>
                  <a:lnTo>
                    <a:pt x="304800" y="225552"/>
                  </a:lnTo>
                  <a:close/>
                </a:path>
                <a:path w="3005454" h="676910">
                  <a:moveTo>
                    <a:pt x="2365248" y="591312"/>
                  </a:moveTo>
                  <a:lnTo>
                    <a:pt x="2352294" y="591312"/>
                  </a:lnTo>
                  <a:lnTo>
                    <a:pt x="2352294" y="604393"/>
                  </a:lnTo>
                  <a:lnTo>
                    <a:pt x="2352294" y="663575"/>
                  </a:lnTo>
                  <a:lnTo>
                    <a:pt x="2294382" y="663575"/>
                  </a:lnTo>
                  <a:lnTo>
                    <a:pt x="2294382" y="662940"/>
                  </a:lnTo>
                  <a:lnTo>
                    <a:pt x="2351532" y="662940"/>
                  </a:lnTo>
                  <a:lnTo>
                    <a:pt x="2351532" y="605028"/>
                  </a:lnTo>
                  <a:lnTo>
                    <a:pt x="2294382" y="605028"/>
                  </a:lnTo>
                  <a:lnTo>
                    <a:pt x="2294382" y="604393"/>
                  </a:lnTo>
                  <a:lnTo>
                    <a:pt x="2352294" y="604393"/>
                  </a:lnTo>
                  <a:lnTo>
                    <a:pt x="2352294" y="591312"/>
                  </a:lnTo>
                  <a:lnTo>
                    <a:pt x="2281428" y="591312"/>
                  </a:lnTo>
                  <a:lnTo>
                    <a:pt x="2281428" y="660273"/>
                  </a:lnTo>
                  <a:lnTo>
                    <a:pt x="2284603" y="666750"/>
                  </a:lnTo>
                  <a:lnTo>
                    <a:pt x="2287905" y="673354"/>
                  </a:lnTo>
                  <a:lnTo>
                    <a:pt x="2291080" y="676656"/>
                  </a:lnTo>
                  <a:lnTo>
                    <a:pt x="2365248" y="676656"/>
                  </a:lnTo>
                  <a:lnTo>
                    <a:pt x="2365248" y="670052"/>
                  </a:lnTo>
                  <a:lnTo>
                    <a:pt x="2365248" y="604393"/>
                  </a:lnTo>
                  <a:lnTo>
                    <a:pt x="2365248" y="591312"/>
                  </a:lnTo>
                  <a:close/>
                </a:path>
                <a:path w="3005454" h="676910">
                  <a:moveTo>
                    <a:pt x="2735580" y="44196"/>
                  </a:moveTo>
                  <a:lnTo>
                    <a:pt x="2577084" y="44196"/>
                  </a:lnTo>
                  <a:lnTo>
                    <a:pt x="2577084" y="202692"/>
                  </a:lnTo>
                  <a:lnTo>
                    <a:pt x="2735580" y="202692"/>
                  </a:lnTo>
                  <a:lnTo>
                    <a:pt x="2735580" y="44196"/>
                  </a:lnTo>
                  <a:close/>
                </a:path>
                <a:path w="3005454" h="676910">
                  <a:moveTo>
                    <a:pt x="2750820" y="295656"/>
                  </a:moveTo>
                  <a:lnTo>
                    <a:pt x="2560320" y="295656"/>
                  </a:lnTo>
                  <a:lnTo>
                    <a:pt x="2560320" y="486156"/>
                  </a:lnTo>
                  <a:lnTo>
                    <a:pt x="2750820" y="486156"/>
                  </a:lnTo>
                  <a:lnTo>
                    <a:pt x="2750820" y="295656"/>
                  </a:lnTo>
                  <a:close/>
                </a:path>
                <a:path w="3005454" h="676910">
                  <a:moveTo>
                    <a:pt x="3005328" y="572516"/>
                  </a:moveTo>
                  <a:lnTo>
                    <a:pt x="2998978" y="572516"/>
                  </a:lnTo>
                  <a:lnTo>
                    <a:pt x="2898648" y="572516"/>
                  </a:lnTo>
                  <a:lnTo>
                    <a:pt x="2898648" y="578866"/>
                  </a:lnTo>
                  <a:lnTo>
                    <a:pt x="2898648" y="585216"/>
                  </a:lnTo>
                  <a:lnTo>
                    <a:pt x="3005328" y="585216"/>
                  </a:lnTo>
                  <a:lnTo>
                    <a:pt x="3005328" y="578866"/>
                  </a:lnTo>
                  <a:lnTo>
                    <a:pt x="3005328" y="572516"/>
                  </a:lnTo>
                  <a:close/>
                </a:path>
                <a:path w="3005454" h="676910">
                  <a:moveTo>
                    <a:pt x="3005328" y="475996"/>
                  </a:moveTo>
                  <a:lnTo>
                    <a:pt x="2898648" y="475996"/>
                  </a:lnTo>
                  <a:lnTo>
                    <a:pt x="2898648" y="488696"/>
                  </a:lnTo>
                  <a:lnTo>
                    <a:pt x="3005328" y="488696"/>
                  </a:lnTo>
                  <a:lnTo>
                    <a:pt x="3005328" y="475996"/>
                  </a:lnTo>
                  <a:close/>
                </a:path>
              </a:pathLst>
            </a:custGeom>
            <a:solidFill>
              <a:srgbClr val="FFFFFF">
                <a:alpha val="1960"/>
              </a:srgbClr>
            </a:solidFill>
          </p:spPr>
          <p:txBody>
            <a:bodyPr wrap="square" lIns="0" tIns="0" rIns="0" bIns="0" rtlCol="0"/>
            <a:lstStyle/>
            <a:p>
              <a:endParaRPr/>
            </a:p>
          </p:txBody>
        </p:sp>
      </p:grpSp>
      <p:grpSp>
        <p:nvGrpSpPr>
          <p:cNvPr id="105" name="object 105"/>
          <p:cNvGrpSpPr/>
          <p:nvPr/>
        </p:nvGrpSpPr>
        <p:grpSpPr>
          <a:xfrm>
            <a:off x="9651492" y="1911095"/>
            <a:ext cx="1262380" cy="2757170"/>
            <a:chOff x="9651492" y="1911095"/>
            <a:chExt cx="1262380" cy="2757170"/>
          </a:xfrm>
        </p:grpSpPr>
        <p:sp>
          <p:nvSpPr>
            <p:cNvPr id="106" name="object 106"/>
            <p:cNvSpPr/>
            <p:nvPr/>
          </p:nvSpPr>
          <p:spPr>
            <a:xfrm>
              <a:off x="9651492" y="1911095"/>
              <a:ext cx="1262380" cy="2757170"/>
            </a:xfrm>
            <a:custGeom>
              <a:avLst/>
              <a:gdLst/>
              <a:ahLst/>
              <a:cxnLst/>
              <a:rect l="l" t="t" r="r" b="b"/>
              <a:pathLst>
                <a:path w="1262379" h="2757170">
                  <a:moveTo>
                    <a:pt x="169164" y="62496"/>
                  </a:moveTo>
                  <a:lnTo>
                    <a:pt x="0" y="62496"/>
                  </a:lnTo>
                  <a:lnTo>
                    <a:pt x="0" y="231648"/>
                  </a:lnTo>
                  <a:lnTo>
                    <a:pt x="169164" y="231648"/>
                  </a:lnTo>
                  <a:lnTo>
                    <a:pt x="169164" y="62496"/>
                  </a:lnTo>
                  <a:close/>
                </a:path>
                <a:path w="1262379" h="2757170">
                  <a:moveTo>
                    <a:pt x="335280" y="1458468"/>
                  </a:moveTo>
                  <a:lnTo>
                    <a:pt x="294132" y="1458468"/>
                  </a:lnTo>
                  <a:lnTo>
                    <a:pt x="294132" y="1501140"/>
                  </a:lnTo>
                  <a:lnTo>
                    <a:pt x="335280" y="1501140"/>
                  </a:lnTo>
                  <a:lnTo>
                    <a:pt x="335280" y="1458468"/>
                  </a:lnTo>
                  <a:close/>
                </a:path>
                <a:path w="1262379" h="2757170">
                  <a:moveTo>
                    <a:pt x="409956" y="1707134"/>
                  </a:moveTo>
                  <a:lnTo>
                    <a:pt x="297180" y="1707134"/>
                  </a:lnTo>
                  <a:lnTo>
                    <a:pt x="297180" y="1719834"/>
                  </a:lnTo>
                  <a:lnTo>
                    <a:pt x="297180" y="1810004"/>
                  </a:lnTo>
                  <a:lnTo>
                    <a:pt x="297180" y="1816354"/>
                  </a:lnTo>
                  <a:lnTo>
                    <a:pt x="297180" y="1822704"/>
                  </a:lnTo>
                  <a:lnTo>
                    <a:pt x="409956" y="1822704"/>
                  </a:lnTo>
                  <a:lnTo>
                    <a:pt x="409956" y="1816354"/>
                  </a:lnTo>
                  <a:lnTo>
                    <a:pt x="409956" y="1810004"/>
                  </a:lnTo>
                  <a:lnTo>
                    <a:pt x="409956" y="1719834"/>
                  </a:lnTo>
                  <a:lnTo>
                    <a:pt x="409956" y="1707134"/>
                  </a:lnTo>
                  <a:close/>
                </a:path>
                <a:path w="1262379" h="2757170">
                  <a:moveTo>
                    <a:pt x="739140" y="0"/>
                  </a:moveTo>
                  <a:lnTo>
                    <a:pt x="612648" y="0"/>
                  </a:lnTo>
                  <a:lnTo>
                    <a:pt x="612648" y="121920"/>
                  </a:lnTo>
                  <a:lnTo>
                    <a:pt x="739140" y="121920"/>
                  </a:lnTo>
                  <a:lnTo>
                    <a:pt x="739140" y="0"/>
                  </a:lnTo>
                  <a:close/>
                </a:path>
                <a:path w="1262379" h="2757170">
                  <a:moveTo>
                    <a:pt x="754380" y="237744"/>
                  </a:moveTo>
                  <a:lnTo>
                    <a:pt x="595884" y="237744"/>
                  </a:lnTo>
                  <a:lnTo>
                    <a:pt x="595884" y="397764"/>
                  </a:lnTo>
                  <a:lnTo>
                    <a:pt x="754380" y="397764"/>
                  </a:lnTo>
                  <a:lnTo>
                    <a:pt x="754380" y="237744"/>
                  </a:lnTo>
                  <a:close/>
                </a:path>
                <a:path w="1262379" h="2757170">
                  <a:moveTo>
                    <a:pt x="771144" y="490728"/>
                  </a:moveTo>
                  <a:lnTo>
                    <a:pt x="580644" y="490728"/>
                  </a:lnTo>
                  <a:lnTo>
                    <a:pt x="580644" y="679704"/>
                  </a:lnTo>
                  <a:lnTo>
                    <a:pt x="771144" y="679704"/>
                  </a:lnTo>
                  <a:lnTo>
                    <a:pt x="771144" y="490728"/>
                  </a:lnTo>
                  <a:close/>
                </a:path>
                <a:path w="1262379" h="2757170">
                  <a:moveTo>
                    <a:pt x="914400" y="1156716"/>
                  </a:moveTo>
                  <a:lnTo>
                    <a:pt x="861060" y="1156716"/>
                  </a:lnTo>
                  <a:lnTo>
                    <a:pt x="861060" y="1211580"/>
                  </a:lnTo>
                  <a:lnTo>
                    <a:pt x="914400" y="1211580"/>
                  </a:lnTo>
                  <a:lnTo>
                    <a:pt x="914400" y="1156716"/>
                  </a:lnTo>
                  <a:close/>
                </a:path>
                <a:path w="1262379" h="2757170">
                  <a:moveTo>
                    <a:pt x="955548" y="2339340"/>
                  </a:moveTo>
                  <a:lnTo>
                    <a:pt x="879348" y="2339340"/>
                  </a:lnTo>
                  <a:lnTo>
                    <a:pt x="879348" y="2410968"/>
                  </a:lnTo>
                  <a:lnTo>
                    <a:pt x="955548" y="2410968"/>
                  </a:lnTo>
                  <a:lnTo>
                    <a:pt x="955548" y="2339340"/>
                  </a:lnTo>
                  <a:close/>
                </a:path>
                <a:path w="1262379" h="2757170">
                  <a:moveTo>
                    <a:pt x="1159764" y="2676144"/>
                  </a:moveTo>
                  <a:lnTo>
                    <a:pt x="1153414" y="2676144"/>
                  </a:lnTo>
                  <a:lnTo>
                    <a:pt x="1153414" y="2749296"/>
                  </a:lnTo>
                  <a:lnTo>
                    <a:pt x="1153414" y="2750439"/>
                  </a:lnTo>
                  <a:lnTo>
                    <a:pt x="1147064" y="2750439"/>
                  </a:lnTo>
                  <a:lnTo>
                    <a:pt x="1147064" y="2749296"/>
                  </a:lnTo>
                  <a:lnTo>
                    <a:pt x="1153414" y="2749296"/>
                  </a:lnTo>
                  <a:lnTo>
                    <a:pt x="1153414" y="2676144"/>
                  </a:lnTo>
                  <a:lnTo>
                    <a:pt x="1080516" y="2676144"/>
                  </a:lnTo>
                  <a:lnTo>
                    <a:pt x="1080516" y="2756916"/>
                  </a:lnTo>
                  <a:lnTo>
                    <a:pt x="1159764" y="2756916"/>
                  </a:lnTo>
                  <a:lnTo>
                    <a:pt x="1159764" y="2750439"/>
                  </a:lnTo>
                  <a:lnTo>
                    <a:pt x="1159764" y="2689098"/>
                  </a:lnTo>
                  <a:lnTo>
                    <a:pt x="1159764" y="2676144"/>
                  </a:lnTo>
                  <a:close/>
                </a:path>
                <a:path w="1262379" h="2757170">
                  <a:moveTo>
                    <a:pt x="1261859" y="175272"/>
                  </a:moveTo>
                  <a:lnTo>
                    <a:pt x="1118616" y="175272"/>
                  </a:lnTo>
                  <a:lnTo>
                    <a:pt x="1118616" y="320040"/>
                  </a:lnTo>
                  <a:lnTo>
                    <a:pt x="1261859" y="320040"/>
                  </a:lnTo>
                  <a:lnTo>
                    <a:pt x="1261859" y="175272"/>
                  </a:lnTo>
                  <a:close/>
                </a:path>
              </a:pathLst>
            </a:custGeom>
            <a:solidFill>
              <a:srgbClr val="FFFFFF">
                <a:alpha val="1960"/>
              </a:srgbClr>
            </a:solidFill>
          </p:spPr>
          <p:txBody>
            <a:bodyPr wrap="square" lIns="0" tIns="0" rIns="0" bIns="0" rtlCol="0"/>
            <a:lstStyle/>
            <a:p>
              <a:endParaRPr/>
            </a:p>
          </p:txBody>
        </p:sp>
        <p:sp>
          <p:nvSpPr>
            <p:cNvPr id="107" name="object 107"/>
            <p:cNvSpPr/>
            <p:nvPr/>
          </p:nvSpPr>
          <p:spPr>
            <a:xfrm>
              <a:off x="10037064" y="3677411"/>
              <a:ext cx="501650" cy="239395"/>
            </a:xfrm>
            <a:custGeom>
              <a:avLst/>
              <a:gdLst/>
              <a:ahLst/>
              <a:cxnLst/>
              <a:rect l="l" t="t" r="r" b="b"/>
              <a:pathLst>
                <a:path w="501650" h="239395">
                  <a:moveTo>
                    <a:pt x="369442" y="0"/>
                  </a:moveTo>
                  <a:lnTo>
                    <a:pt x="234441" y="0"/>
                  </a:lnTo>
                  <a:lnTo>
                    <a:pt x="226643" y="754"/>
                  </a:lnTo>
                  <a:lnTo>
                    <a:pt x="108838" y="87121"/>
                  </a:lnTo>
                  <a:lnTo>
                    <a:pt x="105663" y="90296"/>
                  </a:lnTo>
                  <a:lnTo>
                    <a:pt x="101472" y="92329"/>
                  </a:lnTo>
                  <a:lnTo>
                    <a:pt x="40766" y="114426"/>
                  </a:lnTo>
                  <a:lnTo>
                    <a:pt x="2994" y="153217"/>
                  </a:lnTo>
                  <a:lnTo>
                    <a:pt x="0" y="172085"/>
                  </a:lnTo>
                  <a:lnTo>
                    <a:pt x="0" y="218312"/>
                  </a:lnTo>
                  <a:lnTo>
                    <a:pt x="1649" y="226462"/>
                  </a:lnTo>
                  <a:lnTo>
                    <a:pt x="6143" y="233124"/>
                  </a:lnTo>
                  <a:lnTo>
                    <a:pt x="12805" y="237618"/>
                  </a:lnTo>
                  <a:lnTo>
                    <a:pt x="20954" y="239268"/>
                  </a:lnTo>
                  <a:lnTo>
                    <a:pt x="49149" y="239268"/>
                  </a:lnTo>
                  <a:lnTo>
                    <a:pt x="58751" y="219013"/>
                  </a:lnTo>
                  <a:lnTo>
                    <a:pt x="74056" y="203057"/>
                  </a:lnTo>
                  <a:lnTo>
                    <a:pt x="93672" y="192601"/>
                  </a:lnTo>
                  <a:lnTo>
                    <a:pt x="116204" y="188849"/>
                  </a:lnTo>
                  <a:lnTo>
                    <a:pt x="501395" y="188849"/>
                  </a:lnTo>
                  <a:lnTo>
                    <a:pt x="501395" y="135381"/>
                  </a:lnTo>
                  <a:lnTo>
                    <a:pt x="476174" y="97776"/>
                  </a:lnTo>
                  <a:lnTo>
                    <a:pt x="475970" y="97536"/>
                  </a:lnTo>
                  <a:lnTo>
                    <a:pt x="166496" y="97536"/>
                  </a:lnTo>
                  <a:lnTo>
                    <a:pt x="237616" y="40893"/>
                  </a:lnTo>
                  <a:lnTo>
                    <a:pt x="427455" y="40893"/>
                  </a:lnTo>
                  <a:lnTo>
                    <a:pt x="405129" y="15748"/>
                  </a:lnTo>
                  <a:lnTo>
                    <a:pt x="397517" y="9322"/>
                  </a:lnTo>
                  <a:lnTo>
                    <a:pt x="388905" y="4349"/>
                  </a:lnTo>
                  <a:lnTo>
                    <a:pt x="379483" y="1139"/>
                  </a:lnTo>
                  <a:lnTo>
                    <a:pt x="369442" y="0"/>
                  </a:lnTo>
                  <a:close/>
                </a:path>
                <a:path w="501650" h="239395">
                  <a:moveTo>
                    <a:pt x="398779" y="188849"/>
                  </a:moveTo>
                  <a:lnTo>
                    <a:pt x="116204" y="188849"/>
                  </a:lnTo>
                  <a:lnTo>
                    <a:pt x="138735" y="192601"/>
                  </a:lnTo>
                  <a:lnTo>
                    <a:pt x="158432" y="203057"/>
                  </a:lnTo>
                  <a:lnTo>
                    <a:pt x="174033" y="219013"/>
                  </a:lnTo>
                  <a:lnTo>
                    <a:pt x="184276" y="239268"/>
                  </a:lnTo>
                  <a:lnTo>
                    <a:pt x="330834" y="239268"/>
                  </a:lnTo>
                  <a:lnTo>
                    <a:pt x="340379" y="219013"/>
                  </a:lnTo>
                  <a:lnTo>
                    <a:pt x="355758" y="203057"/>
                  </a:lnTo>
                  <a:lnTo>
                    <a:pt x="375662" y="192601"/>
                  </a:lnTo>
                  <a:lnTo>
                    <a:pt x="398779" y="188849"/>
                  </a:lnTo>
                  <a:close/>
                </a:path>
                <a:path w="501650" h="239395">
                  <a:moveTo>
                    <a:pt x="501395" y="188849"/>
                  </a:moveTo>
                  <a:lnTo>
                    <a:pt x="398779" y="188849"/>
                  </a:lnTo>
                  <a:lnTo>
                    <a:pt x="421382" y="192601"/>
                  </a:lnTo>
                  <a:lnTo>
                    <a:pt x="441102" y="203057"/>
                  </a:lnTo>
                  <a:lnTo>
                    <a:pt x="456680" y="219013"/>
                  </a:lnTo>
                  <a:lnTo>
                    <a:pt x="466851" y="239268"/>
                  </a:lnTo>
                  <a:lnTo>
                    <a:pt x="480440" y="239268"/>
                  </a:lnTo>
                  <a:lnTo>
                    <a:pt x="488590" y="237618"/>
                  </a:lnTo>
                  <a:lnTo>
                    <a:pt x="495252" y="233124"/>
                  </a:lnTo>
                  <a:lnTo>
                    <a:pt x="499746" y="226462"/>
                  </a:lnTo>
                  <a:lnTo>
                    <a:pt x="501395" y="218312"/>
                  </a:lnTo>
                  <a:lnTo>
                    <a:pt x="501395" y="188849"/>
                  </a:lnTo>
                  <a:close/>
                </a:path>
                <a:path w="501650" h="239395">
                  <a:moveTo>
                    <a:pt x="333882" y="40893"/>
                  </a:moveTo>
                  <a:lnTo>
                    <a:pt x="306704" y="40893"/>
                  </a:lnTo>
                  <a:lnTo>
                    <a:pt x="306704" y="97536"/>
                  </a:lnTo>
                  <a:lnTo>
                    <a:pt x="333882" y="97536"/>
                  </a:lnTo>
                  <a:lnTo>
                    <a:pt x="333882" y="40893"/>
                  </a:lnTo>
                  <a:close/>
                </a:path>
                <a:path w="501650" h="239395">
                  <a:moveTo>
                    <a:pt x="427455" y="40893"/>
                  </a:moveTo>
                  <a:lnTo>
                    <a:pt x="363219" y="40893"/>
                  </a:lnTo>
                  <a:lnTo>
                    <a:pt x="415543" y="97536"/>
                  </a:lnTo>
                  <a:lnTo>
                    <a:pt x="475970" y="97536"/>
                  </a:lnTo>
                  <a:lnTo>
                    <a:pt x="467772" y="87899"/>
                  </a:lnTo>
                  <a:lnTo>
                    <a:pt x="448179" y="64236"/>
                  </a:lnTo>
                  <a:lnTo>
                    <a:pt x="427455" y="40893"/>
                  </a:lnTo>
                  <a:close/>
                </a:path>
              </a:pathLst>
            </a:custGeom>
            <a:solidFill>
              <a:srgbClr val="FF8E01"/>
            </a:solidFill>
          </p:spPr>
          <p:txBody>
            <a:bodyPr wrap="square" lIns="0" tIns="0" rIns="0" bIns="0" rtlCol="0"/>
            <a:lstStyle/>
            <a:p>
              <a:endParaRPr/>
            </a:p>
          </p:txBody>
        </p:sp>
        <p:sp>
          <p:nvSpPr>
            <p:cNvPr id="108" name="object 108"/>
            <p:cNvSpPr/>
            <p:nvPr/>
          </p:nvSpPr>
          <p:spPr>
            <a:xfrm>
              <a:off x="10104120" y="3887723"/>
              <a:ext cx="99059" cy="99059"/>
            </a:xfrm>
            <a:prstGeom prst="rect">
              <a:avLst/>
            </a:prstGeom>
            <a:blipFill>
              <a:blip r:embed="rId22" cstate="print"/>
              <a:stretch>
                <a:fillRect/>
              </a:stretch>
            </a:blipFill>
          </p:spPr>
          <p:txBody>
            <a:bodyPr wrap="square" lIns="0" tIns="0" rIns="0" bIns="0" rtlCol="0"/>
            <a:lstStyle/>
            <a:p>
              <a:endParaRPr/>
            </a:p>
          </p:txBody>
        </p:sp>
        <p:sp>
          <p:nvSpPr>
            <p:cNvPr id="109" name="object 109"/>
            <p:cNvSpPr/>
            <p:nvPr/>
          </p:nvSpPr>
          <p:spPr>
            <a:xfrm>
              <a:off x="10386060" y="3887723"/>
              <a:ext cx="99060" cy="99059"/>
            </a:xfrm>
            <a:prstGeom prst="rect">
              <a:avLst/>
            </a:prstGeom>
            <a:blipFill>
              <a:blip r:embed="rId23" cstate="print"/>
              <a:stretch>
                <a:fillRect/>
              </a:stretch>
            </a:blipFill>
          </p:spPr>
          <p:txBody>
            <a:bodyPr wrap="square" lIns="0" tIns="0" rIns="0" bIns="0" rtlCol="0"/>
            <a:lstStyle/>
            <a:p>
              <a:endParaRPr/>
            </a:p>
          </p:txBody>
        </p:sp>
        <p:sp>
          <p:nvSpPr>
            <p:cNvPr id="110" name="object 110"/>
            <p:cNvSpPr/>
            <p:nvPr/>
          </p:nvSpPr>
          <p:spPr>
            <a:xfrm>
              <a:off x="10256520" y="3537235"/>
              <a:ext cx="187071" cy="110839"/>
            </a:xfrm>
            <a:prstGeom prst="rect">
              <a:avLst/>
            </a:prstGeom>
            <a:blipFill>
              <a:blip r:embed="rId24" cstate="print"/>
              <a:stretch>
                <a:fillRect/>
              </a:stretch>
            </a:blipFill>
          </p:spPr>
          <p:txBody>
            <a:bodyPr wrap="square" lIns="0" tIns="0" rIns="0" bIns="0" rtlCol="0"/>
            <a:lstStyle/>
            <a:p>
              <a:endParaRPr/>
            </a:p>
          </p:txBody>
        </p:sp>
      </p:grpSp>
      <p:grpSp>
        <p:nvGrpSpPr>
          <p:cNvPr id="111" name="object 111"/>
          <p:cNvGrpSpPr/>
          <p:nvPr/>
        </p:nvGrpSpPr>
        <p:grpSpPr>
          <a:xfrm>
            <a:off x="1184147" y="1679448"/>
            <a:ext cx="7832090" cy="4257040"/>
            <a:chOff x="1184147" y="1679448"/>
            <a:chExt cx="7832090" cy="4257040"/>
          </a:xfrm>
        </p:grpSpPr>
        <p:sp>
          <p:nvSpPr>
            <p:cNvPr id="112" name="object 112"/>
            <p:cNvSpPr/>
            <p:nvPr/>
          </p:nvSpPr>
          <p:spPr>
            <a:xfrm>
              <a:off x="1380744" y="1857755"/>
              <a:ext cx="7312659" cy="4078604"/>
            </a:xfrm>
            <a:custGeom>
              <a:avLst/>
              <a:gdLst/>
              <a:ahLst/>
              <a:cxnLst/>
              <a:rect l="l" t="t" r="r" b="b"/>
              <a:pathLst>
                <a:path w="7312659" h="4078604">
                  <a:moveTo>
                    <a:pt x="44196" y="0"/>
                  </a:moveTo>
                  <a:lnTo>
                    <a:pt x="0" y="0"/>
                  </a:lnTo>
                  <a:lnTo>
                    <a:pt x="0" y="41148"/>
                  </a:lnTo>
                  <a:lnTo>
                    <a:pt x="44196" y="41148"/>
                  </a:lnTo>
                  <a:lnTo>
                    <a:pt x="44196" y="0"/>
                  </a:lnTo>
                  <a:close/>
                </a:path>
                <a:path w="7312659" h="4078604">
                  <a:moveTo>
                    <a:pt x="210312" y="582168"/>
                  </a:moveTo>
                  <a:lnTo>
                    <a:pt x="150876" y="582168"/>
                  </a:lnTo>
                  <a:lnTo>
                    <a:pt x="150876" y="640080"/>
                  </a:lnTo>
                  <a:lnTo>
                    <a:pt x="210312" y="640080"/>
                  </a:lnTo>
                  <a:lnTo>
                    <a:pt x="210312" y="582168"/>
                  </a:lnTo>
                  <a:close/>
                </a:path>
                <a:path w="7312659" h="4078604">
                  <a:moveTo>
                    <a:pt x="225552" y="723912"/>
                  </a:moveTo>
                  <a:lnTo>
                    <a:pt x="135636" y="723912"/>
                  </a:lnTo>
                  <a:lnTo>
                    <a:pt x="135636" y="816864"/>
                  </a:lnTo>
                  <a:lnTo>
                    <a:pt x="225552" y="816864"/>
                  </a:lnTo>
                  <a:lnTo>
                    <a:pt x="225552" y="723912"/>
                  </a:lnTo>
                  <a:close/>
                </a:path>
                <a:path w="7312659" h="4078604">
                  <a:moveTo>
                    <a:pt x="239268" y="1938528"/>
                  </a:moveTo>
                  <a:lnTo>
                    <a:pt x="232791" y="1938528"/>
                  </a:lnTo>
                  <a:lnTo>
                    <a:pt x="232791" y="1950720"/>
                  </a:lnTo>
                  <a:lnTo>
                    <a:pt x="232791" y="1956816"/>
                  </a:lnTo>
                  <a:lnTo>
                    <a:pt x="231648" y="1956816"/>
                  </a:lnTo>
                  <a:lnTo>
                    <a:pt x="231648" y="1950720"/>
                  </a:lnTo>
                  <a:lnTo>
                    <a:pt x="232791" y="1950720"/>
                  </a:lnTo>
                  <a:lnTo>
                    <a:pt x="232791" y="1938528"/>
                  </a:lnTo>
                  <a:lnTo>
                    <a:pt x="213360" y="1938528"/>
                  </a:lnTo>
                  <a:lnTo>
                    <a:pt x="213360" y="1962912"/>
                  </a:lnTo>
                  <a:lnTo>
                    <a:pt x="239268" y="1962912"/>
                  </a:lnTo>
                  <a:lnTo>
                    <a:pt x="239268" y="1956816"/>
                  </a:lnTo>
                  <a:lnTo>
                    <a:pt x="239268" y="1950720"/>
                  </a:lnTo>
                  <a:lnTo>
                    <a:pt x="239268" y="1938528"/>
                  </a:lnTo>
                  <a:close/>
                </a:path>
                <a:path w="7312659" h="4078604">
                  <a:moveTo>
                    <a:pt x="242316" y="929640"/>
                  </a:moveTo>
                  <a:lnTo>
                    <a:pt x="118872" y="929640"/>
                  </a:lnTo>
                  <a:lnTo>
                    <a:pt x="118872" y="1051560"/>
                  </a:lnTo>
                  <a:lnTo>
                    <a:pt x="242316" y="1051560"/>
                  </a:lnTo>
                  <a:lnTo>
                    <a:pt x="242316" y="929640"/>
                  </a:lnTo>
                  <a:close/>
                </a:path>
                <a:path w="7312659" h="4078604">
                  <a:moveTo>
                    <a:pt x="257556" y="1167384"/>
                  </a:moveTo>
                  <a:lnTo>
                    <a:pt x="100584" y="1167384"/>
                  </a:lnTo>
                  <a:lnTo>
                    <a:pt x="100584" y="1325880"/>
                  </a:lnTo>
                  <a:lnTo>
                    <a:pt x="257556" y="1325880"/>
                  </a:lnTo>
                  <a:lnTo>
                    <a:pt x="257556" y="1167384"/>
                  </a:lnTo>
                  <a:close/>
                </a:path>
                <a:path w="7312659" h="4078604">
                  <a:moveTo>
                    <a:pt x="272783" y="1418844"/>
                  </a:moveTo>
                  <a:lnTo>
                    <a:pt x="83820" y="1418844"/>
                  </a:lnTo>
                  <a:lnTo>
                    <a:pt x="83820" y="1609344"/>
                  </a:lnTo>
                  <a:lnTo>
                    <a:pt x="272783" y="1609344"/>
                  </a:lnTo>
                  <a:lnTo>
                    <a:pt x="272783" y="1418844"/>
                  </a:lnTo>
                  <a:close/>
                </a:path>
                <a:path w="7312659" h="4078604">
                  <a:moveTo>
                    <a:pt x="382511" y="2926080"/>
                  </a:moveTo>
                  <a:lnTo>
                    <a:pt x="272783" y="2926080"/>
                  </a:lnTo>
                  <a:lnTo>
                    <a:pt x="272783" y="3034284"/>
                  </a:lnTo>
                  <a:lnTo>
                    <a:pt x="382511" y="3034284"/>
                  </a:lnTo>
                  <a:lnTo>
                    <a:pt x="382511" y="2926080"/>
                  </a:lnTo>
                  <a:close/>
                </a:path>
                <a:path w="7312659" h="4078604">
                  <a:moveTo>
                    <a:pt x="422148" y="3579876"/>
                  </a:moveTo>
                  <a:lnTo>
                    <a:pt x="341376" y="3579876"/>
                  </a:lnTo>
                  <a:lnTo>
                    <a:pt x="341376" y="3660648"/>
                  </a:lnTo>
                  <a:lnTo>
                    <a:pt x="422148" y="3660648"/>
                  </a:lnTo>
                  <a:lnTo>
                    <a:pt x="422148" y="3579876"/>
                  </a:lnTo>
                  <a:close/>
                </a:path>
                <a:path w="7312659" h="4078604">
                  <a:moveTo>
                    <a:pt x="583679" y="970788"/>
                  </a:moveTo>
                  <a:lnTo>
                    <a:pt x="454152" y="970788"/>
                  </a:lnTo>
                  <a:lnTo>
                    <a:pt x="454152" y="1100328"/>
                  </a:lnTo>
                  <a:lnTo>
                    <a:pt x="583679" y="1100328"/>
                  </a:lnTo>
                  <a:lnTo>
                    <a:pt x="583679" y="970788"/>
                  </a:lnTo>
                  <a:close/>
                </a:path>
                <a:path w="7312659" h="4078604">
                  <a:moveTo>
                    <a:pt x="1018032" y="2182368"/>
                  </a:moveTo>
                  <a:lnTo>
                    <a:pt x="984504" y="2182368"/>
                  </a:lnTo>
                  <a:lnTo>
                    <a:pt x="984504" y="2214372"/>
                  </a:lnTo>
                  <a:lnTo>
                    <a:pt x="1018032" y="2214372"/>
                  </a:lnTo>
                  <a:lnTo>
                    <a:pt x="1018032" y="2182368"/>
                  </a:lnTo>
                  <a:close/>
                </a:path>
                <a:path w="7312659" h="4078604">
                  <a:moveTo>
                    <a:pt x="1068324" y="1392936"/>
                  </a:moveTo>
                  <a:lnTo>
                    <a:pt x="966216" y="1392936"/>
                  </a:lnTo>
                  <a:lnTo>
                    <a:pt x="966216" y="1496568"/>
                  </a:lnTo>
                  <a:lnTo>
                    <a:pt x="1068324" y="1496568"/>
                  </a:lnTo>
                  <a:lnTo>
                    <a:pt x="1068324" y="1392936"/>
                  </a:lnTo>
                  <a:close/>
                </a:path>
                <a:path w="7312659" h="4078604">
                  <a:moveTo>
                    <a:pt x="1203960" y="2842514"/>
                  </a:moveTo>
                  <a:lnTo>
                    <a:pt x="1107948" y="2842514"/>
                  </a:lnTo>
                  <a:lnTo>
                    <a:pt x="1107948" y="2855214"/>
                  </a:lnTo>
                  <a:lnTo>
                    <a:pt x="1107948" y="2925064"/>
                  </a:lnTo>
                  <a:lnTo>
                    <a:pt x="1107948" y="2931414"/>
                  </a:lnTo>
                  <a:lnTo>
                    <a:pt x="1107948" y="2937764"/>
                  </a:lnTo>
                  <a:lnTo>
                    <a:pt x="1203960" y="2937764"/>
                  </a:lnTo>
                  <a:lnTo>
                    <a:pt x="1203960" y="2931414"/>
                  </a:lnTo>
                  <a:lnTo>
                    <a:pt x="1203960" y="2925064"/>
                  </a:lnTo>
                  <a:lnTo>
                    <a:pt x="1203960" y="2855214"/>
                  </a:lnTo>
                  <a:lnTo>
                    <a:pt x="1203960" y="2842514"/>
                  </a:lnTo>
                  <a:close/>
                </a:path>
                <a:path w="7312659" h="4078604">
                  <a:moveTo>
                    <a:pt x="1226820" y="79248"/>
                  </a:moveTo>
                  <a:lnTo>
                    <a:pt x="1036320" y="79248"/>
                  </a:lnTo>
                  <a:lnTo>
                    <a:pt x="1036320" y="269748"/>
                  </a:lnTo>
                  <a:lnTo>
                    <a:pt x="1226820" y="269748"/>
                  </a:lnTo>
                  <a:lnTo>
                    <a:pt x="1226820" y="79248"/>
                  </a:lnTo>
                  <a:close/>
                </a:path>
                <a:path w="7312659" h="4078604">
                  <a:moveTo>
                    <a:pt x="1700784" y="2081796"/>
                  </a:moveTo>
                  <a:lnTo>
                    <a:pt x="1676400" y="2081796"/>
                  </a:lnTo>
                  <a:lnTo>
                    <a:pt x="1676400" y="2107692"/>
                  </a:lnTo>
                  <a:lnTo>
                    <a:pt x="1700784" y="2107692"/>
                  </a:lnTo>
                  <a:lnTo>
                    <a:pt x="1700784" y="2081796"/>
                  </a:lnTo>
                  <a:close/>
                </a:path>
                <a:path w="7312659" h="4078604">
                  <a:moveTo>
                    <a:pt x="1706880" y="428244"/>
                  </a:moveTo>
                  <a:lnTo>
                    <a:pt x="1700530" y="428244"/>
                  </a:lnTo>
                  <a:lnTo>
                    <a:pt x="1700530" y="533400"/>
                  </a:lnTo>
                  <a:lnTo>
                    <a:pt x="1700530" y="533654"/>
                  </a:lnTo>
                  <a:lnTo>
                    <a:pt x="1692529" y="533654"/>
                  </a:lnTo>
                  <a:lnTo>
                    <a:pt x="1692529" y="533400"/>
                  </a:lnTo>
                  <a:lnTo>
                    <a:pt x="1700530" y="533400"/>
                  </a:lnTo>
                  <a:lnTo>
                    <a:pt x="1700530" y="428244"/>
                  </a:lnTo>
                  <a:lnTo>
                    <a:pt x="1594104" y="428244"/>
                  </a:lnTo>
                  <a:lnTo>
                    <a:pt x="1594104" y="440944"/>
                  </a:lnTo>
                  <a:lnTo>
                    <a:pt x="1594104" y="527304"/>
                  </a:lnTo>
                  <a:lnTo>
                    <a:pt x="1594104" y="533654"/>
                  </a:lnTo>
                  <a:lnTo>
                    <a:pt x="1594104" y="540004"/>
                  </a:lnTo>
                  <a:lnTo>
                    <a:pt x="1706880" y="540004"/>
                  </a:lnTo>
                  <a:lnTo>
                    <a:pt x="1706880" y="533654"/>
                  </a:lnTo>
                  <a:lnTo>
                    <a:pt x="1706880" y="527304"/>
                  </a:lnTo>
                  <a:lnTo>
                    <a:pt x="1706880" y="440944"/>
                  </a:lnTo>
                  <a:lnTo>
                    <a:pt x="1706880" y="428244"/>
                  </a:lnTo>
                  <a:close/>
                </a:path>
                <a:path w="7312659" h="4078604">
                  <a:moveTo>
                    <a:pt x="1872996" y="1054608"/>
                  </a:moveTo>
                  <a:lnTo>
                    <a:pt x="1831848" y="1054608"/>
                  </a:lnTo>
                  <a:lnTo>
                    <a:pt x="1831848" y="1100328"/>
                  </a:lnTo>
                  <a:lnTo>
                    <a:pt x="1872996" y="1100328"/>
                  </a:lnTo>
                  <a:lnTo>
                    <a:pt x="1872996" y="1054608"/>
                  </a:lnTo>
                  <a:close/>
                </a:path>
                <a:path w="7312659" h="4078604">
                  <a:moveTo>
                    <a:pt x="2421636" y="335280"/>
                  </a:moveTo>
                  <a:lnTo>
                    <a:pt x="2415286" y="335280"/>
                  </a:lnTo>
                  <a:lnTo>
                    <a:pt x="2415286" y="406908"/>
                  </a:lnTo>
                  <a:lnTo>
                    <a:pt x="2415286" y="408178"/>
                  </a:lnTo>
                  <a:lnTo>
                    <a:pt x="2408936" y="408178"/>
                  </a:lnTo>
                  <a:lnTo>
                    <a:pt x="2408936" y="406908"/>
                  </a:lnTo>
                  <a:lnTo>
                    <a:pt x="2415286" y="406908"/>
                  </a:lnTo>
                  <a:lnTo>
                    <a:pt x="2415286" y="335280"/>
                  </a:lnTo>
                  <a:lnTo>
                    <a:pt x="2343912" y="335280"/>
                  </a:lnTo>
                  <a:lnTo>
                    <a:pt x="2343912" y="414528"/>
                  </a:lnTo>
                  <a:lnTo>
                    <a:pt x="2421636" y="414528"/>
                  </a:lnTo>
                  <a:lnTo>
                    <a:pt x="2421636" y="408178"/>
                  </a:lnTo>
                  <a:lnTo>
                    <a:pt x="2421636" y="347980"/>
                  </a:lnTo>
                  <a:lnTo>
                    <a:pt x="2421636" y="335280"/>
                  </a:lnTo>
                  <a:close/>
                </a:path>
                <a:path w="7312659" h="4078604">
                  <a:moveTo>
                    <a:pt x="2641092" y="2307336"/>
                  </a:moveTo>
                  <a:lnTo>
                    <a:pt x="2587752" y="2307336"/>
                  </a:lnTo>
                  <a:lnTo>
                    <a:pt x="2587752" y="2359152"/>
                  </a:lnTo>
                  <a:lnTo>
                    <a:pt x="2641092" y="2359152"/>
                  </a:lnTo>
                  <a:lnTo>
                    <a:pt x="2641092" y="2307336"/>
                  </a:lnTo>
                  <a:close/>
                </a:path>
                <a:path w="7312659" h="4078604">
                  <a:moveTo>
                    <a:pt x="2712720" y="1580388"/>
                  </a:moveTo>
                  <a:lnTo>
                    <a:pt x="2659380" y="1580388"/>
                  </a:lnTo>
                  <a:lnTo>
                    <a:pt x="2659380" y="1638300"/>
                  </a:lnTo>
                  <a:lnTo>
                    <a:pt x="2712720" y="1638300"/>
                  </a:lnTo>
                  <a:lnTo>
                    <a:pt x="2712720" y="1631823"/>
                  </a:lnTo>
                  <a:lnTo>
                    <a:pt x="2712720" y="1593215"/>
                  </a:lnTo>
                  <a:lnTo>
                    <a:pt x="2712720" y="1580388"/>
                  </a:lnTo>
                  <a:close/>
                </a:path>
                <a:path w="7312659" h="4078604">
                  <a:moveTo>
                    <a:pt x="2830068" y="243840"/>
                  </a:moveTo>
                  <a:lnTo>
                    <a:pt x="2738628" y="243840"/>
                  </a:lnTo>
                  <a:lnTo>
                    <a:pt x="2738628" y="338328"/>
                  </a:lnTo>
                  <a:lnTo>
                    <a:pt x="2830068" y="338328"/>
                  </a:lnTo>
                  <a:lnTo>
                    <a:pt x="2830068" y="243840"/>
                  </a:lnTo>
                  <a:close/>
                </a:path>
                <a:path w="7312659" h="4078604">
                  <a:moveTo>
                    <a:pt x="2848356" y="451104"/>
                  </a:moveTo>
                  <a:lnTo>
                    <a:pt x="2723388" y="451104"/>
                  </a:lnTo>
                  <a:lnTo>
                    <a:pt x="2723388" y="573024"/>
                  </a:lnTo>
                  <a:lnTo>
                    <a:pt x="2848356" y="573024"/>
                  </a:lnTo>
                  <a:lnTo>
                    <a:pt x="2848356" y="451104"/>
                  </a:lnTo>
                  <a:close/>
                </a:path>
                <a:path w="7312659" h="4078604">
                  <a:moveTo>
                    <a:pt x="2863596" y="688848"/>
                  </a:moveTo>
                  <a:lnTo>
                    <a:pt x="2706624" y="688848"/>
                  </a:lnTo>
                  <a:lnTo>
                    <a:pt x="2706624" y="845820"/>
                  </a:lnTo>
                  <a:lnTo>
                    <a:pt x="2863596" y="845820"/>
                  </a:lnTo>
                  <a:lnTo>
                    <a:pt x="2863596" y="688848"/>
                  </a:lnTo>
                  <a:close/>
                </a:path>
                <a:path w="7312659" h="4078604">
                  <a:moveTo>
                    <a:pt x="2881884" y="938784"/>
                  </a:moveTo>
                  <a:lnTo>
                    <a:pt x="2691384" y="938784"/>
                  </a:lnTo>
                  <a:lnTo>
                    <a:pt x="2691384" y="1129284"/>
                  </a:lnTo>
                  <a:lnTo>
                    <a:pt x="2881884" y="1129284"/>
                  </a:lnTo>
                  <a:lnTo>
                    <a:pt x="2881884" y="938784"/>
                  </a:lnTo>
                  <a:close/>
                </a:path>
                <a:path w="7312659" h="4078604">
                  <a:moveTo>
                    <a:pt x="3169920" y="2839212"/>
                  </a:moveTo>
                  <a:lnTo>
                    <a:pt x="3026664" y="2839212"/>
                  </a:lnTo>
                  <a:lnTo>
                    <a:pt x="3026664" y="2983992"/>
                  </a:lnTo>
                  <a:lnTo>
                    <a:pt x="3169920" y="2983992"/>
                  </a:lnTo>
                  <a:lnTo>
                    <a:pt x="3169920" y="2839212"/>
                  </a:lnTo>
                  <a:close/>
                </a:path>
                <a:path w="7312659" h="4078604">
                  <a:moveTo>
                    <a:pt x="3299460" y="4043172"/>
                  </a:moveTo>
                  <a:lnTo>
                    <a:pt x="3264408" y="4043172"/>
                  </a:lnTo>
                  <a:lnTo>
                    <a:pt x="3264408" y="4078224"/>
                  </a:lnTo>
                  <a:lnTo>
                    <a:pt x="3299460" y="4078224"/>
                  </a:lnTo>
                  <a:lnTo>
                    <a:pt x="3299460" y="4071848"/>
                  </a:lnTo>
                  <a:lnTo>
                    <a:pt x="3299460" y="4055922"/>
                  </a:lnTo>
                  <a:lnTo>
                    <a:pt x="3299460" y="4043172"/>
                  </a:lnTo>
                  <a:close/>
                </a:path>
                <a:path w="7312659" h="4078604">
                  <a:moveTo>
                    <a:pt x="4014216" y="2007108"/>
                  </a:moveTo>
                  <a:lnTo>
                    <a:pt x="3901440" y="2007108"/>
                  </a:lnTo>
                  <a:lnTo>
                    <a:pt x="3901440" y="2119884"/>
                  </a:lnTo>
                  <a:lnTo>
                    <a:pt x="4014216" y="2119884"/>
                  </a:lnTo>
                  <a:lnTo>
                    <a:pt x="4014216" y="2007108"/>
                  </a:lnTo>
                  <a:close/>
                </a:path>
                <a:path w="7312659" h="4078604">
                  <a:moveTo>
                    <a:pt x="4017264" y="2700540"/>
                  </a:moveTo>
                  <a:lnTo>
                    <a:pt x="3962400" y="2700540"/>
                  </a:lnTo>
                  <a:lnTo>
                    <a:pt x="3962400" y="2755392"/>
                  </a:lnTo>
                  <a:lnTo>
                    <a:pt x="4017264" y="2755392"/>
                  </a:lnTo>
                  <a:lnTo>
                    <a:pt x="4017264" y="2700540"/>
                  </a:lnTo>
                  <a:close/>
                </a:path>
                <a:path w="7312659" h="4078604">
                  <a:moveTo>
                    <a:pt x="4367784" y="1120140"/>
                  </a:moveTo>
                  <a:lnTo>
                    <a:pt x="4320540" y="1120140"/>
                  </a:lnTo>
                  <a:lnTo>
                    <a:pt x="4320540" y="1167384"/>
                  </a:lnTo>
                  <a:lnTo>
                    <a:pt x="4367784" y="1167384"/>
                  </a:lnTo>
                  <a:lnTo>
                    <a:pt x="4367784" y="1161034"/>
                  </a:lnTo>
                  <a:lnTo>
                    <a:pt x="4367784" y="1132713"/>
                  </a:lnTo>
                  <a:lnTo>
                    <a:pt x="4367784" y="1120140"/>
                  </a:lnTo>
                  <a:close/>
                </a:path>
                <a:path w="7312659" h="4078604">
                  <a:moveTo>
                    <a:pt x="4715256" y="131064"/>
                  </a:moveTo>
                  <a:lnTo>
                    <a:pt x="4634484" y="131064"/>
                  </a:lnTo>
                  <a:lnTo>
                    <a:pt x="4634484" y="211836"/>
                  </a:lnTo>
                  <a:lnTo>
                    <a:pt x="4715256" y="211836"/>
                  </a:lnTo>
                  <a:lnTo>
                    <a:pt x="4715256" y="131064"/>
                  </a:lnTo>
                  <a:close/>
                </a:path>
                <a:path w="7312659" h="4078604">
                  <a:moveTo>
                    <a:pt x="4738116" y="3898392"/>
                  </a:moveTo>
                  <a:lnTo>
                    <a:pt x="4674108" y="3898392"/>
                  </a:lnTo>
                  <a:lnTo>
                    <a:pt x="4674108" y="3962400"/>
                  </a:lnTo>
                  <a:lnTo>
                    <a:pt x="4738116" y="3962400"/>
                  </a:lnTo>
                  <a:lnTo>
                    <a:pt x="4738116" y="3898392"/>
                  </a:lnTo>
                  <a:close/>
                </a:path>
                <a:path w="7312659" h="4078604">
                  <a:moveTo>
                    <a:pt x="5410200" y="2119884"/>
                  </a:moveTo>
                  <a:lnTo>
                    <a:pt x="5382768" y="2119884"/>
                  </a:lnTo>
                  <a:lnTo>
                    <a:pt x="5382768" y="2147316"/>
                  </a:lnTo>
                  <a:lnTo>
                    <a:pt x="5410200" y="2147316"/>
                  </a:lnTo>
                  <a:lnTo>
                    <a:pt x="5410200" y="2139188"/>
                  </a:lnTo>
                  <a:lnTo>
                    <a:pt x="5410200" y="2132838"/>
                  </a:lnTo>
                  <a:lnTo>
                    <a:pt x="5410200" y="2119884"/>
                  </a:lnTo>
                  <a:close/>
                </a:path>
                <a:path w="7312659" h="4078604">
                  <a:moveTo>
                    <a:pt x="5529072" y="1365504"/>
                  </a:moveTo>
                  <a:lnTo>
                    <a:pt x="5448300" y="1365504"/>
                  </a:lnTo>
                  <a:lnTo>
                    <a:pt x="5448300" y="1444752"/>
                  </a:lnTo>
                  <a:lnTo>
                    <a:pt x="5529072" y="1444752"/>
                  </a:lnTo>
                  <a:lnTo>
                    <a:pt x="5529072" y="1365504"/>
                  </a:lnTo>
                  <a:close/>
                </a:path>
                <a:path w="7312659" h="4078604">
                  <a:moveTo>
                    <a:pt x="7267956" y="1136904"/>
                  </a:moveTo>
                  <a:lnTo>
                    <a:pt x="7261860" y="1136904"/>
                  </a:lnTo>
                  <a:lnTo>
                    <a:pt x="7261860" y="1001268"/>
                  </a:lnTo>
                  <a:lnTo>
                    <a:pt x="7126224" y="1001268"/>
                  </a:lnTo>
                  <a:lnTo>
                    <a:pt x="7126224" y="1130554"/>
                  </a:lnTo>
                  <a:lnTo>
                    <a:pt x="7120128" y="1130554"/>
                  </a:lnTo>
                  <a:lnTo>
                    <a:pt x="7120128" y="1136904"/>
                  </a:lnTo>
                  <a:lnTo>
                    <a:pt x="7120128" y="1143254"/>
                  </a:lnTo>
                  <a:lnTo>
                    <a:pt x="7267956" y="1143254"/>
                  </a:lnTo>
                  <a:lnTo>
                    <a:pt x="7267956" y="1136904"/>
                  </a:lnTo>
                  <a:close/>
                </a:path>
                <a:path w="7312659" h="4078604">
                  <a:moveTo>
                    <a:pt x="7312152" y="2404872"/>
                  </a:moveTo>
                  <a:lnTo>
                    <a:pt x="7222236" y="2404872"/>
                  </a:lnTo>
                  <a:lnTo>
                    <a:pt x="7222236" y="2491740"/>
                  </a:lnTo>
                  <a:lnTo>
                    <a:pt x="7312152" y="2491740"/>
                  </a:lnTo>
                  <a:lnTo>
                    <a:pt x="7312152" y="2404872"/>
                  </a:lnTo>
                  <a:close/>
                </a:path>
              </a:pathLst>
            </a:custGeom>
            <a:solidFill>
              <a:srgbClr val="FFFFFF">
                <a:alpha val="1960"/>
              </a:srgbClr>
            </a:solidFill>
          </p:spPr>
          <p:txBody>
            <a:bodyPr wrap="square" lIns="0" tIns="0" rIns="0" bIns="0" rtlCol="0"/>
            <a:lstStyle/>
            <a:p>
              <a:endParaRPr/>
            </a:p>
          </p:txBody>
        </p:sp>
        <p:sp>
          <p:nvSpPr>
            <p:cNvPr id="113" name="object 113"/>
            <p:cNvSpPr/>
            <p:nvPr/>
          </p:nvSpPr>
          <p:spPr>
            <a:xfrm>
              <a:off x="2417064" y="1679447"/>
              <a:ext cx="6598920" cy="4186554"/>
            </a:xfrm>
            <a:custGeom>
              <a:avLst/>
              <a:gdLst/>
              <a:ahLst/>
              <a:cxnLst/>
              <a:rect l="l" t="t" r="r" b="b"/>
              <a:pathLst>
                <a:path w="6598920" h="4186554">
                  <a:moveTo>
                    <a:pt x="173736" y="78359"/>
                  </a:moveTo>
                  <a:lnTo>
                    <a:pt x="153949" y="72288"/>
                  </a:lnTo>
                  <a:lnTo>
                    <a:pt x="133261" y="68326"/>
                  </a:lnTo>
                  <a:lnTo>
                    <a:pt x="111988" y="66179"/>
                  </a:lnTo>
                  <a:lnTo>
                    <a:pt x="90424" y="65532"/>
                  </a:lnTo>
                  <a:lnTo>
                    <a:pt x="71691" y="66128"/>
                  </a:lnTo>
                  <a:lnTo>
                    <a:pt x="53594" y="67919"/>
                  </a:lnTo>
                  <a:lnTo>
                    <a:pt x="35483" y="70891"/>
                  </a:lnTo>
                  <a:lnTo>
                    <a:pt x="16764" y="75057"/>
                  </a:lnTo>
                  <a:lnTo>
                    <a:pt x="16764" y="164592"/>
                  </a:lnTo>
                  <a:lnTo>
                    <a:pt x="173736" y="164592"/>
                  </a:lnTo>
                  <a:lnTo>
                    <a:pt x="173736" y="78359"/>
                  </a:lnTo>
                  <a:close/>
                </a:path>
                <a:path w="6598920" h="4186554">
                  <a:moveTo>
                    <a:pt x="173736" y="6096"/>
                  </a:moveTo>
                  <a:lnTo>
                    <a:pt x="16764" y="6096"/>
                  </a:lnTo>
                  <a:lnTo>
                    <a:pt x="16764" y="74422"/>
                  </a:lnTo>
                  <a:lnTo>
                    <a:pt x="35483" y="70167"/>
                  </a:lnTo>
                  <a:lnTo>
                    <a:pt x="53594" y="67106"/>
                  </a:lnTo>
                  <a:lnTo>
                    <a:pt x="71691" y="65265"/>
                  </a:lnTo>
                  <a:lnTo>
                    <a:pt x="90424" y="64643"/>
                  </a:lnTo>
                  <a:lnTo>
                    <a:pt x="111988" y="65316"/>
                  </a:lnTo>
                  <a:lnTo>
                    <a:pt x="133261" y="67525"/>
                  </a:lnTo>
                  <a:lnTo>
                    <a:pt x="153949" y="71564"/>
                  </a:lnTo>
                  <a:lnTo>
                    <a:pt x="173736" y="77724"/>
                  </a:lnTo>
                  <a:lnTo>
                    <a:pt x="173736" y="6096"/>
                  </a:lnTo>
                  <a:close/>
                </a:path>
                <a:path w="6598920" h="4186554">
                  <a:moveTo>
                    <a:pt x="190500" y="257556"/>
                  </a:moveTo>
                  <a:lnTo>
                    <a:pt x="0" y="257556"/>
                  </a:lnTo>
                  <a:lnTo>
                    <a:pt x="0" y="448056"/>
                  </a:lnTo>
                  <a:lnTo>
                    <a:pt x="190500" y="448056"/>
                  </a:lnTo>
                  <a:lnTo>
                    <a:pt x="190500" y="257556"/>
                  </a:lnTo>
                  <a:close/>
                </a:path>
                <a:path w="6598920" h="4186554">
                  <a:moveTo>
                    <a:pt x="3916667" y="1885188"/>
                  </a:moveTo>
                  <a:lnTo>
                    <a:pt x="3866388" y="1885188"/>
                  </a:lnTo>
                  <a:lnTo>
                    <a:pt x="3866388" y="1932432"/>
                  </a:lnTo>
                  <a:lnTo>
                    <a:pt x="3916667" y="1932432"/>
                  </a:lnTo>
                  <a:lnTo>
                    <a:pt x="3916667" y="1885188"/>
                  </a:lnTo>
                  <a:close/>
                </a:path>
                <a:path w="6598920" h="4186554">
                  <a:moveTo>
                    <a:pt x="4061460" y="2977896"/>
                  </a:moveTo>
                  <a:lnTo>
                    <a:pt x="3976116" y="2977896"/>
                  </a:lnTo>
                  <a:lnTo>
                    <a:pt x="3976116" y="3061716"/>
                  </a:lnTo>
                  <a:lnTo>
                    <a:pt x="4061460" y="3061716"/>
                  </a:lnTo>
                  <a:lnTo>
                    <a:pt x="4061460" y="2977896"/>
                  </a:lnTo>
                  <a:close/>
                </a:path>
                <a:path w="6598920" h="4186554">
                  <a:moveTo>
                    <a:pt x="4299204" y="0"/>
                  </a:moveTo>
                  <a:lnTo>
                    <a:pt x="4174236" y="0"/>
                  </a:lnTo>
                  <a:lnTo>
                    <a:pt x="4174236" y="124968"/>
                  </a:lnTo>
                  <a:lnTo>
                    <a:pt x="4299204" y="124968"/>
                  </a:lnTo>
                  <a:lnTo>
                    <a:pt x="4299204" y="0"/>
                  </a:lnTo>
                  <a:close/>
                </a:path>
                <a:path w="6598920" h="4186554">
                  <a:moveTo>
                    <a:pt x="4317492" y="240792"/>
                  </a:moveTo>
                  <a:lnTo>
                    <a:pt x="4158983" y="240792"/>
                  </a:lnTo>
                  <a:lnTo>
                    <a:pt x="4158983" y="400812"/>
                  </a:lnTo>
                  <a:lnTo>
                    <a:pt x="4317492" y="400812"/>
                  </a:lnTo>
                  <a:lnTo>
                    <a:pt x="4317492" y="240792"/>
                  </a:lnTo>
                  <a:close/>
                </a:path>
                <a:path w="6598920" h="4186554">
                  <a:moveTo>
                    <a:pt x="4332732" y="493776"/>
                  </a:moveTo>
                  <a:lnTo>
                    <a:pt x="4142232" y="493776"/>
                  </a:lnTo>
                  <a:lnTo>
                    <a:pt x="4142232" y="682752"/>
                  </a:lnTo>
                  <a:lnTo>
                    <a:pt x="4332732" y="682752"/>
                  </a:lnTo>
                  <a:lnTo>
                    <a:pt x="4332732" y="493776"/>
                  </a:lnTo>
                  <a:close/>
                </a:path>
                <a:path w="6598920" h="4186554">
                  <a:moveTo>
                    <a:pt x="5163312" y="789432"/>
                  </a:moveTo>
                  <a:lnTo>
                    <a:pt x="5082540" y="789432"/>
                  </a:lnTo>
                  <a:lnTo>
                    <a:pt x="5082540" y="870204"/>
                  </a:lnTo>
                  <a:lnTo>
                    <a:pt x="5163312" y="870204"/>
                  </a:lnTo>
                  <a:lnTo>
                    <a:pt x="5163312" y="789432"/>
                  </a:lnTo>
                  <a:close/>
                </a:path>
                <a:path w="6598920" h="4186554">
                  <a:moveTo>
                    <a:pt x="5367528" y="2218944"/>
                  </a:moveTo>
                  <a:lnTo>
                    <a:pt x="5288280" y="2218944"/>
                  </a:lnTo>
                  <a:lnTo>
                    <a:pt x="5288280" y="2298192"/>
                  </a:lnTo>
                  <a:lnTo>
                    <a:pt x="5367528" y="2298192"/>
                  </a:lnTo>
                  <a:lnTo>
                    <a:pt x="5367528" y="2218944"/>
                  </a:lnTo>
                  <a:close/>
                </a:path>
                <a:path w="6598920" h="4186554">
                  <a:moveTo>
                    <a:pt x="5643372" y="196596"/>
                  </a:moveTo>
                  <a:lnTo>
                    <a:pt x="5554980" y="196596"/>
                  </a:lnTo>
                  <a:lnTo>
                    <a:pt x="5554980" y="284988"/>
                  </a:lnTo>
                  <a:lnTo>
                    <a:pt x="5643372" y="284988"/>
                  </a:lnTo>
                  <a:lnTo>
                    <a:pt x="5643372" y="196596"/>
                  </a:lnTo>
                  <a:close/>
                </a:path>
                <a:path w="6598920" h="4186554">
                  <a:moveTo>
                    <a:pt x="6231636" y="1171702"/>
                  </a:moveTo>
                  <a:lnTo>
                    <a:pt x="6083808" y="1171702"/>
                  </a:lnTo>
                  <a:lnTo>
                    <a:pt x="6083808" y="1186942"/>
                  </a:lnTo>
                  <a:lnTo>
                    <a:pt x="6083808" y="1308862"/>
                  </a:lnTo>
                  <a:lnTo>
                    <a:pt x="6083808" y="1315212"/>
                  </a:lnTo>
                  <a:lnTo>
                    <a:pt x="6218936" y="1315212"/>
                  </a:lnTo>
                  <a:lnTo>
                    <a:pt x="6218936" y="1308862"/>
                  </a:lnTo>
                  <a:lnTo>
                    <a:pt x="6096508" y="1308862"/>
                  </a:lnTo>
                  <a:lnTo>
                    <a:pt x="6096508" y="1186942"/>
                  </a:lnTo>
                  <a:lnTo>
                    <a:pt x="6218936" y="1186942"/>
                  </a:lnTo>
                  <a:lnTo>
                    <a:pt x="6218936" y="1308862"/>
                  </a:lnTo>
                  <a:lnTo>
                    <a:pt x="6225286" y="1308862"/>
                  </a:lnTo>
                  <a:lnTo>
                    <a:pt x="6225286" y="1315212"/>
                  </a:lnTo>
                  <a:lnTo>
                    <a:pt x="6231636" y="1315212"/>
                  </a:lnTo>
                  <a:lnTo>
                    <a:pt x="6231636" y="1308862"/>
                  </a:lnTo>
                  <a:lnTo>
                    <a:pt x="6231636" y="1186942"/>
                  </a:lnTo>
                  <a:lnTo>
                    <a:pt x="6231636" y="1171702"/>
                  </a:lnTo>
                  <a:close/>
                </a:path>
                <a:path w="6598920" h="4186554">
                  <a:moveTo>
                    <a:pt x="6367272" y="4099560"/>
                  </a:moveTo>
                  <a:lnTo>
                    <a:pt x="6278880" y="4099560"/>
                  </a:lnTo>
                  <a:lnTo>
                    <a:pt x="6278880" y="4186428"/>
                  </a:lnTo>
                  <a:lnTo>
                    <a:pt x="6367272" y="4186428"/>
                  </a:lnTo>
                  <a:lnTo>
                    <a:pt x="6367272" y="4099560"/>
                  </a:lnTo>
                  <a:close/>
                </a:path>
                <a:path w="6598920" h="4186554">
                  <a:moveTo>
                    <a:pt x="6480048" y="152400"/>
                  </a:moveTo>
                  <a:lnTo>
                    <a:pt x="6284976" y="152400"/>
                  </a:lnTo>
                  <a:lnTo>
                    <a:pt x="6284976" y="341376"/>
                  </a:lnTo>
                  <a:lnTo>
                    <a:pt x="6480048" y="341376"/>
                  </a:lnTo>
                  <a:lnTo>
                    <a:pt x="6480048" y="152400"/>
                  </a:lnTo>
                  <a:close/>
                </a:path>
                <a:path w="6598920" h="4186554">
                  <a:moveTo>
                    <a:pt x="6598920" y="2141220"/>
                  </a:moveTo>
                  <a:lnTo>
                    <a:pt x="6553200" y="2141220"/>
                  </a:lnTo>
                  <a:lnTo>
                    <a:pt x="6553200" y="2185416"/>
                  </a:lnTo>
                  <a:lnTo>
                    <a:pt x="6598920" y="2185416"/>
                  </a:lnTo>
                  <a:lnTo>
                    <a:pt x="6598920" y="2141220"/>
                  </a:lnTo>
                  <a:close/>
                </a:path>
              </a:pathLst>
            </a:custGeom>
            <a:solidFill>
              <a:srgbClr val="FFFFFF">
                <a:alpha val="1960"/>
              </a:srgbClr>
            </a:solidFill>
          </p:spPr>
          <p:txBody>
            <a:bodyPr wrap="square" lIns="0" tIns="0" rIns="0" bIns="0" rtlCol="0"/>
            <a:lstStyle/>
            <a:p>
              <a:endParaRPr/>
            </a:p>
          </p:txBody>
        </p:sp>
        <p:sp>
          <p:nvSpPr>
            <p:cNvPr id="114" name="object 114"/>
            <p:cNvSpPr/>
            <p:nvPr/>
          </p:nvSpPr>
          <p:spPr>
            <a:xfrm>
              <a:off x="1184147" y="3568700"/>
              <a:ext cx="384048" cy="384809"/>
            </a:xfrm>
            <a:prstGeom prst="rect">
              <a:avLst/>
            </a:prstGeom>
            <a:blipFill>
              <a:blip r:embed="rId25" cstate="print"/>
              <a:stretch>
                <a:fillRect/>
              </a:stretch>
            </a:blipFill>
          </p:spPr>
          <p:txBody>
            <a:bodyPr wrap="square" lIns="0" tIns="0" rIns="0" bIns="0" rtlCol="0"/>
            <a:lstStyle/>
            <a:p>
              <a:endParaRPr/>
            </a:p>
          </p:txBody>
        </p:sp>
        <p:sp>
          <p:nvSpPr>
            <p:cNvPr id="115" name="object 115"/>
            <p:cNvSpPr/>
            <p:nvPr/>
          </p:nvSpPr>
          <p:spPr>
            <a:xfrm>
              <a:off x="6542519" y="3570477"/>
              <a:ext cx="390525" cy="410209"/>
            </a:xfrm>
            <a:custGeom>
              <a:avLst/>
              <a:gdLst/>
              <a:ahLst/>
              <a:cxnLst/>
              <a:rect l="l" t="t" r="r" b="b"/>
              <a:pathLst>
                <a:path w="390525" h="410210">
                  <a:moveTo>
                    <a:pt x="289572" y="288290"/>
                  </a:moveTo>
                  <a:lnTo>
                    <a:pt x="201180" y="288290"/>
                  </a:lnTo>
                  <a:lnTo>
                    <a:pt x="201180" y="366014"/>
                  </a:lnTo>
                  <a:lnTo>
                    <a:pt x="289572" y="366014"/>
                  </a:lnTo>
                  <a:lnTo>
                    <a:pt x="289572" y="288290"/>
                  </a:lnTo>
                  <a:close/>
                </a:path>
                <a:path w="390525" h="410210">
                  <a:moveTo>
                    <a:pt x="289572" y="115316"/>
                  </a:moveTo>
                  <a:lnTo>
                    <a:pt x="287375" y="104381"/>
                  </a:lnTo>
                  <a:lnTo>
                    <a:pt x="281419" y="95415"/>
                  </a:lnTo>
                  <a:lnTo>
                    <a:pt x="272580" y="89357"/>
                  </a:lnTo>
                  <a:lnTo>
                    <a:pt x="261759" y="87122"/>
                  </a:lnTo>
                  <a:lnTo>
                    <a:pt x="161937" y="87122"/>
                  </a:lnTo>
                  <a:lnTo>
                    <a:pt x="151104" y="89357"/>
                  </a:lnTo>
                  <a:lnTo>
                    <a:pt x="142265" y="95415"/>
                  </a:lnTo>
                  <a:lnTo>
                    <a:pt x="136309" y="104381"/>
                  </a:lnTo>
                  <a:lnTo>
                    <a:pt x="134124" y="115316"/>
                  </a:lnTo>
                  <a:lnTo>
                    <a:pt x="136309" y="126263"/>
                  </a:lnTo>
                  <a:lnTo>
                    <a:pt x="142265" y="135229"/>
                  </a:lnTo>
                  <a:lnTo>
                    <a:pt x="151104" y="141287"/>
                  </a:lnTo>
                  <a:lnTo>
                    <a:pt x="161937" y="143510"/>
                  </a:lnTo>
                  <a:lnTo>
                    <a:pt x="261759" y="143510"/>
                  </a:lnTo>
                  <a:lnTo>
                    <a:pt x="272580" y="141287"/>
                  </a:lnTo>
                  <a:lnTo>
                    <a:pt x="281419" y="135229"/>
                  </a:lnTo>
                  <a:lnTo>
                    <a:pt x="287375" y="126263"/>
                  </a:lnTo>
                  <a:lnTo>
                    <a:pt x="289572" y="115316"/>
                  </a:lnTo>
                  <a:close/>
                </a:path>
                <a:path w="390525" h="410210">
                  <a:moveTo>
                    <a:pt x="335292" y="0"/>
                  </a:moveTo>
                  <a:lnTo>
                    <a:pt x="301764" y="0"/>
                  </a:lnTo>
                  <a:lnTo>
                    <a:pt x="301764" y="115570"/>
                  </a:lnTo>
                  <a:lnTo>
                    <a:pt x="301764" y="190500"/>
                  </a:lnTo>
                  <a:lnTo>
                    <a:pt x="301764" y="374650"/>
                  </a:lnTo>
                  <a:lnTo>
                    <a:pt x="299224" y="377190"/>
                  </a:lnTo>
                  <a:lnTo>
                    <a:pt x="192544" y="377190"/>
                  </a:lnTo>
                  <a:lnTo>
                    <a:pt x="190004" y="374650"/>
                  </a:lnTo>
                  <a:lnTo>
                    <a:pt x="190004" y="365760"/>
                  </a:lnTo>
                  <a:lnTo>
                    <a:pt x="190004" y="360680"/>
                  </a:lnTo>
                  <a:lnTo>
                    <a:pt x="190004" y="279400"/>
                  </a:lnTo>
                  <a:lnTo>
                    <a:pt x="192544" y="276860"/>
                  </a:lnTo>
                  <a:lnTo>
                    <a:pt x="299224" y="276860"/>
                  </a:lnTo>
                  <a:lnTo>
                    <a:pt x="301764" y="279400"/>
                  </a:lnTo>
                  <a:lnTo>
                    <a:pt x="301764" y="241300"/>
                  </a:lnTo>
                  <a:lnTo>
                    <a:pt x="299224" y="243840"/>
                  </a:lnTo>
                  <a:lnTo>
                    <a:pt x="156476" y="243840"/>
                  </a:lnTo>
                  <a:lnTo>
                    <a:pt x="156476" y="279400"/>
                  </a:lnTo>
                  <a:lnTo>
                    <a:pt x="156476" y="374650"/>
                  </a:lnTo>
                  <a:lnTo>
                    <a:pt x="153936" y="377190"/>
                  </a:lnTo>
                  <a:lnTo>
                    <a:pt x="103136" y="377190"/>
                  </a:lnTo>
                  <a:lnTo>
                    <a:pt x="100596" y="374650"/>
                  </a:lnTo>
                  <a:lnTo>
                    <a:pt x="100596" y="368300"/>
                  </a:lnTo>
                  <a:lnTo>
                    <a:pt x="103136" y="365760"/>
                  </a:lnTo>
                  <a:lnTo>
                    <a:pt x="153936" y="365760"/>
                  </a:lnTo>
                  <a:lnTo>
                    <a:pt x="156476" y="368300"/>
                  </a:lnTo>
                  <a:lnTo>
                    <a:pt x="156476" y="330200"/>
                  </a:lnTo>
                  <a:lnTo>
                    <a:pt x="153936" y="332740"/>
                  </a:lnTo>
                  <a:lnTo>
                    <a:pt x="103136" y="332740"/>
                  </a:lnTo>
                  <a:lnTo>
                    <a:pt x="100596" y="330200"/>
                  </a:lnTo>
                  <a:lnTo>
                    <a:pt x="100596" y="323850"/>
                  </a:lnTo>
                  <a:lnTo>
                    <a:pt x="103136" y="321310"/>
                  </a:lnTo>
                  <a:lnTo>
                    <a:pt x="153936" y="321310"/>
                  </a:lnTo>
                  <a:lnTo>
                    <a:pt x="156476" y="323850"/>
                  </a:lnTo>
                  <a:lnTo>
                    <a:pt x="156476" y="285750"/>
                  </a:lnTo>
                  <a:lnTo>
                    <a:pt x="153936" y="288290"/>
                  </a:lnTo>
                  <a:lnTo>
                    <a:pt x="103136" y="288290"/>
                  </a:lnTo>
                  <a:lnTo>
                    <a:pt x="100596" y="285750"/>
                  </a:lnTo>
                  <a:lnTo>
                    <a:pt x="100596" y="279400"/>
                  </a:lnTo>
                  <a:lnTo>
                    <a:pt x="103136" y="276860"/>
                  </a:lnTo>
                  <a:lnTo>
                    <a:pt x="153936" y="276860"/>
                  </a:lnTo>
                  <a:lnTo>
                    <a:pt x="156476" y="279400"/>
                  </a:lnTo>
                  <a:lnTo>
                    <a:pt x="156476" y="243840"/>
                  </a:lnTo>
                  <a:lnTo>
                    <a:pt x="147840" y="243840"/>
                  </a:lnTo>
                  <a:lnTo>
                    <a:pt x="145300" y="241300"/>
                  </a:lnTo>
                  <a:lnTo>
                    <a:pt x="145300" y="234950"/>
                  </a:lnTo>
                  <a:lnTo>
                    <a:pt x="147840" y="232410"/>
                  </a:lnTo>
                  <a:lnTo>
                    <a:pt x="299224" y="232410"/>
                  </a:lnTo>
                  <a:lnTo>
                    <a:pt x="301764" y="234950"/>
                  </a:lnTo>
                  <a:lnTo>
                    <a:pt x="301764" y="196850"/>
                  </a:lnTo>
                  <a:lnTo>
                    <a:pt x="299224" y="199390"/>
                  </a:lnTo>
                  <a:lnTo>
                    <a:pt x="147840" y="199390"/>
                  </a:lnTo>
                  <a:lnTo>
                    <a:pt x="145300" y="196850"/>
                  </a:lnTo>
                  <a:lnTo>
                    <a:pt x="145300" y="190500"/>
                  </a:lnTo>
                  <a:lnTo>
                    <a:pt x="147840" y="187960"/>
                  </a:lnTo>
                  <a:lnTo>
                    <a:pt x="299224" y="187960"/>
                  </a:lnTo>
                  <a:lnTo>
                    <a:pt x="301764" y="190500"/>
                  </a:lnTo>
                  <a:lnTo>
                    <a:pt x="301764" y="115570"/>
                  </a:lnTo>
                  <a:lnTo>
                    <a:pt x="298678" y="130810"/>
                  </a:lnTo>
                  <a:lnTo>
                    <a:pt x="290296" y="143510"/>
                  </a:lnTo>
                  <a:lnTo>
                    <a:pt x="277863" y="152400"/>
                  </a:lnTo>
                  <a:lnTo>
                    <a:pt x="262648" y="154940"/>
                  </a:lnTo>
                  <a:lnTo>
                    <a:pt x="162064" y="154940"/>
                  </a:lnTo>
                  <a:lnTo>
                    <a:pt x="146837" y="152400"/>
                  </a:lnTo>
                  <a:lnTo>
                    <a:pt x="134404" y="143510"/>
                  </a:lnTo>
                  <a:lnTo>
                    <a:pt x="126022" y="130810"/>
                  </a:lnTo>
                  <a:lnTo>
                    <a:pt x="122948" y="115570"/>
                  </a:lnTo>
                  <a:lnTo>
                    <a:pt x="126022" y="100330"/>
                  </a:lnTo>
                  <a:lnTo>
                    <a:pt x="134404" y="88900"/>
                  </a:lnTo>
                  <a:lnTo>
                    <a:pt x="146837" y="80010"/>
                  </a:lnTo>
                  <a:lnTo>
                    <a:pt x="162064" y="77470"/>
                  </a:lnTo>
                  <a:lnTo>
                    <a:pt x="262648" y="77470"/>
                  </a:lnTo>
                  <a:lnTo>
                    <a:pt x="277863" y="80010"/>
                  </a:lnTo>
                  <a:lnTo>
                    <a:pt x="290296" y="88900"/>
                  </a:lnTo>
                  <a:lnTo>
                    <a:pt x="298678" y="100330"/>
                  </a:lnTo>
                  <a:lnTo>
                    <a:pt x="301764" y="115570"/>
                  </a:lnTo>
                  <a:lnTo>
                    <a:pt x="301764" y="0"/>
                  </a:lnTo>
                  <a:lnTo>
                    <a:pt x="279412" y="0"/>
                  </a:lnTo>
                  <a:lnTo>
                    <a:pt x="279412" y="5092"/>
                  </a:lnTo>
                  <a:lnTo>
                    <a:pt x="276326" y="20320"/>
                  </a:lnTo>
                  <a:lnTo>
                    <a:pt x="267944" y="33020"/>
                  </a:lnTo>
                  <a:lnTo>
                    <a:pt x="255511" y="40640"/>
                  </a:lnTo>
                  <a:lnTo>
                    <a:pt x="240296" y="43180"/>
                  </a:lnTo>
                  <a:lnTo>
                    <a:pt x="111772" y="43180"/>
                  </a:lnTo>
                  <a:lnTo>
                    <a:pt x="111772" y="190500"/>
                  </a:lnTo>
                  <a:lnTo>
                    <a:pt x="111772" y="196850"/>
                  </a:lnTo>
                  <a:lnTo>
                    <a:pt x="111772" y="234950"/>
                  </a:lnTo>
                  <a:lnTo>
                    <a:pt x="111772" y="241300"/>
                  </a:lnTo>
                  <a:lnTo>
                    <a:pt x="109232" y="243840"/>
                  </a:lnTo>
                  <a:lnTo>
                    <a:pt x="83832" y="243840"/>
                  </a:lnTo>
                  <a:lnTo>
                    <a:pt x="83832" y="279400"/>
                  </a:lnTo>
                  <a:lnTo>
                    <a:pt x="83832" y="285750"/>
                  </a:lnTo>
                  <a:lnTo>
                    <a:pt x="83832" y="323850"/>
                  </a:lnTo>
                  <a:lnTo>
                    <a:pt x="83832" y="330200"/>
                  </a:lnTo>
                  <a:lnTo>
                    <a:pt x="83832" y="368300"/>
                  </a:lnTo>
                  <a:lnTo>
                    <a:pt x="83832" y="374650"/>
                  </a:lnTo>
                  <a:lnTo>
                    <a:pt x="82677" y="377190"/>
                  </a:lnTo>
                  <a:lnTo>
                    <a:pt x="80530" y="379730"/>
                  </a:lnTo>
                  <a:lnTo>
                    <a:pt x="78498" y="382270"/>
                  </a:lnTo>
                  <a:lnTo>
                    <a:pt x="75577" y="383540"/>
                  </a:lnTo>
                  <a:lnTo>
                    <a:pt x="69735" y="383540"/>
                  </a:lnTo>
                  <a:lnTo>
                    <a:pt x="66802" y="382270"/>
                  </a:lnTo>
                  <a:lnTo>
                    <a:pt x="64782" y="379730"/>
                  </a:lnTo>
                  <a:lnTo>
                    <a:pt x="62623" y="377190"/>
                  </a:lnTo>
                  <a:lnTo>
                    <a:pt x="61480" y="374650"/>
                  </a:lnTo>
                  <a:lnTo>
                    <a:pt x="61480" y="368300"/>
                  </a:lnTo>
                  <a:lnTo>
                    <a:pt x="62623" y="365760"/>
                  </a:lnTo>
                  <a:lnTo>
                    <a:pt x="64782" y="364490"/>
                  </a:lnTo>
                  <a:lnTo>
                    <a:pt x="66802" y="361950"/>
                  </a:lnTo>
                  <a:lnTo>
                    <a:pt x="69735" y="360680"/>
                  </a:lnTo>
                  <a:lnTo>
                    <a:pt x="75577" y="360680"/>
                  </a:lnTo>
                  <a:lnTo>
                    <a:pt x="78498" y="361950"/>
                  </a:lnTo>
                  <a:lnTo>
                    <a:pt x="80530" y="364490"/>
                  </a:lnTo>
                  <a:lnTo>
                    <a:pt x="82677" y="365760"/>
                  </a:lnTo>
                  <a:lnTo>
                    <a:pt x="83832" y="368300"/>
                  </a:lnTo>
                  <a:lnTo>
                    <a:pt x="83832" y="330200"/>
                  </a:lnTo>
                  <a:lnTo>
                    <a:pt x="82677" y="332740"/>
                  </a:lnTo>
                  <a:lnTo>
                    <a:pt x="80530" y="335280"/>
                  </a:lnTo>
                  <a:lnTo>
                    <a:pt x="78498" y="337820"/>
                  </a:lnTo>
                  <a:lnTo>
                    <a:pt x="75577" y="339090"/>
                  </a:lnTo>
                  <a:lnTo>
                    <a:pt x="69735" y="339090"/>
                  </a:lnTo>
                  <a:lnTo>
                    <a:pt x="66802" y="337820"/>
                  </a:lnTo>
                  <a:lnTo>
                    <a:pt x="64782" y="335280"/>
                  </a:lnTo>
                  <a:lnTo>
                    <a:pt x="62623" y="332740"/>
                  </a:lnTo>
                  <a:lnTo>
                    <a:pt x="61480" y="330200"/>
                  </a:lnTo>
                  <a:lnTo>
                    <a:pt x="61480" y="323850"/>
                  </a:lnTo>
                  <a:lnTo>
                    <a:pt x="62623" y="321310"/>
                  </a:lnTo>
                  <a:lnTo>
                    <a:pt x="66802" y="317500"/>
                  </a:lnTo>
                  <a:lnTo>
                    <a:pt x="69735" y="316230"/>
                  </a:lnTo>
                  <a:lnTo>
                    <a:pt x="75577" y="316230"/>
                  </a:lnTo>
                  <a:lnTo>
                    <a:pt x="78498" y="317500"/>
                  </a:lnTo>
                  <a:lnTo>
                    <a:pt x="82677" y="321310"/>
                  </a:lnTo>
                  <a:lnTo>
                    <a:pt x="83832" y="323850"/>
                  </a:lnTo>
                  <a:lnTo>
                    <a:pt x="83832" y="285750"/>
                  </a:lnTo>
                  <a:lnTo>
                    <a:pt x="82677" y="288290"/>
                  </a:lnTo>
                  <a:lnTo>
                    <a:pt x="80530" y="290830"/>
                  </a:lnTo>
                  <a:lnTo>
                    <a:pt x="78498" y="293370"/>
                  </a:lnTo>
                  <a:lnTo>
                    <a:pt x="75577" y="294640"/>
                  </a:lnTo>
                  <a:lnTo>
                    <a:pt x="69735" y="294640"/>
                  </a:lnTo>
                  <a:lnTo>
                    <a:pt x="66802" y="293370"/>
                  </a:lnTo>
                  <a:lnTo>
                    <a:pt x="64782" y="290830"/>
                  </a:lnTo>
                  <a:lnTo>
                    <a:pt x="62623" y="288290"/>
                  </a:lnTo>
                  <a:lnTo>
                    <a:pt x="61480" y="285750"/>
                  </a:lnTo>
                  <a:lnTo>
                    <a:pt x="61480" y="279400"/>
                  </a:lnTo>
                  <a:lnTo>
                    <a:pt x="62623" y="276860"/>
                  </a:lnTo>
                  <a:lnTo>
                    <a:pt x="64782" y="275590"/>
                  </a:lnTo>
                  <a:lnTo>
                    <a:pt x="66802" y="273050"/>
                  </a:lnTo>
                  <a:lnTo>
                    <a:pt x="69735" y="271780"/>
                  </a:lnTo>
                  <a:lnTo>
                    <a:pt x="75577" y="271780"/>
                  </a:lnTo>
                  <a:lnTo>
                    <a:pt x="78498" y="273050"/>
                  </a:lnTo>
                  <a:lnTo>
                    <a:pt x="80530" y="275590"/>
                  </a:lnTo>
                  <a:lnTo>
                    <a:pt x="82677" y="276860"/>
                  </a:lnTo>
                  <a:lnTo>
                    <a:pt x="83832" y="279400"/>
                  </a:lnTo>
                  <a:lnTo>
                    <a:pt x="83832" y="243840"/>
                  </a:lnTo>
                  <a:lnTo>
                    <a:pt x="50304" y="243840"/>
                  </a:lnTo>
                  <a:lnTo>
                    <a:pt x="50304" y="279400"/>
                  </a:lnTo>
                  <a:lnTo>
                    <a:pt x="50304" y="285750"/>
                  </a:lnTo>
                  <a:lnTo>
                    <a:pt x="50304" y="323850"/>
                  </a:lnTo>
                  <a:lnTo>
                    <a:pt x="50304" y="330200"/>
                  </a:lnTo>
                  <a:lnTo>
                    <a:pt x="50304" y="368300"/>
                  </a:lnTo>
                  <a:lnTo>
                    <a:pt x="50304" y="374650"/>
                  </a:lnTo>
                  <a:lnTo>
                    <a:pt x="49161" y="377190"/>
                  </a:lnTo>
                  <a:lnTo>
                    <a:pt x="47002" y="379730"/>
                  </a:lnTo>
                  <a:lnTo>
                    <a:pt x="44970" y="382270"/>
                  </a:lnTo>
                  <a:lnTo>
                    <a:pt x="42049" y="383540"/>
                  </a:lnTo>
                  <a:lnTo>
                    <a:pt x="36207" y="383540"/>
                  </a:lnTo>
                  <a:lnTo>
                    <a:pt x="33286" y="382270"/>
                  </a:lnTo>
                  <a:lnTo>
                    <a:pt x="31254" y="379730"/>
                  </a:lnTo>
                  <a:lnTo>
                    <a:pt x="29095" y="377190"/>
                  </a:lnTo>
                  <a:lnTo>
                    <a:pt x="27952" y="374650"/>
                  </a:lnTo>
                  <a:lnTo>
                    <a:pt x="27952" y="368300"/>
                  </a:lnTo>
                  <a:lnTo>
                    <a:pt x="29095" y="365760"/>
                  </a:lnTo>
                  <a:lnTo>
                    <a:pt x="31254" y="364490"/>
                  </a:lnTo>
                  <a:lnTo>
                    <a:pt x="33286" y="361950"/>
                  </a:lnTo>
                  <a:lnTo>
                    <a:pt x="36207" y="360680"/>
                  </a:lnTo>
                  <a:lnTo>
                    <a:pt x="42049" y="360680"/>
                  </a:lnTo>
                  <a:lnTo>
                    <a:pt x="44970" y="361950"/>
                  </a:lnTo>
                  <a:lnTo>
                    <a:pt x="47002" y="364490"/>
                  </a:lnTo>
                  <a:lnTo>
                    <a:pt x="49161" y="365760"/>
                  </a:lnTo>
                  <a:lnTo>
                    <a:pt x="50304" y="368300"/>
                  </a:lnTo>
                  <a:lnTo>
                    <a:pt x="50304" y="330200"/>
                  </a:lnTo>
                  <a:lnTo>
                    <a:pt x="49161" y="332740"/>
                  </a:lnTo>
                  <a:lnTo>
                    <a:pt x="47002" y="335280"/>
                  </a:lnTo>
                  <a:lnTo>
                    <a:pt x="44970" y="337820"/>
                  </a:lnTo>
                  <a:lnTo>
                    <a:pt x="42049" y="339090"/>
                  </a:lnTo>
                  <a:lnTo>
                    <a:pt x="36207" y="339090"/>
                  </a:lnTo>
                  <a:lnTo>
                    <a:pt x="33286" y="337820"/>
                  </a:lnTo>
                  <a:lnTo>
                    <a:pt x="31254" y="335280"/>
                  </a:lnTo>
                  <a:lnTo>
                    <a:pt x="29095" y="332740"/>
                  </a:lnTo>
                  <a:lnTo>
                    <a:pt x="27952" y="330200"/>
                  </a:lnTo>
                  <a:lnTo>
                    <a:pt x="27952" y="323850"/>
                  </a:lnTo>
                  <a:lnTo>
                    <a:pt x="29095" y="321310"/>
                  </a:lnTo>
                  <a:lnTo>
                    <a:pt x="33286" y="317500"/>
                  </a:lnTo>
                  <a:lnTo>
                    <a:pt x="36207" y="316230"/>
                  </a:lnTo>
                  <a:lnTo>
                    <a:pt x="42049" y="316230"/>
                  </a:lnTo>
                  <a:lnTo>
                    <a:pt x="44970" y="317500"/>
                  </a:lnTo>
                  <a:lnTo>
                    <a:pt x="49161" y="321310"/>
                  </a:lnTo>
                  <a:lnTo>
                    <a:pt x="50304" y="323850"/>
                  </a:lnTo>
                  <a:lnTo>
                    <a:pt x="50304" y="285750"/>
                  </a:lnTo>
                  <a:lnTo>
                    <a:pt x="49161" y="288290"/>
                  </a:lnTo>
                  <a:lnTo>
                    <a:pt x="47002" y="290830"/>
                  </a:lnTo>
                  <a:lnTo>
                    <a:pt x="44970" y="293370"/>
                  </a:lnTo>
                  <a:lnTo>
                    <a:pt x="42049" y="294640"/>
                  </a:lnTo>
                  <a:lnTo>
                    <a:pt x="36207" y="294640"/>
                  </a:lnTo>
                  <a:lnTo>
                    <a:pt x="33286" y="293370"/>
                  </a:lnTo>
                  <a:lnTo>
                    <a:pt x="31254" y="290830"/>
                  </a:lnTo>
                  <a:lnTo>
                    <a:pt x="29095" y="288290"/>
                  </a:lnTo>
                  <a:lnTo>
                    <a:pt x="27952" y="285750"/>
                  </a:lnTo>
                  <a:lnTo>
                    <a:pt x="27952" y="279400"/>
                  </a:lnTo>
                  <a:lnTo>
                    <a:pt x="29095" y="276860"/>
                  </a:lnTo>
                  <a:lnTo>
                    <a:pt x="31254" y="275590"/>
                  </a:lnTo>
                  <a:lnTo>
                    <a:pt x="33286" y="273050"/>
                  </a:lnTo>
                  <a:lnTo>
                    <a:pt x="36207" y="271780"/>
                  </a:lnTo>
                  <a:lnTo>
                    <a:pt x="42049" y="271780"/>
                  </a:lnTo>
                  <a:lnTo>
                    <a:pt x="44970" y="273050"/>
                  </a:lnTo>
                  <a:lnTo>
                    <a:pt x="47002" y="275590"/>
                  </a:lnTo>
                  <a:lnTo>
                    <a:pt x="49161" y="276860"/>
                  </a:lnTo>
                  <a:lnTo>
                    <a:pt x="50304" y="279400"/>
                  </a:lnTo>
                  <a:lnTo>
                    <a:pt x="50304" y="243840"/>
                  </a:lnTo>
                  <a:lnTo>
                    <a:pt x="36080" y="243840"/>
                  </a:lnTo>
                  <a:lnTo>
                    <a:pt x="33528" y="241300"/>
                  </a:lnTo>
                  <a:lnTo>
                    <a:pt x="33528" y="234950"/>
                  </a:lnTo>
                  <a:lnTo>
                    <a:pt x="36080" y="232410"/>
                  </a:lnTo>
                  <a:lnTo>
                    <a:pt x="109232" y="232410"/>
                  </a:lnTo>
                  <a:lnTo>
                    <a:pt x="111772" y="234950"/>
                  </a:lnTo>
                  <a:lnTo>
                    <a:pt x="111772" y="196850"/>
                  </a:lnTo>
                  <a:lnTo>
                    <a:pt x="109232" y="199390"/>
                  </a:lnTo>
                  <a:lnTo>
                    <a:pt x="36080" y="199390"/>
                  </a:lnTo>
                  <a:lnTo>
                    <a:pt x="33528" y="196850"/>
                  </a:lnTo>
                  <a:lnTo>
                    <a:pt x="33528" y="190500"/>
                  </a:lnTo>
                  <a:lnTo>
                    <a:pt x="36080" y="187960"/>
                  </a:lnTo>
                  <a:lnTo>
                    <a:pt x="109232" y="187960"/>
                  </a:lnTo>
                  <a:lnTo>
                    <a:pt x="111772" y="190500"/>
                  </a:lnTo>
                  <a:lnTo>
                    <a:pt x="111772" y="43180"/>
                  </a:lnTo>
                  <a:lnTo>
                    <a:pt x="95008" y="43180"/>
                  </a:lnTo>
                  <a:lnTo>
                    <a:pt x="89420" y="42252"/>
                  </a:lnTo>
                  <a:lnTo>
                    <a:pt x="89420" y="113030"/>
                  </a:lnTo>
                  <a:lnTo>
                    <a:pt x="89420" y="119380"/>
                  </a:lnTo>
                  <a:lnTo>
                    <a:pt x="86880" y="121920"/>
                  </a:lnTo>
                  <a:lnTo>
                    <a:pt x="67068" y="121920"/>
                  </a:lnTo>
                  <a:lnTo>
                    <a:pt x="67068" y="140970"/>
                  </a:lnTo>
                  <a:lnTo>
                    <a:pt x="64528" y="143510"/>
                  </a:lnTo>
                  <a:lnTo>
                    <a:pt x="58432" y="143510"/>
                  </a:lnTo>
                  <a:lnTo>
                    <a:pt x="55880" y="140970"/>
                  </a:lnTo>
                  <a:lnTo>
                    <a:pt x="55880" y="121920"/>
                  </a:lnTo>
                  <a:lnTo>
                    <a:pt x="36080" y="121920"/>
                  </a:lnTo>
                  <a:lnTo>
                    <a:pt x="33528" y="119380"/>
                  </a:lnTo>
                  <a:lnTo>
                    <a:pt x="33528" y="113030"/>
                  </a:lnTo>
                  <a:lnTo>
                    <a:pt x="36080" y="110490"/>
                  </a:lnTo>
                  <a:lnTo>
                    <a:pt x="55880" y="110490"/>
                  </a:lnTo>
                  <a:lnTo>
                    <a:pt x="55880" y="91440"/>
                  </a:lnTo>
                  <a:lnTo>
                    <a:pt x="58432" y="88900"/>
                  </a:lnTo>
                  <a:lnTo>
                    <a:pt x="64528" y="88900"/>
                  </a:lnTo>
                  <a:lnTo>
                    <a:pt x="67068" y="91440"/>
                  </a:lnTo>
                  <a:lnTo>
                    <a:pt x="67068" y="110490"/>
                  </a:lnTo>
                  <a:lnTo>
                    <a:pt x="86880" y="110490"/>
                  </a:lnTo>
                  <a:lnTo>
                    <a:pt x="89420" y="113030"/>
                  </a:lnTo>
                  <a:lnTo>
                    <a:pt x="89420" y="42252"/>
                  </a:lnTo>
                  <a:lnTo>
                    <a:pt x="79781" y="40640"/>
                  </a:lnTo>
                  <a:lnTo>
                    <a:pt x="67348" y="33020"/>
                  </a:lnTo>
                  <a:lnTo>
                    <a:pt x="58966" y="20320"/>
                  </a:lnTo>
                  <a:lnTo>
                    <a:pt x="55880" y="5092"/>
                  </a:lnTo>
                  <a:lnTo>
                    <a:pt x="55880" y="0"/>
                  </a:lnTo>
                  <a:lnTo>
                    <a:pt x="0" y="0"/>
                  </a:lnTo>
                  <a:lnTo>
                    <a:pt x="0" y="410210"/>
                  </a:lnTo>
                  <a:lnTo>
                    <a:pt x="335292" y="410210"/>
                  </a:lnTo>
                  <a:lnTo>
                    <a:pt x="335292" y="383540"/>
                  </a:lnTo>
                  <a:lnTo>
                    <a:pt x="335292" y="377190"/>
                  </a:lnTo>
                  <a:lnTo>
                    <a:pt x="335292" y="43180"/>
                  </a:lnTo>
                  <a:lnTo>
                    <a:pt x="335292" y="0"/>
                  </a:lnTo>
                  <a:close/>
                </a:path>
                <a:path w="390525" h="410210">
                  <a:moveTo>
                    <a:pt x="390156" y="53594"/>
                  </a:moveTo>
                  <a:lnTo>
                    <a:pt x="345960" y="53594"/>
                  </a:lnTo>
                  <a:lnTo>
                    <a:pt x="345960" y="376682"/>
                  </a:lnTo>
                  <a:lnTo>
                    <a:pt x="390156" y="376682"/>
                  </a:lnTo>
                  <a:lnTo>
                    <a:pt x="390156" y="53594"/>
                  </a:lnTo>
                  <a:close/>
                </a:path>
              </a:pathLst>
            </a:custGeom>
            <a:solidFill>
              <a:srgbClr val="FF8E01"/>
            </a:solidFill>
          </p:spPr>
          <p:txBody>
            <a:bodyPr wrap="square" lIns="0" tIns="0" rIns="0" bIns="0" rtlCol="0"/>
            <a:lstStyle/>
            <a:p>
              <a:endParaRPr/>
            </a:p>
          </p:txBody>
        </p:sp>
        <p:sp>
          <p:nvSpPr>
            <p:cNvPr id="116" name="object 116"/>
            <p:cNvSpPr/>
            <p:nvPr/>
          </p:nvSpPr>
          <p:spPr>
            <a:xfrm>
              <a:off x="6609588" y="3512820"/>
              <a:ext cx="201167" cy="89915"/>
            </a:xfrm>
            <a:prstGeom prst="rect">
              <a:avLst/>
            </a:prstGeom>
            <a:blipFill>
              <a:blip r:embed="rId26" cstate="print"/>
              <a:stretch>
                <a:fillRect/>
              </a:stretch>
            </a:blipFill>
          </p:spPr>
          <p:txBody>
            <a:bodyPr wrap="square" lIns="0" tIns="0" rIns="0" bIns="0" rtlCol="0"/>
            <a:lstStyle/>
            <a:p>
              <a:endParaRPr/>
            </a:p>
          </p:txBody>
        </p:sp>
        <p:sp>
          <p:nvSpPr>
            <p:cNvPr id="117" name="object 117"/>
            <p:cNvSpPr/>
            <p:nvPr/>
          </p:nvSpPr>
          <p:spPr>
            <a:xfrm>
              <a:off x="2936748" y="3538727"/>
              <a:ext cx="443865" cy="445134"/>
            </a:xfrm>
            <a:custGeom>
              <a:avLst/>
              <a:gdLst/>
              <a:ahLst/>
              <a:cxnLst/>
              <a:rect l="l" t="t" r="r" b="b"/>
              <a:pathLst>
                <a:path w="443864" h="445135">
                  <a:moveTo>
                    <a:pt x="59436" y="326136"/>
                  </a:moveTo>
                  <a:lnTo>
                    <a:pt x="25908" y="326136"/>
                  </a:lnTo>
                  <a:lnTo>
                    <a:pt x="25908" y="331978"/>
                  </a:lnTo>
                  <a:lnTo>
                    <a:pt x="0" y="331978"/>
                  </a:lnTo>
                  <a:lnTo>
                    <a:pt x="0" y="344678"/>
                  </a:lnTo>
                  <a:lnTo>
                    <a:pt x="25908" y="344678"/>
                  </a:lnTo>
                  <a:lnTo>
                    <a:pt x="25908" y="350520"/>
                  </a:lnTo>
                  <a:lnTo>
                    <a:pt x="59436" y="350520"/>
                  </a:lnTo>
                  <a:lnTo>
                    <a:pt x="59436" y="326136"/>
                  </a:lnTo>
                  <a:close/>
                </a:path>
                <a:path w="443864" h="445135">
                  <a:moveTo>
                    <a:pt x="59436" y="268224"/>
                  </a:moveTo>
                  <a:lnTo>
                    <a:pt x="25908" y="268224"/>
                  </a:lnTo>
                  <a:lnTo>
                    <a:pt x="25908" y="274447"/>
                  </a:lnTo>
                  <a:lnTo>
                    <a:pt x="0" y="274447"/>
                  </a:lnTo>
                  <a:lnTo>
                    <a:pt x="0" y="287909"/>
                  </a:lnTo>
                  <a:lnTo>
                    <a:pt x="25908" y="287909"/>
                  </a:lnTo>
                  <a:lnTo>
                    <a:pt x="25908" y="294132"/>
                  </a:lnTo>
                  <a:lnTo>
                    <a:pt x="59436" y="294132"/>
                  </a:lnTo>
                  <a:lnTo>
                    <a:pt x="59436" y="268224"/>
                  </a:lnTo>
                  <a:close/>
                </a:path>
                <a:path w="443864" h="445135">
                  <a:moveTo>
                    <a:pt x="59436" y="210312"/>
                  </a:moveTo>
                  <a:lnTo>
                    <a:pt x="25908" y="210312"/>
                  </a:lnTo>
                  <a:lnTo>
                    <a:pt x="25908" y="216535"/>
                  </a:lnTo>
                  <a:lnTo>
                    <a:pt x="0" y="216535"/>
                  </a:lnTo>
                  <a:lnTo>
                    <a:pt x="0" y="229997"/>
                  </a:lnTo>
                  <a:lnTo>
                    <a:pt x="25908" y="229997"/>
                  </a:lnTo>
                  <a:lnTo>
                    <a:pt x="25908" y="236220"/>
                  </a:lnTo>
                  <a:lnTo>
                    <a:pt x="59436" y="236220"/>
                  </a:lnTo>
                  <a:lnTo>
                    <a:pt x="59436" y="210312"/>
                  </a:lnTo>
                  <a:close/>
                </a:path>
                <a:path w="443864" h="445135">
                  <a:moveTo>
                    <a:pt x="59436" y="152400"/>
                  </a:moveTo>
                  <a:lnTo>
                    <a:pt x="25908" y="152400"/>
                  </a:lnTo>
                  <a:lnTo>
                    <a:pt x="25908" y="158623"/>
                  </a:lnTo>
                  <a:lnTo>
                    <a:pt x="0" y="158623"/>
                  </a:lnTo>
                  <a:lnTo>
                    <a:pt x="0" y="172085"/>
                  </a:lnTo>
                  <a:lnTo>
                    <a:pt x="25908" y="172085"/>
                  </a:lnTo>
                  <a:lnTo>
                    <a:pt x="25908" y="178308"/>
                  </a:lnTo>
                  <a:lnTo>
                    <a:pt x="59436" y="178308"/>
                  </a:lnTo>
                  <a:lnTo>
                    <a:pt x="59436" y="152400"/>
                  </a:lnTo>
                  <a:close/>
                </a:path>
                <a:path w="443864" h="445135">
                  <a:moveTo>
                    <a:pt x="59436" y="94488"/>
                  </a:moveTo>
                  <a:lnTo>
                    <a:pt x="25908" y="94488"/>
                  </a:lnTo>
                  <a:lnTo>
                    <a:pt x="25908" y="100711"/>
                  </a:lnTo>
                  <a:lnTo>
                    <a:pt x="0" y="100711"/>
                  </a:lnTo>
                  <a:lnTo>
                    <a:pt x="0" y="114173"/>
                  </a:lnTo>
                  <a:lnTo>
                    <a:pt x="25908" y="114173"/>
                  </a:lnTo>
                  <a:lnTo>
                    <a:pt x="25908" y="120396"/>
                  </a:lnTo>
                  <a:lnTo>
                    <a:pt x="59436" y="120396"/>
                  </a:lnTo>
                  <a:lnTo>
                    <a:pt x="59436" y="94488"/>
                  </a:lnTo>
                  <a:close/>
                </a:path>
                <a:path w="443864" h="445135">
                  <a:moveTo>
                    <a:pt x="118872" y="385572"/>
                  </a:moveTo>
                  <a:lnTo>
                    <a:pt x="92964" y="385572"/>
                  </a:lnTo>
                  <a:lnTo>
                    <a:pt x="92964" y="419100"/>
                  </a:lnTo>
                  <a:lnTo>
                    <a:pt x="99187" y="419100"/>
                  </a:lnTo>
                  <a:lnTo>
                    <a:pt x="99187" y="445008"/>
                  </a:lnTo>
                  <a:lnTo>
                    <a:pt x="112649" y="445008"/>
                  </a:lnTo>
                  <a:lnTo>
                    <a:pt x="112649" y="419100"/>
                  </a:lnTo>
                  <a:lnTo>
                    <a:pt x="118872" y="419100"/>
                  </a:lnTo>
                  <a:lnTo>
                    <a:pt x="118872" y="385572"/>
                  </a:lnTo>
                  <a:close/>
                </a:path>
                <a:path w="443864" h="445135">
                  <a:moveTo>
                    <a:pt x="118872" y="26555"/>
                  </a:moveTo>
                  <a:lnTo>
                    <a:pt x="112649" y="26555"/>
                  </a:lnTo>
                  <a:lnTo>
                    <a:pt x="112649" y="0"/>
                  </a:lnTo>
                  <a:lnTo>
                    <a:pt x="99187" y="0"/>
                  </a:lnTo>
                  <a:lnTo>
                    <a:pt x="99187" y="26555"/>
                  </a:lnTo>
                  <a:lnTo>
                    <a:pt x="92964" y="26555"/>
                  </a:lnTo>
                  <a:lnTo>
                    <a:pt x="92964" y="60960"/>
                  </a:lnTo>
                  <a:lnTo>
                    <a:pt x="118872" y="60960"/>
                  </a:lnTo>
                  <a:lnTo>
                    <a:pt x="118872" y="26555"/>
                  </a:lnTo>
                  <a:close/>
                </a:path>
                <a:path w="443864" h="445135">
                  <a:moveTo>
                    <a:pt x="176784" y="385572"/>
                  </a:moveTo>
                  <a:lnTo>
                    <a:pt x="150876" y="385572"/>
                  </a:lnTo>
                  <a:lnTo>
                    <a:pt x="150876" y="419100"/>
                  </a:lnTo>
                  <a:lnTo>
                    <a:pt x="157099" y="419100"/>
                  </a:lnTo>
                  <a:lnTo>
                    <a:pt x="157099" y="445008"/>
                  </a:lnTo>
                  <a:lnTo>
                    <a:pt x="170561" y="445008"/>
                  </a:lnTo>
                  <a:lnTo>
                    <a:pt x="170561" y="419100"/>
                  </a:lnTo>
                  <a:lnTo>
                    <a:pt x="176784" y="419100"/>
                  </a:lnTo>
                  <a:lnTo>
                    <a:pt x="176784" y="385572"/>
                  </a:lnTo>
                  <a:close/>
                </a:path>
                <a:path w="443864" h="445135">
                  <a:moveTo>
                    <a:pt x="176784" y="26555"/>
                  </a:moveTo>
                  <a:lnTo>
                    <a:pt x="170561" y="26555"/>
                  </a:lnTo>
                  <a:lnTo>
                    <a:pt x="170561" y="0"/>
                  </a:lnTo>
                  <a:lnTo>
                    <a:pt x="157099" y="0"/>
                  </a:lnTo>
                  <a:lnTo>
                    <a:pt x="157099" y="26555"/>
                  </a:lnTo>
                  <a:lnTo>
                    <a:pt x="150876" y="26555"/>
                  </a:lnTo>
                  <a:lnTo>
                    <a:pt x="150876" y="60960"/>
                  </a:lnTo>
                  <a:lnTo>
                    <a:pt x="176784" y="60960"/>
                  </a:lnTo>
                  <a:lnTo>
                    <a:pt x="176784" y="26555"/>
                  </a:lnTo>
                  <a:close/>
                </a:path>
                <a:path w="443864" h="445135">
                  <a:moveTo>
                    <a:pt x="234696" y="385572"/>
                  </a:moveTo>
                  <a:lnTo>
                    <a:pt x="208788" y="385572"/>
                  </a:lnTo>
                  <a:lnTo>
                    <a:pt x="208788" y="419100"/>
                  </a:lnTo>
                  <a:lnTo>
                    <a:pt x="215011" y="419100"/>
                  </a:lnTo>
                  <a:lnTo>
                    <a:pt x="215011" y="445008"/>
                  </a:lnTo>
                  <a:lnTo>
                    <a:pt x="228473" y="445008"/>
                  </a:lnTo>
                  <a:lnTo>
                    <a:pt x="228473" y="419100"/>
                  </a:lnTo>
                  <a:lnTo>
                    <a:pt x="234696" y="419100"/>
                  </a:lnTo>
                  <a:lnTo>
                    <a:pt x="234696" y="385572"/>
                  </a:lnTo>
                  <a:close/>
                </a:path>
                <a:path w="443864" h="445135">
                  <a:moveTo>
                    <a:pt x="234696" y="26555"/>
                  </a:moveTo>
                  <a:lnTo>
                    <a:pt x="228473" y="26555"/>
                  </a:lnTo>
                  <a:lnTo>
                    <a:pt x="228473" y="0"/>
                  </a:lnTo>
                  <a:lnTo>
                    <a:pt x="215011" y="0"/>
                  </a:lnTo>
                  <a:lnTo>
                    <a:pt x="215011" y="26555"/>
                  </a:lnTo>
                  <a:lnTo>
                    <a:pt x="208788" y="26555"/>
                  </a:lnTo>
                  <a:lnTo>
                    <a:pt x="208788" y="60960"/>
                  </a:lnTo>
                  <a:lnTo>
                    <a:pt x="234696" y="60960"/>
                  </a:lnTo>
                  <a:lnTo>
                    <a:pt x="234696" y="26555"/>
                  </a:lnTo>
                  <a:close/>
                </a:path>
                <a:path w="443864" h="445135">
                  <a:moveTo>
                    <a:pt x="292608" y="385572"/>
                  </a:moveTo>
                  <a:lnTo>
                    <a:pt x="266700" y="385572"/>
                  </a:lnTo>
                  <a:lnTo>
                    <a:pt x="266700" y="419100"/>
                  </a:lnTo>
                  <a:lnTo>
                    <a:pt x="272923" y="419100"/>
                  </a:lnTo>
                  <a:lnTo>
                    <a:pt x="272923" y="445008"/>
                  </a:lnTo>
                  <a:lnTo>
                    <a:pt x="286385" y="445008"/>
                  </a:lnTo>
                  <a:lnTo>
                    <a:pt x="286385" y="419100"/>
                  </a:lnTo>
                  <a:lnTo>
                    <a:pt x="292608" y="419100"/>
                  </a:lnTo>
                  <a:lnTo>
                    <a:pt x="292608" y="385572"/>
                  </a:lnTo>
                  <a:close/>
                </a:path>
                <a:path w="443864" h="445135">
                  <a:moveTo>
                    <a:pt x="292608" y="26555"/>
                  </a:moveTo>
                  <a:lnTo>
                    <a:pt x="286385" y="26555"/>
                  </a:lnTo>
                  <a:lnTo>
                    <a:pt x="286385" y="0"/>
                  </a:lnTo>
                  <a:lnTo>
                    <a:pt x="272923" y="0"/>
                  </a:lnTo>
                  <a:lnTo>
                    <a:pt x="272923" y="26555"/>
                  </a:lnTo>
                  <a:lnTo>
                    <a:pt x="266700" y="26555"/>
                  </a:lnTo>
                  <a:lnTo>
                    <a:pt x="266700" y="60960"/>
                  </a:lnTo>
                  <a:lnTo>
                    <a:pt x="292608" y="60960"/>
                  </a:lnTo>
                  <a:lnTo>
                    <a:pt x="292608" y="26555"/>
                  </a:lnTo>
                  <a:close/>
                </a:path>
                <a:path w="443864" h="445135">
                  <a:moveTo>
                    <a:pt x="350507" y="385572"/>
                  </a:moveTo>
                  <a:lnTo>
                    <a:pt x="324612" y="385572"/>
                  </a:lnTo>
                  <a:lnTo>
                    <a:pt x="324612" y="419100"/>
                  </a:lnTo>
                  <a:lnTo>
                    <a:pt x="330835" y="419100"/>
                  </a:lnTo>
                  <a:lnTo>
                    <a:pt x="330835" y="445008"/>
                  </a:lnTo>
                  <a:lnTo>
                    <a:pt x="344297" y="445008"/>
                  </a:lnTo>
                  <a:lnTo>
                    <a:pt x="344297" y="419100"/>
                  </a:lnTo>
                  <a:lnTo>
                    <a:pt x="350507" y="419100"/>
                  </a:lnTo>
                  <a:lnTo>
                    <a:pt x="350507" y="385572"/>
                  </a:lnTo>
                  <a:close/>
                </a:path>
                <a:path w="443864" h="445135">
                  <a:moveTo>
                    <a:pt x="350507" y="26555"/>
                  </a:moveTo>
                  <a:lnTo>
                    <a:pt x="344297" y="26555"/>
                  </a:lnTo>
                  <a:lnTo>
                    <a:pt x="344297" y="0"/>
                  </a:lnTo>
                  <a:lnTo>
                    <a:pt x="330835" y="0"/>
                  </a:lnTo>
                  <a:lnTo>
                    <a:pt x="330835" y="26555"/>
                  </a:lnTo>
                  <a:lnTo>
                    <a:pt x="324612" y="26555"/>
                  </a:lnTo>
                  <a:lnTo>
                    <a:pt x="324612" y="60960"/>
                  </a:lnTo>
                  <a:lnTo>
                    <a:pt x="350507" y="60960"/>
                  </a:lnTo>
                  <a:lnTo>
                    <a:pt x="350507" y="26555"/>
                  </a:lnTo>
                  <a:close/>
                </a:path>
                <a:path w="443864" h="445135">
                  <a:moveTo>
                    <a:pt x="374904" y="76581"/>
                  </a:moveTo>
                  <a:lnTo>
                    <a:pt x="368427" y="70104"/>
                  </a:lnTo>
                  <a:lnTo>
                    <a:pt x="343662" y="70104"/>
                  </a:lnTo>
                  <a:lnTo>
                    <a:pt x="343662" y="185547"/>
                  </a:lnTo>
                  <a:lnTo>
                    <a:pt x="343662" y="266192"/>
                  </a:lnTo>
                  <a:lnTo>
                    <a:pt x="337439" y="272542"/>
                  </a:lnTo>
                  <a:lnTo>
                    <a:pt x="322834" y="272542"/>
                  </a:lnTo>
                  <a:lnTo>
                    <a:pt x="329806" y="297815"/>
                  </a:lnTo>
                  <a:lnTo>
                    <a:pt x="291592" y="272542"/>
                  </a:lnTo>
                  <a:lnTo>
                    <a:pt x="190119" y="272542"/>
                  </a:lnTo>
                  <a:lnTo>
                    <a:pt x="183896" y="266192"/>
                  </a:lnTo>
                  <a:lnTo>
                    <a:pt x="183896" y="265938"/>
                  </a:lnTo>
                  <a:lnTo>
                    <a:pt x="183896" y="250444"/>
                  </a:lnTo>
                  <a:lnTo>
                    <a:pt x="245618" y="250444"/>
                  </a:lnTo>
                  <a:lnTo>
                    <a:pt x="254825" y="248551"/>
                  </a:lnTo>
                  <a:lnTo>
                    <a:pt x="262331" y="243382"/>
                  </a:lnTo>
                  <a:lnTo>
                    <a:pt x="267385" y="235712"/>
                  </a:lnTo>
                  <a:lnTo>
                    <a:pt x="269240" y="226314"/>
                  </a:lnTo>
                  <a:lnTo>
                    <a:pt x="269240" y="179070"/>
                  </a:lnTo>
                  <a:lnTo>
                    <a:pt x="337439" y="179070"/>
                  </a:lnTo>
                  <a:lnTo>
                    <a:pt x="343662" y="185547"/>
                  </a:lnTo>
                  <a:lnTo>
                    <a:pt x="343662" y="70104"/>
                  </a:lnTo>
                  <a:lnTo>
                    <a:pt x="259588" y="70104"/>
                  </a:lnTo>
                  <a:lnTo>
                    <a:pt x="259588" y="153670"/>
                  </a:lnTo>
                  <a:lnTo>
                    <a:pt x="259588" y="234315"/>
                  </a:lnTo>
                  <a:lnTo>
                    <a:pt x="253365" y="240792"/>
                  </a:lnTo>
                  <a:lnTo>
                    <a:pt x="151892" y="240792"/>
                  </a:lnTo>
                  <a:lnTo>
                    <a:pt x="113665" y="265938"/>
                  </a:lnTo>
                  <a:lnTo>
                    <a:pt x="120650" y="240792"/>
                  </a:lnTo>
                  <a:lnTo>
                    <a:pt x="106045" y="240792"/>
                  </a:lnTo>
                  <a:lnTo>
                    <a:pt x="99822" y="234315"/>
                  </a:lnTo>
                  <a:lnTo>
                    <a:pt x="99822" y="153670"/>
                  </a:lnTo>
                  <a:lnTo>
                    <a:pt x="106045" y="147193"/>
                  </a:lnTo>
                  <a:lnTo>
                    <a:pt x="253365" y="147193"/>
                  </a:lnTo>
                  <a:lnTo>
                    <a:pt x="259588" y="153670"/>
                  </a:lnTo>
                  <a:lnTo>
                    <a:pt x="259588" y="70104"/>
                  </a:lnTo>
                  <a:lnTo>
                    <a:pt x="75057" y="70104"/>
                  </a:lnTo>
                  <a:lnTo>
                    <a:pt x="68580" y="76581"/>
                  </a:lnTo>
                  <a:lnTo>
                    <a:pt x="68580" y="368427"/>
                  </a:lnTo>
                  <a:lnTo>
                    <a:pt x="75057" y="374904"/>
                  </a:lnTo>
                  <a:lnTo>
                    <a:pt x="368427" y="374904"/>
                  </a:lnTo>
                  <a:lnTo>
                    <a:pt x="374904" y="368427"/>
                  </a:lnTo>
                  <a:lnTo>
                    <a:pt x="374904" y="297815"/>
                  </a:lnTo>
                  <a:lnTo>
                    <a:pt x="374904" y="179070"/>
                  </a:lnTo>
                  <a:lnTo>
                    <a:pt x="374904" y="147193"/>
                  </a:lnTo>
                  <a:lnTo>
                    <a:pt x="374904" y="76581"/>
                  </a:lnTo>
                  <a:close/>
                </a:path>
                <a:path w="443864" h="445135">
                  <a:moveTo>
                    <a:pt x="443484" y="331978"/>
                  </a:moveTo>
                  <a:lnTo>
                    <a:pt x="417576" y="331978"/>
                  </a:lnTo>
                  <a:lnTo>
                    <a:pt x="417576" y="326136"/>
                  </a:lnTo>
                  <a:lnTo>
                    <a:pt x="384048" y="326136"/>
                  </a:lnTo>
                  <a:lnTo>
                    <a:pt x="384048" y="350520"/>
                  </a:lnTo>
                  <a:lnTo>
                    <a:pt x="417576" y="350520"/>
                  </a:lnTo>
                  <a:lnTo>
                    <a:pt x="417576" y="344678"/>
                  </a:lnTo>
                  <a:lnTo>
                    <a:pt x="443484" y="344678"/>
                  </a:lnTo>
                  <a:lnTo>
                    <a:pt x="443484" y="331978"/>
                  </a:lnTo>
                  <a:close/>
                </a:path>
                <a:path w="443864" h="445135">
                  <a:moveTo>
                    <a:pt x="443484" y="274447"/>
                  </a:moveTo>
                  <a:lnTo>
                    <a:pt x="417576" y="274447"/>
                  </a:lnTo>
                  <a:lnTo>
                    <a:pt x="417576" y="268224"/>
                  </a:lnTo>
                  <a:lnTo>
                    <a:pt x="384048" y="268224"/>
                  </a:lnTo>
                  <a:lnTo>
                    <a:pt x="384048" y="294132"/>
                  </a:lnTo>
                  <a:lnTo>
                    <a:pt x="417576" y="294132"/>
                  </a:lnTo>
                  <a:lnTo>
                    <a:pt x="417576" y="287909"/>
                  </a:lnTo>
                  <a:lnTo>
                    <a:pt x="443484" y="287909"/>
                  </a:lnTo>
                  <a:lnTo>
                    <a:pt x="443484" y="274447"/>
                  </a:lnTo>
                  <a:close/>
                </a:path>
                <a:path w="443864" h="445135">
                  <a:moveTo>
                    <a:pt x="443484" y="216535"/>
                  </a:moveTo>
                  <a:lnTo>
                    <a:pt x="417576" y="216535"/>
                  </a:lnTo>
                  <a:lnTo>
                    <a:pt x="417576" y="210312"/>
                  </a:lnTo>
                  <a:lnTo>
                    <a:pt x="384048" y="210312"/>
                  </a:lnTo>
                  <a:lnTo>
                    <a:pt x="384048" y="236220"/>
                  </a:lnTo>
                  <a:lnTo>
                    <a:pt x="417576" y="236220"/>
                  </a:lnTo>
                  <a:lnTo>
                    <a:pt x="417576" y="229997"/>
                  </a:lnTo>
                  <a:lnTo>
                    <a:pt x="443484" y="229997"/>
                  </a:lnTo>
                  <a:lnTo>
                    <a:pt x="443484" y="216535"/>
                  </a:lnTo>
                  <a:close/>
                </a:path>
                <a:path w="443864" h="445135">
                  <a:moveTo>
                    <a:pt x="443484" y="158623"/>
                  </a:moveTo>
                  <a:lnTo>
                    <a:pt x="417576" y="158623"/>
                  </a:lnTo>
                  <a:lnTo>
                    <a:pt x="417576" y="152400"/>
                  </a:lnTo>
                  <a:lnTo>
                    <a:pt x="384048" y="152400"/>
                  </a:lnTo>
                  <a:lnTo>
                    <a:pt x="384048" y="178308"/>
                  </a:lnTo>
                  <a:lnTo>
                    <a:pt x="417576" y="178308"/>
                  </a:lnTo>
                  <a:lnTo>
                    <a:pt x="417576" y="172085"/>
                  </a:lnTo>
                  <a:lnTo>
                    <a:pt x="443484" y="172085"/>
                  </a:lnTo>
                  <a:lnTo>
                    <a:pt x="443484" y="158623"/>
                  </a:lnTo>
                  <a:close/>
                </a:path>
                <a:path w="443864" h="445135">
                  <a:moveTo>
                    <a:pt x="443484" y="100711"/>
                  </a:moveTo>
                  <a:lnTo>
                    <a:pt x="417576" y="100711"/>
                  </a:lnTo>
                  <a:lnTo>
                    <a:pt x="417576" y="94488"/>
                  </a:lnTo>
                  <a:lnTo>
                    <a:pt x="384048" y="94488"/>
                  </a:lnTo>
                  <a:lnTo>
                    <a:pt x="384048" y="120396"/>
                  </a:lnTo>
                  <a:lnTo>
                    <a:pt x="417576" y="120396"/>
                  </a:lnTo>
                  <a:lnTo>
                    <a:pt x="417576" y="114173"/>
                  </a:lnTo>
                  <a:lnTo>
                    <a:pt x="443484" y="114173"/>
                  </a:lnTo>
                  <a:lnTo>
                    <a:pt x="443484" y="100711"/>
                  </a:lnTo>
                  <a:close/>
                </a:path>
              </a:pathLst>
            </a:custGeom>
            <a:solidFill>
              <a:srgbClr val="FF8E01"/>
            </a:solidFill>
          </p:spPr>
          <p:txBody>
            <a:bodyPr wrap="square" lIns="0" tIns="0" rIns="0" bIns="0" rtlCol="0"/>
            <a:lstStyle/>
            <a:p>
              <a:endParaRPr/>
            </a:p>
          </p:txBody>
        </p:sp>
        <p:sp>
          <p:nvSpPr>
            <p:cNvPr id="118" name="object 118"/>
            <p:cNvSpPr/>
            <p:nvPr/>
          </p:nvSpPr>
          <p:spPr>
            <a:xfrm>
              <a:off x="4736592" y="3518915"/>
              <a:ext cx="4008120" cy="478790"/>
            </a:xfrm>
            <a:custGeom>
              <a:avLst/>
              <a:gdLst/>
              <a:ahLst/>
              <a:cxnLst/>
              <a:rect l="l" t="t" r="r" b="b"/>
              <a:pathLst>
                <a:path w="4008120" h="478789">
                  <a:moveTo>
                    <a:pt x="266700" y="37719"/>
                  </a:moveTo>
                  <a:lnTo>
                    <a:pt x="264223" y="25438"/>
                  </a:lnTo>
                  <a:lnTo>
                    <a:pt x="257492" y="15392"/>
                  </a:lnTo>
                  <a:lnTo>
                    <a:pt x="247510" y="8597"/>
                  </a:lnTo>
                  <a:lnTo>
                    <a:pt x="235331" y="6096"/>
                  </a:lnTo>
                  <a:lnTo>
                    <a:pt x="31369" y="6096"/>
                  </a:lnTo>
                  <a:lnTo>
                    <a:pt x="19177" y="8597"/>
                  </a:lnTo>
                  <a:lnTo>
                    <a:pt x="9194" y="15392"/>
                  </a:lnTo>
                  <a:lnTo>
                    <a:pt x="2463" y="25438"/>
                  </a:lnTo>
                  <a:lnTo>
                    <a:pt x="0" y="37719"/>
                  </a:lnTo>
                  <a:lnTo>
                    <a:pt x="0" y="321945"/>
                  </a:lnTo>
                  <a:lnTo>
                    <a:pt x="2463" y="334238"/>
                  </a:lnTo>
                  <a:lnTo>
                    <a:pt x="9194" y="344284"/>
                  </a:lnTo>
                  <a:lnTo>
                    <a:pt x="19177" y="351078"/>
                  </a:lnTo>
                  <a:lnTo>
                    <a:pt x="31369" y="353568"/>
                  </a:lnTo>
                  <a:lnTo>
                    <a:pt x="125476" y="353568"/>
                  </a:lnTo>
                  <a:lnTo>
                    <a:pt x="125476" y="164084"/>
                  </a:lnTo>
                  <a:lnTo>
                    <a:pt x="129171" y="145656"/>
                  </a:lnTo>
                  <a:lnTo>
                    <a:pt x="139268" y="130594"/>
                  </a:lnTo>
                  <a:lnTo>
                    <a:pt x="154241" y="120446"/>
                  </a:lnTo>
                  <a:lnTo>
                    <a:pt x="172593" y="116713"/>
                  </a:lnTo>
                  <a:lnTo>
                    <a:pt x="266700" y="116713"/>
                  </a:lnTo>
                  <a:lnTo>
                    <a:pt x="266700" y="37719"/>
                  </a:lnTo>
                  <a:close/>
                </a:path>
                <a:path w="4008120" h="478789">
                  <a:moveTo>
                    <a:pt x="408432" y="164084"/>
                  </a:moveTo>
                  <a:lnTo>
                    <a:pt x="405955" y="151828"/>
                  </a:lnTo>
                  <a:lnTo>
                    <a:pt x="399224" y="141820"/>
                  </a:lnTo>
                  <a:lnTo>
                    <a:pt x="389242" y="135064"/>
                  </a:lnTo>
                  <a:lnTo>
                    <a:pt x="377063" y="132588"/>
                  </a:lnTo>
                  <a:lnTo>
                    <a:pt x="353568" y="132588"/>
                  </a:lnTo>
                  <a:lnTo>
                    <a:pt x="353568" y="226949"/>
                  </a:lnTo>
                  <a:lnTo>
                    <a:pt x="353568" y="258445"/>
                  </a:lnTo>
                  <a:lnTo>
                    <a:pt x="353568" y="289814"/>
                  </a:lnTo>
                  <a:lnTo>
                    <a:pt x="353568" y="321310"/>
                  </a:lnTo>
                  <a:lnTo>
                    <a:pt x="353568" y="352679"/>
                  </a:lnTo>
                  <a:lnTo>
                    <a:pt x="353568" y="384175"/>
                  </a:lnTo>
                  <a:lnTo>
                    <a:pt x="251587" y="384175"/>
                  </a:lnTo>
                  <a:lnTo>
                    <a:pt x="251587" y="352679"/>
                  </a:lnTo>
                  <a:lnTo>
                    <a:pt x="353568" y="352679"/>
                  </a:lnTo>
                  <a:lnTo>
                    <a:pt x="353568" y="321310"/>
                  </a:lnTo>
                  <a:lnTo>
                    <a:pt x="251587" y="321310"/>
                  </a:lnTo>
                  <a:lnTo>
                    <a:pt x="251587" y="289814"/>
                  </a:lnTo>
                  <a:lnTo>
                    <a:pt x="353568" y="289814"/>
                  </a:lnTo>
                  <a:lnTo>
                    <a:pt x="353568" y="258445"/>
                  </a:lnTo>
                  <a:lnTo>
                    <a:pt x="251587" y="258445"/>
                  </a:lnTo>
                  <a:lnTo>
                    <a:pt x="251587" y="226949"/>
                  </a:lnTo>
                  <a:lnTo>
                    <a:pt x="353568" y="226949"/>
                  </a:lnTo>
                  <a:lnTo>
                    <a:pt x="353568" y="132588"/>
                  </a:lnTo>
                  <a:lnTo>
                    <a:pt x="235839" y="132588"/>
                  </a:lnTo>
                  <a:lnTo>
                    <a:pt x="235839" y="226949"/>
                  </a:lnTo>
                  <a:lnTo>
                    <a:pt x="235839" y="258445"/>
                  </a:lnTo>
                  <a:lnTo>
                    <a:pt x="235839" y="289814"/>
                  </a:lnTo>
                  <a:lnTo>
                    <a:pt x="235839" y="321310"/>
                  </a:lnTo>
                  <a:lnTo>
                    <a:pt x="235839" y="352679"/>
                  </a:lnTo>
                  <a:lnTo>
                    <a:pt x="235839" y="384175"/>
                  </a:lnTo>
                  <a:lnTo>
                    <a:pt x="204470" y="384175"/>
                  </a:lnTo>
                  <a:lnTo>
                    <a:pt x="204470" y="352679"/>
                  </a:lnTo>
                  <a:lnTo>
                    <a:pt x="235839" y="352679"/>
                  </a:lnTo>
                  <a:lnTo>
                    <a:pt x="235839" y="321310"/>
                  </a:lnTo>
                  <a:lnTo>
                    <a:pt x="204470" y="321310"/>
                  </a:lnTo>
                  <a:lnTo>
                    <a:pt x="204470" y="289814"/>
                  </a:lnTo>
                  <a:lnTo>
                    <a:pt x="235839" y="289814"/>
                  </a:lnTo>
                  <a:lnTo>
                    <a:pt x="235839" y="258445"/>
                  </a:lnTo>
                  <a:lnTo>
                    <a:pt x="204470" y="258445"/>
                  </a:lnTo>
                  <a:lnTo>
                    <a:pt x="204470" y="226949"/>
                  </a:lnTo>
                  <a:lnTo>
                    <a:pt x="235839" y="226949"/>
                  </a:lnTo>
                  <a:lnTo>
                    <a:pt x="235839" y="132588"/>
                  </a:lnTo>
                  <a:lnTo>
                    <a:pt x="173101" y="132588"/>
                  </a:lnTo>
                  <a:lnTo>
                    <a:pt x="160909" y="135064"/>
                  </a:lnTo>
                  <a:lnTo>
                    <a:pt x="150939" y="141820"/>
                  </a:lnTo>
                  <a:lnTo>
                    <a:pt x="144195" y="151828"/>
                  </a:lnTo>
                  <a:lnTo>
                    <a:pt x="141732" y="164084"/>
                  </a:lnTo>
                  <a:lnTo>
                    <a:pt x="141732" y="447040"/>
                  </a:lnTo>
                  <a:lnTo>
                    <a:pt x="144195" y="459308"/>
                  </a:lnTo>
                  <a:lnTo>
                    <a:pt x="150926" y="469315"/>
                  </a:lnTo>
                  <a:lnTo>
                    <a:pt x="160909" y="476072"/>
                  </a:lnTo>
                  <a:lnTo>
                    <a:pt x="173101" y="478536"/>
                  </a:lnTo>
                  <a:lnTo>
                    <a:pt x="377063" y="478536"/>
                  </a:lnTo>
                  <a:lnTo>
                    <a:pt x="389242" y="476072"/>
                  </a:lnTo>
                  <a:lnTo>
                    <a:pt x="399224" y="469315"/>
                  </a:lnTo>
                  <a:lnTo>
                    <a:pt x="405955" y="459308"/>
                  </a:lnTo>
                  <a:lnTo>
                    <a:pt x="408432" y="447040"/>
                  </a:lnTo>
                  <a:lnTo>
                    <a:pt x="408432" y="384175"/>
                  </a:lnTo>
                  <a:lnTo>
                    <a:pt x="408432" y="352679"/>
                  </a:lnTo>
                  <a:lnTo>
                    <a:pt x="408432" y="321310"/>
                  </a:lnTo>
                  <a:lnTo>
                    <a:pt x="408432" y="289814"/>
                  </a:lnTo>
                  <a:lnTo>
                    <a:pt x="408432" y="258445"/>
                  </a:lnTo>
                  <a:lnTo>
                    <a:pt x="408432" y="226949"/>
                  </a:lnTo>
                  <a:lnTo>
                    <a:pt x="408432" y="164084"/>
                  </a:lnTo>
                  <a:close/>
                </a:path>
                <a:path w="4008120" h="478789">
                  <a:moveTo>
                    <a:pt x="3866388" y="108458"/>
                  </a:moveTo>
                  <a:lnTo>
                    <a:pt x="3858780" y="63436"/>
                  </a:lnTo>
                  <a:lnTo>
                    <a:pt x="3836987" y="29273"/>
                  </a:lnTo>
                  <a:lnTo>
                    <a:pt x="3802519" y="7594"/>
                  </a:lnTo>
                  <a:lnTo>
                    <a:pt x="3756914" y="0"/>
                  </a:lnTo>
                  <a:lnTo>
                    <a:pt x="3711892" y="7594"/>
                  </a:lnTo>
                  <a:lnTo>
                    <a:pt x="3677729" y="29273"/>
                  </a:lnTo>
                  <a:lnTo>
                    <a:pt x="3656038" y="63436"/>
                  </a:lnTo>
                  <a:lnTo>
                    <a:pt x="3648456" y="108458"/>
                  </a:lnTo>
                  <a:lnTo>
                    <a:pt x="3652380" y="145719"/>
                  </a:lnTo>
                  <a:lnTo>
                    <a:pt x="3680968" y="213423"/>
                  </a:lnTo>
                  <a:lnTo>
                    <a:pt x="3710254" y="244246"/>
                  </a:lnTo>
                  <a:lnTo>
                    <a:pt x="3731260" y="256032"/>
                  </a:lnTo>
                  <a:lnTo>
                    <a:pt x="3731260" y="155194"/>
                  </a:lnTo>
                  <a:lnTo>
                    <a:pt x="3798824" y="202692"/>
                  </a:lnTo>
                  <a:lnTo>
                    <a:pt x="3840734" y="202692"/>
                  </a:lnTo>
                  <a:lnTo>
                    <a:pt x="3850360" y="183426"/>
                  </a:lnTo>
                  <a:lnTo>
                    <a:pt x="3858552" y="160578"/>
                  </a:lnTo>
                  <a:lnTo>
                    <a:pt x="3864254" y="135242"/>
                  </a:lnTo>
                  <a:lnTo>
                    <a:pt x="3866388" y="108458"/>
                  </a:lnTo>
                  <a:close/>
                </a:path>
                <a:path w="4008120" h="478789">
                  <a:moveTo>
                    <a:pt x="3956304" y="411226"/>
                  </a:moveTo>
                  <a:lnTo>
                    <a:pt x="3784854" y="411226"/>
                  </a:lnTo>
                  <a:lnTo>
                    <a:pt x="3764242" y="407390"/>
                  </a:lnTo>
                  <a:lnTo>
                    <a:pt x="3747643" y="397002"/>
                  </a:lnTo>
                  <a:lnTo>
                    <a:pt x="3736556" y="381762"/>
                  </a:lnTo>
                  <a:lnTo>
                    <a:pt x="3732530" y="363347"/>
                  </a:lnTo>
                  <a:lnTo>
                    <a:pt x="3732530" y="275336"/>
                  </a:lnTo>
                  <a:lnTo>
                    <a:pt x="3724643" y="272694"/>
                  </a:lnTo>
                  <a:lnTo>
                    <a:pt x="3716782" y="269024"/>
                  </a:lnTo>
                  <a:lnTo>
                    <a:pt x="3708908" y="264452"/>
                  </a:lnTo>
                  <a:lnTo>
                    <a:pt x="3701034" y="259080"/>
                  </a:lnTo>
                  <a:lnTo>
                    <a:pt x="3695420" y="273532"/>
                  </a:lnTo>
                  <a:lnTo>
                    <a:pt x="3684727" y="286473"/>
                  </a:lnTo>
                  <a:lnTo>
                    <a:pt x="3669576" y="297434"/>
                  </a:lnTo>
                  <a:lnTo>
                    <a:pt x="3613099" y="322910"/>
                  </a:lnTo>
                  <a:lnTo>
                    <a:pt x="3584575" y="346760"/>
                  </a:lnTo>
                  <a:lnTo>
                    <a:pt x="3566414" y="375831"/>
                  </a:lnTo>
                  <a:lnTo>
                    <a:pt x="3560064" y="408432"/>
                  </a:lnTo>
                  <a:lnTo>
                    <a:pt x="3560064" y="452374"/>
                  </a:lnTo>
                  <a:lnTo>
                    <a:pt x="3563874" y="457200"/>
                  </a:lnTo>
                  <a:lnTo>
                    <a:pt x="3951605" y="457200"/>
                  </a:lnTo>
                  <a:lnTo>
                    <a:pt x="3956304" y="452374"/>
                  </a:lnTo>
                  <a:lnTo>
                    <a:pt x="3956304" y="411226"/>
                  </a:lnTo>
                  <a:close/>
                </a:path>
                <a:path w="4008120" h="478789">
                  <a:moveTo>
                    <a:pt x="4008120" y="250190"/>
                  </a:moveTo>
                  <a:lnTo>
                    <a:pt x="4005453" y="238874"/>
                  </a:lnTo>
                  <a:lnTo>
                    <a:pt x="3998226" y="229806"/>
                  </a:lnTo>
                  <a:lnTo>
                    <a:pt x="3990975" y="225717"/>
                  </a:lnTo>
                  <a:lnTo>
                    <a:pt x="3990975" y="286385"/>
                  </a:lnTo>
                  <a:lnTo>
                    <a:pt x="3990975" y="311150"/>
                  </a:lnTo>
                  <a:lnTo>
                    <a:pt x="3988460" y="323367"/>
                  </a:lnTo>
                  <a:lnTo>
                    <a:pt x="3981653" y="333375"/>
                  </a:lnTo>
                  <a:lnTo>
                    <a:pt x="3971633" y="340156"/>
                  </a:lnTo>
                  <a:lnTo>
                    <a:pt x="3959479" y="342646"/>
                  </a:lnTo>
                  <a:lnTo>
                    <a:pt x="3957574" y="342646"/>
                  </a:lnTo>
                  <a:lnTo>
                    <a:pt x="3945407" y="340156"/>
                  </a:lnTo>
                  <a:lnTo>
                    <a:pt x="3935387" y="333375"/>
                  </a:lnTo>
                  <a:lnTo>
                    <a:pt x="3928580" y="323367"/>
                  </a:lnTo>
                  <a:lnTo>
                    <a:pt x="3926078" y="311150"/>
                  </a:lnTo>
                  <a:lnTo>
                    <a:pt x="3926078" y="278765"/>
                  </a:lnTo>
                  <a:lnTo>
                    <a:pt x="3920363" y="273050"/>
                  </a:lnTo>
                  <a:lnTo>
                    <a:pt x="3905123" y="273050"/>
                  </a:lnTo>
                  <a:lnTo>
                    <a:pt x="3899408" y="278765"/>
                  </a:lnTo>
                  <a:lnTo>
                    <a:pt x="3899344" y="333375"/>
                  </a:lnTo>
                  <a:lnTo>
                    <a:pt x="3896893" y="345287"/>
                  </a:lnTo>
                  <a:lnTo>
                    <a:pt x="3890086" y="355307"/>
                  </a:lnTo>
                  <a:lnTo>
                    <a:pt x="3880066" y="362115"/>
                  </a:lnTo>
                  <a:lnTo>
                    <a:pt x="3867912" y="364617"/>
                  </a:lnTo>
                  <a:lnTo>
                    <a:pt x="3862197" y="364617"/>
                  </a:lnTo>
                  <a:lnTo>
                    <a:pt x="3830751" y="333375"/>
                  </a:lnTo>
                  <a:lnTo>
                    <a:pt x="3830701" y="317881"/>
                  </a:lnTo>
                  <a:lnTo>
                    <a:pt x="3830701" y="278765"/>
                  </a:lnTo>
                  <a:lnTo>
                    <a:pt x="3824986" y="273050"/>
                  </a:lnTo>
                  <a:lnTo>
                    <a:pt x="3811651" y="273050"/>
                  </a:lnTo>
                  <a:lnTo>
                    <a:pt x="3805936" y="278765"/>
                  </a:lnTo>
                  <a:lnTo>
                    <a:pt x="3805936" y="286385"/>
                  </a:lnTo>
                  <a:lnTo>
                    <a:pt x="3803421" y="298551"/>
                  </a:lnTo>
                  <a:lnTo>
                    <a:pt x="3796614" y="308571"/>
                  </a:lnTo>
                  <a:lnTo>
                    <a:pt x="3786594" y="315379"/>
                  </a:lnTo>
                  <a:lnTo>
                    <a:pt x="3774440" y="317881"/>
                  </a:lnTo>
                  <a:lnTo>
                    <a:pt x="3768725" y="317881"/>
                  </a:lnTo>
                  <a:lnTo>
                    <a:pt x="3764915" y="314071"/>
                  </a:lnTo>
                  <a:lnTo>
                    <a:pt x="3764915" y="302641"/>
                  </a:lnTo>
                  <a:lnTo>
                    <a:pt x="3768725" y="298831"/>
                  </a:lnTo>
                  <a:lnTo>
                    <a:pt x="3781044" y="298831"/>
                  </a:lnTo>
                  <a:lnTo>
                    <a:pt x="3786759" y="293116"/>
                  </a:lnTo>
                  <a:lnTo>
                    <a:pt x="3786759" y="285496"/>
                  </a:lnTo>
                  <a:lnTo>
                    <a:pt x="3789261" y="273342"/>
                  </a:lnTo>
                  <a:lnTo>
                    <a:pt x="3796068" y="263321"/>
                  </a:lnTo>
                  <a:lnTo>
                    <a:pt x="3806088" y="256514"/>
                  </a:lnTo>
                  <a:lnTo>
                    <a:pt x="3818255" y="254000"/>
                  </a:lnTo>
                  <a:lnTo>
                    <a:pt x="3830409" y="256514"/>
                  </a:lnTo>
                  <a:lnTo>
                    <a:pt x="3840429" y="263321"/>
                  </a:lnTo>
                  <a:lnTo>
                    <a:pt x="3847236" y="273342"/>
                  </a:lnTo>
                  <a:lnTo>
                    <a:pt x="3849751" y="285496"/>
                  </a:lnTo>
                  <a:lnTo>
                    <a:pt x="3849751" y="339852"/>
                  </a:lnTo>
                  <a:lnTo>
                    <a:pt x="3855466" y="345567"/>
                  </a:lnTo>
                  <a:lnTo>
                    <a:pt x="3874516" y="345567"/>
                  </a:lnTo>
                  <a:lnTo>
                    <a:pt x="3880358" y="339852"/>
                  </a:lnTo>
                  <a:lnTo>
                    <a:pt x="3880358" y="285496"/>
                  </a:lnTo>
                  <a:lnTo>
                    <a:pt x="3882847" y="273342"/>
                  </a:lnTo>
                  <a:lnTo>
                    <a:pt x="3889603" y="263321"/>
                  </a:lnTo>
                  <a:lnTo>
                    <a:pt x="3899585" y="256514"/>
                  </a:lnTo>
                  <a:lnTo>
                    <a:pt x="3911727" y="254000"/>
                  </a:lnTo>
                  <a:lnTo>
                    <a:pt x="3913632" y="254000"/>
                  </a:lnTo>
                  <a:lnTo>
                    <a:pt x="3925836" y="256514"/>
                  </a:lnTo>
                  <a:lnTo>
                    <a:pt x="3935857" y="263321"/>
                  </a:lnTo>
                  <a:lnTo>
                    <a:pt x="3942626" y="273342"/>
                  </a:lnTo>
                  <a:lnTo>
                    <a:pt x="3945128" y="285496"/>
                  </a:lnTo>
                  <a:lnTo>
                    <a:pt x="3945128" y="317881"/>
                  </a:lnTo>
                  <a:lnTo>
                    <a:pt x="3950843" y="323596"/>
                  </a:lnTo>
                  <a:lnTo>
                    <a:pt x="3966210" y="323596"/>
                  </a:lnTo>
                  <a:lnTo>
                    <a:pt x="3971925" y="317881"/>
                  </a:lnTo>
                  <a:lnTo>
                    <a:pt x="3971925" y="286385"/>
                  </a:lnTo>
                  <a:lnTo>
                    <a:pt x="3975735" y="282575"/>
                  </a:lnTo>
                  <a:lnTo>
                    <a:pt x="3987165" y="282575"/>
                  </a:lnTo>
                  <a:lnTo>
                    <a:pt x="3990975" y="286385"/>
                  </a:lnTo>
                  <a:lnTo>
                    <a:pt x="3990975" y="225717"/>
                  </a:lnTo>
                  <a:lnTo>
                    <a:pt x="3987596" y="223799"/>
                  </a:lnTo>
                  <a:lnTo>
                    <a:pt x="3974719" y="221615"/>
                  </a:lnTo>
                  <a:lnTo>
                    <a:pt x="3793490" y="221615"/>
                  </a:lnTo>
                  <a:lnTo>
                    <a:pt x="3750564" y="192024"/>
                  </a:lnTo>
                  <a:lnTo>
                    <a:pt x="3750564" y="364617"/>
                  </a:lnTo>
                  <a:lnTo>
                    <a:pt x="3753218" y="375894"/>
                  </a:lnTo>
                  <a:lnTo>
                    <a:pt x="3760444" y="384962"/>
                  </a:lnTo>
                  <a:lnTo>
                    <a:pt x="3771074" y="391007"/>
                  </a:lnTo>
                  <a:lnTo>
                    <a:pt x="3783965" y="393192"/>
                  </a:lnTo>
                  <a:lnTo>
                    <a:pt x="3974719" y="393192"/>
                  </a:lnTo>
                  <a:lnTo>
                    <a:pt x="3987965" y="390880"/>
                  </a:lnTo>
                  <a:lnTo>
                    <a:pt x="3998557" y="384619"/>
                  </a:lnTo>
                  <a:lnTo>
                    <a:pt x="4005580" y="375513"/>
                  </a:lnTo>
                  <a:lnTo>
                    <a:pt x="4008120" y="364617"/>
                  </a:lnTo>
                  <a:lnTo>
                    <a:pt x="4008120" y="342646"/>
                  </a:lnTo>
                  <a:lnTo>
                    <a:pt x="4008120" y="282575"/>
                  </a:lnTo>
                  <a:lnTo>
                    <a:pt x="4008120" y="254000"/>
                  </a:lnTo>
                  <a:lnTo>
                    <a:pt x="4008120" y="250190"/>
                  </a:lnTo>
                  <a:close/>
                </a:path>
              </a:pathLst>
            </a:custGeom>
            <a:solidFill>
              <a:srgbClr val="00D9CE"/>
            </a:solidFill>
          </p:spPr>
          <p:txBody>
            <a:bodyPr wrap="square" lIns="0" tIns="0" rIns="0" bIns="0" rtlCol="0"/>
            <a:lstStyle/>
            <a:p>
              <a:endParaRPr/>
            </a:p>
          </p:txBody>
        </p:sp>
      </p:grpSp>
      <p:sp>
        <p:nvSpPr>
          <p:cNvPr id="120" name="object 120"/>
          <p:cNvSpPr txBox="1">
            <a:spLocks noGrp="1"/>
          </p:cNvSpPr>
          <p:nvPr>
            <p:ph type="sldNum" sz="quarter" idx="7"/>
          </p:nvPr>
        </p:nvSpPr>
        <p:spPr>
          <a:prstGeom prst="rect">
            <a:avLst/>
          </a:prstGeom>
        </p:spPr>
        <p:txBody>
          <a:bodyPr vert="horz" wrap="square" lIns="0" tIns="3175" rIns="0" bIns="0" rtlCol="0">
            <a:spAutoFit/>
          </a:bodyPr>
          <a:lstStyle/>
          <a:p>
            <a:pPr marL="38100">
              <a:lnSpc>
                <a:spcPct val="100000"/>
              </a:lnSpc>
              <a:spcBef>
                <a:spcPts val="25"/>
              </a:spcBef>
            </a:pPr>
            <a:fld id="{81D60167-4931-47E6-BA6A-407CBD079E47}" type="slidenum">
              <a:rPr dirty="0"/>
              <a:pPr marL="38100">
                <a:lnSpc>
                  <a:spcPct val="100000"/>
                </a:lnSpc>
                <a:spcBef>
                  <a:spcPts val="25"/>
                </a:spcBef>
              </a:pPr>
              <a:t>33</a:t>
            </a:fld>
            <a:endParaRPr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263753" y="204343"/>
            <a:ext cx="5556250" cy="513715"/>
          </a:xfrm>
          <a:prstGeom prst="rect">
            <a:avLst/>
          </a:prstGeom>
        </p:spPr>
        <p:txBody>
          <a:bodyPr vert="horz" wrap="square" lIns="0" tIns="12700" rIns="0" bIns="0" rtlCol="0">
            <a:spAutoFit/>
          </a:bodyPr>
          <a:lstStyle/>
          <a:p>
            <a:pPr marL="12700">
              <a:lnSpc>
                <a:spcPct val="100000"/>
              </a:lnSpc>
              <a:spcBef>
                <a:spcPts val="100"/>
              </a:spcBef>
            </a:pPr>
            <a:r>
              <a:rPr sz="3200" dirty="0"/>
              <a:t>Limitations </a:t>
            </a:r>
            <a:r>
              <a:rPr sz="3200" spc="-5" dirty="0"/>
              <a:t>of Deep</a:t>
            </a:r>
            <a:r>
              <a:rPr sz="3200" spc="-65" dirty="0"/>
              <a:t> </a:t>
            </a:r>
            <a:r>
              <a:rPr sz="3200" spc="-5" dirty="0"/>
              <a:t>Learning</a:t>
            </a:r>
            <a:endParaRPr sz="3200"/>
          </a:p>
        </p:txBody>
      </p:sp>
      <p:sp>
        <p:nvSpPr>
          <p:cNvPr id="4" name="object 4"/>
          <p:cNvSpPr/>
          <p:nvPr/>
        </p:nvSpPr>
        <p:spPr>
          <a:xfrm>
            <a:off x="11778995" y="6621777"/>
            <a:ext cx="253746" cy="232397"/>
          </a:xfrm>
          <a:prstGeom prst="rect">
            <a:avLst/>
          </a:prstGeom>
          <a:blipFill>
            <a:blip r:embed="rId2" cstate="print"/>
            <a:stretch>
              <a:fillRect/>
            </a:stretch>
          </a:blipFill>
        </p:spPr>
        <p:txBody>
          <a:bodyPr wrap="square" lIns="0" tIns="0" rIns="0" bIns="0" rtlCol="0"/>
          <a:lstStyle/>
          <a:p>
            <a:endParaRPr/>
          </a:p>
        </p:txBody>
      </p:sp>
      <p:grpSp>
        <p:nvGrpSpPr>
          <p:cNvPr id="5" name="object 5"/>
          <p:cNvGrpSpPr/>
          <p:nvPr/>
        </p:nvGrpSpPr>
        <p:grpSpPr>
          <a:xfrm>
            <a:off x="516636" y="5740908"/>
            <a:ext cx="1461770" cy="116205"/>
            <a:chOff x="516636" y="5740908"/>
            <a:chExt cx="1461770" cy="116205"/>
          </a:xfrm>
        </p:grpSpPr>
        <p:sp>
          <p:nvSpPr>
            <p:cNvPr id="6" name="object 6"/>
            <p:cNvSpPr/>
            <p:nvPr/>
          </p:nvSpPr>
          <p:spPr>
            <a:xfrm>
              <a:off x="516636" y="5740908"/>
              <a:ext cx="908685" cy="43180"/>
            </a:xfrm>
            <a:custGeom>
              <a:avLst/>
              <a:gdLst/>
              <a:ahLst/>
              <a:cxnLst/>
              <a:rect l="l" t="t" r="r" b="b"/>
              <a:pathLst>
                <a:path w="908685" h="43179">
                  <a:moveTo>
                    <a:pt x="44196" y="0"/>
                  </a:moveTo>
                  <a:lnTo>
                    <a:pt x="0" y="0"/>
                  </a:lnTo>
                  <a:lnTo>
                    <a:pt x="0" y="42672"/>
                  </a:lnTo>
                  <a:lnTo>
                    <a:pt x="44196" y="42672"/>
                  </a:lnTo>
                  <a:lnTo>
                    <a:pt x="44196" y="0"/>
                  </a:lnTo>
                  <a:close/>
                </a:path>
                <a:path w="908685" h="43179">
                  <a:moveTo>
                    <a:pt x="121920" y="0"/>
                  </a:moveTo>
                  <a:lnTo>
                    <a:pt x="79248" y="0"/>
                  </a:lnTo>
                  <a:lnTo>
                    <a:pt x="79248" y="42672"/>
                  </a:lnTo>
                  <a:lnTo>
                    <a:pt x="121920" y="42672"/>
                  </a:lnTo>
                  <a:lnTo>
                    <a:pt x="121920" y="0"/>
                  </a:lnTo>
                  <a:close/>
                </a:path>
                <a:path w="908685" h="43179">
                  <a:moveTo>
                    <a:pt x="201155" y="0"/>
                  </a:moveTo>
                  <a:lnTo>
                    <a:pt x="158496" y="0"/>
                  </a:lnTo>
                  <a:lnTo>
                    <a:pt x="158496" y="42672"/>
                  </a:lnTo>
                  <a:lnTo>
                    <a:pt x="201155" y="42672"/>
                  </a:lnTo>
                  <a:lnTo>
                    <a:pt x="201155" y="0"/>
                  </a:lnTo>
                  <a:close/>
                </a:path>
                <a:path w="908685" h="43179">
                  <a:moveTo>
                    <a:pt x="280416" y="0"/>
                  </a:moveTo>
                  <a:lnTo>
                    <a:pt x="236220" y="0"/>
                  </a:lnTo>
                  <a:lnTo>
                    <a:pt x="236220" y="42672"/>
                  </a:lnTo>
                  <a:lnTo>
                    <a:pt x="280416" y="42672"/>
                  </a:lnTo>
                  <a:lnTo>
                    <a:pt x="280416" y="0"/>
                  </a:lnTo>
                  <a:close/>
                </a:path>
                <a:path w="908685" h="43179">
                  <a:moveTo>
                    <a:pt x="358140" y="0"/>
                  </a:moveTo>
                  <a:lnTo>
                    <a:pt x="315455" y="0"/>
                  </a:lnTo>
                  <a:lnTo>
                    <a:pt x="315455" y="42672"/>
                  </a:lnTo>
                  <a:lnTo>
                    <a:pt x="358140" y="42672"/>
                  </a:lnTo>
                  <a:lnTo>
                    <a:pt x="358140" y="0"/>
                  </a:lnTo>
                  <a:close/>
                </a:path>
                <a:path w="908685" h="43179">
                  <a:moveTo>
                    <a:pt x="437388" y="0"/>
                  </a:moveTo>
                  <a:lnTo>
                    <a:pt x="393192" y="0"/>
                  </a:lnTo>
                  <a:lnTo>
                    <a:pt x="393192" y="42672"/>
                  </a:lnTo>
                  <a:lnTo>
                    <a:pt x="437388" y="42672"/>
                  </a:lnTo>
                  <a:lnTo>
                    <a:pt x="437388" y="0"/>
                  </a:lnTo>
                  <a:close/>
                </a:path>
                <a:path w="908685" h="43179">
                  <a:moveTo>
                    <a:pt x="515112" y="0"/>
                  </a:moveTo>
                  <a:lnTo>
                    <a:pt x="472440" y="0"/>
                  </a:lnTo>
                  <a:lnTo>
                    <a:pt x="472440" y="42672"/>
                  </a:lnTo>
                  <a:lnTo>
                    <a:pt x="515112" y="42672"/>
                  </a:lnTo>
                  <a:lnTo>
                    <a:pt x="515112" y="0"/>
                  </a:lnTo>
                  <a:close/>
                </a:path>
                <a:path w="908685" h="43179">
                  <a:moveTo>
                    <a:pt x="594360" y="0"/>
                  </a:moveTo>
                  <a:lnTo>
                    <a:pt x="550164" y="0"/>
                  </a:lnTo>
                  <a:lnTo>
                    <a:pt x="550164" y="42672"/>
                  </a:lnTo>
                  <a:lnTo>
                    <a:pt x="594360" y="42672"/>
                  </a:lnTo>
                  <a:lnTo>
                    <a:pt x="594360" y="0"/>
                  </a:lnTo>
                  <a:close/>
                </a:path>
                <a:path w="908685" h="43179">
                  <a:moveTo>
                    <a:pt x="672084" y="0"/>
                  </a:moveTo>
                  <a:lnTo>
                    <a:pt x="629412" y="0"/>
                  </a:lnTo>
                  <a:lnTo>
                    <a:pt x="629412" y="42672"/>
                  </a:lnTo>
                  <a:lnTo>
                    <a:pt x="672084" y="42672"/>
                  </a:lnTo>
                  <a:lnTo>
                    <a:pt x="672084" y="0"/>
                  </a:lnTo>
                  <a:close/>
                </a:path>
                <a:path w="908685" h="43179">
                  <a:moveTo>
                    <a:pt x="751332" y="0"/>
                  </a:moveTo>
                  <a:lnTo>
                    <a:pt x="707136" y="0"/>
                  </a:lnTo>
                  <a:lnTo>
                    <a:pt x="707136" y="42672"/>
                  </a:lnTo>
                  <a:lnTo>
                    <a:pt x="751332" y="42672"/>
                  </a:lnTo>
                  <a:lnTo>
                    <a:pt x="751332" y="0"/>
                  </a:lnTo>
                  <a:close/>
                </a:path>
                <a:path w="908685" h="43179">
                  <a:moveTo>
                    <a:pt x="829056" y="0"/>
                  </a:moveTo>
                  <a:lnTo>
                    <a:pt x="786384" y="0"/>
                  </a:lnTo>
                  <a:lnTo>
                    <a:pt x="786384" y="42672"/>
                  </a:lnTo>
                  <a:lnTo>
                    <a:pt x="829056" y="42672"/>
                  </a:lnTo>
                  <a:lnTo>
                    <a:pt x="829056" y="0"/>
                  </a:lnTo>
                  <a:close/>
                </a:path>
                <a:path w="908685" h="43179">
                  <a:moveTo>
                    <a:pt x="908304" y="0"/>
                  </a:moveTo>
                  <a:lnTo>
                    <a:pt x="865632" y="0"/>
                  </a:lnTo>
                  <a:lnTo>
                    <a:pt x="865632" y="42672"/>
                  </a:lnTo>
                  <a:lnTo>
                    <a:pt x="908304" y="42672"/>
                  </a:lnTo>
                  <a:lnTo>
                    <a:pt x="908304" y="0"/>
                  </a:lnTo>
                  <a:close/>
                </a:path>
              </a:pathLst>
            </a:custGeom>
            <a:solidFill>
              <a:srgbClr val="4264DE">
                <a:alpha val="7058"/>
              </a:srgbClr>
            </a:solidFill>
          </p:spPr>
          <p:txBody>
            <a:bodyPr wrap="square" lIns="0" tIns="0" rIns="0" bIns="0" rtlCol="0"/>
            <a:lstStyle/>
            <a:p>
              <a:endParaRPr/>
            </a:p>
          </p:txBody>
        </p:sp>
        <p:sp>
          <p:nvSpPr>
            <p:cNvPr id="7" name="object 7"/>
            <p:cNvSpPr/>
            <p:nvPr/>
          </p:nvSpPr>
          <p:spPr>
            <a:xfrm>
              <a:off x="1383792" y="5814060"/>
              <a:ext cx="594360" cy="43180"/>
            </a:xfrm>
            <a:custGeom>
              <a:avLst/>
              <a:gdLst/>
              <a:ahLst/>
              <a:cxnLst/>
              <a:rect l="l" t="t" r="r" b="b"/>
              <a:pathLst>
                <a:path w="594360" h="43179">
                  <a:moveTo>
                    <a:pt x="44196" y="0"/>
                  </a:moveTo>
                  <a:lnTo>
                    <a:pt x="0" y="0"/>
                  </a:lnTo>
                  <a:lnTo>
                    <a:pt x="0" y="42672"/>
                  </a:lnTo>
                  <a:lnTo>
                    <a:pt x="44196" y="42672"/>
                  </a:lnTo>
                  <a:lnTo>
                    <a:pt x="44196" y="0"/>
                  </a:lnTo>
                  <a:close/>
                </a:path>
                <a:path w="594360" h="43179">
                  <a:moveTo>
                    <a:pt x="123444" y="0"/>
                  </a:moveTo>
                  <a:lnTo>
                    <a:pt x="79248" y="0"/>
                  </a:lnTo>
                  <a:lnTo>
                    <a:pt x="79248" y="42672"/>
                  </a:lnTo>
                  <a:lnTo>
                    <a:pt x="123444" y="42672"/>
                  </a:lnTo>
                  <a:lnTo>
                    <a:pt x="123444" y="0"/>
                  </a:lnTo>
                  <a:close/>
                </a:path>
                <a:path w="594360" h="43179">
                  <a:moveTo>
                    <a:pt x="201168" y="0"/>
                  </a:moveTo>
                  <a:lnTo>
                    <a:pt x="158496" y="0"/>
                  </a:lnTo>
                  <a:lnTo>
                    <a:pt x="158496" y="42672"/>
                  </a:lnTo>
                  <a:lnTo>
                    <a:pt x="201168" y="42672"/>
                  </a:lnTo>
                  <a:lnTo>
                    <a:pt x="201168" y="0"/>
                  </a:lnTo>
                  <a:close/>
                </a:path>
                <a:path w="594360" h="43179">
                  <a:moveTo>
                    <a:pt x="280403" y="0"/>
                  </a:moveTo>
                  <a:lnTo>
                    <a:pt x="236220" y="0"/>
                  </a:lnTo>
                  <a:lnTo>
                    <a:pt x="236220" y="42672"/>
                  </a:lnTo>
                  <a:lnTo>
                    <a:pt x="280403" y="42672"/>
                  </a:lnTo>
                  <a:lnTo>
                    <a:pt x="280403" y="0"/>
                  </a:lnTo>
                  <a:close/>
                </a:path>
                <a:path w="594360" h="43179">
                  <a:moveTo>
                    <a:pt x="358140" y="0"/>
                  </a:moveTo>
                  <a:lnTo>
                    <a:pt x="315468" y="0"/>
                  </a:lnTo>
                  <a:lnTo>
                    <a:pt x="315468" y="42672"/>
                  </a:lnTo>
                  <a:lnTo>
                    <a:pt x="358140" y="42672"/>
                  </a:lnTo>
                  <a:lnTo>
                    <a:pt x="358140" y="0"/>
                  </a:lnTo>
                  <a:close/>
                </a:path>
                <a:path w="594360" h="43179">
                  <a:moveTo>
                    <a:pt x="437375" y="0"/>
                  </a:moveTo>
                  <a:lnTo>
                    <a:pt x="393192" y="0"/>
                  </a:lnTo>
                  <a:lnTo>
                    <a:pt x="393192" y="42672"/>
                  </a:lnTo>
                  <a:lnTo>
                    <a:pt x="437375" y="42672"/>
                  </a:lnTo>
                  <a:lnTo>
                    <a:pt x="437375" y="0"/>
                  </a:lnTo>
                  <a:close/>
                </a:path>
                <a:path w="594360" h="43179">
                  <a:moveTo>
                    <a:pt x="515112" y="0"/>
                  </a:moveTo>
                  <a:lnTo>
                    <a:pt x="472440" y="0"/>
                  </a:lnTo>
                  <a:lnTo>
                    <a:pt x="472440" y="42672"/>
                  </a:lnTo>
                  <a:lnTo>
                    <a:pt x="515112" y="42672"/>
                  </a:lnTo>
                  <a:lnTo>
                    <a:pt x="515112" y="0"/>
                  </a:lnTo>
                  <a:close/>
                </a:path>
                <a:path w="594360" h="43179">
                  <a:moveTo>
                    <a:pt x="594360" y="0"/>
                  </a:moveTo>
                  <a:lnTo>
                    <a:pt x="550164" y="0"/>
                  </a:lnTo>
                  <a:lnTo>
                    <a:pt x="550164" y="42672"/>
                  </a:lnTo>
                  <a:lnTo>
                    <a:pt x="594360" y="42672"/>
                  </a:lnTo>
                  <a:lnTo>
                    <a:pt x="594360" y="0"/>
                  </a:lnTo>
                  <a:close/>
                </a:path>
              </a:pathLst>
            </a:custGeom>
            <a:solidFill>
              <a:srgbClr val="FF8E01">
                <a:alpha val="7058"/>
              </a:srgbClr>
            </a:solidFill>
          </p:spPr>
          <p:txBody>
            <a:bodyPr wrap="square" lIns="0" tIns="0" rIns="0" bIns="0" rtlCol="0"/>
            <a:lstStyle/>
            <a:p>
              <a:endParaRPr/>
            </a:p>
          </p:txBody>
        </p:sp>
      </p:grpSp>
      <p:sp>
        <p:nvSpPr>
          <p:cNvPr id="8" name="object 8"/>
          <p:cNvSpPr/>
          <p:nvPr/>
        </p:nvSpPr>
        <p:spPr>
          <a:xfrm>
            <a:off x="2034540" y="5344667"/>
            <a:ext cx="358140" cy="43180"/>
          </a:xfrm>
          <a:custGeom>
            <a:avLst/>
            <a:gdLst/>
            <a:ahLst/>
            <a:cxnLst/>
            <a:rect l="l" t="t" r="r" b="b"/>
            <a:pathLst>
              <a:path w="358139" h="43179">
                <a:moveTo>
                  <a:pt x="42672" y="0"/>
                </a:moveTo>
                <a:lnTo>
                  <a:pt x="0" y="0"/>
                </a:lnTo>
                <a:lnTo>
                  <a:pt x="0" y="42672"/>
                </a:lnTo>
                <a:lnTo>
                  <a:pt x="42672" y="42672"/>
                </a:lnTo>
                <a:lnTo>
                  <a:pt x="42672" y="0"/>
                </a:lnTo>
                <a:close/>
              </a:path>
              <a:path w="358139" h="43179">
                <a:moveTo>
                  <a:pt x="121920" y="0"/>
                </a:moveTo>
                <a:lnTo>
                  <a:pt x="79248" y="0"/>
                </a:lnTo>
                <a:lnTo>
                  <a:pt x="79248" y="42672"/>
                </a:lnTo>
                <a:lnTo>
                  <a:pt x="121920" y="42672"/>
                </a:lnTo>
                <a:lnTo>
                  <a:pt x="121920" y="0"/>
                </a:lnTo>
                <a:close/>
              </a:path>
              <a:path w="358139" h="43179">
                <a:moveTo>
                  <a:pt x="201168" y="0"/>
                </a:moveTo>
                <a:lnTo>
                  <a:pt x="156972" y="0"/>
                </a:lnTo>
                <a:lnTo>
                  <a:pt x="156972" y="42672"/>
                </a:lnTo>
                <a:lnTo>
                  <a:pt x="201168" y="42672"/>
                </a:lnTo>
                <a:lnTo>
                  <a:pt x="201168" y="0"/>
                </a:lnTo>
                <a:close/>
              </a:path>
              <a:path w="358139" h="43179">
                <a:moveTo>
                  <a:pt x="278892" y="0"/>
                </a:moveTo>
                <a:lnTo>
                  <a:pt x="236220" y="0"/>
                </a:lnTo>
                <a:lnTo>
                  <a:pt x="236220" y="42672"/>
                </a:lnTo>
                <a:lnTo>
                  <a:pt x="278892" y="42672"/>
                </a:lnTo>
                <a:lnTo>
                  <a:pt x="278892" y="0"/>
                </a:lnTo>
                <a:close/>
              </a:path>
              <a:path w="358139" h="43179">
                <a:moveTo>
                  <a:pt x="358127" y="0"/>
                </a:moveTo>
                <a:lnTo>
                  <a:pt x="313944" y="0"/>
                </a:lnTo>
                <a:lnTo>
                  <a:pt x="313944" y="42672"/>
                </a:lnTo>
                <a:lnTo>
                  <a:pt x="358127" y="42672"/>
                </a:lnTo>
                <a:lnTo>
                  <a:pt x="358127" y="0"/>
                </a:lnTo>
                <a:close/>
              </a:path>
            </a:pathLst>
          </a:custGeom>
          <a:solidFill>
            <a:srgbClr val="4264DE">
              <a:alpha val="7058"/>
            </a:srgbClr>
          </a:solidFill>
        </p:spPr>
        <p:txBody>
          <a:bodyPr wrap="square" lIns="0" tIns="0" rIns="0" bIns="0" rtlCol="0"/>
          <a:lstStyle/>
          <a:p>
            <a:endParaRPr/>
          </a:p>
        </p:txBody>
      </p:sp>
      <p:sp>
        <p:nvSpPr>
          <p:cNvPr id="9" name="object 9"/>
          <p:cNvSpPr/>
          <p:nvPr/>
        </p:nvSpPr>
        <p:spPr>
          <a:xfrm>
            <a:off x="1856232" y="5914644"/>
            <a:ext cx="356870" cy="44450"/>
          </a:xfrm>
          <a:custGeom>
            <a:avLst/>
            <a:gdLst/>
            <a:ahLst/>
            <a:cxnLst/>
            <a:rect l="l" t="t" r="r" b="b"/>
            <a:pathLst>
              <a:path w="356869" h="44450">
                <a:moveTo>
                  <a:pt x="42672" y="0"/>
                </a:moveTo>
                <a:lnTo>
                  <a:pt x="0" y="0"/>
                </a:lnTo>
                <a:lnTo>
                  <a:pt x="0" y="44196"/>
                </a:lnTo>
                <a:lnTo>
                  <a:pt x="42672" y="44196"/>
                </a:lnTo>
                <a:lnTo>
                  <a:pt x="42672" y="0"/>
                </a:lnTo>
                <a:close/>
              </a:path>
              <a:path w="356869" h="44450">
                <a:moveTo>
                  <a:pt x="121920" y="0"/>
                </a:moveTo>
                <a:lnTo>
                  <a:pt x="77724" y="0"/>
                </a:lnTo>
                <a:lnTo>
                  <a:pt x="77724" y="44196"/>
                </a:lnTo>
                <a:lnTo>
                  <a:pt x="121920" y="44196"/>
                </a:lnTo>
                <a:lnTo>
                  <a:pt x="121920" y="0"/>
                </a:lnTo>
                <a:close/>
              </a:path>
              <a:path w="356869" h="44450">
                <a:moveTo>
                  <a:pt x="199644" y="0"/>
                </a:moveTo>
                <a:lnTo>
                  <a:pt x="156972" y="0"/>
                </a:lnTo>
                <a:lnTo>
                  <a:pt x="156972" y="44196"/>
                </a:lnTo>
                <a:lnTo>
                  <a:pt x="199644" y="44196"/>
                </a:lnTo>
                <a:lnTo>
                  <a:pt x="199644" y="0"/>
                </a:lnTo>
                <a:close/>
              </a:path>
              <a:path w="356869" h="44450">
                <a:moveTo>
                  <a:pt x="278879" y="0"/>
                </a:moveTo>
                <a:lnTo>
                  <a:pt x="234696" y="0"/>
                </a:lnTo>
                <a:lnTo>
                  <a:pt x="234696" y="44196"/>
                </a:lnTo>
                <a:lnTo>
                  <a:pt x="278879" y="44196"/>
                </a:lnTo>
                <a:lnTo>
                  <a:pt x="278879" y="0"/>
                </a:lnTo>
                <a:close/>
              </a:path>
              <a:path w="356869" h="44450">
                <a:moveTo>
                  <a:pt x="356616" y="0"/>
                </a:moveTo>
                <a:lnTo>
                  <a:pt x="313944" y="0"/>
                </a:lnTo>
                <a:lnTo>
                  <a:pt x="313944" y="44196"/>
                </a:lnTo>
                <a:lnTo>
                  <a:pt x="356616" y="44196"/>
                </a:lnTo>
                <a:lnTo>
                  <a:pt x="356616" y="0"/>
                </a:lnTo>
                <a:close/>
              </a:path>
            </a:pathLst>
          </a:custGeom>
          <a:solidFill>
            <a:srgbClr val="00D9CE">
              <a:alpha val="7058"/>
            </a:srgbClr>
          </a:solidFill>
        </p:spPr>
        <p:txBody>
          <a:bodyPr wrap="square" lIns="0" tIns="0" rIns="0" bIns="0" rtlCol="0"/>
          <a:lstStyle/>
          <a:p>
            <a:endParaRPr/>
          </a:p>
        </p:txBody>
      </p:sp>
      <p:sp>
        <p:nvSpPr>
          <p:cNvPr id="10" name="object 10"/>
          <p:cNvSpPr/>
          <p:nvPr/>
        </p:nvSpPr>
        <p:spPr>
          <a:xfrm>
            <a:off x="1152144" y="5984747"/>
            <a:ext cx="594360" cy="44450"/>
          </a:xfrm>
          <a:custGeom>
            <a:avLst/>
            <a:gdLst/>
            <a:ahLst/>
            <a:cxnLst/>
            <a:rect l="l" t="t" r="r" b="b"/>
            <a:pathLst>
              <a:path w="594360" h="44450">
                <a:moveTo>
                  <a:pt x="44196" y="0"/>
                </a:moveTo>
                <a:lnTo>
                  <a:pt x="0" y="0"/>
                </a:lnTo>
                <a:lnTo>
                  <a:pt x="0" y="44196"/>
                </a:lnTo>
                <a:lnTo>
                  <a:pt x="44196" y="44196"/>
                </a:lnTo>
                <a:lnTo>
                  <a:pt x="44196" y="0"/>
                </a:lnTo>
                <a:close/>
              </a:path>
              <a:path w="594360" h="44450">
                <a:moveTo>
                  <a:pt x="121920" y="0"/>
                </a:moveTo>
                <a:lnTo>
                  <a:pt x="79248" y="0"/>
                </a:lnTo>
                <a:lnTo>
                  <a:pt x="79248" y="44196"/>
                </a:lnTo>
                <a:lnTo>
                  <a:pt x="121920" y="44196"/>
                </a:lnTo>
                <a:lnTo>
                  <a:pt x="121920" y="0"/>
                </a:lnTo>
                <a:close/>
              </a:path>
              <a:path w="594360" h="44450">
                <a:moveTo>
                  <a:pt x="201168" y="0"/>
                </a:moveTo>
                <a:lnTo>
                  <a:pt x="156972" y="0"/>
                </a:lnTo>
                <a:lnTo>
                  <a:pt x="156972" y="44196"/>
                </a:lnTo>
                <a:lnTo>
                  <a:pt x="201168" y="44196"/>
                </a:lnTo>
                <a:lnTo>
                  <a:pt x="201168" y="0"/>
                </a:lnTo>
                <a:close/>
              </a:path>
              <a:path w="594360" h="44450">
                <a:moveTo>
                  <a:pt x="278879" y="0"/>
                </a:moveTo>
                <a:lnTo>
                  <a:pt x="236220" y="0"/>
                </a:lnTo>
                <a:lnTo>
                  <a:pt x="236220" y="44196"/>
                </a:lnTo>
                <a:lnTo>
                  <a:pt x="278879" y="44196"/>
                </a:lnTo>
                <a:lnTo>
                  <a:pt x="278879" y="0"/>
                </a:lnTo>
                <a:close/>
              </a:path>
              <a:path w="594360" h="44450">
                <a:moveTo>
                  <a:pt x="358140" y="0"/>
                </a:moveTo>
                <a:lnTo>
                  <a:pt x="313944" y="0"/>
                </a:lnTo>
                <a:lnTo>
                  <a:pt x="313944" y="44196"/>
                </a:lnTo>
                <a:lnTo>
                  <a:pt x="358140" y="44196"/>
                </a:lnTo>
                <a:lnTo>
                  <a:pt x="358140" y="0"/>
                </a:lnTo>
                <a:close/>
              </a:path>
              <a:path w="594360" h="44450">
                <a:moveTo>
                  <a:pt x="435864" y="0"/>
                </a:moveTo>
                <a:lnTo>
                  <a:pt x="393192" y="0"/>
                </a:lnTo>
                <a:lnTo>
                  <a:pt x="393192" y="44196"/>
                </a:lnTo>
                <a:lnTo>
                  <a:pt x="435864" y="44196"/>
                </a:lnTo>
                <a:lnTo>
                  <a:pt x="435864" y="0"/>
                </a:lnTo>
                <a:close/>
              </a:path>
              <a:path w="594360" h="44450">
                <a:moveTo>
                  <a:pt x="515112" y="0"/>
                </a:moveTo>
                <a:lnTo>
                  <a:pt x="470916" y="0"/>
                </a:lnTo>
                <a:lnTo>
                  <a:pt x="470916" y="44196"/>
                </a:lnTo>
                <a:lnTo>
                  <a:pt x="515112" y="44196"/>
                </a:lnTo>
                <a:lnTo>
                  <a:pt x="515112" y="0"/>
                </a:lnTo>
                <a:close/>
              </a:path>
              <a:path w="594360" h="44450">
                <a:moveTo>
                  <a:pt x="594347" y="0"/>
                </a:moveTo>
                <a:lnTo>
                  <a:pt x="550164" y="0"/>
                </a:lnTo>
                <a:lnTo>
                  <a:pt x="550164" y="44196"/>
                </a:lnTo>
                <a:lnTo>
                  <a:pt x="594347" y="44196"/>
                </a:lnTo>
                <a:lnTo>
                  <a:pt x="594347" y="0"/>
                </a:lnTo>
                <a:close/>
              </a:path>
            </a:pathLst>
          </a:custGeom>
          <a:solidFill>
            <a:srgbClr val="FF8E01">
              <a:alpha val="7058"/>
            </a:srgbClr>
          </a:solidFill>
        </p:spPr>
        <p:txBody>
          <a:bodyPr wrap="square" lIns="0" tIns="0" rIns="0" bIns="0" rtlCol="0"/>
          <a:lstStyle/>
          <a:p>
            <a:endParaRPr/>
          </a:p>
        </p:txBody>
      </p:sp>
      <p:sp>
        <p:nvSpPr>
          <p:cNvPr id="11" name="object 11"/>
          <p:cNvSpPr/>
          <p:nvPr/>
        </p:nvSpPr>
        <p:spPr>
          <a:xfrm>
            <a:off x="1798320" y="5562600"/>
            <a:ext cx="594360" cy="44450"/>
          </a:xfrm>
          <a:custGeom>
            <a:avLst/>
            <a:gdLst/>
            <a:ahLst/>
            <a:cxnLst/>
            <a:rect l="l" t="t" r="r" b="b"/>
            <a:pathLst>
              <a:path w="594360" h="44450">
                <a:moveTo>
                  <a:pt x="44183" y="0"/>
                </a:moveTo>
                <a:lnTo>
                  <a:pt x="0" y="0"/>
                </a:lnTo>
                <a:lnTo>
                  <a:pt x="0" y="44196"/>
                </a:lnTo>
                <a:lnTo>
                  <a:pt x="44183" y="44196"/>
                </a:lnTo>
                <a:lnTo>
                  <a:pt x="44183" y="0"/>
                </a:lnTo>
                <a:close/>
              </a:path>
              <a:path w="594360" h="44450">
                <a:moveTo>
                  <a:pt x="121920" y="0"/>
                </a:moveTo>
                <a:lnTo>
                  <a:pt x="79248" y="0"/>
                </a:lnTo>
                <a:lnTo>
                  <a:pt x="79248" y="44196"/>
                </a:lnTo>
                <a:lnTo>
                  <a:pt x="121920" y="44196"/>
                </a:lnTo>
                <a:lnTo>
                  <a:pt x="121920" y="0"/>
                </a:lnTo>
                <a:close/>
              </a:path>
              <a:path w="594360" h="44450">
                <a:moveTo>
                  <a:pt x="201168" y="0"/>
                </a:moveTo>
                <a:lnTo>
                  <a:pt x="156972" y="0"/>
                </a:lnTo>
                <a:lnTo>
                  <a:pt x="156972" y="44196"/>
                </a:lnTo>
                <a:lnTo>
                  <a:pt x="201168" y="44196"/>
                </a:lnTo>
                <a:lnTo>
                  <a:pt x="201168" y="0"/>
                </a:lnTo>
                <a:close/>
              </a:path>
              <a:path w="594360" h="44450">
                <a:moveTo>
                  <a:pt x="278892" y="0"/>
                </a:moveTo>
                <a:lnTo>
                  <a:pt x="236220" y="0"/>
                </a:lnTo>
                <a:lnTo>
                  <a:pt x="236220" y="44196"/>
                </a:lnTo>
                <a:lnTo>
                  <a:pt x="278892" y="44196"/>
                </a:lnTo>
                <a:lnTo>
                  <a:pt x="278892" y="0"/>
                </a:lnTo>
                <a:close/>
              </a:path>
              <a:path w="594360" h="44450">
                <a:moveTo>
                  <a:pt x="358140" y="0"/>
                </a:moveTo>
                <a:lnTo>
                  <a:pt x="315468" y="0"/>
                </a:lnTo>
                <a:lnTo>
                  <a:pt x="315468" y="44196"/>
                </a:lnTo>
                <a:lnTo>
                  <a:pt x="358140" y="44196"/>
                </a:lnTo>
                <a:lnTo>
                  <a:pt x="358140" y="0"/>
                </a:lnTo>
                <a:close/>
              </a:path>
              <a:path w="594360" h="44450">
                <a:moveTo>
                  <a:pt x="437388" y="0"/>
                </a:moveTo>
                <a:lnTo>
                  <a:pt x="393192" y="0"/>
                </a:lnTo>
                <a:lnTo>
                  <a:pt x="393192" y="44196"/>
                </a:lnTo>
                <a:lnTo>
                  <a:pt x="437388" y="44196"/>
                </a:lnTo>
                <a:lnTo>
                  <a:pt x="437388" y="0"/>
                </a:lnTo>
                <a:close/>
              </a:path>
              <a:path w="594360" h="44450">
                <a:moveTo>
                  <a:pt x="515112" y="0"/>
                </a:moveTo>
                <a:lnTo>
                  <a:pt x="472440" y="0"/>
                </a:lnTo>
                <a:lnTo>
                  <a:pt x="472440" y="44196"/>
                </a:lnTo>
                <a:lnTo>
                  <a:pt x="515112" y="44196"/>
                </a:lnTo>
                <a:lnTo>
                  <a:pt x="515112" y="0"/>
                </a:lnTo>
                <a:close/>
              </a:path>
              <a:path w="594360" h="44450">
                <a:moveTo>
                  <a:pt x="594347" y="0"/>
                </a:moveTo>
                <a:lnTo>
                  <a:pt x="550164" y="0"/>
                </a:lnTo>
                <a:lnTo>
                  <a:pt x="550164" y="44196"/>
                </a:lnTo>
                <a:lnTo>
                  <a:pt x="594347" y="44196"/>
                </a:lnTo>
                <a:lnTo>
                  <a:pt x="594347" y="0"/>
                </a:lnTo>
                <a:close/>
              </a:path>
            </a:pathLst>
          </a:custGeom>
          <a:solidFill>
            <a:srgbClr val="FF8E01">
              <a:alpha val="7058"/>
            </a:srgbClr>
          </a:solidFill>
        </p:spPr>
        <p:txBody>
          <a:bodyPr wrap="square" lIns="0" tIns="0" rIns="0" bIns="0" rtlCol="0"/>
          <a:lstStyle/>
          <a:p>
            <a:endParaRPr/>
          </a:p>
        </p:txBody>
      </p:sp>
      <p:sp>
        <p:nvSpPr>
          <p:cNvPr id="12" name="object 12"/>
          <p:cNvSpPr/>
          <p:nvPr/>
        </p:nvSpPr>
        <p:spPr>
          <a:xfrm>
            <a:off x="1911096" y="2161031"/>
            <a:ext cx="1222375" cy="43180"/>
          </a:xfrm>
          <a:custGeom>
            <a:avLst/>
            <a:gdLst/>
            <a:ahLst/>
            <a:cxnLst/>
            <a:rect l="l" t="t" r="r" b="b"/>
            <a:pathLst>
              <a:path w="1222375" h="43180">
                <a:moveTo>
                  <a:pt x="42672" y="0"/>
                </a:moveTo>
                <a:lnTo>
                  <a:pt x="0" y="0"/>
                </a:lnTo>
                <a:lnTo>
                  <a:pt x="0" y="42672"/>
                </a:lnTo>
                <a:lnTo>
                  <a:pt x="42672" y="42672"/>
                </a:lnTo>
                <a:lnTo>
                  <a:pt x="42672" y="0"/>
                </a:lnTo>
                <a:close/>
              </a:path>
              <a:path w="1222375" h="43180">
                <a:moveTo>
                  <a:pt x="121920" y="0"/>
                </a:moveTo>
                <a:lnTo>
                  <a:pt x="79248" y="0"/>
                </a:lnTo>
                <a:lnTo>
                  <a:pt x="79248" y="42672"/>
                </a:lnTo>
                <a:lnTo>
                  <a:pt x="121920" y="42672"/>
                </a:lnTo>
                <a:lnTo>
                  <a:pt x="121920" y="0"/>
                </a:lnTo>
                <a:close/>
              </a:path>
              <a:path w="1222375" h="43180">
                <a:moveTo>
                  <a:pt x="201168" y="0"/>
                </a:moveTo>
                <a:lnTo>
                  <a:pt x="156972" y="0"/>
                </a:lnTo>
                <a:lnTo>
                  <a:pt x="156972" y="42672"/>
                </a:lnTo>
                <a:lnTo>
                  <a:pt x="201168" y="42672"/>
                </a:lnTo>
                <a:lnTo>
                  <a:pt x="201168" y="0"/>
                </a:lnTo>
                <a:close/>
              </a:path>
              <a:path w="1222375" h="43180">
                <a:moveTo>
                  <a:pt x="278892" y="0"/>
                </a:moveTo>
                <a:lnTo>
                  <a:pt x="236220" y="0"/>
                </a:lnTo>
                <a:lnTo>
                  <a:pt x="236220" y="42672"/>
                </a:lnTo>
                <a:lnTo>
                  <a:pt x="278892" y="42672"/>
                </a:lnTo>
                <a:lnTo>
                  <a:pt x="278892" y="0"/>
                </a:lnTo>
                <a:close/>
              </a:path>
              <a:path w="1222375" h="43180">
                <a:moveTo>
                  <a:pt x="358127" y="0"/>
                </a:moveTo>
                <a:lnTo>
                  <a:pt x="313944" y="0"/>
                </a:lnTo>
                <a:lnTo>
                  <a:pt x="313944" y="42672"/>
                </a:lnTo>
                <a:lnTo>
                  <a:pt x="358127" y="42672"/>
                </a:lnTo>
                <a:lnTo>
                  <a:pt x="358127" y="0"/>
                </a:lnTo>
                <a:close/>
              </a:path>
              <a:path w="1222375" h="43180">
                <a:moveTo>
                  <a:pt x="435864" y="0"/>
                </a:moveTo>
                <a:lnTo>
                  <a:pt x="393192" y="0"/>
                </a:lnTo>
                <a:lnTo>
                  <a:pt x="393192" y="42672"/>
                </a:lnTo>
                <a:lnTo>
                  <a:pt x="435864" y="42672"/>
                </a:lnTo>
                <a:lnTo>
                  <a:pt x="435864" y="0"/>
                </a:lnTo>
                <a:close/>
              </a:path>
              <a:path w="1222375" h="43180">
                <a:moveTo>
                  <a:pt x="515112" y="0"/>
                </a:moveTo>
                <a:lnTo>
                  <a:pt x="470916" y="0"/>
                </a:lnTo>
                <a:lnTo>
                  <a:pt x="470916" y="42672"/>
                </a:lnTo>
                <a:lnTo>
                  <a:pt x="515112" y="42672"/>
                </a:lnTo>
                <a:lnTo>
                  <a:pt x="515112" y="0"/>
                </a:lnTo>
                <a:close/>
              </a:path>
              <a:path w="1222375" h="43180">
                <a:moveTo>
                  <a:pt x="592836" y="0"/>
                </a:moveTo>
                <a:lnTo>
                  <a:pt x="550164" y="0"/>
                </a:lnTo>
                <a:lnTo>
                  <a:pt x="550164" y="42672"/>
                </a:lnTo>
                <a:lnTo>
                  <a:pt x="592836" y="42672"/>
                </a:lnTo>
                <a:lnTo>
                  <a:pt x="592836" y="0"/>
                </a:lnTo>
                <a:close/>
              </a:path>
              <a:path w="1222375" h="43180">
                <a:moveTo>
                  <a:pt x="672071" y="0"/>
                </a:moveTo>
                <a:lnTo>
                  <a:pt x="627888" y="0"/>
                </a:lnTo>
                <a:lnTo>
                  <a:pt x="627888" y="42672"/>
                </a:lnTo>
                <a:lnTo>
                  <a:pt x="672071" y="42672"/>
                </a:lnTo>
                <a:lnTo>
                  <a:pt x="672071" y="0"/>
                </a:lnTo>
                <a:close/>
              </a:path>
              <a:path w="1222375" h="43180">
                <a:moveTo>
                  <a:pt x="749808" y="0"/>
                </a:moveTo>
                <a:lnTo>
                  <a:pt x="707136" y="0"/>
                </a:lnTo>
                <a:lnTo>
                  <a:pt x="707136" y="42672"/>
                </a:lnTo>
                <a:lnTo>
                  <a:pt x="749808" y="42672"/>
                </a:lnTo>
                <a:lnTo>
                  <a:pt x="749808" y="0"/>
                </a:lnTo>
                <a:close/>
              </a:path>
              <a:path w="1222375" h="43180">
                <a:moveTo>
                  <a:pt x="829056" y="0"/>
                </a:moveTo>
                <a:lnTo>
                  <a:pt x="786384" y="0"/>
                </a:lnTo>
                <a:lnTo>
                  <a:pt x="786384" y="42672"/>
                </a:lnTo>
                <a:lnTo>
                  <a:pt x="829056" y="42672"/>
                </a:lnTo>
                <a:lnTo>
                  <a:pt x="829056" y="0"/>
                </a:lnTo>
                <a:close/>
              </a:path>
              <a:path w="1222375" h="43180">
                <a:moveTo>
                  <a:pt x="908304" y="0"/>
                </a:moveTo>
                <a:lnTo>
                  <a:pt x="864108" y="0"/>
                </a:lnTo>
                <a:lnTo>
                  <a:pt x="864108" y="42672"/>
                </a:lnTo>
                <a:lnTo>
                  <a:pt x="908304" y="42672"/>
                </a:lnTo>
                <a:lnTo>
                  <a:pt x="908304" y="0"/>
                </a:lnTo>
                <a:close/>
              </a:path>
              <a:path w="1222375" h="43180">
                <a:moveTo>
                  <a:pt x="986028" y="0"/>
                </a:moveTo>
                <a:lnTo>
                  <a:pt x="943356" y="0"/>
                </a:lnTo>
                <a:lnTo>
                  <a:pt x="943356" y="42672"/>
                </a:lnTo>
                <a:lnTo>
                  <a:pt x="986028" y="42672"/>
                </a:lnTo>
                <a:lnTo>
                  <a:pt x="986028" y="0"/>
                </a:lnTo>
                <a:close/>
              </a:path>
              <a:path w="1222375" h="43180">
                <a:moveTo>
                  <a:pt x="1065263" y="0"/>
                </a:moveTo>
                <a:lnTo>
                  <a:pt x="1021080" y="0"/>
                </a:lnTo>
                <a:lnTo>
                  <a:pt x="1021080" y="42672"/>
                </a:lnTo>
                <a:lnTo>
                  <a:pt x="1065263" y="42672"/>
                </a:lnTo>
                <a:lnTo>
                  <a:pt x="1065263" y="0"/>
                </a:lnTo>
                <a:close/>
              </a:path>
              <a:path w="1222375" h="43180">
                <a:moveTo>
                  <a:pt x="1143000" y="0"/>
                </a:moveTo>
                <a:lnTo>
                  <a:pt x="1100328" y="0"/>
                </a:lnTo>
                <a:lnTo>
                  <a:pt x="1100328" y="42672"/>
                </a:lnTo>
                <a:lnTo>
                  <a:pt x="1143000" y="42672"/>
                </a:lnTo>
                <a:lnTo>
                  <a:pt x="1143000" y="0"/>
                </a:lnTo>
                <a:close/>
              </a:path>
              <a:path w="1222375" h="43180">
                <a:moveTo>
                  <a:pt x="1222248" y="0"/>
                </a:moveTo>
                <a:lnTo>
                  <a:pt x="1178052" y="0"/>
                </a:lnTo>
                <a:lnTo>
                  <a:pt x="1178052" y="42672"/>
                </a:lnTo>
                <a:lnTo>
                  <a:pt x="1222248" y="42672"/>
                </a:lnTo>
                <a:lnTo>
                  <a:pt x="1222248" y="0"/>
                </a:lnTo>
                <a:close/>
              </a:path>
            </a:pathLst>
          </a:custGeom>
          <a:solidFill>
            <a:srgbClr val="4264DE">
              <a:alpha val="7058"/>
            </a:srgbClr>
          </a:solidFill>
        </p:spPr>
        <p:txBody>
          <a:bodyPr wrap="square" lIns="0" tIns="0" rIns="0" bIns="0" rtlCol="0"/>
          <a:lstStyle/>
          <a:p>
            <a:endParaRPr/>
          </a:p>
        </p:txBody>
      </p:sp>
      <p:sp>
        <p:nvSpPr>
          <p:cNvPr id="13" name="object 13"/>
          <p:cNvSpPr/>
          <p:nvPr/>
        </p:nvSpPr>
        <p:spPr>
          <a:xfrm>
            <a:off x="1911096" y="1988819"/>
            <a:ext cx="1068705" cy="125095"/>
          </a:xfrm>
          <a:custGeom>
            <a:avLst/>
            <a:gdLst/>
            <a:ahLst/>
            <a:cxnLst/>
            <a:rect l="l" t="t" r="r" b="b"/>
            <a:pathLst>
              <a:path w="1068705" h="125094">
                <a:moveTo>
                  <a:pt x="42672" y="82296"/>
                </a:moveTo>
                <a:lnTo>
                  <a:pt x="0" y="82296"/>
                </a:lnTo>
                <a:lnTo>
                  <a:pt x="0" y="124968"/>
                </a:lnTo>
                <a:lnTo>
                  <a:pt x="42672" y="124968"/>
                </a:lnTo>
                <a:lnTo>
                  <a:pt x="42672" y="82296"/>
                </a:lnTo>
                <a:close/>
              </a:path>
              <a:path w="1068705" h="125094">
                <a:moveTo>
                  <a:pt x="121920" y="82296"/>
                </a:moveTo>
                <a:lnTo>
                  <a:pt x="79248" y="82296"/>
                </a:lnTo>
                <a:lnTo>
                  <a:pt x="79248" y="124968"/>
                </a:lnTo>
                <a:lnTo>
                  <a:pt x="121920" y="124968"/>
                </a:lnTo>
                <a:lnTo>
                  <a:pt x="121920" y="82296"/>
                </a:lnTo>
                <a:close/>
              </a:path>
              <a:path w="1068705" h="125094">
                <a:moveTo>
                  <a:pt x="201168" y="82296"/>
                </a:moveTo>
                <a:lnTo>
                  <a:pt x="156972" y="82296"/>
                </a:lnTo>
                <a:lnTo>
                  <a:pt x="156972" y="124968"/>
                </a:lnTo>
                <a:lnTo>
                  <a:pt x="201168" y="124968"/>
                </a:lnTo>
                <a:lnTo>
                  <a:pt x="201168" y="82296"/>
                </a:lnTo>
                <a:close/>
              </a:path>
              <a:path w="1068705" h="125094">
                <a:moveTo>
                  <a:pt x="278892" y="82296"/>
                </a:moveTo>
                <a:lnTo>
                  <a:pt x="236220" y="82296"/>
                </a:lnTo>
                <a:lnTo>
                  <a:pt x="236220" y="124968"/>
                </a:lnTo>
                <a:lnTo>
                  <a:pt x="278892" y="124968"/>
                </a:lnTo>
                <a:lnTo>
                  <a:pt x="278892" y="82296"/>
                </a:lnTo>
                <a:close/>
              </a:path>
              <a:path w="1068705" h="125094">
                <a:moveTo>
                  <a:pt x="358127" y="82296"/>
                </a:moveTo>
                <a:lnTo>
                  <a:pt x="313944" y="82296"/>
                </a:lnTo>
                <a:lnTo>
                  <a:pt x="313944" y="124968"/>
                </a:lnTo>
                <a:lnTo>
                  <a:pt x="358127" y="124968"/>
                </a:lnTo>
                <a:lnTo>
                  <a:pt x="358127" y="82296"/>
                </a:lnTo>
                <a:close/>
              </a:path>
              <a:path w="1068705" h="125094">
                <a:moveTo>
                  <a:pt x="435864" y="82296"/>
                </a:moveTo>
                <a:lnTo>
                  <a:pt x="393192" y="82296"/>
                </a:lnTo>
                <a:lnTo>
                  <a:pt x="393192" y="124968"/>
                </a:lnTo>
                <a:lnTo>
                  <a:pt x="435864" y="124968"/>
                </a:lnTo>
                <a:lnTo>
                  <a:pt x="435864" y="82296"/>
                </a:lnTo>
                <a:close/>
              </a:path>
              <a:path w="1068705" h="125094">
                <a:moveTo>
                  <a:pt x="515112" y="82296"/>
                </a:moveTo>
                <a:lnTo>
                  <a:pt x="470916" y="82296"/>
                </a:lnTo>
                <a:lnTo>
                  <a:pt x="470916" y="124968"/>
                </a:lnTo>
                <a:lnTo>
                  <a:pt x="515112" y="124968"/>
                </a:lnTo>
                <a:lnTo>
                  <a:pt x="515112" y="82296"/>
                </a:lnTo>
                <a:close/>
              </a:path>
              <a:path w="1068705" h="125094">
                <a:moveTo>
                  <a:pt x="518160" y="0"/>
                </a:moveTo>
                <a:lnTo>
                  <a:pt x="473964" y="0"/>
                </a:lnTo>
                <a:lnTo>
                  <a:pt x="473964" y="42672"/>
                </a:lnTo>
                <a:lnTo>
                  <a:pt x="518160" y="42672"/>
                </a:lnTo>
                <a:lnTo>
                  <a:pt x="518160" y="0"/>
                </a:lnTo>
                <a:close/>
              </a:path>
              <a:path w="1068705" h="125094">
                <a:moveTo>
                  <a:pt x="592836" y="82296"/>
                </a:moveTo>
                <a:lnTo>
                  <a:pt x="550164" y="82296"/>
                </a:lnTo>
                <a:lnTo>
                  <a:pt x="550164" y="124968"/>
                </a:lnTo>
                <a:lnTo>
                  <a:pt x="592836" y="124968"/>
                </a:lnTo>
                <a:lnTo>
                  <a:pt x="592836" y="82296"/>
                </a:lnTo>
                <a:close/>
              </a:path>
              <a:path w="1068705" h="125094">
                <a:moveTo>
                  <a:pt x="595884" y="0"/>
                </a:moveTo>
                <a:lnTo>
                  <a:pt x="553212" y="0"/>
                </a:lnTo>
                <a:lnTo>
                  <a:pt x="553212" y="42672"/>
                </a:lnTo>
                <a:lnTo>
                  <a:pt x="595884" y="42672"/>
                </a:lnTo>
                <a:lnTo>
                  <a:pt x="595884" y="0"/>
                </a:lnTo>
                <a:close/>
              </a:path>
              <a:path w="1068705" h="125094">
                <a:moveTo>
                  <a:pt x="675132" y="0"/>
                </a:moveTo>
                <a:lnTo>
                  <a:pt x="630936" y="0"/>
                </a:lnTo>
                <a:lnTo>
                  <a:pt x="630936" y="42672"/>
                </a:lnTo>
                <a:lnTo>
                  <a:pt x="675132" y="42672"/>
                </a:lnTo>
                <a:lnTo>
                  <a:pt x="675132" y="0"/>
                </a:lnTo>
                <a:close/>
              </a:path>
              <a:path w="1068705" h="125094">
                <a:moveTo>
                  <a:pt x="752856" y="0"/>
                </a:moveTo>
                <a:lnTo>
                  <a:pt x="710184" y="0"/>
                </a:lnTo>
                <a:lnTo>
                  <a:pt x="710184" y="42672"/>
                </a:lnTo>
                <a:lnTo>
                  <a:pt x="752856" y="42672"/>
                </a:lnTo>
                <a:lnTo>
                  <a:pt x="752856" y="0"/>
                </a:lnTo>
                <a:close/>
              </a:path>
              <a:path w="1068705" h="125094">
                <a:moveTo>
                  <a:pt x="832104" y="0"/>
                </a:moveTo>
                <a:lnTo>
                  <a:pt x="787908" y="0"/>
                </a:lnTo>
                <a:lnTo>
                  <a:pt x="787908" y="42672"/>
                </a:lnTo>
                <a:lnTo>
                  <a:pt x="832104" y="42672"/>
                </a:lnTo>
                <a:lnTo>
                  <a:pt x="832104" y="0"/>
                </a:lnTo>
                <a:close/>
              </a:path>
              <a:path w="1068705" h="125094">
                <a:moveTo>
                  <a:pt x="909828" y="0"/>
                </a:moveTo>
                <a:lnTo>
                  <a:pt x="867156" y="0"/>
                </a:lnTo>
                <a:lnTo>
                  <a:pt x="867156" y="42672"/>
                </a:lnTo>
                <a:lnTo>
                  <a:pt x="909828" y="42672"/>
                </a:lnTo>
                <a:lnTo>
                  <a:pt x="909828" y="0"/>
                </a:lnTo>
                <a:close/>
              </a:path>
              <a:path w="1068705" h="125094">
                <a:moveTo>
                  <a:pt x="989076" y="0"/>
                </a:moveTo>
                <a:lnTo>
                  <a:pt x="946404" y="0"/>
                </a:lnTo>
                <a:lnTo>
                  <a:pt x="946404" y="42672"/>
                </a:lnTo>
                <a:lnTo>
                  <a:pt x="989076" y="42672"/>
                </a:lnTo>
                <a:lnTo>
                  <a:pt x="989076" y="0"/>
                </a:lnTo>
                <a:close/>
              </a:path>
              <a:path w="1068705" h="125094">
                <a:moveTo>
                  <a:pt x="1068324" y="0"/>
                </a:moveTo>
                <a:lnTo>
                  <a:pt x="1024128" y="0"/>
                </a:lnTo>
                <a:lnTo>
                  <a:pt x="1024128" y="42672"/>
                </a:lnTo>
                <a:lnTo>
                  <a:pt x="1068324" y="42672"/>
                </a:lnTo>
                <a:lnTo>
                  <a:pt x="1068324" y="0"/>
                </a:lnTo>
                <a:close/>
              </a:path>
            </a:pathLst>
          </a:custGeom>
          <a:solidFill>
            <a:srgbClr val="00D9CE">
              <a:alpha val="7058"/>
            </a:srgbClr>
          </a:solidFill>
        </p:spPr>
        <p:txBody>
          <a:bodyPr wrap="square" lIns="0" tIns="0" rIns="0" bIns="0" rtlCol="0"/>
          <a:lstStyle/>
          <a:p>
            <a:endParaRPr/>
          </a:p>
        </p:txBody>
      </p:sp>
      <p:grpSp>
        <p:nvGrpSpPr>
          <p:cNvPr id="14" name="object 14"/>
          <p:cNvGrpSpPr/>
          <p:nvPr/>
        </p:nvGrpSpPr>
        <p:grpSpPr>
          <a:xfrm>
            <a:off x="1911095" y="2250948"/>
            <a:ext cx="1460500" cy="117475"/>
            <a:chOff x="1911095" y="2250948"/>
            <a:chExt cx="1460500" cy="117475"/>
          </a:xfrm>
        </p:grpSpPr>
        <p:sp>
          <p:nvSpPr>
            <p:cNvPr id="15" name="object 15"/>
            <p:cNvSpPr/>
            <p:nvPr/>
          </p:nvSpPr>
          <p:spPr>
            <a:xfrm>
              <a:off x="1911096" y="2250947"/>
              <a:ext cx="908685" cy="44450"/>
            </a:xfrm>
            <a:custGeom>
              <a:avLst/>
              <a:gdLst/>
              <a:ahLst/>
              <a:cxnLst/>
              <a:rect l="l" t="t" r="r" b="b"/>
              <a:pathLst>
                <a:path w="908685" h="44450">
                  <a:moveTo>
                    <a:pt x="42672" y="0"/>
                  </a:moveTo>
                  <a:lnTo>
                    <a:pt x="0" y="0"/>
                  </a:lnTo>
                  <a:lnTo>
                    <a:pt x="0" y="44196"/>
                  </a:lnTo>
                  <a:lnTo>
                    <a:pt x="42672" y="44196"/>
                  </a:lnTo>
                  <a:lnTo>
                    <a:pt x="42672" y="0"/>
                  </a:lnTo>
                  <a:close/>
                </a:path>
                <a:path w="908685" h="44450">
                  <a:moveTo>
                    <a:pt x="121920" y="0"/>
                  </a:moveTo>
                  <a:lnTo>
                    <a:pt x="79248" y="0"/>
                  </a:lnTo>
                  <a:lnTo>
                    <a:pt x="79248" y="44196"/>
                  </a:lnTo>
                  <a:lnTo>
                    <a:pt x="121920" y="44196"/>
                  </a:lnTo>
                  <a:lnTo>
                    <a:pt x="121920" y="0"/>
                  </a:lnTo>
                  <a:close/>
                </a:path>
                <a:path w="908685" h="44450">
                  <a:moveTo>
                    <a:pt x="201168" y="0"/>
                  </a:moveTo>
                  <a:lnTo>
                    <a:pt x="156972" y="0"/>
                  </a:lnTo>
                  <a:lnTo>
                    <a:pt x="156972" y="44196"/>
                  </a:lnTo>
                  <a:lnTo>
                    <a:pt x="201168" y="44196"/>
                  </a:lnTo>
                  <a:lnTo>
                    <a:pt x="201168" y="0"/>
                  </a:lnTo>
                  <a:close/>
                </a:path>
                <a:path w="908685" h="44450">
                  <a:moveTo>
                    <a:pt x="278892" y="0"/>
                  </a:moveTo>
                  <a:lnTo>
                    <a:pt x="236220" y="0"/>
                  </a:lnTo>
                  <a:lnTo>
                    <a:pt x="236220" y="44196"/>
                  </a:lnTo>
                  <a:lnTo>
                    <a:pt x="278892" y="44196"/>
                  </a:lnTo>
                  <a:lnTo>
                    <a:pt x="278892" y="0"/>
                  </a:lnTo>
                  <a:close/>
                </a:path>
                <a:path w="908685" h="44450">
                  <a:moveTo>
                    <a:pt x="358127" y="0"/>
                  </a:moveTo>
                  <a:lnTo>
                    <a:pt x="313944" y="0"/>
                  </a:lnTo>
                  <a:lnTo>
                    <a:pt x="313944" y="44196"/>
                  </a:lnTo>
                  <a:lnTo>
                    <a:pt x="358127" y="44196"/>
                  </a:lnTo>
                  <a:lnTo>
                    <a:pt x="358127" y="0"/>
                  </a:lnTo>
                  <a:close/>
                </a:path>
                <a:path w="908685" h="44450">
                  <a:moveTo>
                    <a:pt x="435864" y="0"/>
                  </a:moveTo>
                  <a:lnTo>
                    <a:pt x="393192" y="0"/>
                  </a:lnTo>
                  <a:lnTo>
                    <a:pt x="393192" y="44196"/>
                  </a:lnTo>
                  <a:lnTo>
                    <a:pt x="435864" y="44196"/>
                  </a:lnTo>
                  <a:lnTo>
                    <a:pt x="435864" y="0"/>
                  </a:lnTo>
                  <a:close/>
                </a:path>
                <a:path w="908685" h="44450">
                  <a:moveTo>
                    <a:pt x="515112" y="0"/>
                  </a:moveTo>
                  <a:lnTo>
                    <a:pt x="470916" y="0"/>
                  </a:lnTo>
                  <a:lnTo>
                    <a:pt x="470916" y="44196"/>
                  </a:lnTo>
                  <a:lnTo>
                    <a:pt x="515112" y="44196"/>
                  </a:lnTo>
                  <a:lnTo>
                    <a:pt x="515112" y="0"/>
                  </a:lnTo>
                  <a:close/>
                </a:path>
                <a:path w="908685" h="44450">
                  <a:moveTo>
                    <a:pt x="592836" y="0"/>
                  </a:moveTo>
                  <a:lnTo>
                    <a:pt x="550164" y="0"/>
                  </a:lnTo>
                  <a:lnTo>
                    <a:pt x="550164" y="44196"/>
                  </a:lnTo>
                  <a:lnTo>
                    <a:pt x="592836" y="44196"/>
                  </a:lnTo>
                  <a:lnTo>
                    <a:pt x="592836" y="0"/>
                  </a:lnTo>
                  <a:close/>
                </a:path>
                <a:path w="908685" h="44450">
                  <a:moveTo>
                    <a:pt x="672071" y="0"/>
                  </a:moveTo>
                  <a:lnTo>
                    <a:pt x="627888" y="0"/>
                  </a:lnTo>
                  <a:lnTo>
                    <a:pt x="627888" y="44196"/>
                  </a:lnTo>
                  <a:lnTo>
                    <a:pt x="672071" y="44196"/>
                  </a:lnTo>
                  <a:lnTo>
                    <a:pt x="672071" y="0"/>
                  </a:lnTo>
                  <a:close/>
                </a:path>
                <a:path w="908685" h="44450">
                  <a:moveTo>
                    <a:pt x="749808" y="0"/>
                  </a:moveTo>
                  <a:lnTo>
                    <a:pt x="707136" y="0"/>
                  </a:lnTo>
                  <a:lnTo>
                    <a:pt x="707136" y="44196"/>
                  </a:lnTo>
                  <a:lnTo>
                    <a:pt x="749808" y="44196"/>
                  </a:lnTo>
                  <a:lnTo>
                    <a:pt x="749808" y="0"/>
                  </a:lnTo>
                  <a:close/>
                </a:path>
                <a:path w="908685" h="44450">
                  <a:moveTo>
                    <a:pt x="829056" y="0"/>
                  </a:moveTo>
                  <a:lnTo>
                    <a:pt x="786384" y="0"/>
                  </a:lnTo>
                  <a:lnTo>
                    <a:pt x="786384" y="44196"/>
                  </a:lnTo>
                  <a:lnTo>
                    <a:pt x="829056" y="44196"/>
                  </a:lnTo>
                  <a:lnTo>
                    <a:pt x="829056" y="0"/>
                  </a:lnTo>
                  <a:close/>
                </a:path>
                <a:path w="908685" h="44450">
                  <a:moveTo>
                    <a:pt x="908304" y="0"/>
                  </a:moveTo>
                  <a:lnTo>
                    <a:pt x="864108" y="0"/>
                  </a:lnTo>
                  <a:lnTo>
                    <a:pt x="864108" y="44196"/>
                  </a:lnTo>
                  <a:lnTo>
                    <a:pt x="908304" y="44196"/>
                  </a:lnTo>
                  <a:lnTo>
                    <a:pt x="908304" y="0"/>
                  </a:lnTo>
                  <a:close/>
                </a:path>
              </a:pathLst>
            </a:custGeom>
            <a:solidFill>
              <a:srgbClr val="4264DE">
                <a:alpha val="7058"/>
              </a:srgbClr>
            </a:solidFill>
          </p:spPr>
          <p:txBody>
            <a:bodyPr wrap="square" lIns="0" tIns="0" rIns="0" bIns="0" rtlCol="0"/>
            <a:lstStyle/>
            <a:p>
              <a:endParaRPr/>
            </a:p>
          </p:txBody>
        </p:sp>
        <p:sp>
          <p:nvSpPr>
            <p:cNvPr id="16" name="object 16"/>
            <p:cNvSpPr/>
            <p:nvPr/>
          </p:nvSpPr>
          <p:spPr>
            <a:xfrm>
              <a:off x="2778252" y="2325623"/>
              <a:ext cx="593090" cy="43180"/>
            </a:xfrm>
            <a:custGeom>
              <a:avLst/>
              <a:gdLst/>
              <a:ahLst/>
              <a:cxnLst/>
              <a:rect l="l" t="t" r="r" b="b"/>
              <a:pathLst>
                <a:path w="593089" h="43180">
                  <a:moveTo>
                    <a:pt x="42672" y="0"/>
                  </a:moveTo>
                  <a:lnTo>
                    <a:pt x="0" y="0"/>
                  </a:lnTo>
                  <a:lnTo>
                    <a:pt x="0" y="42672"/>
                  </a:lnTo>
                  <a:lnTo>
                    <a:pt x="42672" y="42672"/>
                  </a:lnTo>
                  <a:lnTo>
                    <a:pt x="42672" y="0"/>
                  </a:lnTo>
                  <a:close/>
                </a:path>
                <a:path w="593089" h="43180">
                  <a:moveTo>
                    <a:pt x="121920" y="0"/>
                  </a:moveTo>
                  <a:lnTo>
                    <a:pt x="79248" y="0"/>
                  </a:lnTo>
                  <a:lnTo>
                    <a:pt x="79248" y="42672"/>
                  </a:lnTo>
                  <a:lnTo>
                    <a:pt x="121920" y="42672"/>
                  </a:lnTo>
                  <a:lnTo>
                    <a:pt x="121920" y="0"/>
                  </a:lnTo>
                  <a:close/>
                </a:path>
                <a:path w="593089" h="43180">
                  <a:moveTo>
                    <a:pt x="201168" y="0"/>
                  </a:moveTo>
                  <a:lnTo>
                    <a:pt x="156972" y="0"/>
                  </a:lnTo>
                  <a:lnTo>
                    <a:pt x="156972" y="42672"/>
                  </a:lnTo>
                  <a:lnTo>
                    <a:pt x="201168" y="42672"/>
                  </a:lnTo>
                  <a:lnTo>
                    <a:pt x="201168" y="0"/>
                  </a:lnTo>
                  <a:close/>
                </a:path>
                <a:path w="593089" h="43180">
                  <a:moveTo>
                    <a:pt x="278892" y="0"/>
                  </a:moveTo>
                  <a:lnTo>
                    <a:pt x="236220" y="0"/>
                  </a:lnTo>
                  <a:lnTo>
                    <a:pt x="236220" y="42672"/>
                  </a:lnTo>
                  <a:lnTo>
                    <a:pt x="278892" y="42672"/>
                  </a:lnTo>
                  <a:lnTo>
                    <a:pt x="278892" y="0"/>
                  </a:lnTo>
                  <a:close/>
                </a:path>
                <a:path w="593089" h="43180">
                  <a:moveTo>
                    <a:pt x="358127" y="0"/>
                  </a:moveTo>
                  <a:lnTo>
                    <a:pt x="313944" y="0"/>
                  </a:lnTo>
                  <a:lnTo>
                    <a:pt x="313944" y="42672"/>
                  </a:lnTo>
                  <a:lnTo>
                    <a:pt x="358127" y="42672"/>
                  </a:lnTo>
                  <a:lnTo>
                    <a:pt x="358127" y="0"/>
                  </a:lnTo>
                  <a:close/>
                </a:path>
                <a:path w="593089" h="43180">
                  <a:moveTo>
                    <a:pt x="435864" y="0"/>
                  </a:moveTo>
                  <a:lnTo>
                    <a:pt x="393192" y="0"/>
                  </a:lnTo>
                  <a:lnTo>
                    <a:pt x="393192" y="42672"/>
                  </a:lnTo>
                  <a:lnTo>
                    <a:pt x="435864" y="42672"/>
                  </a:lnTo>
                  <a:lnTo>
                    <a:pt x="435864" y="0"/>
                  </a:lnTo>
                  <a:close/>
                </a:path>
                <a:path w="593089" h="43180">
                  <a:moveTo>
                    <a:pt x="515112" y="0"/>
                  </a:moveTo>
                  <a:lnTo>
                    <a:pt x="470916" y="0"/>
                  </a:lnTo>
                  <a:lnTo>
                    <a:pt x="470916" y="42672"/>
                  </a:lnTo>
                  <a:lnTo>
                    <a:pt x="515112" y="42672"/>
                  </a:lnTo>
                  <a:lnTo>
                    <a:pt x="515112" y="0"/>
                  </a:lnTo>
                  <a:close/>
                </a:path>
                <a:path w="593089" h="43180">
                  <a:moveTo>
                    <a:pt x="592836" y="0"/>
                  </a:moveTo>
                  <a:lnTo>
                    <a:pt x="550151" y="0"/>
                  </a:lnTo>
                  <a:lnTo>
                    <a:pt x="550151" y="42672"/>
                  </a:lnTo>
                  <a:lnTo>
                    <a:pt x="592836" y="42672"/>
                  </a:lnTo>
                  <a:lnTo>
                    <a:pt x="592836" y="0"/>
                  </a:lnTo>
                  <a:close/>
                </a:path>
              </a:pathLst>
            </a:custGeom>
            <a:solidFill>
              <a:srgbClr val="FF8E01">
                <a:alpha val="7058"/>
              </a:srgbClr>
            </a:solidFill>
          </p:spPr>
          <p:txBody>
            <a:bodyPr wrap="square" lIns="0" tIns="0" rIns="0" bIns="0" rtlCol="0"/>
            <a:lstStyle/>
            <a:p>
              <a:endParaRPr/>
            </a:p>
          </p:txBody>
        </p:sp>
      </p:grpSp>
      <p:sp>
        <p:nvSpPr>
          <p:cNvPr id="17" name="object 17"/>
          <p:cNvSpPr/>
          <p:nvPr/>
        </p:nvSpPr>
        <p:spPr>
          <a:xfrm>
            <a:off x="3427476" y="1854707"/>
            <a:ext cx="358140" cy="44450"/>
          </a:xfrm>
          <a:custGeom>
            <a:avLst/>
            <a:gdLst/>
            <a:ahLst/>
            <a:cxnLst/>
            <a:rect l="l" t="t" r="r" b="b"/>
            <a:pathLst>
              <a:path w="358139" h="44450">
                <a:moveTo>
                  <a:pt x="44196" y="0"/>
                </a:moveTo>
                <a:lnTo>
                  <a:pt x="0" y="0"/>
                </a:lnTo>
                <a:lnTo>
                  <a:pt x="0" y="44196"/>
                </a:lnTo>
                <a:lnTo>
                  <a:pt x="44196" y="44196"/>
                </a:lnTo>
                <a:lnTo>
                  <a:pt x="44196" y="0"/>
                </a:lnTo>
                <a:close/>
              </a:path>
              <a:path w="358139" h="44450">
                <a:moveTo>
                  <a:pt x="123444" y="0"/>
                </a:moveTo>
                <a:lnTo>
                  <a:pt x="79248" y="0"/>
                </a:lnTo>
                <a:lnTo>
                  <a:pt x="79248" y="44196"/>
                </a:lnTo>
                <a:lnTo>
                  <a:pt x="123444" y="44196"/>
                </a:lnTo>
                <a:lnTo>
                  <a:pt x="123444" y="0"/>
                </a:lnTo>
                <a:close/>
              </a:path>
              <a:path w="358139" h="44450">
                <a:moveTo>
                  <a:pt x="201168" y="0"/>
                </a:moveTo>
                <a:lnTo>
                  <a:pt x="158496" y="0"/>
                </a:lnTo>
                <a:lnTo>
                  <a:pt x="158496" y="44196"/>
                </a:lnTo>
                <a:lnTo>
                  <a:pt x="201168" y="44196"/>
                </a:lnTo>
                <a:lnTo>
                  <a:pt x="201168" y="0"/>
                </a:lnTo>
                <a:close/>
              </a:path>
              <a:path w="358139" h="44450">
                <a:moveTo>
                  <a:pt x="280416" y="0"/>
                </a:moveTo>
                <a:lnTo>
                  <a:pt x="236220" y="0"/>
                </a:lnTo>
                <a:lnTo>
                  <a:pt x="236220" y="44196"/>
                </a:lnTo>
                <a:lnTo>
                  <a:pt x="280416" y="44196"/>
                </a:lnTo>
                <a:lnTo>
                  <a:pt x="280416" y="0"/>
                </a:lnTo>
                <a:close/>
              </a:path>
              <a:path w="358139" h="44450">
                <a:moveTo>
                  <a:pt x="358140" y="0"/>
                </a:moveTo>
                <a:lnTo>
                  <a:pt x="315468" y="0"/>
                </a:lnTo>
                <a:lnTo>
                  <a:pt x="315468" y="44196"/>
                </a:lnTo>
                <a:lnTo>
                  <a:pt x="358140" y="44196"/>
                </a:lnTo>
                <a:lnTo>
                  <a:pt x="358140" y="0"/>
                </a:lnTo>
                <a:close/>
              </a:path>
            </a:pathLst>
          </a:custGeom>
          <a:solidFill>
            <a:srgbClr val="4264DE">
              <a:alpha val="7058"/>
            </a:srgbClr>
          </a:solidFill>
        </p:spPr>
        <p:txBody>
          <a:bodyPr wrap="square" lIns="0" tIns="0" rIns="0" bIns="0" rtlCol="0"/>
          <a:lstStyle/>
          <a:p>
            <a:endParaRPr/>
          </a:p>
        </p:txBody>
      </p:sp>
      <p:sp>
        <p:nvSpPr>
          <p:cNvPr id="18" name="object 18"/>
          <p:cNvSpPr/>
          <p:nvPr/>
        </p:nvSpPr>
        <p:spPr>
          <a:xfrm>
            <a:off x="3249168" y="2426207"/>
            <a:ext cx="358140" cy="43180"/>
          </a:xfrm>
          <a:custGeom>
            <a:avLst/>
            <a:gdLst/>
            <a:ahLst/>
            <a:cxnLst/>
            <a:rect l="l" t="t" r="r" b="b"/>
            <a:pathLst>
              <a:path w="358139" h="43180">
                <a:moveTo>
                  <a:pt x="44196" y="0"/>
                </a:moveTo>
                <a:lnTo>
                  <a:pt x="0" y="0"/>
                </a:lnTo>
                <a:lnTo>
                  <a:pt x="0" y="42672"/>
                </a:lnTo>
                <a:lnTo>
                  <a:pt x="44196" y="42672"/>
                </a:lnTo>
                <a:lnTo>
                  <a:pt x="44196" y="0"/>
                </a:lnTo>
                <a:close/>
              </a:path>
              <a:path w="358139" h="43180">
                <a:moveTo>
                  <a:pt x="121920" y="0"/>
                </a:moveTo>
                <a:lnTo>
                  <a:pt x="79235" y="0"/>
                </a:lnTo>
                <a:lnTo>
                  <a:pt x="79235" y="42672"/>
                </a:lnTo>
                <a:lnTo>
                  <a:pt x="121920" y="42672"/>
                </a:lnTo>
                <a:lnTo>
                  <a:pt x="121920" y="0"/>
                </a:lnTo>
                <a:close/>
              </a:path>
              <a:path w="358139" h="43180">
                <a:moveTo>
                  <a:pt x="201168" y="0"/>
                </a:moveTo>
                <a:lnTo>
                  <a:pt x="156972" y="0"/>
                </a:lnTo>
                <a:lnTo>
                  <a:pt x="156972" y="42672"/>
                </a:lnTo>
                <a:lnTo>
                  <a:pt x="201168" y="42672"/>
                </a:lnTo>
                <a:lnTo>
                  <a:pt x="201168" y="0"/>
                </a:lnTo>
                <a:close/>
              </a:path>
              <a:path w="358139" h="43180">
                <a:moveTo>
                  <a:pt x="278892" y="0"/>
                </a:moveTo>
                <a:lnTo>
                  <a:pt x="236220" y="0"/>
                </a:lnTo>
                <a:lnTo>
                  <a:pt x="236220" y="42672"/>
                </a:lnTo>
                <a:lnTo>
                  <a:pt x="278892" y="42672"/>
                </a:lnTo>
                <a:lnTo>
                  <a:pt x="278892" y="0"/>
                </a:lnTo>
                <a:close/>
              </a:path>
              <a:path w="358139" h="43180">
                <a:moveTo>
                  <a:pt x="358140" y="0"/>
                </a:moveTo>
                <a:lnTo>
                  <a:pt x="313944" y="0"/>
                </a:lnTo>
                <a:lnTo>
                  <a:pt x="313944" y="42672"/>
                </a:lnTo>
                <a:lnTo>
                  <a:pt x="358140" y="42672"/>
                </a:lnTo>
                <a:lnTo>
                  <a:pt x="358140" y="0"/>
                </a:lnTo>
                <a:close/>
              </a:path>
            </a:pathLst>
          </a:custGeom>
          <a:solidFill>
            <a:srgbClr val="00D9CE">
              <a:alpha val="7058"/>
            </a:srgbClr>
          </a:solidFill>
        </p:spPr>
        <p:txBody>
          <a:bodyPr wrap="square" lIns="0" tIns="0" rIns="0" bIns="0" rtlCol="0"/>
          <a:lstStyle/>
          <a:p>
            <a:endParaRPr/>
          </a:p>
        </p:txBody>
      </p:sp>
      <p:sp>
        <p:nvSpPr>
          <p:cNvPr id="19" name="object 19"/>
          <p:cNvSpPr/>
          <p:nvPr/>
        </p:nvSpPr>
        <p:spPr>
          <a:xfrm>
            <a:off x="2546604" y="2496311"/>
            <a:ext cx="593090" cy="44450"/>
          </a:xfrm>
          <a:custGeom>
            <a:avLst/>
            <a:gdLst/>
            <a:ahLst/>
            <a:cxnLst/>
            <a:rect l="l" t="t" r="r" b="b"/>
            <a:pathLst>
              <a:path w="593089" h="44450">
                <a:moveTo>
                  <a:pt x="42672" y="0"/>
                </a:moveTo>
                <a:lnTo>
                  <a:pt x="0" y="0"/>
                </a:lnTo>
                <a:lnTo>
                  <a:pt x="0" y="44196"/>
                </a:lnTo>
                <a:lnTo>
                  <a:pt x="42672" y="44196"/>
                </a:lnTo>
                <a:lnTo>
                  <a:pt x="42672" y="0"/>
                </a:lnTo>
                <a:close/>
              </a:path>
              <a:path w="593089" h="44450">
                <a:moveTo>
                  <a:pt x="121907" y="0"/>
                </a:moveTo>
                <a:lnTo>
                  <a:pt x="77724" y="0"/>
                </a:lnTo>
                <a:lnTo>
                  <a:pt x="77724" y="44196"/>
                </a:lnTo>
                <a:lnTo>
                  <a:pt x="121907" y="44196"/>
                </a:lnTo>
                <a:lnTo>
                  <a:pt x="121907" y="0"/>
                </a:lnTo>
                <a:close/>
              </a:path>
              <a:path w="593089" h="44450">
                <a:moveTo>
                  <a:pt x="199644" y="0"/>
                </a:moveTo>
                <a:lnTo>
                  <a:pt x="156972" y="0"/>
                </a:lnTo>
                <a:lnTo>
                  <a:pt x="156972" y="44196"/>
                </a:lnTo>
                <a:lnTo>
                  <a:pt x="199644" y="44196"/>
                </a:lnTo>
                <a:lnTo>
                  <a:pt x="199644" y="0"/>
                </a:lnTo>
                <a:close/>
              </a:path>
              <a:path w="593089" h="44450">
                <a:moveTo>
                  <a:pt x="278892" y="0"/>
                </a:moveTo>
                <a:lnTo>
                  <a:pt x="234696" y="0"/>
                </a:lnTo>
                <a:lnTo>
                  <a:pt x="234696" y="44196"/>
                </a:lnTo>
                <a:lnTo>
                  <a:pt x="278892" y="44196"/>
                </a:lnTo>
                <a:lnTo>
                  <a:pt x="278892" y="0"/>
                </a:lnTo>
                <a:close/>
              </a:path>
              <a:path w="593089" h="44450">
                <a:moveTo>
                  <a:pt x="356616" y="0"/>
                </a:moveTo>
                <a:lnTo>
                  <a:pt x="313944" y="0"/>
                </a:lnTo>
                <a:lnTo>
                  <a:pt x="313944" y="44196"/>
                </a:lnTo>
                <a:lnTo>
                  <a:pt x="356616" y="44196"/>
                </a:lnTo>
                <a:lnTo>
                  <a:pt x="356616" y="0"/>
                </a:lnTo>
                <a:close/>
              </a:path>
              <a:path w="593089" h="44450">
                <a:moveTo>
                  <a:pt x="435864" y="0"/>
                </a:moveTo>
                <a:lnTo>
                  <a:pt x="391668" y="0"/>
                </a:lnTo>
                <a:lnTo>
                  <a:pt x="391668" y="44196"/>
                </a:lnTo>
                <a:lnTo>
                  <a:pt x="435864" y="44196"/>
                </a:lnTo>
                <a:lnTo>
                  <a:pt x="435864" y="0"/>
                </a:lnTo>
                <a:close/>
              </a:path>
              <a:path w="593089" h="44450">
                <a:moveTo>
                  <a:pt x="513588" y="0"/>
                </a:moveTo>
                <a:lnTo>
                  <a:pt x="470916" y="0"/>
                </a:lnTo>
                <a:lnTo>
                  <a:pt x="470916" y="44196"/>
                </a:lnTo>
                <a:lnTo>
                  <a:pt x="513588" y="44196"/>
                </a:lnTo>
                <a:lnTo>
                  <a:pt x="513588" y="0"/>
                </a:lnTo>
                <a:close/>
              </a:path>
              <a:path w="593089" h="44450">
                <a:moveTo>
                  <a:pt x="592836" y="0"/>
                </a:moveTo>
                <a:lnTo>
                  <a:pt x="550164" y="0"/>
                </a:lnTo>
                <a:lnTo>
                  <a:pt x="550164" y="44196"/>
                </a:lnTo>
                <a:lnTo>
                  <a:pt x="592836" y="44196"/>
                </a:lnTo>
                <a:lnTo>
                  <a:pt x="592836" y="0"/>
                </a:lnTo>
                <a:close/>
              </a:path>
            </a:pathLst>
          </a:custGeom>
          <a:solidFill>
            <a:srgbClr val="FF8E01">
              <a:alpha val="7058"/>
            </a:srgbClr>
          </a:solidFill>
        </p:spPr>
        <p:txBody>
          <a:bodyPr wrap="square" lIns="0" tIns="0" rIns="0" bIns="0" rtlCol="0"/>
          <a:lstStyle/>
          <a:p>
            <a:endParaRPr/>
          </a:p>
        </p:txBody>
      </p:sp>
      <p:sp>
        <p:nvSpPr>
          <p:cNvPr id="20" name="object 20"/>
          <p:cNvSpPr/>
          <p:nvPr/>
        </p:nvSpPr>
        <p:spPr>
          <a:xfrm>
            <a:off x="3192780" y="2074163"/>
            <a:ext cx="593090" cy="44450"/>
          </a:xfrm>
          <a:custGeom>
            <a:avLst/>
            <a:gdLst/>
            <a:ahLst/>
            <a:cxnLst/>
            <a:rect l="l" t="t" r="r" b="b"/>
            <a:pathLst>
              <a:path w="593089" h="44450">
                <a:moveTo>
                  <a:pt x="42672" y="0"/>
                </a:moveTo>
                <a:lnTo>
                  <a:pt x="0" y="0"/>
                </a:lnTo>
                <a:lnTo>
                  <a:pt x="0" y="44196"/>
                </a:lnTo>
                <a:lnTo>
                  <a:pt x="42672" y="44196"/>
                </a:lnTo>
                <a:lnTo>
                  <a:pt x="42672" y="0"/>
                </a:lnTo>
                <a:close/>
              </a:path>
              <a:path w="593089" h="44450">
                <a:moveTo>
                  <a:pt x="121920" y="0"/>
                </a:moveTo>
                <a:lnTo>
                  <a:pt x="77711" y="0"/>
                </a:lnTo>
                <a:lnTo>
                  <a:pt x="77711" y="44196"/>
                </a:lnTo>
                <a:lnTo>
                  <a:pt x="121920" y="44196"/>
                </a:lnTo>
                <a:lnTo>
                  <a:pt x="121920" y="0"/>
                </a:lnTo>
                <a:close/>
              </a:path>
              <a:path w="593089" h="44450">
                <a:moveTo>
                  <a:pt x="199644" y="0"/>
                </a:moveTo>
                <a:lnTo>
                  <a:pt x="156972" y="0"/>
                </a:lnTo>
                <a:lnTo>
                  <a:pt x="156972" y="44196"/>
                </a:lnTo>
                <a:lnTo>
                  <a:pt x="199644" y="44196"/>
                </a:lnTo>
                <a:lnTo>
                  <a:pt x="199644" y="0"/>
                </a:lnTo>
                <a:close/>
              </a:path>
              <a:path w="593089" h="44450">
                <a:moveTo>
                  <a:pt x="278892" y="0"/>
                </a:moveTo>
                <a:lnTo>
                  <a:pt x="234696" y="0"/>
                </a:lnTo>
                <a:lnTo>
                  <a:pt x="234696" y="44196"/>
                </a:lnTo>
                <a:lnTo>
                  <a:pt x="278892" y="44196"/>
                </a:lnTo>
                <a:lnTo>
                  <a:pt x="278892" y="0"/>
                </a:lnTo>
                <a:close/>
              </a:path>
              <a:path w="593089" h="44450">
                <a:moveTo>
                  <a:pt x="358140" y="0"/>
                </a:moveTo>
                <a:lnTo>
                  <a:pt x="313944" y="0"/>
                </a:lnTo>
                <a:lnTo>
                  <a:pt x="313944" y="44196"/>
                </a:lnTo>
                <a:lnTo>
                  <a:pt x="358140" y="44196"/>
                </a:lnTo>
                <a:lnTo>
                  <a:pt x="358140" y="0"/>
                </a:lnTo>
                <a:close/>
              </a:path>
              <a:path w="593089" h="44450">
                <a:moveTo>
                  <a:pt x="435864" y="0"/>
                </a:moveTo>
                <a:lnTo>
                  <a:pt x="393192" y="0"/>
                </a:lnTo>
                <a:lnTo>
                  <a:pt x="393192" y="44196"/>
                </a:lnTo>
                <a:lnTo>
                  <a:pt x="435864" y="44196"/>
                </a:lnTo>
                <a:lnTo>
                  <a:pt x="435864" y="0"/>
                </a:lnTo>
                <a:close/>
              </a:path>
              <a:path w="593089" h="44450">
                <a:moveTo>
                  <a:pt x="515112" y="0"/>
                </a:moveTo>
                <a:lnTo>
                  <a:pt x="470916" y="0"/>
                </a:lnTo>
                <a:lnTo>
                  <a:pt x="470916" y="44196"/>
                </a:lnTo>
                <a:lnTo>
                  <a:pt x="515112" y="44196"/>
                </a:lnTo>
                <a:lnTo>
                  <a:pt x="515112" y="0"/>
                </a:lnTo>
                <a:close/>
              </a:path>
              <a:path w="593089" h="44450">
                <a:moveTo>
                  <a:pt x="592836" y="0"/>
                </a:moveTo>
                <a:lnTo>
                  <a:pt x="550164" y="0"/>
                </a:lnTo>
                <a:lnTo>
                  <a:pt x="550164" y="44196"/>
                </a:lnTo>
                <a:lnTo>
                  <a:pt x="592836" y="44196"/>
                </a:lnTo>
                <a:lnTo>
                  <a:pt x="592836" y="0"/>
                </a:lnTo>
                <a:close/>
              </a:path>
            </a:pathLst>
          </a:custGeom>
          <a:solidFill>
            <a:srgbClr val="FF8E01">
              <a:alpha val="7058"/>
            </a:srgbClr>
          </a:solidFill>
        </p:spPr>
        <p:txBody>
          <a:bodyPr wrap="square" lIns="0" tIns="0" rIns="0" bIns="0" rtlCol="0"/>
          <a:lstStyle/>
          <a:p>
            <a:endParaRPr/>
          </a:p>
        </p:txBody>
      </p:sp>
      <p:sp>
        <p:nvSpPr>
          <p:cNvPr id="21" name="object 21"/>
          <p:cNvSpPr/>
          <p:nvPr/>
        </p:nvSpPr>
        <p:spPr>
          <a:xfrm>
            <a:off x="9627108" y="2506979"/>
            <a:ext cx="1222375" cy="44450"/>
          </a:xfrm>
          <a:custGeom>
            <a:avLst/>
            <a:gdLst/>
            <a:ahLst/>
            <a:cxnLst/>
            <a:rect l="l" t="t" r="r" b="b"/>
            <a:pathLst>
              <a:path w="1222375" h="44450">
                <a:moveTo>
                  <a:pt x="42672" y="0"/>
                </a:moveTo>
                <a:lnTo>
                  <a:pt x="0" y="0"/>
                </a:lnTo>
                <a:lnTo>
                  <a:pt x="0" y="44196"/>
                </a:lnTo>
                <a:lnTo>
                  <a:pt x="42672" y="44196"/>
                </a:lnTo>
                <a:lnTo>
                  <a:pt x="42672" y="0"/>
                </a:lnTo>
                <a:close/>
              </a:path>
              <a:path w="1222375" h="44450">
                <a:moveTo>
                  <a:pt x="121920" y="0"/>
                </a:moveTo>
                <a:lnTo>
                  <a:pt x="77724" y="0"/>
                </a:lnTo>
                <a:lnTo>
                  <a:pt x="77724" y="44196"/>
                </a:lnTo>
                <a:lnTo>
                  <a:pt x="121920" y="44196"/>
                </a:lnTo>
                <a:lnTo>
                  <a:pt x="121920" y="0"/>
                </a:lnTo>
                <a:close/>
              </a:path>
              <a:path w="1222375" h="44450">
                <a:moveTo>
                  <a:pt x="199644" y="0"/>
                </a:moveTo>
                <a:lnTo>
                  <a:pt x="156972" y="0"/>
                </a:lnTo>
                <a:lnTo>
                  <a:pt x="156972" y="44196"/>
                </a:lnTo>
                <a:lnTo>
                  <a:pt x="199644" y="44196"/>
                </a:lnTo>
                <a:lnTo>
                  <a:pt x="199644" y="0"/>
                </a:lnTo>
                <a:close/>
              </a:path>
              <a:path w="1222375" h="44450">
                <a:moveTo>
                  <a:pt x="278892" y="0"/>
                </a:moveTo>
                <a:lnTo>
                  <a:pt x="236220" y="0"/>
                </a:lnTo>
                <a:lnTo>
                  <a:pt x="236220" y="44196"/>
                </a:lnTo>
                <a:lnTo>
                  <a:pt x="278892" y="44196"/>
                </a:lnTo>
                <a:lnTo>
                  <a:pt x="278892" y="0"/>
                </a:lnTo>
                <a:close/>
              </a:path>
              <a:path w="1222375" h="44450">
                <a:moveTo>
                  <a:pt x="358140" y="0"/>
                </a:moveTo>
                <a:lnTo>
                  <a:pt x="313944" y="0"/>
                </a:lnTo>
                <a:lnTo>
                  <a:pt x="313944" y="44196"/>
                </a:lnTo>
                <a:lnTo>
                  <a:pt x="358140" y="44196"/>
                </a:lnTo>
                <a:lnTo>
                  <a:pt x="358140" y="0"/>
                </a:lnTo>
                <a:close/>
              </a:path>
              <a:path w="1222375" h="44450">
                <a:moveTo>
                  <a:pt x="435864" y="0"/>
                </a:moveTo>
                <a:lnTo>
                  <a:pt x="393192" y="0"/>
                </a:lnTo>
                <a:lnTo>
                  <a:pt x="393192" y="44196"/>
                </a:lnTo>
                <a:lnTo>
                  <a:pt x="435864" y="44196"/>
                </a:lnTo>
                <a:lnTo>
                  <a:pt x="435864" y="0"/>
                </a:lnTo>
                <a:close/>
              </a:path>
              <a:path w="1222375" h="44450">
                <a:moveTo>
                  <a:pt x="515112" y="0"/>
                </a:moveTo>
                <a:lnTo>
                  <a:pt x="470916" y="0"/>
                </a:lnTo>
                <a:lnTo>
                  <a:pt x="470916" y="44196"/>
                </a:lnTo>
                <a:lnTo>
                  <a:pt x="515112" y="44196"/>
                </a:lnTo>
                <a:lnTo>
                  <a:pt x="515112" y="0"/>
                </a:lnTo>
                <a:close/>
              </a:path>
              <a:path w="1222375" h="44450">
                <a:moveTo>
                  <a:pt x="592836" y="0"/>
                </a:moveTo>
                <a:lnTo>
                  <a:pt x="550164" y="0"/>
                </a:lnTo>
                <a:lnTo>
                  <a:pt x="550164" y="44196"/>
                </a:lnTo>
                <a:lnTo>
                  <a:pt x="592836" y="44196"/>
                </a:lnTo>
                <a:lnTo>
                  <a:pt x="592836" y="0"/>
                </a:lnTo>
                <a:close/>
              </a:path>
              <a:path w="1222375" h="44450">
                <a:moveTo>
                  <a:pt x="672084" y="0"/>
                </a:moveTo>
                <a:lnTo>
                  <a:pt x="627888" y="0"/>
                </a:lnTo>
                <a:lnTo>
                  <a:pt x="627888" y="44196"/>
                </a:lnTo>
                <a:lnTo>
                  <a:pt x="672084" y="44196"/>
                </a:lnTo>
                <a:lnTo>
                  <a:pt x="672084" y="0"/>
                </a:lnTo>
                <a:close/>
              </a:path>
              <a:path w="1222375" h="44450">
                <a:moveTo>
                  <a:pt x="749808" y="0"/>
                </a:moveTo>
                <a:lnTo>
                  <a:pt x="707136" y="0"/>
                </a:lnTo>
                <a:lnTo>
                  <a:pt x="707136" y="44196"/>
                </a:lnTo>
                <a:lnTo>
                  <a:pt x="749808" y="44196"/>
                </a:lnTo>
                <a:lnTo>
                  <a:pt x="749808" y="0"/>
                </a:lnTo>
                <a:close/>
              </a:path>
              <a:path w="1222375" h="44450">
                <a:moveTo>
                  <a:pt x="829056" y="0"/>
                </a:moveTo>
                <a:lnTo>
                  <a:pt x="784860" y="0"/>
                </a:lnTo>
                <a:lnTo>
                  <a:pt x="784860" y="44196"/>
                </a:lnTo>
                <a:lnTo>
                  <a:pt x="829056" y="44196"/>
                </a:lnTo>
                <a:lnTo>
                  <a:pt x="829056" y="0"/>
                </a:lnTo>
                <a:close/>
              </a:path>
              <a:path w="1222375" h="44450">
                <a:moveTo>
                  <a:pt x="906780" y="0"/>
                </a:moveTo>
                <a:lnTo>
                  <a:pt x="864108" y="0"/>
                </a:lnTo>
                <a:lnTo>
                  <a:pt x="864108" y="44196"/>
                </a:lnTo>
                <a:lnTo>
                  <a:pt x="906780" y="44196"/>
                </a:lnTo>
                <a:lnTo>
                  <a:pt x="906780" y="0"/>
                </a:lnTo>
                <a:close/>
              </a:path>
              <a:path w="1222375" h="44450">
                <a:moveTo>
                  <a:pt x="986028" y="0"/>
                </a:moveTo>
                <a:lnTo>
                  <a:pt x="943356" y="0"/>
                </a:lnTo>
                <a:lnTo>
                  <a:pt x="943356" y="44196"/>
                </a:lnTo>
                <a:lnTo>
                  <a:pt x="986028" y="44196"/>
                </a:lnTo>
                <a:lnTo>
                  <a:pt x="986028" y="0"/>
                </a:lnTo>
                <a:close/>
              </a:path>
              <a:path w="1222375" h="44450">
                <a:moveTo>
                  <a:pt x="1065276" y="0"/>
                </a:moveTo>
                <a:lnTo>
                  <a:pt x="1021080" y="0"/>
                </a:lnTo>
                <a:lnTo>
                  <a:pt x="1021080" y="44196"/>
                </a:lnTo>
                <a:lnTo>
                  <a:pt x="1065276" y="44196"/>
                </a:lnTo>
                <a:lnTo>
                  <a:pt x="1065276" y="0"/>
                </a:lnTo>
                <a:close/>
              </a:path>
              <a:path w="1222375" h="44450">
                <a:moveTo>
                  <a:pt x="1143000" y="0"/>
                </a:moveTo>
                <a:lnTo>
                  <a:pt x="1100328" y="0"/>
                </a:lnTo>
                <a:lnTo>
                  <a:pt x="1100328" y="44196"/>
                </a:lnTo>
                <a:lnTo>
                  <a:pt x="1143000" y="44196"/>
                </a:lnTo>
                <a:lnTo>
                  <a:pt x="1143000" y="0"/>
                </a:lnTo>
                <a:close/>
              </a:path>
              <a:path w="1222375" h="44450">
                <a:moveTo>
                  <a:pt x="1222248" y="0"/>
                </a:moveTo>
                <a:lnTo>
                  <a:pt x="1178052" y="0"/>
                </a:lnTo>
                <a:lnTo>
                  <a:pt x="1178052" y="44196"/>
                </a:lnTo>
                <a:lnTo>
                  <a:pt x="1222248" y="44196"/>
                </a:lnTo>
                <a:lnTo>
                  <a:pt x="1222248" y="0"/>
                </a:lnTo>
                <a:close/>
              </a:path>
            </a:pathLst>
          </a:custGeom>
          <a:solidFill>
            <a:srgbClr val="4264DE">
              <a:alpha val="7058"/>
            </a:srgbClr>
          </a:solidFill>
        </p:spPr>
        <p:txBody>
          <a:bodyPr wrap="square" lIns="0" tIns="0" rIns="0" bIns="0" rtlCol="0"/>
          <a:lstStyle/>
          <a:p>
            <a:endParaRPr/>
          </a:p>
        </p:txBody>
      </p:sp>
      <p:sp>
        <p:nvSpPr>
          <p:cNvPr id="22" name="object 22"/>
          <p:cNvSpPr/>
          <p:nvPr/>
        </p:nvSpPr>
        <p:spPr>
          <a:xfrm>
            <a:off x="9627108" y="2334767"/>
            <a:ext cx="1068705" cy="127000"/>
          </a:xfrm>
          <a:custGeom>
            <a:avLst/>
            <a:gdLst/>
            <a:ahLst/>
            <a:cxnLst/>
            <a:rect l="l" t="t" r="r" b="b"/>
            <a:pathLst>
              <a:path w="1068704" h="127000">
                <a:moveTo>
                  <a:pt x="42672" y="82296"/>
                </a:moveTo>
                <a:lnTo>
                  <a:pt x="0" y="82296"/>
                </a:lnTo>
                <a:lnTo>
                  <a:pt x="0" y="126492"/>
                </a:lnTo>
                <a:lnTo>
                  <a:pt x="42672" y="126492"/>
                </a:lnTo>
                <a:lnTo>
                  <a:pt x="42672" y="82296"/>
                </a:lnTo>
                <a:close/>
              </a:path>
              <a:path w="1068704" h="127000">
                <a:moveTo>
                  <a:pt x="121920" y="82296"/>
                </a:moveTo>
                <a:lnTo>
                  <a:pt x="77724" y="82296"/>
                </a:lnTo>
                <a:lnTo>
                  <a:pt x="77724" y="126492"/>
                </a:lnTo>
                <a:lnTo>
                  <a:pt x="121920" y="126492"/>
                </a:lnTo>
                <a:lnTo>
                  <a:pt x="121920" y="82296"/>
                </a:lnTo>
                <a:close/>
              </a:path>
              <a:path w="1068704" h="127000">
                <a:moveTo>
                  <a:pt x="199644" y="82296"/>
                </a:moveTo>
                <a:lnTo>
                  <a:pt x="156972" y="82296"/>
                </a:lnTo>
                <a:lnTo>
                  <a:pt x="156972" y="126492"/>
                </a:lnTo>
                <a:lnTo>
                  <a:pt x="199644" y="126492"/>
                </a:lnTo>
                <a:lnTo>
                  <a:pt x="199644" y="82296"/>
                </a:lnTo>
                <a:close/>
              </a:path>
              <a:path w="1068704" h="127000">
                <a:moveTo>
                  <a:pt x="278892" y="82296"/>
                </a:moveTo>
                <a:lnTo>
                  <a:pt x="236220" y="82296"/>
                </a:lnTo>
                <a:lnTo>
                  <a:pt x="236220" y="126492"/>
                </a:lnTo>
                <a:lnTo>
                  <a:pt x="278892" y="126492"/>
                </a:lnTo>
                <a:lnTo>
                  <a:pt x="278892" y="82296"/>
                </a:lnTo>
                <a:close/>
              </a:path>
              <a:path w="1068704" h="127000">
                <a:moveTo>
                  <a:pt x="358140" y="82296"/>
                </a:moveTo>
                <a:lnTo>
                  <a:pt x="313944" y="82296"/>
                </a:lnTo>
                <a:lnTo>
                  <a:pt x="313944" y="126492"/>
                </a:lnTo>
                <a:lnTo>
                  <a:pt x="358140" y="126492"/>
                </a:lnTo>
                <a:lnTo>
                  <a:pt x="358140" y="82296"/>
                </a:lnTo>
                <a:close/>
              </a:path>
              <a:path w="1068704" h="127000">
                <a:moveTo>
                  <a:pt x="435864" y="82296"/>
                </a:moveTo>
                <a:lnTo>
                  <a:pt x="393192" y="82296"/>
                </a:lnTo>
                <a:lnTo>
                  <a:pt x="393192" y="126492"/>
                </a:lnTo>
                <a:lnTo>
                  <a:pt x="435864" y="126492"/>
                </a:lnTo>
                <a:lnTo>
                  <a:pt x="435864" y="82296"/>
                </a:lnTo>
                <a:close/>
              </a:path>
              <a:path w="1068704" h="127000">
                <a:moveTo>
                  <a:pt x="515112" y="82296"/>
                </a:moveTo>
                <a:lnTo>
                  <a:pt x="470916" y="82296"/>
                </a:lnTo>
                <a:lnTo>
                  <a:pt x="470916" y="126492"/>
                </a:lnTo>
                <a:lnTo>
                  <a:pt x="515112" y="126492"/>
                </a:lnTo>
                <a:lnTo>
                  <a:pt x="515112" y="82296"/>
                </a:lnTo>
                <a:close/>
              </a:path>
              <a:path w="1068704" h="127000">
                <a:moveTo>
                  <a:pt x="518160" y="0"/>
                </a:moveTo>
                <a:lnTo>
                  <a:pt x="473964" y="0"/>
                </a:lnTo>
                <a:lnTo>
                  <a:pt x="473964" y="44196"/>
                </a:lnTo>
                <a:lnTo>
                  <a:pt x="518160" y="44196"/>
                </a:lnTo>
                <a:lnTo>
                  <a:pt x="518160" y="0"/>
                </a:lnTo>
                <a:close/>
              </a:path>
              <a:path w="1068704" h="127000">
                <a:moveTo>
                  <a:pt x="592836" y="82296"/>
                </a:moveTo>
                <a:lnTo>
                  <a:pt x="550164" y="82296"/>
                </a:lnTo>
                <a:lnTo>
                  <a:pt x="550164" y="126492"/>
                </a:lnTo>
                <a:lnTo>
                  <a:pt x="592836" y="126492"/>
                </a:lnTo>
                <a:lnTo>
                  <a:pt x="592836" y="82296"/>
                </a:lnTo>
                <a:close/>
              </a:path>
              <a:path w="1068704" h="127000">
                <a:moveTo>
                  <a:pt x="595884" y="0"/>
                </a:moveTo>
                <a:lnTo>
                  <a:pt x="553212" y="0"/>
                </a:lnTo>
                <a:lnTo>
                  <a:pt x="553212" y="44196"/>
                </a:lnTo>
                <a:lnTo>
                  <a:pt x="595884" y="44196"/>
                </a:lnTo>
                <a:lnTo>
                  <a:pt x="595884" y="0"/>
                </a:lnTo>
                <a:close/>
              </a:path>
              <a:path w="1068704" h="127000">
                <a:moveTo>
                  <a:pt x="675132" y="0"/>
                </a:moveTo>
                <a:lnTo>
                  <a:pt x="630936" y="0"/>
                </a:lnTo>
                <a:lnTo>
                  <a:pt x="630936" y="44196"/>
                </a:lnTo>
                <a:lnTo>
                  <a:pt x="675132" y="44196"/>
                </a:lnTo>
                <a:lnTo>
                  <a:pt x="675132" y="0"/>
                </a:lnTo>
                <a:close/>
              </a:path>
              <a:path w="1068704" h="127000">
                <a:moveTo>
                  <a:pt x="752856" y="0"/>
                </a:moveTo>
                <a:lnTo>
                  <a:pt x="710184" y="0"/>
                </a:lnTo>
                <a:lnTo>
                  <a:pt x="710184" y="44196"/>
                </a:lnTo>
                <a:lnTo>
                  <a:pt x="752856" y="44196"/>
                </a:lnTo>
                <a:lnTo>
                  <a:pt x="752856" y="0"/>
                </a:lnTo>
                <a:close/>
              </a:path>
              <a:path w="1068704" h="127000">
                <a:moveTo>
                  <a:pt x="832104" y="0"/>
                </a:moveTo>
                <a:lnTo>
                  <a:pt x="787908" y="0"/>
                </a:lnTo>
                <a:lnTo>
                  <a:pt x="787908" y="44196"/>
                </a:lnTo>
                <a:lnTo>
                  <a:pt x="832104" y="44196"/>
                </a:lnTo>
                <a:lnTo>
                  <a:pt x="832104" y="0"/>
                </a:lnTo>
                <a:close/>
              </a:path>
              <a:path w="1068704" h="127000">
                <a:moveTo>
                  <a:pt x="909828" y="0"/>
                </a:moveTo>
                <a:lnTo>
                  <a:pt x="867156" y="0"/>
                </a:lnTo>
                <a:lnTo>
                  <a:pt x="867156" y="44196"/>
                </a:lnTo>
                <a:lnTo>
                  <a:pt x="909828" y="44196"/>
                </a:lnTo>
                <a:lnTo>
                  <a:pt x="909828" y="0"/>
                </a:lnTo>
                <a:close/>
              </a:path>
              <a:path w="1068704" h="127000">
                <a:moveTo>
                  <a:pt x="989076" y="0"/>
                </a:moveTo>
                <a:lnTo>
                  <a:pt x="946404" y="0"/>
                </a:lnTo>
                <a:lnTo>
                  <a:pt x="946404" y="44196"/>
                </a:lnTo>
                <a:lnTo>
                  <a:pt x="989076" y="44196"/>
                </a:lnTo>
                <a:lnTo>
                  <a:pt x="989076" y="0"/>
                </a:lnTo>
                <a:close/>
              </a:path>
              <a:path w="1068704" h="127000">
                <a:moveTo>
                  <a:pt x="1068324" y="0"/>
                </a:moveTo>
                <a:lnTo>
                  <a:pt x="1024128" y="0"/>
                </a:lnTo>
                <a:lnTo>
                  <a:pt x="1024128" y="44196"/>
                </a:lnTo>
                <a:lnTo>
                  <a:pt x="1068324" y="44196"/>
                </a:lnTo>
                <a:lnTo>
                  <a:pt x="1068324" y="0"/>
                </a:lnTo>
                <a:close/>
              </a:path>
            </a:pathLst>
          </a:custGeom>
          <a:solidFill>
            <a:srgbClr val="00D9CE">
              <a:alpha val="7058"/>
            </a:srgbClr>
          </a:solidFill>
        </p:spPr>
        <p:txBody>
          <a:bodyPr wrap="square" lIns="0" tIns="0" rIns="0" bIns="0" rtlCol="0"/>
          <a:lstStyle/>
          <a:p>
            <a:endParaRPr/>
          </a:p>
        </p:txBody>
      </p:sp>
      <p:grpSp>
        <p:nvGrpSpPr>
          <p:cNvPr id="23" name="object 23"/>
          <p:cNvGrpSpPr/>
          <p:nvPr/>
        </p:nvGrpSpPr>
        <p:grpSpPr>
          <a:xfrm>
            <a:off x="9627107" y="2598420"/>
            <a:ext cx="1460500" cy="116205"/>
            <a:chOff x="9627107" y="2598420"/>
            <a:chExt cx="1460500" cy="116205"/>
          </a:xfrm>
        </p:grpSpPr>
        <p:sp>
          <p:nvSpPr>
            <p:cNvPr id="24" name="object 24"/>
            <p:cNvSpPr/>
            <p:nvPr/>
          </p:nvSpPr>
          <p:spPr>
            <a:xfrm>
              <a:off x="9627108" y="2598419"/>
              <a:ext cx="906780" cy="43180"/>
            </a:xfrm>
            <a:custGeom>
              <a:avLst/>
              <a:gdLst/>
              <a:ahLst/>
              <a:cxnLst/>
              <a:rect l="l" t="t" r="r" b="b"/>
              <a:pathLst>
                <a:path w="906779" h="43180">
                  <a:moveTo>
                    <a:pt x="42672" y="0"/>
                  </a:moveTo>
                  <a:lnTo>
                    <a:pt x="0" y="0"/>
                  </a:lnTo>
                  <a:lnTo>
                    <a:pt x="0" y="42672"/>
                  </a:lnTo>
                  <a:lnTo>
                    <a:pt x="42672" y="42672"/>
                  </a:lnTo>
                  <a:lnTo>
                    <a:pt x="42672" y="0"/>
                  </a:lnTo>
                  <a:close/>
                </a:path>
                <a:path w="906779" h="43180">
                  <a:moveTo>
                    <a:pt x="121920" y="0"/>
                  </a:moveTo>
                  <a:lnTo>
                    <a:pt x="77724" y="0"/>
                  </a:lnTo>
                  <a:lnTo>
                    <a:pt x="77724" y="42672"/>
                  </a:lnTo>
                  <a:lnTo>
                    <a:pt x="121920" y="42672"/>
                  </a:lnTo>
                  <a:lnTo>
                    <a:pt x="121920" y="0"/>
                  </a:lnTo>
                  <a:close/>
                </a:path>
                <a:path w="906779" h="43180">
                  <a:moveTo>
                    <a:pt x="199644" y="0"/>
                  </a:moveTo>
                  <a:lnTo>
                    <a:pt x="156972" y="0"/>
                  </a:lnTo>
                  <a:lnTo>
                    <a:pt x="156972" y="42672"/>
                  </a:lnTo>
                  <a:lnTo>
                    <a:pt x="199644" y="42672"/>
                  </a:lnTo>
                  <a:lnTo>
                    <a:pt x="199644" y="0"/>
                  </a:lnTo>
                  <a:close/>
                </a:path>
                <a:path w="906779" h="43180">
                  <a:moveTo>
                    <a:pt x="278892" y="0"/>
                  </a:moveTo>
                  <a:lnTo>
                    <a:pt x="236220" y="0"/>
                  </a:lnTo>
                  <a:lnTo>
                    <a:pt x="236220" y="42672"/>
                  </a:lnTo>
                  <a:lnTo>
                    <a:pt x="278892" y="42672"/>
                  </a:lnTo>
                  <a:lnTo>
                    <a:pt x="278892" y="0"/>
                  </a:lnTo>
                  <a:close/>
                </a:path>
                <a:path w="906779" h="43180">
                  <a:moveTo>
                    <a:pt x="358140" y="0"/>
                  </a:moveTo>
                  <a:lnTo>
                    <a:pt x="313944" y="0"/>
                  </a:lnTo>
                  <a:lnTo>
                    <a:pt x="313944" y="42672"/>
                  </a:lnTo>
                  <a:lnTo>
                    <a:pt x="358140" y="42672"/>
                  </a:lnTo>
                  <a:lnTo>
                    <a:pt x="358140" y="0"/>
                  </a:lnTo>
                  <a:close/>
                </a:path>
                <a:path w="906779" h="43180">
                  <a:moveTo>
                    <a:pt x="435864" y="0"/>
                  </a:moveTo>
                  <a:lnTo>
                    <a:pt x="393192" y="0"/>
                  </a:lnTo>
                  <a:lnTo>
                    <a:pt x="393192" y="42672"/>
                  </a:lnTo>
                  <a:lnTo>
                    <a:pt x="435864" y="42672"/>
                  </a:lnTo>
                  <a:lnTo>
                    <a:pt x="435864" y="0"/>
                  </a:lnTo>
                  <a:close/>
                </a:path>
                <a:path w="906779" h="43180">
                  <a:moveTo>
                    <a:pt x="515112" y="0"/>
                  </a:moveTo>
                  <a:lnTo>
                    <a:pt x="470916" y="0"/>
                  </a:lnTo>
                  <a:lnTo>
                    <a:pt x="470916" y="42672"/>
                  </a:lnTo>
                  <a:lnTo>
                    <a:pt x="515112" y="42672"/>
                  </a:lnTo>
                  <a:lnTo>
                    <a:pt x="515112" y="0"/>
                  </a:lnTo>
                  <a:close/>
                </a:path>
                <a:path w="906779" h="43180">
                  <a:moveTo>
                    <a:pt x="592836" y="0"/>
                  </a:moveTo>
                  <a:lnTo>
                    <a:pt x="550164" y="0"/>
                  </a:lnTo>
                  <a:lnTo>
                    <a:pt x="550164" y="42672"/>
                  </a:lnTo>
                  <a:lnTo>
                    <a:pt x="592836" y="42672"/>
                  </a:lnTo>
                  <a:lnTo>
                    <a:pt x="592836" y="0"/>
                  </a:lnTo>
                  <a:close/>
                </a:path>
                <a:path w="906779" h="43180">
                  <a:moveTo>
                    <a:pt x="672084" y="0"/>
                  </a:moveTo>
                  <a:lnTo>
                    <a:pt x="627888" y="0"/>
                  </a:lnTo>
                  <a:lnTo>
                    <a:pt x="627888" y="42672"/>
                  </a:lnTo>
                  <a:lnTo>
                    <a:pt x="672084" y="42672"/>
                  </a:lnTo>
                  <a:lnTo>
                    <a:pt x="672084" y="0"/>
                  </a:lnTo>
                  <a:close/>
                </a:path>
                <a:path w="906779" h="43180">
                  <a:moveTo>
                    <a:pt x="749808" y="0"/>
                  </a:moveTo>
                  <a:lnTo>
                    <a:pt x="707136" y="0"/>
                  </a:lnTo>
                  <a:lnTo>
                    <a:pt x="707136" y="42672"/>
                  </a:lnTo>
                  <a:lnTo>
                    <a:pt x="749808" y="42672"/>
                  </a:lnTo>
                  <a:lnTo>
                    <a:pt x="749808" y="0"/>
                  </a:lnTo>
                  <a:close/>
                </a:path>
                <a:path w="906779" h="43180">
                  <a:moveTo>
                    <a:pt x="829056" y="0"/>
                  </a:moveTo>
                  <a:lnTo>
                    <a:pt x="784860" y="0"/>
                  </a:lnTo>
                  <a:lnTo>
                    <a:pt x="784860" y="42672"/>
                  </a:lnTo>
                  <a:lnTo>
                    <a:pt x="829056" y="42672"/>
                  </a:lnTo>
                  <a:lnTo>
                    <a:pt x="829056" y="0"/>
                  </a:lnTo>
                  <a:close/>
                </a:path>
                <a:path w="906779" h="43180">
                  <a:moveTo>
                    <a:pt x="906780" y="0"/>
                  </a:moveTo>
                  <a:lnTo>
                    <a:pt x="864108" y="0"/>
                  </a:lnTo>
                  <a:lnTo>
                    <a:pt x="864108" y="42672"/>
                  </a:lnTo>
                  <a:lnTo>
                    <a:pt x="906780" y="42672"/>
                  </a:lnTo>
                  <a:lnTo>
                    <a:pt x="906780" y="0"/>
                  </a:lnTo>
                  <a:close/>
                </a:path>
              </a:pathLst>
            </a:custGeom>
            <a:solidFill>
              <a:srgbClr val="4264DE">
                <a:alpha val="7058"/>
              </a:srgbClr>
            </a:solidFill>
          </p:spPr>
          <p:txBody>
            <a:bodyPr wrap="square" lIns="0" tIns="0" rIns="0" bIns="0" rtlCol="0"/>
            <a:lstStyle/>
            <a:p>
              <a:endParaRPr/>
            </a:p>
          </p:txBody>
        </p:sp>
        <p:sp>
          <p:nvSpPr>
            <p:cNvPr id="25" name="object 25"/>
            <p:cNvSpPr/>
            <p:nvPr/>
          </p:nvSpPr>
          <p:spPr>
            <a:xfrm>
              <a:off x="10494264" y="2671571"/>
              <a:ext cx="593090" cy="43180"/>
            </a:xfrm>
            <a:custGeom>
              <a:avLst/>
              <a:gdLst/>
              <a:ahLst/>
              <a:cxnLst/>
              <a:rect l="l" t="t" r="r" b="b"/>
              <a:pathLst>
                <a:path w="593090" h="43180">
                  <a:moveTo>
                    <a:pt x="42672" y="0"/>
                  </a:moveTo>
                  <a:lnTo>
                    <a:pt x="0" y="0"/>
                  </a:lnTo>
                  <a:lnTo>
                    <a:pt x="0" y="42672"/>
                  </a:lnTo>
                  <a:lnTo>
                    <a:pt x="42672" y="42672"/>
                  </a:lnTo>
                  <a:lnTo>
                    <a:pt x="42672" y="0"/>
                  </a:lnTo>
                  <a:close/>
                </a:path>
                <a:path w="593090" h="43180">
                  <a:moveTo>
                    <a:pt x="121920" y="0"/>
                  </a:moveTo>
                  <a:lnTo>
                    <a:pt x="79248" y="0"/>
                  </a:lnTo>
                  <a:lnTo>
                    <a:pt x="79248" y="42672"/>
                  </a:lnTo>
                  <a:lnTo>
                    <a:pt x="121920" y="42672"/>
                  </a:lnTo>
                  <a:lnTo>
                    <a:pt x="121920" y="0"/>
                  </a:lnTo>
                  <a:close/>
                </a:path>
                <a:path w="593090" h="43180">
                  <a:moveTo>
                    <a:pt x="201168" y="0"/>
                  </a:moveTo>
                  <a:lnTo>
                    <a:pt x="156972" y="0"/>
                  </a:lnTo>
                  <a:lnTo>
                    <a:pt x="156972" y="42672"/>
                  </a:lnTo>
                  <a:lnTo>
                    <a:pt x="201168" y="42672"/>
                  </a:lnTo>
                  <a:lnTo>
                    <a:pt x="201168" y="0"/>
                  </a:lnTo>
                  <a:close/>
                </a:path>
                <a:path w="593090" h="43180">
                  <a:moveTo>
                    <a:pt x="278892" y="0"/>
                  </a:moveTo>
                  <a:lnTo>
                    <a:pt x="236220" y="0"/>
                  </a:lnTo>
                  <a:lnTo>
                    <a:pt x="236220" y="42672"/>
                  </a:lnTo>
                  <a:lnTo>
                    <a:pt x="278892" y="42672"/>
                  </a:lnTo>
                  <a:lnTo>
                    <a:pt x="278892" y="0"/>
                  </a:lnTo>
                  <a:close/>
                </a:path>
                <a:path w="593090" h="43180">
                  <a:moveTo>
                    <a:pt x="358140" y="0"/>
                  </a:moveTo>
                  <a:lnTo>
                    <a:pt x="313944" y="0"/>
                  </a:lnTo>
                  <a:lnTo>
                    <a:pt x="313944" y="42672"/>
                  </a:lnTo>
                  <a:lnTo>
                    <a:pt x="358140" y="42672"/>
                  </a:lnTo>
                  <a:lnTo>
                    <a:pt x="358140" y="0"/>
                  </a:lnTo>
                  <a:close/>
                </a:path>
                <a:path w="593090" h="43180">
                  <a:moveTo>
                    <a:pt x="435864" y="0"/>
                  </a:moveTo>
                  <a:lnTo>
                    <a:pt x="393192" y="0"/>
                  </a:lnTo>
                  <a:lnTo>
                    <a:pt x="393192" y="42672"/>
                  </a:lnTo>
                  <a:lnTo>
                    <a:pt x="435864" y="42672"/>
                  </a:lnTo>
                  <a:lnTo>
                    <a:pt x="435864" y="0"/>
                  </a:lnTo>
                  <a:close/>
                </a:path>
                <a:path w="593090" h="43180">
                  <a:moveTo>
                    <a:pt x="515112" y="0"/>
                  </a:moveTo>
                  <a:lnTo>
                    <a:pt x="470916" y="0"/>
                  </a:lnTo>
                  <a:lnTo>
                    <a:pt x="470916" y="42672"/>
                  </a:lnTo>
                  <a:lnTo>
                    <a:pt x="515112" y="42672"/>
                  </a:lnTo>
                  <a:lnTo>
                    <a:pt x="515112" y="0"/>
                  </a:lnTo>
                  <a:close/>
                </a:path>
                <a:path w="593090" h="43180">
                  <a:moveTo>
                    <a:pt x="592836" y="0"/>
                  </a:moveTo>
                  <a:lnTo>
                    <a:pt x="550164" y="0"/>
                  </a:lnTo>
                  <a:lnTo>
                    <a:pt x="550164" y="42672"/>
                  </a:lnTo>
                  <a:lnTo>
                    <a:pt x="592836" y="42672"/>
                  </a:lnTo>
                  <a:lnTo>
                    <a:pt x="592836" y="0"/>
                  </a:lnTo>
                  <a:close/>
                </a:path>
              </a:pathLst>
            </a:custGeom>
            <a:solidFill>
              <a:srgbClr val="FF8E01">
                <a:alpha val="7058"/>
              </a:srgbClr>
            </a:solidFill>
          </p:spPr>
          <p:txBody>
            <a:bodyPr wrap="square" lIns="0" tIns="0" rIns="0" bIns="0" rtlCol="0"/>
            <a:lstStyle/>
            <a:p>
              <a:endParaRPr/>
            </a:p>
          </p:txBody>
        </p:sp>
      </p:grpSp>
      <p:sp>
        <p:nvSpPr>
          <p:cNvPr id="26" name="object 26"/>
          <p:cNvSpPr/>
          <p:nvPr/>
        </p:nvSpPr>
        <p:spPr>
          <a:xfrm>
            <a:off x="11143488" y="2202179"/>
            <a:ext cx="358140" cy="43180"/>
          </a:xfrm>
          <a:custGeom>
            <a:avLst/>
            <a:gdLst/>
            <a:ahLst/>
            <a:cxnLst/>
            <a:rect l="l" t="t" r="r" b="b"/>
            <a:pathLst>
              <a:path w="358140" h="43180">
                <a:moveTo>
                  <a:pt x="44196" y="0"/>
                </a:moveTo>
                <a:lnTo>
                  <a:pt x="0" y="0"/>
                </a:lnTo>
                <a:lnTo>
                  <a:pt x="0" y="42672"/>
                </a:lnTo>
                <a:lnTo>
                  <a:pt x="44196" y="42672"/>
                </a:lnTo>
                <a:lnTo>
                  <a:pt x="44196" y="0"/>
                </a:lnTo>
                <a:close/>
              </a:path>
              <a:path w="358140" h="43180">
                <a:moveTo>
                  <a:pt x="121920" y="0"/>
                </a:moveTo>
                <a:lnTo>
                  <a:pt x="79248" y="0"/>
                </a:lnTo>
                <a:lnTo>
                  <a:pt x="79248" y="42672"/>
                </a:lnTo>
                <a:lnTo>
                  <a:pt x="121920" y="42672"/>
                </a:lnTo>
                <a:lnTo>
                  <a:pt x="121920" y="0"/>
                </a:lnTo>
                <a:close/>
              </a:path>
              <a:path w="358140" h="43180">
                <a:moveTo>
                  <a:pt x="201168" y="0"/>
                </a:moveTo>
                <a:lnTo>
                  <a:pt x="158496" y="0"/>
                </a:lnTo>
                <a:lnTo>
                  <a:pt x="158496" y="42672"/>
                </a:lnTo>
                <a:lnTo>
                  <a:pt x="201168" y="42672"/>
                </a:lnTo>
                <a:lnTo>
                  <a:pt x="201168" y="0"/>
                </a:lnTo>
                <a:close/>
              </a:path>
              <a:path w="358140" h="43180">
                <a:moveTo>
                  <a:pt x="280416" y="0"/>
                </a:moveTo>
                <a:lnTo>
                  <a:pt x="236220" y="0"/>
                </a:lnTo>
                <a:lnTo>
                  <a:pt x="236220" y="42672"/>
                </a:lnTo>
                <a:lnTo>
                  <a:pt x="280416" y="42672"/>
                </a:lnTo>
                <a:lnTo>
                  <a:pt x="280416" y="0"/>
                </a:lnTo>
                <a:close/>
              </a:path>
              <a:path w="358140" h="43180">
                <a:moveTo>
                  <a:pt x="358140" y="0"/>
                </a:moveTo>
                <a:lnTo>
                  <a:pt x="315468" y="0"/>
                </a:lnTo>
                <a:lnTo>
                  <a:pt x="315468" y="42672"/>
                </a:lnTo>
                <a:lnTo>
                  <a:pt x="358140" y="42672"/>
                </a:lnTo>
                <a:lnTo>
                  <a:pt x="358140" y="0"/>
                </a:lnTo>
                <a:close/>
              </a:path>
            </a:pathLst>
          </a:custGeom>
          <a:solidFill>
            <a:srgbClr val="4264DE">
              <a:alpha val="7058"/>
            </a:srgbClr>
          </a:solidFill>
        </p:spPr>
        <p:txBody>
          <a:bodyPr wrap="square" lIns="0" tIns="0" rIns="0" bIns="0" rtlCol="0"/>
          <a:lstStyle/>
          <a:p>
            <a:endParaRPr/>
          </a:p>
        </p:txBody>
      </p:sp>
      <p:sp>
        <p:nvSpPr>
          <p:cNvPr id="27" name="object 27"/>
          <p:cNvSpPr/>
          <p:nvPr/>
        </p:nvSpPr>
        <p:spPr>
          <a:xfrm>
            <a:off x="10965180" y="2772155"/>
            <a:ext cx="358140" cy="44450"/>
          </a:xfrm>
          <a:custGeom>
            <a:avLst/>
            <a:gdLst/>
            <a:ahLst/>
            <a:cxnLst/>
            <a:rect l="l" t="t" r="r" b="b"/>
            <a:pathLst>
              <a:path w="358140" h="44450">
                <a:moveTo>
                  <a:pt x="44196" y="0"/>
                </a:moveTo>
                <a:lnTo>
                  <a:pt x="0" y="0"/>
                </a:lnTo>
                <a:lnTo>
                  <a:pt x="0" y="44196"/>
                </a:lnTo>
                <a:lnTo>
                  <a:pt x="44196" y="44196"/>
                </a:lnTo>
                <a:lnTo>
                  <a:pt x="44196" y="0"/>
                </a:lnTo>
                <a:close/>
              </a:path>
              <a:path w="358140" h="44450">
                <a:moveTo>
                  <a:pt x="121920" y="0"/>
                </a:moveTo>
                <a:lnTo>
                  <a:pt x="79248" y="0"/>
                </a:lnTo>
                <a:lnTo>
                  <a:pt x="79248" y="44196"/>
                </a:lnTo>
                <a:lnTo>
                  <a:pt x="121920" y="44196"/>
                </a:lnTo>
                <a:lnTo>
                  <a:pt x="121920" y="0"/>
                </a:lnTo>
                <a:close/>
              </a:path>
              <a:path w="358140" h="44450">
                <a:moveTo>
                  <a:pt x="201168" y="0"/>
                </a:moveTo>
                <a:lnTo>
                  <a:pt x="156972" y="0"/>
                </a:lnTo>
                <a:lnTo>
                  <a:pt x="156972" y="44196"/>
                </a:lnTo>
                <a:lnTo>
                  <a:pt x="201168" y="44196"/>
                </a:lnTo>
                <a:lnTo>
                  <a:pt x="201168" y="0"/>
                </a:lnTo>
                <a:close/>
              </a:path>
              <a:path w="358140" h="44450">
                <a:moveTo>
                  <a:pt x="278892" y="0"/>
                </a:moveTo>
                <a:lnTo>
                  <a:pt x="236220" y="0"/>
                </a:lnTo>
                <a:lnTo>
                  <a:pt x="236220" y="44196"/>
                </a:lnTo>
                <a:lnTo>
                  <a:pt x="278892" y="44196"/>
                </a:lnTo>
                <a:lnTo>
                  <a:pt x="278892" y="0"/>
                </a:lnTo>
                <a:close/>
              </a:path>
              <a:path w="358140" h="44450">
                <a:moveTo>
                  <a:pt x="358140" y="0"/>
                </a:moveTo>
                <a:lnTo>
                  <a:pt x="313944" y="0"/>
                </a:lnTo>
                <a:lnTo>
                  <a:pt x="313944" y="44196"/>
                </a:lnTo>
                <a:lnTo>
                  <a:pt x="358140" y="44196"/>
                </a:lnTo>
                <a:lnTo>
                  <a:pt x="358140" y="0"/>
                </a:lnTo>
                <a:close/>
              </a:path>
            </a:pathLst>
          </a:custGeom>
          <a:solidFill>
            <a:srgbClr val="00D9CE">
              <a:alpha val="7058"/>
            </a:srgbClr>
          </a:solidFill>
        </p:spPr>
        <p:txBody>
          <a:bodyPr wrap="square" lIns="0" tIns="0" rIns="0" bIns="0" rtlCol="0"/>
          <a:lstStyle/>
          <a:p>
            <a:endParaRPr/>
          </a:p>
        </p:txBody>
      </p:sp>
      <p:sp>
        <p:nvSpPr>
          <p:cNvPr id="28" name="object 28"/>
          <p:cNvSpPr/>
          <p:nvPr/>
        </p:nvSpPr>
        <p:spPr>
          <a:xfrm>
            <a:off x="10262616" y="2843783"/>
            <a:ext cx="593090" cy="43180"/>
          </a:xfrm>
          <a:custGeom>
            <a:avLst/>
            <a:gdLst/>
            <a:ahLst/>
            <a:cxnLst/>
            <a:rect l="l" t="t" r="r" b="b"/>
            <a:pathLst>
              <a:path w="593090" h="43180">
                <a:moveTo>
                  <a:pt x="42672" y="0"/>
                </a:moveTo>
                <a:lnTo>
                  <a:pt x="0" y="0"/>
                </a:lnTo>
                <a:lnTo>
                  <a:pt x="0" y="42672"/>
                </a:lnTo>
                <a:lnTo>
                  <a:pt x="42672" y="42672"/>
                </a:lnTo>
                <a:lnTo>
                  <a:pt x="42672" y="0"/>
                </a:lnTo>
                <a:close/>
              </a:path>
              <a:path w="593090" h="43180">
                <a:moveTo>
                  <a:pt x="121920" y="0"/>
                </a:moveTo>
                <a:lnTo>
                  <a:pt x="77724" y="0"/>
                </a:lnTo>
                <a:lnTo>
                  <a:pt x="77724" y="42672"/>
                </a:lnTo>
                <a:lnTo>
                  <a:pt x="121920" y="42672"/>
                </a:lnTo>
                <a:lnTo>
                  <a:pt x="121920" y="0"/>
                </a:lnTo>
                <a:close/>
              </a:path>
              <a:path w="593090" h="43180">
                <a:moveTo>
                  <a:pt x="199644" y="0"/>
                </a:moveTo>
                <a:lnTo>
                  <a:pt x="156972" y="0"/>
                </a:lnTo>
                <a:lnTo>
                  <a:pt x="156972" y="42672"/>
                </a:lnTo>
                <a:lnTo>
                  <a:pt x="199644" y="42672"/>
                </a:lnTo>
                <a:lnTo>
                  <a:pt x="199644" y="0"/>
                </a:lnTo>
                <a:close/>
              </a:path>
              <a:path w="593090" h="43180">
                <a:moveTo>
                  <a:pt x="278892" y="0"/>
                </a:moveTo>
                <a:lnTo>
                  <a:pt x="234696" y="0"/>
                </a:lnTo>
                <a:lnTo>
                  <a:pt x="234696" y="42672"/>
                </a:lnTo>
                <a:lnTo>
                  <a:pt x="278892" y="42672"/>
                </a:lnTo>
                <a:lnTo>
                  <a:pt x="278892" y="0"/>
                </a:lnTo>
                <a:close/>
              </a:path>
              <a:path w="593090" h="43180">
                <a:moveTo>
                  <a:pt x="356616" y="0"/>
                </a:moveTo>
                <a:lnTo>
                  <a:pt x="313944" y="0"/>
                </a:lnTo>
                <a:lnTo>
                  <a:pt x="313944" y="42672"/>
                </a:lnTo>
                <a:lnTo>
                  <a:pt x="356616" y="42672"/>
                </a:lnTo>
                <a:lnTo>
                  <a:pt x="356616" y="0"/>
                </a:lnTo>
                <a:close/>
              </a:path>
              <a:path w="593090" h="43180">
                <a:moveTo>
                  <a:pt x="435864" y="0"/>
                </a:moveTo>
                <a:lnTo>
                  <a:pt x="391668" y="0"/>
                </a:lnTo>
                <a:lnTo>
                  <a:pt x="391668" y="42672"/>
                </a:lnTo>
                <a:lnTo>
                  <a:pt x="435864" y="42672"/>
                </a:lnTo>
                <a:lnTo>
                  <a:pt x="435864" y="0"/>
                </a:lnTo>
                <a:close/>
              </a:path>
              <a:path w="593090" h="43180">
                <a:moveTo>
                  <a:pt x="513588" y="0"/>
                </a:moveTo>
                <a:lnTo>
                  <a:pt x="470916" y="0"/>
                </a:lnTo>
                <a:lnTo>
                  <a:pt x="470916" y="42672"/>
                </a:lnTo>
                <a:lnTo>
                  <a:pt x="513588" y="42672"/>
                </a:lnTo>
                <a:lnTo>
                  <a:pt x="513588" y="0"/>
                </a:lnTo>
                <a:close/>
              </a:path>
              <a:path w="593090" h="43180">
                <a:moveTo>
                  <a:pt x="592836" y="0"/>
                </a:moveTo>
                <a:lnTo>
                  <a:pt x="548640" y="0"/>
                </a:lnTo>
                <a:lnTo>
                  <a:pt x="548640" y="42672"/>
                </a:lnTo>
                <a:lnTo>
                  <a:pt x="592836" y="42672"/>
                </a:lnTo>
                <a:lnTo>
                  <a:pt x="592836" y="0"/>
                </a:lnTo>
                <a:close/>
              </a:path>
            </a:pathLst>
          </a:custGeom>
          <a:solidFill>
            <a:srgbClr val="FF8E01">
              <a:alpha val="7058"/>
            </a:srgbClr>
          </a:solidFill>
        </p:spPr>
        <p:txBody>
          <a:bodyPr wrap="square" lIns="0" tIns="0" rIns="0" bIns="0" rtlCol="0"/>
          <a:lstStyle/>
          <a:p>
            <a:endParaRPr/>
          </a:p>
        </p:txBody>
      </p:sp>
      <p:sp>
        <p:nvSpPr>
          <p:cNvPr id="29" name="object 29"/>
          <p:cNvSpPr/>
          <p:nvPr/>
        </p:nvSpPr>
        <p:spPr>
          <a:xfrm>
            <a:off x="10908792" y="2421635"/>
            <a:ext cx="593090" cy="43180"/>
          </a:xfrm>
          <a:custGeom>
            <a:avLst/>
            <a:gdLst/>
            <a:ahLst/>
            <a:cxnLst/>
            <a:rect l="l" t="t" r="r" b="b"/>
            <a:pathLst>
              <a:path w="593090" h="43180">
                <a:moveTo>
                  <a:pt x="42672" y="0"/>
                </a:moveTo>
                <a:lnTo>
                  <a:pt x="0" y="0"/>
                </a:lnTo>
                <a:lnTo>
                  <a:pt x="0" y="42672"/>
                </a:lnTo>
                <a:lnTo>
                  <a:pt x="42672" y="42672"/>
                </a:lnTo>
                <a:lnTo>
                  <a:pt x="42672" y="0"/>
                </a:lnTo>
                <a:close/>
              </a:path>
              <a:path w="593090" h="43180">
                <a:moveTo>
                  <a:pt x="121920" y="0"/>
                </a:moveTo>
                <a:lnTo>
                  <a:pt x="77724" y="0"/>
                </a:lnTo>
                <a:lnTo>
                  <a:pt x="77724" y="42672"/>
                </a:lnTo>
                <a:lnTo>
                  <a:pt x="121920" y="42672"/>
                </a:lnTo>
                <a:lnTo>
                  <a:pt x="121920" y="0"/>
                </a:lnTo>
                <a:close/>
              </a:path>
              <a:path w="593090" h="43180">
                <a:moveTo>
                  <a:pt x="199644" y="0"/>
                </a:moveTo>
                <a:lnTo>
                  <a:pt x="156972" y="0"/>
                </a:lnTo>
                <a:lnTo>
                  <a:pt x="156972" y="42672"/>
                </a:lnTo>
                <a:lnTo>
                  <a:pt x="199644" y="42672"/>
                </a:lnTo>
                <a:lnTo>
                  <a:pt x="199644" y="0"/>
                </a:lnTo>
                <a:close/>
              </a:path>
              <a:path w="593090" h="43180">
                <a:moveTo>
                  <a:pt x="278892" y="0"/>
                </a:moveTo>
                <a:lnTo>
                  <a:pt x="234696" y="0"/>
                </a:lnTo>
                <a:lnTo>
                  <a:pt x="234696" y="42672"/>
                </a:lnTo>
                <a:lnTo>
                  <a:pt x="278892" y="42672"/>
                </a:lnTo>
                <a:lnTo>
                  <a:pt x="278892" y="0"/>
                </a:lnTo>
                <a:close/>
              </a:path>
              <a:path w="593090" h="43180">
                <a:moveTo>
                  <a:pt x="356616" y="0"/>
                </a:moveTo>
                <a:lnTo>
                  <a:pt x="313944" y="0"/>
                </a:lnTo>
                <a:lnTo>
                  <a:pt x="313944" y="42672"/>
                </a:lnTo>
                <a:lnTo>
                  <a:pt x="356616" y="42672"/>
                </a:lnTo>
                <a:lnTo>
                  <a:pt x="356616" y="0"/>
                </a:lnTo>
                <a:close/>
              </a:path>
              <a:path w="593090" h="43180">
                <a:moveTo>
                  <a:pt x="435864" y="0"/>
                </a:moveTo>
                <a:lnTo>
                  <a:pt x="393192" y="0"/>
                </a:lnTo>
                <a:lnTo>
                  <a:pt x="393192" y="42672"/>
                </a:lnTo>
                <a:lnTo>
                  <a:pt x="435864" y="42672"/>
                </a:lnTo>
                <a:lnTo>
                  <a:pt x="435864" y="0"/>
                </a:lnTo>
                <a:close/>
              </a:path>
              <a:path w="593090" h="43180">
                <a:moveTo>
                  <a:pt x="515112" y="0"/>
                </a:moveTo>
                <a:lnTo>
                  <a:pt x="470916" y="0"/>
                </a:lnTo>
                <a:lnTo>
                  <a:pt x="470916" y="42672"/>
                </a:lnTo>
                <a:lnTo>
                  <a:pt x="515112" y="42672"/>
                </a:lnTo>
                <a:lnTo>
                  <a:pt x="515112" y="0"/>
                </a:lnTo>
                <a:close/>
              </a:path>
              <a:path w="593090" h="43180">
                <a:moveTo>
                  <a:pt x="592836" y="0"/>
                </a:moveTo>
                <a:lnTo>
                  <a:pt x="550164" y="0"/>
                </a:lnTo>
                <a:lnTo>
                  <a:pt x="550164" y="42672"/>
                </a:lnTo>
                <a:lnTo>
                  <a:pt x="592836" y="42672"/>
                </a:lnTo>
                <a:lnTo>
                  <a:pt x="592836" y="0"/>
                </a:lnTo>
                <a:close/>
              </a:path>
            </a:pathLst>
          </a:custGeom>
          <a:solidFill>
            <a:srgbClr val="FF8E01">
              <a:alpha val="7058"/>
            </a:srgbClr>
          </a:solidFill>
        </p:spPr>
        <p:txBody>
          <a:bodyPr wrap="square" lIns="0" tIns="0" rIns="0" bIns="0" rtlCol="0"/>
          <a:lstStyle/>
          <a:p>
            <a:endParaRPr/>
          </a:p>
        </p:txBody>
      </p:sp>
      <p:sp>
        <p:nvSpPr>
          <p:cNvPr id="30" name="object 30"/>
          <p:cNvSpPr/>
          <p:nvPr/>
        </p:nvSpPr>
        <p:spPr>
          <a:xfrm>
            <a:off x="9799320" y="5713476"/>
            <a:ext cx="1222375" cy="44450"/>
          </a:xfrm>
          <a:custGeom>
            <a:avLst/>
            <a:gdLst/>
            <a:ahLst/>
            <a:cxnLst/>
            <a:rect l="l" t="t" r="r" b="b"/>
            <a:pathLst>
              <a:path w="1222375" h="44450">
                <a:moveTo>
                  <a:pt x="44196" y="0"/>
                </a:moveTo>
                <a:lnTo>
                  <a:pt x="0" y="0"/>
                </a:lnTo>
                <a:lnTo>
                  <a:pt x="0" y="44196"/>
                </a:lnTo>
                <a:lnTo>
                  <a:pt x="44196" y="44196"/>
                </a:lnTo>
                <a:lnTo>
                  <a:pt x="44196" y="0"/>
                </a:lnTo>
                <a:close/>
              </a:path>
              <a:path w="1222375" h="44450">
                <a:moveTo>
                  <a:pt x="121920" y="0"/>
                </a:moveTo>
                <a:lnTo>
                  <a:pt x="79248" y="0"/>
                </a:lnTo>
                <a:lnTo>
                  <a:pt x="79248" y="44196"/>
                </a:lnTo>
                <a:lnTo>
                  <a:pt x="121920" y="44196"/>
                </a:lnTo>
                <a:lnTo>
                  <a:pt x="121920" y="0"/>
                </a:lnTo>
                <a:close/>
              </a:path>
              <a:path w="1222375" h="44450">
                <a:moveTo>
                  <a:pt x="201168" y="0"/>
                </a:moveTo>
                <a:lnTo>
                  <a:pt x="156972" y="0"/>
                </a:lnTo>
                <a:lnTo>
                  <a:pt x="156972" y="44196"/>
                </a:lnTo>
                <a:lnTo>
                  <a:pt x="201168" y="44196"/>
                </a:lnTo>
                <a:lnTo>
                  <a:pt x="201168" y="0"/>
                </a:lnTo>
                <a:close/>
              </a:path>
              <a:path w="1222375" h="44450">
                <a:moveTo>
                  <a:pt x="278892" y="0"/>
                </a:moveTo>
                <a:lnTo>
                  <a:pt x="236220" y="0"/>
                </a:lnTo>
                <a:lnTo>
                  <a:pt x="236220" y="44196"/>
                </a:lnTo>
                <a:lnTo>
                  <a:pt x="278892" y="44196"/>
                </a:lnTo>
                <a:lnTo>
                  <a:pt x="278892" y="0"/>
                </a:lnTo>
                <a:close/>
              </a:path>
              <a:path w="1222375" h="44450">
                <a:moveTo>
                  <a:pt x="358140" y="0"/>
                </a:moveTo>
                <a:lnTo>
                  <a:pt x="315468" y="0"/>
                </a:lnTo>
                <a:lnTo>
                  <a:pt x="315468" y="44196"/>
                </a:lnTo>
                <a:lnTo>
                  <a:pt x="358140" y="44196"/>
                </a:lnTo>
                <a:lnTo>
                  <a:pt x="358140" y="0"/>
                </a:lnTo>
                <a:close/>
              </a:path>
              <a:path w="1222375" h="44450">
                <a:moveTo>
                  <a:pt x="437388" y="0"/>
                </a:moveTo>
                <a:lnTo>
                  <a:pt x="393192" y="0"/>
                </a:lnTo>
                <a:lnTo>
                  <a:pt x="393192" y="44196"/>
                </a:lnTo>
                <a:lnTo>
                  <a:pt x="437388" y="44196"/>
                </a:lnTo>
                <a:lnTo>
                  <a:pt x="437388" y="0"/>
                </a:lnTo>
                <a:close/>
              </a:path>
              <a:path w="1222375" h="44450">
                <a:moveTo>
                  <a:pt x="515112" y="0"/>
                </a:moveTo>
                <a:lnTo>
                  <a:pt x="472440" y="0"/>
                </a:lnTo>
                <a:lnTo>
                  <a:pt x="472440" y="44196"/>
                </a:lnTo>
                <a:lnTo>
                  <a:pt x="515112" y="44196"/>
                </a:lnTo>
                <a:lnTo>
                  <a:pt x="515112" y="0"/>
                </a:lnTo>
                <a:close/>
              </a:path>
              <a:path w="1222375" h="44450">
                <a:moveTo>
                  <a:pt x="594360" y="0"/>
                </a:moveTo>
                <a:lnTo>
                  <a:pt x="550164" y="0"/>
                </a:lnTo>
                <a:lnTo>
                  <a:pt x="550164" y="44196"/>
                </a:lnTo>
                <a:lnTo>
                  <a:pt x="594360" y="44196"/>
                </a:lnTo>
                <a:lnTo>
                  <a:pt x="594360" y="0"/>
                </a:lnTo>
                <a:close/>
              </a:path>
              <a:path w="1222375" h="44450">
                <a:moveTo>
                  <a:pt x="672084" y="0"/>
                </a:moveTo>
                <a:lnTo>
                  <a:pt x="629412" y="0"/>
                </a:lnTo>
                <a:lnTo>
                  <a:pt x="629412" y="44196"/>
                </a:lnTo>
                <a:lnTo>
                  <a:pt x="672084" y="44196"/>
                </a:lnTo>
                <a:lnTo>
                  <a:pt x="672084" y="0"/>
                </a:lnTo>
                <a:close/>
              </a:path>
              <a:path w="1222375" h="44450">
                <a:moveTo>
                  <a:pt x="751332" y="0"/>
                </a:moveTo>
                <a:lnTo>
                  <a:pt x="707136" y="0"/>
                </a:lnTo>
                <a:lnTo>
                  <a:pt x="707136" y="44196"/>
                </a:lnTo>
                <a:lnTo>
                  <a:pt x="751332" y="44196"/>
                </a:lnTo>
                <a:lnTo>
                  <a:pt x="751332" y="0"/>
                </a:lnTo>
                <a:close/>
              </a:path>
              <a:path w="1222375" h="44450">
                <a:moveTo>
                  <a:pt x="829056" y="0"/>
                </a:moveTo>
                <a:lnTo>
                  <a:pt x="786384" y="0"/>
                </a:lnTo>
                <a:lnTo>
                  <a:pt x="786384" y="44196"/>
                </a:lnTo>
                <a:lnTo>
                  <a:pt x="829056" y="44196"/>
                </a:lnTo>
                <a:lnTo>
                  <a:pt x="829056" y="0"/>
                </a:lnTo>
                <a:close/>
              </a:path>
              <a:path w="1222375" h="44450">
                <a:moveTo>
                  <a:pt x="908304" y="0"/>
                </a:moveTo>
                <a:lnTo>
                  <a:pt x="864108" y="0"/>
                </a:lnTo>
                <a:lnTo>
                  <a:pt x="864108" y="44196"/>
                </a:lnTo>
                <a:lnTo>
                  <a:pt x="908304" y="44196"/>
                </a:lnTo>
                <a:lnTo>
                  <a:pt x="908304" y="0"/>
                </a:lnTo>
                <a:close/>
              </a:path>
              <a:path w="1222375" h="44450">
                <a:moveTo>
                  <a:pt x="986028" y="0"/>
                </a:moveTo>
                <a:lnTo>
                  <a:pt x="943356" y="0"/>
                </a:lnTo>
                <a:lnTo>
                  <a:pt x="943356" y="44196"/>
                </a:lnTo>
                <a:lnTo>
                  <a:pt x="986028" y="44196"/>
                </a:lnTo>
                <a:lnTo>
                  <a:pt x="986028" y="0"/>
                </a:lnTo>
                <a:close/>
              </a:path>
              <a:path w="1222375" h="44450">
                <a:moveTo>
                  <a:pt x="1065276" y="0"/>
                </a:moveTo>
                <a:lnTo>
                  <a:pt x="1022604" y="0"/>
                </a:lnTo>
                <a:lnTo>
                  <a:pt x="1022604" y="44196"/>
                </a:lnTo>
                <a:lnTo>
                  <a:pt x="1065276" y="44196"/>
                </a:lnTo>
                <a:lnTo>
                  <a:pt x="1065276" y="0"/>
                </a:lnTo>
                <a:close/>
              </a:path>
              <a:path w="1222375" h="44450">
                <a:moveTo>
                  <a:pt x="1144524" y="0"/>
                </a:moveTo>
                <a:lnTo>
                  <a:pt x="1100328" y="0"/>
                </a:lnTo>
                <a:lnTo>
                  <a:pt x="1100328" y="44196"/>
                </a:lnTo>
                <a:lnTo>
                  <a:pt x="1144524" y="44196"/>
                </a:lnTo>
                <a:lnTo>
                  <a:pt x="1144524" y="0"/>
                </a:lnTo>
                <a:close/>
              </a:path>
              <a:path w="1222375" h="44450">
                <a:moveTo>
                  <a:pt x="1222248" y="0"/>
                </a:moveTo>
                <a:lnTo>
                  <a:pt x="1179576" y="0"/>
                </a:lnTo>
                <a:lnTo>
                  <a:pt x="1179576" y="44196"/>
                </a:lnTo>
                <a:lnTo>
                  <a:pt x="1222248" y="44196"/>
                </a:lnTo>
                <a:lnTo>
                  <a:pt x="1222248" y="0"/>
                </a:lnTo>
                <a:close/>
              </a:path>
            </a:pathLst>
          </a:custGeom>
          <a:solidFill>
            <a:srgbClr val="4264DE">
              <a:alpha val="7058"/>
            </a:srgbClr>
          </a:solidFill>
        </p:spPr>
        <p:txBody>
          <a:bodyPr wrap="square" lIns="0" tIns="0" rIns="0" bIns="0" rtlCol="0"/>
          <a:lstStyle/>
          <a:p>
            <a:endParaRPr/>
          </a:p>
        </p:txBody>
      </p:sp>
      <p:sp>
        <p:nvSpPr>
          <p:cNvPr id="31" name="object 31"/>
          <p:cNvSpPr/>
          <p:nvPr/>
        </p:nvSpPr>
        <p:spPr>
          <a:xfrm>
            <a:off x="9799320" y="5541264"/>
            <a:ext cx="1068705" cy="127000"/>
          </a:xfrm>
          <a:custGeom>
            <a:avLst/>
            <a:gdLst/>
            <a:ahLst/>
            <a:cxnLst/>
            <a:rect l="l" t="t" r="r" b="b"/>
            <a:pathLst>
              <a:path w="1068704" h="127000">
                <a:moveTo>
                  <a:pt x="44196" y="82296"/>
                </a:moveTo>
                <a:lnTo>
                  <a:pt x="0" y="82296"/>
                </a:lnTo>
                <a:lnTo>
                  <a:pt x="0" y="126492"/>
                </a:lnTo>
                <a:lnTo>
                  <a:pt x="44196" y="126492"/>
                </a:lnTo>
                <a:lnTo>
                  <a:pt x="44196" y="82296"/>
                </a:lnTo>
                <a:close/>
              </a:path>
              <a:path w="1068704" h="127000">
                <a:moveTo>
                  <a:pt x="121920" y="82296"/>
                </a:moveTo>
                <a:lnTo>
                  <a:pt x="79248" y="82296"/>
                </a:lnTo>
                <a:lnTo>
                  <a:pt x="79248" y="126492"/>
                </a:lnTo>
                <a:lnTo>
                  <a:pt x="121920" y="126492"/>
                </a:lnTo>
                <a:lnTo>
                  <a:pt x="121920" y="82296"/>
                </a:lnTo>
                <a:close/>
              </a:path>
              <a:path w="1068704" h="127000">
                <a:moveTo>
                  <a:pt x="201168" y="82296"/>
                </a:moveTo>
                <a:lnTo>
                  <a:pt x="156972" y="82296"/>
                </a:lnTo>
                <a:lnTo>
                  <a:pt x="156972" y="126492"/>
                </a:lnTo>
                <a:lnTo>
                  <a:pt x="201168" y="126492"/>
                </a:lnTo>
                <a:lnTo>
                  <a:pt x="201168" y="82296"/>
                </a:lnTo>
                <a:close/>
              </a:path>
              <a:path w="1068704" h="127000">
                <a:moveTo>
                  <a:pt x="278892" y="82296"/>
                </a:moveTo>
                <a:lnTo>
                  <a:pt x="236220" y="82296"/>
                </a:lnTo>
                <a:lnTo>
                  <a:pt x="236220" y="126492"/>
                </a:lnTo>
                <a:lnTo>
                  <a:pt x="278892" y="126492"/>
                </a:lnTo>
                <a:lnTo>
                  <a:pt x="278892" y="82296"/>
                </a:lnTo>
                <a:close/>
              </a:path>
              <a:path w="1068704" h="127000">
                <a:moveTo>
                  <a:pt x="358140" y="82296"/>
                </a:moveTo>
                <a:lnTo>
                  <a:pt x="315468" y="82296"/>
                </a:lnTo>
                <a:lnTo>
                  <a:pt x="315468" y="126492"/>
                </a:lnTo>
                <a:lnTo>
                  <a:pt x="358140" y="126492"/>
                </a:lnTo>
                <a:lnTo>
                  <a:pt x="358140" y="82296"/>
                </a:lnTo>
                <a:close/>
              </a:path>
              <a:path w="1068704" h="127000">
                <a:moveTo>
                  <a:pt x="437388" y="82296"/>
                </a:moveTo>
                <a:lnTo>
                  <a:pt x="393192" y="82296"/>
                </a:lnTo>
                <a:lnTo>
                  <a:pt x="393192" y="126492"/>
                </a:lnTo>
                <a:lnTo>
                  <a:pt x="437388" y="126492"/>
                </a:lnTo>
                <a:lnTo>
                  <a:pt x="437388" y="82296"/>
                </a:lnTo>
                <a:close/>
              </a:path>
              <a:path w="1068704" h="127000">
                <a:moveTo>
                  <a:pt x="515112" y="82296"/>
                </a:moveTo>
                <a:lnTo>
                  <a:pt x="472440" y="82296"/>
                </a:lnTo>
                <a:lnTo>
                  <a:pt x="472440" y="126492"/>
                </a:lnTo>
                <a:lnTo>
                  <a:pt x="515112" y="126492"/>
                </a:lnTo>
                <a:lnTo>
                  <a:pt x="515112" y="82296"/>
                </a:lnTo>
                <a:close/>
              </a:path>
              <a:path w="1068704" h="127000">
                <a:moveTo>
                  <a:pt x="518160" y="0"/>
                </a:moveTo>
                <a:lnTo>
                  <a:pt x="475488" y="0"/>
                </a:lnTo>
                <a:lnTo>
                  <a:pt x="475488" y="44196"/>
                </a:lnTo>
                <a:lnTo>
                  <a:pt x="518160" y="44196"/>
                </a:lnTo>
                <a:lnTo>
                  <a:pt x="518160" y="0"/>
                </a:lnTo>
                <a:close/>
              </a:path>
              <a:path w="1068704" h="127000">
                <a:moveTo>
                  <a:pt x="594360" y="82296"/>
                </a:moveTo>
                <a:lnTo>
                  <a:pt x="550164" y="82296"/>
                </a:lnTo>
                <a:lnTo>
                  <a:pt x="550164" y="126492"/>
                </a:lnTo>
                <a:lnTo>
                  <a:pt x="594360" y="126492"/>
                </a:lnTo>
                <a:lnTo>
                  <a:pt x="594360" y="82296"/>
                </a:lnTo>
                <a:close/>
              </a:path>
              <a:path w="1068704" h="127000">
                <a:moveTo>
                  <a:pt x="597408" y="0"/>
                </a:moveTo>
                <a:lnTo>
                  <a:pt x="553212" y="0"/>
                </a:lnTo>
                <a:lnTo>
                  <a:pt x="553212" y="44196"/>
                </a:lnTo>
                <a:lnTo>
                  <a:pt x="597408" y="44196"/>
                </a:lnTo>
                <a:lnTo>
                  <a:pt x="597408" y="0"/>
                </a:lnTo>
                <a:close/>
              </a:path>
              <a:path w="1068704" h="127000">
                <a:moveTo>
                  <a:pt x="675132" y="0"/>
                </a:moveTo>
                <a:lnTo>
                  <a:pt x="632460" y="0"/>
                </a:lnTo>
                <a:lnTo>
                  <a:pt x="632460" y="44196"/>
                </a:lnTo>
                <a:lnTo>
                  <a:pt x="675132" y="44196"/>
                </a:lnTo>
                <a:lnTo>
                  <a:pt x="675132" y="0"/>
                </a:lnTo>
                <a:close/>
              </a:path>
              <a:path w="1068704" h="127000">
                <a:moveTo>
                  <a:pt x="754380" y="0"/>
                </a:moveTo>
                <a:lnTo>
                  <a:pt x="710184" y="0"/>
                </a:lnTo>
                <a:lnTo>
                  <a:pt x="710184" y="44196"/>
                </a:lnTo>
                <a:lnTo>
                  <a:pt x="754380" y="44196"/>
                </a:lnTo>
                <a:lnTo>
                  <a:pt x="754380" y="0"/>
                </a:lnTo>
                <a:close/>
              </a:path>
              <a:path w="1068704" h="127000">
                <a:moveTo>
                  <a:pt x="832104" y="0"/>
                </a:moveTo>
                <a:lnTo>
                  <a:pt x="789432" y="0"/>
                </a:lnTo>
                <a:lnTo>
                  <a:pt x="789432" y="44196"/>
                </a:lnTo>
                <a:lnTo>
                  <a:pt x="832104" y="44196"/>
                </a:lnTo>
                <a:lnTo>
                  <a:pt x="832104" y="0"/>
                </a:lnTo>
                <a:close/>
              </a:path>
              <a:path w="1068704" h="127000">
                <a:moveTo>
                  <a:pt x="911352" y="0"/>
                </a:moveTo>
                <a:lnTo>
                  <a:pt x="867156" y="0"/>
                </a:lnTo>
                <a:lnTo>
                  <a:pt x="867156" y="44196"/>
                </a:lnTo>
                <a:lnTo>
                  <a:pt x="911352" y="44196"/>
                </a:lnTo>
                <a:lnTo>
                  <a:pt x="911352" y="0"/>
                </a:lnTo>
                <a:close/>
              </a:path>
              <a:path w="1068704" h="127000">
                <a:moveTo>
                  <a:pt x="989076" y="0"/>
                </a:moveTo>
                <a:lnTo>
                  <a:pt x="946404" y="0"/>
                </a:lnTo>
                <a:lnTo>
                  <a:pt x="946404" y="44196"/>
                </a:lnTo>
                <a:lnTo>
                  <a:pt x="989076" y="44196"/>
                </a:lnTo>
                <a:lnTo>
                  <a:pt x="989076" y="0"/>
                </a:lnTo>
                <a:close/>
              </a:path>
              <a:path w="1068704" h="127000">
                <a:moveTo>
                  <a:pt x="1068324" y="0"/>
                </a:moveTo>
                <a:lnTo>
                  <a:pt x="1024128" y="0"/>
                </a:lnTo>
                <a:lnTo>
                  <a:pt x="1024128" y="44196"/>
                </a:lnTo>
                <a:lnTo>
                  <a:pt x="1068324" y="44196"/>
                </a:lnTo>
                <a:lnTo>
                  <a:pt x="1068324" y="0"/>
                </a:lnTo>
                <a:close/>
              </a:path>
            </a:pathLst>
          </a:custGeom>
          <a:solidFill>
            <a:srgbClr val="00D9CE">
              <a:alpha val="7058"/>
            </a:srgbClr>
          </a:solidFill>
        </p:spPr>
        <p:txBody>
          <a:bodyPr wrap="square" lIns="0" tIns="0" rIns="0" bIns="0" rtlCol="0"/>
          <a:lstStyle/>
          <a:p>
            <a:endParaRPr/>
          </a:p>
        </p:txBody>
      </p:sp>
      <p:grpSp>
        <p:nvGrpSpPr>
          <p:cNvPr id="32" name="object 32"/>
          <p:cNvGrpSpPr/>
          <p:nvPr/>
        </p:nvGrpSpPr>
        <p:grpSpPr>
          <a:xfrm>
            <a:off x="9799319" y="5804915"/>
            <a:ext cx="1461770" cy="116205"/>
            <a:chOff x="9799319" y="5804915"/>
            <a:chExt cx="1461770" cy="116205"/>
          </a:xfrm>
        </p:grpSpPr>
        <p:sp>
          <p:nvSpPr>
            <p:cNvPr id="33" name="object 33"/>
            <p:cNvSpPr/>
            <p:nvPr/>
          </p:nvSpPr>
          <p:spPr>
            <a:xfrm>
              <a:off x="9799320" y="5804915"/>
              <a:ext cx="908685" cy="43180"/>
            </a:xfrm>
            <a:custGeom>
              <a:avLst/>
              <a:gdLst/>
              <a:ahLst/>
              <a:cxnLst/>
              <a:rect l="l" t="t" r="r" b="b"/>
              <a:pathLst>
                <a:path w="908684" h="43179">
                  <a:moveTo>
                    <a:pt x="44196" y="0"/>
                  </a:moveTo>
                  <a:lnTo>
                    <a:pt x="0" y="0"/>
                  </a:lnTo>
                  <a:lnTo>
                    <a:pt x="0" y="42672"/>
                  </a:lnTo>
                  <a:lnTo>
                    <a:pt x="44196" y="42672"/>
                  </a:lnTo>
                  <a:lnTo>
                    <a:pt x="44196" y="0"/>
                  </a:lnTo>
                  <a:close/>
                </a:path>
                <a:path w="908684" h="43179">
                  <a:moveTo>
                    <a:pt x="121920" y="0"/>
                  </a:moveTo>
                  <a:lnTo>
                    <a:pt x="79248" y="0"/>
                  </a:lnTo>
                  <a:lnTo>
                    <a:pt x="79248" y="42672"/>
                  </a:lnTo>
                  <a:lnTo>
                    <a:pt x="121920" y="42672"/>
                  </a:lnTo>
                  <a:lnTo>
                    <a:pt x="121920" y="0"/>
                  </a:lnTo>
                  <a:close/>
                </a:path>
                <a:path w="908684" h="43179">
                  <a:moveTo>
                    <a:pt x="201168" y="0"/>
                  </a:moveTo>
                  <a:lnTo>
                    <a:pt x="156972" y="0"/>
                  </a:lnTo>
                  <a:lnTo>
                    <a:pt x="156972" y="42672"/>
                  </a:lnTo>
                  <a:lnTo>
                    <a:pt x="201168" y="42672"/>
                  </a:lnTo>
                  <a:lnTo>
                    <a:pt x="201168" y="0"/>
                  </a:lnTo>
                  <a:close/>
                </a:path>
                <a:path w="908684" h="43179">
                  <a:moveTo>
                    <a:pt x="278892" y="0"/>
                  </a:moveTo>
                  <a:lnTo>
                    <a:pt x="236220" y="0"/>
                  </a:lnTo>
                  <a:lnTo>
                    <a:pt x="236220" y="42672"/>
                  </a:lnTo>
                  <a:lnTo>
                    <a:pt x="278892" y="42672"/>
                  </a:lnTo>
                  <a:lnTo>
                    <a:pt x="278892" y="0"/>
                  </a:lnTo>
                  <a:close/>
                </a:path>
                <a:path w="908684" h="43179">
                  <a:moveTo>
                    <a:pt x="358140" y="0"/>
                  </a:moveTo>
                  <a:lnTo>
                    <a:pt x="315468" y="0"/>
                  </a:lnTo>
                  <a:lnTo>
                    <a:pt x="315468" y="42672"/>
                  </a:lnTo>
                  <a:lnTo>
                    <a:pt x="358140" y="42672"/>
                  </a:lnTo>
                  <a:lnTo>
                    <a:pt x="358140" y="0"/>
                  </a:lnTo>
                  <a:close/>
                </a:path>
                <a:path w="908684" h="43179">
                  <a:moveTo>
                    <a:pt x="437388" y="0"/>
                  </a:moveTo>
                  <a:lnTo>
                    <a:pt x="393192" y="0"/>
                  </a:lnTo>
                  <a:lnTo>
                    <a:pt x="393192" y="42672"/>
                  </a:lnTo>
                  <a:lnTo>
                    <a:pt x="437388" y="42672"/>
                  </a:lnTo>
                  <a:lnTo>
                    <a:pt x="437388" y="0"/>
                  </a:lnTo>
                  <a:close/>
                </a:path>
                <a:path w="908684" h="43179">
                  <a:moveTo>
                    <a:pt x="515112" y="0"/>
                  </a:moveTo>
                  <a:lnTo>
                    <a:pt x="472440" y="0"/>
                  </a:lnTo>
                  <a:lnTo>
                    <a:pt x="472440" y="42672"/>
                  </a:lnTo>
                  <a:lnTo>
                    <a:pt x="515112" y="42672"/>
                  </a:lnTo>
                  <a:lnTo>
                    <a:pt x="515112" y="0"/>
                  </a:lnTo>
                  <a:close/>
                </a:path>
                <a:path w="908684" h="43179">
                  <a:moveTo>
                    <a:pt x="594360" y="0"/>
                  </a:moveTo>
                  <a:lnTo>
                    <a:pt x="550164" y="0"/>
                  </a:lnTo>
                  <a:lnTo>
                    <a:pt x="550164" y="42672"/>
                  </a:lnTo>
                  <a:lnTo>
                    <a:pt x="594360" y="42672"/>
                  </a:lnTo>
                  <a:lnTo>
                    <a:pt x="594360" y="0"/>
                  </a:lnTo>
                  <a:close/>
                </a:path>
                <a:path w="908684" h="43179">
                  <a:moveTo>
                    <a:pt x="672084" y="0"/>
                  </a:moveTo>
                  <a:lnTo>
                    <a:pt x="629412" y="0"/>
                  </a:lnTo>
                  <a:lnTo>
                    <a:pt x="629412" y="42672"/>
                  </a:lnTo>
                  <a:lnTo>
                    <a:pt x="672084" y="42672"/>
                  </a:lnTo>
                  <a:lnTo>
                    <a:pt x="672084" y="0"/>
                  </a:lnTo>
                  <a:close/>
                </a:path>
                <a:path w="908684" h="43179">
                  <a:moveTo>
                    <a:pt x="751332" y="0"/>
                  </a:moveTo>
                  <a:lnTo>
                    <a:pt x="707136" y="0"/>
                  </a:lnTo>
                  <a:lnTo>
                    <a:pt x="707136" y="42672"/>
                  </a:lnTo>
                  <a:lnTo>
                    <a:pt x="751332" y="42672"/>
                  </a:lnTo>
                  <a:lnTo>
                    <a:pt x="751332" y="0"/>
                  </a:lnTo>
                  <a:close/>
                </a:path>
                <a:path w="908684" h="43179">
                  <a:moveTo>
                    <a:pt x="829056" y="0"/>
                  </a:moveTo>
                  <a:lnTo>
                    <a:pt x="786384" y="0"/>
                  </a:lnTo>
                  <a:lnTo>
                    <a:pt x="786384" y="42672"/>
                  </a:lnTo>
                  <a:lnTo>
                    <a:pt x="829056" y="42672"/>
                  </a:lnTo>
                  <a:lnTo>
                    <a:pt x="829056" y="0"/>
                  </a:lnTo>
                  <a:close/>
                </a:path>
                <a:path w="908684" h="43179">
                  <a:moveTo>
                    <a:pt x="908304" y="0"/>
                  </a:moveTo>
                  <a:lnTo>
                    <a:pt x="864108" y="0"/>
                  </a:lnTo>
                  <a:lnTo>
                    <a:pt x="864108" y="42672"/>
                  </a:lnTo>
                  <a:lnTo>
                    <a:pt x="908304" y="42672"/>
                  </a:lnTo>
                  <a:lnTo>
                    <a:pt x="908304" y="0"/>
                  </a:lnTo>
                  <a:close/>
                </a:path>
              </a:pathLst>
            </a:custGeom>
            <a:solidFill>
              <a:srgbClr val="4264DE">
                <a:alpha val="7058"/>
              </a:srgbClr>
            </a:solidFill>
          </p:spPr>
          <p:txBody>
            <a:bodyPr wrap="square" lIns="0" tIns="0" rIns="0" bIns="0" rtlCol="0"/>
            <a:lstStyle/>
            <a:p>
              <a:endParaRPr/>
            </a:p>
          </p:txBody>
        </p:sp>
        <p:sp>
          <p:nvSpPr>
            <p:cNvPr id="34" name="object 34"/>
            <p:cNvSpPr/>
            <p:nvPr/>
          </p:nvSpPr>
          <p:spPr>
            <a:xfrm>
              <a:off x="10666476" y="5878067"/>
              <a:ext cx="594360" cy="43180"/>
            </a:xfrm>
            <a:custGeom>
              <a:avLst/>
              <a:gdLst/>
              <a:ahLst/>
              <a:cxnLst/>
              <a:rect l="l" t="t" r="r" b="b"/>
              <a:pathLst>
                <a:path w="594359" h="43179">
                  <a:moveTo>
                    <a:pt x="44196" y="0"/>
                  </a:moveTo>
                  <a:lnTo>
                    <a:pt x="0" y="0"/>
                  </a:lnTo>
                  <a:lnTo>
                    <a:pt x="0" y="42672"/>
                  </a:lnTo>
                  <a:lnTo>
                    <a:pt x="44196" y="42672"/>
                  </a:lnTo>
                  <a:lnTo>
                    <a:pt x="44196" y="0"/>
                  </a:lnTo>
                  <a:close/>
                </a:path>
                <a:path w="594359" h="43179">
                  <a:moveTo>
                    <a:pt x="121920" y="0"/>
                  </a:moveTo>
                  <a:lnTo>
                    <a:pt x="79248" y="0"/>
                  </a:lnTo>
                  <a:lnTo>
                    <a:pt x="79248" y="42672"/>
                  </a:lnTo>
                  <a:lnTo>
                    <a:pt x="121920" y="42672"/>
                  </a:lnTo>
                  <a:lnTo>
                    <a:pt x="121920" y="0"/>
                  </a:lnTo>
                  <a:close/>
                </a:path>
                <a:path w="594359" h="43179">
                  <a:moveTo>
                    <a:pt x="201168" y="0"/>
                  </a:moveTo>
                  <a:lnTo>
                    <a:pt x="156972" y="0"/>
                  </a:lnTo>
                  <a:lnTo>
                    <a:pt x="156972" y="42672"/>
                  </a:lnTo>
                  <a:lnTo>
                    <a:pt x="201168" y="42672"/>
                  </a:lnTo>
                  <a:lnTo>
                    <a:pt x="201168" y="0"/>
                  </a:lnTo>
                  <a:close/>
                </a:path>
                <a:path w="594359" h="43179">
                  <a:moveTo>
                    <a:pt x="280416" y="0"/>
                  </a:moveTo>
                  <a:lnTo>
                    <a:pt x="236220" y="0"/>
                  </a:lnTo>
                  <a:lnTo>
                    <a:pt x="236220" y="42672"/>
                  </a:lnTo>
                  <a:lnTo>
                    <a:pt x="280416" y="42672"/>
                  </a:lnTo>
                  <a:lnTo>
                    <a:pt x="280416" y="0"/>
                  </a:lnTo>
                  <a:close/>
                </a:path>
                <a:path w="594359" h="43179">
                  <a:moveTo>
                    <a:pt x="358140" y="0"/>
                  </a:moveTo>
                  <a:lnTo>
                    <a:pt x="315468" y="0"/>
                  </a:lnTo>
                  <a:lnTo>
                    <a:pt x="315468" y="42672"/>
                  </a:lnTo>
                  <a:lnTo>
                    <a:pt x="358140" y="42672"/>
                  </a:lnTo>
                  <a:lnTo>
                    <a:pt x="358140" y="0"/>
                  </a:lnTo>
                  <a:close/>
                </a:path>
                <a:path w="594359" h="43179">
                  <a:moveTo>
                    <a:pt x="437388" y="0"/>
                  </a:moveTo>
                  <a:lnTo>
                    <a:pt x="393192" y="0"/>
                  </a:lnTo>
                  <a:lnTo>
                    <a:pt x="393192" y="42672"/>
                  </a:lnTo>
                  <a:lnTo>
                    <a:pt x="437388" y="42672"/>
                  </a:lnTo>
                  <a:lnTo>
                    <a:pt x="437388" y="0"/>
                  </a:lnTo>
                  <a:close/>
                </a:path>
                <a:path w="594359" h="43179">
                  <a:moveTo>
                    <a:pt x="515112" y="0"/>
                  </a:moveTo>
                  <a:lnTo>
                    <a:pt x="472440" y="0"/>
                  </a:lnTo>
                  <a:lnTo>
                    <a:pt x="472440" y="42672"/>
                  </a:lnTo>
                  <a:lnTo>
                    <a:pt x="515112" y="42672"/>
                  </a:lnTo>
                  <a:lnTo>
                    <a:pt x="515112" y="0"/>
                  </a:lnTo>
                  <a:close/>
                </a:path>
                <a:path w="594359" h="43179">
                  <a:moveTo>
                    <a:pt x="594360" y="0"/>
                  </a:moveTo>
                  <a:lnTo>
                    <a:pt x="550164" y="0"/>
                  </a:lnTo>
                  <a:lnTo>
                    <a:pt x="550164" y="42672"/>
                  </a:lnTo>
                  <a:lnTo>
                    <a:pt x="594360" y="42672"/>
                  </a:lnTo>
                  <a:lnTo>
                    <a:pt x="594360" y="0"/>
                  </a:lnTo>
                  <a:close/>
                </a:path>
              </a:pathLst>
            </a:custGeom>
            <a:solidFill>
              <a:srgbClr val="FF8E01">
                <a:alpha val="7058"/>
              </a:srgbClr>
            </a:solidFill>
          </p:spPr>
          <p:txBody>
            <a:bodyPr wrap="square" lIns="0" tIns="0" rIns="0" bIns="0" rtlCol="0"/>
            <a:lstStyle/>
            <a:p>
              <a:endParaRPr/>
            </a:p>
          </p:txBody>
        </p:sp>
      </p:grpSp>
      <p:sp>
        <p:nvSpPr>
          <p:cNvPr id="35" name="object 35"/>
          <p:cNvSpPr/>
          <p:nvPr/>
        </p:nvSpPr>
        <p:spPr>
          <a:xfrm>
            <a:off x="11317224" y="5408676"/>
            <a:ext cx="358140" cy="43180"/>
          </a:xfrm>
          <a:custGeom>
            <a:avLst/>
            <a:gdLst/>
            <a:ahLst/>
            <a:cxnLst/>
            <a:rect l="l" t="t" r="r" b="b"/>
            <a:pathLst>
              <a:path w="358140" h="43179">
                <a:moveTo>
                  <a:pt x="42672" y="0"/>
                </a:moveTo>
                <a:lnTo>
                  <a:pt x="0" y="0"/>
                </a:lnTo>
                <a:lnTo>
                  <a:pt x="0" y="42672"/>
                </a:lnTo>
                <a:lnTo>
                  <a:pt x="42672" y="42672"/>
                </a:lnTo>
                <a:lnTo>
                  <a:pt x="42672" y="0"/>
                </a:lnTo>
                <a:close/>
              </a:path>
              <a:path w="358140" h="43179">
                <a:moveTo>
                  <a:pt x="121920" y="0"/>
                </a:moveTo>
                <a:lnTo>
                  <a:pt x="77724" y="0"/>
                </a:lnTo>
                <a:lnTo>
                  <a:pt x="77724" y="42672"/>
                </a:lnTo>
                <a:lnTo>
                  <a:pt x="121920" y="42672"/>
                </a:lnTo>
                <a:lnTo>
                  <a:pt x="121920" y="0"/>
                </a:lnTo>
                <a:close/>
              </a:path>
              <a:path w="358140" h="43179">
                <a:moveTo>
                  <a:pt x="199644" y="0"/>
                </a:moveTo>
                <a:lnTo>
                  <a:pt x="156972" y="0"/>
                </a:lnTo>
                <a:lnTo>
                  <a:pt x="156972" y="42672"/>
                </a:lnTo>
                <a:lnTo>
                  <a:pt x="199644" y="42672"/>
                </a:lnTo>
                <a:lnTo>
                  <a:pt x="199644" y="0"/>
                </a:lnTo>
                <a:close/>
              </a:path>
              <a:path w="358140" h="43179">
                <a:moveTo>
                  <a:pt x="278892" y="0"/>
                </a:moveTo>
                <a:lnTo>
                  <a:pt x="236220" y="0"/>
                </a:lnTo>
                <a:lnTo>
                  <a:pt x="236220" y="42672"/>
                </a:lnTo>
                <a:lnTo>
                  <a:pt x="278892" y="42672"/>
                </a:lnTo>
                <a:lnTo>
                  <a:pt x="278892" y="0"/>
                </a:lnTo>
                <a:close/>
              </a:path>
              <a:path w="358140" h="43179">
                <a:moveTo>
                  <a:pt x="358140" y="0"/>
                </a:moveTo>
                <a:lnTo>
                  <a:pt x="313944" y="0"/>
                </a:lnTo>
                <a:lnTo>
                  <a:pt x="313944" y="42672"/>
                </a:lnTo>
                <a:lnTo>
                  <a:pt x="358140" y="42672"/>
                </a:lnTo>
                <a:lnTo>
                  <a:pt x="358140" y="0"/>
                </a:lnTo>
                <a:close/>
              </a:path>
            </a:pathLst>
          </a:custGeom>
          <a:solidFill>
            <a:srgbClr val="4264DE">
              <a:alpha val="7058"/>
            </a:srgbClr>
          </a:solidFill>
        </p:spPr>
        <p:txBody>
          <a:bodyPr wrap="square" lIns="0" tIns="0" rIns="0" bIns="0" rtlCol="0"/>
          <a:lstStyle/>
          <a:p>
            <a:endParaRPr/>
          </a:p>
        </p:txBody>
      </p:sp>
      <p:sp>
        <p:nvSpPr>
          <p:cNvPr id="36" name="object 36"/>
          <p:cNvSpPr/>
          <p:nvPr/>
        </p:nvSpPr>
        <p:spPr>
          <a:xfrm>
            <a:off x="11138916" y="5978652"/>
            <a:ext cx="356870" cy="44450"/>
          </a:xfrm>
          <a:custGeom>
            <a:avLst/>
            <a:gdLst/>
            <a:ahLst/>
            <a:cxnLst/>
            <a:rect l="l" t="t" r="r" b="b"/>
            <a:pathLst>
              <a:path w="356870" h="44450">
                <a:moveTo>
                  <a:pt x="42672" y="0"/>
                </a:moveTo>
                <a:lnTo>
                  <a:pt x="0" y="0"/>
                </a:lnTo>
                <a:lnTo>
                  <a:pt x="0" y="44196"/>
                </a:lnTo>
                <a:lnTo>
                  <a:pt x="42672" y="44196"/>
                </a:lnTo>
                <a:lnTo>
                  <a:pt x="42672" y="0"/>
                </a:lnTo>
                <a:close/>
              </a:path>
              <a:path w="356870" h="44450">
                <a:moveTo>
                  <a:pt x="121920" y="0"/>
                </a:moveTo>
                <a:lnTo>
                  <a:pt x="77724" y="0"/>
                </a:lnTo>
                <a:lnTo>
                  <a:pt x="77724" y="44196"/>
                </a:lnTo>
                <a:lnTo>
                  <a:pt x="121920" y="44196"/>
                </a:lnTo>
                <a:lnTo>
                  <a:pt x="121920" y="0"/>
                </a:lnTo>
                <a:close/>
              </a:path>
              <a:path w="356870" h="44450">
                <a:moveTo>
                  <a:pt x="199644" y="0"/>
                </a:moveTo>
                <a:lnTo>
                  <a:pt x="156972" y="0"/>
                </a:lnTo>
                <a:lnTo>
                  <a:pt x="156972" y="44196"/>
                </a:lnTo>
                <a:lnTo>
                  <a:pt x="199644" y="44196"/>
                </a:lnTo>
                <a:lnTo>
                  <a:pt x="199644" y="0"/>
                </a:lnTo>
                <a:close/>
              </a:path>
              <a:path w="356870" h="44450">
                <a:moveTo>
                  <a:pt x="278892" y="0"/>
                </a:moveTo>
                <a:lnTo>
                  <a:pt x="234696" y="0"/>
                </a:lnTo>
                <a:lnTo>
                  <a:pt x="234696" y="44196"/>
                </a:lnTo>
                <a:lnTo>
                  <a:pt x="278892" y="44196"/>
                </a:lnTo>
                <a:lnTo>
                  <a:pt x="278892" y="0"/>
                </a:lnTo>
                <a:close/>
              </a:path>
              <a:path w="356870" h="44450">
                <a:moveTo>
                  <a:pt x="356616" y="0"/>
                </a:moveTo>
                <a:lnTo>
                  <a:pt x="313944" y="0"/>
                </a:lnTo>
                <a:lnTo>
                  <a:pt x="313944" y="44196"/>
                </a:lnTo>
                <a:lnTo>
                  <a:pt x="356616" y="44196"/>
                </a:lnTo>
                <a:lnTo>
                  <a:pt x="356616" y="0"/>
                </a:lnTo>
                <a:close/>
              </a:path>
            </a:pathLst>
          </a:custGeom>
          <a:solidFill>
            <a:srgbClr val="00D9CE">
              <a:alpha val="7058"/>
            </a:srgbClr>
          </a:solidFill>
        </p:spPr>
        <p:txBody>
          <a:bodyPr wrap="square" lIns="0" tIns="0" rIns="0" bIns="0" rtlCol="0"/>
          <a:lstStyle/>
          <a:p>
            <a:endParaRPr/>
          </a:p>
        </p:txBody>
      </p:sp>
      <p:sp>
        <p:nvSpPr>
          <p:cNvPr id="37" name="object 37"/>
          <p:cNvSpPr/>
          <p:nvPr/>
        </p:nvSpPr>
        <p:spPr>
          <a:xfrm>
            <a:off x="10434828" y="6050279"/>
            <a:ext cx="593090" cy="43180"/>
          </a:xfrm>
          <a:custGeom>
            <a:avLst/>
            <a:gdLst/>
            <a:ahLst/>
            <a:cxnLst/>
            <a:rect l="l" t="t" r="r" b="b"/>
            <a:pathLst>
              <a:path w="593090" h="43179">
                <a:moveTo>
                  <a:pt x="44196" y="0"/>
                </a:moveTo>
                <a:lnTo>
                  <a:pt x="0" y="0"/>
                </a:lnTo>
                <a:lnTo>
                  <a:pt x="0" y="42672"/>
                </a:lnTo>
                <a:lnTo>
                  <a:pt x="44196" y="42672"/>
                </a:lnTo>
                <a:lnTo>
                  <a:pt x="44196" y="0"/>
                </a:lnTo>
                <a:close/>
              </a:path>
              <a:path w="593090" h="43179">
                <a:moveTo>
                  <a:pt x="121920" y="0"/>
                </a:moveTo>
                <a:lnTo>
                  <a:pt x="79248" y="0"/>
                </a:lnTo>
                <a:lnTo>
                  <a:pt x="79248" y="42672"/>
                </a:lnTo>
                <a:lnTo>
                  <a:pt x="121920" y="42672"/>
                </a:lnTo>
                <a:lnTo>
                  <a:pt x="121920" y="0"/>
                </a:lnTo>
                <a:close/>
              </a:path>
              <a:path w="593090" h="43179">
                <a:moveTo>
                  <a:pt x="201168" y="0"/>
                </a:moveTo>
                <a:lnTo>
                  <a:pt x="156972" y="0"/>
                </a:lnTo>
                <a:lnTo>
                  <a:pt x="156972" y="42672"/>
                </a:lnTo>
                <a:lnTo>
                  <a:pt x="201168" y="42672"/>
                </a:lnTo>
                <a:lnTo>
                  <a:pt x="201168" y="0"/>
                </a:lnTo>
                <a:close/>
              </a:path>
              <a:path w="593090" h="43179">
                <a:moveTo>
                  <a:pt x="278892" y="0"/>
                </a:moveTo>
                <a:lnTo>
                  <a:pt x="236220" y="0"/>
                </a:lnTo>
                <a:lnTo>
                  <a:pt x="236220" y="42672"/>
                </a:lnTo>
                <a:lnTo>
                  <a:pt x="278892" y="42672"/>
                </a:lnTo>
                <a:lnTo>
                  <a:pt x="278892" y="0"/>
                </a:lnTo>
                <a:close/>
              </a:path>
              <a:path w="593090" h="43179">
                <a:moveTo>
                  <a:pt x="358140" y="0"/>
                </a:moveTo>
                <a:lnTo>
                  <a:pt x="313944" y="0"/>
                </a:lnTo>
                <a:lnTo>
                  <a:pt x="313944" y="42672"/>
                </a:lnTo>
                <a:lnTo>
                  <a:pt x="358140" y="42672"/>
                </a:lnTo>
                <a:lnTo>
                  <a:pt x="358140" y="0"/>
                </a:lnTo>
                <a:close/>
              </a:path>
              <a:path w="593090" h="43179">
                <a:moveTo>
                  <a:pt x="435864" y="0"/>
                </a:moveTo>
                <a:lnTo>
                  <a:pt x="393192" y="0"/>
                </a:lnTo>
                <a:lnTo>
                  <a:pt x="393192" y="42672"/>
                </a:lnTo>
                <a:lnTo>
                  <a:pt x="435864" y="42672"/>
                </a:lnTo>
                <a:lnTo>
                  <a:pt x="435864" y="0"/>
                </a:lnTo>
                <a:close/>
              </a:path>
              <a:path w="593090" h="43179">
                <a:moveTo>
                  <a:pt x="515112" y="0"/>
                </a:moveTo>
                <a:lnTo>
                  <a:pt x="470916" y="0"/>
                </a:lnTo>
                <a:lnTo>
                  <a:pt x="470916" y="42672"/>
                </a:lnTo>
                <a:lnTo>
                  <a:pt x="515112" y="42672"/>
                </a:lnTo>
                <a:lnTo>
                  <a:pt x="515112" y="0"/>
                </a:lnTo>
                <a:close/>
              </a:path>
              <a:path w="593090" h="43179">
                <a:moveTo>
                  <a:pt x="592836" y="0"/>
                </a:moveTo>
                <a:lnTo>
                  <a:pt x="550164" y="0"/>
                </a:lnTo>
                <a:lnTo>
                  <a:pt x="550164" y="42672"/>
                </a:lnTo>
                <a:lnTo>
                  <a:pt x="592836" y="42672"/>
                </a:lnTo>
                <a:lnTo>
                  <a:pt x="592836" y="0"/>
                </a:lnTo>
                <a:close/>
              </a:path>
            </a:pathLst>
          </a:custGeom>
          <a:solidFill>
            <a:srgbClr val="FF8E01">
              <a:alpha val="7058"/>
            </a:srgbClr>
          </a:solidFill>
        </p:spPr>
        <p:txBody>
          <a:bodyPr wrap="square" lIns="0" tIns="0" rIns="0" bIns="0" rtlCol="0"/>
          <a:lstStyle/>
          <a:p>
            <a:endParaRPr/>
          </a:p>
        </p:txBody>
      </p:sp>
      <p:sp>
        <p:nvSpPr>
          <p:cNvPr id="38" name="object 38"/>
          <p:cNvSpPr/>
          <p:nvPr/>
        </p:nvSpPr>
        <p:spPr>
          <a:xfrm>
            <a:off x="11081004" y="5628132"/>
            <a:ext cx="594360" cy="43180"/>
          </a:xfrm>
          <a:custGeom>
            <a:avLst/>
            <a:gdLst/>
            <a:ahLst/>
            <a:cxnLst/>
            <a:rect l="l" t="t" r="r" b="b"/>
            <a:pathLst>
              <a:path w="594359" h="43179">
                <a:moveTo>
                  <a:pt x="44196" y="0"/>
                </a:moveTo>
                <a:lnTo>
                  <a:pt x="0" y="0"/>
                </a:lnTo>
                <a:lnTo>
                  <a:pt x="0" y="42672"/>
                </a:lnTo>
                <a:lnTo>
                  <a:pt x="44196" y="42672"/>
                </a:lnTo>
                <a:lnTo>
                  <a:pt x="44196" y="0"/>
                </a:lnTo>
                <a:close/>
              </a:path>
              <a:path w="594359" h="43179">
                <a:moveTo>
                  <a:pt x="121920" y="0"/>
                </a:moveTo>
                <a:lnTo>
                  <a:pt x="79248" y="0"/>
                </a:lnTo>
                <a:lnTo>
                  <a:pt x="79248" y="42672"/>
                </a:lnTo>
                <a:lnTo>
                  <a:pt x="121920" y="42672"/>
                </a:lnTo>
                <a:lnTo>
                  <a:pt x="121920" y="0"/>
                </a:lnTo>
                <a:close/>
              </a:path>
              <a:path w="594359" h="43179">
                <a:moveTo>
                  <a:pt x="201168" y="0"/>
                </a:moveTo>
                <a:lnTo>
                  <a:pt x="156972" y="0"/>
                </a:lnTo>
                <a:lnTo>
                  <a:pt x="156972" y="42672"/>
                </a:lnTo>
                <a:lnTo>
                  <a:pt x="201168" y="42672"/>
                </a:lnTo>
                <a:lnTo>
                  <a:pt x="201168" y="0"/>
                </a:lnTo>
                <a:close/>
              </a:path>
              <a:path w="594359" h="43179">
                <a:moveTo>
                  <a:pt x="278892" y="0"/>
                </a:moveTo>
                <a:lnTo>
                  <a:pt x="236220" y="0"/>
                </a:lnTo>
                <a:lnTo>
                  <a:pt x="236220" y="42672"/>
                </a:lnTo>
                <a:lnTo>
                  <a:pt x="278892" y="42672"/>
                </a:lnTo>
                <a:lnTo>
                  <a:pt x="278892" y="0"/>
                </a:lnTo>
                <a:close/>
              </a:path>
              <a:path w="594359" h="43179">
                <a:moveTo>
                  <a:pt x="358140" y="0"/>
                </a:moveTo>
                <a:lnTo>
                  <a:pt x="313944" y="0"/>
                </a:lnTo>
                <a:lnTo>
                  <a:pt x="313944" y="42672"/>
                </a:lnTo>
                <a:lnTo>
                  <a:pt x="358140" y="42672"/>
                </a:lnTo>
                <a:lnTo>
                  <a:pt x="358140" y="0"/>
                </a:lnTo>
                <a:close/>
              </a:path>
              <a:path w="594359" h="43179">
                <a:moveTo>
                  <a:pt x="435864" y="0"/>
                </a:moveTo>
                <a:lnTo>
                  <a:pt x="393192" y="0"/>
                </a:lnTo>
                <a:lnTo>
                  <a:pt x="393192" y="42672"/>
                </a:lnTo>
                <a:lnTo>
                  <a:pt x="435864" y="42672"/>
                </a:lnTo>
                <a:lnTo>
                  <a:pt x="435864" y="0"/>
                </a:lnTo>
                <a:close/>
              </a:path>
              <a:path w="594359" h="43179">
                <a:moveTo>
                  <a:pt x="515112" y="0"/>
                </a:moveTo>
                <a:lnTo>
                  <a:pt x="472440" y="0"/>
                </a:lnTo>
                <a:lnTo>
                  <a:pt x="472440" y="42672"/>
                </a:lnTo>
                <a:lnTo>
                  <a:pt x="515112" y="42672"/>
                </a:lnTo>
                <a:lnTo>
                  <a:pt x="515112" y="0"/>
                </a:lnTo>
                <a:close/>
              </a:path>
              <a:path w="594359" h="43179">
                <a:moveTo>
                  <a:pt x="594360" y="0"/>
                </a:moveTo>
                <a:lnTo>
                  <a:pt x="550164" y="0"/>
                </a:lnTo>
                <a:lnTo>
                  <a:pt x="550164" y="42672"/>
                </a:lnTo>
                <a:lnTo>
                  <a:pt x="594360" y="42672"/>
                </a:lnTo>
                <a:lnTo>
                  <a:pt x="594360" y="0"/>
                </a:lnTo>
                <a:close/>
              </a:path>
            </a:pathLst>
          </a:custGeom>
          <a:solidFill>
            <a:srgbClr val="FF8E01">
              <a:alpha val="7058"/>
            </a:srgbClr>
          </a:solidFill>
        </p:spPr>
        <p:txBody>
          <a:bodyPr wrap="square" lIns="0" tIns="0" rIns="0" bIns="0" rtlCol="0"/>
          <a:lstStyle/>
          <a:p>
            <a:endParaRPr/>
          </a:p>
        </p:txBody>
      </p:sp>
      <p:grpSp>
        <p:nvGrpSpPr>
          <p:cNvPr id="39" name="object 39"/>
          <p:cNvGrpSpPr/>
          <p:nvPr/>
        </p:nvGrpSpPr>
        <p:grpSpPr>
          <a:xfrm>
            <a:off x="516636" y="5477255"/>
            <a:ext cx="1222375" cy="216535"/>
            <a:chOff x="516636" y="5477255"/>
            <a:chExt cx="1222375" cy="216535"/>
          </a:xfrm>
        </p:grpSpPr>
        <p:sp>
          <p:nvSpPr>
            <p:cNvPr id="40" name="object 40"/>
            <p:cNvSpPr/>
            <p:nvPr/>
          </p:nvSpPr>
          <p:spPr>
            <a:xfrm>
              <a:off x="516636" y="5649467"/>
              <a:ext cx="1222375" cy="44450"/>
            </a:xfrm>
            <a:custGeom>
              <a:avLst/>
              <a:gdLst/>
              <a:ahLst/>
              <a:cxnLst/>
              <a:rect l="l" t="t" r="r" b="b"/>
              <a:pathLst>
                <a:path w="1222375" h="44450">
                  <a:moveTo>
                    <a:pt x="44196" y="0"/>
                  </a:moveTo>
                  <a:lnTo>
                    <a:pt x="0" y="0"/>
                  </a:lnTo>
                  <a:lnTo>
                    <a:pt x="0" y="44196"/>
                  </a:lnTo>
                  <a:lnTo>
                    <a:pt x="44196" y="44196"/>
                  </a:lnTo>
                  <a:lnTo>
                    <a:pt x="44196" y="0"/>
                  </a:lnTo>
                  <a:close/>
                </a:path>
                <a:path w="1222375" h="44450">
                  <a:moveTo>
                    <a:pt x="121920" y="0"/>
                  </a:moveTo>
                  <a:lnTo>
                    <a:pt x="79248" y="0"/>
                  </a:lnTo>
                  <a:lnTo>
                    <a:pt x="79248" y="44196"/>
                  </a:lnTo>
                  <a:lnTo>
                    <a:pt x="121920" y="44196"/>
                  </a:lnTo>
                  <a:lnTo>
                    <a:pt x="121920" y="0"/>
                  </a:lnTo>
                  <a:close/>
                </a:path>
                <a:path w="1222375" h="44450">
                  <a:moveTo>
                    <a:pt x="201155" y="0"/>
                  </a:moveTo>
                  <a:lnTo>
                    <a:pt x="158496" y="0"/>
                  </a:lnTo>
                  <a:lnTo>
                    <a:pt x="158496" y="44196"/>
                  </a:lnTo>
                  <a:lnTo>
                    <a:pt x="201155" y="44196"/>
                  </a:lnTo>
                  <a:lnTo>
                    <a:pt x="201155" y="0"/>
                  </a:lnTo>
                  <a:close/>
                </a:path>
                <a:path w="1222375" h="44450">
                  <a:moveTo>
                    <a:pt x="280416" y="0"/>
                  </a:moveTo>
                  <a:lnTo>
                    <a:pt x="236220" y="0"/>
                  </a:lnTo>
                  <a:lnTo>
                    <a:pt x="236220" y="44196"/>
                  </a:lnTo>
                  <a:lnTo>
                    <a:pt x="280416" y="44196"/>
                  </a:lnTo>
                  <a:lnTo>
                    <a:pt x="280416" y="0"/>
                  </a:lnTo>
                  <a:close/>
                </a:path>
                <a:path w="1222375" h="44450">
                  <a:moveTo>
                    <a:pt x="358140" y="0"/>
                  </a:moveTo>
                  <a:lnTo>
                    <a:pt x="315455" y="0"/>
                  </a:lnTo>
                  <a:lnTo>
                    <a:pt x="315455" y="44196"/>
                  </a:lnTo>
                  <a:lnTo>
                    <a:pt x="358140" y="44196"/>
                  </a:lnTo>
                  <a:lnTo>
                    <a:pt x="358140" y="0"/>
                  </a:lnTo>
                  <a:close/>
                </a:path>
                <a:path w="1222375" h="44450">
                  <a:moveTo>
                    <a:pt x="437388" y="0"/>
                  </a:moveTo>
                  <a:lnTo>
                    <a:pt x="393192" y="0"/>
                  </a:lnTo>
                  <a:lnTo>
                    <a:pt x="393192" y="44196"/>
                  </a:lnTo>
                  <a:lnTo>
                    <a:pt x="437388" y="44196"/>
                  </a:lnTo>
                  <a:lnTo>
                    <a:pt x="437388" y="0"/>
                  </a:lnTo>
                  <a:close/>
                </a:path>
                <a:path w="1222375" h="44450">
                  <a:moveTo>
                    <a:pt x="515112" y="0"/>
                  </a:moveTo>
                  <a:lnTo>
                    <a:pt x="472440" y="0"/>
                  </a:lnTo>
                  <a:lnTo>
                    <a:pt x="472440" y="44196"/>
                  </a:lnTo>
                  <a:lnTo>
                    <a:pt x="515112" y="44196"/>
                  </a:lnTo>
                  <a:lnTo>
                    <a:pt x="515112" y="0"/>
                  </a:lnTo>
                  <a:close/>
                </a:path>
                <a:path w="1222375" h="44450">
                  <a:moveTo>
                    <a:pt x="594360" y="0"/>
                  </a:moveTo>
                  <a:lnTo>
                    <a:pt x="550164" y="0"/>
                  </a:lnTo>
                  <a:lnTo>
                    <a:pt x="550164" y="44196"/>
                  </a:lnTo>
                  <a:lnTo>
                    <a:pt x="594360" y="44196"/>
                  </a:lnTo>
                  <a:lnTo>
                    <a:pt x="594360" y="0"/>
                  </a:lnTo>
                  <a:close/>
                </a:path>
                <a:path w="1222375" h="44450">
                  <a:moveTo>
                    <a:pt x="672084" y="0"/>
                  </a:moveTo>
                  <a:lnTo>
                    <a:pt x="629412" y="0"/>
                  </a:lnTo>
                  <a:lnTo>
                    <a:pt x="629412" y="44196"/>
                  </a:lnTo>
                  <a:lnTo>
                    <a:pt x="672084" y="44196"/>
                  </a:lnTo>
                  <a:lnTo>
                    <a:pt x="672084" y="0"/>
                  </a:lnTo>
                  <a:close/>
                </a:path>
                <a:path w="1222375" h="44450">
                  <a:moveTo>
                    <a:pt x="751332" y="0"/>
                  </a:moveTo>
                  <a:lnTo>
                    <a:pt x="707136" y="0"/>
                  </a:lnTo>
                  <a:lnTo>
                    <a:pt x="707136" y="44196"/>
                  </a:lnTo>
                  <a:lnTo>
                    <a:pt x="751332" y="44196"/>
                  </a:lnTo>
                  <a:lnTo>
                    <a:pt x="751332" y="0"/>
                  </a:lnTo>
                  <a:close/>
                </a:path>
                <a:path w="1222375" h="44450">
                  <a:moveTo>
                    <a:pt x="829056" y="0"/>
                  </a:moveTo>
                  <a:lnTo>
                    <a:pt x="786384" y="0"/>
                  </a:lnTo>
                  <a:lnTo>
                    <a:pt x="786384" y="44196"/>
                  </a:lnTo>
                  <a:lnTo>
                    <a:pt x="829056" y="44196"/>
                  </a:lnTo>
                  <a:lnTo>
                    <a:pt x="829056" y="0"/>
                  </a:lnTo>
                  <a:close/>
                </a:path>
                <a:path w="1222375" h="44450">
                  <a:moveTo>
                    <a:pt x="908304" y="0"/>
                  </a:moveTo>
                  <a:lnTo>
                    <a:pt x="865632" y="0"/>
                  </a:lnTo>
                  <a:lnTo>
                    <a:pt x="865632" y="44196"/>
                  </a:lnTo>
                  <a:lnTo>
                    <a:pt x="908304" y="44196"/>
                  </a:lnTo>
                  <a:lnTo>
                    <a:pt x="908304" y="0"/>
                  </a:lnTo>
                  <a:close/>
                </a:path>
                <a:path w="1222375" h="44450">
                  <a:moveTo>
                    <a:pt x="987552" y="0"/>
                  </a:moveTo>
                  <a:lnTo>
                    <a:pt x="943356" y="0"/>
                  </a:lnTo>
                  <a:lnTo>
                    <a:pt x="943356" y="44196"/>
                  </a:lnTo>
                  <a:lnTo>
                    <a:pt x="987552" y="44196"/>
                  </a:lnTo>
                  <a:lnTo>
                    <a:pt x="987552" y="0"/>
                  </a:lnTo>
                  <a:close/>
                </a:path>
                <a:path w="1222375" h="44450">
                  <a:moveTo>
                    <a:pt x="1065276" y="0"/>
                  </a:moveTo>
                  <a:lnTo>
                    <a:pt x="1022604" y="0"/>
                  </a:lnTo>
                  <a:lnTo>
                    <a:pt x="1022604" y="44196"/>
                  </a:lnTo>
                  <a:lnTo>
                    <a:pt x="1065276" y="44196"/>
                  </a:lnTo>
                  <a:lnTo>
                    <a:pt x="1065276" y="0"/>
                  </a:lnTo>
                  <a:close/>
                </a:path>
                <a:path w="1222375" h="44450">
                  <a:moveTo>
                    <a:pt x="1144511" y="0"/>
                  </a:moveTo>
                  <a:lnTo>
                    <a:pt x="1100328" y="0"/>
                  </a:lnTo>
                  <a:lnTo>
                    <a:pt x="1100328" y="44196"/>
                  </a:lnTo>
                  <a:lnTo>
                    <a:pt x="1144511" y="44196"/>
                  </a:lnTo>
                  <a:lnTo>
                    <a:pt x="1144511" y="0"/>
                  </a:lnTo>
                  <a:close/>
                </a:path>
                <a:path w="1222375" h="44450">
                  <a:moveTo>
                    <a:pt x="1222248" y="0"/>
                  </a:moveTo>
                  <a:lnTo>
                    <a:pt x="1179576" y="0"/>
                  </a:lnTo>
                  <a:lnTo>
                    <a:pt x="1179576" y="44196"/>
                  </a:lnTo>
                  <a:lnTo>
                    <a:pt x="1222248" y="44196"/>
                  </a:lnTo>
                  <a:lnTo>
                    <a:pt x="1222248" y="0"/>
                  </a:lnTo>
                  <a:close/>
                </a:path>
              </a:pathLst>
            </a:custGeom>
            <a:solidFill>
              <a:srgbClr val="4264DE">
                <a:alpha val="7058"/>
              </a:srgbClr>
            </a:solidFill>
          </p:spPr>
          <p:txBody>
            <a:bodyPr wrap="square" lIns="0" tIns="0" rIns="0" bIns="0" rtlCol="0"/>
            <a:lstStyle/>
            <a:p>
              <a:endParaRPr/>
            </a:p>
          </p:txBody>
        </p:sp>
        <p:sp>
          <p:nvSpPr>
            <p:cNvPr id="41" name="object 41"/>
            <p:cNvSpPr/>
            <p:nvPr/>
          </p:nvSpPr>
          <p:spPr>
            <a:xfrm>
              <a:off x="516636" y="5477255"/>
              <a:ext cx="1068705" cy="127000"/>
            </a:xfrm>
            <a:custGeom>
              <a:avLst/>
              <a:gdLst/>
              <a:ahLst/>
              <a:cxnLst/>
              <a:rect l="l" t="t" r="r" b="b"/>
              <a:pathLst>
                <a:path w="1068705" h="127000">
                  <a:moveTo>
                    <a:pt x="44196" y="82296"/>
                  </a:moveTo>
                  <a:lnTo>
                    <a:pt x="0" y="82296"/>
                  </a:lnTo>
                  <a:lnTo>
                    <a:pt x="0" y="126492"/>
                  </a:lnTo>
                  <a:lnTo>
                    <a:pt x="44196" y="126492"/>
                  </a:lnTo>
                  <a:lnTo>
                    <a:pt x="44196" y="82296"/>
                  </a:lnTo>
                  <a:close/>
                </a:path>
                <a:path w="1068705" h="127000">
                  <a:moveTo>
                    <a:pt x="121920" y="82296"/>
                  </a:moveTo>
                  <a:lnTo>
                    <a:pt x="79248" y="82296"/>
                  </a:lnTo>
                  <a:lnTo>
                    <a:pt x="79248" y="126492"/>
                  </a:lnTo>
                  <a:lnTo>
                    <a:pt x="121920" y="126492"/>
                  </a:lnTo>
                  <a:lnTo>
                    <a:pt x="121920" y="82296"/>
                  </a:lnTo>
                  <a:close/>
                </a:path>
                <a:path w="1068705" h="127000">
                  <a:moveTo>
                    <a:pt x="201155" y="82296"/>
                  </a:moveTo>
                  <a:lnTo>
                    <a:pt x="158496" y="82296"/>
                  </a:lnTo>
                  <a:lnTo>
                    <a:pt x="158496" y="126492"/>
                  </a:lnTo>
                  <a:lnTo>
                    <a:pt x="201155" y="126492"/>
                  </a:lnTo>
                  <a:lnTo>
                    <a:pt x="201155" y="82296"/>
                  </a:lnTo>
                  <a:close/>
                </a:path>
                <a:path w="1068705" h="127000">
                  <a:moveTo>
                    <a:pt x="280416" y="82296"/>
                  </a:moveTo>
                  <a:lnTo>
                    <a:pt x="236220" y="82296"/>
                  </a:lnTo>
                  <a:lnTo>
                    <a:pt x="236220" y="126492"/>
                  </a:lnTo>
                  <a:lnTo>
                    <a:pt x="280416" y="126492"/>
                  </a:lnTo>
                  <a:lnTo>
                    <a:pt x="280416" y="82296"/>
                  </a:lnTo>
                  <a:close/>
                </a:path>
                <a:path w="1068705" h="127000">
                  <a:moveTo>
                    <a:pt x="358140" y="82296"/>
                  </a:moveTo>
                  <a:lnTo>
                    <a:pt x="315455" y="82296"/>
                  </a:lnTo>
                  <a:lnTo>
                    <a:pt x="315455" y="126492"/>
                  </a:lnTo>
                  <a:lnTo>
                    <a:pt x="358140" y="126492"/>
                  </a:lnTo>
                  <a:lnTo>
                    <a:pt x="358140" y="82296"/>
                  </a:lnTo>
                  <a:close/>
                </a:path>
                <a:path w="1068705" h="127000">
                  <a:moveTo>
                    <a:pt x="437388" y="82296"/>
                  </a:moveTo>
                  <a:lnTo>
                    <a:pt x="393192" y="82296"/>
                  </a:lnTo>
                  <a:lnTo>
                    <a:pt x="393192" y="126492"/>
                  </a:lnTo>
                  <a:lnTo>
                    <a:pt x="437388" y="126492"/>
                  </a:lnTo>
                  <a:lnTo>
                    <a:pt x="437388" y="82296"/>
                  </a:lnTo>
                  <a:close/>
                </a:path>
                <a:path w="1068705" h="127000">
                  <a:moveTo>
                    <a:pt x="515112" y="82296"/>
                  </a:moveTo>
                  <a:lnTo>
                    <a:pt x="472440" y="82296"/>
                  </a:lnTo>
                  <a:lnTo>
                    <a:pt x="472440" y="126492"/>
                  </a:lnTo>
                  <a:lnTo>
                    <a:pt x="515112" y="126492"/>
                  </a:lnTo>
                  <a:lnTo>
                    <a:pt x="515112" y="82296"/>
                  </a:lnTo>
                  <a:close/>
                </a:path>
                <a:path w="1068705" h="127000">
                  <a:moveTo>
                    <a:pt x="518160" y="0"/>
                  </a:moveTo>
                  <a:lnTo>
                    <a:pt x="475488" y="0"/>
                  </a:lnTo>
                  <a:lnTo>
                    <a:pt x="475488" y="44196"/>
                  </a:lnTo>
                  <a:lnTo>
                    <a:pt x="518160" y="44196"/>
                  </a:lnTo>
                  <a:lnTo>
                    <a:pt x="518160" y="0"/>
                  </a:lnTo>
                  <a:close/>
                </a:path>
                <a:path w="1068705" h="127000">
                  <a:moveTo>
                    <a:pt x="594360" y="82296"/>
                  </a:moveTo>
                  <a:lnTo>
                    <a:pt x="550164" y="82296"/>
                  </a:lnTo>
                  <a:lnTo>
                    <a:pt x="550164" y="126492"/>
                  </a:lnTo>
                  <a:lnTo>
                    <a:pt x="594360" y="126492"/>
                  </a:lnTo>
                  <a:lnTo>
                    <a:pt x="594360" y="82296"/>
                  </a:lnTo>
                  <a:close/>
                </a:path>
                <a:path w="1068705" h="127000">
                  <a:moveTo>
                    <a:pt x="597408" y="0"/>
                  </a:moveTo>
                  <a:lnTo>
                    <a:pt x="553212" y="0"/>
                  </a:lnTo>
                  <a:lnTo>
                    <a:pt x="553212" y="44196"/>
                  </a:lnTo>
                  <a:lnTo>
                    <a:pt x="597408" y="44196"/>
                  </a:lnTo>
                  <a:lnTo>
                    <a:pt x="597408" y="0"/>
                  </a:lnTo>
                  <a:close/>
                </a:path>
                <a:path w="1068705" h="127000">
                  <a:moveTo>
                    <a:pt x="675132" y="0"/>
                  </a:moveTo>
                  <a:lnTo>
                    <a:pt x="632460" y="0"/>
                  </a:lnTo>
                  <a:lnTo>
                    <a:pt x="632460" y="44196"/>
                  </a:lnTo>
                  <a:lnTo>
                    <a:pt x="675132" y="44196"/>
                  </a:lnTo>
                  <a:lnTo>
                    <a:pt x="675132" y="0"/>
                  </a:lnTo>
                  <a:close/>
                </a:path>
                <a:path w="1068705" h="127000">
                  <a:moveTo>
                    <a:pt x="754380" y="0"/>
                  </a:moveTo>
                  <a:lnTo>
                    <a:pt x="710184" y="0"/>
                  </a:lnTo>
                  <a:lnTo>
                    <a:pt x="710184" y="44196"/>
                  </a:lnTo>
                  <a:lnTo>
                    <a:pt x="754380" y="44196"/>
                  </a:lnTo>
                  <a:lnTo>
                    <a:pt x="754380" y="0"/>
                  </a:lnTo>
                  <a:close/>
                </a:path>
                <a:path w="1068705" h="127000">
                  <a:moveTo>
                    <a:pt x="832104" y="0"/>
                  </a:moveTo>
                  <a:lnTo>
                    <a:pt x="789432" y="0"/>
                  </a:lnTo>
                  <a:lnTo>
                    <a:pt x="789432" y="44196"/>
                  </a:lnTo>
                  <a:lnTo>
                    <a:pt x="832104" y="44196"/>
                  </a:lnTo>
                  <a:lnTo>
                    <a:pt x="832104" y="0"/>
                  </a:lnTo>
                  <a:close/>
                </a:path>
                <a:path w="1068705" h="127000">
                  <a:moveTo>
                    <a:pt x="911352" y="0"/>
                  </a:moveTo>
                  <a:lnTo>
                    <a:pt x="867156" y="0"/>
                  </a:lnTo>
                  <a:lnTo>
                    <a:pt x="867156" y="44196"/>
                  </a:lnTo>
                  <a:lnTo>
                    <a:pt x="911352" y="44196"/>
                  </a:lnTo>
                  <a:lnTo>
                    <a:pt x="911352" y="0"/>
                  </a:lnTo>
                  <a:close/>
                </a:path>
                <a:path w="1068705" h="127000">
                  <a:moveTo>
                    <a:pt x="990600" y="0"/>
                  </a:moveTo>
                  <a:lnTo>
                    <a:pt x="946404" y="0"/>
                  </a:lnTo>
                  <a:lnTo>
                    <a:pt x="946404" y="44196"/>
                  </a:lnTo>
                  <a:lnTo>
                    <a:pt x="990600" y="44196"/>
                  </a:lnTo>
                  <a:lnTo>
                    <a:pt x="990600" y="0"/>
                  </a:lnTo>
                  <a:close/>
                </a:path>
                <a:path w="1068705" h="127000">
                  <a:moveTo>
                    <a:pt x="1068324" y="0"/>
                  </a:moveTo>
                  <a:lnTo>
                    <a:pt x="1025652" y="0"/>
                  </a:lnTo>
                  <a:lnTo>
                    <a:pt x="1025652" y="44196"/>
                  </a:lnTo>
                  <a:lnTo>
                    <a:pt x="1068324" y="44196"/>
                  </a:lnTo>
                  <a:lnTo>
                    <a:pt x="1068324" y="0"/>
                  </a:lnTo>
                  <a:close/>
                </a:path>
              </a:pathLst>
            </a:custGeom>
            <a:solidFill>
              <a:srgbClr val="00D9CE">
                <a:alpha val="7058"/>
              </a:srgbClr>
            </a:solidFill>
          </p:spPr>
          <p:txBody>
            <a:bodyPr wrap="square" lIns="0" tIns="0" rIns="0" bIns="0" rtlCol="0"/>
            <a:lstStyle/>
            <a:p>
              <a:endParaRPr/>
            </a:p>
          </p:txBody>
        </p:sp>
        <p:sp>
          <p:nvSpPr>
            <p:cNvPr id="42" name="object 42"/>
            <p:cNvSpPr/>
            <p:nvPr/>
          </p:nvSpPr>
          <p:spPr>
            <a:xfrm>
              <a:off x="664464" y="5597651"/>
              <a:ext cx="81280" cy="81280"/>
            </a:xfrm>
            <a:custGeom>
              <a:avLst/>
              <a:gdLst/>
              <a:ahLst/>
              <a:cxnLst/>
              <a:rect l="l" t="t" r="r" b="b"/>
              <a:pathLst>
                <a:path w="81279" h="81279">
                  <a:moveTo>
                    <a:pt x="80772" y="0"/>
                  </a:moveTo>
                  <a:lnTo>
                    <a:pt x="0" y="0"/>
                  </a:lnTo>
                  <a:lnTo>
                    <a:pt x="0" y="80772"/>
                  </a:lnTo>
                  <a:lnTo>
                    <a:pt x="80772" y="80772"/>
                  </a:lnTo>
                  <a:lnTo>
                    <a:pt x="80772" y="0"/>
                  </a:lnTo>
                  <a:close/>
                </a:path>
              </a:pathLst>
            </a:custGeom>
            <a:solidFill>
              <a:srgbClr val="FFFFFF">
                <a:alpha val="1960"/>
              </a:srgbClr>
            </a:solidFill>
          </p:spPr>
          <p:txBody>
            <a:bodyPr wrap="square" lIns="0" tIns="0" rIns="0" bIns="0" rtlCol="0"/>
            <a:lstStyle/>
            <a:p>
              <a:endParaRPr/>
            </a:p>
          </p:txBody>
        </p:sp>
      </p:grpSp>
      <p:sp>
        <p:nvSpPr>
          <p:cNvPr id="43" name="object 43"/>
          <p:cNvSpPr/>
          <p:nvPr/>
        </p:nvSpPr>
        <p:spPr>
          <a:xfrm>
            <a:off x="777240" y="2990088"/>
            <a:ext cx="128270" cy="128270"/>
          </a:xfrm>
          <a:custGeom>
            <a:avLst/>
            <a:gdLst/>
            <a:ahLst/>
            <a:cxnLst/>
            <a:rect l="l" t="t" r="r" b="b"/>
            <a:pathLst>
              <a:path w="128269" h="128269">
                <a:moveTo>
                  <a:pt x="128015" y="0"/>
                </a:moveTo>
                <a:lnTo>
                  <a:pt x="0" y="0"/>
                </a:lnTo>
                <a:lnTo>
                  <a:pt x="0" y="128015"/>
                </a:lnTo>
                <a:lnTo>
                  <a:pt x="128015" y="128015"/>
                </a:lnTo>
                <a:lnTo>
                  <a:pt x="128015" y="0"/>
                </a:lnTo>
                <a:close/>
              </a:path>
            </a:pathLst>
          </a:custGeom>
          <a:solidFill>
            <a:srgbClr val="FFFFFF">
              <a:alpha val="1960"/>
            </a:srgbClr>
          </a:solidFill>
        </p:spPr>
        <p:txBody>
          <a:bodyPr wrap="square" lIns="0" tIns="0" rIns="0" bIns="0" rtlCol="0"/>
          <a:lstStyle/>
          <a:p>
            <a:endParaRPr/>
          </a:p>
        </p:txBody>
      </p:sp>
      <p:sp>
        <p:nvSpPr>
          <p:cNvPr id="44" name="object 44"/>
          <p:cNvSpPr/>
          <p:nvPr/>
        </p:nvSpPr>
        <p:spPr>
          <a:xfrm>
            <a:off x="986028" y="2504439"/>
            <a:ext cx="97790" cy="99060"/>
          </a:xfrm>
          <a:custGeom>
            <a:avLst/>
            <a:gdLst/>
            <a:ahLst/>
            <a:cxnLst/>
            <a:rect l="l" t="t" r="r" b="b"/>
            <a:pathLst>
              <a:path w="97790" h="99060">
                <a:moveTo>
                  <a:pt x="97536" y="0"/>
                </a:moveTo>
                <a:lnTo>
                  <a:pt x="89535" y="0"/>
                </a:lnTo>
                <a:lnTo>
                  <a:pt x="89535" y="92456"/>
                </a:lnTo>
                <a:lnTo>
                  <a:pt x="89535" y="92710"/>
                </a:lnTo>
                <a:lnTo>
                  <a:pt x="83146" y="92710"/>
                </a:lnTo>
                <a:lnTo>
                  <a:pt x="83146" y="92456"/>
                </a:lnTo>
                <a:lnTo>
                  <a:pt x="89535" y="92456"/>
                </a:lnTo>
                <a:lnTo>
                  <a:pt x="89535" y="0"/>
                </a:lnTo>
                <a:lnTo>
                  <a:pt x="0" y="0"/>
                </a:lnTo>
                <a:lnTo>
                  <a:pt x="0" y="12700"/>
                </a:lnTo>
                <a:lnTo>
                  <a:pt x="0" y="86360"/>
                </a:lnTo>
                <a:lnTo>
                  <a:pt x="0" y="92710"/>
                </a:lnTo>
                <a:lnTo>
                  <a:pt x="0" y="99060"/>
                </a:lnTo>
                <a:lnTo>
                  <a:pt x="97536" y="99060"/>
                </a:lnTo>
                <a:lnTo>
                  <a:pt x="97536" y="92710"/>
                </a:lnTo>
                <a:lnTo>
                  <a:pt x="97536" y="86360"/>
                </a:lnTo>
                <a:lnTo>
                  <a:pt x="97536" y="12700"/>
                </a:lnTo>
                <a:lnTo>
                  <a:pt x="97536" y="0"/>
                </a:lnTo>
                <a:close/>
              </a:path>
            </a:pathLst>
          </a:custGeom>
          <a:solidFill>
            <a:srgbClr val="FFFFFF">
              <a:alpha val="1960"/>
            </a:srgbClr>
          </a:solidFill>
        </p:spPr>
        <p:txBody>
          <a:bodyPr wrap="square" lIns="0" tIns="0" rIns="0" bIns="0" rtlCol="0"/>
          <a:lstStyle/>
          <a:p>
            <a:endParaRPr/>
          </a:p>
        </p:txBody>
      </p:sp>
      <p:sp>
        <p:nvSpPr>
          <p:cNvPr id="45" name="object 45"/>
          <p:cNvSpPr/>
          <p:nvPr/>
        </p:nvSpPr>
        <p:spPr>
          <a:xfrm>
            <a:off x="1431036" y="4861559"/>
            <a:ext cx="96520" cy="93980"/>
          </a:xfrm>
          <a:custGeom>
            <a:avLst/>
            <a:gdLst/>
            <a:ahLst/>
            <a:cxnLst/>
            <a:rect l="l" t="t" r="r" b="b"/>
            <a:pathLst>
              <a:path w="96519" h="93979">
                <a:moveTo>
                  <a:pt x="96012" y="0"/>
                </a:moveTo>
                <a:lnTo>
                  <a:pt x="89662" y="0"/>
                </a:lnTo>
                <a:lnTo>
                  <a:pt x="89662" y="82550"/>
                </a:lnTo>
                <a:lnTo>
                  <a:pt x="89662" y="87630"/>
                </a:lnTo>
                <a:lnTo>
                  <a:pt x="88392" y="87630"/>
                </a:lnTo>
                <a:lnTo>
                  <a:pt x="88392" y="82550"/>
                </a:lnTo>
                <a:lnTo>
                  <a:pt x="89662" y="82550"/>
                </a:lnTo>
                <a:lnTo>
                  <a:pt x="89662" y="0"/>
                </a:lnTo>
                <a:lnTo>
                  <a:pt x="0" y="0"/>
                </a:lnTo>
                <a:lnTo>
                  <a:pt x="0" y="12700"/>
                </a:lnTo>
                <a:lnTo>
                  <a:pt x="0" y="82550"/>
                </a:lnTo>
                <a:lnTo>
                  <a:pt x="0" y="87630"/>
                </a:lnTo>
                <a:lnTo>
                  <a:pt x="0" y="93980"/>
                </a:lnTo>
                <a:lnTo>
                  <a:pt x="96012" y="93980"/>
                </a:lnTo>
                <a:lnTo>
                  <a:pt x="96012" y="87630"/>
                </a:lnTo>
                <a:lnTo>
                  <a:pt x="96012" y="82550"/>
                </a:lnTo>
                <a:lnTo>
                  <a:pt x="96012" y="12700"/>
                </a:lnTo>
                <a:lnTo>
                  <a:pt x="96012" y="0"/>
                </a:lnTo>
                <a:close/>
              </a:path>
            </a:pathLst>
          </a:custGeom>
          <a:solidFill>
            <a:srgbClr val="FFFFFF">
              <a:alpha val="1960"/>
            </a:srgbClr>
          </a:solidFill>
        </p:spPr>
        <p:txBody>
          <a:bodyPr wrap="square" lIns="0" tIns="0" rIns="0" bIns="0" rtlCol="0"/>
          <a:lstStyle/>
          <a:p>
            <a:endParaRPr/>
          </a:p>
        </p:txBody>
      </p:sp>
      <p:sp>
        <p:nvSpPr>
          <p:cNvPr id="46" name="object 46"/>
          <p:cNvSpPr/>
          <p:nvPr/>
        </p:nvSpPr>
        <p:spPr>
          <a:xfrm>
            <a:off x="699516" y="2136647"/>
            <a:ext cx="83820" cy="83820"/>
          </a:xfrm>
          <a:custGeom>
            <a:avLst/>
            <a:gdLst/>
            <a:ahLst/>
            <a:cxnLst/>
            <a:rect l="l" t="t" r="r" b="b"/>
            <a:pathLst>
              <a:path w="83820" h="83819">
                <a:moveTo>
                  <a:pt x="83820" y="0"/>
                </a:moveTo>
                <a:lnTo>
                  <a:pt x="0" y="0"/>
                </a:lnTo>
                <a:lnTo>
                  <a:pt x="0" y="83820"/>
                </a:lnTo>
                <a:lnTo>
                  <a:pt x="83820" y="83820"/>
                </a:lnTo>
                <a:lnTo>
                  <a:pt x="83820" y="75946"/>
                </a:lnTo>
                <a:lnTo>
                  <a:pt x="83820" y="12700"/>
                </a:lnTo>
                <a:lnTo>
                  <a:pt x="83820" y="0"/>
                </a:lnTo>
                <a:close/>
              </a:path>
            </a:pathLst>
          </a:custGeom>
          <a:solidFill>
            <a:srgbClr val="FFFFFF">
              <a:alpha val="1960"/>
            </a:srgbClr>
          </a:solidFill>
        </p:spPr>
        <p:txBody>
          <a:bodyPr wrap="square" lIns="0" tIns="0" rIns="0" bIns="0" rtlCol="0"/>
          <a:lstStyle/>
          <a:p>
            <a:endParaRPr/>
          </a:p>
        </p:txBody>
      </p:sp>
      <p:sp>
        <p:nvSpPr>
          <p:cNvPr id="47" name="object 47"/>
          <p:cNvSpPr/>
          <p:nvPr/>
        </p:nvSpPr>
        <p:spPr>
          <a:xfrm>
            <a:off x="536448" y="3956303"/>
            <a:ext cx="24765" cy="26034"/>
          </a:xfrm>
          <a:custGeom>
            <a:avLst/>
            <a:gdLst/>
            <a:ahLst/>
            <a:cxnLst/>
            <a:rect l="l" t="t" r="r" b="b"/>
            <a:pathLst>
              <a:path w="24765" h="26035">
                <a:moveTo>
                  <a:pt x="24384" y="0"/>
                </a:moveTo>
                <a:lnTo>
                  <a:pt x="18288" y="0"/>
                </a:lnTo>
                <a:lnTo>
                  <a:pt x="18288" y="18288"/>
                </a:lnTo>
                <a:lnTo>
                  <a:pt x="18288" y="19431"/>
                </a:lnTo>
                <a:lnTo>
                  <a:pt x="12192" y="19431"/>
                </a:lnTo>
                <a:lnTo>
                  <a:pt x="12192" y="18288"/>
                </a:lnTo>
                <a:lnTo>
                  <a:pt x="18288" y="18288"/>
                </a:lnTo>
                <a:lnTo>
                  <a:pt x="18288" y="0"/>
                </a:lnTo>
                <a:lnTo>
                  <a:pt x="0" y="0"/>
                </a:lnTo>
                <a:lnTo>
                  <a:pt x="0" y="25908"/>
                </a:lnTo>
                <a:lnTo>
                  <a:pt x="24384" y="25908"/>
                </a:lnTo>
                <a:lnTo>
                  <a:pt x="24384" y="19431"/>
                </a:lnTo>
                <a:lnTo>
                  <a:pt x="24384" y="12954"/>
                </a:lnTo>
                <a:lnTo>
                  <a:pt x="24384" y="0"/>
                </a:lnTo>
                <a:close/>
              </a:path>
            </a:pathLst>
          </a:custGeom>
          <a:solidFill>
            <a:srgbClr val="FFFFFF">
              <a:alpha val="1960"/>
            </a:srgbClr>
          </a:solidFill>
        </p:spPr>
        <p:txBody>
          <a:bodyPr wrap="square" lIns="0" tIns="0" rIns="0" bIns="0" rtlCol="0"/>
          <a:lstStyle/>
          <a:p>
            <a:endParaRPr/>
          </a:p>
        </p:txBody>
      </p:sp>
      <p:sp>
        <p:nvSpPr>
          <p:cNvPr id="48" name="object 48"/>
          <p:cNvSpPr/>
          <p:nvPr/>
        </p:nvSpPr>
        <p:spPr>
          <a:xfrm>
            <a:off x="406908" y="3436620"/>
            <a:ext cx="189230" cy="190500"/>
          </a:xfrm>
          <a:custGeom>
            <a:avLst/>
            <a:gdLst/>
            <a:ahLst/>
            <a:cxnLst/>
            <a:rect l="l" t="t" r="r" b="b"/>
            <a:pathLst>
              <a:path w="189229" h="190500">
                <a:moveTo>
                  <a:pt x="188976" y="0"/>
                </a:moveTo>
                <a:lnTo>
                  <a:pt x="0" y="0"/>
                </a:lnTo>
                <a:lnTo>
                  <a:pt x="0" y="190499"/>
                </a:lnTo>
                <a:lnTo>
                  <a:pt x="188976" y="190499"/>
                </a:lnTo>
                <a:lnTo>
                  <a:pt x="188976" y="0"/>
                </a:lnTo>
                <a:close/>
              </a:path>
            </a:pathLst>
          </a:custGeom>
          <a:solidFill>
            <a:srgbClr val="FFFFFF">
              <a:alpha val="1960"/>
            </a:srgbClr>
          </a:solidFill>
        </p:spPr>
        <p:txBody>
          <a:bodyPr wrap="square" lIns="0" tIns="0" rIns="0" bIns="0" rtlCol="0"/>
          <a:lstStyle/>
          <a:p>
            <a:endParaRPr/>
          </a:p>
        </p:txBody>
      </p:sp>
      <p:sp>
        <p:nvSpPr>
          <p:cNvPr id="49" name="object 49"/>
          <p:cNvSpPr/>
          <p:nvPr/>
        </p:nvSpPr>
        <p:spPr>
          <a:xfrm>
            <a:off x="423672" y="3186683"/>
            <a:ext cx="157480" cy="157480"/>
          </a:xfrm>
          <a:custGeom>
            <a:avLst/>
            <a:gdLst/>
            <a:ahLst/>
            <a:cxnLst/>
            <a:rect l="l" t="t" r="r" b="b"/>
            <a:pathLst>
              <a:path w="157479" h="157479">
                <a:moveTo>
                  <a:pt x="156972" y="0"/>
                </a:moveTo>
                <a:lnTo>
                  <a:pt x="0" y="0"/>
                </a:lnTo>
                <a:lnTo>
                  <a:pt x="0" y="156972"/>
                </a:lnTo>
                <a:lnTo>
                  <a:pt x="156972" y="156972"/>
                </a:lnTo>
                <a:lnTo>
                  <a:pt x="156972" y="0"/>
                </a:lnTo>
                <a:close/>
              </a:path>
            </a:pathLst>
          </a:custGeom>
          <a:solidFill>
            <a:srgbClr val="FFFFFF">
              <a:alpha val="1960"/>
            </a:srgbClr>
          </a:solidFill>
        </p:spPr>
        <p:txBody>
          <a:bodyPr wrap="square" lIns="0" tIns="0" rIns="0" bIns="0" rtlCol="0"/>
          <a:lstStyle/>
          <a:p>
            <a:endParaRPr/>
          </a:p>
        </p:txBody>
      </p:sp>
      <p:sp>
        <p:nvSpPr>
          <p:cNvPr id="50" name="object 50"/>
          <p:cNvSpPr/>
          <p:nvPr/>
        </p:nvSpPr>
        <p:spPr>
          <a:xfrm>
            <a:off x="441960" y="2948939"/>
            <a:ext cx="121920" cy="121920"/>
          </a:xfrm>
          <a:custGeom>
            <a:avLst/>
            <a:gdLst/>
            <a:ahLst/>
            <a:cxnLst/>
            <a:rect l="l" t="t" r="r" b="b"/>
            <a:pathLst>
              <a:path w="121920" h="121919">
                <a:moveTo>
                  <a:pt x="121920" y="0"/>
                </a:moveTo>
                <a:lnTo>
                  <a:pt x="0" y="0"/>
                </a:lnTo>
                <a:lnTo>
                  <a:pt x="0" y="121920"/>
                </a:lnTo>
                <a:lnTo>
                  <a:pt x="121920" y="121920"/>
                </a:lnTo>
                <a:lnTo>
                  <a:pt x="121920" y="0"/>
                </a:lnTo>
                <a:close/>
              </a:path>
            </a:pathLst>
          </a:custGeom>
          <a:solidFill>
            <a:srgbClr val="FFFFFF">
              <a:alpha val="1960"/>
            </a:srgbClr>
          </a:solidFill>
        </p:spPr>
        <p:txBody>
          <a:bodyPr wrap="square" lIns="0" tIns="0" rIns="0" bIns="0" rtlCol="0"/>
          <a:lstStyle/>
          <a:p>
            <a:endParaRPr/>
          </a:p>
        </p:txBody>
      </p:sp>
      <p:sp>
        <p:nvSpPr>
          <p:cNvPr id="51" name="object 51"/>
          <p:cNvSpPr/>
          <p:nvPr/>
        </p:nvSpPr>
        <p:spPr>
          <a:xfrm>
            <a:off x="457200" y="2741675"/>
            <a:ext cx="91440" cy="94615"/>
          </a:xfrm>
          <a:custGeom>
            <a:avLst/>
            <a:gdLst/>
            <a:ahLst/>
            <a:cxnLst/>
            <a:rect l="l" t="t" r="r" b="b"/>
            <a:pathLst>
              <a:path w="91440" h="94614">
                <a:moveTo>
                  <a:pt x="91440" y="0"/>
                </a:moveTo>
                <a:lnTo>
                  <a:pt x="0" y="0"/>
                </a:lnTo>
                <a:lnTo>
                  <a:pt x="0" y="94488"/>
                </a:lnTo>
                <a:lnTo>
                  <a:pt x="91440" y="94488"/>
                </a:lnTo>
                <a:lnTo>
                  <a:pt x="91440" y="0"/>
                </a:lnTo>
                <a:close/>
              </a:path>
            </a:pathLst>
          </a:custGeom>
          <a:solidFill>
            <a:srgbClr val="FFFFFF">
              <a:alpha val="1960"/>
            </a:srgbClr>
          </a:solidFill>
        </p:spPr>
        <p:txBody>
          <a:bodyPr wrap="square" lIns="0" tIns="0" rIns="0" bIns="0" rtlCol="0"/>
          <a:lstStyle/>
          <a:p>
            <a:endParaRPr/>
          </a:p>
        </p:txBody>
      </p:sp>
      <p:sp>
        <p:nvSpPr>
          <p:cNvPr id="52" name="object 52"/>
          <p:cNvSpPr/>
          <p:nvPr/>
        </p:nvSpPr>
        <p:spPr>
          <a:xfrm>
            <a:off x="473964" y="2599943"/>
            <a:ext cx="58419" cy="58419"/>
          </a:xfrm>
          <a:custGeom>
            <a:avLst/>
            <a:gdLst/>
            <a:ahLst/>
            <a:cxnLst/>
            <a:rect l="l" t="t" r="r" b="b"/>
            <a:pathLst>
              <a:path w="58420" h="58419">
                <a:moveTo>
                  <a:pt x="57912" y="0"/>
                </a:moveTo>
                <a:lnTo>
                  <a:pt x="0" y="0"/>
                </a:lnTo>
                <a:lnTo>
                  <a:pt x="0" y="57912"/>
                </a:lnTo>
                <a:lnTo>
                  <a:pt x="57912" y="57912"/>
                </a:lnTo>
                <a:lnTo>
                  <a:pt x="57912" y="0"/>
                </a:lnTo>
                <a:close/>
              </a:path>
            </a:pathLst>
          </a:custGeom>
          <a:solidFill>
            <a:srgbClr val="FFFFFF">
              <a:alpha val="1960"/>
            </a:srgbClr>
          </a:solidFill>
        </p:spPr>
        <p:txBody>
          <a:bodyPr wrap="square" lIns="0" tIns="0" rIns="0" bIns="0" rtlCol="0"/>
          <a:lstStyle/>
          <a:p>
            <a:endParaRPr/>
          </a:p>
        </p:txBody>
      </p:sp>
      <p:sp>
        <p:nvSpPr>
          <p:cNvPr id="53" name="object 53"/>
          <p:cNvSpPr/>
          <p:nvPr/>
        </p:nvSpPr>
        <p:spPr>
          <a:xfrm>
            <a:off x="1307592" y="4200144"/>
            <a:ext cx="33655" cy="32384"/>
          </a:xfrm>
          <a:custGeom>
            <a:avLst/>
            <a:gdLst/>
            <a:ahLst/>
            <a:cxnLst/>
            <a:rect l="l" t="t" r="r" b="b"/>
            <a:pathLst>
              <a:path w="33655" h="32385">
                <a:moveTo>
                  <a:pt x="33528" y="0"/>
                </a:moveTo>
                <a:lnTo>
                  <a:pt x="0" y="0"/>
                </a:lnTo>
                <a:lnTo>
                  <a:pt x="0" y="32004"/>
                </a:lnTo>
                <a:lnTo>
                  <a:pt x="33528" y="32004"/>
                </a:lnTo>
                <a:lnTo>
                  <a:pt x="33528" y="0"/>
                </a:lnTo>
                <a:close/>
              </a:path>
            </a:pathLst>
          </a:custGeom>
          <a:solidFill>
            <a:srgbClr val="FFFFFF">
              <a:alpha val="1960"/>
            </a:srgbClr>
          </a:solidFill>
        </p:spPr>
        <p:txBody>
          <a:bodyPr wrap="square" lIns="0" tIns="0" rIns="0" bIns="0" rtlCol="0"/>
          <a:lstStyle/>
          <a:p>
            <a:endParaRPr/>
          </a:p>
        </p:txBody>
      </p:sp>
      <p:sp>
        <p:nvSpPr>
          <p:cNvPr id="54" name="object 54"/>
          <p:cNvSpPr/>
          <p:nvPr/>
        </p:nvSpPr>
        <p:spPr>
          <a:xfrm>
            <a:off x="595884" y="4943855"/>
            <a:ext cx="109855" cy="109855"/>
          </a:xfrm>
          <a:custGeom>
            <a:avLst/>
            <a:gdLst/>
            <a:ahLst/>
            <a:cxnLst/>
            <a:rect l="l" t="t" r="r" b="b"/>
            <a:pathLst>
              <a:path w="109854" h="109854">
                <a:moveTo>
                  <a:pt x="109728" y="0"/>
                </a:moveTo>
                <a:lnTo>
                  <a:pt x="0" y="0"/>
                </a:lnTo>
                <a:lnTo>
                  <a:pt x="0" y="109728"/>
                </a:lnTo>
                <a:lnTo>
                  <a:pt x="109728" y="109728"/>
                </a:lnTo>
                <a:lnTo>
                  <a:pt x="109728" y="0"/>
                </a:lnTo>
                <a:close/>
              </a:path>
            </a:pathLst>
          </a:custGeom>
          <a:solidFill>
            <a:srgbClr val="FFFFFF">
              <a:alpha val="1960"/>
            </a:srgbClr>
          </a:solidFill>
        </p:spPr>
        <p:txBody>
          <a:bodyPr wrap="square" lIns="0" tIns="0" rIns="0" bIns="0" rtlCol="0"/>
          <a:lstStyle/>
          <a:p>
            <a:endParaRPr/>
          </a:p>
        </p:txBody>
      </p:sp>
      <p:sp>
        <p:nvSpPr>
          <p:cNvPr id="55" name="object 55"/>
          <p:cNvSpPr/>
          <p:nvPr/>
        </p:nvSpPr>
        <p:spPr>
          <a:xfrm>
            <a:off x="323088" y="2017775"/>
            <a:ext cx="44450" cy="41275"/>
          </a:xfrm>
          <a:custGeom>
            <a:avLst/>
            <a:gdLst/>
            <a:ahLst/>
            <a:cxnLst/>
            <a:rect l="l" t="t" r="r" b="b"/>
            <a:pathLst>
              <a:path w="44450" h="41275">
                <a:moveTo>
                  <a:pt x="44196" y="0"/>
                </a:moveTo>
                <a:lnTo>
                  <a:pt x="0" y="0"/>
                </a:lnTo>
                <a:lnTo>
                  <a:pt x="0" y="41148"/>
                </a:lnTo>
                <a:lnTo>
                  <a:pt x="44196" y="41148"/>
                </a:lnTo>
                <a:lnTo>
                  <a:pt x="44196" y="0"/>
                </a:lnTo>
                <a:close/>
              </a:path>
            </a:pathLst>
          </a:custGeom>
          <a:solidFill>
            <a:srgbClr val="FFFFFF">
              <a:alpha val="1960"/>
            </a:srgbClr>
          </a:solidFill>
        </p:spPr>
        <p:txBody>
          <a:bodyPr wrap="square" lIns="0" tIns="0" rIns="0" bIns="0" rtlCol="0"/>
          <a:lstStyle/>
          <a:p>
            <a:endParaRPr/>
          </a:p>
        </p:txBody>
      </p:sp>
      <p:sp>
        <p:nvSpPr>
          <p:cNvPr id="56" name="object 56"/>
          <p:cNvSpPr/>
          <p:nvPr/>
        </p:nvSpPr>
        <p:spPr>
          <a:xfrm>
            <a:off x="1287780" y="3412235"/>
            <a:ext cx="104139" cy="102235"/>
          </a:xfrm>
          <a:custGeom>
            <a:avLst/>
            <a:gdLst/>
            <a:ahLst/>
            <a:cxnLst/>
            <a:rect l="l" t="t" r="r" b="b"/>
            <a:pathLst>
              <a:path w="104140" h="102235">
                <a:moveTo>
                  <a:pt x="103632" y="0"/>
                </a:moveTo>
                <a:lnTo>
                  <a:pt x="0" y="0"/>
                </a:lnTo>
                <a:lnTo>
                  <a:pt x="0" y="102108"/>
                </a:lnTo>
                <a:lnTo>
                  <a:pt x="103632" y="102108"/>
                </a:lnTo>
                <a:lnTo>
                  <a:pt x="103632" y="0"/>
                </a:lnTo>
                <a:close/>
              </a:path>
            </a:pathLst>
          </a:custGeom>
          <a:solidFill>
            <a:srgbClr val="FFFFFF">
              <a:alpha val="1960"/>
            </a:srgbClr>
          </a:solidFill>
        </p:spPr>
        <p:txBody>
          <a:bodyPr wrap="square" lIns="0" tIns="0" rIns="0" bIns="0" rtlCol="0"/>
          <a:lstStyle/>
          <a:p>
            <a:endParaRPr/>
          </a:p>
        </p:txBody>
      </p:sp>
      <p:sp>
        <p:nvSpPr>
          <p:cNvPr id="57" name="object 57"/>
          <p:cNvSpPr/>
          <p:nvPr/>
        </p:nvSpPr>
        <p:spPr>
          <a:xfrm>
            <a:off x="1359408" y="2097023"/>
            <a:ext cx="190500" cy="190500"/>
          </a:xfrm>
          <a:custGeom>
            <a:avLst/>
            <a:gdLst/>
            <a:ahLst/>
            <a:cxnLst/>
            <a:rect l="l" t="t" r="r" b="b"/>
            <a:pathLst>
              <a:path w="190500" h="190500">
                <a:moveTo>
                  <a:pt x="190500" y="0"/>
                </a:moveTo>
                <a:lnTo>
                  <a:pt x="0" y="0"/>
                </a:lnTo>
                <a:lnTo>
                  <a:pt x="0" y="190500"/>
                </a:lnTo>
                <a:lnTo>
                  <a:pt x="190500" y="190500"/>
                </a:lnTo>
                <a:lnTo>
                  <a:pt x="190500" y="0"/>
                </a:lnTo>
                <a:close/>
              </a:path>
            </a:pathLst>
          </a:custGeom>
          <a:solidFill>
            <a:srgbClr val="FFFFFF">
              <a:alpha val="1960"/>
            </a:srgbClr>
          </a:solidFill>
        </p:spPr>
        <p:txBody>
          <a:bodyPr wrap="square" lIns="0" tIns="0" rIns="0" bIns="0" rtlCol="0"/>
          <a:lstStyle/>
          <a:p>
            <a:endParaRPr/>
          </a:p>
        </p:txBody>
      </p:sp>
      <p:sp>
        <p:nvSpPr>
          <p:cNvPr id="58" name="object 58"/>
          <p:cNvSpPr/>
          <p:nvPr/>
        </p:nvSpPr>
        <p:spPr>
          <a:xfrm>
            <a:off x="1376172" y="1847087"/>
            <a:ext cx="157480" cy="158750"/>
          </a:xfrm>
          <a:custGeom>
            <a:avLst/>
            <a:gdLst/>
            <a:ahLst/>
            <a:cxnLst/>
            <a:rect l="l" t="t" r="r" b="b"/>
            <a:pathLst>
              <a:path w="157480" h="158750">
                <a:moveTo>
                  <a:pt x="156972" y="70866"/>
                </a:moveTo>
                <a:lnTo>
                  <a:pt x="137185" y="64770"/>
                </a:lnTo>
                <a:lnTo>
                  <a:pt x="116497" y="60769"/>
                </a:lnTo>
                <a:lnTo>
                  <a:pt x="95224" y="58585"/>
                </a:lnTo>
                <a:lnTo>
                  <a:pt x="73660" y="57912"/>
                </a:lnTo>
                <a:lnTo>
                  <a:pt x="54927" y="58534"/>
                </a:lnTo>
                <a:lnTo>
                  <a:pt x="36830" y="60375"/>
                </a:lnTo>
                <a:lnTo>
                  <a:pt x="18719" y="63436"/>
                </a:lnTo>
                <a:lnTo>
                  <a:pt x="0" y="67691"/>
                </a:lnTo>
                <a:lnTo>
                  <a:pt x="0" y="158496"/>
                </a:lnTo>
                <a:lnTo>
                  <a:pt x="156972" y="158496"/>
                </a:lnTo>
                <a:lnTo>
                  <a:pt x="156972" y="70866"/>
                </a:lnTo>
                <a:close/>
              </a:path>
              <a:path w="157480" h="158750">
                <a:moveTo>
                  <a:pt x="156972" y="0"/>
                </a:moveTo>
                <a:lnTo>
                  <a:pt x="0" y="0"/>
                </a:lnTo>
                <a:lnTo>
                  <a:pt x="0" y="66929"/>
                </a:lnTo>
                <a:lnTo>
                  <a:pt x="18719" y="62763"/>
                </a:lnTo>
                <a:lnTo>
                  <a:pt x="36817" y="59791"/>
                </a:lnTo>
                <a:lnTo>
                  <a:pt x="54927" y="58000"/>
                </a:lnTo>
                <a:lnTo>
                  <a:pt x="73660" y="57404"/>
                </a:lnTo>
                <a:lnTo>
                  <a:pt x="95224" y="58051"/>
                </a:lnTo>
                <a:lnTo>
                  <a:pt x="116497" y="60185"/>
                </a:lnTo>
                <a:lnTo>
                  <a:pt x="137185" y="64109"/>
                </a:lnTo>
                <a:lnTo>
                  <a:pt x="156972" y="70104"/>
                </a:lnTo>
                <a:lnTo>
                  <a:pt x="156972" y="0"/>
                </a:lnTo>
                <a:close/>
              </a:path>
            </a:pathLst>
          </a:custGeom>
          <a:solidFill>
            <a:srgbClr val="FFFFFF">
              <a:alpha val="1960"/>
            </a:srgbClr>
          </a:solidFill>
        </p:spPr>
        <p:txBody>
          <a:bodyPr wrap="square" lIns="0" tIns="0" rIns="0" bIns="0" rtlCol="0"/>
          <a:lstStyle/>
          <a:p>
            <a:endParaRPr/>
          </a:p>
        </p:txBody>
      </p:sp>
      <p:sp>
        <p:nvSpPr>
          <p:cNvPr id="59" name="object 59"/>
          <p:cNvSpPr/>
          <p:nvPr/>
        </p:nvSpPr>
        <p:spPr>
          <a:xfrm>
            <a:off x="8097011" y="3750564"/>
            <a:ext cx="81280" cy="82550"/>
          </a:xfrm>
          <a:custGeom>
            <a:avLst/>
            <a:gdLst/>
            <a:ahLst/>
            <a:cxnLst/>
            <a:rect l="l" t="t" r="r" b="b"/>
            <a:pathLst>
              <a:path w="81279" h="82550">
                <a:moveTo>
                  <a:pt x="80772" y="0"/>
                </a:moveTo>
                <a:lnTo>
                  <a:pt x="0" y="0"/>
                </a:lnTo>
                <a:lnTo>
                  <a:pt x="0" y="82295"/>
                </a:lnTo>
                <a:lnTo>
                  <a:pt x="80772" y="82295"/>
                </a:lnTo>
                <a:lnTo>
                  <a:pt x="80772" y="0"/>
                </a:lnTo>
                <a:close/>
              </a:path>
            </a:pathLst>
          </a:custGeom>
          <a:solidFill>
            <a:srgbClr val="FFFFFF">
              <a:alpha val="1960"/>
            </a:srgbClr>
          </a:solidFill>
        </p:spPr>
        <p:txBody>
          <a:bodyPr wrap="square" lIns="0" tIns="0" rIns="0" bIns="0" rtlCol="0"/>
          <a:lstStyle/>
          <a:p>
            <a:endParaRPr/>
          </a:p>
        </p:txBody>
      </p:sp>
      <p:sp>
        <p:nvSpPr>
          <p:cNvPr id="60" name="object 60"/>
          <p:cNvSpPr/>
          <p:nvPr/>
        </p:nvSpPr>
        <p:spPr>
          <a:xfrm>
            <a:off x="8209788" y="1143000"/>
            <a:ext cx="128270" cy="128270"/>
          </a:xfrm>
          <a:custGeom>
            <a:avLst/>
            <a:gdLst/>
            <a:ahLst/>
            <a:cxnLst/>
            <a:rect l="l" t="t" r="r" b="b"/>
            <a:pathLst>
              <a:path w="128270" h="128269">
                <a:moveTo>
                  <a:pt x="128016" y="0"/>
                </a:moveTo>
                <a:lnTo>
                  <a:pt x="0" y="0"/>
                </a:lnTo>
                <a:lnTo>
                  <a:pt x="0" y="128015"/>
                </a:lnTo>
                <a:lnTo>
                  <a:pt x="128016" y="128015"/>
                </a:lnTo>
                <a:lnTo>
                  <a:pt x="128016" y="0"/>
                </a:lnTo>
                <a:close/>
              </a:path>
            </a:pathLst>
          </a:custGeom>
          <a:solidFill>
            <a:srgbClr val="FFFFFF">
              <a:alpha val="1960"/>
            </a:srgbClr>
          </a:solidFill>
        </p:spPr>
        <p:txBody>
          <a:bodyPr wrap="square" lIns="0" tIns="0" rIns="0" bIns="0" rtlCol="0"/>
          <a:lstStyle/>
          <a:p>
            <a:endParaRPr/>
          </a:p>
        </p:txBody>
      </p:sp>
      <p:sp>
        <p:nvSpPr>
          <p:cNvPr id="61" name="object 61"/>
          <p:cNvSpPr/>
          <p:nvPr/>
        </p:nvSpPr>
        <p:spPr>
          <a:xfrm>
            <a:off x="8863584" y="3014979"/>
            <a:ext cx="96520" cy="95250"/>
          </a:xfrm>
          <a:custGeom>
            <a:avLst/>
            <a:gdLst/>
            <a:ahLst/>
            <a:cxnLst/>
            <a:rect l="l" t="t" r="r" b="b"/>
            <a:pathLst>
              <a:path w="96520" h="95250">
                <a:moveTo>
                  <a:pt x="96012" y="0"/>
                </a:moveTo>
                <a:lnTo>
                  <a:pt x="89662" y="0"/>
                </a:lnTo>
                <a:lnTo>
                  <a:pt x="89662" y="82550"/>
                </a:lnTo>
                <a:lnTo>
                  <a:pt x="89662" y="88900"/>
                </a:lnTo>
                <a:lnTo>
                  <a:pt x="83185" y="88900"/>
                </a:lnTo>
                <a:lnTo>
                  <a:pt x="83185" y="87884"/>
                </a:lnTo>
                <a:lnTo>
                  <a:pt x="88392" y="87884"/>
                </a:lnTo>
                <a:lnTo>
                  <a:pt x="88392" y="82550"/>
                </a:lnTo>
                <a:lnTo>
                  <a:pt x="89662" y="82550"/>
                </a:lnTo>
                <a:lnTo>
                  <a:pt x="89662" y="0"/>
                </a:lnTo>
                <a:lnTo>
                  <a:pt x="0" y="0"/>
                </a:lnTo>
                <a:lnTo>
                  <a:pt x="0" y="12700"/>
                </a:lnTo>
                <a:lnTo>
                  <a:pt x="0" y="82550"/>
                </a:lnTo>
                <a:lnTo>
                  <a:pt x="0" y="88900"/>
                </a:lnTo>
                <a:lnTo>
                  <a:pt x="0" y="95250"/>
                </a:lnTo>
                <a:lnTo>
                  <a:pt x="96012" y="95250"/>
                </a:lnTo>
                <a:lnTo>
                  <a:pt x="96012" y="88900"/>
                </a:lnTo>
                <a:lnTo>
                  <a:pt x="96012" y="82550"/>
                </a:lnTo>
                <a:lnTo>
                  <a:pt x="96012" y="12700"/>
                </a:lnTo>
                <a:lnTo>
                  <a:pt x="96012" y="0"/>
                </a:lnTo>
                <a:close/>
              </a:path>
            </a:pathLst>
          </a:custGeom>
          <a:solidFill>
            <a:srgbClr val="FFFFFF">
              <a:alpha val="1960"/>
            </a:srgbClr>
          </a:solidFill>
        </p:spPr>
        <p:txBody>
          <a:bodyPr wrap="square" lIns="0" tIns="0" rIns="0" bIns="0" rtlCol="0"/>
          <a:lstStyle/>
          <a:p>
            <a:endParaRPr/>
          </a:p>
        </p:txBody>
      </p:sp>
      <p:sp>
        <p:nvSpPr>
          <p:cNvPr id="62" name="object 62"/>
          <p:cNvSpPr/>
          <p:nvPr/>
        </p:nvSpPr>
        <p:spPr>
          <a:xfrm>
            <a:off x="7968996" y="2109215"/>
            <a:ext cx="24765" cy="26034"/>
          </a:xfrm>
          <a:custGeom>
            <a:avLst/>
            <a:gdLst/>
            <a:ahLst/>
            <a:cxnLst/>
            <a:rect l="l" t="t" r="r" b="b"/>
            <a:pathLst>
              <a:path w="24765" h="26035">
                <a:moveTo>
                  <a:pt x="24384" y="0"/>
                </a:moveTo>
                <a:lnTo>
                  <a:pt x="0" y="0"/>
                </a:lnTo>
                <a:lnTo>
                  <a:pt x="0" y="25908"/>
                </a:lnTo>
                <a:lnTo>
                  <a:pt x="24384" y="25908"/>
                </a:lnTo>
                <a:lnTo>
                  <a:pt x="24384" y="19431"/>
                </a:lnTo>
                <a:lnTo>
                  <a:pt x="24384" y="12954"/>
                </a:lnTo>
                <a:lnTo>
                  <a:pt x="24384" y="0"/>
                </a:lnTo>
                <a:close/>
              </a:path>
            </a:pathLst>
          </a:custGeom>
          <a:solidFill>
            <a:srgbClr val="FFFFFF">
              <a:alpha val="1960"/>
            </a:srgbClr>
          </a:solidFill>
        </p:spPr>
        <p:txBody>
          <a:bodyPr wrap="square" lIns="0" tIns="0" rIns="0" bIns="0" rtlCol="0"/>
          <a:lstStyle/>
          <a:p>
            <a:endParaRPr/>
          </a:p>
        </p:txBody>
      </p:sp>
      <p:sp>
        <p:nvSpPr>
          <p:cNvPr id="63" name="object 63"/>
          <p:cNvSpPr/>
          <p:nvPr/>
        </p:nvSpPr>
        <p:spPr>
          <a:xfrm>
            <a:off x="7839456" y="1591055"/>
            <a:ext cx="189230" cy="190500"/>
          </a:xfrm>
          <a:custGeom>
            <a:avLst/>
            <a:gdLst/>
            <a:ahLst/>
            <a:cxnLst/>
            <a:rect l="l" t="t" r="r" b="b"/>
            <a:pathLst>
              <a:path w="189229" h="190500">
                <a:moveTo>
                  <a:pt x="188975" y="0"/>
                </a:moveTo>
                <a:lnTo>
                  <a:pt x="0" y="0"/>
                </a:lnTo>
                <a:lnTo>
                  <a:pt x="0" y="190500"/>
                </a:lnTo>
                <a:lnTo>
                  <a:pt x="188975" y="190500"/>
                </a:lnTo>
                <a:lnTo>
                  <a:pt x="188975" y="0"/>
                </a:lnTo>
                <a:close/>
              </a:path>
            </a:pathLst>
          </a:custGeom>
          <a:solidFill>
            <a:srgbClr val="FFFFFF">
              <a:alpha val="1960"/>
            </a:srgbClr>
          </a:solidFill>
        </p:spPr>
        <p:txBody>
          <a:bodyPr wrap="square" lIns="0" tIns="0" rIns="0" bIns="0" rtlCol="0"/>
          <a:lstStyle/>
          <a:p>
            <a:endParaRPr/>
          </a:p>
        </p:txBody>
      </p:sp>
      <p:sp>
        <p:nvSpPr>
          <p:cNvPr id="64" name="object 64"/>
          <p:cNvSpPr/>
          <p:nvPr/>
        </p:nvSpPr>
        <p:spPr>
          <a:xfrm>
            <a:off x="7856220" y="1339595"/>
            <a:ext cx="157480" cy="157480"/>
          </a:xfrm>
          <a:custGeom>
            <a:avLst/>
            <a:gdLst/>
            <a:ahLst/>
            <a:cxnLst/>
            <a:rect l="l" t="t" r="r" b="b"/>
            <a:pathLst>
              <a:path w="157479" h="157480">
                <a:moveTo>
                  <a:pt x="156972" y="0"/>
                </a:moveTo>
                <a:lnTo>
                  <a:pt x="0" y="0"/>
                </a:lnTo>
                <a:lnTo>
                  <a:pt x="0" y="156972"/>
                </a:lnTo>
                <a:lnTo>
                  <a:pt x="156972" y="156972"/>
                </a:lnTo>
                <a:lnTo>
                  <a:pt x="156972" y="0"/>
                </a:lnTo>
                <a:close/>
              </a:path>
            </a:pathLst>
          </a:custGeom>
          <a:solidFill>
            <a:srgbClr val="FFFFFF">
              <a:alpha val="1960"/>
            </a:srgbClr>
          </a:solidFill>
        </p:spPr>
        <p:txBody>
          <a:bodyPr wrap="square" lIns="0" tIns="0" rIns="0" bIns="0" rtlCol="0"/>
          <a:lstStyle/>
          <a:p>
            <a:endParaRPr/>
          </a:p>
        </p:txBody>
      </p:sp>
      <p:sp>
        <p:nvSpPr>
          <p:cNvPr id="65" name="object 65"/>
          <p:cNvSpPr/>
          <p:nvPr/>
        </p:nvSpPr>
        <p:spPr>
          <a:xfrm>
            <a:off x="7874508" y="1101851"/>
            <a:ext cx="121920" cy="121920"/>
          </a:xfrm>
          <a:custGeom>
            <a:avLst/>
            <a:gdLst/>
            <a:ahLst/>
            <a:cxnLst/>
            <a:rect l="l" t="t" r="r" b="b"/>
            <a:pathLst>
              <a:path w="121920" h="121919">
                <a:moveTo>
                  <a:pt x="121920" y="0"/>
                </a:moveTo>
                <a:lnTo>
                  <a:pt x="0" y="0"/>
                </a:lnTo>
                <a:lnTo>
                  <a:pt x="0" y="121920"/>
                </a:lnTo>
                <a:lnTo>
                  <a:pt x="121920" y="121920"/>
                </a:lnTo>
                <a:lnTo>
                  <a:pt x="121920" y="0"/>
                </a:lnTo>
                <a:close/>
              </a:path>
            </a:pathLst>
          </a:custGeom>
          <a:solidFill>
            <a:srgbClr val="FFFFFF">
              <a:alpha val="1960"/>
            </a:srgbClr>
          </a:solidFill>
        </p:spPr>
        <p:txBody>
          <a:bodyPr wrap="square" lIns="0" tIns="0" rIns="0" bIns="0" rtlCol="0"/>
          <a:lstStyle/>
          <a:p>
            <a:endParaRPr/>
          </a:p>
        </p:txBody>
      </p:sp>
      <p:sp>
        <p:nvSpPr>
          <p:cNvPr id="66" name="object 66"/>
          <p:cNvSpPr/>
          <p:nvPr/>
        </p:nvSpPr>
        <p:spPr>
          <a:xfrm>
            <a:off x="8740140" y="2354592"/>
            <a:ext cx="33655" cy="32384"/>
          </a:xfrm>
          <a:custGeom>
            <a:avLst/>
            <a:gdLst/>
            <a:ahLst/>
            <a:cxnLst/>
            <a:rect l="l" t="t" r="r" b="b"/>
            <a:pathLst>
              <a:path w="33654" h="32385">
                <a:moveTo>
                  <a:pt x="33528" y="0"/>
                </a:moveTo>
                <a:lnTo>
                  <a:pt x="0" y="0"/>
                </a:lnTo>
                <a:lnTo>
                  <a:pt x="0" y="31991"/>
                </a:lnTo>
                <a:lnTo>
                  <a:pt x="33528" y="31991"/>
                </a:lnTo>
                <a:lnTo>
                  <a:pt x="33528" y="0"/>
                </a:lnTo>
                <a:close/>
              </a:path>
            </a:pathLst>
          </a:custGeom>
          <a:solidFill>
            <a:srgbClr val="FFFFFF">
              <a:alpha val="1960"/>
            </a:srgbClr>
          </a:solidFill>
        </p:spPr>
        <p:txBody>
          <a:bodyPr wrap="square" lIns="0" tIns="0" rIns="0" bIns="0" rtlCol="0"/>
          <a:lstStyle/>
          <a:p>
            <a:endParaRPr/>
          </a:p>
        </p:txBody>
      </p:sp>
      <p:sp>
        <p:nvSpPr>
          <p:cNvPr id="67" name="object 67"/>
          <p:cNvSpPr/>
          <p:nvPr/>
        </p:nvSpPr>
        <p:spPr>
          <a:xfrm>
            <a:off x="8028432" y="3096780"/>
            <a:ext cx="109855" cy="109855"/>
          </a:xfrm>
          <a:custGeom>
            <a:avLst/>
            <a:gdLst/>
            <a:ahLst/>
            <a:cxnLst/>
            <a:rect l="l" t="t" r="r" b="b"/>
            <a:pathLst>
              <a:path w="109854" h="109855">
                <a:moveTo>
                  <a:pt x="109728" y="0"/>
                </a:moveTo>
                <a:lnTo>
                  <a:pt x="0" y="0"/>
                </a:lnTo>
                <a:lnTo>
                  <a:pt x="0" y="109715"/>
                </a:lnTo>
                <a:lnTo>
                  <a:pt x="109728" y="109715"/>
                </a:lnTo>
                <a:lnTo>
                  <a:pt x="109728" y="0"/>
                </a:lnTo>
                <a:close/>
              </a:path>
            </a:pathLst>
          </a:custGeom>
          <a:solidFill>
            <a:srgbClr val="FFFFFF">
              <a:alpha val="1960"/>
            </a:srgbClr>
          </a:solidFill>
        </p:spPr>
        <p:txBody>
          <a:bodyPr wrap="square" lIns="0" tIns="0" rIns="0" bIns="0" rtlCol="0"/>
          <a:lstStyle/>
          <a:p>
            <a:endParaRPr/>
          </a:p>
        </p:txBody>
      </p:sp>
      <p:sp>
        <p:nvSpPr>
          <p:cNvPr id="68" name="object 68"/>
          <p:cNvSpPr/>
          <p:nvPr/>
        </p:nvSpPr>
        <p:spPr>
          <a:xfrm>
            <a:off x="8720328" y="1565147"/>
            <a:ext cx="104139" cy="104139"/>
          </a:xfrm>
          <a:custGeom>
            <a:avLst/>
            <a:gdLst/>
            <a:ahLst/>
            <a:cxnLst/>
            <a:rect l="l" t="t" r="r" b="b"/>
            <a:pathLst>
              <a:path w="104140" h="104139">
                <a:moveTo>
                  <a:pt x="103632" y="0"/>
                </a:moveTo>
                <a:lnTo>
                  <a:pt x="0" y="0"/>
                </a:lnTo>
                <a:lnTo>
                  <a:pt x="0" y="103632"/>
                </a:lnTo>
                <a:lnTo>
                  <a:pt x="103632" y="103632"/>
                </a:lnTo>
                <a:lnTo>
                  <a:pt x="103632" y="0"/>
                </a:lnTo>
                <a:close/>
              </a:path>
            </a:pathLst>
          </a:custGeom>
          <a:solidFill>
            <a:srgbClr val="FFFFFF">
              <a:alpha val="1960"/>
            </a:srgbClr>
          </a:solidFill>
        </p:spPr>
        <p:txBody>
          <a:bodyPr wrap="square" lIns="0" tIns="0" rIns="0" bIns="0" rtlCol="0"/>
          <a:lstStyle/>
          <a:p>
            <a:endParaRPr/>
          </a:p>
        </p:txBody>
      </p:sp>
      <p:sp>
        <p:nvSpPr>
          <p:cNvPr id="69" name="object 69"/>
          <p:cNvSpPr/>
          <p:nvPr/>
        </p:nvSpPr>
        <p:spPr>
          <a:xfrm>
            <a:off x="7755636" y="0"/>
            <a:ext cx="1226820" cy="989330"/>
          </a:xfrm>
          <a:custGeom>
            <a:avLst/>
            <a:gdLst/>
            <a:ahLst/>
            <a:cxnLst/>
            <a:rect l="l" t="t" r="r" b="b"/>
            <a:pathLst>
              <a:path w="1226820" h="989330">
                <a:moveTo>
                  <a:pt x="44196" y="172212"/>
                </a:moveTo>
                <a:lnTo>
                  <a:pt x="0" y="172212"/>
                </a:lnTo>
                <a:lnTo>
                  <a:pt x="0" y="213360"/>
                </a:lnTo>
                <a:lnTo>
                  <a:pt x="44196" y="213360"/>
                </a:lnTo>
                <a:lnTo>
                  <a:pt x="44196" y="172212"/>
                </a:lnTo>
                <a:close/>
              </a:path>
              <a:path w="1226820" h="989330">
                <a:moveTo>
                  <a:pt x="208775" y="754380"/>
                </a:moveTo>
                <a:lnTo>
                  <a:pt x="150876" y="754380"/>
                </a:lnTo>
                <a:lnTo>
                  <a:pt x="150876" y="810768"/>
                </a:lnTo>
                <a:lnTo>
                  <a:pt x="208775" y="810768"/>
                </a:lnTo>
                <a:lnTo>
                  <a:pt x="208775" y="754380"/>
                </a:lnTo>
                <a:close/>
              </a:path>
              <a:path w="1226820" h="989330">
                <a:moveTo>
                  <a:pt x="225552" y="896112"/>
                </a:moveTo>
                <a:lnTo>
                  <a:pt x="134112" y="896112"/>
                </a:lnTo>
                <a:lnTo>
                  <a:pt x="134112" y="989076"/>
                </a:lnTo>
                <a:lnTo>
                  <a:pt x="225552" y="989076"/>
                </a:lnTo>
                <a:lnTo>
                  <a:pt x="225552" y="896112"/>
                </a:lnTo>
                <a:close/>
              </a:path>
              <a:path w="1226820" h="989330">
                <a:moveTo>
                  <a:pt x="460248" y="291084"/>
                </a:moveTo>
                <a:lnTo>
                  <a:pt x="376428" y="291084"/>
                </a:lnTo>
                <a:lnTo>
                  <a:pt x="376428" y="374904"/>
                </a:lnTo>
                <a:lnTo>
                  <a:pt x="460248" y="374904"/>
                </a:lnTo>
                <a:lnTo>
                  <a:pt x="460248" y="367030"/>
                </a:lnTo>
                <a:lnTo>
                  <a:pt x="460248" y="303784"/>
                </a:lnTo>
                <a:lnTo>
                  <a:pt x="460248" y="291084"/>
                </a:lnTo>
                <a:close/>
              </a:path>
              <a:path w="1226820" h="989330">
                <a:moveTo>
                  <a:pt x="760476" y="656590"/>
                </a:moveTo>
                <a:lnTo>
                  <a:pt x="662940" y="656590"/>
                </a:lnTo>
                <a:lnTo>
                  <a:pt x="662940" y="669290"/>
                </a:lnTo>
                <a:lnTo>
                  <a:pt x="662940" y="744220"/>
                </a:lnTo>
                <a:lnTo>
                  <a:pt x="662940" y="750570"/>
                </a:lnTo>
                <a:lnTo>
                  <a:pt x="662940" y="756920"/>
                </a:lnTo>
                <a:lnTo>
                  <a:pt x="760476" y="756920"/>
                </a:lnTo>
                <a:lnTo>
                  <a:pt x="760476" y="750570"/>
                </a:lnTo>
                <a:lnTo>
                  <a:pt x="760476" y="744220"/>
                </a:lnTo>
                <a:lnTo>
                  <a:pt x="760476" y="669290"/>
                </a:lnTo>
                <a:lnTo>
                  <a:pt x="760476" y="656590"/>
                </a:lnTo>
                <a:close/>
              </a:path>
              <a:path w="1226820" h="989330">
                <a:moveTo>
                  <a:pt x="1210056" y="72263"/>
                </a:moveTo>
                <a:lnTo>
                  <a:pt x="1190269" y="66192"/>
                </a:lnTo>
                <a:lnTo>
                  <a:pt x="1169581" y="62230"/>
                </a:lnTo>
                <a:lnTo>
                  <a:pt x="1148308" y="60083"/>
                </a:lnTo>
                <a:lnTo>
                  <a:pt x="1126744" y="59436"/>
                </a:lnTo>
                <a:lnTo>
                  <a:pt x="1108011" y="60032"/>
                </a:lnTo>
                <a:lnTo>
                  <a:pt x="1089914" y="61823"/>
                </a:lnTo>
                <a:lnTo>
                  <a:pt x="1071803" y="64795"/>
                </a:lnTo>
                <a:lnTo>
                  <a:pt x="1053084" y="68961"/>
                </a:lnTo>
                <a:lnTo>
                  <a:pt x="1053084" y="158496"/>
                </a:lnTo>
                <a:lnTo>
                  <a:pt x="1210056" y="158496"/>
                </a:lnTo>
                <a:lnTo>
                  <a:pt x="1210056" y="72263"/>
                </a:lnTo>
                <a:close/>
              </a:path>
              <a:path w="1226820" h="989330">
                <a:moveTo>
                  <a:pt x="1210056" y="0"/>
                </a:moveTo>
                <a:lnTo>
                  <a:pt x="1053084" y="0"/>
                </a:lnTo>
                <a:lnTo>
                  <a:pt x="1053084" y="68326"/>
                </a:lnTo>
                <a:lnTo>
                  <a:pt x="1071803" y="64071"/>
                </a:lnTo>
                <a:lnTo>
                  <a:pt x="1089914" y="61010"/>
                </a:lnTo>
                <a:lnTo>
                  <a:pt x="1108011" y="59169"/>
                </a:lnTo>
                <a:lnTo>
                  <a:pt x="1126744" y="58547"/>
                </a:lnTo>
                <a:lnTo>
                  <a:pt x="1148308" y="59220"/>
                </a:lnTo>
                <a:lnTo>
                  <a:pt x="1169581" y="61429"/>
                </a:lnTo>
                <a:lnTo>
                  <a:pt x="1190269" y="65468"/>
                </a:lnTo>
                <a:lnTo>
                  <a:pt x="1210056" y="71628"/>
                </a:lnTo>
                <a:lnTo>
                  <a:pt x="1210056" y="0"/>
                </a:lnTo>
                <a:close/>
              </a:path>
              <a:path w="1226820" h="989330">
                <a:moveTo>
                  <a:pt x="1226820" y="251460"/>
                </a:moveTo>
                <a:lnTo>
                  <a:pt x="1036320" y="251460"/>
                </a:lnTo>
                <a:lnTo>
                  <a:pt x="1036320" y="441960"/>
                </a:lnTo>
                <a:lnTo>
                  <a:pt x="1226820" y="441960"/>
                </a:lnTo>
                <a:lnTo>
                  <a:pt x="1226820" y="251460"/>
                </a:lnTo>
                <a:close/>
              </a:path>
            </a:pathLst>
          </a:custGeom>
          <a:solidFill>
            <a:srgbClr val="FFFFFF">
              <a:alpha val="1960"/>
            </a:srgbClr>
          </a:solidFill>
        </p:spPr>
        <p:txBody>
          <a:bodyPr wrap="square" lIns="0" tIns="0" rIns="0" bIns="0" rtlCol="0"/>
          <a:lstStyle/>
          <a:p>
            <a:endParaRPr/>
          </a:p>
        </p:txBody>
      </p:sp>
      <p:grpSp>
        <p:nvGrpSpPr>
          <p:cNvPr id="70" name="object 70"/>
          <p:cNvGrpSpPr/>
          <p:nvPr/>
        </p:nvGrpSpPr>
        <p:grpSpPr>
          <a:xfrm>
            <a:off x="3819905" y="1431036"/>
            <a:ext cx="4501897" cy="4199636"/>
            <a:chOff x="3819905" y="1431036"/>
            <a:chExt cx="4501897" cy="4199636"/>
          </a:xfrm>
        </p:grpSpPr>
        <p:sp>
          <p:nvSpPr>
            <p:cNvPr id="71" name="object 71"/>
            <p:cNvSpPr/>
            <p:nvPr/>
          </p:nvSpPr>
          <p:spPr>
            <a:xfrm>
              <a:off x="4730495" y="4564380"/>
              <a:ext cx="2680970" cy="163195"/>
            </a:xfrm>
            <a:custGeom>
              <a:avLst/>
              <a:gdLst/>
              <a:ahLst/>
              <a:cxnLst/>
              <a:rect l="l" t="t" r="r" b="b"/>
              <a:pathLst>
                <a:path w="2680970" h="163195">
                  <a:moveTo>
                    <a:pt x="0" y="163068"/>
                  </a:moveTo>
                  <a:lnTo>
                    <a:pt x="2680716" y="163068"/>
                  </a:lnTo>
                  <a:lnTo>
                    <a:pt x="2680716" y="0"/>
                  </a:lnTo>
                  <a:lnTo>
                    <a:pt x="0" y="0"/>
                  </a:lnTo>
                  <a:lnTo>
                    <a:pt x="0" y="163068"/>
                  </a:lnTo>
                  <a:close/>
                </a:path>
              </a:pathLst>
            </a:custGeom>
            <a:ln w="12700">
              <a:solidFill>
                <a:srgbClr val="D9D9D9"/>
              </a:solidFill>
            </a:ln>
          </p:spPr>
          <p:txBody>
            <a:bodyPr wrap="square" lIns="0" tIns="0" rIns="0" bIns="0" rtlCol="0"/>
            <a:lstStyle/>
            <a:p>
              <a:endParaRPr/>
            </a:p>
          </p:txBody>
        </p:sp>
        <p:sp>
          <p:nvSpPr>
            <p:cNvPr id="72" name="object 72"/>
            <p:cNvSpPr/>
            <p:nvPr/>
          </p:nvSpPr>
          <p:spPr>
            <a:xfrm>
              <a:off x="4592700" y="2455672"/>
              <a:ext cx="1481455" cy="2402205"/>
            </a:xfrm>
            <a:custGeom>
              <a:avLst/>
              <a:gdLst/>
              <a:ahLst/>
              <a:cxnLst/>
              <a:rect l="l" t="t" r="r" b="b"/>
              <a:pathLst>
                <a:path w="1481454" h="2402204">
                  <a:moveTo>
                    <a:pt x="1339850" y="0"/>
                  </a:moveTo>
                  <a:lnTo>
                    <a:pt x="0" y="2320671"/>
                  </a:lnTo>
                  <a:lnTo>
                    <a:pt x="141097" y="2402078"/>
                  </a:lnTo>
                  <a:lnTo>
                    <a:pt x="1480947" y="81406"/>
                  </a:lnTo>
                  <a:lnTo>
                    <a:pt x="1339850" y="0"/>
                  </a:lnTo>
                  <a:close/>
                </a:path>
              </a:pathLst>
            </a:custGeom>
            <a:solidFill>
              <a:srgbClr val="152B77"/>
            </a:solidFill>
          </p:spPr>
          <p:txBody>
            <a:bodyPr wrap="square" lIns="0" tIns="0" rIns="0" bIns="0" rtlCol="0"/>
            <a:lstStyle/>
            <a:p>
              <a:endParaRPr/>
            </a:p>
          </p:txBody>
        </p:sp>
        <p:sp>
          <p:nvSpPr>
            <p:cNvPr id="73" name="object 73"/>
            <p:cNvSpPr/>
            <p:nvPr/>
          </p:nvSpPr>
          <p:spPr>
            <a:xfrm>
              <a:off x="4592700" y="2455672"/>
              <a:ext cx="1481455" cy="2402205"/>
            </a:xfrm>
            <a:custGeom>
              <a:avLst/>
              <a:gdLst/>
              <a:ahLst/>
              <a:cxnLst/>
              <a:rect l="l" t="t" r="r" b="b"/>
              <a:pathLst>
                <a:path w="1481454" h="2402204">
                  <a:moveTo>
                    <a:pt x="141097" y="2402078"/>
                  </a:moveTo>
                  <a:lnTo>
                    <a:pt x="0" y="2320671"/>
                  </a:lnTo>
                  <a:lnTo>
                    <a:pt x="1339850" y="0"/>
                  </a:lnTo>
                  <a:lnTo>
                    <a:pt x="1480947" y="81406"/>
                  </a:lnTo>
                  <a:lnTo>
                    <a:pt x="141097" y="2402078"/>
                  </a:lnTo>
                  <a:close/>
                </a:path>
              </a:pathLst>
            </a:custGeom>
            <a:ln w="12700">
              <a:solidFill>
                <a:srgbClr val="D9D9D9"/>
              </a:solidFill>
            </a:ln>
          </p:spPr>
          <p:txBody>
            <a:bodyPr wrap="square" lIns="0" tIns="0" rIns="0" bIns="0" rtlCol="0"/>
            <a:lstStyle/>
            <a:p>
              <a:endParaRPr/>
            </a:p>
          </p:txBody>
        </p:sp>
        <p:sp>
          <p:nvSpPr>
            <p:cNvPr id="74" name="object 74"/>
            <p:cNvSpPr/>
            <p:nvPr/>
          </p:nvSpPr>
          <p:spPr>
            <a:xfrm>
              <a:off x="6067932" y="2455672"/>
              <a:ext cx="1481455" cy="2402205"/>
            </a:xfrm>
            <a:custGeom>
              <a:avLst/>
              <a:gdLst/>
              <a:ahLst/>
              <a:cxnLst/>
              <a:rect l="l" t="t" r="r" b="b"/>
              <a:pathLst>
                <a:path w="1481454" h="2402204">
                  <a:moveTo>
                    <a:pt x="141096" y="0"/>
                  </a:moveTo>
                  <a:lnTo>
                    <a:pt x="0" y="81406"/>
                  </a:lnTo>
                  <a:lnTo>
                    <a:pt x="1339849" y="2402078"/>
                  </a:lnTo>
                  <a:lnTo>
                    <a:pt x="1480946" y="2320671"/>
                  </a:lnTo>
                  <a:lnTo>
                    <a:pt x="141096" y="0"/>
                  </a:lnTo>
                  <a:close/>
                </a:path>
              </a:pathLst>
            </a:custGeom>
            <a:solidFill>
              <a:srgbClr val="152B77"/>
            </a:solidFill>
          </p:spPr>
          <p:txBody>
            <a:bodyPr wrap="square" lIns="0" tIns="0" rIns="0" bIns="0" rtlCol="0"/>
            <a:lstStyle/>
            <a:p>
              <a:endParaRPr/>
            </a:p>
          </p:txBody>
        </p:sp>
        <p:sp>
          <p:nvSpPr>
            <p:cNvPr id="75" name="object 75"/>
            <p:cNvSpPr/>
            <p:nvPr/>
          </p:nvSpPr>
          <p:spPr>
            <a:xfrm>
              <a:off x="6067932" y="2455672"/>
              <a:ext cx="1481455" cy="2402205"/>
            </a:xfrm>
            <a:custGeom>
              <a:avLst/>
              <a:gdLst/>
              <a:ahLst/>
              <a:cxnLst/>
              <a:rect l="l" t="t" r="r" b="b"/>
              <a:pathLst>
                <a:path w="1481454" h="2402204">
                  <a:moveTo>
                    <a:pt x="141096" y="0"/>
                  </a:moveTo>
                  <a:lnTo>
                    <a:pt x="0" y="81406"/>
                  </a:lnTo>
                  <a:lnTo>
                    <a:pt x="1339849" y="2402078"/>
                  </a:lnTo>
                  <a:lnTo>
                    <a:pt x="1480946" y="2320671"/>
                  </a:lnTo>
                  <a:lnTo>
                    <a:pt x="141096" y="0"/>
                  </a:lnTo>
                  <a:close/>
                </a:path>
              </a:pathLst>
            </a:custGeom>
            <a:ln w="12700">
              <a:solidFill>
                <a:srgbClr val="D9D9D9"/>
              </a:solidFill>
            </a:ln>
          </p:spPr>
          <p:txBody>
            <a:bodyPr wrap="square" lIns="0" tIns="0" rIns="0" bIns="0" rtlCol="0"/>
            <a:lstStyle/>
            <a:p>
              <a:endParaRPr/>
            </a:p>
          </p:txBody>
        </p:sp>
        <p:sp>
          <p:nvSpPr>
            <p:cNvPr id="76" name="object 76"/>
            <p:cNvSpPr/>
            <p:nvPr/>
          </p:nvSpPr>
          <p:spPr>
            <a:xfrm>
              <a:off x="5189219" y="1431036"/>
              <a:ext cx="1763395" cy="881380"/>
            </a:xfrm>
            <a:custGeom>
              <a:avLst/>
              <a:gdLst/>
              <a:ahLst/>
              <a:cxnLst/>
              <a:rect l="l" t="t" r="r" b="b"/>
              <a:pathLst>
                <a:path w="1763395" h="881380">
                  <a:moveTo>
                    <a:pt x="881633" y="0"/>
                  </a:moveTo>
                  <a:lnTo>
                    <a:pt x="833260" y="1303"/>
                  </a:lnTo>
                  <a:lnTo>
                    <a:pt x="785569" y="5168"/>
                  </a:lnTo>
                  <a:lnTo>
                    <a:pt x="738627" y="11527"/>
                  </a:lnTo>
                  <a:lnTo>
                    <a:pt x="692501" y="20315"/>
                  </a:lnTo>
                  <a:lnTo>
                    <a:pt x="647259" y="31462"/>
                  </a:lnTo>
                  <a:lnTo>
                    <a:pt x="602967" y="44903"/>
                  </a:lnTo>
                  <a:lnTo>
                    <a:pt x="559694" y="60569"/>
                  </a:lnTo>
                  <a:lnTo>
                    <a:pt x="517505" y="78395"/>
                  </a:lnTo>
                  <a:lnTo>
                    <a:pt x="476470" y="98312"/>
                  </a:lnTo>
                  <a:lnTo>
                    <a:pt x="436654" y="120254"/>
                  </a:lnTo>
                  <a:lnTo>
                    <a:pt x="398125" y="144154"/>
                  </a:lnTo>
                  <a:lnTo>
                    <a:pt x="360950" y="169944"/>
                  </a:lnTo>
                  <a:lnTo>
                    <a:pt x="325196" y="197557"/>
                  </a:lnTo>
                  <a:lnTo>
                    <a:pt x="290931" y="226926"/>
                  </a:lnTo>
                  <a:lnTo>
                    <a:pt x="258222" y="257984"/>
                  </a:lnTo>
                  <a:lnTo>
                    <a:pt x="227136" y="290664"/>
                  </a:lnTo>
                  <a:lnTo>
                    <a:pt x="197741" y="324899"/>
                  </a:lnTo>
                  <a:lnTo>
                    <a:pt x="170102" y="360621"/>
                  </a:lnTo>
                  <a:lnTo>
                    <a:pt x="144289" y="397763"/>
                  </a:lnTo>
                  <a:lnTo>
                    <a:pt x="120367" y="436259"/>
                  </a:lnTo>
                  <a:lnTo>
                    <a:pt x="98405" y="476040"/>
                  </a:lnTo>
                  <a:lnTo>
                    <a:pt x="78469" y="517041"/>
                  </a:lnTo>
                  <a:lnTo>
                    <a:pt x="60627" y="559193"/>
                  </a:lnTo>
                  <a:lnTo>
                    <a:pt x="44945" y="602431"/>
                  </a:lnTo>
                  <a:lnTo>
                    <a:pt x="31492" y="646685"/>
                  </a:lnTo>
                  <a:lnTo>
                    <a:pt x="20334" y="691890"/>
                  </a:lnTo>
                  <a:lnTo>
                    <a:pt x="11538" y="737979"/>
                  </a:lnTo>
                  <a:lnTo>
                    <a:pt x="5173" y="784883"/>
                  </a:lnTo>
                  <a:lnTo>
                    <a:pt x="1304" y="832536"/>
                  </a:lnTo>
                  <a:lnTo>
                    <a:pt x="0" y="880872"/>
                  </a:lnTo>
                  <a:lnTo>
                    <a:pt x="1763268" y="880872"/>
                  </a:lnTo>
                  <a:lnTo>
                    <a:pt x="1761963" y="832536"/>
                  </a:lnTo>
                  <a:lnTo>
                    <a:pt x="1758094" y="784883"/>
                  </a:lnTo>
                  <a:lnTo>
                    <a:pt x="1751729" y="737979"/>
                  </a:lnTo>
                  <a:lnTo>
                    <a:pt x="1742933" y="691890"/>
                  </a:lnTo>
                  <a:lnTo>
                    <a:pt x="1731775" y="646685"/>
                  </a:lnTo>
                  <a:lnTo>
                    <a:pt x="1718322" y="602431"/>
                  </a:lnTo>
                  <a:lnTo>
                    <a:pt x="1702640" y="559193"/>
                  </a:lnTo>
                  <a:lnTo>
                    <a:pt x="1684798" y="517041"/>
                  </a:lnTo>
                  <a:lnTo>
                    <a:pt x="1664862" y="476040"/>
                  </a:lnTo>
                  <a:lnTo>
                    <a:pt x="1642900" y="436259"/>
                  </a:lnTo>
                  <a:lnTo>
                    <a:pt x="1618978" y="397763"/>
                  </a:lnTo>
                  <a:lnTo>
                    <a:pt x="1593165" y="360621"/>
                  </a:lnTo>
                  <a:lnTo>
                    <a:pt x="1565526" y="324899"/>
                  </a:lnTo>
                  <a:lnTo>
                    <a:pt x="1536131" y="290664"/>
                  </a:lnTo>
                  <a:lnTo>
                    <a:pt x="1505045" y="257984"/>
                  </a:lnTo>
                  <a:lnTo>
                    <a:pt x="1472336" y="226926"/>
                  </a:lnTo>
                  <a:lnTo>
                    <a:pt x="1438071" y="197557"/>
                  </a:lnTo>
                  <a:lnTo>
                    <a:pt x="1402317" y="169944"/>
                  </a:lnTo>
                  <a:lnTo>
                    <a:pt x="1365142" y="144154"/>
                  </a:lnTo>
                  <a:lnTo>
                    <a:pt x="1326613" y="120254"/>
                  </a:lnTo>
                  <a:lnTo>
                    <a:pt x="1286797" y="98312"/>
                  </a:lnTo>
                  <a:lnTo>
                    <a:pt x="1245762" y="78395"/>
                  </a:lnTo>
                  <a:lnTo>
                    <a:pt x="1203573" y="60569"/>
                  </a:lnTo>
                  <a:lnTo>
                    <a:pt x="1160300" y="44903"/>
                  </a:lnTo>
                  <a:lnTo>
                    <a:pt x="1116008" y="31462"/>
                  </a:lnTo>
                  <a:lnTo>
                    <a:pt x="1070766" y="20315"/>
                  </a:lnTo>
                  <a:lnTo>
                    <a:pt x="1024640" y="11527"/>
                  </a:lnTo>
                  <a:lnTo>
                    <a:pt x="977698" y="5168"/>
                  </a:lnTo>
                  <a:lnTo>
                    <a:pt x="930007" y="1303"/>
                  </a:lnTo>
                  <a:lnTo>
                    <a:pt x="881633" y="0"/>
                  </a:lnTo>
                  <a:close/>
                </a:path>
              </a:pathLst>
            </a:custGeom>
            <a:solidFill>
              <a:srgbClr val="00D9CE"/>
            </a:solidFill>
          </p:spPr>
          <p:txBody>
            <a:bodyPr wrap="square" lIns="0" tIns="0" rIns="0" bIns="0" rtlCol="0"/>
            <a:lstStyle/>
            <a:p>
              <a:endParaRPr/>
            </a:p>
          </p:txBody>
        </p:sp>
        <p:sp>
          <p:nvSpPr>
            <p:cNvPr id="77" name="object 77"/>
            <p:cNvSpPr/>
            <p:nvPr/>
          </p:nvSpPr>
          <p:spPr>
            <a:xfrm>
              <a:off x="5419344" y="1661160"/>
              <a:ext cx="1301750" cy="1301750"/>
            </a:xfrm>
            <a:custGeom>
              <a:avLst/>
              <a:gdLst/>
              <a:ahLst/>
              <a:cxnLst/>
              <a:rect l="l" t="t" r="r" b="b"/>
              <a:pathLst>
                <a:path w="1301750" h="1301750">
                  <a:moveTo>
                    <a:pt x="650747" y="0"/>
                  </a:moveTo>
                  <a:lnTo>
                    <a:pt x="602180" y="1784"/>
                  </a:lnTo>
                  <a:lnTo>
                    <a:pt x="554582" y="7055"/>
                  </a:lnTo>
                  <a:lnTo>
                    <a:pt x="508080" y="15686"/>
                  </a:lnTo>
                  <a:lnTo>
                    <a:pt x="462799" y="27551"/>
                  </a:lnTo>
                  <a:lnTo>
                    <a:pt x="418865" y="42524"/>
                  </a:lnTo>
                  <a:lnTo>
                    <a:pt x="376403" y="60480"/>
                  </a:lnTo>
                  <a:lnTo>
                    <a:pt x="335541" y="81292"/>
                  </a:lnTo>
                  <a:lnTo>
                    <a:pt x="296403" y="104836"/>
                  </a:lnTo>
                  <a:lnTo>
                    <a:pt x="259116" y="130985"/>
                  </a:lnTo>
                  <a:lnTo>
                    <a:pt x="223804" y="159613"/>
                  </a:lnTo>
                  <a:lnTo>
                    <a:pt x="190595" y="190595"/>
                  </a:lnTo>
                  <a:lnTo>
                    <a:pt x="159613" y="223804"/>
                  </a:lnTo>
                  <a:lnTo>
                    <a:pt x="130985" y="259116"/>
                  </a:lnTo>
                  <a:lnTo>
                    <a:pt x="104836" y="296403"/>
                  </a:lnTo>
                  <a:lnTo>
                    <a:pt x="81292" y="335541"/>
                  </a:lnTo>
                  <a:lnTo>
                    <a:pt x="60480" y="376403"/>
                  </a:lnTo>
                  <a:lnTo>
                    <a:pt x="42524" y="418865"/>
                  </a:lnTo>
                  <a:lnTo>
                    <a:pt x="27551" y="462799"/>
                  </a:lnTo>
                  <a:lnTo>
                    <a:pt x="15686" y="508080"/>
                  </a:lnTo>
                  <a:lnTo>
                    <a:pt x="7055" y="554582"/>
                  </a:lnTo>
                  <a:lnTo>
                    <a:pt x="1784" y="602180"/>
                  </a:lnTo>
                  <a:lnTo>
                    <a:pt x="0" y="650748"/>
                  </a:lnTo>
                  <a:lnTo>
                    <a:pt x="1784" y="699315"/>
                  </a:lnTo>
                  <a:lnTo>
                    <a:pt x="7055" y="746913"/>
                  </a:lnTo>
                  <a:lnTo>
                    <a:pt x="15686" y="793415"/>
                  </a:lnTo>
                  <a:lnTo>
                    <a:pt x="27551" y="838696"/>
                  </a:lnTo>
                  <a:lnTo>
                    <a:pt x="42524" y="882630"/>
                  </a:lnTo>
                  <a:lnTo>
                    <a:pt x="60480" y="925092"/>
                  </a:lnTo>
                  <a:lnTo>
                    <a:pt x="81292" y="965954"/>
                  </a:lnTo>
                  <a:lnTo>
                    <a:pt x="104836" y="1005092"/>
                  </a:lnTo>
                  <a:lnTo>
                    <a:pt x="130985" y="1042379"/>
                  </a:lnTo>
                  <a:lnTo>
                    <a:pt x="159613" y="1077691"/>
                  </a:lnTo>
                  <a:lnTo>
                    <a:pt x="190595" y="1110900"/>
                  </a:lnTo>
                  <a:lnTo>
                    <a:pt x="223804" y="1141882"/>
                  </a:lnTo>
                  <a:lnTo>
                    <a:pt x="259116" y="1170510"/>
                  </a:lnTo>
                  <a:lnTo>
                    <a:pt x="296403" y="1196659"/>
                  </a:lnTo>
                  <a:lnTo>
                    <a:pt x="335541" y="1220203"/>
                  </a:lnTo>
                  <a:lnTo>
                    <a:pt x="376403" y="1241015"/>
                  </a:lnTo>
                  <a:lnTo>
                    <a:pt x="418865" y="1258971"/>
                  </a:lnTo>
                  <a:lnTo>
                    <a:pt x="462799" y="1273944"/>
                  </a:lnTo>
                  <a:lnTo>
                    <a:pt x="508080" y="1285809"/>
                  </a:lnTo>
                  <a:lnTo>
                    <a:pt x="554582" y="1294440"/>
                  </a:lnTo>
                  <a:lnTo>
                    <a:pt x="602180" y="1299711"/>
                  </a:lnTo>
                  <a:lnTo>
                    <a:pt x="650747" y="1301495"/>
                  </a:lnTo>
                  <a:lnTo>
                    <a:pt x="699315" y="1299711"/>
                  </a:lnTo>
                  <a:lnTo>
                    <a:pt x="746913" y="1294440"/>
                  </a:lnTo>
                  <a:lnTo>
                    <a:pt x="793415" y="1285809"/>
                  </a:lnTo>
                  <a:lnTo>
                    <a:pt x="838696" y="1273944"/>
                  </a:lnTo>
                  <a:lnTo>
                    <a:pt x="882630" y="1258971"/>
                  </a:lnTo>
                  <a:lnTo>
                    <a:pt x="925092" y="1241015"/>
                  </a:lnTo>
                  <a:lnTo>
                    <a:pt x="965954" y="1220203"/>
                  </a:lnTo>
                  <a:lnTo>
                    <a:pt x="1005092" y="1196659"/>
                  </a:lnTo>
                  <a:lnTo>
                    <a:pt x="1042379" y="1170510"/>
                  </a:lnTo>
                  <a:lnTo>
                    <a:pt x="1077691" y="1141882"/>
                  </a:lnTo>
                  <a:lnTo>
                    <a:pt x="1110900" y="1110900"/>
                  </a:lnTo>
                  <a:lnTo>
                    <a:pt x="1141882" y="1077691"/>
                  </a:lnTo>
                  <a:lnTo>
                    <a:pt x="1170510" y="1042379"/>
                  </a:lnTo>
                  <a:lnTo>
                    <a:pt x="1196659" y="1005092"/>
                  </a:lnTo>
                  <a:lnTo>
                    <a:pt x="1220203" y="965954"/>
                  </a:lnTo>
                  <a:lnTo>
                    <a:pt x="1241015" y="925092"/>
                  </a:lnTo>
                  <a:lnTo>
                    <a:pt x="1258971" y="882630"/>
                  </a:lnTo>
                  <a:lnTo>
                    <a:pt x="1273944" y="838696"/>
                  </a:lnTo>
                  <a:lnTo>
                    <a:pt x="1285809" y="793415"/>
                  </a:lnTo>
                  <a:lnTo>
                    <a:pt x="1294440" y="746913"/>
                  </a:lnTo>
                  <a:lnTo>
                    <a:pt x="1299711" y="699315"/>
                  </a:lnTo>
                  <a:lnTo>
                    <a:pt x="1301496" y="650748"/>
                  </a:lnTo>
                  <a:lnTo>
                    <a:pt x="1299711" y="602180"/>
                  </a:lnTo>
                  <a:lnTo>
                    <a:pt x="1294440" y="554582"/>
                  </a:lnTo>
                  <a:lnTo>
                    <a:pt x="1285809" y="508080"/>
                  </a:lnTo>
                  <a:lnTo>
                    <a:pt x="1273944" y="462799"/>
                  </a:lnTo>
                  <a:lnTo>
                    <a:pt x="1258971" y="418865"/>
                  </a:lnTo>
                  <a:lnTo>
                    <a:pt x="1241015" y="376403"/>
                  </a:lnTo>
                  <a:lnTo>
                    <a:pt x="1220203" y="335541"/>
                  </a:lnTo>
                  <a:lnTo>
                    <a:pt x="1196659" y="296403"/>
                  </a:lnTo>
                  <a:lnTo>
                    <a:pt x="1170510" y="259116"/>
                  </a:lnTo>
                  <a:lnTo>
                    <a:pt x="1141882" y="223804"/>
                  </a:lnTo>
                  <a:lnTo>
                    <a:pt x="1110900" y="190595"/>
                  </a:lnTo>
                  <a:lnTo>
                    <a:pt x="1077691" y="159613"/>
                  </a:lnTo>
                  <a:lnTo>
                    <a:pt x="1042379" y="130985"/>
                  </a:lnTo>
                  <a:lnTo>
                    <a:pt x="1005092" y="104836"/>
                  </a:lnTo>
                  <a:lnTo>
                    <a:pt x="965954" y="81292"/>
                  </a:lnTo>
                  <a:lnTo>
                    <a:pt x="925092" y="60480"/>
                  </a:lnTo>
                  <a:lnTo>
                    <a:pt x="882630" y="42524"/>
                  </a:lnTo>
                  <a:lnTo>
                    <a:pt x="838696" y="27551"/>
                  </a:lnTo>
                  <a:lnTo>
                    <a:pt x="793415" y="15686"/>
                  </a:lnTo>
                  <a:lnTo>
                    <a:pt x="746913" y="7055"/>
                  </a:lnTo>
                  <a:lnTo>
                    <a:pt x="699315" y="1784"/>
                  </a:lnTo>
                  <a:lnTo>
                    <a:pt x="650747" y="0"/>
                  </a:lnTo>
                  <a:close/>
                </a:path>
              </a:pathLst>
            </a:custGeom>
            <a:solidFill>
              <a:srgbClr val="0A163B"/>
            </a:solidFill>
          </p:spPr>
          <p:txBody>
            <a:bodyPr wrap="square" lIns="0" tIns="0" rIns="0" bIns="0" rtlCol="0"/>
            <a:lstStyle/>
            <a:p>
              <a:endParaRPr/>
            </a:p>
          </p:txBody>
        </p:sp>
        <p:sp>
          <p:nvSpPr>
            <p:cNvPr id="78" name="object 78"/>
            <p:cNvSpPr/>
            <p:nvPr/>
          </p:nvSpPr>
          <p:spPr>
            <a:xfrm>
              <a:off x="3819905" y="3985387"/>
              <a:ext cx="1322705" cy="1645285"/>
            </a:xfrm>
            <a:custGeom>
              <a:avLst/>
              <a:gdLst/>
              <a:ahLst/>
              <a:cxnLst/>
              <a:rect l="l" t="t" r="r" b="b"/>
              <a:pathLst>
                <a:path w="1322704" h="1645285">
                  <a:moveTo>
                    <a:pt x="440944" y="0"/>
                  </a:moveTo>
                  <a:lnTo>
                    <a:pt x="399707" y="25316"/>
                  </a:lnTo>
                  <a:lnTo>
                    <a:pt x="360343" y="52513"/>
                  </a:lnTo>
                  <a:lnTo>
                    <a:pt x="322876" y="81497"/>
                  </a:lnTo>
                  <a:lnTo>
                    <a:pt x="287330" y="112178"/>
                  </a:lnTo>
                  <a:lnTo>
                    <a:pt x="253730" y="144464"/>
                  </a:lnTo>
                  <a:lnTo>
                    <a:pt x="222100" y="178262"/>
                  </a:lnTo>
                  <a:lnTo>
                    <a:pt x="192466" y="213481"/>
                  </a:lnTo>
                  <a:lnTo>
                    <a:pt x="164852" y="250028"/>
                  </a:lnTo>
                  <a:lnTo>
                    <a:pt x="139282" y="287813"/>
                  </a:lnTo>
                  <a:lnTo>
                    <a:pt x="115781" y="326742"/>
                  </a:lnTo>
                  <a:lnTo>
                    <a:pt x="94374" y="366725"/>
                  </a:lnTo>
                  <a:lnTo>
                    <a:pt x="75086" y="407669"/>
                  </a:lnTo>
                  <a:lnTo>
                    <a:pt x="57941" y="449483"/>
                  </a:lnTo>
                  <a:lnTo>
                    <a:pt x="42963" y="492075"/>
                  </a:lnTo>
                  <a:lnTo>
                    <a:pt x="30178" y="535352"/>
                  </a:lnTo>
                  <a:lnTo>
                    <a:pt x="19610" y="579223"/>
                  </a:lnTo>
                  <a:lnTo>
                    <a:pt x="11283" y="623597"/>
                  </a:lnTo>
                  <a:lnTo>
                    <a:pt x="5223" y="668380"/>
                  </a:lnTo>
                  <a:lnTo>
                    <a:pt x="1453" y="713482"/>
                  </a:lnTo>
                  <a:lnTo>
                    <a:pt x="0" y="758810"/>
                  </a:lnTo>
                  <a:lnTo>
                    <a:pt x="886" y="804273"/>
                  </a:lnTo>
                  <a:lnTo>
                    <a:pt x="4137" y="849779"/>
                  </a:lnTo>
                  <a:lnTo>
                    <a:pt x="9778" y="895236"/>
                  </a:lnTo>
                  <a:lnTo>
                    <a:pt x="17832" y="940551"/>
                  </a:lnTo>
                  <a:lnTo>
                    <a:pt x="28326" y="985634"/>
                  </a:lnTo>
                  <a:lnTo>
                    <a:pt x="41283" y="1030392"/>
                  </a:lnTo>
                  <a:lnTo>
                    <a:pt x="56727" y="1074734"/>
                  </a:lnTo>
                  <a:lnTo>
                    <a:pt x="74685" y="1118567"/>
                  </a:lnTo>
                  <a:lnTo>
                    <a:pt x="95180" y="1161800"/>
                  </a:lnTo>
                  <a:lnTo>
                    <a:pt x="118237" y="1204340"/>
                  </a:lnTo>
                  <a:lnTo>
                    <a:pt x="143553" y="1245574"/>
                  </a:lnTo>
                  <a:lnTo>
                    <a:pt x="170748" y="1284935"/>
                  </a:lnTo>
                  <a:lnTo>
                    <a:pt x="199731" y="1322400"/>
                  </a:lnTo>
                  <a:lnTo>
                    <a:pt x="230409" y="1357942"/>
                  </a:lnTo>
                  <a:lnTo>
                    <a:pt x="262691" y="1391539"/>
                  </a:lnTo>
                  <a:lnTo>
                    <a:pt x="296486" y="1423165"/>
                  </a:lnTo>
                  <a:lnTo>
                    <a:pt x="331700" y="1452795"/>
                  </a:lnTo>
                  <a:lnTo>
                    <a:pt x="368243" y="1480405"/>
                  </a:lnTo>
                  <a:lnTo>
                    <a:pt x="406022" y="1505971"/>
                  </a:lnTo>
                  <a:lnTo>
                    <a:pt x="444946" y="1529467"/>
                  </a:lnTo>
                  <a:lnTo>
                    <a:pt x="484923" y="1550869"/>
                  </a:lnTo>
                  <a:lnTo>
                    <a:pt x="525862" y="1570153"/>
                  </a:lnTo>
                  <a:lnTo>
                    <a:pt x="567669" y="1587294"/>
                  </a:lnTo>
                  <a:lnTo>
                    <a:pt x="610255" y="1602267"/>
                  </a:lnTo>
                  <a:lnTo>
                    <a:pt x="653526" y="1615047"/>
                  </a:lnTo>
                  <a:lnTo>
                    <a:pt x="697391" y="1625611"/>
                  </a:lnTo>
                  <a:lnTo>
                    <a:pt x="741758" y="1633933"/>
                  </a:lnTo>
                  <a:lnTo>
                    <a:pt x="786535" y="1639988"/>
                  </a:lnTo>
                  <a:lnTo>
                    <a:pt x="831631" y="1643753"/>
                  </a:lnTo>
                  <a:lnTo>
                    <a:pt x="876953" y="1645202"/>
                  </a:lnTo>
                  <a:lnTo>
                    <a:pt x="922411" y="1644311"/>
                  </a:lnTo>
                  <a:lnTo>
                    <a:pt x="967911" y="1641055"/>
                  </a:lnTo>
                  <a:lnTo>
                    <a:pt x="1013363" y="1635409"/>
                  </a:lnTo>
                  <a:lnTo>
                    <a:pt x="1058675" y="1627350"/>
                  </a:lnTo>
                  <a:lnTo>
                    <a:pt x="1103754" y="1616852"/>
                  </a:lnTo>
                  <a:lnTo>
                    <a:pt x="1148508" y="1603891"/>
                  </a:lnTo>
                  <a:lnTo>
                    <a:pt x="1192847" y="1588442"/>
                  </a:lnTo>
                  <a:lnTo>
                    <a:pt x="1236679" y="1570480"/>
                  </a:lnTo>
                  <a:lnTo>
                    <a:pt x="1279910" y="1549981"/>
                  </a:lnTo>
                  <a:lnTo>
                    <a:pt x="1322451" y="1526921"/>
                  </a:lnTo>
                  <a:lnTo>
                    <a:pt x="440944" y="0"/>
                  </a:lnTo>
                  <a:close/>
                </a:path>
              </a:pathLst>
            </a:custGeom>
            <a:solidFill>
              <a:srgbClr val="FF8E01"/>
            </a:solidFill>
          </p:spPr>
          <p:txBody>
            <a:bodyPr wrap="square" lIns="0" tIns="0" rIns="0" bIns="0" rtlCol="0"/>
            <a:lstStyle/>
            <a:p>
              <a:endParaRPr/>
            </a:p>
          </p:txBody>
        </p:sp>
        <p:sp>
          <p:nvSpPr>
            <p:cNvPr id="79" name="object 79"/>
            <p:cNvSpPr/>
            <p:nvPr/>
          </p:nvSpPr>
          <p:spPr>
            <a:xfrm>
              <a:off x="4050791" y="4098036"/>
              <a:ext cx="1301750" cy="1301750"/>
            </a:xfrm>
            <a:custGeom>
              <a:avLst/>
              <a:gdLst/>
              <a:ahLst/>
              <a:cxnLst/>
              <a:rect l="l" t="t" r="r" b="b"/>
              <a:pathLst>
                <a:path w="1301750" h="1301750">
                  <a:moveTo>
                    <a:pt x="650748" y="0"/>
                  </a:moveTo>
                  <a:lnTo>
                    <a:pt x="602180" y="1784"/>
                  </a:lnTo>
                  <a:lnTo>
                    <a:pt x="554582" y="7055"/>
                  </a:lnTo>
                  <a:lnTo>
                    <a:pt x="508080" y="15686"/>
                  </a:lnTo>
                  <a:lnTo>
                    <a:pt x="462799" y="27551"/>
                  </a:lnTo>
                  <a:lnTo>
                    <a:pt x="418865" y="42524"/>
                  </a:lnTo>
                  <a:lnTo>
                    <a:pt x="376403" y="60480"/>
                  </a:lnTo>
                  <a:lnTo>
                    <a:pt x="335541" y="81292"/>
                  </a:lnTo>
                  <a:lnTo>
                    <a:pt x="296403" y="104836"/>
                  </a:lnTo>
                  <a:lnTo>
                    <a:pt x="259116" y="130985"/>
                  </a:lnTo>
                  <a:lnTo>
                    <a:pt x="223804" y="159613"/>
                  </a:lnTo>
                  <a:lnTo>
                    <a:pt x="190595" y="190595"/>
                  </a:lnTo>
                  <a:lnTo>
                    <a:pt x="159613" y="223804"/>
                  </a:lnTo>
                  <a:lnTo>
                    <a:pt x="130985" y="259116"/>
                  </a:lnTo>
                  <a:lnTo>
                    <a:pt x="104836" y="296403"/>
                  </a:lnTo>
                  <a:lnTo>
                    <a:pt x="81292" y="335541"/>
                  </a:lnTo>
                  <a:lnTo>
                    <a:pt x="60480" y="376403"/>
                  </a:lnTo>
                  <a:lnTo>
                    <a:pt x="42524" y="418865"/>
                  </a:lnTo>
                  <a:lnTo>
                    <a:pt x="27551" y="462799"/>
                  </a:lnTo>
                  <a:lnTo>
                    <a:pt x="15686" y="508080"/>
                  </a:lnTo>
                  <a:lnTo>
                    <a:pt x="7055" y="554582"/>
                  </a:lnTo>
                  <a:lnTo>
                    <a:pt x="1784" y="602180"/>
                  </a:lnTo>
                  <a:lnTo>
                    <a:pt x="0" y="650747"/>
                  </a:lnTo>
                  <a:lnTo>
                    <a:pt x="1784" y="699315"/>
                  </a:lnTo>
                  <a:lnTo>
                    <a:pt x="7055" y="746913"/>
                  </a:lnTo>
                  <a:lnTo>
                    <a:pt x="15686" y="793415"/>
                  </a:lnTo>
                  <a:lnTo>
                    <a:pt x="27551" y="838696"/>
                  </a:lnTo>
                  <a:lnTo>
                    <a:pt x="42524" y="882630"/>
                  </a:lnTo>
                  <a:lnTo>
                    <a:pt x="60480" y="925092"/>
                  </a:lnTo>
                  <a:lnTo>
                    <a:pt x="81292" y="965954"/>
                  </a:lnTo>
                  <a:lnTo>
                    <a:pt x="104836" y="1005092"/>
                  </a:lnTo>
                  <a:lnTo>
                    <a:pt x="130985" y="1042379"/>
                  </a:lnTo>
                  <a:lnTo>
                    <a:pt x="159613" y="1077691"/>
                  </a:lnTo>
                  <a:lnTo>
                    <a:pt x="190595" y="1110900"/>
                  </a:lnTo>
                  <a:lnTo>
                    <a:pt x="223804" y="1141882"/>
                  </a:lnTo>
                  <a:lnTo>
                    <a:pt x="259116" y="1170510"/>
                  </a:lnTo>
                  <a:lnTo>
                    <a:pt x="296403" y="1196659"/>
                  </a:lnTo>
                  <a:lnTo>
                    <a:pt x="335541" y="1220203"/>
                  </a:lnTo>
                  <a:lnTo>
                    <a:pt x="376403" y="1241015"/>
                  </a:lnTo>
                  <a:lnTo>
                    <a:pt x="418865" y="1258971"/>
                  </a:lnTo>
                  <a:lnTo>
                    <a:pt x="462799" y="1273944"/>
                  </a:lnTo>
                  <a:lnTo>
                    <a:pt x="508080" y="1285809"/>
                  </a:lnTo>
                  <a:lnTo>
                    <a:pt x="554582" y="1294440"/>
                  </a:lnTo>
                  <a:lnTo>
                    <a:pt x="602180" y="1299711"/>
                  </a:lnTo>
                  <a:lnTo>
                    <a:pt x="650748" y="1301495"/>
                  </a:lnTo>
                  <a:lnTo>
                    <a:pt x="699315" y="1299711"/>
                  </a:lnTo>
                  <a:lnTo>
                    <a:pt x="746913" y="1294440"/>
                  </a:lnTo>
                  <a:lnTo>
                    <a:pt x="793415" y="1285809"/>
                  </a:lnTo>
                  <a:lnTo>
                    <a:pt x="838696" y="1273944"/>
                  </a:lnTo>
                  <a:lnTo>
                    <a:pt x="882630" y="1258971"/>
                  </a:lnTo>
                  <a:lnTo>
                    <a:pt x="925092" y="1241015"/>
                  </a:lnTo>
                  <a:lnTo>
                    <a:pt x="965954" y="1220203"/>
                  </a:lnTo>
                  <a:lnTo>
                    <a:pt x="1005092" y="1196659"/>
                  </a:lnTo>
                  <a:lnTo>
                    <a:pt x="1042379" y="1170510"/>
                  </a:lnTo>
                  <a:lnTo>
                    <a:pt x="1077691" y="1141882"/>
                  </a:lnTo>
                  <a:lnTo>
                    <a:pt x="1110900" y="1110900"/>
                  </a:lnTo>
                  <a:lnTo>
                    <a:pt x="1141882" y="1077691"/>
                  </a:lnTo>
                  <a:lnTo>
                    <a:pt x="1170510" y="1042379"/>
                  </a:lnTo>
                  <a:lnTo>
                    <a:pt x="1196659" y="1005092"/>
                  </a:lnTo>
                  <a:lnTo>
                    <a:pt x="1220203" y="965954"/>
                  </a:lnTo>
                  <a:lnTo>
                    <a:pt x="1241015" y="925092"/>
                  </a:lnTo>
                  <a:lnTo>
                    <a:pt x="1258971" y="882630"/>
                  </a:lnTo>
                  <a:lnTo>
                    <a:pt x="1273944" y="838696"/>
                  </a:lnTo>
                  <a:lnTo>
                    <a:pt x="1285809" y="793415"/>
                  </a:lnTo>
                  <a:lnTo>
                    <a:pt x="1294440" y="746913"/>
                  </a:lnTo>
                  <a:lnTo>
                    <a:pt x="1299711" y="699315"/>
                  </a:lnTo>
                  <a:lnTo>
                    <a:pt x="1301496" y="650747"/>
                  </a:lnTo>
                  <a:lnTo>
                    <a:pt x="1299711" y="602180"/>
                  </a:lnTo>
                  <a:lnTo>
                    <a:pt x="1294440" y="554582"/>
                  </a:lnTo>
                  <a:lnTo>
                    <a:pt x="1285809" y="508080"/>
                  </a:lnTo>
                  <a:lnTo>
                    <a:pt x="1273944" y="462799"/>
                  </a:lnTo>
                  <a:lnTo>
                    <a:pt x="1258971" y="418865"/>
                  </a:lnTo>
                  <a:lnTo>
                    <a:pt x="1241015" y="376403"/>
                  </a:lnTo>
                  <a:lnTo>
                    <a:pt x="1220203" y="335541"/>
                  </a:lnTo>
                  <a:lnTo>
                    <a:pt x="1196659" y="296403"/>
                  </a:lnTo>
                  <a:lnTo>
                    <a:pt x="1170510" y="259116"/>
                  </a:lnTo>
                  <a:lnTo>
                    <a:pt x="1141882" y="223804"/>
                  </a:lnTo>
                  <a:lnTo>
                    <a:pt x="1110900" y="190595"/>
                  </a:lnTo>
                  <a:lnTo>
                    <a:pt x="1077691" y="159613"/>
                  </a:lnTo>
                  <a:lnTo>
                    <a:pt x="1042379" y="130985"/>
                  </a:lnTo>
                  <a:lnTo>
                    <a:pt x="1005092" y="104836"/>
                  </a:lnTo>
                  <a:lnTo>
                    <a:pt x="965954" y="81292"/>
                  </a:lnTo>
                  <a:lnTo>
                    <a:pt x="925092" y="60480"/>
                  </a:lnTo>
                  <a:lnTo>
                    <a:pt x="882630" y="42524"/>
                  </a:lnTo>
                  <a:lnTo>
                    <a:pt x="838696" y="27551"/>
                  </a:lnTo>
                  <a:lnTo>
                    <a:pt x="793415" y="15686"/>
                  </a:lnTo>
                  <a:lnTo>
                    <a:pt x="746913" y="7055"/>
                  </a:lnTo>
                  <a:lnTo>
                    <a:pt x="699315" y="1784"/>
                  </a:lnTo>
                  <a:lnTo>
                    <a:pt x="650748" y="0"/>
                  </a:lnTo>
                  <a:close/>
                </a:path>
              </a:pathLst>
            </a:custGeom>
            <a:solidFill>
              <a:srgbClr val="0A163B"/>
            </a:solidFill>
          </p:spPr>
          <p:txBody>
            <a:bodyPr wrap="square" lIns="0" tIns="0" rIns="0" bIns="0" rtlCol="0"/>
            <a:lstStyle/>
            <a:p>
              <a:endParaRPr/>
            </a:p>
          </p:txBody>
        </p:sp>
        <p:sp>
          <p:nvSpPr>
            <p:cNvPr id="80" name="object 80"/>
            <p:cNvSpPr/>
            <p:nvPr/>
          </p:nvSpPr>
          <p:spPr>
            <a:xfrm>
              <a:off x="6999097" y="3985387"/>
              <a:ext cx="1322705" cy="1645285"/>
            </a:xfrm>
            <a:custGeom>
              <a:avLst/>
              <a:gdLst/>
              <a:ahLst/>
              <a:cxnLst/>
              <a:rect l="l" t="t" r="r" b="b"/>
              <a:pathLst>
                <a:path w="1322704" h="1645285">
                  <a:moveTo>
                    <a:pt x="881506" y="0"/>
                  </a:moveTo>
                  <a:lnTo>
                    <a:pt x="0" y="1526921"/>
                  </a:lnTo>
                  <a:lnTo>
                    <a:pt x="42540" y="1549981"/>
                  </a:lnTo>
                  <a:lnTo>
                    <a:pt x="85771" y="1570480"/>
                  </a:lnTo>
                  <a:lnTo>
                    <a:pt x="129603" y="1588442"/>
                  </a:lnTo>
                  <a:lnTo>
                    <a:pt x="173942" y="1603891"/>
                  </a:lnTo>
                  <a:lnTo>
                    <a:pt x="218696" y="1616852"/>
                  </a:lnTo>
                  <a:lnTo>
                    <a:pt x="263775" y="1627350"/>
                  </a:lnTo>
                  <a:lnTo>
                    <a:pt x="309087" y="1635409"/>
                  </a:lnTo>
                  <a:lnTo>
                    <a:pt x="354539" y="1641055"/>
                  </a:lnTo>
                  <a:lnTo>
                    <a:pt x="400039" y="1644311"/>
                  </a:lnTo>
                  <a:lnTo>
                    <a:pt x="445497" y="1645202"/>
                  </a:lnTo>
                  <a:lnTo>
                    <a:pt x="490819" y="1643753"/>
                  </a:lnTo>
                  <a:lnTo>
                    <a:pt x="535915" y="1639988"/>
                  </a:lnTo>
                  <a:lnTo>
                    <a:pt x="580692" y="1633933"/>
                  </a:lnTo>
                  <a:lnTo>
                    <a:pt x="625059" y="1625611"/>
                  </a:lnTo>
                  <a:lnTo>
                    <a:pt x="668924" y="1615047"/>
                  </a:lnTo>
                  <a:lnTo>
                    <a:pt x="712195" y="1602267"/>
                  </a:lnTo>
                  <a:lnTo>
                    <a:pt x="754781" y="1587294"/>
                  </a:lnTo>
                  <a:lnTo>
                    <a:pt x="796588" y="1570153"/>
                  </a:lnTo>
                  <a:lnTo>
                    <a:pt x="837527" y="1550869"/>
                  </a:lnTo>
                  <a:lnTo>
                    <a:pt x="877504" y="1529467"/>
                  </a:lnTo>
                  <a:lnTo>
                    <a:pt x="916428" y="1505971"/>
                  </a:lnTo>
                  <a:lnTo>
                    <a:pt x="954207" y="1480405"/>
                  </a:lnTo>
                  <a:lnTo>
                    <a:pt x="990750" y="1452795"/>
                  </a:lnTo>
                  <a:lnTo>
                    <a:pt x="1025964" y="1423165"/>
                  </a:lnTo>
                  <a:lnTo>
                    <a:pt x="1059759" y="1391539"/>
                  </a:lnTo>
                  <a:lnTo>
                    <a:pt x="1092041" y="1357942"/>
                  </a:lnTo>
                  <a:lnTo>
                    <a:pt x="1122719" y="1322400"/>
                  </a:lnTo>
                  <a:lnTo>
                    <a:pt x="1151702" y="1284935"/>
                  </a:lnTo>
                  <a:lnTo>
                    <a:pt x="1178897" y="1245574"/>
                  </a:lnTo>
                  <a:lnTo>
                    <a:pt x="1204213" y="1204340"/>
                  </a:lnTo>
                  <a:lnTo>
                    <a:pt x="1227270" y="1161800"/>
                  </a:lnTo>
                  <a:lnTo>
                    <a:pt x="1247765" y="1118567"/>
                  </a:lnTo>
                  <a:lnTo>
                    <a:pt x="1265723" y="1074734"/>
                  </a:lnTo>
                  <a:lnTo>
                    <a:pt x="1281167" y="1030392"/>
                  </a:lnTo>
                  <a:lnTo>
                    <a:pt x="1294124" y="985634"/>
                  </a:lnTo>
                  <a:lnTo>
                    <a:pt x="1304618" y="940551"/>
                  </a:lnTo>
                  <a:lnTo>
                    <a:pt x="1312672" y="895236"/>
                  </a:lnTo>
                  <a:lnTo>
                    <a:pt x="1318313" y="849779"/>
                  </a:lnTo>
                  <a:lnTo>
                    <a:pt x="1321564" y="804273"/>
                  </a:lnTo>
                  <a:lnTo>
                    <a:pt x="1322450" y="758810"/>
                  </a:lnTo>
                  <a:lnTo>
                    <a:pt x="1320997" y="713482"/>
                  </a:lnTo>
                  <a:lnTo>
                    <a:pt x="1317227" y="668380"/>
                  </a:lnTo>
                  <a:lnTo>
                    <a:pt x="1311167" y="623597"/>
                  </a:lnTo>
                  <a:lnTo>
                    <a:pt x="1302840" y="579223"/>
                  </a:lnTo>
                  <a:lnTo>
                    <a:pt x="1292272" y="535352"/>
                  </a:lnTo>
                  <a:lnTo>
                    <a:pt x="1279487" y="492075"/>
                  </a:lnTo>
                  <a:lnTo>
                    <a:pt x="1264509" y="449483"/>
                  </a:lnTo>
                  <a:lnTo>
                    <a:pt x="1247364" y="407669"/>
                  </a:lnTo>
                  <a:lnTo>
                    <a:pt x="1228076" y="366725"/>
                  </a:lnTo>
                  <a:lnTo>
                    <a:pt x="1206669" y="326742"/>
                  </a:lnTo>
                  <a:lnTo>
                    <a:pt x="1183168" y="287813"/>
                  </a:lnTo>
                  <a:lnTo>
                    <a:pt x="1157598" y="250028"/>
                  </a:lnTo>
                  <a:lnTo>
                    <a:pt x="1129984" y="213481"/>
                  </a:lnTo>
                  <a:lnTo>
                    <a:pt x="1100350" y="178262"/>
                  </a:lnTo>
                  <a:lnTo>
                    <a:pt x="1068720" y="144464"/>
                  </a:lnTo>
                  <a:lnTo>
                    <a:pt x="1035120" y="112178"/>
                  </a:lnTo>
                  <a:lnTo>
                    <a:pt x="999574" y="81497"/>
                  </a:lnTo>
                  <a:lnTo>
                    <a:pt x="962107" y="52513"/>
                  </a:lnTo>
                  <a:lnTo>
                    <a:pt x="922743" y="25316"/>
                  </a:lnTo>
                  <a:lnTo>
                    <a:pt x="881506" y="0"/>
                  </a:lnTo>
                  <a:close/>
                </a:path>
              </a:pathLst>
            </a:custGeom>
            <a:solidFill>
              <a:srgbClr val="4264DE"/>
            </a:solidFill>
          </p:spPr>
          <p:txBody>
            <a:bodyPr wrap="square" lIns="0" tIns="0" rIns="0" bIns="0" rtlCol="0"/>
            <a:lstStyle/>
            <a:p>
              <a:endParaRPr/>
            </a:p>
          </p:txBody>
        </p:sp>
        <p:sp>
          <p:nvSpPr>
            <p:cNvPr id="81" name="object 81"/>
            <p:cNvSpPr/>
            <p:nvPr/>
          </p:nvSpPr>
          <p:spPr>
            <a:xfrm>
              <a:off x="6789420" y="4098036"/>
              <a:ext cx="1301750" cy="1301750"/>
            </a:xfrm>
            <a:custGeom>
              <a:avLst/>
              <a:gdLst/>
              <a:ahLst/>
              <a:cxnLst/>
              <a:rect l="l" t="t" r="r" b="b"/>
              <a:pathLst>
                <a:path w="1301750" h="1301750">
                  <a:moveTo>
                    <a:pt x="650748" y="0"/>
                  </a:moveTo>
                  <a:lnTo>
                    <a:pt x="602180" y="1784"/>
                  </a:lnTo>
                  <a:lnTo>
                    <a:pt x="554582" y="7055"/>
                  </a:lnTo>
                  <a:lnTo>
                    <a:pt x="508080" y="15686"/>
                  </a:lnTo>
                  <a:lnTo>
                    <a:pt x="462799" y="27551"/>
                  </a:lnTo>
                  <a:lnTo>
                    <a:pt x="418865" y="42524"/>
                  </a:lnTo>
                  <a:lnTo>
                    <a:pt x="376403" y="60480"/>
                  </a:lnTo>
                  <a:lnTo>
                    <a:pt x="335541" y="81292"/>
                  </a:lnTo>
                  <a:lnTo>
                    <a:pt x="296403" y="104836"/>
                  </a:lnTo>
                  <a:lnTo>
                    <a:pt x="259116" y="130985"/>
                  </a:lnTo>
                  <a:lnTo>
                    <a:pt x="223804" y="159613"/>
                  </a:lnTo>
                  <a:lnTo>
                    <a:pt x="190595" y="190595"/>
                  </a:lnTo>
                  <a:lnTo>
                    <a:pt x="159613" y="223804"/>
                  </a:lnTo>
                  <a:lnTo>
                    <a:pt x="130985" y="259116"/>
                  </a:lnTo>
                  <a:lnTo>
                    <a:pt x="104836" y="296403"/>
                  </a:lnTo>
                  <a:lnTo>
                    <a:pt x="81292" y="335541"/>
                  </a:lnTo>
                  <a:lnTo>
                    <a:pt x="60480" y="376403"/>
                  </a:lnTo>
                  <a:lnTo>
                    <a:pt x="42524" y="418865"/>
                  </a:lnTo>
                  <a:lnTo>
                    <a:pt x="27551" y="462799"/>
                  </a:lnTo>
                  <a:lnTo>
                    <a:pt x="15686" y="508080"/>
                  </a:lnTo>
                  <a:lnTo>
                    <a:pt x="7055" y="554582"/>
                  </a:lnTo>
                  <a:lnTo>
                    <a:pt x="1784" y="602180"/>
                  </a:lnTo>
                  <a:lnTo>
                    <a:pt x="0" y="650747"/>
                  </a:lnTo>
                  <a:lnTo>
                    <a:pt x="1784" y="699315"/>
                  </a:lnTo>
                  <a:lnTo>
                    <a:pt x="7055" y="746913"/>
                  </a:lnTo>
                  <a:lnTo>
                    <a:pt x="15686" y="793415"/>
                  </a:lnTo>
                  <a:lnTo>
                    <a:pt x="27551" y="838696"/>
                  </a:lnTo>
                  <a:lnTo>
                    <a:pt x="42524" y="882630"/>
                  </a:lnTo>
                  <a:lnTo>
                    <a:pt x="60480" y="925092"/>
                  </a:lnTo>
                  <a:lnTo>
                    <a:pt x="81292" y="965954"/>
                  </a:lnTo>
                  <a:lnTo>
                    <a:pt x="104836" y="1005092"/>
                  </a:lnTo>
                  <a:lnTo>
                    <a:pt x="130985" y="1042379"/>
                  </a:lnTo>
                  <a:lnTo>
                    <a:pt x="159613" y="1077691"/>
                  </a:lnTo>
                  <a:lnTo>
                    <a:pt x="190595" y="1110900"/>
                  </a:lnTo>
                  <a:lnTo>
                    <a:pt x="223804" y="1141882"/>
                  </a:lnTo>
                  <a:lnTo>
                    <a:pt x="259116" y="1170510"/>
                  </a:lnTo>
                  <a:lnTo>
                    <a:pt x="296403" y="1196659"/>
                  </a:lnTo>
                  <a:lnTo>
                    <a:pt x="335541" y="1220203"/>
                  </a:lnTo>
                  <a:lnTo>
                    <a:pt x="376403" y="1241015"/>
                  </a:lnTo>
                  <a:lnTo>
                    <a:pt x="418865" y="1258971"/>
                  </a:lnTo>
                  <a:lnTo>
                    <a:pt x="462799" y="1273944"/>
                  </a:lnTo>
                  <a:lnTo>
                    <a:pt x="508080" y="1285809"/>
                  </a:lnTo>
                  <a:lnTo>
                    <a:pt x="554582" y="1294440"/>
                  </a:lnTo>
                  <a:lnTo>
                    <a:pt x="602180" y="1299711"/>
                  </a:lnTo>
                  <a:lnTo>
                    <a:pt x="650748" y="1301495"/>
                  </a:lnTo>
                  <a:lnTo>
                    <a:pt x="699315" y="1299711"/>
                  </a:lnTo>
                  <a:lnTo>
                    <a:pt x="746913" y="1294440"/>
                  </a:lnTo>
                  <a:lnTo>
                    <a:pt x="793415" y="1285809"/>
                  </a:lnTo>
                  <a:lnTo>
                    <a:pt x="838696" y="1273944"/>
                  </a:lnTo>
                  <a:lnTo>
                    <a:pt x="882630" y="1258971"/>
                  </a:lnTo>
                  <a:lnTo>
                    <a:pt x="925092" y="1241015"/>
                  </a:lnTo>
                  <a:lnTo>
                    <a:pt x="965954" y="1220203"/>
                  </a:lnTo>
                  <a:lnTo>
                    <a:pt x="1005092" y="1196659"/>
                  </a:lnTo>
                  <a:lnTo>
                    <a:pt x="1042379" y="1170510"/>
                  </a:lnTo>
                  <a:lnTo>
                    <a:pt x="1077691" y="1141882"/>
                  </a:lnTo>
                  <a:lnTo>
                    <a:pt x="1110900" y="1110900"/>
                  </a:lnTo>
                  <a:lnTo>
                    <a:pt x="1141882" y="1077691"/>
                  </a:lnTo>
                  <a:lnTo>
                    <a:pt x="1170510" y="1042379"/>
                  </a:lnTo>
                  <a:lnTo>
                    <a:pt x="1196659" y="1005092"/>
                  </a:lnTo>
                  <a:lnTo>
                    <a:pt x="1220203" y="965954"/>
                  </a:lnTo>
                  <a:lnTo>
                    <a:pt x="1241015" y="925092"/>
                  </a:lnTo>
                  <a:lnTo>
                    <a:pt x="1258971" y="882630"/>
                  </a:lnTo>
                  <a:lnTo>
                    <a:pt x="1273944" y="838696"/>
                  </a:lnTo>
                  <a:lnTo>
                    <a:pt x="1285809" y="793415"/>
                  </a:lnTo>
                  <a:lnTo>
                    <a:pt x="1294440" y="746913"/>
                  </a:lnTo>
                  <a:lnTo>
                    <a:pt x="1299711" y="699315"/>
                  </a:lnTo>
                  <a:lnTo>
                    <a:pt x="1301496" y="650747"/>
                  </a:lnTo>
                  <a:lnTo>
                    <a:pt x="1299711" y="602180"/>
                  </a:lnTo>
                  <a:lnTo>
                    <a:pt x="1294440" y="554582"/>
                  </a:lnTo>
                  <a:lnTo>
                    <a:pt x="1285809" y="508080"/>
                  </a:lnTo>
                  <a:lnTo>
                    <a:pt x="1273944" y="462799"/>
                  </a:lnTo>
                  <a:lnTo>
                    <a:pt x="1258971" y="418865"/>
                  </a:lnTo>
                  <a:lnTo>
                    <a:pt x="1241015" y="376403"/>
                  </a:lnTo>
                  <a:lnTo>
                    <a:pt x="1220203" y="335541"/>
                  </a:lnTo>
                  <a:lnTo>
                    <a:pt x="1196659" y="296403"/>
                  </a:lnTo>
                  <a:lnTo>
                    <a:pt x="1170510" y="259116"/>
                  </a:lnTo>
                  <a:lnTo>
                    <a:pt x="1141882" y="223804"/>
                  </a:lnTo>
                  <a:lnTo>
                    <a:pt x="1110900" y="190595"/>
                  </a:lnTo>
                  <a:lnTo>
                    <a:pt x="1077691" y="159613"/>
                  </a:lnTo>
                  <a:lnTo>
                    <a:pt x="1042379" y="130985"/>
                  </a:lnTo>
                  <a:lnTo>
                    <a:pt x="1005092" y="104836"/>
                  </a:lnTo>
                  <a:lnTo>
                    <a:pt x="965954" y="81292"/>
                  </a:lnTo>
                  <a:lnTo>
                    <a:pt x="925092" y="60480"/>
                  </a:lnTo>
                  <a:lnTo>
                    <a:pt x="882630" y="42524"/>
                  </a:lnTo>
                  <a:lnTo>
                    <a:pt x="838696" y="27551"/>
                  </a:lnTo>
                  <a:lnTo>
                    <a:pt x="793415" y="15686"/>
                  </a:lnTo>
                  <a:lnTo>
                    <a:pt x="746913" y="7055"/>
                  </a:lnTo>
                  <a:lnTo>
                    <a:pt x="699315" y="1784"/>
                  </a:lnTo>
                  <a:lnTo>
                    <a:pt x="650748" y="0"/>
                  </a:lnTo>
                  <a:close/>
                </a:path>
              </a:pathLst>
            </a:custGeom>
            <a:solidFill>
              <a:srgbClr val="0A163B"/>
            </a:solidFill>
          </p:spPr>
          <p:txBody>
            <a:bodyPr wrap="square" lIns="0" tIns="0" rIns="0" bIns="0" rtlCol="0"/>
            <a:lstStyle/>
            <a:p>
              <a:endParaRPr/>
            </a:p>
          </p:txBody>
        </p:sp>
        <p:sp>
          <p:nvSpPr>
            <p:cNvPr id="82" name="object 82"/>
            <p:cNvSpPr/>
            <p:nvPr/>
          </p:nvSpPr>
          <p:spPr>
            <a:xfrm>
              <a:off x="5497067" y="3636263"/>
              <a:ext cx="1200149" cy="345186"/>
            </a:xfrm>
            <a:prstGeom prst="rect">
              <a:avLst/>
            </a:prstGeom>
            <a:blipFill>
              <a:blip r:embed="rId3" cstate="print"/>
              <a:stretch>
                <a:fillRect/>
              </a:stretch>
            </a:blipFill>
          </p:spPr>
          <p:txBody>
            <a:bodyPr wrap="square" lIns="0" tIns="0" rIns="0" bIns="0" rtlCol="0"/>
            <a:lstStyle/>
            <a:p>
              <a:endParaRPr/>
            </a:p>
          </p:txBody>
        </p:sp>
      </p:grpSp>
      <p:sp>
        <p:nvSpPr>
          <p:cNvPr id="84" name="object 84"/>
          <p:cNvSpPr txBox="1"/>
          <p:nvPr/>
        </p:nvSpPr>
        <p:spPr>
          <a:xfrm>
            <a:off x="5518784" y="3673855"/>
            <a:ext cx="1102995" cy="391160"/>
          </a:xfrm>
          <a:prstGeom prst="rect">
            <a:avLst/>
          </a:prstGeom>
        </p:spPr>
        <p:txBody>
          <a:bodyPr vert="horz" wrap="square" lIns="0" tIns="12700" rIns="0" bIns="0" rtlCol="0">
            <a:spAutoFit/>
          </a:bodyPr>
          <a:lstStyle/>
          <a:p>
            <a:pPr marL="12700" marR="5080" indent="63500">
              <a:lnSpc>
                <a:spcPct val="100000"/>
              </a:lnSpc>
              <a:spcBef>
                <a:spcPts val="100"/>
              </a:spcBef>
            </a:pPr>
            <a:r>
              <a:rPr sz="1200" b="1" spc="-5" dirty="0">
                <a:solidFill>
                  <a:srgbClr val="FFFFFF"/>
                </a:solidFill>
                <a:latin typeface="Gothic Uralic"/>
                <a:cs typeface="Gothic Uralic"/>
              </a:rPr>
              <a:t>Limitations of  Deep</a:t>
            </a:r>
            <a:r>
              <a:rPr sz="1200" b="1" spc="-105" dirty="0">
                <a:solidFill>
                  <a:srgbClr val="FFFFFF"/>
                </a:solidFill>
                <a:latin typeface="Gothic Uralic"/>
                <a:cs typeface="Gothic Uralic"/>
              </a:rPr>
              <a:t> </a:t>
            </a:r>
            <a:r>
              <a:rPr sz="1200" b="1" dirty="0">
                <a:solidFill>
                  <a:srgbClr val="FFFFFF"/>
                </a:solidFill>
                <a:latin typeface="Gothic Uralic"/>
                <a:cs typeface="Gothic Uralic"/>
              </a:rPr>
              <a:t>Learning</a:t>
            </a:r>
            <a:endParaRPr sz="1200" dirty="0">
              <a:latin typeface="Gothic Uralic"/>
              <a:cs typeface="Gothic Uralic"/>
            </a:endParaRPr>
          </a:p>
        </p:txBody>
      </p:sp>
      <p:grpSp>
        <p:nvGrpSpPr>
          <p:cNvPr id="85" name="object 85"/>
          <p:cNvGrpSpPr/>
          <p:nvPr/>
        </p:nvGrpSpPr>
        <p:grpSpPr>
          <a:xfrm>
            <a:off x="4418076" y="2035810"/>
            <a:ext cx="3288029" cy="2984500"/>
            <a:chOff x="4418076" y="2035810"/>
            <a:chExt cx="3288029" cy="2984500"/>
          </a:xfrm>
        </p:grpSpPr>
        <p:sp>
          <p:nvSpPr>
            <p:cNvPr id="86" name="object 86"/>
            <p:cNvSpPr/>
            <p:nvPr/>
          </p:nvSpPr>
          <p:spPr>
            <a:xfrm>
              <a:off x="4418076" y="4462272"/>
              <a:ext cx="599440" cy="558165"/>
            </a:xfrm>
            <a:custGeom>
              <a:avLst/>
              <a:gdLst/>
              <a:ahLst/>
              <a:cxnLst/>
              <a:rect l="l" t="t" r="r" b="b"/>
              <a:pathLst>
                <a:path w="599439" h="558164">
                  <a:moveTo>
                    <a:pt x="460248" y="472948"/>
                  </a:moveTo>
                  <a:lnTo>
                    <a:pt x="265303" y="292608"/>
                  </a:lnTo>
                  <a:lnTo>
                    <a:pt x="265303" y="27432"/>
                  </a:lnTo>
                  <a:lnTo>
                    <a:pt x="217627" y="31711"/>
                  </a:lnTo>
                  <a:lnTo>
                    <a:pt x="172758" y="44043"/>
                  </a:lnTo>
                  <a:lnTo>
                    <a:pt x="131432" y="63677"/>
                  </a:lnTo>
                  <a:lnTo>
                    <a:pt x="94399" y="89852"/>
                  </a:lnTo>
                  <a:lnTo>
                    <a:pt x="62420" y="121831"/>
                  </a:lnTo>
                  <a:lnTo>
                    <a:pt x="36233" y="158838"/>
                  </a:lnTo>
                  <a:lnTo>
                    <a:pt x="16598" y="200152"/>
                  </a:lnTo>
                  <a:lnTo>
                    <a:pt x="4267" y="244983"/>
                  </a:lnTo>
                  <a:lnTo>
                    <a:pt x="0" y="292608"/>
                  </a:lnTo>
                  <a:lnTo>
                    <a:pt x="4267" y="340245"/>
                  </a:lnTo>
                  <a:lnTo>
                    <a:pt x="16598" y="385076"/>
                  </a:lnTo>
                  <a:lnTo>
                    <a:pt x="36233" y="426389"/>
                  </a:lnTo>
                  <a:lnTo>
                    <a:pt x="62420" y="463397"/>
                  </a:lnTo>
                  <a:lnTo>
                    <a:pt x="94399" y="495376"/>
                  </a:lnTo>
                  <a:lnTo>
                    <a:pt x="131432" y="521550"/>
                  </a:lnTo>
                  <a:lnTo>
                    <a:pt x="172758" y="541185"/>
                  </a:lnTo>
                  <a:lnTo>
                    <a:pt x="217627" y="553516"/>
                  </a:lnTo>
                  <a:lnTo>
                    <a:pt x="265303" y="557784"/>
                  </a:lnTo>
                  <a:lnTo>
                    <a:pt x="321348" y="551802"/>
                  </a:lnTo>
                  <a:lnTo>
                    <a:pt x="373392" y="534758"/>
                  </a:lnTo>
                  <a:lnTo>
                    <a:pt x="420116" y="508012"/>
                  </a:lnTo>
                  <a:lnTo>
                    <a:pt x="460248" y="472948"/>
                  </a:lnTo>
                  <a:close/>
                </a:path>
                <a:path w="599439" h="558164">
                  <a:moveTo>
                    <a:pt x="565404" y="265176"/>
                  </a:moveTo>
                  <a:lnTo>
                    <a:pt x="561124" y="217551"/>
                  </a:lnTo>
                  <a:lnTo>
                    <a:pt x="548792" y="172720"/>
                  </a:lnTo>
                  <a:lnTo>
                    <a:pt x="529158" y="131406"/>
                  </a:lnTo>
                  <a:lnTo>
                    <a:pt x="502983" y="94399"/>
                  </a:lnTo>
                  <a:lnTo>
                    <a:pt x="471004" y="62420"/>
                  </a:lnTo>
                  <a:lnTo>
                    <a:pt x="433997" y="36245"/>
                  </a:lnTo>
                  <a:lnTo>
                    <a:pt x="392684" y="16611"/>
                  </a:lnTo>
                  <a:lnTo>
                    <a:pt x="347853" y="4279"/>
                  </a:lnTo>
                  <a:lnTo>
                    <a:pt x="300228" y="0"/>
                  </a:lnTo>
                  <a:lnTo>
                    <a:pt x="300228" y="265176"/>
                  </a:lnTo>
                  <a:lnTo>
                    <a:pt x="565404" y="265176"/>
                  </a:lnTo>
                  <a:close/>
                </a:path>
                <a:path w="599439" h="558164">
                  <a:moveTo>
                    <a:pt x="598932" y="303276"/>
                  </a:moveTo>
                  <a:lnTo>
                    <a:pt x="332232" y="303276"/>
                  </a:lnTo>
                  <a:lnTo>
                    <a:pt x="528193" y="484632"/>
                  </a:lnTo>
                  <a:lnTo>
                    <a:pt x="557784" y="445884"/>
                  </a:lnTo>
                  <a:lnTo>
                    <a:pt x="580034" y="402196"/>
                  </a:lnTo>
                  <a:lnTo>
                    <a:pt x="594055" y="354393"/>
                  </a:lnTo>
                  <a:lnTo>
                    <a:pt x="598932" y="303276"/>
                  </a:lnTo>
                  <a:close/>
                </a:path>
              </a:pathLst>
            </a:custGeom>
            <a:solidFill>
              <a:srgbClr val="FF8E01"/>
            </a:solidFill>
          </p:spPr>
          <p:txBody>
            <a:bodyPr wrap="square" lIns="0" tIns="0" rIns="0" bIns="0" rtlCol="0"/>
            <a:lstStyle/>
            <a:p>
              <a:endParaRPr/>
            </a:p>
          </p:txBody>
        </p:sp>
        <p:sp>
          <p:nvSpPr>
            <p:cNvPr id="87" name="object 87"/>
            <p:cNvSpPr/>
            <p:nvPr/>
          </p:nvSpPr>
          <p:spPr>
            <a:xfrm>
              <a:off x="7202043" y="4471416"/>
              <a:ext cx="504190" cy="500380"/>
            </a:xfrm>
            <a:custGeom>
              <a:avLst/>
              <a:gdLst/>
              <a:ahLst/>
              <a:cxnLst/>
              <a:rect l="l" t="t" r="r" b="b"/>
              <a:pathLst>
                <a:path w="504190" h="500379">
                  <a:moveTo>
                    <a:pt x="0" y="488441"/>
                  </a:moveTo>
                  <a:lnTo>
                    <a:pt x="0" y="499998"/>
                  </a:lnTo>
                  <a:lnTo>
                    <a:pt x="7620" y="499871"/>
                  </a:lnTo>
                  <a:lnTo>
                    <a:pt x="503681" y="499871"/>
                  </a:lnTo>
                  <a:lnTo>
                    <a:pt x="503681" y="488568"/>
                  </a:lnTo>
                  <a:lnTo>
                    <a:pt x="7620" y="488568"/>
                  </a:lnTo>
                  <a:lnTo>
                    <a:pt x="0" y="488441"/>
                  </a:lnTo>
                  <a:close/>
                </a:path>
                <a:path w="504190" h="500379">
                  <a:moveTo>
                    <a:pt x="503681" y="499871"/>
                  </a:moveTo>
                  <a:lnTo>
                    <a:pt x="496061" y="499871"/>
                  </a:lnTo>
                  <a:lnTo>
                    <a:pt x="503681" y="499998"/>
                  </a:lnTo>
                  <a:close/>
                </a:path>
                <a:path w="504190" h="500379">
                  <a:moveTo>
                    <a:pt x="105917" y="286003"/>
                  </a:moveTo>
                  <a:lnTo>
                    <a:pt x="40004" y="286003"/>
                  </a:lnTo>
                  <a:lnTo>
                    <a:pt x="37464" y="288543"/>
                  </a:lnTo>
                  <a:lnTo>
                    <a:pt x="37464" y="488568"/>
                  </a:lnTo>
                  <a:lnTo>
                    <a:pt x="108457" y="488568"/>
                  </a:lnTo>
                  <a:lnTo>
                    <a:pt x="108457" y="288543"/>
                  </a:lnTo>
                  <a:lnTo>
                    <a:pt x="105917" y="286003"/>
                  </a:lnTo>
                  <a:close/>
                </a:path>
                <a:path w="504190" h="500379">
                  <a:moveTo>
                    <a:pt x="225171" y="369442"/>
                  </a:moveTo>
                  <a:lnTo>
                    <a:pt x="159257" y="369442"/>
                  </a:lnTo>
                  <a:lnTo>
                    <a:pt x="156717" y="371855"/>
                  </a:lnTo>
                  <a:lnTo>
                    <a:pt x="156717" y="488568"/>
                  </a:lnTo>
                  <a:lnTo>
                    <a:pt x="227710" y="488568"/>
                  </a:lnTo>
                  <a:lnTo>
                    <a:pt x="227710" y="371855"/>
                  </a:lnTo>
                  <a:lnTo>
                    <a:pt x="225171" y="369442"/>
                  </a:lnTo>
                  <a:close/>
                </a:path>
                <a:path w="504190" h="500379">
                  <a:moveTo>
                    <a:pt x="344424" y="226440"/>
                  </a:moveTo>
                  <a:lnTo>
                    <a:pt x="278510" y="226440"/>
                  </a:lnTo>
                  <a:lnTo>
                    <a:pt x="275971" y="228980"/>
                  </a:lnTo>
                  <a:lnTo>
                    <a:pt x="275971" y="488568"/>
                  </a:lnTo>
                  <a:lnTo>
                    <a:pt x="346963" y="488568"/>
                  </a:lnTo>
                  <a:lnTo>
                    <a:pt x="346963" y="228980"/>
                  </a:lnTo>
                  <a:lnTo>
                    <a:pt x="344424" y="226440"/>
                  </a:lnTo>
                  <a:close/>
                </a:path>
                <a:path w="504190" h="500379">
                  <a:moveTo>
                    <a:pt x="463676" y="154939"/>
                  </a:moveTo>
                  <a:lnTo>
                    <a:pt x="397763" y="154939"/>
                  </a:lnTo>
                  <a:lnTo>
                    <a:pt x="395224" y="157479"/>
                  </a:lnTo>
                  <a:lnTo>
                    <a:pt x="395224" y="488568"/>
                  </a:lnTo>
                  <a:lnTo>
                    <a:pt x="466216" y="488568"/>
                  </a:lnTo>
                  <a:lnTo>
                    <a:pt x="466216" y="157479"/>
                  </a:lnTo>
                  <a:lnTo>
                    <a:pt x="463676" y="154939"/>
                  </a:lnTo>
                  <a:close/>
                </a:path>
                <a:path w="504190" h="500379">
                  <a:moveTo>
                    <a:pt x="503681" y="488441"/>
                  </a:moveTo>
                  <a:lnTo>
                    <a:pt x="496061" y="488568"/>
                  </a:lnTo>
                  <a:lnTo>
                    <a:pt x="503681" y="488568"/>
                  </a:lnTo>
                  <a:lnTo>
                    <a:pt x="503681" y="488441"/>
                  </a:lnTo>
                  <a:close/>
                </a:path>
                <a:path w="504190" h="500379">
                  <a:moveTo>
                    <a:pt x="119334" y="171195"/>
                  </a:moveTo>
                  <a:lnTo>
                    <a:pt x="98171" y="171195"/>
                  </a:lnTo>
                  <a:lnTo>
                    <a:pt x="156972" y="208660"/>
                  </a:lnTo>
                  <a:lnTo>
                    <a:pt x="156590" y="212724"/>
                  </a:lnTo>
                  <a:lnTo>
                    <a:pt x="187348" y="247128"/>
                  </a:lnTo>
                  <a:lnTo>
                    <a:pt x="201422" y="246252"/>
                  </a:lnTo>
                  <a:lnTo>
                    <a:pt x="213977" y="239966"/>
                  </a:lnTo>
                  <a:lnTo>
                    <a:pt x="222900" y="229679"/>
                  </a:lnTo>
                  <a:lnTo>
                    <a:pt x="227371" y="216820"/>
                  </a:lnTo>
                  <a:lnTo>
                    <a:pt x="226567" y="202818"/>
                  </a:lnTo>
                  <a:lnTo>
                    <a:pt x="225805" y="200151"/>
                  </a:lnTo>
                  <a:lnTo>
                    <a:pt x="224789" y="197738"/>
                  </a:lnTo>
                  <a:lnTo>
                    <a:pt x="224453" y="197103"/>
                  </a:lnTo>
                  <a:lnTo>
                    <a:pt x="160020" y="197103"/>
                  </a:lnTo>
                  <a:lnTo>
                    <a:pt x="119334" y="171195"/>
                  </a:lnTo>
                  <a:close/>
                </a:path>
                <a:path w="504190" h="500379">
                  <a:moveTo>
                    <a:pt x="192303" y="176488"/>
                  </a:moveTo>
                  <a:lnTo>
                    <a:pt x="160020" y="197103"/>
                  </a:lnTo>
                  <a:lnTo>
                    <a:pt x="224453" y="197103"/>
                  </a:lnTo>
                  <a:lnTo>
                    <a:pt x="223647" y="195579"/>
                  </a:lnTo>
                  <a:lnTo>
                    <a:pt x="233618" y="186435"/>
                  </a:lnTo>
                  <a:lnTo>
                    <a:pt x="216788" y="186435"/>
                  </a:lnTo>
                  <a:lnTo>
                    <a:pt x="209563" y="181119"/>
                  </a:lnTo>
                  <a:lnTo>
                    <a:pt x="201279" y="177720"/>
                  </a:lnTo>
                  <a:lnTo>
                    <a:pt x="192303" y="176488"/>
                  </a:lnTo>
                  <a:close/>
                </a:path>
                <a:path w="504190" h="500379">
                  <a:moveTo>
                    <a:pt x="311403" y="77469"/>
                  </a:moveTo>
                  <a:lnTo>
                    <a:pt x="297670" y="80256"/>
                  </a:lnTo>
                  <a:lnTo>
                    <a:pt x="286400" y="87852"/>
                  </a:lnTo>
                  <a:lnTo>
                    <a:pt x="278774" y="99115"/>
                  </a:lnTo>
                  <a:lnTo>
                    <a:pt x="275971" y="112902"/>
                  </a:lnTo>
                  <a:lnTo>
                    <a:pt x="275971" y="118617"/>
                  </a:lnTo>
                  <a:lnTo>
                    <a:pt x="277367" y="123951"/>
                  </a:lnTo>
                  <a:lnTo>
                    <a:pt x="279780" y="128650"/>
                  </a:lnTo>
                  <a:lnTo>
                    <a:pt x="216788" y="186435"/>
                  </a:lnTo>
                  <a:lnTo>
                    <a:pt x="233618" y="186435"/>
                  </a:lnTo>
                  <a:lnTo>
                    <a:pt x="286384" y="138048"/>
                  </a:lnTo>
                  <a:lnTo>
                    <a:pt x="336376" y="138048"/>
                  </a:lnTo>
                  <a:lnTo>
                    <a:pt x="336518" y="137953"/>
                  </a:lnTo>
                  <a:lnTo>
                    <a:pt x="344158" y="126690"/>
                  </a:lnTo>
                  <a:lnTo>
                    <a:pt x="346963" y="112902"/>
                  </a:lnTo>
                  <a:lnTo>
                    <a:pt x="346963" y="110108"/>
                  </a:lnTo>
                  <a:lnTo>
                    <a:pt x="346582" y="107441"/>
                  </a:lnTo>
                  <a:lnTo>
                    <a:pt x="345948" y="104774"/>
                  </a:lnTo>
                  <a:lnTo>
                    <a:pt x="361392" y="94106"/>
                  </a:lnTo>
                  <a:lnTo>
                    <a:pt x="341502" y="94106"/>
                  </a:lnTo>
                  <a:lnTo>
                    <a:pt x="335907" y="87328"/>
                  </a:lnTo>
                  <a:lnTo>
                    <a:pt x="328834" y="82073"/>
                  </a:lnTo>
                  <a:lnTo>
                    <a:pt x="320571" y="78676"/>
                  </a:lnTo>
                  <a:lnTo>
                    <a:pt x="311403" y="77469"/>
                  </a:lnTo>
                  <a:close/>
                </a:path>
                <a:path w="504190" h="500379">
                  <a:moveTo>
                    <a:pt x="77829" y="111263"/>
                  </a:moveTo>
                  <a:lnTo>
                    <a:pt x="63753" y="112140"/>
                  </a:lnTo>
                  <a:lnTo>
                    <a:pt x="51200" y="118409"/>
                  </a:lnTo>
                  <a:lnTo>
                    <a:pt x="42290" y="128666"/>
                  </a:lnTo>
                  <a:lnTo>
                    <a:pt x="37857" y="141519"/>
                  </a:lnTo>
                  <a:lnTo>
                    <a:pt x="38734" y="155574"/>
                  </a:lnTo>
                  <a:lnTo>
                    <a:pt x="45021" y="168128"/>
                  </a:lnTo>
                  <a:lnTo>
                    <a:pt x="55308" y="177037"/>
                  </a:lnTo>
                  <a:lnTo>
                    <a:pt x="68167" y="181471"/>
                  </a:lnTo>
                  <a:lnTo>
                    <a:pt x="82168" y="180593"/>
                  </a:lnTo>
                  <a:lnTo>
                    <a:pt x="88518" y="178942"/>
                  </a:lnTo>
                  <a:lnTo>
                    <a:pt x="93852" y="175640"/>
                  </a:lnTo>
                  <a:lnTo>
                    <a:pt x="98171" y="171195"/>
                  </a:lnTo>
                  <a:lnTo>
                    <a:pt x="119334" y="171195"/>
                  </a:lnTo>
                  <a:lnTo>
                    <a:pt x="104775" y="161924"/>
                  </a:lnTo>
                  <a:lnTo>
                    <a:pt x="107047" y="156162"/>
                  </a:lnTo>
                  <a:lnTo>
                    <a:pt x="108283" y="150018"/>
                  </a:lnTo>
                  <a:lnTo>
                    <a:pt x="108400" y="143636"/>
                  </a:lnTo>
                  <a:lnTo>
                    <a:pt x="107314" y="137159"/>
                  </a:lnTo>
                  <a:lnTo>
                    <a:pt x="101026" y="124606"/>
                  </a:lnTo>
                  <a:lnTo>
                    <a:pt x="90725" y="115696"/>
                  </a:lnTo>
                  <a:lnTo>
                    <a:pt x="77829" y="111263"/>
                  </a:lnTo>
                  <a:close/>
                </a:path>
                <a:path w="504190" h="500379">
                  <a:moveTo>
                    <a:pt x="336376" y="138048"/>
                  </a:moveTo>
                  <a:lnTo>
                    <a:pt x="286384" y="138048"/>
                  </a:lnTo>
                  <a:lnTo>
                    <a:pt x="291669" y="142335"/>
                  </a:lnTo>
                  <a:lnTo>
                    <a:pt x="297703" y="145573"/>
                  </a:lnTo>
                  <a:lnTo>
                    <a:pt x="304333" y="147621"/>
                  </a:lnTo>
                  <a:lnTo>
                    <a:pt x="311403" y="148335"/>
                  </a:lnTo>
                  <a:lnTo>
                    <a:pt x="325211" y="145549"/>
                  </a:lnTo>
                  <a:lnTo>
                    <a:pt x="336376" y="138048"/>
                  </a:lnTo>
                  <a:close/>
                </a:path>
                <a:path w="504190" h="500379">
                  <a:moveTo>
                    <a:pt x="430656" y="0"/>
                  </a:moveTo>
                  <a:lnTo>
                    <a:pt x="416869" y="2803"/>
                  </a:lnTo>
                  <a:lnTo>
                    <a:pt x="405606" y="10429"/>
                  </a:lnTo>
                  <a:lnTo>
                    <a:pt x="398010" y="21699"/>
                  </a:lnTo>
                  <a:lnTo>
                    <a:pt x="395224" y="35432"/>
                  </a:lnTo>
                  <a:lnTo>
                    <a:pt x="395224" y="42036"/>
                  </a:lnTo>
                  <a:lnTo>
                    <a:pt x="397001" y="48132"/>
                  </a:lnTo>
                  <a:lnTo>
                    <a:pt x="400176" y="53466"/>
                  </a:lnTo>
                  <a:lnTo>
                    <a:pt x="341502" y="94106"/>
                  </a:lnTo>
                  <a:lnTo>
                    <a:pt x="361392" y="94106"/>
                  </a:lnTo>
                  <a:lnTo>
                    <a:pt x="407542" y="62229"/>
                  </a:lnTo>
                  <a:lnTo>
                    <a:pt x="453280" y="62229"/>
                  </a:lnTo>
                  <a:lnTo>
                    <a:pt x="455771" y="60547"/>
                  </a:lnTo>
                  <a:lnTo>
                    <a:pt x="463411" y="49240"/>
                  </a:lnTo>
                  <a:lnTo>
                    <a:pt x="466216" y="35432"/>
                  </a:lnTo>
                  <a:lnTo>
                    <a:pt x="463411" y="21699"/>
                  </a:lnTo>
                  <a:lnTo>
                    <a:pt x="455771" y="10429"/>
                  </a:lnTo>
                  <a:lnTo>
                    <a:pt x="444464" y="2803"/>
                  </a:lnTo>
                  <a:lnTo>
                    <a:pt x="430656" y="0"/>
                  </a:lnTo>
                  <a:close/>
                </a:path>
                <a:path w="504190" h="500379">
                  <a:moveTo>
                    <a:pt x="453280" y="62229"/>
                  </a:moveTo>
                  <a:lnTo>
                    <a:pt x="407542" y="62229"/>
                  </a:lnTo>
                  <a:lnTo>
                    <a:pt x="413765" y="67690"/>
                  </a:lnTo>
                  <a:lnTo>
                    <a:pt x="421766" y="70992"/>
                  </a:lnTo>
                  <a:lnTo>
                    <a:pt x="430656" y="70992"/>
                  </a:lnTo>
                  <a:lnTo>
                    <a:pt x="444464" y="68187"/>
                  </a:lnTo>
                  <a:lnTo>
                    <a:pt x="453280" y="62229"/>
                  </a:lnTo>
                  <a:close/>
                </a:path>
              </a:pathLst>
            </a:custGeom>
            <a:solidFill>
              <a:srgbClr val="4264DE"/>
            </a:solidFill>
          </p:spPr>
          <p:txBody>
            <a:bodyPr wrap="square" lIns="0" tIns="0" rIns="0" bIns="0" rtlCol="0"/>
            <a:lstStyle/>
            <a:p>
              <a:endParaRPr/>
            </a:p>
          </p:txBody>
        </p:sp>
        <p:sp>
          <p:nvSpPr>
            <p:cNvPr id="88" name="object 88"/>
            <p:cNvSpPr/>
            <p:nvPr/>
          </p:nvSpPr>
          <p:spPr>
            <a:xfrm>
              <a:off x="5794248" y="2035809"/>
              <a:ext cx="553720" cy="553720"/>
            </a:xfrm>
            <a:custGeom>
              <a:avLst/>
              <a:gdLst/>
              <a:ahLst/>
              <a:cxnLst/>
              <a:rect l="l" t="t" r="r" b="b"/>
              <a:pathLst>
                <a:path w="553720" h="553719">
                  <a:moveTo>
                    <a:pt x="105156" y="282321"/>
                  </a:moveTo>
                  <a:lnTo>
                    <a:pt x="99187" y="210566"/>
                  </a:lnTo>
                  <a:lnTo>
                    <a:pt x="92837" y="210566"/>
                  </a:lnTo>
                  <a:lnTo>
                    <a:pt x="86868" y="282321"/>
                  </a:lnTo>
                  <a:lnTo>
                    <a:pt x="96012" y="291338"/>
                  </a:lnTo>
                  <a:lnTo>
                    <a:pt x="105156" y="282321"/>
                  </a:lnTo>
                  <a:close/>
                </a:path>
                <a:path w="553720" h="553719">
                  <a:moveTo>
                    <a:pt x="171577" y="19558"/>
                  </a:moveTo>
                  <a:lnTo>
                    <a:pt x="152527" y="19558"/>
                  </a:lnTo>
                  <a:lnTo>
                    <a:pt x="152527" y="38862"/>
                  </a:lnTo>
                  <a:lnTo>
                    <a:pt x="171577" y="38862"/>
                  </a:lnTo>
                  <a:lnTo>
                    <a:pt x="171577" y="19558"/>
                  </a:lnTo>
                  <a:close/>
                </a:path>
                <a:path w="553720" h="553719">
                  <a:moveTo>
                    <a:pt x="209677" y="19558"/>
                  </a:moveTo>
                  <a:lnTo>
                    <a:pt x="190627" y="19558"/>
                  </a:lnTo>
                  <a:lnTo>
                    <a:pt x="190627" y="38862"/>
                  </a:lnTo>
                  <a:lnTo>
                    <a:pt x="209677" y="38862"/>
                  </a:lnTo>
                  <a:lnTo>
                    <a:pt x="209677" y="19558"/>
                  </a:lnTo>
                  <a:close/>
                </a:path>
                <a:path w="553720" h="553719">
                  <a:moveTo>
                    <a:pt x="286512" y="401066"/>
                  </a:moveTo>
                  <a:lnTo>
                    <a:pt x="266700" y="401066"/>
                  </a:lnTo>
                  <a:lnTo>
                    <a:pt x="266700" y="477266"/>
                  </a:lnTo>
                  <a:lnTo>
                    <a:pt x="286512" y="477266"/>
                  </a:lnTo>
                  <a:lnTo>
                    <a:pt x="286512" y="401066"/>
                  </a:lnTo>
                  <a:close/>
                </a:path>
                <a:path w="553720" h="553719">
                  <a:moveTo>
                    <a:pt x="304800" y="140081"/>
                  </a:moveTo>
                  <a:lnTo>
                    <a:pt x="299085" y="134366"/>
                  </a:lnTo>
                  <a:lnTo>
                    <a:pt x="289687" y="134366"/>
                  </a:lnTo>
                  <a:lnTo>
                    <a:pt x="287401" y="135001"/>
                  </a:lnTo>
                  <a:lnTo>
                    <a:pt x="180721" y="200660"/>
                  </a:lnTo>
                  <a:lnTo>
                    <a:pt x="172542" y="204952"/>
                  </a:lnTo>
                  <a:lnTo>
                    <a:pt x="163918" y="208051"/>
                  </a:lnTo>
                  <a:lnTo>
                    <a:pt x="154965" y="209931"/>
                  </a:lnTo>
                  <a:lnTo>
                    <a:pt x="145796" y="210566"/>
                  </a:lnTo>
                  <a:lnTo>
                    <a:pt x="117475" y="210566"/>
                  </a:lnTo>
                  <a:lnTo>
                    <a:pt x="124206" y="290322"/>
                  </a:lnTo>
                  <a:lnTo>
                    <a:pt x="95250" y="319278"/>
                  </a:lnTo>
                  <a:lnTo>
                    <a:pt x="66294" y="290322"/>
                  </a:lnTo>
                  <a:lnTo>
                    <a:pt x="72898" y="211582"/>
                  </a:lnTo>
                  <a:lnTo>
                    <a:pt x="44145" y="221411"/>
                  </a:lnTo>
                  <a:lnTo>
                    <a:pt x="21018" y="240182"/>
                  </a:lnTo>
                  <a:lnTo>
                    <a:pt x="5600" y="265823"/>
                  </a:lnTo>
                  <a:lnTo>
                    <a:pt x="0" y="296291"/>
                  </a:lnTo>
                  <a:lnTo>
                    <a:pt x="0" y="362966"/>
                  </a:lnTo>
                  <a:lnTo>
                    <a:pt x="1485" y="370395"/>
                  </a:lnTo>
                  <a:lnTo>
                    <a:pt x="5562" y="376453"/>
                  </a:lnTo>
                  <a:lnTo>
                    <a:pt x="11620" y="380530"/>
                  </a:lnTo>
                  <a:lnTo>
                    <a:pt x="19050" y="382016"/>
                  </a:lnTo>
                  <a:lnTo>
                    <a:pt x="28575" y="382016"/>
                  </a:lnTo>
                  <a:lnTo>
                    <a:pt x="28575" y="277241"/>
                  </a:lnTo>
                  <a:lnTo>
                    <a:pt x="47625" y="277241"/>
                  </a:lnTo>
                  <a:lnTo>
                    <a:pt x="47625" y="534416"/>
                  </a:lnTo>
                  <a:lnTo>
                    <a:pt x="49110" y="541845"/>
                  </a:lnTo>
                  <a:lnTo>
                    <a:pt x="53187" y="547903"/>
                  </a:lnTo>
                  <a:lnTo>
                    <a:pt x="59245" y="551980"/>
                  </a:lnTo>
                  <a:lnTo>
                    <a:pt x="66675" y="553466"/>
                  </a:lnTo>
                  <a:lnTo>
                    <a:pt x="74091" y="551980"/>
                  </a:lnTo>
                  <a:lnTo>
                    <a:pt x="80149" y="547903"/>
                  </a:lnTo>
                  <a:lnTo>
                    <a:pt x="84226" y="541845"/>
                  </a:lnTo>
                  <a:lnTo>
                    <a:pt x="85725" y="534416"/>
                  </a:lnTo>
                  <a:lnTo>
                    <a:pt x="85725" y="362966"/>
                  </a:lnTo>
                  <a:lnTo>
                    <a:pt x="104775" y="362966"/>
                  </a:lnTo>
                  <a:lnTo>
                    <a:pt x="104775" y="534416"/>
                  </a:lnTo>
                  <a:lnTo>
                    <a:pt x="106260" y="541845"/>
                  </a:lnTo>
                  <a:lnTo>
                    <a:pt x="110337" y="547903"/>
                  </a:lnTo>
                  <a:lnTo>
                    <a:pt x="116395" y="551980"/>
                  </a:lnTo>
                  <a:lnTo>
                    <a:pt x="123825" y="553466"/>
                  </a:lnTo>
                  <a:lnTo>
                    <a:pt x="131241" y="551980"/>
                  </a:lnTo>
                  <a:lnTo>
                    <a:pt x="137299" y="547903"/>
                  </a:lnTo>
                  <a:lnTo>
                    <a:pt x="141376" y="541845"/>
                  </a:lnTo>
                  <a:lnTo>
                    <a:pt x="142875" y="534416"/>
                  </a:lnTo>
                  <a:lnTo>
                    <a:pt x="142875" y="298831"/>
                  </a:lnTo>
                  <a:lnTo>
                    <a:pt x="144957" y="282232"/>
                  </a:lnTo>
                  <a:lnTo>
                    <a:pt x="150964" y="266928"/>
                  </a:lnTo>
                  <a:lnTo>
                    <a:pt x="160553" y="253580"/>
                  </a:lnTo>
                  <a:lnTo>
                    <a:pt x="173355" y="242824"/>
                  </a:lnTo>
                  <a:lnTo>
                    <a:pt x="302641" y="159131"/>
                  </a:lnTo>
                  <a:lnTo>
                    <a:pt x="304800" y="155194"/>
                  </a:lnTo>
                  <a:lnTo>
                    <a:pt x="304800" y="140081"/>
                  </a:lnTo>
                  <a:close/>
                </a:path>
                <a:path w="553720" h="553719">
                  <a:moveTo>
                    <a:pt x="362712" y="419354"/>
                  </a:moveTo>
                  <a:lnTo>
                    <a:pt x="342900" y="419354"/>
                  </a:lnTo>
                  <a:lnTo>
                    <a:pt x="342900" y="477266"/>
                  </a:lnTo>
                  <a:lnTo>
                    <a:pt x="362712" y="477266"/>
                  </a:lnTo>
                  <a:lnTo>
                    <a:pt x="362712" y="419354"/>
                  </a:lnTo>
                  <a:close/>
                </a:path>
                <a:path w="553720" h="553719">
                  <a:moveTo>
                    <a:pt x="371856" y="195199"/>
                  </a:moveTo>
                  <a:lnTo>
                    <a:pt x="367411" y="190754"/>
                  </a:lnTo>
                  <a:lnTo>
                    <a:pt x="356489" y="190754"/>
                  </a:lnTo>
                  <a:lnTo>
                    <a:pt x="352044" y="195199"/>
                  </a:lnTo>
                  <a:lnTo>
                    <a:pt x="352044" y="206121"/>
                  </a:lnTo>
                  <a:lnTo>
                    <a:pt x="356489" y="210566"/>
                  </a:lnTo>
                  <a:lnTo>
                    <a:pt x="367411" y="210566"/>
                  </a:lnTo>
                  <a:lnTo>
                    <a:pt x="371856" y="206121"/>
                  </a:lnTo>
                  <a:lnTo>
                    <a:pt x="371856" y="195199"/>
                  </a:lnTo>
                  <a:close/>
                </a:path>
                <a:path w="553720" h="553719">
                  <a:moveTo>
                    <a:pt x="477012" y="329184"/>
                  </a:moveTo>
                  <a:lnTo>
                    <a:pt x="472694" y="324866"/>
                  </a:lnTo>
                  <a:lnTo>
                    <a:pt x="457962" y="324866"/>
                  </a:lnTo>
                  <a:lnTo>
                    <a:pt x="457962" y="343916"/>
                  </a:lnTo>
                  <a:lnTo>
                    <a:pt x="457962" y="496316"/>
                  </a:lnTo>
                  <a:lnTo>
                    <a:pt x="247650" y="496316"/>
                  </a:lnTo>
                  <a:lnTo>
                    <a:pt x="247650" y="382016"/>
                  </a:lnTo>
                  <a:lnTo>
                    <a:pt x="305054" y="382016"/>
                  </a:lnTo>
                  <a:lnTo>
                    <a:pt x="305054" y="477266"/>
                  </a:lnTo>
                  <a:lnTo>
                    <a:pt x="324104" y="477266"/>
                  </a:lnTo>
                  <a:lnTo>
                    <a:pt x="324104" y="401066"/>
                  </a:lnTo>
                  <a:lnTo>
                    <a:pt x="381508" y="401066"/>
                  </a:lnTo>
                  <a:lnTo>
                    <a:pt x="381508" y="477266"/>
                  </a:lnTo>
                  <a:lnTo>
                    <a:pt x="400558" y="477266"/>
                  </a:lnTo>
                  <a:lnTo>
                    <a:pt x="400558" y="401066"/>
                  </a:lnTo>
                  <a:lnTo>
                    <a:pt x="400558" y="382016"/>
                  </a:lnTo>
                  <a:lnTo>
                    <a:pt x="400558" y="343916"/>
                  </a:lnTo>
                  <a:lnTo>
                    <a:pt x="457962" y="343916"/>
                  </a:lnTo>
                  <a:lnTo>
                    <a:pt x="457962" y="324866"/>
                  </a:lnTo>
                  <a:lnTo>
                    <a:pt x="232918" y="324866"/>
                  </a:lnTo>
                  <a:lnTo>
                    <a:pt x="228600" y="329184"/>
                  </a:lnTo>
                  <a:lnTo>
                    <a:pt x="228600" y="511048"/>
                  </a:lnTo>
                  <a:lnTo>
                    <a:pt x="232918" y="515366"/>
                  </a:lnTo>
                  <a:lnTo>
                    <a:pt x="472694" y="515366"/>
                  </a:lnTo>
                  <a:lnTo>
                    <a:pt x="477012" y="511048"/>
                  </a:lnTo>
                  <a:lnTo>
                    <a:pt x="477012" y="496316"/>
                  </a:lnTo>
                  <a:lnTo>
                    <a:pt x="477012" y="343916"/>
                  </a:lnTo>
                  <a:lnTo>
                    <a:pt x="477012" y="329184"/>
                  </a:lnTo>
                  <a:close/>
                </a:path>
                <a:path w="553720" h="553719">
                  <a:moveTo>
                    <a:pt x="553212" y="76454"/>
                  </a:moveTo>
                  <a:lnTo>
                    <a:pt x="114300" y="76454"/>
                  </a:lnTo>
                  <a:lnTo>
                    <a:pt x="114300" y="79248"/>
                  </a:lnTo>
                  <a:lnTo>
                    <a:pt x="133375" y="88480"/>
                  </a:lnTo>
                  <a:lnTo>
                    <a:pt x="148501" y="102997"/>
                  </a:lnTo>
                  <a:lnTo>
                    <a:pt x="158457" y="121615"/>
                  </a:lnTo>
                  <a:lnTo>
                    <a:pt x="162052" y="143129"/>
                  </a:lnTo>
                  <a:lnTo>
                    <a:pt x="160642" y="156756"/>
                  </a:lnTo>
                  <a:lnTo>
                    <a:pt x="156616" y="169418"/>
                  </a:lnTo>
                  <a:lnTo>
                    <a:pt x="150253" y="180848"/>
                  </a:lnTo>
                  <a:lnTo>
                    <a:pt x="141859" y="190754"/>
                  </a:lnTo>
                  <a:lnTo>
                    <a:pt x="145796" y="190754"/>
                  </a:lnTo>
                  <a:lnTo>
                    <a:pt x="280670" y="116205"/>
                  </a:lnTo>
                  <a:lnTo>
                    <a:pt x="286512" y="114554"/>
                  </a:lnTo>
                  <a:lnTo>
                    <a:pt x="292354" y="114554"/>
                  </a:lnTo>
                  <a:lnTo>
                    <a:pt x="302844" y="116357"/>
                  </a:lnTo>
                  <a:lnTo>
                    <a:pt x="311861" y="121335"/>
                  </a:lnTo>
                  <a:lnTo>
                    <a:pt x="318795" y="128866"/>
                  </a:lnTo>
                  <a:lnTo>
                    <a:pt x="323088" y="138303"/>
                  </a:lnTo>
                  <a:lnTo>
                    <a:pt x="352552" y="173609"/>
                  </a:lnTo>
                  <a:lnTo>
                    <a:pt x="355600" y="172466"/>
                  </a:lnTo>
                  <a:lnTo>
                    <a:pt x="358902" y="171704"/>
                  </a:lnTo>
                  <a:lnTo>
                    <a:pt x="362331" y="171704"/>
                  </a:lnTo>
                  <a:lnTo>
                    <a:pt x="373507" y="173964"/>
                  </a:lnTo>
                  <a:lnTo>
                    <a:pt x="382625" y="180086"/>
                  </a:lnTo>
                  <a:lnTo>
                    <a:pt x="388772" y="189179"/>
                  </a:lnTo>
                  <a:lnTo>
                    <a:pt x="391033" y="200279"/>
                  </a:lnTo>
                  <a:lnTo>
                    <a:pt x="391033" y="202184"/>
                  </a:lnTo>
                  <a:lnTo>
                    <a:pt x="390779" y="204089"/>
                  </a:lnTo>
                  <a:lnTo>
                    <a:pt x="390398" y="205994"/>
                  </a:lnTo>
                  <a:lnTo>
                    <a:pt x="439674" y="235458"/>
                  </a:lnTo>
                  <a:lnTo>
                    <a:pt x="444627" y="231394"/>
                  </a:lnTo>
                  <a:lnTo>
                    <a:pt x="450850" y="228854"/>
                  </a:lnTo>
                  <a:lnTo>
                    <a:pt x="457835" y="228854"/>
                  </a:lnTo>
                  <a:lnTo>
                    <a:pt x="478345" y="171704"/>
                  </a:lnTo>
                  <a:lnTo>
                    <a:pt x="487553" y="146050"/>
                  </a:lnTo>
                  <a:lnTo>
                    <a:pt x="481076" y="140843"/>
                  </a:lnTo>
                  <a:lnTo>
                    <a:pt x="476885" y="132969"/>
                  </a:lnTo>
                  <a:lnTo>
                    <a:pt x="476885" y="124079"/>
                  </a:lnTo>
                  <a:lnTo>
                    <a:pt x="478802" y="114554"/>
                  </a:lnTo>
                  <a:lnTo>
                    <a:pt x="479132" y="112979"/>
                  </a:lnTo>
                  <a:lnTo>
                    <a:pt x="485267" y="103886"/>
                  </a:lnTo>
                  <a:lnTo>
                    <a:pt x="494347" y="97764"/>
                  </a:lnTo>
                  <a:lnTo>
                    <a:pt x="505460" y="95504"/>
                  </a:lnTo>
                  <a:lnTo>
                    <a:pt x="516636" y="97764"/>
                  </a:lnTo>
                  <a:lnTo>
                    <a:pt x="525754" y="103886"/>
                  </a:lnTo>
                  <a:lnTo>
                    <a:pt x="531901" y="112979"/>
                  </a:lnTo>
                  <a:lnTo>
                    <a:pt x="534162" y="124079"/>
                  </a:lnTo>
                  <a:lnTo>
                    <a:pt x="534162" y="228854"/>
                  </a:lnTo>
                  <a:lnTo>
                    <a:pt x="534162" y="247904"/>
                  </a:lnTo>
                  <a:lnTo>
                    <a:pt x="534162" y="266954"/>
                  </a:lnTo>
                  <a:lnTo>
                    <a:pt x="534162" y="286004"/>
                  </a:lnTo>
                  <a:lnTo>
                    <a:pt x="534162" y="305054"/>
                  </a:lnTo>
                  <a:lnTo>
                    <a:pt x="534162" y="324104"/>
                  </a:lnTo>
                  <a:lnTo>
                    <a:pt x="514985" y="324104"/>
                  </a:lnTo>
                  <a:lnTo>
                    <a:pt x="514985" y="305054"/>
                  </a:lnTo>
                  <a:lnTo>
                    <a:pt x="534162" y="305054"/>
                  </a:lnTo>
                  <a:lnTo>
                    <a:pt x="534162" y="286004"/>
                  </a:lnTo>
                  <a:lnTo>
                    <a:pt x="514985" y="286004"/>
                  </a:lnTo>
                  <a:lnTo>
                    <a:pt x="514985" y="266954"/>
                  </a:lnTo>
                  <a:lnTo>
                    <a:pt x="534162" y="266954"/>
                  </a:lnTo>
                  <a:lnTo>
                    <a:pt x="534162" y="247904"/>
                  </a:lnTo>
                  <a:lnTo>
                    <a:pt x="514985" y="247904"/>
                  </a:lnTo>
                  <a:lnTo>
                    <a:pt x="514985" y="228854"/>
                  </a:lnTo>
                  <a:lnTo>
                    <a:pt x="534162" y="228854"/>
                  </a:lnTo>
                  <a:lnTo>
                    <a:pt x="534162" y="124079"/>
                  </a:lnTo>
                  <a:lnTo>
                    <a:pt x="531901" y="135191"/>
                  </a:lnTo>
                  <a:lnTo>
                    <a:pt x="525754" y="144272"/>
                  </a:lnTo>
                  <a:lnTo>
                    <a:pt x="516636" y="150406"/>
                  </a:lnTo>
                  <a:lnTo>
                    <a:pt x="505460" y="152654"/>
                  </a:lnTo>
                  <a:lnTo>
                    <a:pt x="475869" y="235458"/>
                  </a:lnTo>
                  <a:lnTo>
                    <a:pt x="482219" y="240665"/>
                  </a:lnTo>
                  <a:lnTo>
                    <a:pt x="486410" y="248539"/>
                  </a:lnTo>
                  <a:lnTo>
                    <a:pt x="486410" y="257429"/>
                  </a:lnTo>
                  <a:lnTo>
                    <a:pt x="484149" y="268541"/>
                  </a:lnTo>
                  <a:lnTo>
                    <a:pt x="478028" y="277622"/>
                  </a:lnTo>
                  <a:lnTo>
                    <a:pt x="468934" y="283756"/>
                  </a:lnTo>
                  <a:lnTo>
                    <a:pt x="457835" y="286004"/>
                  </a:lnTo>
                  <a:lnTo>
                    <a:pt x="446646" y="283756"/>
                  </a:lnTo>
                  <a:lnTo>
                    <a:pt x="437527" y="277622"/>
                  </a:lnTo>
                  <a:lnTo>
                    <a:pt x="431380" y="268541"/>
                  </a:lnTo>
                  <a:lnTo>
                    <a:pt x="429133" y="257429"/>
                  </a:lnTo>
                  <a:lnTo>
                    <a:pt x="429133" y="255524"/>
                  </a:lnTo>
                  <a:lnTo>
                    <a:pt x="429387" y="253619"/>
                  </a:lnTo>
                  <a:lnTo>
                    <a:pt x="429768" y="251714"/>
                  </a:lnTo>
                  <a:lnTo>
                    <a:pt x="391528" y="228854"/>
                  </a:lnTo>
                  <a:lnTo>
                    <a:pt x="380492" y="222250"/>
                  </a:lnTo>
                  <a:lnTo>
                    <a:pt x="375539" y="226314"/>
                  </a:lnTo>
                  <a:lnTo>
                    <a:pt x="369316" y="228854"/>
                  </a:lnTo>
                  <a:lnTo>
                    <a:pt x="362331" y="228854"/>
                  </a:lnTo>
                  <a:lnTo>
                    <a:pt x="351218" y="226606"/>
                  </a:lnTo>
                  <a:lnTo>
                    <a:pt x="342138" y="220472"/>
                  </a:lnTo>
                  <a:lnTo>
                    <a:pt x="336003" y="211391"/>
                  </a:lnTo>
                  <a:lnTo>
                    <a:pt x="333756" y="200279"/>
                  </a:lnTo>
                  <a:lnTo>
                    <a:pt x="333756" y="194945"/>
                  </a:lnTo>
                  <a:lnTo>
                    <a:pt x="335280" y="189992"/>
                  </a:lnTo>
                  <a:lnTo>
                    <a:pt x="337820" y="185801"/>
                  </a:lnTo>
                  <a:lnTo>
                    <a:pt x="320421" y="164973"/>
                  </a:lnTo>
                  <a:lnTo>
                    <a:pt x="318008" y="169672"/>
                  </a:lnTo>
                  <a:lnTo>
                    <a:pt x="314325" y="173736"/>
                  </a:lnTo>
                  <a:lnTo>
                    <a:pt x="183769" y="258064"/>
                  </a:lnTo>
                  <a:lnTo>
                    <a:pt x="174637" y="265734"/>
                  </a:lnTo>
                  <a:lnTo>
                    <a:pt x="167805" y="275259"/>
                  </a:lnTo>
                  <a:lnTo>
                    <a:pt x="163525" y="286194"/>
                  </a:lnTo>
                  <a:lnTo>
                    <a:pt x="162052" y="298069"/>
                  </a:lnTo>
                  <a:lnTo>
                    <a:pt x="162052" y="343154"/>
                  </a:lnTo>
                  <a:lnTo>
                    <a:pt x="209677" y="343154"/>
                  </a:lnTo>
                  <a:lnTo>
                    <a:pt x="209677" y="333629"/>
                  </a:lnTo>
                  <a:lnTo>
                    <a:pt x="211924" y="322529"/>
                  </a:lnTo>
                  <a:lnTo>
                    <a:pt x="218071" y="313436"/>
                  </a:lnTo>
                  <a:lnTo>
                    <a:pt x="227190" y="307314"/>
                  </a:lnTo>
                  <a:lnTo>
                    <a:pt x="238379" y="305054"/>
                  </a:lnTo>
                  <a:lnTo>
                    <a:pt x="467360" y="305054"/>
                  </a:lnTo>
                  <a:lnTo>
                    <a:pt x="478459" y="307314"/>
                  </a:lnTo>
                  <a:lnTo>
                    <a:pt x="487553" y="313436"/>
                  </a:lnTo>
                  <a:lnTo>
                    <a:pt x="493674" y="322529"/>
                  </a:lnTo>
                  <a:lnTo>
                    <a:pt x="495935" y="333629"/>
                  </a:lnTo>
                  <a:lnTo>
                    <a:pt x="495935" y="343154"/>
                  </a:lnTo>
                  <a:lnTo>
                    <a:pt x="553212" y="343154"/>
                  </a:lnTo>
                  <a:lnTo>
                    <a:pt x="553212" y="95504"/>
                  </a:lnTo>
                  <a:lnTo>
                    <a:pt x="553212" y="76454"/>
                  </a:lnTo>
                  <a:close/>
                </a:path>
                <a:path w="553720" h="553719">
                  <a:moveTo>
                    <a:pt x="553212" y="19558"/>
                  </a:moveTo>
                  <a:lnTo>
                    <a:pt x="228854" y="19558"/>
                  </a:lnTo>
                  <a:lnTo>
                    <a:pt x="228854" y="38862"/>
                  </a:lnTo>
                  <a:lnTo>
                    <a:pt x="553212" y="38862"/>
                  </a:lnTo>
                  <a:lnTo>
                    <a:pt x="553212" y="19558"/>
                  </a:lnTo>
                  <a:close/>
                </a:path>
                <a:path w="553720" h="553719">
                  <a:moveTo>
                    <a:pt x="553212" y="0"/>
                  </a:moveTo>
                  <a:lnTo>
                    <a:pt x="114300" y="0"/>
                  </a:lnTo>
                  <a:lnTo>
                    <a:pt x="114300" y="19050"/>
                  </a:lnTo>
                  <a:lnTo>
                    <a:pt x="114300" y="39370"/>
                  </a:lnTo>
                  <a:lnTo>
                    <a:pt x="114300" y="58420"/>
                  </a:lnTo>
                  <a:lnTo>
                    <a:pt x="553212" y="58420"/>
                  </a:lnTo>
                  <a:lnTo>
                    <a:pt x="553212" y="39370"/>
                  </a:lnTo>
                  <a:lnTo>
                    <a:pt x="133350" y="39370"/>
                  </a:lnTo>
                  <a:lnTo>
                    <a:pt x="133350" y="19050"/>
                  </a:lnTo>
                  <a:lnTo>
                    <a:pt x="553212" y="19050"/>
                  </a:lnTo>
                  <a:lnTo>
                    <a:pt x="553212" y="0"/>
                  </a:lnTo>
                  <a:close/>
                </a:path>
              </a:pathLst>
            </a:custGeom>
            <a:solidFill>
              <a:srgbClr val="FFFFFF"/>
            </a:solidFill>
          </p:spPr>
          <p:txBody>
            <a:bodyPr wrap="square" lIns="0" tIns="0" rIns="0" bIns="0" rtlCol="0"/>
            <a:lstStyle/>
            <a:p>
              <a:endParaRPr/>
            </a:p>
          </p:txBody>
        </p:sp>
        <p:sp>
          <p:nvSpPr>
            <p:cNvPr id="89" name="object 89"/>
            <p:cNvSpPr/>
            <p:nvPr/>
          </p:nvSpPr>
          <p:spPr>
            <a:xfrm>
              <a:off x="5841492" y="2132076"/>
              <a:ext cx="96012" cy="94487"/>
            </a:xfrm>
            <a:prstGeom prst="rect">
              <a:avLst/>
            </a:prstGeom>
            <a:blipFill>
              <a:blip r:embed="rId4" cstate="print"/>
              <a:stretch>
                <a:fillRect/>
              </a:stretch>
            </a:blipFill>
          </p:spPr>
          <p:txBody>
            <a:bodyPr wrap="square" lIns="0" tIns="0" rIns="0" bIns="0" rtlCol="0"/>
            <a:lstStyle/>
            <a:p>
              <a:endParaRPr/>
            </a:p>
          </p:txBody>
        </p:sp>
        <p:sp>
          <p:nvSpPr>
            <p:cNvPr id="90" name="object 90"/>
            <p:cNvSpPr/>
            <p:nvPr/>
          </p:nvSpPr>
          <p:spPr>
            <a:xfrm>
              <a:off x="6213348" y="2150363"/>
              <a:ext cx="96520" cy="363220"/>
            </a:xfrm>
            <a:custGeom>
              <a:avLst/>
              <a:gdLst/>
              <a:ahLst/>
              <a:cxnLst/>
              <a:rect l="l" t="t" r="r" b="b"/>
              <a:pathLst>
                <a:path w="96520" h="363219">
                  <a:moveTo>
                    <a:pt x="19812" y="248412"/>
                  </a:moveTo>
                  <a:lnTo>
                    <a:pt x="0" y="248412"/>
                  </a:lnTo>
                  <a:lnTo>
                    <a:pt x="0" y="362712"/>
                  </a:lnTo>
                  <a:lnTo>
                    <a:pt x="19812" y="362712"/>
                  </a:lnTo>
                  <a:lnTo>
                    <a:pt x="19812" y="248412"/>
                  </a:lnTo>
                  <a:close/>
                </a:path>
                <a:path w="96520" h="363219">
                  <a:moveTo>
                    <a:pt x="47244" y="138176"/>
                  </a:moveTo>
                  <a:lnTo>
                    <a:pt x="43180" y="134112"/>
                  </a:lnTo>
                  <a:lnTo>
                    <a:pt x="33020" y="134112"/>
                  </a:lnTo>
                  <a:lnTo>
                    <a:pt x="28956" y="138176"/>
                  </a:lnTo>
                  <a:lnTo>
                    <a:pt x="28956" y="148336"/>
                  </a:lnTo>
                  <a:lnTo>
                    <a:pt x="33020" y="152400"/>
                  </a:lnTo>
                  <a:lnTo>
                    <a:pt x="43180" y="152400"/>
                  </a:lnTo>
                  <a:lnTo>
                    <a:pt x="47244" y="148336"/>
                  </a:lnTo>
                  <a:lnTo>
                    <a:pt x="47244" y="138176"/>
                  </a:lnTo>
                  <a:close/>
                </a:path>
                <a:path w="96520" h="363219">
                  <a:moveTo>
                    <a:pt x="96012" y="4445"/>
                  </a:moveTo>
                  <a:lnTo>
                    <a:pt x="91567" y="0"/>
                  </a:lnTo>
                  <a:lnTo>
                    <a:pt x="80645" y="0"/>
                  </a:lnTo>
                  <a:lnTo>
                    <a:pt x="76200" y="4445"/>
                  </a:lnTo>
                  <a:lnTo>
                    <a:pt x="76200" y="15367"/>
                  </a:lnTo>
                  <a:lnTo>
                    <a:pt x="80645" y="19812"/>
                  </a:lnTo>
                  <a:lnTo>
                    <a:pt x="91567" y="19812"/>
                  </a:lnTo>
                  <a:lnTo>
                    <a:pt x="96012" y="15367"/>
                  </a:lnTo>
                  <a:lnTo>
                    <a:pt x="96012" y="4445"/>
                  </a:lnTo>
                  <a:close/>
                </a:path>
              </a:pathLst>
            </a:custGeom>
            <a:solidFill>
              <a:srgbClr val="FFFFFF"/>
            </a:solidFill>
          </p:spPr>
          <p:txBody>
            <a:bodyPr wrap="square" lIns="0" tIns="0" rIns="0" bIns="0" rtlCol="0"/>
            <a:lstStyle/>
            <a:p>
              <a:endParaRPr/>
            </a:p>
          </p:txBody>
        </p:sp>
      </p:grpSp>
      <p:sp>
        <p:nvSpPr>
          <p:cNvPr id="91" name="object 91"/>
          <p:cNvSpPr txBox="1"/>
          <p:nvPr/>
        </p:nvSpPr>
        <p:spPr>
          <a:xfrm>
            <a:off x="7244842" y="1818513"/>
            <a:ext cx="1791970" cy="330835"/>
          </a:xfrm>
          <a:prstGeom prst="rect">
            <a:avLst/>
          </a:prstGeom>
        </p:spPr>
        <p:txBody>
          <a:bodyPr vert="horz" wrap="square" lIns="0" tIns="13335" rIns="0" bIns="0" rtlCol="0">
            <a:spAutoFit/>
          </a:bodyPr>
          <a:lstStyle/>
          <a:p>
            <a:pPr marL="12700">
              <a:lnSpc>
                <a:spcPct val="100000"/>
              </a:lnSpc>
              <a:spcBef>
                <a:spcPts val="105"/>
              </a:spcBef>
            </a:pPr>
            <a:r>
              <a:rPr sz="2000" b="1" dirty="0">
                <a:solidFill>
                  <a:srgbClr val="00D9CE"/>
                </a:solidFill>
                <a:latin typeface="Arial"/>
                <a:cs typeface="Arial"/>
              </a:rPr>
              <a:t>Interpre</a:t>
            </a:r>
            <a:r>
              <a:rPr sz="2000" b="1" spc="5" dirty="0">
                <a:solidFill>
                  <a:srgbClr val="00D9CE"/>
                </a:solidFill>
                <a:latin typeface="Arial"/>
                <a:cs typeface="Arial"/>
              </a:rPr>
              <a:t>t</a:t>
            </a:r>
            <a:r>
              <a:rPr sz="2000" b="1" dirty="0">
                <a:solidFill>
                  <a:srgbClr val="00D9CE"/>
                </a:solidFill>
                <a:latin typeface="Arial"/>
                <a:cs typeface="Arial"/>
              </a:rPr>
              <a:t>abi</a:t>
            </a:r>
            <a:r>
              <a:rPr sz="2000" b="1" spc="-20" dirty="0">
                <a:solidFill>
                  <a:srgbClr val="00D9CE"/>
                </a:solidFill>
                <a:latin typeface="Arial"/>
                <a:cs typeface="Arial"/>
              </a:rPr>
              <a:t>l</a:t>
            </a:r>
            <a:r>
              <a:rPr sz="2000" b="1" dirty="0">
                <a:solidFill>
                  <a:srgbClr val="00D9CE"/>
                </a:solidFill>
                <a:latin typeface="Arial"/>
                <a:cs typeface="Arial"/>
              </a:rPr>
              <a:t>ity</a:t>
            </a:r>
            <a:endParaRPr sz="2000">
              <a:latin typeface="Arial"/>
              <a:cs typeface="Arial"/>
            </a:endParaRPr>
          </a:p>
        </p:txBody>
      </p:sp>
      <p:sp>
        <p:nvSpPr>
          <p:cNvPr id="92" name="object 92"/>
          <p:cNvSpPr txBox="1"/>
          <p:nvPr/>
        </p:nvSpPr>
        <p:spPr>
          <a:xfrm>
            <a:off x="8696070" y="4679696"/>
            <a:ext cx="2593340" cy="330835"/>
          </a:xfrm>
          <a:prstGeom prst="rect">
            <a:avLst/>
          </a:prstGeom>
        </p:spPr>
        <p:txBody>
          <a:bodyPr vert="horz" wrap="square" lIns="0" tIns="12700" rIns="0" bIns="0" rtlCol="0">
            <a:spAutoFit/>
          </a:bodyPr>
          <a:lstStyle/>
          <a:p>
            <a:pPr marL="12700">
              <a:lnSpc>
                <a:spcPct val="100000"/>
              </a:lnSpc>
              <a:spcBef>
                <a:spcPts val="100"/>
              </a:spcBef>
            </a:pPr>
            <a:r>
              <a:rPr sz="2000" b="1" dirty="0">
                <a:solidFill>
                  <a:srgbClr val="4264DE"/>
                </a:solidFill>
                <a:latin typeface="Arial"/>
                <a:cs typeface="Arial"/>
              </a:rPr>
              <a:t>Statistical</a:t>
            </a:r>
            <a:r>
              <a:rPr sz="2000" b="1" spc="-110" dirty="0">
                <a:solidFill>
                  <a:srgbClr val="4264DE"/>
                </a:solidFill>
                <a:latin typeface="Arial"/>
                <a:cs typeface="Arial"/>
              </a:rPr>
              <a:t> </a:t>
            </a:r>
            <a:r>
              <a:rPr sz="2000" b="1" dirty="0">
                <a:solidFill>
                  <a:srgbClr val="4264DE"/>
                </a:solidFill>
                <a:latin typeface="Arial"/>
                <a:cs typeface="Arial"/>
              </a:rPr>
              <a:t>Reasoning</a:t>
            </a:r>
            <a:endParaRPr sz="2000">
              <a:latin typeface="Arial"/>
              <a:cs typeface="Arial"/>
            </a:endParaRPr>
          </a:p>
        </p:txBody>
      </p:sp>
      <p:sp>
        <p:nvSpPr>
          <p:cNvPr id="93" name="object 93"/>
          <p:cNvSpPr txBox="1"/>
          <p:nvPr/>
        </p:nvSpPr>
        <p:spPr>
          <a:xfrm>
            <a:off x="1483613" y="4679696"/>
            <a:ext cx="1917700" cy="330835"/>
          </a:xfrm>
          <a:prstGeom prst="rect">
            <a:avLst/>
          </a:prstGeom>
        </p:spPr>
        <p:txBody>
          <a:bodyPr vert="horz" wrap="square" lIns="0" tIns="12700" rIns="0" bIns="0" rtlCol="0">
            <a:spAutoFit/>
          </a:bodyPr>
          <a:lstStyle/>
          <a:p>
            <a:pPr marL="12700">
              <a:lnSpc>
                <a:spcPct val="100000"/>
              </a:lnSpc>
              <a:spcBef>
                <a:spcPts val="100"/>
              </a:spcBef>
            </a:pPr>
            <a:r>
              <a:rPr sz="2000" b="1" dirty="0">
                <a:solidFill>
                  <a:srgbClr val="FF8E01"/>
                </a:solidFill>
                <a:latin typeface="Arial"/>
                <a:cs typeface="Arial"/>
              </a:rPr>
              <a:t>Amount of</a:t>
            </a:r>
            <a:r>
              <a:rPr sz="2000" b="1" spc="-100" dirty="0">
                <a:solidFill>
                  <a:srgbClr val="FF8E01"/>
                </a:solidFill>
                <a:latin typeface="Arial"/>
                <a:cs typeface="Arial"/>
              </a:rPr>
              <a:t> </a:t>
            </a:r>
            <a:r>
              <a:rPr sz="2000" b="1" dirty="0">
                <a:solidFill>
                  <a:srgbClr val="FF8E01"/>
                </a:solidFill>
                <a:latin typeface="Arial"/>
                <a:cs typeface="Arial"/>
              </a:rPr>
              <a:t>Data</a:t>
            </a:r>
            <a:endParaRPr sz="2000">
              <a:latin typeface="Arial"/>
              <a:cs typeface="Arial"/>
            </a:endParaRPr>
          </a:p>
        </p:txBody>
      </p:sp>
      <p:sp>
        <p:nvSpPr>
          <p:cNvPr id="95" name="object 95"/>
          <p:cNvSpPr txBox="1">
            <a:spLocks noGrp="1"/>
          </p:cNvSpPr>
          <p:nvPr>
            <p:ph type="sldNum" sz="quarter" idx="7"/>
          </p:nvPr>
        </p:nvSpPr>
        <p:spPr>
          <a:prstGeom prst="rect">
            <a:avLst/>
          </a:prstGeom>
        </p:spPr>
        <p:txBody>
          <a:bodyPr vert="horz" wrap="square" lIns="0" tIns="3175" rIns="0" bIns="0" rtlCol="0">
            <a:spAutoFit/>
          </a:bodyPr>
          <a:lstStyle/>
          <a:p>
            <a:pPr marL="38100">
              <a:lnSpc>
                <a:spcPct val="100000"/>
              </a:lnSpc>
              <a:spcBef>
                <a:spcPts val="25"/>
              </a:spcBef>
            </a:pPr>
            <a:fld id="{81D60167-4931-47E6-BA6A-407CBD079E47}" type="slidenum">
              <a:rPr dirty="0"/>
              <a:pPr marL="38100">
                <a:lnSpc>
                  <a:spcPct val="100000"/>
                </a:lnSpc>
                <a:spcBef>
                  <a:spcPts val="25"/>
                </a:spcBef>
              </a:pPr>
              <a:t>34</a:t>
            </a:fld>
            <a:endParaRPr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3975100"/>
          </a:xfrm>
          <a:custGeom>
            <a:avLst/>
            <a:gdLst/>
            <a:ahLst/>
            <a:cxnLst/>
            <a:rect l="l" t="t" r="r" b="b"/>
            <a:pathLst>
              <a:path w="12192000" h="3975100">
                <a:moveTo>
                  <a:pt x="0" y="3974592"/>
                </a:moveTo>
                <a:lnTo>
                  <a:pt x="12192000" y="3974592"/>
                </a:lnTo>
                <a:lnTo>
                  <a:pt x="12192000" y="0"/>
                </a:lnTo>
                <a:lnTo>
                  <a:pt x="0" y="0"/>
                </a:lnTo>
                <a:lnTo>
                  <a:pt x="0" y="3974592"/>
                </a:lnTo>
                <a:close/>
              </a:path>
            </a:pathLst>
          </a:custGeom>
          <a:solidFill>
            <a:srgbClr val="152B77"/>
          </a:solidFill>
        </p:spPr>
        <p:txBody>
          <a:bodyPr wrap="square" lIns="0" tIns="0" rIns="0" bIns="0" rtlCol="0"/>
          <a:lstStyle/>
          <a:p>
            <a:endParaRPr/>
          </a:p>
        </p:txBody>
      </p:sp>
      <p:sp>
        <p:nvSpPr>
          <p:cNvPr id="3" name="object 3"/>
          <p:cNvSpPr/>
          <p:nvPr/>
        </p:nvSpPr>
        <p:spPr>
          <a:xfrm>
            <a:off x="0" y="6199632"/>
            <a:ext cx="12192000" cy="658495"/>
          </a:xfrm>
          <a:custGeom>
            <a:avLst/>
            <a:gdLst/>
            <a:ahLst/>
            <a:cxnLst/>
            <a:rect l="l" t="t" r="r" b="b"/>
            <a:pathLst>
              <a:path w="12192000" h="658495">
                <a:moveTo>
                  <a:pt x="0" y="658367"/>
                </a:moveTo>
                <a:lnTo>
                  <a:pt x="12192000" y="658367"/>
                </a:lnTo>
                <a:lnTo>
                  <a:pt x="12192000" y="0"/>
                </a:lnTo>
                <a:lnTo>
                  <a:pt x="0" y="0"/>
                </a:lnTo>
                <a:lnTo>
                  <a:pt x="0" y="658367"/>
                </a:lnTo>
                <a:close/>
              </a:path>
            </a:pathLst>
          </a:custGeom>
          <a:solidFill>
            <a:srgbClr val="152B77"/>
          </a:solidFill>
        </p:spPr>
        <p:txBody>
          <a:bodyPr wrap="square" lIns="0" tIns="0" rIns="0" bIns="0" rtlCol="0"/>
          <a:lstStyle/>
          <a:p>
            <a:endParaRPr/>
          </a:p>
        </p:txBody>
      </p:sp>
      <p:sp>
        <p:nvSpPr>
          <p:cNvPr id="4" name="object 4"/>
          <p:cNvSpPr/>
          <p:nvPr/>
        </p:nvSpPr>
        <p:spPr>
          <a:xfrm>
            <a:off x="0" y="30480"/>
            <a:ext cx="12189460" cy="41275"/>
          </a:xfrm>
          <a:custGeom>
            <a:avLst/>
            <a:gdLst/>
            <a:ahLst/>
            <a:cxnLst/>
            <a:rect l="l" t="t" r="r" b="b"/>
            <a:pathLst>
              <a:path w="12189460" h="41275">
                <a:moveTo>
                  <a:pt x="12188952" y="0"/>
                </a:moveTo>
                <a:lnTo>
                  <a:pt x="0" y="0"/>
                </a:lnTo>
                <a:lnTo>
                  <a:pt x="0" y="41148"/>
                </a:lnTo>
                <a:lnTo>
                  <a:pt x="12188952" y="41148"/>
                </a:lnTo>
                <a:lnTo>
                  <a:pt x="12188952" y="0"/>
                </a:lnTo>
                <a:close/>
              </a:path>
            </a:pathLst>
          </a:custGeom>
          <a:solidFill>
            <a:srgbClr val="00D9CE"/>
          </a:solidFill>
        </p:spPr>
        <p:txBody>
          <a:bodyPr wrap="square" lIns="0" tIns="0" rIns="0" bIns="0" rtlCol="0"/>
          <a:lstStyle/>
          <a:p>
            <a:endParaRPr/>
          </a:p>
        </p:txBody>
      </p:sp>
      <p:sp>
        <p:nvSpPr>
          <p:cNvPr id="5" name="object 5"/>
          <p:cNvSpPr/>
          <p:nvPr/>
        </p:nvSpPr>
        <p:spPr>
          <a:xfrm>
            <a:off x="0" y="3890771"/>
            <a:ext cx="4846320" cy="76200"/>
          </a:xfrm>
          <a:prstGeom prst="rect">
            <a:avLst/>
          </a:prstGeom>
          <a:blipFill>
            <a:blip r:embed="rId2" cstate="print"/>
            <a:stretch>
              <a:fillRect/>
            </a:stretch>
          </a:blipFill>
        </p:spPr>
        <p:txBody>
          <a:bodyPr wrap="square" lIns="0" tIns="0" rIns="0" bIns="0" rtlCol="0"/>
          <a:lstStyle/>
          <a:p>
            <a:endParaRPr/>
          </a:p>
        </p:txBody>
      </p:sp>
      <p:sp>
        <p:nvSpPr>
          <p:cNvPr id="6" name="object 6"/>
          <p:cNvSpPr/>
          <p:nvPr/>
        </p:nvSpPr>
        <p:spPr>
          <a:xfrm>
            <a:off x="22859" y="92964"/>
            <a:ext cx="5211318" cy="899921"/>
          </a:xfrm>
          <a:prstGeom prst="rect">
            <a:avLst/>
          </a:prstGeom>
          <a:blipFill>
            <a:blip r:embed="rId3" cstate="print"/>
            <a:stretch>
              <a:fillRect/>
            </a:stretch>
          </a:blipFill>
        </p:spPr>
        <p:txBody>
          <a:bodyPr wrap="square" lIns="0" tIns="0" rIns="0" bIns="0" rtlCol="0"/>
          <a:lstStyle/>
          <a:p>
            <a:endParaRPr/>
          </a:p>
        </p:txBody>
      </p:sp>
      <p:sp>
        <p:nvSpPr>
          <p:cNvPr id="7" name="object 7"/>
          <p:cNvSpPr txBox="1">
            <a:spLocks noGrp="1"/>
          </p:cNvSpPr>
          <p:nvPr>
            <p:ph type="title"/>
          </p:nvPr>
        </p:nvSpPr>
        <p:spPr>
          <a:xfrm>
            <a:off x="263753" y="204343"/>
            <a:ext cx="4703445" cy="513715"/>
          </a:xfrm>
          <a:prstGeom prst="rect">
            <a:avLst/>
          </a:prstGeom>
        </p:spPr>
        <p:txBody>
          <a:bodyPr vert="horz" wrap="square" lIns="0" tIns="12700" rIns="0" bIns="0" rtlCol="0">
            <a:spAutoFit/>
          </a:bodyPr>
          <a:lstStyle/>
          <a:p>
            <a:pPr marL="12700">
              <a:lnSpc>
                <a:spcPct val="100000"/>
              </a:lnSpc>
              <a:spcBef>
                <a:spcPts val="100"/>
              </a:spcBef>
            </a:pPr>
            <a:r>
              <a:rPr sz="3200" spc="-5" dirty="0"/>
              <a:t>Reinforcement</a:t>
            </a:r>
            <a:r>
              <a:rPr sz="3200" spc="-55" dirty="0"/>
              <a:t> </a:t>
            </a:r>
            <a:r>
              <a:rPr sz="3200" dirty="0"/>
              <a:t>Learning</a:t>
            </a:r>
            <a:endParaRPr sz="3200"/>
          </a:p>
        </p:txBody>
      </p:sp>
      <p:sp>
        <p:nvSpPr>
          <p:cNvPr id="8" name="object 8"/>
          <p:cNvSpPr/>
          <p:nvPr/>
        </p:nvSpPr>
        <p:spPr>
          <a:xfrm>
            <a:off x="11778995" y="6621777"/>
            <a:ext cx="253746" cy="232397"/>
          </a:xfrm>
          <a:prstGeom prst="rect">
            <a:avLst/>
          </a:prstGeom>
          <a:blipFill>
            <a:blip r:embed="rId4" cstate="print"/>
            <a:stretch>
              <a:fillRect/>
            </a:stretch>
          </a:blipFill>
        </p:spPr>
        <p:txBody>
          <a:bodyPr wrap="square" lIns="0" tIns="0" rIns="0" bIns="0" rtlCol="0"/>
          <a:lstStyle/>
          <a:p>
            <a:endParaRPr/>
          </a:p>
        </p:txBody>
      </p:sp>
      <p:grpSp>
        <p:nvGrpSpPr>
          <p:cNvPr id="9" name="object 9"/>
          <p:cNvGrpSpPr/>
          <p:nvPr/>
        </p:nvGrpSpPr>
        <p:grpSpPr>
          <a:xfrm>
            <a:off x="0" y="3974591"/>
            <a:ext cx="12192000" cy="2225040"/>
            <a:chOff x="0" y="3974591"/>
            <a:chExt cx="12192000" cy="2225040"/>
          </a:xfrm>
        </p:grpSpPr>
        <p:sp>
          <p:nvSpPr>
            <p:cNvPr id="10" name="object 10"/>
            <p:cNvSpPr/>
            <p:nvPr/>
          </p:nvSpPr>
          <p:spPr>
            <a:xfrm>
              <a:off x="0" y="3974591"/>
              <a:ext cx="4993640" cy="2225040"/>
            </a:xfrm>
            <a:custGeom>
              <a:avLst/>
              <a:gdLst/>
              <a:ahLst/>
              <a:cxnLst/>
              <a:rect l="l" t="t" r="r" b="b"/>
              <a:pathLst>
                <a:path w="4993640" h="2225040">
                  <a:moveTo>
                    <a:pt x="0" y="2225039"/>
                  </a:moveTo>
                  <a:lnTo>
                    <a:pt x="4993386" y="2225039"/>
                  </a:lnTo>
                  <a:lnTo>
                    <a:pt x="4993386" y="0"/>
                  </a:lnTo>
                  <a:lnTo>
                    <a:pt x="0" y="0"/>
                  </a:lnTo>
                  <a:lnTo>
                    <a:pt x="0" y="2225039"/>
                  </a:lnTo>
                  <a:close/>
                </a:path>
              </a:pathLst>
            </a:custGeom>
            <a:solidFill>
              <a:srgbClr val="0F1F58"/>
            </a:solidFill>
          </p:spPr>
          <p:txBody>
            <a:bodyPr wrap="square" lIns="0" tIns="0" rIns="0" bIns="0" rtlCol="0"/>
            <a:lstStyle/>
            <a:p>
              <a:endParaRPr/>
            </a:p>
          </p:txBody>
        </p:sp>
        <p:sp>
          <p:nvSpPr>
            <p:cNvPr id="11" name="object 11"/>
            <p:cNvSpPr/>
            <p:nvPr/>
          </p:nvSpPr>
          <p:spPr>
            <a:xfrm>
              <a:off x="149352" y="4166615"/>
              <a:ext cx="2666238" cy="454913"/>
            </a:xfrm>
            <a:prstGeom prst="rect">
              <a:avLst/>
            </a:prstGeom>
            <a:blipFill>
              <a:blip r:embed="rId5" cstate="print"/>
              <a:stretch>
                <a:fillRect/>
              </a:stretch>
            </a:blipFill>
          </p:spPr>
          <p:txBody>
            <a:bodyPr wrap="square" lIns="0" tIns="0" rIns="0" bIns="0" rtlCol="0"/>
            <a:lstStyle/>
            <a:p>
              <a:endParaRPr/>
            </a:p>
          </p:txBody>
        </p:sp>
        <p:sp>
          <p:nvSpPr>
            <p:cNvPr id="12" name="object 12"/>
            <p:cNvSpPr/>
            <p:nvPr/>
          </p:nvSpPr>
          <p:spPr>
            <a:xfrm>
              <a:off x="149352" y="4410455"/>
              <a:ext cx="4712970" cy="454913"/>
            </a:xfrm>
            <a:prstGeom prst="rect">
              <a:avLst/>
            </a:prstGeom>
            <a:blipFill>
              <a:blip r:embed="rId6" cstate="print"/>
              <a:stretch>
                <a:fillRect/>
              </a:stretch>
            </a:blipFill>
          </p:spPr>
          <p:txBody>
            <a:bodyPr wrap="square" lIns="0" tIns="0" rIns="0" bIns="0" rtlCol="0"/>
            <a:lstStyle/>
            <a:p>
              <a:endParaRPr/>
            </a:p>
          </p:txBody>
        </p:sp>
        <p:sp>
          <p:nvSpPr>
            <p:cNvPr id="13" name="object 13"/>
            <p:cNvSpPr/>
            <p:nvPr/>
          </p:nvSpPr>
          <p:spPr>
            <a:xfrm>
              <a:off x="149352" y="4654295"/>
              <a:ext cx="4815078" cy="454913"/>
            </a:xfrm>
            <a:prstGeom prst="rect">
              <a:avLst/>
            </a:prstGeom>
            <a:blipFill>
              <a:blip r:embed="rId7" cstate="print"/>
              <a:stretch>
                <a:fillRect/>
              </a:stretch>
            </a:blipFill>
          </p:spPr>
          <p:txBody>
            <a:bodyPr wrap="square" lIns="0" tIns="0" rIns="0" bIns="0" rtlCol="0"/>
            <a:lstStyle/>
            <a:p>
              <a:endParaRPr/>
            </a:p>
          </p:txBody>
        </p:sp>
        <p:sp>
          <p:nvSpPr>
            <p:cNvPr id="14" name="object 14"/>
            <p:cNvSpPr/>
            <p:nvPr/>
          </p:nvSpPr>
          <p:spPr>
            <a:xfrm>
              <a:off x="149352" y="4898135"/>
              <a:ext cx="1209294" cy="454913"/>
            </a:xfrm>
            <a:prstGeom prst="rect">
              <a:avLst/>
            </a:prstGeom>
            <a:blipFill>
              <a:blip r:embed="rId8" cstate="print"/>
              <a:stretch>
                <a:fillRect/>
              </a:stretch>
            </a:blipFill>
          </p:spPr>
          <p:txBody>
            <a:bodyPr wrap="square" lIns="0" tIns="0" rIns="0" bIns="0" rtlCol="0"/>
            <a:lstStyle/>
            <a:p>
              <a:endParaRPr/>
            </a:p>
          </p:txBody>
        </p:sp>
        <p:sp>
          <p:nvSpPr>
            <p:cNvPr id="15" name="object 15"/>
            <p:cNvSpPr/>
            <p:nvPr/>
          </p:nvSpPr>
          <p:spPr>
            <a:xfrm>
              <a:off x="1143000" y="4898135"/>
              <a:ext cx="1492758" cy="454913"/>
            </a:xfrm>
            <a:prstGeom prst="rect">
              <a:avLst/>
            </a:prstGeom>
            <a:blipFill>
              <a:blip r:embed="rId9" cstate="print"/>
              <a:stretch>
                <a:fillRect/>
              </a:stretch>
            </a:blipFill>
          </p:spPr>
          <p:txBody>
            <a:bodyPr wrap="square" lIns="0" tIns="0" rIns="0" bIns="0" rtlCol="0"/>
            <a:lstStyle/>
            <a:p>
              <a:endParaRPr/>
            </a:p>
          </p:txBody>
        </p:sp>
        <p:sp>
          <p:nvSpPr>
            <p:cNvPr id="16" name="object 16"/>
            <p:cNvSpPr/>
            <p:nvPr/>
          </p:nvSpPr>
          <p:spPr>
            <a:xfrm>
              <a:off x="2363723" y="4898135"/>
              <a:ext cx="339102" cy="454913"/>
            </a:xfrm>
            <a:prstGeom prst="rect">
              <a:avLst/>
            </a:prstGeom>
            <a:blipFill>
              <a:blip r:embed="rId10" cstate="print"/>
              <a:stretch>
                <a:fillRect/>
              </a:stretch>
            </a:blipFill>
          </p:spPr>
          <p:txBody>
            <a:bodyPr wrap="square" lIns="0" tIns="0" rIns="0" bIns="0" rtlCol="0"/>
            <a:lstStyle/>
            <a:p>
              <a:endParaRPr/>
            </a:p>
          </p:txBody>
        </p:sp>
        <p:sp>
          <p:nvSpPr>
            <p:cNvPr id="17" name="object 17"/>
            <p:cNvSpPr/>
            <p:nvPr/>
          </p:nvSpPr>
          <p:spPr>
            <a:xfrm>
              <a:off x="2430779" y="4898135"/>
              <a:ext cx="578357" cy="454913"/>
            </a:xfrm>
            <a:prstGeom prst="rect">
              <a:avLst/>
            </a:prstGeom>
            <a:blipFill>
              <a:blip r:embed="rId11" cstate="print"/>
              <a:stretch>
                <a:fillRect/>
              </a:stretch>
            </a:blipFill>
          </p:spPr>
          <p:txBody>
            <a:bodyPr wrap="square" lIns="0" tIns="0" rIns="0" bIns="0" rtlCol="0"/>
            <a:lstStyle/>
            <a:p>
              <a:endParaRPr/>
            </a:p>
          </p:txBody>
        </p:sp>
        <p:sp>
          <p:nvSpPr>
            <p:cNvPr id="18" name="object 18"/>
            <p:cNvSpPr/>
            <p:nvPr/>
          </p:nvSpPr>
          <p:spPr>
            <a:xfrm>
              <a:off x="2791967" y="4898135"/>
              <a:ext cx="1706118" cy="454913"/>
            </a:xfrm>
            <a:prstGeom prst="rect">
              <a:avLst/>
            </a:prstGeom>
            <a:blipFill>
              <a:blip r:embed="rId12" cstate="print"/>
              <a:stretch>
                <a:fillRect/>
              </a:stretch>
            </a:blipFill>
          </p:spPr>
          <p:txBody>
            <a:bodyPr wrap="square" lIns="0" tIns="0" rIns="0" bIns="0" rtlCol="0"/>
            <a:lstStyle/>
            <a:p>
              <a:endParaRPr/>
            </a:p>
          </p:txBody>
        </p:sp>
        <p:sp>
          <p:nvSpPr>
            <p:cNvPr id="19" name="object 19"/>
            <p:cNvSpPr/>
            <p:nvPr/>
          </p:nvSpPr>
          <p:spPr>
            <a:xfrm>
              <a:off x="149352" y="5141975"/>
              <a:ext cx="374129" cy="454914"/>
            </a:xfrm>
            <a:prstGeom prst="rect">
              <a:avLst/>
            </a:prstGeom>
            <a:blipFill>
              <a:blip r:embed="rId13" cstate="print"/>
              <a:stretch>
                <a:fillRect/>
              </a:stretch>
            </a:blipFill>
          </p:spPr>
          <p:txBody>
            <a:bodyPr wrap="square" lIns="0" tIns="0" rIns="0" bIns="0" rtlCol="0"/>
            <a:lstStyle/>
            <a:p>
              <a:endParaRPr/>
            </a:p>
          </p:txBody>
        </p:sp>
        <p:sp>
          <p:nvSpPr>
            <p:cNvPr id="20" name="object 20"/>
            <p:cNvSpPr/>
            <p:nvPr/>
          </p:nvSpPr>
          <p:spPr>
            <a:xfrm>
              <a:off x="307847" y="5141975"/>
              <a:ext cx="2291334" cy="454914"/>
            </a:xfrm>
            <a:prstGeom prst="rect">
              <a:avLst/>
            </a:prstGeom>
            <a:blipFill>
              <a:blip r:embed="rId14" cstate="print"/>
              <a:stretch>
                <a:fillRect/>
              </a:stretch>
            </a:blipFill>
          </p:spPr>
          <p:txBody>
            <a:bodyPr wrap="square" lIns="0" tIns="0" rIns="0" bIns="0" rtlCol="0"/>
            <a:lstStyle/>
            <a:p>
              <a:endParaRPr/>
            </a:p>
          </p:txBody>
        </p:sp>
        <p:sp>
          <p:nvSpPr>
            <p:cNvPr id="21" name="object 21"/>
            <p:cNvSpPr/>
            <p:nvPr/>
          </p:nvSpPr>
          <p:spPr>
            <a:xfrm>
              <a:off x="2388107" y="5141975"/>
              <a:ext cx="2509266" cy="454914"/>
            </a:xfrm>
            <a:prstGeom prst="rect">
              <a:avLst/>
            </a:prstGeom>
            <a:blipFill>
              <a:blip r:embed="rId15" cstate="print"/>
              <a:stretch>
                <a:fillRect/>
              </a:stretch>
            </a:blipFill>
          </p:spPr>
          <p:txBody>
            <a:bodyPr wrap="square" lIns="0" tIns="0" rIns="0" bIns="0" rtlCol="0"/>
            <a:lstStyle/>
            <a:p>
              <a:endParaRPr/>
            </a:p>
          </p:txBody>
        </p:sp>
        <p:sp>
          <p:nvSpPr>
            <p:cNvPr id="22" name="object 22"/>
            <p:cNvSpPr/>
            <p:nvPr/>
          </p:nvSpPr>
          <p:spPr>
            <a:xfrm>
              <a:off x="149352" y="5385815"/>
              <a:ext cx="1885950" cy="454913"/>
            </a:xfrm>
            <a:prstGeom prst="rect">
              <a:avLst/>
            </a:prstGeom>
            <a:blipFill>
              <a:blip r:embed="rId16" cstate="print"/>
              <a:stretch>
                <a:fillRect/>
              </a:stretch>
            </a:blipFill>
          </p:spPr>
          <p:txBody>
            <a:bodyPr wrap="square" lIns="0" tIns="0" rIns="0" bIns="0" rtlCol="0"/>
            <a:lstStyle/>
            <a:p>
              <a:endParaRPr/>
            </a:p>
          </p:txBody>
        </p:sp>
        <p:sp>
          <p:nvSpPr>
            <p:cNvPr id="23" name="object 23"/>
            <p:cNvSpPr/>
            <p:nvPr/>
          </p:nvSpPr>
          <p:spPr>
            <a:xfrm>
              <a:off x="1824227" y="5385815"/>
              <a:ext cx="1209294" cy="454913"/>
            </a:xfrm>
            <a:prstGeom prst="rect">
              <a:avLst/>
            </a:prstGeom>
            <a:blipFill>
              <a:blip r:embed="rId8" cstate="print"/>
              <a:stretch>
                <a:fillRect/>
              </a:stretch>
            </a:blipFill>
          </p:spPr>
          <p:txBody>
            <a:bodyPr wrap="square" lIns="0" tIns="0" rIns="0" bIns="0" rtlCol="0"/>
            <a:lstStyle/>
            <a:p>
              <a:endParaRPr/>
            </a:p>
          </p:txBody>
        </p:sp>
        <p:sp>
          <p:nvSpPr>
            <p:cNvPr id="24" name="object 24"/>
            <p:cNvSpPr/>
            <p:nvPr/>
          </p:nvSpPr>
          <p:spPr>
            <a:xfrm>
              <a:off x="2817876" y="5385815"/>
              <a:ext cx="2058162" cy="454913"/>
            </a:xfrm>
            <a:prstGeom prst="rect">
              <a:avLst/>
            </a:prstGeom>
            <a:blipFill>
              <a:blip r:embed="rId17" cstate="print"/>
              <a:stretch>
                <a:fillRect/>
              </a:stretch>
            </a:blipFill>
          </p:spPr>
          <p:txBody>
            <a:bodyPr wrap="square" lIns="0" tIns="0" rIns="0" bIns="0" rtlCol="0"/>
            <a:lstStyle/>
            <a:p>
              <a:endParaRPr/>
            </a:p>
          </p:txBody>
        </p:sp>
        <p:sp>
          <p:nvSpPr>
            <p:cNvPr id="25" name="object 25"/>
            <p:cNvSpPr/>
            <p:nvPr/>
          </p:nvSpPr>
          <p:spPr>
            <a:xfrm>
              <a:off x="149352" y="5629655"/>
              <a:ext cx="2295906" cy="454914"/>
            </a:xfrm>
            <a:prstGeom prst="rect">
              <a:avLst/>
            </a:prstGeom>
            <a:blipFill>
              <a:blip r:embed="rId18" cstate="print"/>
              <a:stretch>
                <a:fillRect/>
              </a:stretch>
            </a:blipFill>
          </p:spPr>
          <p:txBody>
            <a:bodyPr wrap="square" lIns="0" tIns="0" rIns="0" bIns="0" rtlCol="0"/>
            <a:lstStyle/>
            <a:p>
              <a:endParaRPr/>
            </a:p>
          </p:txBody>
        </p:sp>
        <p:sp>
          <p:nvSpPr>
            <p:cNvPr id="26" name="object 26"/>
            <p:cNvSpPr/>
            <p:nvPr/>
          </p:nvSpPr>
          <p:spPr>
            <a:xfrm>
              <a:off x="2229611" y="5629655"/>
              <a:ext cx="1357122" cy="454914"/>
            </a:xfrm>
            <a:prstGeom prst="rect">
              <a:avLst/>
            </a:prstGeom>
            <a:blipFill>
              <a:blip r:embed="rId19" cstate="print"/>
              <a:stretch>
                <a:fillRect/>
              </a:stretch>
            </a:blipFill>
          </p:spPr>
          <p:txBody>
            <a:bodyPr wrap="square" lIns="0" tIns="0" rIns="0" bIns="0" rtlCol="0"/>
            <a:lstStyle/>
            <a:p>
              <a:endParaRPr/>
            </a:p>
          </p:txBody>
        </p:sp>
        <p:sp>
          <p:nvSpPr>
            <p:cNvPr id="27" name="object 27"/>
            <p:cNvSpPr/>
            <p:nvPr/>
          </p:nvSpPr>
          <p:spPr>
            <a:xfrm>
              <a:off x="3371088" y="5629655"/>
              <a:ext cx="1386077" cy="454914"/>
            </a:xfrm>
            <a:prstGeom prst="rect">
              <a:avLst/>
            </a:prstGeom>
            <a:blipFill>
              <a:blip r:embed="rId20" cstate="print"/>
              <a:stretch>
                <a:fillRect/>
              </a:stretch>
            </a:blipFill>
          </p:spPr>
          <p:txBody>
            <a:bodyPr wrap="square" lIns="0" tIns="0" rIns="0" bIns="0" rtlCol="0"/>
            <a:lstStyle/>
            <a:p>
              <a:endParaRPr/>
            </a:p>
          </p:txBody>
        </p:sp>
        <p:sp>
          <p:nvSpPr>
            <p:cNvPr id="28" name="object 28"/>
            <p:cNvSpPr/>
            <p:nvPr/>
          </p:nvSpPr>
          <p:spPr>
            <a:xfrm>
              <a:off x="11811761" y="3974591"/>
              <a:ext cx="380365" cy="2225040"/>
            </a:xfrm>
            <a:custGeom>
              <a:avLst/>
              <a:gdLst/>
              <a:ahLst/>
              <a:cxnLst/>
              <a:rect l="l" t="t" r="r" b="b"/>
              <a:pathLst>
                <a:path w="380365" h="2225040">
                  <a:moveTo>
                    <a:pt x="0" y="2225039"/>
                  </a:moveTo>
                  <a:lnTo>
                    <a:pt x="380238" y="2225039"/>
                  </a:lnTo>
                  <a:lnTo>
                    <a:pt x="380238" y="0"/>
                  </a:lnTo>
                  <a:lnTo>
                    <a:pt x="0" y="0"/>
                  </a:lnTo>
                  <a:lnTo>
                    <a:pt x="0" y="2225039"/>
                  </a:lnTo>
                  <a:close/>
                </a:path>
              </a:pathLst>
            </a:custGeom>
            <a:solidFill>
              <a:srgbClr val="0F1F58"/>
            </a:solidFill>
          </p:spPr>
          <p:txBody>
            <a:bodyPr wrap="square" lIns="0" tIns="0" rIns="0" bIns="0" rtlCol="0"/>
            <a:lstStyle/>
            <a:p>
              <a:endParaRPr/>
            </a:p>
          </p:txBody>
        </p:sp>
      </p:grpSp>
      <p:sp>
        <p:nvSpPr>
          <p:cNvPr id="29" name="object 29"/>
          <p:cNvSpPr txBox="1"/>
          <p:nvPr/>
        </p:nvSpPr>
        <p:spPr>
          <a:xfrm>
            <a:off x="263753" y="4216349"/>
            <a:ext cx="4508500" cy="1732914"/>
          </a:xfrm>
          <a:prstGeom prst="rect">
            <a:avLst/>
          </a:prstGeom>
        </p:spPr>
        <p:txBody>
          <a:bodyPr vert="horz" wrap="square" lIns="0" tIns="12065" rIns="0" bIns="0" rtlCol="0">
            <a:spAutoFit/>
          </a:bodyPr>
          <a:lstStyle/>
          <a:p>
            <a:pPr marL="12700">
              <a:lnSpc>
                <a:spcPct val="100000"/>
              </a:lnSpc>
              <a:spcBef>
                <a:spcPts val="95"/>
              </a:spcBef>
            </a:pPr>
            <a:r>
              <a:rPr sz="1600" b="1" spc="-5" dirty="0">
                <a:solidFill>
                  <a:srgbClr val="FF8E01"/>
                </a:solidFill>
                <a:latin typeface="Arial"/>
                <a:cs typeface="Arial"/>
              </a:rPr>
              <a:t>Reinforcement</a:t>
            </a:r>
            <a:r>
              <a:rPr sz="1600" b="1" spc="30" dirty="0">
                <a:solidFill>
                  <a:srgbClr val="FF8E01"/>
                </a:solidFill>
                <a:latin typeface="Arial"/>
                <a:cs typeface="Arial"/>
              </a:rPr>
              <a:t> </a:t>
            </a:r>
            <a:r>
              <a:rPr sz="1600" b="1" spc="-5" dirty="0">
                <a:solidFill>
                  <a:srgbClr val="FF8E01"/>
                </a:solidFill>
                <a:latin typeface="Arial"/>
                <a:cs typeface="Arial"/>
              </a:rPr>
              <a:t>Learning</a:t>
            </a:r>
            <a:endParaRPr sz="1600">
              <a:latin typeface="Arial"/>
              <a:cs typeface="Arial"/>
            </a:endParaRPr>
          </a:p>
          <a:p>
            <a:pPr marL="12700" marR="5080">
              <a:lnSpc>
                <a:spcPct val="100000"/>
              </a:lnSpc>
              <a:spcBef>
                <a:spcPts val="5"/>
              </a:spcBef>
            </a:pPr>
            <a:r>
              <a:rPr sz="1600" spc="-5" dirty="0">
                <a:solidFill>
                  <a:srgbClr val="FFFFFF"/>
                </a:solidFill>
                <a:latin typeface="Arial"/>
                <a:cs typeface="Arial"/>
              </a:rPr>
              <a:t>uses rewards and punishment to train computing  models to perform a sequence of selections. Here  computing faces a </a:t>
            </a:r>
            <a:r>
              <a:rPr sz="1600" dirty="0">
                <a:solidFill>
                  <a:srgbClr val="FFFFFF"/>
                </a:solidFill>
                <a:latin typeface="Arial"/>
                <a:cs typeface="Arial"/>
              </a:rPr>
              <a:t>game-like </a:t>
            </a:r>
            <a:r>
              <a:rPr sz="1600" spc="-5" dirty="0">
                <a:solidFill>
                  <a:srgbClr val="FFFFFF"/>
                </a:solidFill>
                <a:latin typeface="Arial"/>
                <a:cs typeface="Arial"/>
              </a:rPr>
              <a:t>scenario</a:t>
            </a:r>
            <a:r>
              <a:rPr sz="1600" spc="10" dirty="0">
                <a:solidFill>
                  <a:srgbClr val="FFFFFF"/>
                </a:solidFill>
                <a:latin typeface="Arial"/>
                <a:cs typeface="Arial"/>
              </a:rPr>
              <a:t> </a:t>
            </a:r>
            <a:r>
              <a:rPr sz="1600" spc="-10" dirty="0">
                <a:solidFill>
                  <a:srgbClr val="FFFFFF"/>
                </a:solidFill>
                <a:latin typeface="Arial"/>
                <a:cs typeface="Arial"/>
              </a:rPr>
              <a:t>where</a:t>
            </a:r>
            <a:endParaRPr sz="1600">
              <a:latin typeface="Arial"/>
              <a:cs typeface="Arial"/>
            </a:endParaRPr>
          </a:p>
          <a:p>
            <a:pPr marL="12700" marR="69215" algn="just">
              <a:lnSpc>
                <a:spcPct val="100000"/>
              </a:lnSpc>
            </a:pPr>
            <a:r>
              <a:rPr sz="1600" dirty="0">
                <a:solidFill>
                  <a:srgbClr val="FFFFFF"/>
                </a:solidFill>
                <a:latin typeface="Arial"/>
                <a:cs typeface="Arial"/>
              </a:rPr>
              <a:t>it </a:t>
            </a:r>
            <a:r>
              <a:rPr sz="1600" spc="-5" dirty="0">
                <a:solidFill>
                  <a:srgbClr val="FFFFFF"/>
                </a:solidFill>
                <a:latin typeface="Arial"/>
                <a:cs typeface="Arial"/>
              </a:rPr>
              <a:t>employs trial and error to </a:t>
            </a:r>
            <a:r>
              <a:rPr sz="1600" spc="-20" dirty="0">
                <a:solidFill>
                  <a:srgbClr val="FFFFFF"/>
                </a:solidFill>
                <a:latin typeface="Arial"/>
                <a:cs typeface="Arial"/>
              </a:rPr>
              <a:t>answer. </a:t>
            </a:r>
            <a:r>
              <a:rPr sz="1600" spc="-5" dirty="0">
                <a:solidFill>
                  <a:srgbClr val="FFFFFF"/>
                </a:solidFill>
                <a:latin typeface="Arial"/>
                <a:cs typeface="Arial"/>
              </a:rPr>
              <a:t>Based on the  </a:t>
            </a:r>
            <a:r>
              <a:rPr sz="1600" dirty="0">
                <a:solidFill>
                  <a:srgbClr val="FFFFFF"/>
                </a:solidFill>
                <a:latin typeface="Arial"/>
                <a:cs typeface="Arial"/>
              </a:rPr>
              <a:t>action </a:t>
            </a:r>
            <a:r>
              <a:rPr sz="1600" spc="-5" dirty="0">
                <a:solidFill>
                  <a:srgbClr val="FFFFFF"/>
                </a:solidFill>
                <a:latin typeface="Arial"/>
                <a:cs typeface="Arial"/>
              </a:rPr>
              <a:t>it performs, computing gets either </a:t>
            </a:r>
            <a:r>
              <a:rPr sz="1600" spc="-10" dirty="0">
                <a:solidFill>
                  <a:srgbClr val="FFFFFF"/>
                </a:solidFill>
                <a:latin typeface="Arial"/>
                <a:cs typeface="Arial"/>
              </a:rPr>
              <a:t>rewards  </a:t>
            </a:r>
            <a:r>
              <a:rPr sz="1600" spc="-5" dirty="0">
                <a:solidFill>
                  <a:srgbClr val="FFFFFF"/>
                </a:solidFill>
                <a:latin typeface="Arial"/>
                <a:cs typeface="Arial"/>
              </a:rPr>
              <a:t>or penalties. Its goal is to maximize the</a:t>
            </a:r>
            <a:r>
              <a:rPr sz="1600" spc="80" dirty="0">
                <a:solidFill>
                  <a:srgbClr val="FFFFFF"/>
                </a:solidFill>
                <a:latin typeface="Arial"/>
                <a:cs typeface="Arial"/>
              </a:rPr>
              <a:t> </a:t>
            </a:r>
            <a:r>
              <a:rPr sz="1600" spc="-5" dirty="0">
                <a:solidFill>
                  <a:srgbClr val="FFFFFF"/>
                </a:solidFill>
                <a:latin typeface="Arial"/>
                <a:cs typeface="Arial"/>
              </a:rPr>
              <a:t>rewards.</a:t>
            </a:r>
            <a:endParaRPr sz="1600">
              <a:latin typeface="Arial"/>
              <a:cs typeface="Arial"/>
            </a:endParaRPr>
          </a:p>
        </p:txBody>
      </p:sp>
      <p:grpSp>
        <p:nvGrpSpPr>
          <p:cNvPr id="30" name="object 30"/>
          <p:cNvGrpSpPr/>
          <p:nvPr/>
        </p:nvGrpSpPr>
        <p:grpSpPr>
          <a:xfrm>
            <a:off x="1295146" y="894397"/>
            <a:ext cx="10518140" cy="5669915"/>
            <a:chOff x="1295146" y="894397"/>
            <a:chExt cx="10518140" cy="5669915"/>
          </a:xfrm>
        </p:grpSpPr>
        <p:sp>
          <p:nvSpPr>
            <p:cNvPr id="31" name="object 31"/>
            <p:cNvSpPr/>
            <p:nvPr/>
          </p:nvSpPr>
          <p:spPr>
            <a:xfrm>
              <a:off x="4993386" y="895350"/>
              <a:ext cx="6818630" cy="5668010"/>
            </a:xfrm>
            <a:custGeom>
              <a:avLst/>
              <a:gdLst/>
              <a:ahLst/>
              <a:cxnLst/>
              <a:rect l="l" t="t" r="r" b="b"/>
              <a:pathLst>
                <a:path w="6818630" h="5668009">
                  <a:moveTo>
                    <a:pt x="6818375" y="0"/>
                  </a:moveTo>
                  <a:lnTo>
                    <a:pt x="0" y="0"/>
                  </a:lnTo>
                  <a:lnTo>
                    <a:pt x="0" y="5667756"/>
                  </a:lnTo>
                  <a:lnTo>
                    <a:pt x="6818375" y="5667756"/>
                  </a:lnTo>
                  <a:lnTo>
                    <a:pt x="6818375" y="0"/>
                  </a:lnTo>
                  <a:close/>
                </a:path>
              </a:pathLst>
            </a:custGeom>
            <a:solidFill>
              <a:srgbClr val="152B77"/>
            </a:solidFill>
          </p:spPr>
          <p:txBody>
            <a:bodyPr wrap="square" lIns="0" tIns="0" rIns="0" bIns="0" rtlCol="0"/>
            <a:lstStyle/>
            <a:p>
              <a:endParaRPr/>
            </a:p>
          </p:txBody>
        </p:sp>
        <p:sp>
          <p:nvSpPr>
            <p:cNvPr id="32" name="object 32"/>
            <p:cNvSpPr/>
            <p:nvPr/>
          </p:nvSpPr>
          <p:spPr>
            <a:xfrm>
              <a:off x="4993386" y="895350"/>
              <a:ext cx="6818630" cy="5668010"/>
            </a:xfrm>
            <a:custGeom>
              <a:avLst/>
              <a:gdLst/>
              <a:ahLst/>
              <a:cxnLst/>
              <a:rect l="l" t="t" r="r" b="b"/>
              <a:pathLst>
                <a:path w="6818630" h="5668009">
                  <a:moveTo>
                    <a:pt x="0" y="5667756"/>
                  </a:moveTo>
                  <a:lnTo>
                    <a:pt x="6818375" y="5667756"/>
                  </a:lnTo>
                  <a:lnTo>
                    <a:pt x="6818375" y="0"/>
                  </a:lnTo>
                  <a:lnTo>
                    <a:pt x="0" y="0"/>
                  </a:lnTo>
                  <a:lnTo>
                    <a:pt x="0" y="5667756"/>
                  </a:lnTo>
                  <a:close/>
                </a:path>
              </a:pathLst>
            </a:custGeom>
            <a:ln w="3175">
              <a:solidFill>
                <a:srgbClr val="FFFFFF"/>
              </a:solidFill>
            </a:ln>
          </p:spPr>
          <p:txBody>
            <a:bodyPr wrap="square" lIns="0" tIns="0" rIns="0" bIns="0" rtlCol="0"/>
            <a:lstStyle/>
            <a:p>
              <a:endParaRPr/>
            </a:p>
          </p:txBody>
        </p:sp>
        <p:sp>
          <p:nvSpPr>
            <p:cNvPr id="33" name="object 33"/>
            <p:cNvSpPr/>
            <p:nvPr/>
          </p:nvSpPr>
          <p:spPr>
            <a:xfrm>
              <a:off x="1301496" y="1563624"/>
              <a:ext cx="1370330" cy="591820"/>
            </a:xfrm>
            <a:custGeom>
              <a:avLst/>
              <a:gdLst/>
              <a:ahLst/>
              <a:cxnLst/>
              <a:rect l="l" t="t" r="r" b="b"/>
              <a:pathLst>
                <a:path w="1370330" h="591819">
                  <a:moveTo>
                    <a:pt x="1321054" y="0"/>
                  </a:moveTo>
                  <a:lnTo>
                    <a:pt x="49021" y="0"/>
                  </a:lnTo>
                  <a:lnTo>
                    <a:pt x="29950" y="3855"/>
                  </a:lnTo>
                  <a:lnTo>
                    <a:pt x="14366" y="14366"/>
                  </a:lnTo>
                  <a:lnTo>
                    <a:pt x="3855" y="29950"/>
                  </a:lnTo>
                  <a:lnTo>
                    <a:pt x="0" y="49022"/>
                  </a:lnTo>
                  <a:lnTo>
                    <a:pt x="0" y="542289"/>
                  </a:lnTo>
                  <a:lnTo>
                    <a:pt x="3855" y="561361"/>
                  </a:lnTo>
                  <a:lnTo>
                    <a:pt x="14366" y="576945"/>
                  </a:lnTo>
                  <a:lnTo>
                    <a:pt x="29950" y="587456"/>
                  </a:lnTo>
                  <a:lnTo>
                    <a:pt x="49021" y="591312"/>
                  </a:lnTo>
                  <a:lnTo>
                    <a:pt x="1321054" y="591312"/>
                  </a:lnTo>
                  <a:lnTo>
                    <a:pt x="1340125" y="587456"/>
                  </a:lnTo>
                  <a:lnTo>
                    <a:pt x="1355709" y="576945"/>
                  </a:lnTo>
                  <a:lnTo>
                    <a:pt x="1366220" y="561361"/>
                  </a:lnTo>
                  <a:lnTo>
                    <a:pt x="1370076" y="542289"/>
                  </a:lnTo>
                  <a:lnTo>
                    <a:pt x="1370076" y="49022"/>
                  </a:lnTo>
                  <a:lnTo>
                    <a:pt x="1366220" y="29950"/>
                  </a:lnTo>
                  <a:lnTo>
                    <a:pt x="1355709" y="14366"/>
                  </a:lnTo>
                  <a:lnTo>
                    <a:pt x="1340125" y="3855"/>
                  </a:lnTo>
                  <a:lnTo>
                    <a:pt x="1321054" y="0"/>
                  </a:lnTo>
                  <a:close/>
                </a:path>
              </a:pathLst>
            </a:custGeom>
            <a:solidFill>
              <a:srgbClr val="0F1F58"/>
            </a:solidFill>
          </p:spPr>
          <p:txBody>
            <a:bodyPr wrap="square" lIns="0" tIns="0" rIns="0" bIns="0" rtlCol="0"/>
            <a:lstStyle/>
            <a:p>
              <a:endParaRPr/>
            </a:p>
          </p:txBody>
        </p:sp>
        <p:sp>
          <p:nvSpPr>
            <p:cNvPr id="34" name="object 34"/>
            <p:cNvSpPr/>
            <p:nvPr/>
          </p:nvSpPr>
          <p:spPr>
            <a:xfrm>
              <a:off x="1301496" y="1563624"/>
              <a:ext cx="1370330" cy="591820"/>
            </a:xfrm>
            <a:custGeom>
              <a:avLst/>
              <a:gdLst/>
              <a:ahLst/>
              <a:cxnLst/>
              <a:rect l="l" t="t" r="r" b="b"/>
              <a:pathLst>
                <a:path w="1370330" h="591819">
                  <a:moveTo>
                    <a:pt x="0" y="49022"/>
                  </a:moveTo>
                  <a:lnTo>
                    <a:pt x="3855" y="29950"/>
                  </a:lnTo>
                  <a:lnTo>
                    <a:pt x="14366" y="14366"/>
                  </a:lnTo>
                  <a:lnTo>
                    <a:pt x="29950" y="3855"/>
                  </a:lnTo>
                  <a:lnTo>
                    <a:pt x="49021" y="0"/>
                  </a:lnTo>
                  <a:lnTo>
                    <a:pt x="1321054" y="0"/>
                  </a:lnTo>
                  <a:lnTo>
                    <a:pt x="1340125" y="3855"/>
                  </a:lnTo>
                  <a:lnTo>
                    <a:pt x="1355709" y="14366"/>
                  </a:lnTo>
                  <a:lnTo>
                    <a:pt x="1366220" y="29950"/>
                  </a:lnTo>
                  <a:lnTo>
                    <a:pt x="1370076" y="49022"/>
                  </a:lnTo>
                  <a:lnTo>
                    <a:pt x="1370076" y="542289"/>
                  </a:lnTo>
                  <a:lnTo>
                    <a:pt x="1366220" y="561361"/>
                  </a:lnTo>
                  <a:lnTo>
                    <a:pt x="1355709" y="576945"/>
                  </a:lnTo>
                  <a:lnTo>
                    <a:pt x="1340125" y="587456"/>
                  </a:lnTo>
                  <a:lnTo>
                    <a:pt x="1321054" y="591312"/>
                  </a:lnTo>
                  <a:lnTo>
                    <a:pt x="49021" y="591312"/>
                  </a:lnTo>
                  <a:lnTo>
                    <a:pt x="29950" y="587456"/>
                  </a:lnTo>
                  <a:lnTo>
                    <a:pt x="14366" y="576945"/>
                  </a:lnTo>
                  <a:lnTo>
                    <a:pt x="3855" y="561361"/>
                  </a:lnTo>
                  <a:lnTo>
                    <a:pt x="0" y="542289"/>
                  </a:lnTo>
                  <a:lnTo>
                    <a:pt x="0" y="49022"/>
                  </a:lnTo>
                  <a:close/>
                </a:path>
              </a:pathLst>
            </a:custGeom>
            <a:ln w="12700">
              <a:solidFill>
                <a:srgbClr val="00D9CE"/>
              </a:solidFill>
            </a:ln>
          </p:spPr>
          <p:txBody>
            <a:bodyPr wrap="square" lIns="0" tIns="0" rIns="0" bIns="0" rtlCol="0"/>
            <a:lstStyle/>
            <a:p>
              <a:endParaRPr/>
            </a:p>
          </p:txBody>
        </p:sp>
        <p:sp>
          <p:nvSpPr>
            <p:cNvPr id="35" name="object 35"/>
            <p:cNvSpPr/>
            <p:nvPr/>
          </p:nvSpPr>
          <p:spPr>
            <a:xfrm>
              <a:off x="1342644" y="1856219"/>
              <a:ext cx="1297686" cy="316242"/>
            </a:xfrm>
            <a:prstGeom prst="rect">
              <a:avLst/>
            </a:prstGeom>
            <a:blipFill>
              <a:blip r:embed="rId21" cstate="print"/>
              <a:stretch>
                <a:fillRect/>
              </a:stretch>
            </a:blipFill>
          </p:spPr>
          <p:txBody>
            <a:bodyPr wrap="square" lIns="0" tIns="0" rIns="0" bIns="0" rtlCol="0"/>
            <a:lstStyle/>
            <a:p>
              <a:endParaRPr/>
            </a:p>
          </p:txBody>
        </p:sp>
      </p:grpSp>
      <p:sp>
        <p:nvSpPr>
          <p:cNvPr id="36" name="object 36"/>
          <p:cNvSpPr txBox="1"/>
          <p:nvPr/>
        </p:nvSpPr>
        <p:spPr>
          <a:xfrm>
            <a:off x="1315029" y="1888363"/>
            <a:ext cx="1343025" cy="193675"/>
          </a:xfrm>
          <a:prstGeom prst="rect">
            <a:avLst/>
          </a:prstGeom>
        </p:spPr>
        <p:txBody>
          <a:bodyPr vert="horz" wrap="square" lIns="0" tIns="13335" rIns="0" bIns="0" rtlCol="0">
            <a:spAutoFit/>
          </a:bodyPr>
          <a:lstStyle/>
          <a:p>
            <a:pPr marL="116839">
              <a:lnSpc>
                <a:spcPct val="100000"/>
              </a:lnSpc>
              <a:spcBef>
                <a:spcPts val="105"/>
              </a:spcBef>
            </a:pPr>
            <a:r>
              <a:rPr sz="1100" spc="-5" dirty="0">
                <a:solidFill>
                  <a:srgbClr val="FFFFFF"/>
                </a:solidFill>
                <a:latin typeface="Arial"/>
                <a:cs typeface="Arial"/>
              </a:rPr>
              <a:t>Exploration</a:t>
            </a:r>
            <a:r>
              <a:rPr sz="1100" spc="-15" dirty="0">
                <a:solidFill>
                  <a:srgbClr val="FFFFFF"/>
                </a:solidFill>
                <a:latin typeface="Arial"/>
                <a:cs typeface="Arial"/>
              </a:rPr>
              <a:t> </a:t>
            </a:r>
            <a:r>
              <a:rPr sz="1100" spc="-5" dirty="0">
                <a:solidFill>
                  <a:srgbClr val="FFFFFF"/>
                </a:solidFill>
                <a:latin typeface="Arial"/>
                <a:cs typeface="Arial"/>
              </a:rPr>
              <a:t>Policy</a:t>
            </a:r>
            <a:endParaRPr sz="1100">
              <a:latin typeface="Arial"/>
              <a:cs typeface="Arial"/>
            </a:endParaRPr>
          </a:p>
        </p:txBody>
      </p:sp>
      <p:grpSp>
        <p:nvGrpSpPr>
          <p:cNvPr id="37" name="object 37"/>
          <p:cNvGrpSpPr/>
          <p:nvPr/>
        </p:nvGrpSpPr>
        <p:grpSpPr>
          <a:xfrm>
            <a:off x="2765805" y="1557274"/>
            <a:ext cx="1383030" cy="615315"/>
            <a:chOff x="2765805" y="1557274"/>
            <a:chExt cx="1383030" cy="615315"/>
          </a:xfrm>
        </p:grpSpPr>
        <p:sp>
          <p:nvSpPr>
            <p:cNvPr id="38" name="object 38"/>
            <p:cNvSpPr/>
            <p:nvPr/>
          </p:nvSpPr>
          <p:spPr>
            <a:xfrm>
              <a:off x="2772155" y="1563624"/>
              <a:ext cx="1370330" cy="591820"/>
            </a:xfrm>
            <a:custGeom>
              <a:avLst/>
              <a:gdLst/>
              <a:ahLst/>
              <a:cxnLst/>
              <a:rect l="l" t="t" r="r" b="b"/>
              <a:pathLst>
                <a:path w="1370329" h="591819">
                  <a:moveTo>
                    <a:pt x="1321054" y="0"/>
                  </a:moveTo>
                  <a:lnTo>
                    <a:pt x="49021" y="0"/>
                  </a:lnTo>
                  <a:lnTo>
                    <a:pt x="29950" y="3855"/>
                  </a:lnTo>
                  <a:lnTo>
                    <a:pt x="14366" y="14366"/>
                  </a:lnTo>
                  <a:lnTo>
                    <a:pt x="3855" y="29950"/>
                  </a:lnTo>
                  <a:lnTo>
                    <a:pt x="0" y="49022"/>
                  </a:lnTo>
                  <a:lnTo>
                    <a:pt x="0" y="542289"/>
                  </a:lnTo>
                  <a:lnTo>
                    <a:pt x="3855" y="561361"/>
                  </a:lnTo>
                  <a:lnTo>
                    <a:pt x="14366" y="576945"/>
                  </a:lnTo>
                  <a:lnTo>
                    <a:pt x="29950" y="587456"/>
                  </a:lnTo>
                  <a:lnTo>
                    <a:pt x="49021" y="591312"/>
                  </a:lnTo>
                  <a:lnTo>
                    <a:pt x="1321054" y="591312"/>
                  </a:lnTo>
                  <a:lnTo>
                    <a:pt x="1340125" y="587456"/>
                  </a:lnTo>
                  <a:lnTo>
                    <a:pt x="1355709" y="576945"/>
                  </a:lnTo>
                  <a:lnTo>
                    <a:pt x="1366220" y="561361"/>
                  </a:lnTo>
                  <a:lnTo>
                    <a:pt x="1370076" y="542289"/>
                  </a:lnTo>
                  <a:lnTo>
                    <a:pt x="1370076" y="49022"/>
                  </a:lnTo>
                  <a:lnTo>
                    <a:pt x="1366220" y="29950"/>
                  </a:lnTo>
                  <a:lnTo>
                    <a:pt x="1355709" y="14366"/>
                  </a:lnTo>
                  <a:lnTo>
                    <a:pt x="1340125" y="3855"/>
                  </a:lnTo>
                  <a:lnTo>
                    <a:pt x="1321054" y="0"/>
                  </a:lnTo>
                  <a:close/>
                </a:path>
              </a:pathLst>
            </a:custGeom>
            <a:solidFill>
              <a:srgbClr val="0F1F58"/>
            </a:solidFill>
          </p:spPr>
          <p:txBody>
            <a:bodyPr wrap="square" lIns="0" tIns="0" rIns="0" bIns="0" rtlCol="0"/>
            <a:lstStyle/>
            <a:p>
              <a:endParaRPr/>
            </a:p>
          </p:txBody>
        </p:sp>
        <p:sp>
          <p:nvSpPr>
            <p:cNvPr id="39" name="object 39"/>
            <p:cNvSpPr/>
            <p:nvPr/>
          </p:nvSpPr>
          <p:spPr>
            <a:xfrm>
              <a:off x="2772155" y="1563624"/>
              <a:ext cx="1370330" cy="591820"/>
            </a:xfrm>
            <a:custGeom>
              <a:avLst/>
              <a:gdLst/>
              <a:ahLst/>
              <a:cxnLst/>
              <a:rect l="l" t="t" r="r" b="b"/>
              <a:pathLst>
                <a:path w="1370329" h="591819">
                  <a:moveTo>
                    <a:pt x="0" y="49022"/>
                  </a:moveTo>
                  <a:lnTo>
                    <a:pt x="3855" y="29950"/>
                  </a:lnTo>
                  <a:lnTo>
                    <a:pt x="14366" y="14366"/>
                  </a:lnTo>
                  <a:lnTo>
                    <a:pt x="29950" y="3855"/>
                  </a:lnTo>
                  <a:lnTo>
                    <a:pt x="49021" y="0"/>
                  </a:lnTo>
                  <a:lnTo>
                    <a:pt x="1321054" y="0"/>
                  </a:lnTo>
                  <a:lnTo>
                    <a:pt x="1340125" y="3855"/>
                  </a:lnTo>
                  <a:lnTo>
                    <a:pt x="1355709" y="14366"/>
                  </a:lnTo>
                  <a:lnTo>
                    <a:pt x="1366220" y="29950"/>
                  </a:lnTo>
                  <a:lnTo>
                    <a:pt x="1370076" y="49022"/>
                  </a:lnTo>
                  <a:lnTo>
                    <a:pt x="1370076" y="542289"/>
                  </a:lnTo>
                  <a:lnTo>
                    <a:pt x="1366220" y="561361"/>
                  </a:lnTo>
                  <a:lnTo>
                    <a:pt x="1355709" y="576945"/>
                  </a:lnTo>
                  <a:lnTo>
                    <a:pt x="1340125" y="587456"/>
                  </a:lnTo>
                  <a:lnTo>
                    <a:pt x="1321054" y="591312"/>
                  </a:lnTo>
                  <a:lnTo>
                    <a:pt x="49021" y="591312"/>
                  </a:lnTo>
                  <a:lnTo>
                    <a:pt x="29950" y="587456"/>
                  </a:lnTo>
                  <a:lnTo>
                    <a:pt x="14366" y="576945"/>
                  </a:lnTo>
                  <a:lnTo>
                    <a:pt x="3855" y="561361"/>
                  </a:lnTo>
                  <a:lnTo>
                    <a:pt x="0" y="542289"/>
                  </a:lnTo>
                  <a:lnTo>
                    <a:pt x="0" y="49022"/>
                  </a:lnTo>
                  <a:close/>
                </a:path>
              </a:pathLst>
            </a:custGeom>
            <a:ln w="12700">
              <a:solidFill>
                <a:srgbClr val="00D9CE"/>
              </a:solidFill>
            </a:ln>
          </p:spPr>
          <p:txBody>
            <a:bodyPr wrap="square" lIns="0" tIns="0" rIns="0" bIns="0" rtlCol="0"/>
            <a:lstStyle/>
            <a:p>
              <a:endParaRPr/>
            </a:p>
          </p:txBody>
        </p:sp>
        <p:sp>
          <p:nvSpPr>
            <p:cNvPr id="40" name="object 40"/>
            <p:cNvSpPr/>
            <p:nvPr/>
          </p:nvSpPr>
          <p:spPr>
            <a:xfrm>
              <a:off x="2849879" y="1856219"/>
              <a:ext cx="1224533" cy="316242"/>
            </a:xfrm>
            <a:prstGeom prst="rect">
              <a:avLst/>
            </a:prstGeom>
            <a:blipFill>
              <a:blip r:embed="rId22" cstate="print"/>
              <a:stretch>
                <a:fillRect/>
              </a:stretch>
            </a:blipFill>
          </p:spPr>
          <p:txBody>
            <a:bodyPr wrap="square" lIns="0" tIns="0" rIns="0" bIns="0" rtlCol="0"/>
            <a:lstStyle/>
            <a:p>
              <a:endParaRPr/>
            </a:p>
          </p:txBody>
        </p:sp>
      </p:grpSp>
      <p:sp>
        <p:nvSpPr>
          <p:cNvPr id="41" name="object 41"/>
          <p:cNvSpPr txBox="1"/>
          <p:nvPr/>
        </p:nvSpPr>
        <p:spPr>
          <a:xfrm>
            <a:off x="2785689" y="1888363"/>
            <a:ext cx="1343025" cy="193675"/>
          </a:xfrm>
          <a:prstGeom prst="rect">
            <a:avLst/>
          </a:prstGeom>
        </p:spPr>
        <p:txBody>
          <a:bodyPr vert="horz" wrap="square" lIns="0" tIns="13335" rIns="0" bIns="0" rtlCol="0">
            <a:spAutoFit/>
          </a:bodyPr>
          <a:lstStyle/>
          <a:p>
            <a:pPr marL="153670">
              <a:lnSpc>
                <a:spcPct val="100000"/>
              </a:lnSpc>
              <a:spcBef>
                <a:spcPts val="105"/>
              </a:spcBef>
            </a:pPr>
            <a:r>
              <a:rPr sz="1100" spc="-5" dirty="0">
                <a:solidFill>
                  <a:srgbClr val="FFFFFF"/>
                </a:solidFill>
                <a:latin typeface="Arial"/>
                <a:cs typeface="Arial"/>
              </a:rPr>
              <a:t>Neural</a:t>
            </a:r>
            <a:r>
              <a:rPr sz="1100" spc="-20" dirty="0">
                <a:solidFill>
                  <a:srgbClr val="FFFFFF"/>
                </a:solidFill>
                <a:latin typeface="Arial"/>
                <a:cs typeface="Arial"/>
              </a:rPr>
              <a:t> </a:t>
            </a:r>
            <a:r>
              <a:rPr sz="1100" dirty="0">
                <a:solidFill>
                  <a:srgbClr val="FFFFFF"/>
                </a:solidFill>
                <a:latin typeface="Arial"/>
                <a:cs typeface="Arial"/>
              </a:rPr>
              <a:t>Networks</a:t>
            </a:r>
            <a:endParaRPr sz="1100">
              <a:latin typeface="Arial"/>
              <a:cs typeface="Arial"/>
            </a:endParaRPr>
          </a:p>
        </p:txBody>
      </p:sp>
      <p:grpSp>
        <p:nvGrpSpPr>
          <p:cNvPr id="42" name="object 42"/>
          <p:cNvGrpSpPr/>
          <p:nvPr/>
        </p:nvGrpSpPr>
        <p:grpSpPr>
          <a:xfrm>
            <a:off x="1295146" y="1594103"/>
            <a:ext cx="2286635" cy="1259840"/>
            <a:chOff x="1295146" y="1594103"/>
            <a:chExt cx="2286635" cy="1259840"/>
          </a:xfrm>
        </p:grpSpPr>
        <p:sp>
          <p:nvSpPr>
            <p:cNvPr id="43" name="object 43"/>
            <p:cNvSpPr/>
            <p:nvPr/>
          </p:nvSpPr>
          <p:spPr>
            <a:xfrm>
              <a:off x="3331463" y="1594103"/>
              <a:ext cx="249936" cy="249936"/>
            </a:xfrm>
            <a:prstGeom prst="rect">
              <a:avLst/>
            </a:prstGeom>
            <a:blipFill>
              <a:blip r:embed="rId23" cstate="print"/>
              <a:stretch>
                <a:fillRect/>
              </a:stretch>
            </a:blipFill>
          </p:spPr>
          <p:txBody>
            <a:bodyPr wrap="square" lIns="0" tIns="0" rIns="0" bIns="0" rtlCol="0"/>
            <a:lstStyle/>
            <a:p>
              <a:endParaRPr/>
            </a:p>
          </p:txBody>
        </p:sp>
        <p:sp>
          <p:nvSpPr>
            <p:cNvPr id="44" name="object 44"/>
            <p:cNvSpPr/>
            <p:nvPr/>
          </p:nvSpPr>
          <p:spPr>
            <a:xfrm>
              <a:off x="1301496" y="2244851"/>
              <a:ext cx="1370330" cy="591820"/>
            </a:xfrm>
            <a:custGeom>
              <a:avLst/>
              <a:gdLst/>
              <a:ahLst/>
              <a:cxnLst/>
              <a:rect l="l" t="t" r="r" b="b"/>
              <a:pathLst>
                <a:path w="1370330" h="591819">
                  <a:moveTo>
                    <a:pt x="1321054" y="0"/>
                  </a:moveTo>
                  <a:lnTo>
                    <a:pt x="49021" y="0"/>
                  </a:lnTo>
                  <a:lnTo>
                    <a:pt x="29950" y="3855"/>
                  </a:lnTo>
                  <a:lnTo>
                    <a:pt x="14366" y="14366"/>
                  </a:lnTo>
                  <a:lnTo>
                    <a:pt x="3855" y="29950"/>
                  </a:lnTo>
                  <a:lnTo>
                    <a:pt x="0" y="49022"/>
                  </a:lnTo>
                  <a:lnTo>
                    <a:pt x="0" y="542289"/>
                  </a:lnTo>
                  <a:lnTo>
                    <a:pt x="3855" y="561361"/>
                  </a:lnTo>
                  <a:lnTo>
                    <a:pt x="14366" y="576945"/>
                  </a:lnTo>
                  <a:lnTo>
                    <a:pt x="29950" y="587456"/>
                  </a:lnTo>
                  <a:lnTo>
                    <a:pt x="49021" y="591312"/>
                  </a:lnTo>
                  <a:lnTo>
                    <a:pt x="1321054" y="591312"/>
                  </a:lnTo>
                  <a:lnTo>
                    <a:pt x="1340125" y="587456"/>
                  </a:lnTo>
                  <a:lnTo>
                    <a:pt x="1355709" y="576945"/>
                  </a:lnTo>
                  <a:lnTo>
                    <a:pt x="1366220" y="561361"/>
                  </a:lnTo>
                  <a:lnTo>
                    <a:pt x="1370076" y="542289"/>
                  </a:lnTo>
                  <a:lnTo>
                    <a:pt x="1370076" y="49022"/>
                  </a:lnTo>
                  <a:lnTo>
                    <a:pt x="1366220" y="29950"/>
                  </a:lnTo>
                  <a:lnTo>
                    <a:pt x="1355709" y="14366"/>
                  </a:lnTo>
                  <a:lnTo>
                    <a:pt x="1340125" y="3855"/>
                  </a:lnTo>
                  <a:lnTo>
                    <a:pt x="1321054" y="0"/>
                  </a:lnTo>
                  <a:close/>
                </a:path>
              </a:pathLst>
            </a:custGeom>
            <a:solidFill>
              <a:srgbClr val="0F1F58"/>
            </a:solidFill>
          </p:spPr>
          <p:txBody>
            <a:bodyPr wrap="square" lIns="0" tIns="0" rIns="0" bIns="0" rtlCol="0"/>
            <a:lstStyle/>
            <a:p>
              <a:endParaRPr/>
            </a:p>
          </p:txBody>
        </p:sp>
        <p:sp>
          <p:nvSpPr>
            <p:cNvPr id="45" name="object 45"/>
            <p:cNvSpPr/>
            <p:nvPr/>
          </p:nvSpPr>
          <p:spPr>
            <a:xfrm>
              <a:off x="1301496" y="2244851"/>
              <a:ext cx="1370330" cy="591820"/>
            </a:xfrm>
            <a:custGeom>
              <a:avLst/>
              <a:gdLst/>
              <a:ahLst/>
              <a:cxnLst/>
              <a:rect l="l" t="t" r="r" b="b"/>
              <a:pathLst>
                <a:path w="1370330" h="591819">
                  <a:moveTo>
                    <a:pt x="0" y="49022"/>
                  </a:moveTo>
                  <a:lnTo>
                    <a:pt x="3855" y="29950"/>
                  </a:lnTo>
                  <a:lnTo>
                    <a:pt x="14366" y="14366"/>
                  </a:lnTo>
                  <a:lnTo>
                    <a:pt x="29950" y="3855"/>
                  </a:lnTo>
                  <a:lnTo>
                    <a:pt x="49021" y="0"/>
                  </a:lnTo>
                  <a:lnTo>
                    <a:pt x="1321054" y="0"/>
                  </a:lnTo>
                  <a:lnTo>
                    <a:pt x="1340125" y="3855"/>
                  </a:lnTo>
                  <a:lnTo>
                    <a:pt x="1355709" y="14366"/>
                  </a:lnTo>
                  <a:lnTo>
                    <a:pt x="1366220" y="29950"/>
                  </a:lnTo>
                  <a:lnTo>
                    <a:pt x="1370076" y="49022"/>
                  </a:lnTo>
                  <a:lnTo>
                    <a:pt x="1370076" y="542289"/>
                  </a:lnTo>
                  <a:lnTo>
                    <a:pt x="1366220" y="561361"/>
                  </a:lnTo>
                  <a:lnTo>
                    <a:pt x="1355709" y="576945"/>
                  </a:lnTo>
                  <a:lnTo>
                    <a:pt x="1340125" y="587456"/>
                  </a:lnTo>
                  <a:lnTo>
                    <a:pt x="1321054" y="591312"/>
                  </a:lnTo>
                  <a:lnTo>
                    <a:pt x="49021" y="591312"/>
                  </a:lnTo>
                  <a:lnTo>
                    <a:pt x="29950" y="587456"/>
                  </a:lnTo>
                  <a:lnTo>
                    <a:pt x="14366" y="576945"/>
                  </a:lnTo>
                  <a:lnTo>
                    <a:pt x="3855" y="561361"/>
                  </a:lnTo>
                  <a:lnTo>
                    <a:pt x="0" y="542289"/>
                  </a:lnTo>
                  <a:lnTo>
                    <a:pt x="0" y="49022"/>
                  </a:lnTo>
                  <a:close/>
                </a:path>
              </a:pathLst>
            </a:custGeom>
            <a:ln w="12700">
              <a:solidFill>
                <a:srgbClr val="00D9CE"/>
              </a:solidFill>
            </a:ln>
          </p:spPr>
          <p:txBody>
            <a:bodyPr wrap="square" lIns="0" tIns="0" rIns="0" bIns="0" rtlCol="0"/>
            <a:lstStyle/>
            <a:p>
              <a:endParaRPr/>
            </a:p>
          </p:txBody>
        </p:sp>
        <p:sp>
          <p:nvSpPr>
            <p:cNvPr id="46" name="object 46"/>
            <p:cNvSpPr/>
            <p:nvPr/>
          </p:nvSpPr>
          <p:spPr>
            <a:xfrm>
              <a:off x="1705356" y="2537447"/>
              <a:ext cx="570738" cy="316242"/>
            </a:xfrm>
            <a:prstGeom prst="rect">
              <a:avLst/>
            </a:prstGeom>
            <a:blipFill>
              <a:blip r:embed="rId24" cstate="print"/>
              <a:stretch>
                <a:fillRect/>
              </a:stretch>
            </a:blipFill>
          </p:spPr>
          <p:txBody>
            <a:bodyPr wrap="square" lIns="0" tIns="0" rIns="0" bIns="0" rtlCol="0"/>
            <a:lstStyle/>
            <a:p>
              <a:endParaRPr/>
            </a:p>
          </p:txBody>
        </p:sp>
      </p:grpSp>
      <p:sp>
        <p:nvSpPr>
          <p:cNvPr id="47" name="object 47"/>
          <p:cNvSpPr txBox="1"/>
          <p:nvPr/>
        </p:nvSpPr>
        <p:spPr>
          <a:xfrm>
            <a:off x="1315029" y="2569591"/>
            <a:ext cx="1343025" cy="193675"/>
          </a:xfrm>
          <a:prstGeom prst="rect">
            <a:avLst/>
          </a:prstGeom>
        </p:spPr>
        <p:txBody>
          <a:bodyPr vert="horz" wrap="square" lIns="0" tIns="13335" rIns="0" bIns="0" rtlCol="0">
            <a:spAutoFit/>
          </a:bodyPr>
          <a:lstStyle/>
          <a:p>
            <a:pPr algn="ctr">
              <a:lnSpc>
                <a:spcPct val="100000"/>
              </a:lnSpc>
              <a:spcBef>
                <a:spcPts val="105"/>
              </a:spcBef>
            </a:pPr>
            <a:r>
              <a:rPr sz="1100" spc="-5" dirty="0">
                <a:solidFill>
                  <a:srgbClr val="FFFFFF"/>
                </a:solidFill>
                <a:latin typeface="Arial"/>
                <a:cs typeface="Arial"/>
              </a:rPr>
              <a:t>Filters</a:t>
            </a:r>
            <a:endParaRPr sz="1100">
              <a:latin typeface="Arial"/>
              <a:cs typeface="Arial"/>
            </a:endParaRPr>
          </a:p>
        </p:txBody>
      </p:sp>
      <p:grpSp>
        <p:nvGrpSpPr>
          <p:cNvPr id="48" name="object 48"/>
          <p:cNvGrpSpPr/>
          <p:nvPr/>
        </p:nvGrpSpPr>
        <p:grpSpPr>
          <a:xfrm>
            <a:off x="2765805" y="2238501"/>
            <a:ext cx="1383030" cy="615315"/>
            <a:chOff x="2765805" y="2238501"/>
            <a:chExt cx="1383030" cy="615315"/>
          </a:xfrm>
        </p:grpSpPr>
        <p:sp>
          <p:nvSpPr>
            <p:cNvPr id="49" name="object 49"/>
            <p:cNvSpPr/>
            <p:nvPr/>
          </p:nvSpPr>
          <p:spPr>
            <a:xfrm>
              <a:off x="2772155" y="2244851"/>
              <a:ext cx="1370330" cy="591820"/>
            </a:xfrm>
            <a:custGeom>
              <a:avLst/>
              <a:gdLst/>
              <a:ahLst/>
              <a:cxnLst/>
              <a:rect l="l" t="t" r="r" b="b"/>
              <a:pathLst>
                <a:path w="1370329" h="591819">
                  <a:moveTo>
                    <a:pt x="1321054" y="0"/>
                  </a:moveTo>
                  <a:lnTo>
                    <a:pt x="49021" y="0"/>
                  </a:lnTo>
                  <a:lnTo>
                    <a:pt x="29950" y="3855"/>
                  </a:lnTo>
                  <a:lnTo>
                    <a:pt x="14366" y="14366"/>
                  </a:lnTo>
                  <a:lnTo>
                    <a:pt x="3855" y="29950"/>
                  </a:lnTo>
                  <a:lnTo>
                    <a:pt x="0" y="49022"/>
                  </a:lnTo>
                  <a:lnTo>
                    <a:pt x="0" y="542289"/>
                  </a:lnTo>
                  <a:lnTo>
                    <a:pt x="3855" y="561361"/>
                  </a:lnTo>
                  <a:lnTo>
                    <a:pt x="14366" y="576945"/>
                  </a:lnTo>
                  <a:lnTo>
                    <a:pt x="29950" y="587456"/>
                  </a:lnTo>
                  <a:lnTo>
                    <a:pt x="49021" y="591312"/>
                  </a:lnTo>
                  <a:lnTo>
                    <a:pt x="1321054" y="591312"/>
                  </a:lnTo>
                  <a:lnTo>
                    <a:pt x="1340125" y="587456"/>
                  </a:lnTo>
                  <a:lnTo>
                    <a:pt x="1355709" y="576945"/>
                  </a:lnTo>
                  <a:lnTo>
                    <a:pt x="1366220" y="561361"/>
                  </a:lnTo>
                  <a:lnTo>
                    <a:pt x="1370076" y="542289"/>
                  </a:lnTo>
                  <a:lnTo>
                    <a:pt x="1370076" y="49022"/>
                  </a:lnTo>
                  <a:lnTo>
                    <a:pt x="1366220" y="29950"/>
                  </a:lnTo>
                  <a:lnTo>
                    <a:pt x="1355709" y="14366"/>
                  </a:lnTo>
                  <a:lnTo>
                    <a:pt x="1340125" y="3855"/>
                  </a:lnTo>
                  <a:lnTo>
                    <a:pt x="1321054" y="0"/>
                  </a:lnTo>
                  <a:close/>
                </a:path>
              </a:pathLst>
            </a:custGeom>
            <a:solidFill>
              <a:srgbClr val="0F1F58"/>
            </a:solidFill>
          </p:spPr>
          <p:txBody>
            <a:bodyPr wrap="square" lIns="0" tIns="0" rIns="0" bIns="0" rtlCol="0"/>
            <a:lstStyle/>
            <a:p>
              <a:endParaRPr/>
            </a:p>
          </p:txBody>
        </p:sp>
        <p:sp>
          <p:nvSpPr>
            <p:cNvPr id="50" name="object 50"/>
            <p:cNvSpPr/>
            <p:nvPr/>
          </p:nvSpPr>
          <p:spPr>
            <a:xfrm>
              <a:off x="2772155" y="2244851"/>
              <a:ext cx="1370330" cy="591820"/>
            </a:xfrm>
            <a:custGeom>
              <a:avLst/>
              <a:gdLst/>
              <a:ahLst/>
              <a:cxnLst/>
              <a:rect l="l" t="t" r="r" b="b"/>
              <a:pathLst>
                <a:path w="1370329" h="591819">
                  <a:moveTo>
                    <a:pt x="0" y="49022"/>
                  </a:moveTo>
                  <a:lnTo>
                    <a:pt x="3855" y="29950"/>
                  </a:lnTo>
                  <a:lnTo>
                    <a:pt x="14366" y="14366"/>
                  </a:lnTo>
                  <a:lnTo>
                    <a:pt x="29950" y="3855"/>
                  </a:lnTo>
                  <a:lnTo>
                    <a:pt x="49021" y="0"/>
                  </a:lnTo>
                  <a:lnTo>
                    <a:pt x="1321054" y="0"/>
                  </a:lnTo>
                  <a:lnTo>
                    <a:pt x="1340125" y="3855"/>
                  </a:lnTo>
                  <a:lnTo>
                    <a:pt x="1355709" y="14366"/>
                  </a:lnTo>
                  <a:lnTo>
                    <a:pt x="1366220" y="29950"/>
                  </a:lnTo>
                  <a:lnTo>
                    <a:pt x="1370076" y="49022"/>
                  </a:lnTo>
                  <a:lnTo>
                    <a:pt x="1370076" y="542289"/>
                  </a:lnTo>
                  <a:lnTo>
                    <a:pt x="1366220" y="561361"/>
                  </a:lnTo>
                  <a:lnTo>
                    <a:pt x="1355709" y="576945"/>
                  </a:lnTo>
                  <a:lnTo>
                    <a:pt x="1340125" y="587456"/>
                  </a:lnTo>
                  <a:lnTo>
                    <a:pt x="1321054" y="591312"/>
                  </a:lnTo>
                  <a:lnTo>
                    <a:pt x="49021" y="591312"/>
                  </a:lnTo>
                  <a:lnTo>
                    <a:pt x="29950" y="587456"/>
                  </a:lnTo>
                  <a:lnTo>
                    <a:pt x="14366" y="576945"/>
                  </a:lnTo>
                  <a:lnTo>
                    <a:pt x="3855" y="561361"/>
                  </a:lnTo>
                  <a:lnTo>
                    <a:pt x="0" y="542289"/>
                  </a:lnTo>
                  <a:lnTo>
                    <a:pt x="0" y="49022"/>
                  </a:lnTo>
                  <a:close/>
                </a:path>
              </a:pathLst>
            </a:custGeom>
            <a:ln w="12700">
              <a:solidFill>
                <a:srgbClr val="00D9CE"/>
              </a:solidFill>
            </a:ln>
          </p:spPr>
          <p:txBody>
            <a:bodyPr wrap="square" lIns="0" tIns="0" rIns="0" bIns="0" rtlCol="0"/>
            <a:lstStyle/>
            <a:p>
              <a:endParaRPr/>
            </a:p>
          </p:txBody>
        </p:sp>
        <p:sp>
          <p:nvSpPr>
            <p:cNvPr id="51" name="object 51"/>
            <p:cNvSpPr/>
            <p:nvPr/>
          </p:nvSpPr>
          <p:spPr>
            <a:xfrm>
              <a:off x="3115055" y="2537447"/>
              <a:ext cx="692657" cy="316242"/>
            </a:xfrm>
            <a:prstGeom prst="rect">
              <a:avLst/>
            </a:prstGeom>
            <a:blipFill>
              <a:blip r:embed="rId25" cstate="print"/>
              <a:stretch>
                <a:fillRect/>
              </a:stretch>
            </a:blipFill>
          </p:spPr>
          <p:txBody>
            <a:bodyPr wrap="square" lIns="0" tIns="0" rIns="0" bIns="0" rtlCol="0"/>
            <a:lstStyle/>
            <a:p>
              <a:endParaRPr/>
            </a:p>
          </p:txBody>
        </p:sp>
      </p:grpSp>
      <p:sp>
        <p:nvSpPr>
          <p:cNvPr id="52" name="object 52"/>
          <p:cNvSpPr txBox="1"/>
          <p:nvPr/>
        </p:nvSpPr>
        <p:spPr>
          <a:xfrm>
            <a:off x="2785689" y="2569591"/>
            <a:ext cx="1343025" cy="193675"/>
          </a:xfrm>
          <a:prstGeom prst="rect">
            <a:avLst/>
          </a:prstGeom>
        </p:spPr>
        <p:txBody>
          <a:bodyPr vert="horz" wrap="square" lIns="0" tIns="13335" rIns="0" bIns="0" rtlCol="0">
            <a:spAutoFit/>
          </a:bodyPr>
          <a:lstStyle/>
          <a:p>
            <a:pPr marL="418465">
              <a:lnSpc>
                <a:spcPct val="100000"/>
              </a:lnSpc>
              <a:spcBef>
                <a:spcPts val="105"/>
              </a:spcBef>
            </a:pPr>
            <a:r>
              <a:rPr sz="1100" spc="-5" dirty="0">
                <a:solidFill>
                  <a:srgbClr val="FFFFFF"/>
                </a:solidFill>
                <a:latin typeface="Arial"/>
                <a:cs typeface="Arial"/>
              </a:rPr>
              <a:t>Memory</a:t>
            </a:r>
            <a:endParaRPr sz="1100">
              <a:latin typeface="Arial"/>
              <a:cs typeface="Arial"/>
            </a:endParaRPr>
          </a:p>
        </p:txBody>
      </p:sp>
      <p:grpSp>
        <p:nvGrpSpPr>
          <p:cNvPr id="53" name="object 53"/>
          <p:cNvGrpSpPr/>
          <p:nvPr/>
        </p:nvGrpSpPr>
        <p:grpSpPr>
          <a:xfrm>
            <a:off x="2029714" y="2919729"/>
            <a:ext cx="1383030" cy="615315"/>
            <a:chOff x="2029714" y="2919729"/>
            <a:chExt cx="1383030" cy="615315"/>
          </a:xfrm>
        </p:grpSpPr>
        <p:sp>
          <p:nvSpPr>
            <p:cNvPr id="54" name="object 54"/>
            <p:cNvSpPr/>
            <p:nvPr/>
          </p:nvSpPr>
          <p:spPr>
            <a:xfrm>
              <a:off x="2036064" y="2926079"/>
              <a:ext cx="1370330" cy="591820"/>
            </a:xfrm>
            <a:custGeom>
              <a:avLst/>
              <a:gdLst/>
              <a:ahLst/>
              <a:cxnLst/>
              <a:rect l="l" t="t" r="r" b="b"/>
              <a:pathLst>
                <a:path w="1370329" h="591820">
                  <a:moveTo>
                    <a:pt x="1321053" y="0"/>
                  </a:moveTo>
                  <a:lnTo>
                    <a:pt x="49022" y="0"/>
                  </a:lnTo>
                  <a:lnTo>
                    <a:pt x="29950" y="3855"/>
                  </a:lnTo>
                  <a:lnTo>
                    <a:pt x="14366" y="14366"/>
                  </a:lnTo>
                  <a:lnTo>
                    <a:pt x="3855" y="29950"/>
                  </a:lnTo>
                  <a:lnTo>
                    <a:pt x="0" y="49022"/>
                  </a:lnTo>
                  <a:lnTo>
                    <a:pt x="0" y="542290"/>
                  </a:lnTo>
                  <a:lnTo>
                    <a:pt x="3855" y="561361"/>
                  </a:lnTo>
                  <a:lnTo>
                    <a:pt x="14366" y="576945"/>
                  </a:lnTo>
                  <a:lnTo>
                    <a:pt x="29950" y="587456"/>
                  </a:lnTo>
                  <a:lnTo>
                    <a:pt x="49022" y="591312"/>
                  </a:lnTo>
                  <a:lnTo>
                    <a:pt x="1321053" y="591312"/>
                  </a:lnTo>
                  <a:lnTo>
                    <a:pt x="1340125" y="587456"/>
                  </a:lnTo>
                  <a:lnTo>
                    <a:pt x="1355709" y="576945"/>
                  </a:lnTo>
                  <a:lnTo>
                    <a:pt x="1366220" y="561361"/>
                  </a:lnTo>
                  <a:lnTo>
                    <a:pt x="1370076" y="542290"/>
                  </a:lnTo>
                  <a:lnTo>
                    <a:pt x="1370076" y="49022"/>
                  </a:lnTo>
                  <a:lnTo>
                    <a:pt x="1366220" y="29950"/>
                  </a:lnTo>
                  <a:lnTo>
                    <a:pt x="1355709" y="14366"/>
                  </a:lnTo>
                  <a:lnTo>
                    <a:pt x="1340125" y="3855"/>
                  </a:lnTo>
                  <a:lnTo>
                    <a:pt x="1321053" y="0"/>
                  </a:lnTo>
                  <a:close/>
                </a:path>
              </a:pathLst>
            </a:custGeom>
            <a:solidFill>
              <a:srgbClr val="0F1F58"/>
            </a:solidFill>
          </p:spPr>
          <p:txBody>
            <a:bodyPr wrap="square" lIns="0" tIns="0" rIns="0" bIns="0" rtlCol="0"/>
            <a:lstStyle/>
            <a:p>
              <a:endParaRPr/>
            </a:p>
          </p:txBody>
        </p:sp>
        <p:sp>
          <p:nvSpPr>
            <p:cNvPr id="55" name="object 55"/>
            <p:cNvSpPr/>
            <p:nvPr/>
          </p:nvSpPr>
          <p:spPr>
            <a:xfrm>
              <a:off x="2036064" y="2926079"/>
              <a:ext cx="1370330" cy="591820"/>
            </a:xfrm>
            <a:custGeom>
              <a:avLst/>
              <a:gdLst/>
              <a:ahLst/>
              <a:cxnLst/>
              <a:rect l="l" t="t" r="r" b="b"/>
              <a:pathLst>
                <a:path w="1370329" h="591820">
                  <a:moveTo>
                    <a:pt x="0" y="49022"/>
                  </a:moveTo>
                  <a:lnTo>
                    <a:pt x="3855" y="29950"/>
                  </a:lnTo>
                  <a:lnTo>
                    <a:pt x="14366" y="14366"/>
                  </a:lnTo>
                  <a:lnTo>
                    <a:pt x="29950" y="3855"/>
                  </a:lnTo>
                  <a:lnTo>
                    <a:pt x="49022" y="0"/>
                  </a:lnTo>
                  <a:lnTo>
                    <a:pt x="1321053" y="0"/>
                  </a:lnTo>
                  <a:lnTo>
                    <a:pt x="1340125" y="3855"/>
                  </a:lnTo>
                  <a:lnTo>
                    <a:pt x="1355709" y="14366"/>
                  </a:lnTo>
                  <a:lnTo>
                    <a:pt x="1366220" y="29950"/>
                  </a:lnTo>
                  <a:lnTo>
                    <a:pt x="1370076" y="49022"/>
                  </a:lnTo>
                  <a:lnTo>
                    <a:pt x="1370076" y="542290"/>
                  </a:lnTo>
                  <a:lnTo>
                    <a:pt x="1366220" y="561361"/>
                  </a:lnTo>
                  <a:lnTo>
                    <a:pt x="1355709" y="576945"/>
                  </a:lnTo>
                  <a:lnTo>
                    <a:pt x="1340125" y="587456"/>
                  </a:lnTo>
                  <a:lnTo>
                    <a:pt x="1321053" y="591312"/>
                  </a:lnTo>
                  <a:lnTo>
                    <a:pt x="49022" y="591312"/>
                  </a:lnTo>
                  <a:lnTo>
                    <a:pt x="29950" y="587456"/>
                  </a:lnTo>
                  <a:lnTo>
                    <a:pt x="14366" y="576945"/>
                  </a:lnTo>
                  <a:lnTo>
                    <a:pt x="3855" y="561361"/>
                  </a:lnTo>
                  <a:lnTo>
                    <a:pt x="0" y="542290"/>
                  </a:lnTo>
                  <a:lnTo>
                    <a:pt x="0" y="49022"/>
                  </a:lnTo>
                  <a:close/>
                </a:path>
              </a:pathLst>
            </a:custGeom>
            <a:ln w="12700">
              <a:solidFill>
                <a:srgbClr val="00D9CE"/>
              </a:solidFill>
            </a:ln>
          </p:spPr>
          <p:txBody>
            <a:bodyPr wrap="square" lIns="0" tIns="0" rIns="0" bIns="0" rtlCol="0"/>
            <a:lstStyle/>
            <a:p>
              <a:endParaRPr/>
            </a:p>
          </p:txBody>
        </p:sp>
        <p:sp>
          <p:nvSpPr>
            <p:cNvPr id="56" name="object 56"/>
            <p:cNvSpPr/>
            <p:nvPr/>
          </p:nvSpPr>
          <p:spPr>
            <a:xfrm>
              <a:off x="2336292" y="3218675"/>
              <a:ext cx="782574" cy="316242"/>
            </a:xfrm>
            <a:prstGeom prst="rect">
              <a:avLst/>
            </a:prstGeom>
            <a:blipFill>
              <a:blip r:embed="rId26" cstate="print"/>
              <a:stretch>
                <a:fillRect/>
              </a:stretch>
            </a:blipFill>
          </p:spPr>
          <p:txBody>
            <a:bodyPr wrap="square" lIns="0" tIns="0" rIns="0" bIns="0" rtlCol="0"/>
            <a:lstStyle/>
            <a:p>
              <a:endParaRPr/>
            </a:p>
          </p:txBody>
        </p:sp>
      </p:grpSp>
      <p:sp>
        <p:nvSpPr>
          <p:cNvPr id="57" name="object 57"/>
          <p:cNvSpPr txBox="1"/>
          <p:nvPr/>
        </p:nvSpPr>
        <p:spPr>
          <a:xfrm>
            <a:off x="2049597" y="3250819"/>
            <a:ext cx="1343025" cy="193675"/>
          </a:xfrm>
          <a:prstGeom prst="rect">
            <a:avLst/>
          </a:prstGeom>
        </p:spPr>
        <p:txBody>
          <a:bodyPr vert="horz" wrap="square" lIns="0" tIns="13335" rIns="0" bIns="0" rtlCol="0">
            <a:spAutoFit/>
          </a:bodyPr>
          <a:lstStyle/>
          <a:p>
            <a:pPr marL="375285">
              <a:lnSpc>
                <a:spcPct val="100000"/>
              </a:lnSpc>
              <a:spcBef>
                <a:spcPts val="105"/>
              </a:spcBef>
            </a:pPr>
            <a:r>
              <a:rPr sz="1100" dirty="0">
                <a:solidFill>
                  <a:srgbClr val="FFFFFF"/>
                </a:solidFill>
                <a:latin typeface="Arial"/>
                <a:cs typeface="Arial"/>
              </a:rPr>
              <a:t>Algorithm</a:t>
            </a:r>
            <a:endParaRPr sz="1100">
              <a:latin typeface="Arial"/>
              <a:cs typeface="Arial"/>
            </a:endParaRPr>
          </a:p>
        </p:txBody>
      </p:sp>
      <p:grpSp>
        <p:nvGrpSpPr>
          <p:cNvPr id="58" name="object 58"/>
          <p:cNvGrpSpPr/>
          <p:nvPr/>
        </p:nvGrpSpPr>
        <p:grpSpPr>
          <a:xfrm>
            <a:off x="5678233" y="2695765"/>
            <a:ext cx="1602105" cy="2065655"/>
            <a:chOff x="5678233" y="2695765"/>
            <a:chExt cx="1602105" cy="2065655"/>
          </a:xfrm>
        </p:grpSpPr>
        <p:sp>
          <p:nvSpPr>
            <p:cNvPr id="59" name="object 59"/>
            <p:cNvSpPr/>
            <p:nvPr/>
          </p:nvSpPr>
          <p:spPr>
            <a:xfrm>
              <a:off x="5679186" y="3943350"/>
              <a:ext cx="1600200" cy="817244"/>
            </a:xfrm>
            <a:custGeom>
              <a:avLst/>
              <a:gdLst/>
              <a:ahLst/>
              <a:cxnLst/>
              <a:rect l="l" t="t" r="r" b="b"/>
              <a:pathLst>
                <a:path w="1600200" h="817245">
                  <a:moveTo>
                    <a:pt x="1563750" y="0"/>
                  </a:moveTo>
                  <a:lnTo>
                    <a:pt x="36449" y="0"/>
                  </a:lnTo>
                  <a:lnTo>
                    <a:pt x="22234" y="2855"/>
                  </a:lnTo>
                  <a:lnTo>
                    <a:pt x="10652" y="10652"/>
                  </a:lnTo>
                  <a:lnTo>
                    <a:pt x="2855" y="22234"/>
                  </a:lnTo>
                  <a:lnTo>
                    <a:pt x="0" y="36449"/>
                  </a:lnTo>
                  <a:lnTo>
                    <a:pt x="0" y="780414"/>
                  </a:lnTo>
                  <a:lnTo>
                    <a:pt x="2855" y="794629"/>
                  </a:lnTo>
                  <a:lnTo>
                    <a:pt x="10652" y="806211"/>
                  </a:lnTo>
                  <a:lnTo>
                    <a:pt x="22234" y="814008"/>
                  </a:lnTo>
                  <a:lnTo>
                    <a:pt x="36449" y="816863"/>
                  </a:lnTo>
                  <a:lnTo>
                    <a:pt x="1563750" y="816863"/>
                  </a:lnTo>
                  <a:lnTo>
                    <a:pt x="1577965" y="814008"/>
                  </a:lnTo>
                  <a:lnTo>
                    <a:pt x="1589547" y="806211"/>
                  </a:lnTo>
                  <a:lnTo>
                    <a:pt x="1597344" y="794629"/>
                  </a:lnTo>
                  <a:lnTo>
                    <a:pt x="1600199" y="780414"/>
                  </a:lnTo>
                  <a:lnTo>
                    <a:pt x="1600199" y="36449"/>
                  </a:lnTo>
                  <a:lnTo>
                    <a:pt x="1597344" y="22234"/>
                  </a:lnTo>
                  <a:lnTo>
                    <a:pt x="1589547" y="10652"/>
                  </a:lnTo>
                  <a:lnTo>
                    <a:pt x="1577965" y="2855"/>
                  </a:lnTo>
                  <a:lnTo>
                    <a:pt x="1563750" y="0"/>
                  </a:lnTo>
                  <a:close/>
                </a:path>
              </a:pathLst>
            </a:custGeom>
            <a:solidFill>
              <a:srgbClr val="00D9CE"/>
            </a:solidFill>
          </p:spPr>
          <p:txBody>
            <a:bodyPr wrap="square" lIns="0" tIns="0" rIns="0" bIns="0" rtlCol="0"/>
            <a:lstStyle/>
            <a:p>
              <a:endParaRPr/>
            </a:p>
          </p:txBody>
        </p:sp>
        <p:sp>
          <p:nvSpPr>
            <p:cNvPr id="60" name="object 60"/>
            <p:cNvSpPr/>
            <p:nvPr/>
          </p:nvSpPr>
          <p:spPr>
            <a:xfrm>
              <a:off x="5679186" y="3943350"/>
              <a:ext cx="1600200" cy="817244"/>
            </a:xfrm>
            <a:custGeom>
              <a:avLst/>
              <a:gdLst/>
              <a:ahLst/>
              <a:cxnLst/>
              <a:rect l="l" t="t" r="r" b="b"/>
              <a:pathLst>
                <a:path w="1600200" h="817245">
                  <a:moveTo>
                    <a:pt x="0" y="36449"/>
                  </a:moveTo>
                  <a:lnTo>
                    <a:pt x="2855" y="22234"/>
                  </a:lnTo>
                  <a:lnTo>
                    <a:pt x="10652" y="10652"/>
                  </a:lnTo>
                  <a:lnTo>
                    <a:pt x="22234" y="2855"/>
                  </a:lnTo>
                  <a:lnTo>
                    <a:pt x="36449" y="0"/>
                  </a:lnTo>
                  <a:lnTo>
                    <a:pt x="1563750" y="0"/>
                  </a:lnTo>
                  <a:lnTo>
                    <a:pt x="1577965" y="2855"/>
                  </a:lnTo>
                  <a:lnTo>
                    <a:pt x="1589547" y="10652"/>
                  </a:lnTo>
                  <a:lnTo>
                    <a:pt x="1597344" y="22234"/>
                  </a:lnTo>
                  <a:lnTo>
                    <a:pt x="1600199" y="36449"/>
                  </a:lnTo>
                  <a:lnTo>
                    <a:pt x="1600199" y="780414"/>
                  </a:lnTo>
                  <a:lnTo>
                    <a:pt x="1597344" y="794629"/>
                  </a:lnTo>
                  <a:lnTo>
                    <a:pt x="1589547" y="806211"/>
                  </a:lnTo>
                  <a:lnTo>
                    <a:pt x="1577965" y="814008"/>
                  </a:lnTo>
                  <a:lnTo>
                    <a:pt x="1563750" y="816863"/>
                  </a:lnTo>
                  <a:lnTo>
                    <a:pt x="36449" y="816863"/>
                  </a:lnTo>
                  <a:lnTo>
                    <a:pt x="22234" y="814008"/>
                  </a:lnTo>
                  <a:lnTo>
                    <a:pt x="10652" y="806211"/>
                  </a:lnTo>
                  <a:lnTo>
                    <a:pt x="2855" y="794629"/>
                  </a:lnTo>
                  <a:lnTo>
                    <a:pt x="0" y="780414"/>
                  </a:lnTo>
                  <a:lnTo>
                    <a:pt x="0" y="36449"/>
                  </a:lnTo>
                  <a:close/>
                </a:path>
              </a:pathLst>
            </a:custGeom>
            <a:ln w="3175">
              <a:solidFill>
                <a:srgbClr val="00D9CE"/>
              </a:solidFill>
            </a:ln>
          </p:spPr>
          <p:txBody>
            <a:bodyPr wrap="square" lIns="0" tIns="0" rIns="0" bIns="0" rtlCol="0"/>
            <a:lstStyle/>
            <a:p>
              <a:endParaRPr/>
            </a:p>
          </p:txBody>
        </p:sp>
        <p:sp>
          <p:nvSpPr>
            <p:cNvPr id="61" name="object 61"/>
            <p:cNvSpPr/>
            <p:nvPr/>
          </p:nvSpPr>
          <p:spPr>
            <a:xfrm>
              <a:off x="5679186" y="2696717"/>
              <a:ext cx="1600200" cy="2036445"/>
            </a:xfrm>
            <a:custGeom>
              <a:avLst/>
              <a:gdLst/>
              <a:ahLst/>
              <a:cxnLst/>
              <a:rect l="l" t="t" r="r" b="b"/>
              <a:pathLst>
                <a:path w="1600200" h="2036445">
                  <a:moveTo>
                    <a:pt x="1544065" y="0"/>
                  </a:moveTo>
                  <a:lnTo>
                    <a:pt x="56134" y="0"/>
                  </a:lnTo>
                  <a:lnTo>
                    <a:pt x="34290" y="4413"/>
                  </a:lnTo>
                  <a:lnTo>
                    <a:pt x="16446" y="16446"/>
                  </a:lnTo>
                  <a:lnTo>
                    <a:pt x="4413" y="34289"/>
                  </a:lnTo>
                  <a:lnTo>
                    <a:pt x="0" y="56134"/>
                  </a:lnTo>
                  <a:lnTo>
                    <a:pt x="0" y="1979930"/>
                  </a:lnTo>
                  <a:lnTo>
                    <a:pt x="4413" y="2001774"/>
                  </a:lnTo>
                  <a:lnTo>
                    <a:pt x="16446" y="2019617"/>
                  </a:lnTo>
                  <a:lnTo>
                    <a:pt x="34289" y="2031650"/>
                  </a:lnTo>
                  <a:lnTo>
                    <a:pt x="56134" y="2036064"/>
                  </a:lnTo>
                  <a:lnTo>
                    <a:pt x="1544065" y="2036064"/>
                  </a:lnTo>
                  <a:lnTo>
                    <a:pt x="1565910" y="2031650"/>
                  </a:lnTo>
                  <a:lnTo>
                    <a:pt x="1583753" y="2019617"/>
                  </a:lnTo>
                  <a:lnTo>
                    <a:pt x="1595786" y="2001774"/>
                  </a:lnTo>
                  <a:lnTo>
                    <a:pt x="1600199" y="1979930"/>
                  </a:lnTo>
                  <a:lnTo>
                    <a:pt x="1600199" y="56134"/>
                  </a:lnTo>
                  <a:lnTo>
                    <a:pt x="1595786" y="34290"/>
                  </a:lnTo>
                  <a:lnTo>
                    <a:pt x="1583753" y="16446"/>
                  </a:lnTo>
                  <a:lnTo>
                    <a:pt x="1565910" y="4413"/>
                  </a:lnTo>
                  <a:lnTo>
                    <a:pt x="1544065" y="0"/>
                  </a:lnTo>
                  <a:close/>
                </a:path>
              </a:pathLst>
            </a:custGeom>
            <a:solidFill>
              <a:srgbClr val="006C67"/>
            </a:solidFill>
          </p:spPr>
          <p:txBody>
            <a:bodyPr wrap="square" lIns="0" tIns="0" rIns="0" bIns="0" rtlCol="0"/>
            <a:lstStyle/>
            <a:p>
              <a:endParaRPr/>
            </a:p>
          </p:txBody>
        </p:sp>
        <p:sp>
          <p:nvSpPr>
            <p:cNvPr id="62" name="object 62"/>
            <p:cNvSpPr/>
            <p:nvPr/>
          </p:nvSpPr>
          <p:spPr>
            <a:xfrm>
              <a:off x="5679186" y="2696717"/>
              <a:ext cx="1600200" cy="2036445"/>
            </a:xfrm>
            <a:custGeom>
              <a:avLst/>
              <a:gdLst/>
              <a:ahLst/>
              <a:cxnLst/>
              <a:rect l="l" t="t" r="r" b="b"/>
              <a:pathLst>
                <a:path w="1600200" h="2036445">
                  <a:moveTo>
                    <a:pt x="0" y="56134"/>
                  </a:moveTo>
                  <a:lnTo>
                    <a:pt x="4413" y="34289"/>
                  </a:lnTo>
                  <a:lnTo>
                    <a:pt x="16446" y="16446"/>
                  </a:lnTo>
                  <a:lnTo>
                    <a:pt x="34290" y="4413"/>
                  </a:lnTo>
                  <a:lnTo>
                    <a:pt x="56134" y="0"/>
                  </a:lnTo>
                  <a:lnTo>
                    <a:pt x="1544065" y="0"/>
                  </a:lnTo>
                  <a:lnTo>
                    <a:pt x="1565910" y="4413"/>
                  </a:lnTo>
                  <a:lnTo>
                    <a:pt x="1583753" y="16446"/>
                  </a:lnTo>
                  <a:lnTo>
                    <a:pt x="1595786" y="34290"/>
                  </a:lnTo>
                  <a:lnTo>
                    <a:pt x="1600199" y="56134"/>
                  </a:lnTo>
                  <a:lnTo>
                    <a:pt x="1600199" y="1979930"/>
                  </a:lnTo>
                  <a:lnTo>
                    <a:pt x="1595786" y="2001774"/>
                  </a:lnTo>
                  <a:lnTo>
                    <a:pt x="1583753" y="2019617"/>
                  </a:lnTo>
                  <a:lnTo>
                    <a:pt x="1565910" y="2031650"/>
                  </a:lnTo>
                  <a:lnTo>
                    <a:pt x="1544065" y="2036064"/>
                  </a:lnTo>
                  <a:lnTo>
                    <a:pt x="56134" y="2036064"/>
                  </a:lnTo>
                  <a:lnTo>
                    <a:pt x="34289" y="2031650"/>
                  </a:lnTo>
                  <a:lnTo>
                    <a:pt x="16446" y="2019617"/>
                  </a:lnTo>
                  <a:lnTo>
                    <a:pt x="4413" y="2001774"/>
                  </a:lnTo>
                  <a:lnTo>
                    <a:pt x="0" y="1979930"/>
                  </a:lnTo>
                  <a:lnTo>
                    <a:pt x="0" y="56134"/>
                  </a:lnTo>
                  <a:close/>
                </a:path>
              </a:pathLst>
            </a:custGeom>
            <a:ln w="3175">
              <a:solidFill>
                <a:srgbClr val="00D9CE"/>
              </a:solidFill>
            </a:ln>
          </p:spPr>
          <p:txBody>
            <a:bodyPr wrap="square" lIns="0" tIns="0" rIns="0" bIns="0" rtlCol="0"/>
            <a:lstStyle/>
            <a:p>
              <a:endParaRPr/>
            </a:p>
          </p:txBody>
        </p:sp>
        <p:sp>
          <p:nvSpPr>
            <p:cNvPr id="63" name="object 63"/>
            <p:cNvSpPr/>
            <p:nvPr/>
          </p:nvSpPr>
          <p:spPr>
            <a:xfrm>
              <a:off x="6067044" y="4149852"/>
              <a:ext cx="838961" cy="454913"/>
            </a:xfrm>
            <a:prstGeom prst="rect">
              <a:avLst/>
            </a:prstGeom>
            <a:blipFill>
              <a:blip r:embed="rId27" cstate="print"/>
              <a:stretch>
                <a:fillRect/>
              </a:stretch>
            </a:blipFill>
          </p:spPr>
          <p:txBody>
            <a:bodyPr wrap="square" lIns="0" tIns="0" rIns="0" bIns="0" rtlCol="0"/>
            <a:lstStyle/>
            <a:p>
              <a:endParaRPr/>
            </a:p>
          </p:txBody>
        </p:sp>
      </p:grpSp>
      <p:sp>
        <p:nvSpPr>
          <p:cNvPr id="64" name="object 64"/>
          <p:cNvSpPr txBox="1"/>
          <p:nvPr/>
        </p:nvSpPr>
        <p:spPr>
          <a:xfrm>
            <a:off x="6195948" y="4201159"/>
            <a:ext cx="580390" cy="269240"/>
          </a:xfrm>
          <a:prstGeom prst="rect">
            <a:avLst/>
          </a:prstGeom>
        </p:spPr>
        <p:txBody>
          <a:bodyPr vert="horz" wrap="square" lIns="0" tIns="12065" rIns="0" bIns="0" rtlCol="0">
            <a:spAutoFit/>
          </a:bodyPr>
          <a:lstStyle/>
          <a:p>
            <a:pPr>
              <a:lnSpc>
                <a:spcPct val="100000"/>
              </a:lnSpc>
              <a:spcBef>
                <a:spcPts val="95"/>
              </a:spcBef>
            </a:pPr>
            <a:r>
              <a:rPr sz="1600" b="1" spc="-55" dirty="0">
                <a:solidFill>
                  <a:srgbClr val="FFFFFF"/>
                </a:solidFill>
                <a:latin typeface="Arial"/>
                <a:cs typeface="Arial"/>
              </a:rPr>
              <a:t>A</a:t>
            </a:r>
            <a:r>
              <a:rPr sz="1600" b="1" spc="-5" dirty="0">
                <a:solidFill>
                  <a:srgbClr val="FFFFFF"/>
                </a:solidFill>
                <a:latin typeface="Arial"/>
                <a:cs typeface="Arial"/>
              </a:rPr>
              <a:t>ge</a:t>
            </a:r>
            <a:r>
              <a:rPr sz="1600" b="1" spc="-15" dirty="0">
                <a:solidFill>
                  <a:srgbClr val="FFFFFF"/>
                </a:solidFill>
                <a:latin typeface="Arial"/>
                <a:cs typeface="Arial"/>
              </a:rPr>
              <a:t>n</a:t>
            </a:r>
            <a:r>
              <a:rPr sz="1600" b="1" spc="-5" dirty="0">
                <a:solidFill>
                  <a:srgbClr val="FFFFFF"/>
                </a:solidFill>
                <a:latin typeface="Arial"/>
                <a:cs typeface="Arial"/>
              </a:rPr>
              <a:t>t</a:t>
            </a:r>
            <a:endParaRPr sz="1600">
              <a:latin typeface="Arial"/>
              <a:cs typeface="Arial"/>
            </a:endParaRPr>
          </a:p>
        </p:txBody>
      </p:sp>
      <p:grpSp>
        <p:nvGrpSpPr>
          <p:cNvPr id="65" name="object 65"/>
          <p:cNvGrpSpPr/>
          <p:nvPr/>
        </p:nvGrpSpPr>
        <p:grpSpPr>
          <a:xfrm>
            <a:off x="9524809" y="2695765"/>
            <a:ext cx="1602105" cy="2065655"/>
            <a:chOff x="9524809" y="2695765"/>
            <a:chExt cx="1602105" cy="2065655"/>
          </a:xfrm>
        </p:grpSpPr>
        <p:sp>
          <p:nvSpPr>
            <p:cNvPr id="66" name="object 66"/>
            <p:cNvSpPr/>
            <p:nvPr/>
          </p:nvSpPr>
          <p:spPr>
            <a:xfrm>
              <a:off x="9525761" y="3943350"/>
              <a:ext cx="1600200" cy="817244"/>
            </a:xfrm>
            <a:custGeom>
              <a:avLst/>
              <a:gdLst/>
              <a:ahLst/>
              <a:cxnLst/>
              <a:rect l="l" t="t" r="r" b="b"/>
              <a:pathLst>
                <a:path w="1600200" h="817245">
                  <a:moveTo>
                    <a:pt x="1563751" y="0"/>
                  </a:moveTo>
                  <a:lnTo>
                    <a:pt x="36449" y="0"/>
                  </a:lnTo>
                  <a:lnTo>
                    <a:pt x="22234" y="2855"/>
                  </a:lnTo>
                  <a:lnTo>
                    <a:pt x="10652" y="10652"/>
                  </a:lnTo>
                  <a:lnTo>
                    <a:pt x="2855" y="22234"/>
                  </a:lnTo>
                  <a:lnTo>
                    <a:pt x="0" y="36449"/>
                  </a:lnTo>
                  <a:lnTo>
                    <a:pt x="0" y="780414"/>
                  </a:lnTo>
                  <a:lnTo>
                    <a:pt x="2855" y="794629"/>
                  </a:lnTo>
                  <a:lnTo>
                    <a:pt x="10652" y="806211"/>
                  </a:lnTo>
                  <a:lnTo>
                    <a:pt x="22234" y="814008"/>
                  </a:lnTo>
                  <a:lnTo>
                    <a:pt x="36449" y="816863"/>
                  </a:lnTo>
                  <a:lnTo>
                    <a:pt x="1563751" y="816863"/>
                  </a:lnTo>
                  <a:lnTo>
                    <a:pt x="1577965" y="814008"/>
                  </a:lnTo>
                  <a:lnTo>
                    <a:pt x="1589547" y="806211"/>
                  </a:lnTo>
                  <a:lnTo>
                    <a:pt x="1597344" y="794629"/>
                  </a:lnTo>
                  <a:lnTo>
                    <a:pt x="1600200" y="780414"/>
                  </a:lnTo>
                  <a:lnTo>
                    <a:pt x="1600200" y="36449"/>
                  </a:lnTo>
                  <a:lnTo>
                    <a:pt x="1597344" y="22234"/>
                  </a:lnTo>
                  <a:lnTo>
                    <a:pt x="1589547" y="10652"/>
                  </a:lnTo>
                  <a:lnTo>
                    <a:pt x="1577965" y="2855"/>
                  </a:lnTo>
                  <a:lnTo>
                    <a:pt x="1563751" y="0"/>
                  </a:lnTo>
                  <a:close/>
                </a:path>
              </a:pathLst>
            </a:custGeom>
            <a:solidFill>
              <a:srgbClr val="FF8E01"/>
            </a:solidFill>
          </p:spPr>
          <p:txBody>
            <a:bodyPr wrap="square" lIns="0" tIns="0" rIns="0" bIns="0" rtlCol="0"/>
            <a:lstStyle/>
            <a:p>
              <a:endParaRPr/>
            </a:p>
          </p:txBody>
        </p:sp>
        <p:sp>
          <p:nvSpPr>
            <p:cNvPr id="67" name="object 67"/>
            <p:cNvSpPr/>
            <p:nvPr/>
          </p:nvSpPr>
          <p:spPr>
            <a:xfrm>
              <a:off x="9525761" y="3943350"/>
              <a:ext cx="1600200" cy="817244"/>
            </a:xfrm>
            <a:custGeom>
              <a:avLst/>
              <a:gdLst/>
              <a:ahLst/>
              <a:cxnLst/>
              <a:rect l="l" t="t" r="r" b="b"/>
              <a:pathLst>
                <a:path w="1600200" h="817245">
                  <a:moveTo>
                    <a:pt x="0" y="36449"/>
                  </a:moveTo>
                  <a:lnTo>
                    <a:pt x="2855" y="22234"/>
                  </a:lnTo>
                  <a:lnTo>
                    <a:pt x="10652" y="10652"/>
                  </a:lnTo>
                  <a:lnTo>
                    <a:pt x="22234" y="2855"/>
                  </a:lnTo>
                  <a:lnTo>
                    <a:pt x="36449" y="0"/>
                  </a:lnTo>
                  <a:lnTo>
                    <a:pt x="1563751" y="0"/>
                  </a:lnTo>
                  <a:lnTo>
                    <a:pt x="1577965" y="2855"/>
                  </a:lnTo>
                  <a:lnTo>
                    <a:pt x="1589547" y="10652"/>
                  </a:lnTo>
                  <a:lnTo>
                    <a:pt x="1597344" y="22234"/>
                  </a:lnTo>
                  <a:lnTo>
                    <a:pt x="1600200" y="36449"/>
                  </a:lnTo>
                  <a:lnTo>
                    <a:pt x="1600200" y="780414"/>
                  </a:lnTo>
                  <a:lnTo>
                    <a:pt x="1597344" y="794629"/>
                  </a:lnTo>
                  <a:lnTo>
                    <a:pt x="1589547" y="806211"/>
                  </a:lnTo>
                  <a:lnTo>
                    <a:pt x="1577965" y="814008"/>
                  </a:lnTo>
                  <a:lnTo>
                    <a:pt x="1563751" y="816863"/>
                  </a:lnTo>
                  <a:lnTo>
                    <a:pt x="36449" y="816863"/>
                  </a:lnTo>
                  <a:lnTo>
                    <a:pt x="22234" y="814008"/>
                  </a:lnTo>
                  <a:lnTo>
                    <a:pt x="10652" y="806211"/>
                  </a:lnTo>
                  <a:lnTo>
                    <a:pt x="2855" y="794629"/>
                  </a:lnTo>
                  <a:lnTo>
                    <a:pt x="0" y="780414"/>
                  </a:lnTo>
                  <a:lnTo>
                    <a:pt x="0" y="36449"/>
                  </a:lnTo>
                  <a:close/>
                </a:path>
              </a:pathLst>
            </a:custGeom>
            <a:ln w="3175">
              <a:solidFill>
                <a:srgbClr val="FF8E01"/>
              </a:solidFill>
            </a:ln>
          </p:spPr>
          <p:txBody>
            <a:bodyPr wrap="square" lIns="0" tIns="0" rIns="0" bIns="0" rtlCol="0"/>
            <a:lstStyle/>
            <a:p>
              <a:endParaRPr/>
            </a:p>
          </p:txBody>
        </p:sp>
        <p:sp>
          <p:nvSpPr>
            <p:cNvPr id="68" name="object 68"/>
            <p:cNvSpPr/>
            <p:nvPr/>
          </p:nvSpPr>
          <p:spPr>
            <a:xfrm>
              <a:off x="9525761" y="2696717"/>
              <a:ext cx="1600200" cy="2036445"/>
            </a:xfrm>
            <a:custGeom>
              <a:avLst/>
              <a:gdLst/>
              <a:ahLst/>
              <a:cxnLst/>
              <a:rect l="l" t="t" r="r" b="b"/>
              <a:pathLst>
                <a:path w="1600200" h="2036445">
                  <a:moveTo>
                    <a:pt x="1544066" y="0"/>
                  </a:moveTo>
                  <a:lnTo>
                    <a:pt x="56134" y="0"/>
                  </a:lnTo>
                  <a:lnTo>
                    <a:pt x="34289" y="4413"/>
                  </a:lnTo>
                  <a:lnTo>
                    <a:pt x="16446" y="16446"/>
                  </a:lnTo>
                  <a:lnTo>
                    <a:pt x="4413" y="34289"/>
                  </a:lnTo>
                  <a:lnTo>
                    <a:pt x="0" y="56134"/>
                  </a:lnTo>
                  <a:lnTo>
                    <a:pt x="0" y="1979930"/>
                  </a:lnTo>
                  <a:lnTo>
                    <a:pt x="4413" y="2001774"/>
                  </a:lnTo>
                  <a:lnTo>
                    <a:pt x="16446" y="2019617"/>
                  </a:lnTo>
                  <a:lnTo>
                    <a:pt x="34290" y="2031650"/>
                  </a:lnTo>
                  <a:lnTo>
                    <a:pt x="56134" y="2036064"/>
                  </a:lnTo>
                  <a:lnTo>
                    <a:pt x="1544066" y="2036064"/>
                  </a:lnTo>
                  <a:lnTo>
                    <a:pt x="1565910" y="2031650"/>
                  </a:lnTo>
                  <a:lnTo>
                    <a:pt x="1583753" y="2019617"/>
                  </a:lnTo>
                  <a:lnTo>
                    <a:pt x="1595786" y="2001774"/>
                  </a:lnTo>
                  <a:lnTo>
                    <a:pt x="1600200" y="1979930"/>
                  </a:lnTo>
                  <a:lnTo>
                    <a:pt x="1600200" y="56134"/>
                  </a:lnTo>
                  <a:lnTo>
                    <a:pt x="1595786" y="34290"/>
                  </a:lnTo>
                  <a:lnTo>
                    <a:pt x="1583753" y="16446"/>
                  </a:lnTo>
                  <a:lnTo>
                    <a:pt x="1565910" y="4413"/>
                  </a:lnTo>
                  <a:lnTo>
                    <a:pt x="1544066" y="0"/>
                  </a:lnTo>
                  <a:close/>
                </a:path>
              </a:pathLst>
            </a:custGeom>
            <a:solidFill>
              <a:srgbClr val="814600"/>
            </a:solidFill>
          </p:spPr>
          <p:txBody>
            <a:bodyPr wrap="square" lIns="0" tIns="0" rIns="0" bIns="0" rtlCol="0"/>
            <a:lstStyle/>
            <a:p>
              <a:endParaRPr/>
            </a:p>
          </p:txBody>
        </p:sp>
        <p:sp>
          <p:nvSpPr>
            <p:cNvPr id="69" name="object 69"/>
            <p:cNvSpPr/>
            <p:nvPr/>
          </p:nvSpPr>
          <p:spPr>
            <a:xfrm>
              <a:off x="9525761" y="2696717"/>
              <a:ext cx="1600200" cy="2036445"/>
            </a:xfrm>
            <a:custGeom>
              <a:avLst/>
              <a:gdLst/>
              <a:ahLst/>
              <a:cxnLst/>
              <a:rect l="l" t="t" r="r" b="b"/>
              <a:pathLst>
                <a:path w="1600200" h="2036445">
                  <a:moveTo>
                    <a:pt x="0" y="56134"/>
                  </a:moveTo>
                  <a:lnTo>
                    <a:pt x="4413" y="34289"/>
                  </a:lnTo>
                  <a:lnTo>
                    <a:pt x="16446" y="16446"/>
                  </a:lnTo>
                  <a:lnTo>
                    <a:pt x="34289" y="4413"/>
                  </a:lnTo>
                  <a:lnTo>
                    <a:pt x="56134" y="0"/>
                  </a:lnTo>
                  <a:lnTo>
                    <a:pt x="1544066" y="0"/>
                  </a:lnTo>
                  <a:lnTo>
                    <a:pt x="1565910" y="4413"/>
                  </a:lnTo>
                  <a:lnTo>
                    <a:pt x="1583753" y="16446"/>
                  </a:lnTo>
                  <a:lnTo>
                    <a:pt x="1595786" y="34290"/>
                  </a:lnTo>
                  <a:lnTo>
                    <a:pt x="1600200" y="56134"/>
                  </a:lnTo>
                  <a:lnTo>
                    <a:pt x="1600200" y="1979930"/>
                  </a:lnTo>
                  <a:lnTo>
                    <a:pt x="1595786" y="2001774"/>
                  </a:lnTo>
                  <a:lnTo>
                    <a:pt x="1583753" y="2019617"/>
                  </a:lnTo>
                  <a:lnTo>
                    <a:pt x="1565910" y="2031650"/>
                  </a:lnTo>
                  <a:lnTo>
                    <a:pt x="1544066" y="2036064"/>
                  </a:lnTo>
                  <a:lnTo>
                    <a:pt x="56134" y="2036064"/>
                  </a:lnTo>
                  <a:lnTo>
                    <a:pt x="34290" y="2031650"/>
                  </a:lnTo>
                  <a:lnTo>
                    <a:pt x="16446" y="2019617"/>
                  </a:lnTo>
                  <a:lnTo>
                    <a:pt x="4413" y="2001774"/>
                  </a:lnTo>
                  <a:lnTo>
                    <a:pt x="0" y="1979930"/>
                  </a:lnTo>
                  <a:lnTo>
                    <a:pt x="0" y="56134"/>
                  </a:lnTo>
                  <a:close/>
                </a:path>
              </a:pathLst>
            </a:custGeom>
            <a:ln w="3175">
              <a:solidFill>
                <a:srgbClr val="FF8E01"/>
              </a:solidFill>
            </a:ln>
          </p:spPr>
          <p:txBody>
            <a:bodyPr wrap="square" lIns="0" tIns="0" rIns="0" bIns="0" rtlCol="0"/>
            <a:lstStyle/>
            <a:p>
              <a:endParaRPr/>
            </a:p>
          </p:txBody>
        </p:sp>
        <p:sp>
          <p:nvSpPr>
            <p:cNvPr id="70" name="object 70"/>
            <p:cNvSpPr/>
            <p:nvPr/>
          </p:nvSpPr>
          <p:spPr>
            <a:xfrm>
              <a:off x="9581387" y="4148327"/>
              <a:ext cx="1506474" cy="454913"/>
            </a:xfrm>
            <a:prstGeom prst="rect">
              <a:avLst/>
            </a:prstGeom>
            <a:blipFill>
              <a:blip r:embed="rId28" cstate="print"/>
              <a:stretch>
                <a:fillRect/>
              </a:stretch>
            </a:blipFill>
          </p:spPr>
          <p:txBody>
            <a:bodyPr wrap="square" lIns="0" tIns="0" rIns="0" bIns="0" rtlCol="0"/>
            <a:lstStyle/>
            <a:p>
              <a:endParaRPr/>
            </a:p>
          </p:txBody>
        </p:sp>
      </p:grpSp>
      <p:sp>
        <p:nvSpPr>
          <p:cNvPr id="71" name="object 71"/>
          <p:cNvSpPr txBox="1"/>
          <p:nvPr/>
        </p:nvSpPr>
        <p:spPr>
          <a:xfrm>
            <a:off x="9709404" y="4199077"/>
            <a:ext cx="1247775" cy="269240"/>
          </a:xfrm>
          <a:prstGeom prst="rect">
            <a:avLst/>
          </a:prstGeom>
        </p:spPr>
        <p:txBody>
          <a:bodyPr vert="horz" wrap="square" lIns="0" tIns="12065" rIns="0" bIns="0" rtlCol="0">
            <a:spAutoFit/>
          </a:bodyPr>
          <a:lstStyle/>
          <a:p>
            <a:pPr>
              <a:lnSpc>
                <a:spcPct val="100000"/>
              </a:lnSpc>
              <a:spcBef>
                <a:spcPts val="95"/>
              </a:spcBef>
            </a:pPr>
            <a:r>
              <a:rPr sz="1600" b="1" spc="-10" dirty="0">
                <a:solidFill>
                  <a:srgbClr val="FFFFFF"/>
                </a:solidFill>
                <a:latin typeface="Arial"/>
                <a:cs typeface="Arial"/>
              </a:rPr>
              <a:t>Environment</a:t>
            </a:r>
            <a:endParaRPr sz="1600">
              <a:latin typeface="Arial"/>
              <a:cs typeface="Arial"/>
            </a:endParaRPr>
          </a:p>
        </p:txBody>
      </p:sp>
      <p:grpSp>
        <p:nvGrpSpPr>
          <p:cNvPr id="72" name="object 72"/>
          <p:cNvGrpSpPr/>
          <p:nvPr/>
        </p:nvGrpSpPr>
        <p:grpSpPr>
          <a:xfrm>
            <a:off x="6447853" y="1488947"/>
            <a:ext cx="3909695" cy="4033520"/>
            <a:chOff x="6447853" y="1488947"/>
            <a:chExt cx="3909695" cy="4033520"/>
          </a:xfrm>
        </p:grpSpPr>
        <p:sp>
          <p:nvSpPr>
            <p:cNvPr id="73" name="object 73"/>
            <p:cNvSpPr/>
            <p:nvPr/>
          </p:nvSpPr>
          <p:spPr>
            <a:xfrm>
              <a:off x="6448805" y="4813300"/>
              <a:ext cx="122554" cy="304164"/>
            </a:xfrm>
            <a:prstGeom prst="rect">
              <a:avLst/>
            </a:prstGeom>
            <a:blipFill>
              <a:blip r:embed="rId29" cstate="print"/>
              <a:stretch>
                <a:fillRect/>
              </a:stretch>
            </a:blipFill>
          </p:spPr>
          <p:txBody>
            <a:bodyPr wrap="square" lIns="0" tIns="0" rIns="0" bIns="0" rtlCol="0"/>
            <a:lstStyle/>
            <a:p>
              <a:endParaRPr/>
            </a:p>
          </p:txBody>
        </p:sp>
        <p:sp>
          <p:nvSpPr>
            <p:cNvPr id="74" name="object 74"/>
            <p:cNvSpPr/>
            <p:nvPr/>
          </p:nvSpPr>
          <p:spPr>
            <a:xfrm>
              <a:off x="6509765" y="4767833"/>
              <a:ext cx="3846829" cy="753745"/>
            </a:xfrm>
            <a:custGeom>
              <a:avLst/>
              <a:gdLst/>
              <a:ahLst/>
              <a:cxnLst/>
              <a:rect l="l" t="t" r="r" b="b"/>
              <a:pathLst>
                <a:path w="3846829" h="753745">
                  <a:moveTo>
                    <a:pt x="0" y="751967"/>
                  </a:moveTo>
                  <a:lnTo>
                    <a:pt x="0" y="295656"/>
                  </a:lnTo>
                </a:path>
                <a:path w="3846829" h="753745">
                  <a:moveTo>
                    <a:pt x="3846576" y="753237"/>
                  </a:moveTo>
                  <a:lnTo>
                    <a:pt x="3846576" y="0"/>
                  </a:lnTo>
                </a:path>
              </a:pathLst>
            </a:custGeom>
            <a:ln w="3175">
              <a:solidFill>
                <a:srgbClr val="FFFFFF"/>
              </a:solidFill>
            </a:ln>
          </p:spPr>
          <p:txBody>
            <a:bodyPr wrap="square" lIns="0" tIns="0" rIns="0" bIns="0" rtlCol="0"/>
            <a:lstStyle/>
            <a:p>
              <a:endParaRPr/>
            </a:p>
          </p:txBody>
        </p:sp>
        <p:sp>
          <p:nvSpPr>
            <p:cNvPr id="75" name="object 75"/>
            <p:cNvSpPr/>
            <p:nvPr/>
          </p:nvSpPr>
          <p:spPr>
            <a:xfrm>
              <a:off x="6508241" y="5520689"/>
              <a:ext cx="3848100" cy="0"/>
            </a:xfrm>
            <a:custGeom>
              <a:avLst/>
              <a:gdLst/>
              <a:ahLst/>
              <a:cxnLst/>
              <a:rect l="l" t="t" r="r" b="b"/>
              <a:pathLst>
                <a:path w="3848100">
                  <a:moveTo>
                    <a:pt x="3847846" y="0"/>
                  </a:moveTo>
                  <a:lnTo>
                    <a:pt x="0" y="0"/>
                  </a:lnTo>
                </a:path>
              </a:pathLst>
            </a:custGeom>
            <a:ln w="3175">
              <a:solidFill>
                <a:srgbClr val="FFFFFF"/>
              </a:solidFill>
            </a:ln>
          </p:spPr>
          <p:txBody>
            <a:bodyPr wrap="square" lIns="0" tIns="0" rIns="0" bIns="0" rtlCol="0"/>
            <a:lstStyle/>
            <a:p>
              <a:endParaRPr/>
            </a:p>
          </p:txBody>
        </p:sp>
        <p:sp>
          <p:nvSpPr>
            <p:cNvPr id="76" name="object 76"/>
            <p:cNvSpPr/>
            <p:nvPr/>
          </p:nvSpPr>
          <p:spPr>
            <a:xfrm>
              <a:off x="10232262" y="2339466"/>
              <a:ext cx="122554" cy="304165"/>
            </a:xfrm>
            <a:prstGeom prst="rect">
              <a:avLst/>
            </a:prstGeom>
            <a:blipFill>
              <a:blip r:embed="rId30" cstate="print"/>
              <a:stretch>
                <a:fillRect/>
              </a:stretch>
            </a:blipFill>
          </p:spPr>
          <p:txBody>
            <a:bodyPr wrap="square" lIns="0" tIns="0" rIns="0" bIns="0" rtlCol="0"/>
            <a:lstStyle/>
            <a:p>
              <a:endParaRPr/>
            </a:p>
          </p:txBody>
        </p:sp>
        <p:sp>
          <p:nvSpPr>
            <p:cNvPr id="77" name="object 77"/>
            <p:cNvSpPr/>
            <p:nvPr/>
          </p:nvSpPr>
          <p:spPr>
            <a:xfrm>
              <a:off x="6448805" y="1937765"/>
              <a:ext cx="3846829" cy="753745"/>
            </a:xfrm>
            <a:custGeom>
              <a:avLst/>
              <a:gdLst/>
              <a:ahLst/>
              <a:cxnLst/>
              <a:rect l="l" t="t" r="r" b="b"/>
              <a:pathLst>
                <a:path w="3846829" h="753744">
                  <a:moveTo>
                    <a:pt x="3846576" y="0"/>
                  </a:moveTo>
                  <a:lnTo>
                    <a:pt x="3846576" y="456311"/>
                  </a:lnTo>
                </a:path>
                <a:path w="3846829" h="753744">
                  <a:moveTo>
                    <a:pt x="0" y="0"/>
                  </a:moveTo>
                  <a:lnTo>
                    <a:pt x="0" y="753237"/>
                  </a:lnTo>
                </a:path>
              </a:pathLst>
            </a:custGeom>
            <a:ln w="3175">
              <a:solidFill>
                <a:srgbClr val="FFFFFF"/>
              </a:solidFill>
            </a:ln>
          </p:spPr>
          <p:txBody>
            <a:bodyPr wrap="square" lIns="0" tIns="0" rIns="0" bIns="0" rtlCol="0"/>
            <a:lstStyle/>
            <a:p>
              <a:endParaRPr/>
            </a:p>
          </p:txBody>
        </p:sp>
        <p:sp>
          <p:nvSpPr>
            <p:cNvPr id="78" name="object 78"/>
            <p:cNvSpPr/>
            <p:nvPr/>
          </p:nvSpPr>
          <p:spPr>
            <a:xfrm>
              <a:off x="6448805" y="1937765"/>
              <a:ext cx="3848100" cy="0"/>
            </a:xfrm>
            <a:custGeom>
              <a:avLst/>
              <a:gdLst/>
              <a:ahLst/>
              <a:cxnLst/>
              <a:rect l="l" t="t" r="r" b="b"/>
              <a:pathLst>
                <a:path w="3848100">
                  <a:moveTo>
                    <a:pt x="0" y="0"/>
                  </a:moveTo>
                  <a:lnTo>
                    <a:pt x="3847846" y="0"/>
                  </a:lnTo>
                </a:path>
              </a:pathLst>
            </a:custGeom>
            <a:ln w="3175">
              <a:solidFill>
                <a:srgbClr val="FFFFFF"/>
              </a:solidFill>
            </a:ln>
          </p:spPr>
          <p:txBody>
            <a:bodyPr wrap="square" lIns="0" tIns="0" rIns="0" bIns="0" rtlCol="0"/>
            <a:lstStyle/>
            <a:p>
              <a:endParaRPr/>
            </a:p>
          </p:txBody>
        </p:sp>
        <p:sp>
          <p:nvSpPr>
            <p:cNvPr id="79" name="object 79"/>
            <p:cNvSpPr/>
            <p:nvPr/>
          </p:nvSpPr>
          <p:spPr>
            <a:xfrm>
              <a:off x="7839455" y="1488947"/>
              <a:ext cx="1143761" cy="567689"/>
            </a:xfrm>
            <a:prstGeom prst="rect">
              <a:avLst/>
            </a:prstGeom>
            <a:blipFill>
              <a:blip r:embed="rId31" cstate="print"/>
              <a:stretch>
                <a:fillRect/>
              </a:stretch>
            </a:blipFill>
          </p:spPr>
          <p:txBody>
            <a:bodyPr wrap="square" lIns="0" tIns="0" rIns="0" bIns="0" rtlCol="0"/>
            <a:lstStyle/>
            <a:p>
              <a:endParaRPr/>
            </a:p>
          </p:txBody>
        </p:sp>
      </p:grpSp>
      <p:sp>
        <p:nvSpPr>
          <p:cNvPr id="80" name="object 80"/>
          <p:cNvSpPr txBox="1"/>
          <p:nvPr/>
        </p:nvSpPr>
        <p:spPr>
          <a:xfrm>
            <a:off x="8000365" y="1556131"/>
            <a:ext cx="817880" cy="330835"/>
          </a:xfrm>
          <a:prstGeom prst="rect">
            <a:avLst/>
          </a:prstGeom>
        </p:spPr>
        <p:txBody>
          <a:bodyPr vert="horz" wrap="square" lIns="0" tIns="13335" rIns="0" bIns="0" rtlCol="0">
            <a:spAutoFit/>
          </a:bodyPr>
          <a:lstStyle/>
          <a:p>
            <a:pPr>
              <a:lnSpc>
                <a:spcPct val="100000"/>
              </a:lnSpc>
              <a:spcBef>
                <a:spcPts val="105"/>
              </a:spcBef>
            </a:pPr>
            <a:r>
              <a:rPr sz="2000" b="1" dirty="0">
                <a:solidFill>
                  <a:srgbClr val="FFFFFF"/>
                </a:solidFill>
                <a:latin typeface="Gothic Uralic"/>
                <a:cs typeface="Gothic Uralic"/>
              </a:rPr>
              <a:t>Action</a:t>
            </a:r>
            <a:endParaRPr sz="2000">
              <a:latin typeface="Gothic Uralic"/>
              <a:cs typeface="Gothic Uralic"/>
            </a:endParaRPr>
          </a:p>
        </p:txBody>
      </p:sp>
      <p:sp>
        <p:nvSpPr>
          <p:cNvPr id="81" name="object 81"/>
          <p:cNvSpPr/>
          <p:nvPr/>
        </p:nvSpPr>
        <p:spPr>
          <a:xfrm>
            <a:off x="7397495" y="5495544"/>
            <a:ext cx="2027681" cy="567690"/>
          </a:xfrm>
          <a:prstGeom prst="rect">
            <a:avLst/>
          </a:prstGeom>
          <a:blipFill>
            <a:blip r:embed="rId32" cstate="print"/>
            <a:stretch>
              <a:fillRect/>
            </a:stretch>
          </a:blipFill>
        </p:spPr>
        <p:txBody>
          <a:bodyPr wrap="square" lIns="0" tIns="0" rIns="0" bIns="0" rtlCol="0"/>
          <a:lstStyle/>
          <a:p>
            <a:endParaRPr/>
          </a:p>
        </p:txBody>
      </p:sp>
      <p:sp>
        <p:nvSpPr>
          <p:cNvPr id="82" name="object 82"/>
          <p:cNvSpPr txBox="1"/>
          <p:nvPr/>
        </p:nvSpPr>
        <p:spPr>
          <a:xfrm>
            <a:off x="7558151" y="5563006"/>
            <a:ext cx="1701164" cy="330835"/>
          </a:xfrm>
          <a:prstGeom prst="rect">
            <a:avLst/>
          </a:prstGeom>
        </p:spPr>
        <p:txBody>
          <a:bodyPr vert="horz" wrap="square" lIns="0" tIns="12700" rIns="0" bIns="0" rtlCol="0">
            <a:spAutoFit/>
          </a:bodyPr>
          <a:lstStyle/>
          <a:p>
            <a:pPr>
              <a:lnSpc>
                <a:spcPct val="100000"/>
              </a:lnSpc>
              <a:spcBef>
                <a:spcPts val="100"/>
              </a:spcBef>
            </a:pPr>
            <a:r>
              <a:rPr sz="2000" b="1" spc="-5" dirty="0">
                <a:solidFill>
                  <a:srgbClr val="FFFFFF"/>
                </a:solidFill>
                <a:latin typeface="Gothic Uralic"/>
                <a:cs typeface="Gothic Uralic"/>
              </a:rPr>
              <a:t>State,</a:t>
            </a:r>
            <a:r>
              <a:rPr sz="2000" b="1" spc="-60" dirty="0">
                <a:solidFill>
                  <a:srgbClr val="FFFFFF"/>
                </a:solidFill>
                <a:latin typeface="Gothic Uralic"/>
                <a:cs typeface="Gothic Uralic"/>
              </a:rPr>
              <a:t> </a:t>
            </a:r>
            <a:r>
              <a:rPr sz="2000" b="1" spc="-5" dirty="0">
                <a:solidFill>
                  <a:srgbClr val="FFFFFF"/>
                </a:solidFill>
                <a:latin typeface="Gothic Uralic"/>
                <a:cs typeface="Gothic Uralic"/>
              </a:rPr>
              <a:t>Reward</a:t>
            </a:r>
            <a:endParaRPr sz="2000">
              <a:latin typeface="Gothic Uralic"/>
              <a:cs typeface="Gothic Uralic"/>
            </a:endParaRPr>
          </a:p>
        </p:txBody>
      </p:sp>
      <p:grpSp>
        <p:nvGrpSpPr>
          <p:cNvPr id="83" name="object 83"/>
          <p:cNvGrpSpPr/>
          <p:nvPr/>
        </p:nvGrpSpPr>
        <p:grpSpPr>
          <a:xfrm>
            <a:off x="1869948" y="1591055"/>
            <a:ext cx="8831580" cy="2338070"/>
            <a:chOff x="1869948" y="1591055"/>
            <a:chExt cx="8831580" cy="2338070"/>
          </a:xfrm>
        </p:grpSpPr>
        <p:sp>
          <p:nvSpPr>
            <p:cNvPr id="84" name="object 84"/>
            <p:cNvSpPr/>
            <p:nvPr/>
          </p:nvSpPr>
          <p:spPr>
            <a:xfrm>
              <a:off x="6016841" y="3133343"/>
              <a:ext cx="622300" cy="347980"/>
            </a:xfrm>
            <a:custGeom>
              <a:avLst/>
              <a:gdLst/>
              <a:ahLst/>
              <a:cxnLst/>
              <a:rect l="l" t="t" r="r" b="b"/>
              <a:pathLst>
                <a:path w="622300" h="347979">
                  <a:moveTo>
                    <a:pt x="283324" y="248196"/>
                  </a:moveTo>
                  <a:lnTo>
                    <a:pt x="282778" y="241541"/>
                  </a:lnTo>
                  <a:lnTo>
                    <a:pt x="280301" y="235737"/>
                  </a:lnTo>
                  <a:lnTo>
                    <a:pt x="276136" y="231521"/>
                  </a:lnTo>
                  <a:lnTo>
                    <a:pt x="261023" y="221996"/>
                  </a:lnTo>
                  <a:lnTo>
                    <a:pt x="252590" y="214033"/>
                  </a:lnTo>
                  <a:lnTo>
                    <a:pt x="249783" y="204965"/>
                  </a:lnTo>
                  <a:lnTo>
                    <a:pt x="252590" y="195872"/>
                  </a:lnTo>
                  <a:lnTo>
                    <a:pt x="261023" y="187833"/>
                  </a:lnTo>
                  <a:lnTo>
                    <a:pt x="273850" y="179832"/>
                  </a:lnTo>
                  <a:lnTo>
                    <a:pt x="278917" y="175107"/>
                  </a:lnTo>
                  <a:lnTo>
                    <a:pt x="282117" y="168884"/>
                  </a:lnTo>
                  <a:lnTo>
                    <a:pt x="283146" y="161937"/>
                  </a:lnTo>
                  <a:lnTo>
                    <a:pt x="281724" y="155067"/>
                  </a:lnTo>
                  <a:lnTo>
                    <a:pt x="280644" y="152400"/>
                  </a:lnTo>
                  <a:lnTo>
                    <a:pt x="275882" y="140589"/>
                  </a:lnTo>
                  <a:lnTo>
                    <a:pt x="272199" y="134759"/>
                  </a:lnTo>
                  <a:lnTo>
                    <a:pt x="269557" y="132537"/>
                  </a:lnTo>
                  <a:lnTo>
                    <a:pt x="267119" y="130467"/>
                  </a:lnTo>
                  <a:lnTo>
                    <a:pt x="261264" y="128130"/>
                  </a:lnTo>
                  <a:lnTo>
                    <a:pt x="255308" y="128143"/>
                  </a:lnTo>
                  <a:lnTo>
                    <a:pt x="238036" y="132207"/>
                  </a:lnTo>
                  <a:lnTo>
                    <a:pt x="226441" y="132537"/>
                  </a:lnTo>
                  <a:lnTo>
                    <a:pt x="218071" y="128079"/>
                  </a:lnTo>
                  <a:lnTo>
                    <a:pt x="213690" y="119697"/>
                  </a:lnTo>
                  <a:lnTo>
                    <a:pt x="214033" y="108077"/>
                  </a:lnTo>
                  <a:lnTo>
                    <a:pt x="216763" y="96202"/>
                  </a:lnTo>
                  <a:lnTo>
                    <a:pt x="217462" y="93218"/>
                  </a:lnTo>
                  <a:lnTo>
                    <a:pt x="217741" y="86258"/>
                  </a:lnTo>
                  <a:lnTo>
                    <a:pt x="215595" y="79565"/>
                  </a:lnTo>
                  <a:lnTo>
                    <a:pt x="211442" y="73939"/>
                  </a:lnTo>
                  <a:lnTo>
                    <a:pt x="205651" y="70104"/>
                  </a:lnTo>
                  <a:lnTo>
                    <a:pt x="193967" y="65290"/>
                  </a:lnTo>
                  <a:lnTo>
                    <a:pt x="193967" y="204978"/>
                  </a:lnTo>
                  <a:lnTo>
                    <a:pt x="189788" y="225412"/>
                  </a:lnTo>
                  <a:lnTo>
                    <a:pt x="178562" y="242125"/>
                  </a:lnTo>
                  <a:lnTo>
                    <a:pt x="161963" y="253415"/>
                  </a:lnTo>
                  <a:lnTo>
                    <a:pt x="141643" y="257556"/>
                  </a:lnTo>
                  <a:lnTo>
                    <a:pt x="121221" y="253415"/>
                  </a:lnTo>
                  <a:lnTo>
                    <a:pt x="104622" y="242176"/>
                  </a:lnTo>
                  <a:lnTo>
                    <a:pt x="93421" y="225463"/>
                  </a:lnTo>
                  <a:lnTo>
                    <a:pt x="89319" y="204965"/>
                  </a:lnTo>
                  <a:lnTo>
                    <a:pt x="93421" y="184505"/>
                  </a:lnTo>
                  <a:lnTo>
                    <a:pt x="104622" y="167792"/>
                  </a:lnTo>
                  <a:lnTo>
                    <a:pt x="121246" y="156527"/>
                  </a:lnTo>
                  <a:lnTo>
                    <a:pt x="141643" y="152400"/>
                  </a:lnTo>
                  <a:lnTo>
                    <a:pt x="161975" y="156527"/>
                  </a:lnTo>
                  <a:lnTo>
                    <a:pt x="178612" y="167792"/>
                  </a:lnTo>
                  <a:lnTo>
                    <a:pt x="189839" y="184505"/>
                  </a:lnTo>
                  <a:lnTo>
                    <a:pt x="193967" y="204978"/>
                  </a:lnTo>
                  <a:lnTo>
                    <a:pt x="193967" y="65290"/>
                  </a:lnTo>
                  <a:lnTo>
                    <a:pt x="191173" y="64135"/>
                  </a:lnTo>
                  <a:lnTo>
                    <a:pt x="184531" y="62534"/>
                  </a:lnTo>
                  <a:lnTo>
                    <a:pt x="177927" y="63093"/>
                  </a:lnTo>
                  <a:lnTo>
                    <a:pt x="172123" y="65608"/>
                  </a:lnTo>
                  <a:lnTo>
                    <a:pt x="167932" y="69850"/>
                  </a:lnTo>
                  <a:lnTo>
                    <a:pt x="158661" y="84963"/>
                  </a:lnTo>
                  <a:lnTo>
                    <a:pt x="150698" y="93395"/>
                  </a:lnTo>
                  <a:lnTo>
                    <a:pt x="141655" y="96202"/>
                  </a:lnTo>
                  <a:lnTo>
                    <a:pt x="132638" y="93395"/>
                  </a:lnTo>
                  <a:lnTo>
                    <a:pt x="124752" y="84963"/>
                  </a:lnTo>
                  <a:lnTo>
                    <a:pt x="116624" y="72009"/>
                  </a:lnTo>
                  <a:lnTo>
                    <a:pt x="111887" y="66941"/>
                  </a:lnTo>
                  <a:lnTo>
                    <a:pt x="105676" y="63741"/>
                  </a:lnTo>
                  <a:lnTo>
                    <a:pt x="98780" y="62712"/>
                  </a:lnTo>
                  <a:lnTo>
                    <a:pt x="91986" y="64135"/>
                  </a:lnTo>
                  <a:lnTo>
                    <a:pt x="77635" y="70104"/>
                  </a:lnTo>
                  <a:lnTo>
                    <a:pt x="71793" y="73736"/>
                  </a:lnTo>
                  <a:lnTo>
                    <a:pt x="67500" y="78828"/>
                  </a:lnTo>
                  <a:lnTo>
                    <a:pt x="65163" y="84696"/>
                  </a:lnTo>
                  <a:lnTo>
                    <a:pt x="65189" y="90678"/>
                  </a:lnTo>
                  <a:lnTo>
                    <a:pt x="69253" y="108077"/>
                  </a:lnTo>
                  <a:lnTo>
                    <a:pt x="69583" y="119697"/>
                  </a:lnTo>
                  <a:lnTo>
                    <a:pt x="65201" y="128079"/>
                  </a:lnTo>
                  <a:lnTo>
                    <a:pt x="56832" y="132473"/>
                  </a:lnTo>
                  <a:lnTo>
                    <a:pt x="45250" y="132080"/>
                  </a:lnTo>
                  <a:lnTo>
                    <a:pt x="30518" y="128651"/>
                  </a:lnTo>
                  <a:lnTo>
                    <a:pt x="23558" y="128447"/>
                  </a:lnTo>
                  <a:lnTo>
                    <a:pt x="0" y="161836"/>
                  </a:lnTo>
                  <a:lnTo>
                    <a:pt x="546" y="168465"/>
                  </a:lnTo>
                  <a:lnTo>
                    <a:pt x="2984" y="174256"/>
                  </a:lnTo>
                  <a:lnTo>
                    <a:pt x="7150" y="178435"/>
                  </a:lnTo>
                  <a:lnTo>
                    <a:pt x="22263" y="187833"/>
                  </a:lnTo>
                  <a:lnTo>
                    <a:pt x="30683" y="195872"/>
                  </a:lnTo>
                  <a:lnTo>
                    <a:pt x="33489" y="204978"/>
                  </a:lnTo>
                  <a:lnTo>
                    <a:pt x="30683" y="214033"/>
                  </a:lnTo>
                  <a:lnTo>
                    <a:pt x="22263" y="221996"/>
                  </a:lnTo>
                  <a:lnTo>
                    <a:pt x="9436" y="230124"/>
                  </a:lnTo>
                  <a:lnTo>
                    <a:pt x="4381" y="234873"/>
                  </a:lnTo>
                  <a:lnTo>
                    <a:pt x="1206" y="241134"/>
                  </a:lnTo>
                  <a:lnTo>
                    <a:pt x="177" y="248081"/>
                  </a:lnTo>
                  <a:lnTo>
                    <a:pt x="1562" y="254889"/>
                  </a:lnTo>
                  <a:lnTo>
                    <a:pt x="7531" y="269367"/>
                  </a:lnTo>
                  <a:lnTo>
                    <a:pt x="11125" y="275209"/>
                  </a:lnTo>
                  <a:lnTo>
                    <a:pt x="16179" y="279501"/>
                  </a:lnTo>
                  <a:lnTo>
                    <a:pt x="22009" y="281838"/>
                  </a:lnTo>
                  <a:lnTo>
                    <a:pt x="27978" y="281813"/>
                  </a:lnTo>
                  <a:lnTo>
                    <a:pt x="45250" y="277749"/>
                  </a:lnTo>
                  <a:lnTo>
                    <a:pt x="56832" y="277431"/>
                  </a:lnTo>
                  <a:lnTo>
                    <a:pt x="65201" y="281863"/>
                  </a:lnTo>
                  <a:lnTo>
                    <a:pt x="69583" y="290271"/>
                  </a:lnTo>
                  <a:lnTo>
                    <a:pt x="69253" y="301879"/>
                  </a:lnTo>
                  <a:lnTo>
                    <a:pt x="65824" y="316738"/>
                  </a:lnTo>
                  <a:lnTo>
                    <a:pt x="65532" y="323710"/>
                  </a:lnTo>
                  <a:lnTo>
                    <a:pt x="98679" y="347433"/>
                  </a:lnTo>
                  <a:lnTo>
                    <a:pt x="105308" y="346875"/>
                  </a:lnTo>
                  <a:lnTo>
                    <a:pt x="111086" y="344360"/>
                  </a:lnTo>
                  <a:lnTo>
                    <a:pt x="115227" y="340106"/>
                  </a:lnTo>
                  <a:lnTo>
                    <a:pt x="124752" y="324993"/>
                  </a:lnTo>
                  <a:lnTo>
                    <a:pt x="132638" y="316496"/>
                  </a:lnTo>
                  <a:lnTo>
                    <a:pt x="141655" y="313664"/>
                  </a:lnTo>
                  <a:lnTo>
                    <a:pt x="150698" y="316496"/>
                  </a:lnTo>
                  <a:lnTo>
                    <a:pt x="158661" y="324993"/>
                  </a:lnTo>
                  <a:lnTo>
                    <a:pt x="166662" y="337947"/>
                  </a:lnTo>
                  <a:lnTo>
                    <a:pt x="171323" y="343001"/>
                  </a:lnTo>
                  <a:lnTo>
                    <a:pt x="177533" y="346176"/>
                  </a:lnTo>
                  <a:lnTo>
                    <a:pt x="184429" y="347205"/>
                  </a:lnTo>
                  <a:lnTo>
                    <a:pt x="191173" y="345821"/>
                  </a:lnTo>
                  <a:lnTo>
                    <a:pt x="205651" y="339852"/>
                  </a:lnTo>
                  <a:lnTo>
                    <a:pt x="211480" y="336232"/>
                  </a:lnTo>
                  <a:lnTo>
                    <a:pt x="215773" y="331139"/>
                  </a:lnTo>
                  <a:lnTo>
                    <a:pt x="218109" y="325272"/>
                  </a:lnTo>
                  <a:lnTo>
                    <a:pt x="218097" y="319278"/>
                  </a:lnTo>
                  <a:lnTo>
                    <a:pt x="216776" y="313664"/>
                  </a:lnTo>
                  <a:lnTo>
                    <a:pt x="214033" y="301879"/>
                  </a:lnTo>
                  <a:lnTo>
                    <a:pt x="213690" y="290271"/>
                  </a:lnTo>
                  <a:lnTo>
                    <a:pt x="218071" y="281863"/>
                  </a:lnTo>
                  <a:lnTo>
                    <a:pt x="226441" y="277431"/>
                  </a:lnTo>
                  <a:lnTo>
                    <a:pt x="238036" y="277749"/>
                  </a:lnTo>
                  <a:lnTo>
                    <a:pt x="252768" y="281178"/>
                  </a:lnTo>
                  <a:lnTo>
                    <a:pt x="259651" y="281457"/>
                  </a:lnTo>
                  <a:lnTo>
                    <a:pt x="266306" y="279311"/>
                  </a:lnTo>
                  <a:lnTo>
                    <a:pt x="268808" y="277431"/>
                  </a:lnTo>
                  <a:lnTo>
                    <a:pt x="271919" y="275107"/>
                  </a:lnTo>
                  <a:lnTo>
                    <a:pt x="275755" y="269240"/>
                  </a:lnTo>
                  <a:lnTo>
                    <a:pt x="280606" y="257556"/>
                  </a:lnTo>
                  <a:lnTo>
                    <a:pt x="281724" y="254889"/>
                  </a:lnTo>
                  <a:lnTo>
                    <a:pt x="283324" y="248196"/>
                  </a:lnTo>
                  <a:close/>
                </a:path>
                <a:path w="622300" h="347979">
                  <a:moveTo>
                    <a:pt x="621703" y="143510"/>
                  </a:moveTo>
                  <a:lnTo>
                    <a:pt x="614832" y="135382"/>
                  </a:lnTo>
                  <a:lnTo>
                    <a:pt x="606336" y="133985"/>
                  </a:lnTo>
                  <a:lnTo>
                    <a:pt x="606082" y="133858"/>
                  </a:lnTo>
                  <a:lnTo>
                    <a:pt x="586778" y="130683"/>
                  </a:lnTo>
                  <a:lnTo>
                    <a:pt x="574852" y="126187"/>
                  </a:lnTo>
                  <a:lnTo>
                    <a:pt x="568172" y="118186"/>
                  </a:lnTo>
                  <a:lnTo>
                    <a:pt x="567194" y="107797"/>
                  </a:lnTo>
                  <a:lnTo>
                    <a:pt x="570661" y="100076"/>
                  </a:lnTo>
                  <a:lnTo>
                    <a:pt x="572427" y="96139"/>
                  </a:lnTo>
                  <a:lnTo>
                    <a:pt x="583984" y="80010"/>
                  </a:lnTo>
                  <a:lnTo>
                    <a:pt x="586613" y="74218"/>
                  </a:lnTo>
                  <a:lnTo>
                    <a:pt x="587108" y="67805"/>
                  </a:lnTo>
                  <a:lnTo>
                    <a:pt x="585533" y="61569"/>
                  </a:lnTo>
                  <a:lnTo>
                    <a:pt x="581952" y="56261"/>
                  </a:lnTo>
                  <a:lnTo>
                    <a:pt x="580186" y="54521"/>
                  </a:lnTo>
                  <a:lnTo>
                    <a:pt x="565315" y="39751"/>
                  </a:lnTo>
                  <a:lnTo>
                    <a:pt x="560082" y="36169"/>
                  </a:lnTo>
                  <a:lnTo>
                    <a:pt x="553872" y="34594"/>
                  </a:lnTo>
                  <a:lnTo>
                    <a:pt x="547484" y="35090"/>
                  </a:lnTo>
                  <a:lnTo>
                    <a:pt x="541439" y="37846"/>
                  </a:lnTo>
                  <a:lnTo>
                    <a:pt x="525564" y="49276"/>
                  </a:lnTo>
                  <a:lnTo>
                    <a:pt x="521627" y="51054"/>
                  </a:lnTo>
                  <a:lnTo>
                    <a:pt x="521627" y="163830"/>
                  </a:lnTo>
                  <a:lnTo>
                    <a:pt x="516953" y="187833"/>
                  </a:lnTo>
                  <a:lnTo>
                    <a:pt x="502958" y="208915"/>
                  </a:lnTo>
                  <a:lnTo>
                    <a:pt x="481863" y="222923"/>
                  </a:lnTo>
                  <a:lnTo>
                    <a:pt x="457873" y="227584"/>
                  </a:lnTo>
                  <a:lnTo>
                    <a:pt x="433870" y="222923"/>
                  </a:lnTo>
                  <a:lnTo>
                    <a:pt x="412788" y="208915"/>
                  </a:lnTo>
                  <a:lnTo>
                    <a:pt x="398792" y="187833"/>
                  </a:lnTo>
                  <a:lnTo>
                    <a:pt x="394157" y="163830"/>
                  </a:lnTo>
                  <a:lnTo>
                    <a:pt x="398830" y="139839"/>
                  </a:lnTo>
                  <a:lnTo>
                    <a:pt x="433870" y="104749"/>
                  </a:lnTo>
                  <a:lnTo>
                    <a:pt x="481863" y="104749"/>
                  </a:lnTo>
                  <a:lnTo>
                    <a:pt x="516953" y="139839"/>
                  </a:lnTo>
                  <a:lnTo>
                    <a:pt x="521627" y="163830"/>
                  </a:lnTo>
                  <a:lnTo>
                    <a:pt x="521627" y="51054"/>
                  </a:lnTo>
                  <a:lnTo>
                    <a:pt x="513905" y="54521"/>
                  </a:lnTo>
                  <a:lnTo>
                    <a:pt x="503516" y="53581"/>
                  </a:lnTo>
                  <a:lnTo>
                    <a:pt x="495515" y="46901"/>
                  </a:lnTo>
                  <a:lnTo>
                    <a:pt x="491070" y="35090"/>
                  </a:lnTo>
                  <a:lnTo>
                    <a:pt x="490956" y="34594"/>
                  </a:lnTo>
                  <a:lnTo>
                    <a:pt x="486308" y="6985"/>
                  </a:lnTo>
                  <a:lnTo>
                    <a:pt x="478193" y="0"/>
                  </a:lnTo>
                  <a:lnTo>
                    <a:pt x="437553" y="0"/>
                  </a:lnTo>
                  <a:lnTo>
                    <a:pt x="429425" y="6985"/>
                  </a:lnTo>
                  <a:lnTo>
                    <a:pt x="428028" y="15367"/>
                  </a:lnTo>
                  <a:lnTo>
                    <a:pt x="427901" y="15621"/>
                  </a:lnTo>
                  <a:lnTo>
                    <a:pt x="412203" y="53581"/>
                  </a:lnTo>
                  <a:lnTo>
                    <a:pt x="401828" y="54521"/>
                  </a:lnTo>
                  <a:lnTo>
                    <a:pt x="390182" y="49276"/>
                  </a:lnTo>
                  <a:lnTo>
                    <a:pt x="374053" y="37719"/>
                  </a:lnTo>
                  <a:lnTo>
                    <a:pt x="368249" y="35090"/>
                  </a:lnTo>
                  <a:lnTo>
                    <a:pt x="333794" y="56261"/>
                  </a:lnTo>
                  <a:lnTo>
                    <a:pt x="328625" y="67805"/>
                  </a:lnTo>
                  <a:lnTo>
                    <a:pt x="329120" y="74218"/>
                  </a:lnTo>
                  <a:lnTo>
                    <a:pt x="331762" y="80010"/>
                  </a:lnTo>
                  <a:lnTo>
                    <a:pt x="331889" y="80137"/>
                  </a:lnTo>
                  <a:lnTo>
                    <a:pt x="343319" y="96139"/>
                  </a:lnTo>
                  <a:lnTo>
                    <a:pt x="348551" y="107797"/>
                  </a:lnTo>
                  <a:lnTo>
                    <a:pt x="347611" y="118186"/>
                  </a:lnTo>
                  <a:lnTo>
                    <a:pt x="340931" y="126187"/>
                  </a:lnTo>
                  <a:lnTo>
                    <a:pt x="328968" y="130683"/>
                  </a:lnTo>
                  <a:lnTo>
                    <a:pt x="301028" y="135382"/>
                  </a:lnTo>
                  <a:lnTo>
                    <a:pt x="294043" y="143510"/>
                  </a:lnTo>
                  <a:lnTo>
                    <a:pt x="294043" y="184150"/>
                  </a:lnTo>
                  <a:lnTo>
                    <a:pt x="301028" y="192405"/>
                  </a:lnTo>
                  <a:lnTo>
                    <a:pt x="309410" y="193802"/>
                  </a:lnTo>
                  <a:lnTo>
                    <a:pt x="309664" y="193802"/>
                  </a:lnTo>
                  <a:lnTo>
                    <a:pt x="328968" y="196977"/>
                  </a:lnTo>
                  <a:lnTo>
                    <a:pt x="340931" y="201485"/>
                  </a:lnTo>
                  <a:lnTo>
                    <a:pt x="347611" y="209499"/>
                  </a:lnTo>
                  <a:lnTo>
                    <a:pt x="348551" y="219875"/>
                  </a:lnTo>
                  <a:lnTo>
                    <a:pt x="343319" y="231521"/>
                  </a:lnTo>
                  <a:lnTo>
                    <a:pt x="331762" y="247650"/>
                  </a:lnTo>
                  <a:lnTo>
                    <a:pt x="329120" y="253479"/>
                  </a:lnTo>
                  <a:lnTo>
                    <a:pt x="350304" y="288036"/>
                  </a:lnTo>
                  <a:lnTo>
                    <a:pt x="361835" y="293090"/>
                  </a:lnTo>
                  <a:lnTo>
                    <a:pt x="368249" y="292582"/>
                  </a:lnTo>
                  <a:lnTo>
                    <a:pt x="374053" y="289941"/>
                  </a:lnTo>
                  <a:lnTo>
                    <a:pt x="374180" y="289687"/>
                  </a:lnTo>
                  <a:lnTo>
                    <a:pt x="390182" y="278384"/>
                  </a:lnTo>
                  <a:lnTo>
                    <a:pt x="401828" y="273151"/>
                  </a:lnTo>
                  <a:lnTo>
                    <a:pt x="412216" y="274091"/>
                  </a:lnTo>
                  <a:lnTo>
                    <a:pt x="420217" y="280771"/>
                  </a:lnTo>
                  <a:lnTo>
                    <a:pt x="424662" y="292582"/>
                  </a:lnTo>
                  <a:lnTo>
                    <a:pt x="424776" y="293090"/>
                  </a:lnTo>
                  <a:lnTo>
                    <a:pt x="428028" y="312293"/>
                  </a:lnTo>
                  <a:lnTo>
                    <a:pt x="429425" y="320802"/>
                  </a:lnTo>
                  <a:lnTo>
                    <a:pt x="437553" y="327660"/>
                  </a:lnTo>
                  <a:lnTo>
                    <a:pt x="478193" y="327660"/>
                  </a:lnTo>
                  <a:lnTo>
                    <a:pt x="486308" y="320675"/>
                  </a:lnTo>
                  <a:lnTo>
                    <a:pt x="487705" y="312293"/>
                  </a:lnTo>
                  <a:lnTo>
                    <a:pt x="487832" y="312039"/>
                  </a:lnTo>
                  <a:lnTo>
                    <a:pt x="503516" y="274091"/>
                  </a:lnTo>
                  <a:lnTo>
                    <a:pt x="513905" y="273151"/>
                  </a:lnTo>
                  <a:lnTo>
                    <a:pt x="525564" y="278384"/>
                  </a:lnTo>
                  <a:lnTo>
                    <a:pt x="541680" y="289941"/>
                  </a:lnTo>
                  <a:lnTo>
                    <a:pt x="547509" y="292582"/>
                  </a:lnTo>
                  <a:lnTo>
                    <a:pt x="581952" y="271399"/>
                  </a:lnTo>
                  <a:lnTo>
                    <a:pt x="587108" y="259867"/>
                  </a:lnTo>
                  <a:lnTo>
                    <a:pt x="586613" y="253453"/>
                  </a:lnTo>
                  <a:lnTo>
                    <a:pt x="583984" y="247650"/>
                  </a:lnTo>
                  <a:lnTo>
                    <a:pt x="583857" y="247523"/>
                  </a:lnTo>
                  <a:lnTo>
                    <a:pt x="572427" y="231521"/>
                  </a:lnTo>
                  <a:lnTo>
                    <a:pt x="570661" y="227584"/>
                  </a:lnTo>
                  <a:lnTo>
                    <a:pt x="567194" y="219875"/>
                  </a:lnTo>
                  <a:lnTo>
                    <a:pt x="568172" y="209499"/>
                  </a:lnTo>
                  <a:lnTo>
                    <a:pt x="574852" y="201485"/>
                  </a:lnTo>
                  <a:lnTo>
                    <a:pt x="586778" y="196977"/>
                  </a:lnTo>
                  <a:lnTo>
                    <a:pt x="614832" y="192278"/>
                  </a:lnTo>
                  <a:lnTo>
                    <a:pt x="621703" y="184150"/>
                  </a:lnTo>
                  <a:lnTo>
                    <a:pt x="621703" y="143510"/>
                  </a:lnTo>
                  <a:close/>
                </a:path>
              </a:pathLst>
            </a:custGeom>
            <a:solidFill>
              <a:srgbClr val="FFFFFF"/>
            </a:solidFill>
          </p:spPr>
          <p:txBody>
            <a:bodyPr wrap="square" lIns="0" tIns="0" rIns="0" bIns="0" rtlCol="0"/>
            <a:lstStyle/>
            <a:p>
              <a:endParaRPr/>
            </a:p>
          </p:txBody>
        </p:sp>
        <p:sp>
          <p:nvSpPr>
            <p:cNvPr id="85" name="object 85"/>
            <p:cNvSpPr/>
            <p:nvPr/>
          </p:nvSpPr>
          <p:spPr>
            <a:xfrm>
              <a:off x="6149339" y="2958083"/>
              <a:ext cx="245363" cy="245363"/>
            </a:xfrm>
            <a:prstGeom prst="rect">
              <a:avLst/>
            </a:prstGeom>
            <a:blipFill>
              <a:blip r:embed="rId33" cstate="print"/>
              <a:stretch>
                <a:fillRect/>
              </a:stretch>
            </a:blipFill>
          </p:spPr>
          <p:txBody>
            <a:bodyPr wrap="square" lIns="0" tIns="0" rIns="0" bIns="0" rtlCol="0"/>
            <a:lstStyle/>
            <a:p>
              <a:endParaRPr/>
            </a:p>
          </p:txBody>
        </p:sp>
        <p:sp>
          <p:nvSpPr>
            <p:cNvPr id="86" name="object 86"/>
            <p:cNvSpPr/>
            <p:nvPr/>
          </p:nvSpPr>
          <p:spPr>
            <a:xfrm>
              <a:off x="6184392" y="3025139"/>
              <a:ext cx="4517390" cy="904240"/>
            </a:xfrm>
            <a:custGeom>
              <a:avLst/>
              <a:gdLst/>
              <a:ahLst/>
              <a:cxnLst/>
              <a:rect l="l" t="t" r="r" b="b"/>
              <a:pathLst>
                <a:path w="4517390" h="904239">
                  <a:moveTo>
                    <a:pt x="758952" y="499110"/>
                  </a:moveTo>
                  <a:lnTo>
                    <a:pt x="753237" y="488442"/>
                  </a:lnTo>
                  <a:lnTo>
                    <a:pt x="729373" y="455396"/>
                  </a:lnTo>
                  <a:lnTo>
                    <a:pt x="701522" y="424091"/>
                  </a:lnTo>
                  <a:lnTo>
                    <a:pt x="678421" y="390829"/>
                  </a:lnTo>
                  <a:lnTo>
                    <a:pt x="668782" y="351917"/>
                  </a:lnTo>
                  <a:lnTo>
                    <a:pt x="671931" y="332651"/>
                  </a:lnTo>
                  <a:lnTo>
                    <a:pt x="678878" y="316826"/>
                  </a:lnTo>
                  <a:lnTo>
                    <a:pt x="685812" y="300253"/>
                  </a:lnTo>
                  <a:lnTo>
                    <a:pt x="688975" y="278765"/>
                  </a:lnTo>
                  <a:lnTo>
                    <a:pt x="688073" y="252933"/>
                  </a:lnTo>
                  <a:lnTo>
                    <a:pt x="684085" y="226237"/>
                  </a:lnTo>
                  <a:lnTo>
                    <a:pt x="659003" y="170180"/>
                  </a:lnTo>
                  <a:lnTo>
                    <a:pt x="617499" y="121424"/>
                  </a:lnTo>
                  <a:lnTo>
                    <a:pt x="588327" y="96520"/>
                  </a:lnTo>
                  <a:lnTo>
                    <a:pt x="552577" y="73088"/>
                  </a:lnTo>
                  <a:lnTo>
                    <a:pt x="509498" y="52501"/>
                  </a:lnTo>
                  <a:lnTo>
                    <a:pt x="458406" y="36093"/>
                  </a:lnTo>
                  <a:lnTo>
                    <a:pt x="398538" y="25260"/>
                  </a:lnTo>
                  <a:lnTo>
                    <a:pt x="329184" y="21336"/>
                  </a:lnTo>
                  <a:lnTo>
                    <a:pt x="307657" y="21844"/>
                  </a:lnTo>
                  <a:lnTo>
                    <a:pt x="286385" y="23304"/>
                  </a:lnTo>
                  <a:lnTo>
                    <a:pt x="265379" y="25730"/>
                  </a:lnTo>
                  <a:lnTo>
                    <a:pt x="244729" y="29083"/>
                  </a:lnTo>
                  <a:lnTo>
                    <a:pt x="246634" y="34417"/>
                  </a:lnTo>
                  <a:lnTo>
                    <a:pt x="247904" y="40005"/>
                  </a:lnTo>
                  <a:lnTo>
                    <a:pt x="247904" y="71247"/>
                  </a:lnTo>
                  <a:lnTo>
                    <a:pt x="246634" y="77089"/>
                  </a:lnTo>
                  <a:lnTo>
                    <a:pt x="244475" y="82550"/>
                  </a:lnTo>
                  <a:lnTo>
                    <a:pt x="252234" y="77343"/>
                  </a:lnTo>
                  <a:lnTo>
                    <a:pt x="260743" y="73431"/>
                  </a:lnTo>
                  <a:lnTo>
                    <a:pt x="269849" y="70967"/>
                  </a:lnTo>
                  <a:lnTo>
                    <a:pt x="279400" y="70104"/>
                  </a:lnTo>
                  <a:lnTo>
                    <a:pt x="302768" y="70104"/>
                  </a:lnTo>
                  <a:lnTo>
                    <a:pt x="321081" y="73266"/>
                  </a:lnTo>
                  <a:lnTo>
                    <a:pt x="337083" y="82029"/>
                  </a:lnTo>
                  <a:lnTo>
                    <a:pt x="349516" y="95351"/>
                  </a:lnTo>
                  <a:lnTo>
                    <a:pt x="357124" y="112141"/>
                  </a:lnTo>
                  <a:lnTo>
                    <a:pt x="374167" y="105943"/>
                  </a:lnTo>
                  <a:lnTo>
                    <a:pt x="425196" y="120777"/>
                  </a:lnTo>
                  <a:lnTo>
                    <a:pt x="452589" y="152679"/>
                  </a:lnTo>
                  <a:lnTo>
                    <a:pt x="457733" y="170180"/>
                  </a:lnTo>
                  <a:lnTo>
                    <a:pt x="457111" y="188353"/>
                  </a:lnTo>
                  <a:lnTo>
                    <a:pt x="450596" y="205613"/>
                  </a:lnTo>
                  <a:lnTo>
                    <a:pt x="467385" y="213207"/>
                  </a:lnTo>
                  <a:lnTo>
                    <a:pt x="480707" y="225602"/>
                  </a:lnTo>
                  <a:lnTo>
                    <a:pt x="489470" y="241604"/>
                  </a:lnTo>
                  <a:lnTo>
                    <a:pt x="492633" y="259969"/>
                  </a:lnTo>
                  <a:lnTo>
                    <a:pt x="492633" y="283337"/>
                  </a:lnTo>
                  <a:lnTo>
                    <a:pt x="489470" y="301663"/>
                  </a:lnTo>
                  <a:lnTo>
                    <a:pt x="480707" y="317665"/>
                  </a:lnTo>
                  <a:lnTo>
                    <a:pt x="467385" y="330098"/>
                  </a:lnTo>
                  <a:lnTo>
                    <a:pt x="450596" y="337693"/>
                  </a:lnTo>
                  <a:lnTo>
                    <a:pt x="457060" y="354901"/>
                  </a:lnTo>
                  <a:lnTo>
                    <a:pt x="441960" y="405638"/>
                  </a:lnTo>
                  <a:lnTo>
                    <a:pt x="407174" y="434327"/>
                  </a:lnTo>
                  <a:lnTo>
                    <a:pt x="385432" y="438531"/>
                  </a:lnTo>
                  <a:lnTo>
                    <a:pt x="377977" y="438061"/>
                  </a:lnTo>
                  <a:lnTo>
                    <a:pt x="370713" y="436651"/>
                  </a:lnTo>
                  <a:lnTo>
                    <a:pt x="363728" y="434301"/>
                  </a:lnTo>
                  <a:lnTo>
                    <a:pt x="357124" y="431038"/>
                  </a:lnTo>
                  <a:lnTo>
                    <a:pt x="349529" y="447840"/>
                  </a:lnTo>
                  <a:lnTo>
                    <a:pt x="337134" y="461162"/>
                  </a:lnTo>
                  <a:lnTo>
                    <a:pt x="321132" y="469925"/>
                  </a:lnTo>
                  <a:lnTo>
                    <a:pt x="302768" y="473075"/>
                  </a:lnTo>
                  <a:lnTo>
                    <a:pt x="279400" y="473075"/>
                  </a:lnTo>
                  <a:lnTo>
                    <a:pt x="261073" y="469925"/>
                  </a:lnTo>
                  <a:lnTo>
                    <a:pt x="245071" y="461162"/>
                  </a:lnTo>
                  <a:lnTo>
                    <a:pt x="232638" y="447840"/>
                  </a:lnTo>
                  <a:lnTo>
                    <a:pt x="225044" y="431038"/>
                  </a:lnTo>
                  <a:lnTo>
                    <a:pt x="207987" y="437261"/>
                  </a:lnTo>
                  <a:lnTo>
                    <a:pt x="156972" y="422402"/>
                  </a:lnTo>
                  <a:lnTo>
                    <a:pt x="137795" y="402844"/>
                  </a:lnTo>
                  <a:lnTo>
                    <a:pt x="128524" y="413092"/>
                  </a:lnTo>
                  <a:lnTo>
                    <a:pt x="117119" y="420903"/>
                  </a:lnTo>
                  <a:lnTo>
                    <a:pt x="104140" y="425869"/>
                  </a:lnTo>
                  <a:lnTo>
                    <a:pt x="89281" y="427609"/>
                  </a:lnTo>
                  <a:lnTo>
                    <a:pt x="87401" y="444601"/>
                  </a:lnTo>
                  <a:lnTo>
                    <a:pt x="53213" y="482727"/>
                  </a:lnTo>
                  <a:lnTo>
                    <a:pt x="19570" y="492671"/>
                  </a:lnTo>
                  <a:lnTo>
                    <a:pt x="9690" y="492099"/>
                  </a:lnTo>
                  <a:lnTo>
                    <a:pt x="0" y="489966"/>
                  </a:lnTo>
                  <a:lnTo>
                    <a:pt x="27228" y="539153"/>
                  </a:lnTo>
                  <a:lnTo>
                    <a:pt x="59105" y="579399"/>
                  </a:lnTo>
                  <a:lnTo>
                    <a:pt x="89471" y="613918"/>
                  </a:lnTo>
                  <a:lnTo>
                    <a:pt x="112204" y="645909"/>
                  </a:lnTo>
                  <a:lnTo>
                    <a:pt x="121158" y="678561"/>
                  </a:lnTo>
                  <a:lnTo>
                    <a:pt x="119786" y="701332"/>
                  </a:lnTo>
                  <a:lnTo>
                    <a:pt x="115404" y="729576"/>
                  </a:lnTo>
                  <a:lnTo>
                    <a:pt x="95758" y="794004"/>
                  </a:lnTo>
                  <a:lnTo>
                    <a:pt x="80391" y="829665"/>
                  </a:lnTo>
                  <a:lnTo>
                    <a:pt x="62230" y="868934"/>
                  </a:lnTo>
                  <a:lnTo>
                    <a:pt x="58305" y="882472"/>
                  </a:lnTo>
                  <a:lnTo>
                    <a:pt x="60960" y="893533"/>
                  </a:lnTo>
                  <a:lnTo>
                    <a:pt x="69507" y="901001"/>
                  </a:lnTo>
                  <a:lnTo>
                    <a:pt x="83312" y="903732"/>
                  </a:lnTo>
                  <a:lnTo>
                    <a:pt x="473075" y="903732"/>
                  </a:lnTo>
                  <a:lnTo>
                    <a:pt x="479742" y="883323"/>
                  </a:lnTo>
                  <a:lnTo>
                    <a:pt x="479831" y="856742"/>
                  </a:lnTo>
                  <a:lnTo>
                    <a:pt x="477100" y="833691"/>
                  </a:lnTo>
                  <a:lnTo>
                    <a:pt x="475361" y="823849"/>
                  </a:lnTo>
                  <a:lnTo>
                    <a:pt x="475361" y="805586"/>
                  </a:lnTo>
                  <a:lnTo>
                    <a:pt x="482688" y="791375"/>
                  </a:lnTo>
                  <a:lnTo>
                    <a:pt x="496074" y="782637"/>
                  </a:lnTo>
                  <a:lnTo>
                    <a:pt x="514223" y="780796"/>
                  </a:lnTo>
                  <a:lnTo>
                    <a:pt x="581914" y="788416"/>
                  </a:lnTo>
                  <a:lnTo>
                    <a:pt x="605701" y="790486"/>
                  </a:lnTo>
                  <a:lnTo>
                    <a:pt x="628269" y="790473"/>
                  </a:lnTo>
                  <a:lnTo>
                    <a:pt x="648627" y="787615"/>
                  </a:lnTo>
                  <a:lnTo>
                    <a:pt x="665861" y="781177"/>
                  </a:lnTo>
                  <a:lnTo>
                    <a:pt x="688073" y="756221"/>
                  </a:lnTo>
                  <a:lnTo>
                    <a:pt x="685927" y="728052"/>
                  </a:lnTo>
                  <a:lnTo>
                    <a:pt x="673963" y="701903"/>
                  </a:lnTo>
                  <a:lnTo>
                    <a:pt x="666750" y="683006"/>
                  </a:lnTo>
                  <a:lnTo>
                    <a:pt x="672541" y="672465"/>
                  </a:lnTo>
                  <a:lnTo>
                    <a:pt x="685292" y="665251"/>
                  </a:lnTo>
                  <a:lnTo>
                    <a:pt x="698030" y="657669"/>
                  </a:lnTo>
                  <a:lnTo>
                    <a:pt x="703834" y="646049"/>
                  </a:lnTo>
                  <a:lnTo>
                    <a:pt x="698385" y="635812"/>
                  </a:lnTo>
                  <a:lnTo>
                    <a:pt x="686371" y="631659"/>
                  </a:lnTo>
                  <a:lnTo>
                    <a:pt x="674255" y="628853"/>
                  </a:lnTo>
                  <a:lnTo>
                    <a:pt x="668528" y="622681"/>
                  </a:lnTo>
                  <a:lnTo>
                    <a:pt x="675843" y="616585"/>
                  </a:lnTo>
                  <a:lnTo>
                    <a:pt x="692315" y="614045"/>
                  </a:lnTo>
                  <a:lnTo>
                    <a:pt x="708863" y="610184"/>
                  </a:lnTo>
                  <a:lnTo>
                    <a:pt x="716407" y="600075"/>
                  </a:lnTo>
                  <a:lnTo>
                    <a:pt x="713308" y="587629"/>
                  </a:lnTo>
                  <a:lnTo>
                    <a:pt x="699681" y="567715"/>
                  </a:lnTo>
                  <a:lnTo>
                    <a:pt x="696595" y="553974"/>
                  </a:lnTo>
                  <a:lnTo>
                    <a:pt x="704176" y="543217"/>
                  </a:lnTo>
                  <a:lnTo>
                    <a:pt x="741222" y="525157"/>
                  </a:lnTo>
                  <a:lnTo>
                    <a:pt x="754888" y="511810"/>
                  </a:lnTo>
                  <a:lnTo>
                    <a:pt x="758190" y="505333"/>
                  </a:lnTo>
                  <a:lnTo>
                    <a:pt x="758952" y="499110"/>
                  </a:lnTo>
                  <a:close/>
                </a:path>
                <a:path w="4517390" h="904239">
                  <a:moveTo>
                    <a:pt x="3997452" y="0"/>
                  </a:moveTo>
                  <a:lnTo>
                    <a:pt x="3890772" y="0"/>
                  </a:lnTo>
                  <a:lnTo>
                    <a:pt x="3890772" y="94488"/>
                  </a:lnTo>
                  <a:lnTo>
                    <a:pt x="3997452" y="94488"/>
                  </a:lnTo>
                  <a:lnTo>
                    <a:pt x="3997452" y="0"/>
                  </a:lnTo>
                  <a:close/>
                </a:path>
                <a:path w="4517390" h="904239">
                  <a:moveTo>
                    <a:pt x="4399788" y="0"/>
                  </a:moveTo>
                  <a:lnTo>
                    <a:pt x="4291584" y="0"/>
                  </a:lnTo>
                  <a:lnTo>
                    <a:pt x="4291584" y="94488"/>
                  </a:lnTo>
                  <a:lnTo>
                    <a:pt x="4399788" y="94488"/>
                  </a:lnTo>
                  <a:lnTo>
                    <a:pt x="4399788" y="0"/>
                  </a:lnTo>
                  <a:close/>
                </a:path>
                <a:path w="4517390" h="904239">
                  <a:moveTo>
                    <a:pt x="4517136" y="801624"/>
                  </a:moveTo>
                  <a:lnTo>
                    <a:pt x="4460748" y="856488"/>
                  </a:lnTo>
                  <a:lnTo>
                    <a:pt x="4517136" y="856488"/>
                  </a:lnTo>
                  <a:lnTo>
                    <a:pt x="4517136" y="801624"/>
                  </a:lnTo>
                  <a:close/>
                </a:path>
                <a:path w="4517390" h="904239">
                  <a:moveTo>
                    <a:pt x="4517136" y="105918"/>
                  </a:moveTo>
                  <a:lnTo>
                    <a:pt x="4410456" y="105918"/>
                  </a:lnTo>
                  <a:lnTo>
                    <a:pt x="4410456" y="107188"/>
                  </a:lnTo>
                  <a:lnTo>
                    <a:pt x="4374642" y="107188"/>
                  </a:lnTo>
                  <a:lnTo>
                    <a:pt x="4374642" y="481838"/>
                  </a:lnTo>
                  <a:lnTo>
                    <a:pt x="4368038" y="493039"/>
                  </a:lnTo>
                  <a:lnTo>
                    <a:pt x="4368038" y="535178"/>
                  </a:lnTo>
                  <a:lnTo>
                    <a:pt x="4366133" y="542798"/>
                  </a:lnTo>
                  <a:lnTo>
                    <a:pt x="4364990" y="546608"/>
                  </a:lnTo>
                  <a:lnTo>
                    <a:pt x="4363847" y="551688"/>
                  </a:lnTo>
                  <a:lnTo>
                    <a:pt x="4359148" y="564388"/>
                  </a:lnTo>
                  <a:lnTo>
                    <a:pt x="4356481" y="572008"/>
                  </a:lnTo>
                  <a:lnTo>
                    <a:pt x="4354703" y="575818"/>
                  </a:lnTo>
                  <a:lnTo>
                    <a:pt x="4349877" y="585978"/>
                  </a:lnTo>
                  <a:lnTo>
                    <a:pt x="4347083" y="591058"/>
                  </a:lnTo>
                  <a:lnTo>
                    <a:pt x="4346829" y="592328"/>
                  </a:lnTo>
                  <a:lnTo>
                    <a:pt x="4346448" y="592328"/>
                  </a:lnTo>
                  <a:lnTo>
                    <a:pt x="4346194" y="593598"/>
                  </a:lnTo>
                  <a:lnTo>
                    <a:pt x="4328033" y="621538"/>
                  </a:lnTo>
                  <a:lnTo>
                    <a:pt x="4306201" y="645668"/>
                  </a:lnTo>
                  <a:lnTo>
                    <a:pt x="4281055" y="668528"/>
                  </a:lnTo>
                  <a:lnTo>
                    <a:pt x="4252976" y="686308"/>
                  </a:lnTo>
                  <a:lnTo>
                    <a:pt x="4251833" y="686308"/>
                  </a:lnTo>
                  <a:lnTo>
                    <a:pt x="4251198" y="687578"/>
                  </a:lnTo>
                  <a:lnTo>
                    <a:pt x="4245991" y="690118"/>
                  </a:lnTo>
                  <a:lnTo>
                    <a:pt x="4240657" y="692658"/>
                  </a:lnTo>
                  <a:lnTo>
                    <a:pt x="4235196" y="695198"/>
                  </a:lnTo>
                  <a:lnTo>
                    <a:pt x="4233418" y="695198"/>
                  </a:lnTo>
                  <a:lnTo>
                    <a:pt x="4229608" y="697738"/>
                  </a:lnTo>
                  <a:lnTo>
                    <a:pt x="4224909" y="699008"/>
                  </a:lnTo>
                  <a:lnTo>
                    <a:pt x="4220083" y="701548"/>
                  </a:lnTo>
                  <a:lnTo>
                    <a:pt x="4215130" y="702818"/>
                  </a:lnTo>
                  <a:lnTo>
                    <a:pt x="4202938" y="706628"/>
                  </a:lnTo>
                  <a:lnTo>
                    <a:pt x="4195699" y="707898"/>
                  </a:lnTo>
                  <a:lnTo>
                    <a:pt x="4208297" y="682498"/>
                  </a:lnTo>
                  <a:lnTo>
                    <a:pt x="4219143" y="650748"/>
                  </a:lnTo>
                  <a:lnTo>
                    <a:pt x="4227995" y="615188"/>
                  </a:lnTo>
                  <a:lnTo>
                    <a:pt x="4234053" y="578358"/>
                  </a:lnTo>
                  <a:lnTo>
                    <a:pt x="4234688" y="574548"/>
                  </a:lnTo>
                  <a:lnTo>
                    <a:pt x="4275023" y="568198"/>
                  </a:lnTo>
                  <a:lnTo>
                    <a:pt x="4342269" y="547878"/>
                  </a:lnTo>
                  <a:lnTo>
                    <a:pt x="4357725" y="540258"/>
                  </a:lnTo>
                  <a:lnTo>
                    <a:pt x="4368038" y="535178"/>
                  </a:lnTo>
                  <a:lnTo>
                    <a:pt x="4368038" y="493039"/>
                  </a:lnTo>
                  <a:lnTo>
                    <a:pt x="4366399" y="495808"/>
                  </a:lnTo>
                  <a:lnTo>
                    <a:pt x="4341279" y="512318"/>
                  </a:lnTo>
                  <a:lnTo>
                    <a:pt x="4298721" y="527558"/>
                  </a:lnTo>
                  <a:lnTo>
                    <a:pt x="4238117" y="540258"/>
                  </a:lnTo>
                  <a:lnTo>
                    <a:pt x="4239107" y="526288"/>
                  </a:lnTo>
                  <a:lnTo>
                    <a:pt x="4239831" y="511048"/>
                  </a:lnTo>
                  <a:lnTo>
                    <a:pt x="4240250" y="495808"/>
                  </a:lnTo>
                  <a:lnTo>
                    <a:pt x="4240403" y="481838"/>
                  </a:lnTo>
                  <a:lnTo>
                    <a:pt x="4240250" y="466598"/>
                  </a:lnTo>
                  <a:lnTo>
                    <a:pt x="4239831" y="452628"/>
                  </a:lnTo>
                  <a:lnTo>
                    <a:pt x="4239107" y="437388"/>
                  </a:lnTo>
                  <a:lnTo>
                    <a:pt x="4238117" y="422148"/>
                  </a:lnTo>
                  <a:lnTo>
                    <a:pt x="4298721" y="434848"/>
                  </a:lnTo>
                  <a:lnTo>
                    <a:pt x="4341279" y="451358"/>
                  </a:lnTo>
                  <a:lnTo>
                    <a:pt x="4366399" y="466598"/>
                  </a:lnTo>
                  <a:lnTo>
                    <a:pt x="4374642" y="481838"/>
                  </a:lnTo>
                  <a:lnTo>
                    <a:pt x="4374642" y="107188"/>
                  </a:lnTo>
                  <a:lnTo>
                    <a:pt x="4368038" y="107188"/>
                  </a:lnTo>
                  <a:lnTo>
                    <a:pt x="4368038" y="427228"/>
                  </a:lnTo>
                  <a:lnTo>
                    <a:pt x="4357725" y="422148"/>
                  </a:lnTo>
                  <a:lnTo>
                    <a:pt x="4311078" y="404368"/>
                  </a:lnTo>
                  <a:lnTo>
                    <a:pt x="4234688" y="387858"/>
                  </a:lnTo>
                  <a:lnTo>
                    <a:pt x="4234256" y="385318"/>
                  </a:lnTo>
                  <a:lnTo>
                    <a:pt x="4227995" y="348488"/>
                  </a:lnTo>
                  <a:lnTo>
                    <a:pt x="4219143" y="311658"/>
                  </a:lnTo>
                  <a:lnTo>
                    <a:pt x="4208297" y="281178"/>
                  </a:lnTo>
                  <a:lnTo>
                    <a:pt x="4206875" y="278168"/>
                  </a:lnTo>
                  <a:lnTo>
                    <a:pt x="4206875" y="481838"/>
                  </a:lnTo>
                  <a:lnTo>
                    <a:pt x="4206697" y="497078"/>
                  </a:lnTo>
                  <a:lnTo>
                    <a:pt x="4206202" y="513588"/>
                  </a:lnTo>
                  <a:lnTo>
                    <a:pt x="4205363" y="528828"/>
                  </a:lnTo>
                  <a:lnTo>
                    <a:pt x="4204208" y="544068"/>
                  </a:lnTo>
                  <a:lnTo>
                    <a:pt x="4200398" y="544385"/>
                  </a:lnTo>
                  <a:lnTo>
                    <a:pt x="4200398" y="578358"/>
                  </a:lnTo>
                  <a:lnTo>
                    <a:pt x="4187939" y="639318"/>
                  </a:lnTo>
                  <a:lnTo>
                    <a:pt x="4172166" y="681228"/>
                  </a:lnTo>
                  <a:lnTo>
                    <a:pt x="4155783" y="706628"/>
                  </a:lnTo>
                  <a:lnTo>
                    <a:pt x="4141470" y="714248"/>
                  </a:lnTo>
                  <a:lnTo>
                    <a:pt x="4129532" y="707898"/>
                  </a:lnTo>
                  <a:lnTo>
                    <a:pt x="4127144" y="706628"/>
                  </a:lnTo>
                  <a:lnTo>
                    <a:pt x="4110761" y="681228"/>
                  </a:lnTo>
                  <a:lnTo>
                    <a:pt x="4094988" y="639318"/>
                  </a:lnTo>
                  <a:lnTo>
                    <a:pt x="4087241" y="601383"/>
                  </a:lnTo>
                  <a:lnTo>
                    <a:pt x="4087241" y="707898"/>
                  </a:lnTo>
                  <a:lnTo>
                    <a:pt x="4080002" y="706628"/>
                  </a:lnTo>
                  <a:lnTo>
                    <a:pt x="4071747" y="704088"/>
                  </a:lnTo>
                  <a:lnTo>
                    <a:pt x="4067810" y="702818"/>
                  </a:lnTo>
                  <a:lnTo>
                    <a:pt x="4062857" y="700278"/>
                  </a:lnTo>
                  <a:lnTo>
                    <a:pt x="4058031" y="699008"/>
                  </a:lnTo>
                  <a:lnTo>
                    <a:pt x="4051427" y="696468"/>
                  </a:lnTo>
                  <a:lnTo>
                    <a:pt x="4049522" y="695198"/>
                  </a:lnTo>
                  <a:lnTo>
                    <a:pt x="4047744" y="695198"/>
                  </a:lnTo>
                  <a:lnTo>
                    <a:pt x="4036822" y="690118"/>
                  </a:lnTo>
                  <a:lnTo>
                    <a:pt x="4031615" y="687578"/>
                  </a:lnTo>
                  <a:lnTo>
                    <a:pt x="4031107" y="686308"/>
                  </a:lnTo>
                  <a:lnTo>
                    <a:pt x="4029964" y="686308"/>
                  </a:lnTo>
                  <a:lnTo>
                    <a:pt x="3976687" y="645668"/>
                  </a:lnTo>
                  <a:lnTo>
                    <a:pt x="3936492" y="592328"/>
                  </a:lnTo>
                  <a:lnTo>
                    <a:pt x="3935984" y="591058"/>
                  </a:lnTo>
                  <a:lnTo>
                    <a:pt x="3933190" y="585978"/>
                  </a:lnTo>
                  <a:lnTo>
                    <a:pt x="3930523" y="580898"/>
                  </a:lnTo>
                  <a:lnTo>
                    <a:pt x="3928110" y="575818"/>
                  </a:lnTo>
                  <a:lnTo>
                    <a:pt x="3927348" y="573278"/>
                  </a:lnTo>
                  <a:lnTo>
                    <a:pt x="3923792" y="564388"/>
                  </a:lnTo>
                  <a:lnTo>
                    <a:pt x="3922014" y="559308"/>
                  </a:lnTo>
                  <a:lnTo>
                    <a:pt x="3920363" y="554228"/>
                  </a:lnTo>
                  <a:lnTo>
                    <a:pt x="3919093" y="551688"/>
                  </a:lnTo>
                  <a:lnTo>
                    <a:pt x="3917950" y="546608"/>
                  </a:lnTo>
                  <a:lnTo>
                    <a:pt x="3916934" y="542798"/>
                  </a:lnTo>
                  <a:lnTo>
                    <a:pt x="3916172" y="540258"/>
                  </a:lnTo>
                  <a:lnTo>
                    <a:pt x="3914902" y="535178"/>
                  </a:lnTo>
                  <a:lnTo>
                    <a:pt x="3940657" y="547878"/>
                  </a:lnTo>
                  <a:lnTo>
                    <a:pt x="3971848" y="559308"/>
                  </a:lnTo>
                  <a:lnTo>
                    <a:pt x="4007904" y="568198"/>
                  </a:lnTo>
                  <a:lnTo>
                    <a:pt x="4048252" y="574548"/>
                  </a:lnTo>
                  <a:lnTo>
                    <a:pt x="4054868" y="615188"/>
                  </a:lnTo>
                  <a:lnTo>
                    <a:pt x="4063746" y="650748"/>
                  </a:lnTo>
                  <a:lnTo>
                    <a:pt x="4074604" y="682498"/>
                  </a:lnTo>
                  <a:lnTo>
                    <a:pt x="4087241" y="707898"/>
                  </a:lnTo>
                  <a:lnTo>
                    <a:pt x="4087241" y="601383"/>
                  </a:lnTo>
                  <a:lnTo>
                    <a:pt x="4082542" y="578358"/>
                  </a:lnTo>
                  <a:lnTo>
                    <a:pt x="4141228" y="580898"/>
                  </a:lnTo>
                  <a:lnTo>
                    <a:pt x="4200398" y="578358"/>
                  </a:lnTo>
                  <a:lnTo>
                    <a:pt x="4200398" y="544385"/>
                  </a:lnTo>
                  <a:lnTo>
                    <a:pt x="4172966" y="546608"/>
                  </a:lnTo>
                  <a:lnTo>
                    <a:pt x="4109745" y="546608"/>
                  </a:lnTo>
                  <a:lnTo>
                    <a:pt x="4078732" y="544068"/>
                  </a:lnTo>
                  <a:lnTo>
                    <a:pt x="4078440" y="540258"/>
                  </a:lnTo>
                  <a:lnTo>
                    <a:pt x="4077563" y="528828"/>
                  </a:lnTo>
                  <a:lnTo>
                    <a:pt x="4076725" y="513588"/>
                  </a:lnTo>
                  <a:lnTo>
                    <a:pt x="4076230" y="497078"/>
                  </a:lnTo>
                  <a:lnTo>
                    <a:pt x="4076065" y="481838"/>
                  </a:lnTo>
                  <a:lnTo>
                    <a:pt x="4076230" y="465328"/>
                  </a:lnTo>
                  <a:lnTo>
                    <a:pt x="4076725" y="450088"/>
                  </a:lnTo>
                  <a:lnTo>
                    <a:pt x="4077563" y="433578"/>
                  </a:lnTo>
                  <a:lnTo>
                    <a:pt x="4078440" y="422148"/>
                  </a:lnTo>
                  <a:lnTo>
                    <a:pt x="4078732" y="418338"/>
                  </a:lnTo>
                  <a:lnTo>
                    <a:pt x="4141609" y="415798"/>
                  </a:lnTo>
                  <a:lnTo>
                    <a:pt x="4204208" y="418338"/>
                  </a:lnTo>
                  <a:lnTo>
                    <a:pt x="4205363" y="434848"/>
                  </a:lnTo>
                  <a:lnTo>
                    <a:pt x="4206202" y="450088"/>
                  </a:lnTo>
                  <a:lnTo>
                    <a:pt x="4206697" y="465328"/>
                  </a:lnTo>
                  <a:lnTo>
                    <a:pt x="4206875" y="481838"/>
                  </a:lnTo>
                  <a:lnTo>
                    <a:pt x="4206875" y="278168"/>
                  </a:lnTo>
                  <a:lnTo>
                    <a:pt x="4200398" y="264464"/>
                  </a:lnTo>
                  <a:lnTo>
                    <a:pt x="4200398" y="385318"/>
                  </a:lnTo>
                  <a:lnTo>
                    <a:pt x="4170972" y="382778"/>
                  </a:lnTo>
                  <a:lnTo>
                    <a:pt x="4111955" y="382778"/>
                  </a:lnTo>
                  <a:lnTo>
                    <a:pt x="4082542" y="385318"/>
                  </a:lnTo>
                  <a:lnTo>
                    <a:pt x="4094988" y="324358"/>
                  </a:lnTo>
                  <a:lnTo>
                    <a:pt x="4110761" y="281178"/>
                  </a:lnTo>
                  <a:lnTo>
                    <a:pt x="4127144" y="257048"/>
                  </a:lnTo>
                  <a:lnTo>
                    <a:pt x="4131233" y="254508"/>
                  </a:lnTo>
                  <a:lnTo>
                    <a:pt x="4141470" y="248158"/>
                  </a:lnTo>
                  <a:lnTo>
                    <a:pt x="4155783" y="257048"/>
                  </a:lnTo>
                  <a:lnTo>
                    <a:pt x="4172166" y="281178"/>
                  </a:lnTo>
                  <a:lnTo>
                    <a:pt x="4187939" y="324358"/>
                  </a:lnTo>
                  <a:lnTo>
                    <a:pt x="4200398" y="385318"/>
                  </a:lnTo>
                  <a:lnTo>
                    <a:pt x="4200398" y="264464"/>
                  </a:lnTo>
                  <a:lnTo>
                    <a:pt x="4195699" y="254508"/>
                  </a:lnTo>
                  <a:lnTo>
                    <a:pt x="4200779" y="255778"/>
                  </a:lnTo>
                  <a:lnTo>
                    <a:pt x="4203319" y="257048"/>
                  </a:lnTo>
                  <a:lnTo>
                    <a:pt x="4210939" y="259588"/>
                  </a:lnTo>
                  <a:lnTo>
                    <a:pt x="4214622" y="259588"/>
                  </a:lnTo>
                  <a:lnTo>
                    <a:pt x="4219829" y="262128"/>
                  </a:lnTo>
                  <a:lnTo>
                    <a:pt x="4224909" y="263398"/>
                  </a:lnTo>
                  <a:lnTo>
                    <a:pt x="4229862" y="265938"/>
                  </a:lnTo>
                  <a:lnTo>
                    <a:pt x="4231513" y="265938"/>
                  </a:lnTo>
                  <a:lnTo>
                    <a:pt x="4240657" y="271018"/>
                  </a:lnTo>
                  <a:lnTo>
                    <a:pt x="4246245" y="273558"/>
                  </a:lnTo>
                  <a:lnTo>
                    <a:pt x="4251706" y="276098"/>
                  </a:lnTo>
                  <a:lnTo>
                    <a:pt x="4252849" y="276098"/>
                  </a:lnTo>
                  <a:lnTo>
                    <a:pt x="4281017" y="295148"/>
                  </a:lnTo>
                  <a:lnTo>
                    <a:pt x="4306252" y="316738"/>
                  </a:lnTo>
                  <a:lnTo>
                    <a:pt x="4328134" y="342138"/>
                  </a:lnTo>
                  <a:lnTo>
                    <a:pt x="4346321" y="370078"/>
                  </a:lnTo>
                  <a:lnTo>
                    <a:pt x="4346575" y="370078"/>
                  </a:lnTo>
                  <a:lnTo>
                    <a:pt x="4346702" y="371348"/>
                  </a:lnTo>
                  <a:lnTo>
                    <a:pt x="4349750" y="376428"/>
                  </a:lnTo>
                  <a:lnTo>
                    <a:pt x="4352417" y="382778"/>
                  </a:lnTo>
                  <a:lnTo>
                    <a:pt x="4355592" y="389128"/>
                  </a:lnTo>
                  <a:lnTo>
                    <a:pt x="4356354" y="391668"/>
                  </a:lnTo>
                  <a:lnTo>
                    <a:pt x="4357116" y="392938"/>
                  </a:lnTo>
                  <a:lnTo>
                    <a:pt x="4365879" y="419608"/>
                  </a:lnTo>
                  <a:lnTo>
                    <a:pt x="4367403" y="424688"/>
                  </a:lnTo>
                  <a:lnTo>
                    <a:pt x="4368038" y="427228"/>
                  </a:lnTo>
                  <a:lnTo>
                    <a:pt x="4368038" y="107188"/>
                  </a:lnTo>
                  <a:lnTo>
                    <a:pt x="4281424" y="107188"/>
                  </a:lnTo>
                  <a:lnTo>
                    <a:pt x="4281424" y="105918"/>
                  </a:lnTo>
                  <a:lnTo>
                    <a:pt x="4087241" y="105918"/>
                  </a:lnTo>
                  <a:lnTo>
                    <a:pt x="4087241" y="254508"/>
                  </a:lnTo>
                  <a:lnTo>
                    <a:pt x="4074604" y="281178"/>
                  </a:lnTo>
                  <a:lnTo>
                    <a:pt x="4063733" y="311658"/>
                  </a:lnTo>
                  <a:lnTo>
                    <a:pt x="4054868" y="348488"/>
                  </a:lnTo>
                  <a:lnTo>
                    <a:pt x="4048252" y="387858"/>
                  </a:lnTo>
                  <a:lnTo>
                    <a:pt x="4044823" y="388505"/>
                  </a:lnTo>
                  <a:lnTo>
                    <a:pt x="4044823" y="422148"/>
                  </a:lnTo>
                  <a:lnTo>
                    <a:pt x="4043743" y="437388"/>
                  </a:lnTo>
                  <a:lnTo>
                    <a:pt x="4043057" y="450088"/>
                  </a:lnTo>
                  <a:lnTo>
                    <a:pt x="4042956" y="452628"/>
                  </a:lnTo>
                  <a:lnTo>
                    <a:pt x="4042549" y="466598"/>
                  </a:lnTo>
                  <a:lnTo>
                    <a:pt x="4042410" y="481838"/>
                  </a:lnTo>
                  <a:lnTo>
                    <a:pt x="4042549" y="495808"/>
                  </a:lnTo>
                  <a:lnTo>
                    <a:pt x="4042994" y="511048"/>
                  </a:lnTo>
                  <a:lnTo>
                    <a:pt x="4043743" y="526288"/>
                  </a:lnTo>
                  <a:lnTo>
                    <a:pt x="4044823" y="540258"/>
                  </a:lnTo>
                  <a:lnTo>
                    <a:pt x="4020578" y="535178"/>
                  </a:lnTo>
                  <a:lnTo>
                    <a:pt x="3984206" y="527558"/>
                  </a:lnTo>
                  <a:lnTo>
                    <a:pt x="3941648" y="512318"/>
                  </a:lnTo>
                  <a:lnTo>
                    <a:pt x="3916527" y="495808"/>
                  </a:lnTo>
                  <a:lnTo>
                    <a:pt x="3908298" y="481838"/>
                  </a:lnTo>
                  <a:lnTo>
                    <a:pt x="3916527" y="466598"/>
                  </a:lnTo>
                  <a:lnTo>
                    <a:pt x="3941648" y="451358"/>
                  </a:lnTo>
                  <a:lnTo>
                    <a:pt x="3984206" y="434848"/>
                  </a:lnTo>
                  <a:lnTo>
                    <a:pt x="4020578" y="427228"/>
                  </a:lnTo>
                  <a:lnTo>
                    <a:pt x="4044823" y="422148"/>
                  </a:lnTo>
                  <a:lnTo>
                    <a:pt x="4044823" y="388505"/>
                  </a:lnTo>
                  <a:lnTo>
                    <a:pt x="4007904" y="395478"/>
                  </a:lnTo>
                  <a:lnTo>
                    <a:pt x="3971861" y="404368"/>
                  </a:lnTo>
                  <a:lnTo>
                    <a:pt x="3940657" y="414528"/>
                  </a:lnTo>
                  <a:lnTo>
                    <a:pt x="3914902" y="427228"/>
                  </a:lnTo>
                  <a:lnTo>
                    <a:pt x="3915537" y="424688"/>
                  </a:lnTo>
                  <a:lnTo>
                    <a:pt x="3916299" y="422148"/>
                  </a:lnTo>
                  <a:lnTo>
                    <a:pt x="3916934" y="419608"/>
                  </a:lnTo>
                  <a:lnTo>
                    <a:pt x="3917950" y="415798"/>
                  </a:lnTo>
                  <a:lnTo>
                    <a:pt x="3920236" y="408178"/>
                  </a:lnTo>
                  <a:lnTo>
                    <a:pt x="3923792" y="398018"/>
                  </a:lnTo>
                  <a:lnTo>
                    <a:pt x="3925824" y="392938"/>
                  </a:lnTo>
                  <a:lnTo>
                    <a:pt x="3926586" y="391668"/>
                  </a:lnTo>
                  <a:lnTo>
                    <a:pt x="3927348" y="389128"/>
                  </a:lnTo>
                  <a:lnTo>
                    <a:pt x="3930523" y="382778"/>
                  </a:lnTo>
                  <a:lnTo>
                    <a:pt x="3933190" y="376428"/>
                  </a:lnTo>
                  <a:lnTo>
                    <a:pt x="3936111" y="371348"/>
                  </a:lnTo>
                  <a:lnTo>
                    <a:pt x="3936365" y="371348"/>
                  </a:lnTo>
                  <a:lnTo>
                    <a:pt x="3936492" y="370078"/>
                  </a:lnTo>
                  <a:lnTo>
                    <a:pt x="3954843" y="342138"/>
                  </a:lnTo>
                  <a:lnTo>
                    <a:pt x="3976700" y="316738"/>
                  </a:lnTo>
                  <a:lnTo>
                    <a:pt x="4001909" y="295148"/>
                  </a:lnTo>
                  <a:lnTo>
                    <a:pt x="4030472" y="276098"/>
                  </a:lnTo>
                  <a:lnTo>
                    <a:pt x="4031488" y="276098"/>
                  </a:lnTo>
                  <a:lnTo>
                    <a:pt x="4036695" y="273558"/>
                  </a:lnTo>
                  <a:lnTo>
                    <a:pt x="4042283" y="271018"/>
                  </a:lnTo>
                  <a:lnTo>
                    <a:pt x="4049649" y="267208"/>
                  </a:lnTo>
                  <a:lnTo>
                    <a:pt x="4051427" y="265938"/>
                  </a:lnTo>
                  <a:lnTo>
                    <a:pt x="4053205" y="265938"/>
                  </a:lnTo>
                  <a:lnTo>
                    <a:pt x="4058031" y="263398"/>
                  </a:lnTo>
                  <a:lnTo>
                    <a:pt x="4067937" y="260858"/>
                  </a:lnTo>
                  <a:lnTo>
                    <a:pt x="4071874" y="259588"/>
                  </a:lnTo>
                  <a:lnTo>
                    <a:pt x="4080002" y="257048"/>
                  </a:lnTo>
                  <a:lnTo>
                    <a:pt x="4087241" y="254508"/>
                  </a:lnTo>
                  <a:lnTo>
                    <a:pt x="4087241" y="105918"/>
                  </a:lnTo>
                  <a:lnTo>
                    <a:pt x="4009136" y="105918"/>
                  </a:lnTo>
                  <a:lnTo>
                    <a:pt x="4009136" y="107188"/>
                  </a:lnTo>
                  <a:lnTo>
                    <a:pt x="3880231" y="107188"/>
                  </a:lnTo>
                  <a:lnTo>
                    <a:pt x="3880231" y="105918"/>
                  </a:lnTo>
                  <a:lnTo>
                    <a:pt x="3765804" y="105918"/>
                  </a:lnTo>
                  <a:lnTo>
                    <a:pt x="3765804" y="856488"/>
                  </a:lnTo>
                  <a:lnTo>
                    <a:pt x="4446270" y="856488"/>
                  </a:lnTo>
                  <a:lnTo>
                    <a:pt x="4482084" y="820928"/>
                  </a:lnTo>
                  <a:lnTo>
                    <a:pt x="4517136" y="786638"/>
                  </a:lnTo>
                  <a:lnTo>
                    <a:pt x="4517136" y="107188"/>
                  </a:lnTo>
                  <a:lnTo>
                    <a:pt x="4517136" y="105918"/>
                  </a:lnTo>
                  <a:close/>
                </a:path>
              </a:pathLst>
            </a:custGeom>
            <a:solidFill>
              <a:srgbClr val="FFFFFF"/>
            </a:solidFill>
          </p:spPr>
          <p:txBody>
            <a:bodyPr wrap="square" lIns="0" tIns="0" rIns="0" bIns="0" rtlCol="0"/>
            <a:lstStyle/>
            <a:p>
              <a:endParaRPr/>
            </a:p>
          </p:txBody>
        </p:sp>
        <p:sp>
          <p:nvSpPr>
            <p:cNvPr id="87" name="object 87"/>
            <p:cNvSpPr/>
            <p:nvPr/>
          </p:nvSpPr>
          <p:spPr>
            <a:xfrm>
              <a:off x="1883664" y="1591055"/>
              <a:ext cx="204216" cy="257556"/>
            </a:xfrm>
            <a:prstGeom prst="rect">
              <a:avLst/>
            </a:prstGeom>
            <a:blipFill>
              <a:blip r:embed="rId34" cstate="print"/>
              <a:stretch>
                <a:fillRect/>
              </a:stretch>
            </a:blipFill>
          </p:spPr>
          <p:txBody>
            <a:bodyPr wrap="square" lIns="0" tIns="0" rIns="0" bIns="0" rtlCol="0"/>
            <a:lstStyle/>
            <a:p>
              <a:endParaRPr/>
            </a:p>
          </p:txBody>
        </p:sp>
        <p:sp>
          <p:nvSpPr>
            <p:cNvPr id="88" name="object 88"/>
            <p:cNvSpPr/>
            <p:nvPr/>
          </p:nvSpPr>
          <p:spPr>
            <a:xfrm>
              <a:off x="1869948" y="2305811"/>
              <a:ext cx="233171" cy="213360"/>
            </a:xfrm>
            <a:prstGeom prst="rect">
              <a:avLst/>
            </a:prstGeom>
            <a:blipFill>
              <a:blip r:embed="rId35" cstate="print"/>
              <a:stretch>
                <a:fillRect/>
              </a:stretch>
            </a:blipFill>
          </p:spPr>
          <p:txBody>
            <a:bodyPr wrap="square" lIns="0" tIns="0" rIns="0" bIns="0" rtlCol="0"/>
            <a:lstStyle/>
            <a:p>
              <a:endParaRPr/>
            </a:p>
          </p:txBody>
        </p:sp>
        <p:sp>
          <p:nvSpPr>
            <p:cNvPr id="89" name="object 89"/>
            <p:cNvSpPr/>
            <p:nvPr/>
          </p:nvSpPr>
          <p:spPr>
            <a:xfrm>
              <a:off x="3364992" y="2295143"/>
              <a:ext cx="184404" cy="233171"/>
            </a:xfrm>
            <a:prstGeom prst="rect">
              <a:avLst/>
            </a:prstGeom>
            <a:blipFill>
              <a:blip r:embed="rId36" cstate="print"/>
              <a:stretch>
                <a:fillRect/>
              </a:stretch>
            </a:blipFill>
          </p:spPr>
          <p:txBody>
            <a:bodyPr wrap="square" lIns="0" tIns="0" rIns="0" bIns="0" rtlCol="0"/>
            <a:lstStyle/>
            <a:p>
              <a:endParaRPr/>
            </a:p>
          </p:txBody>
        </p:sp>
        <p:sp>
          <p:nvSpPr>
            <p:cNvPr id="90" name="object 90"/>
            <p:cNvSpPr/>
            <p:nvPr/>
          </p:nvSpPr>
          <p:spPr>
            <a:xfrm>
              <a:off x="2598420" y="2976372"/>
              <a:ext cx="245363" cy="246887"/>
            </a:xfrm>
            <a:prstGeom prst="rect">
              <a:avLst/>
            </a:prstGeom>
            <a:blipFill>
              <a:blip r:embed="rId37" cstate="print"/>
              <a:stretch>
                <a:fillRect/>
              </a:stretch>
            </a:blipFill>
          </p:spPr>
          <p:txBody>
            <a:bodyPr wrap="square" lIns="0" tIns="0" rIns="0" bIns="0" rtlCol="0"/>
            <a:lstStyle/>
            <a:p>
              <a:endParaRPr/>
            </a:p>
          </p:txBody>
        </p:sp>
      </p:grpSp>
      <p:sp>
        <p:nvSpPr>
          <p:cNvPr id="91" name="object 91"/>
          <p:cNvSpPr/>
          <p:nvPr/>
        </p:nvSpPr>
        <p:spPr>
          <a:xfrm>
            <a:off x="0" y="0"/>
            <a:ext cx="12192000" cy="6858000"/>
          </a:xfrm>
          <a:prstGeom prst="rect">
            <a:avLst/>
          </a:prstGeom>
          <a:blipFill>
            <a:blip r:embed="rId38" cstate="print"/>
            <a:stretch>
              <a:fillRect/>
            </a:stretch>
          </a:blipFill>
        </p:spPr>
        <p:txBody>
          <a:bodyPr wrap="square" lIns="0" tIns="0" rIns="0" bIns="0" rtlCol="0"/>
          <a:lstStyle/>
          <a:p>
            <a:endParaRPr/>
          </a:p>
        </p:txBody>
      </p:sp>
      <p:sp>
        <p:nvSpPr>
          <p:cNvPr id="92" name="object 92"/>
          <p:cNvSpPr txBox="1">
            <a:spLocks noGrp="1"/>
          </p:cNvSpPr>
          <p:nvPr>
            <p:ph type="sldNum" sz="quarter" idx="7"/>
          </p:nvPr>
        </p:nvSpPr>
        <p:spPr>
          <a:prstGeom prst="rect">
            <a:avLst/>
          </a:prstGeom>
        </p:spPr>
        <p:txBody>
          <a:bodyPr vert="horz" wrap="square" lIns="0" tIns="3175" rIns="0" bIns="0" rtlCol="0">
            <a:spAutoFit/>
          </a:bodyPr>
          <a:lstStyle/>
          <a:p>
            <a:pPr marL="38100">
              <a:lnSpc>
                <a:spcPct val="100000"/>
              </a:lnSpc>
              <a:spcBef>
                <a:spcPts val="25"/>
              </a:spcBef>
            </a:pPr>
            <a:fld id="{81D60167-4931-47E6-BA6A-407CBD079E47}" type="slidenum">
              <a:rPr dirty="0"/>
              <a:pPr marL="38100">
                <a:lnSpc>
                  <a:spcPct val="100000"/>
                </a:lnSpc>
                <a:spcBef>
                  <a:spcPts val="25"/>
                </a:spcBef>
              </a:pPr>
              <a:t>35</a:t>
            </a:fld>
            <a:endParaRPr dirty="0"/>
          </a:p>
        </p:txBody>
      </p:sp>
      <p:sp>
        <p:nvSpPr>
          <p:cNvPr id="93" name="object 93"/>
          <p:cNvSpPr txBox="1">
            <a:spLocks noGrp="1"/>
          </p:cNvSpPr>
          <p:nvPr>
            <p:ph type="ftr" sz="quarter" idx="5"/>
          </p:nvPr>
        </p:nvSpPr>
        <p:spPr>
          <a:prstGeom prst="rect">
            <a:avLst/>
          </a:prstGeom>
        </p:spPr>
        <p:txBody>
          <a:bodyPr vert="horz" wrap="square" lIns="0" tIns="3175" rIns="0" bIns="0" rtlCol="0">
            <a:spAutoFit/>
          </a:bodyPr>
          <a:lstStyle/>
          <a:p>
            <a:pPr marL="12700">
              <a:lnSpc>
                <a:spcPct val="100000"/>
              </a:lnSpc>
              <a:spcBef>
                <a:spcPts val="25"/>
              </a:spcBef>
            </a:pPr>
            <a:r>
              <a:rPr dirty="0"/>
              <a:t>This slide</a:t>
            </a:r>
            <a:r>
              <a:rPr spc="65" dirty="0"/>
              <a:t> </a:t>
            </a:r>
            <a:r>
              <a:rPr dirty="0"/>
              <a:t>is </a:t>
            </a:r>
            <a:r>
              <a:rPr spc="-5" dirty="0"/>
              <a:t>100% editable. Adapt </a:t>
            </a:r>
            <a:r>
              <a:rPr dirty="0"/>
              <a:t>it to </a:t>
            </a:r>
            <a:r>
              <a:rPr spc="-5" dirty="0"/>
              <a:t>your needs and capture your audience's attention.</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76529" y="1401825"/>
            <a:ext cx="11838940" cy="4864100"/>
            <a:chOff x="176529" y="1401825"/>
            <a:chExt cx="11838940" cy="4864100"/>
          </a:xfrm>
        </p:grpSpPr>
        <p:sp>
          <p:nvSpPr>
            <p:cNvPr id="3" name="object 3"/>
            <p:cNvSpPr/>
            <p:nvPr/>
          </p:nvSpPr>
          <p:spPr>
            <a:xfrm>
              <a:off x="182879" y="1408175"/>
              <a:ext cx="11826240" cy="4851400"/>
            </a:xfrm>
            <a:custGeom>
              <a:avLst/>
              <a:gdLst/>
              <a:ahLst/>
              <a:cxnLst/>
              <a:rect l="l" t="t" r="r" b="b"/>
              <a:pathLst>
                <a:path w="11826240" h="4851400">
                  <a:moveTo>
                    <a:pt x="11444097" y="0"/>
                  </a:moveTo>
                  <a:lnTo>
                    <a:pt x="382155" y="0"/>
                  </a:lnTo>
                  <a:lnTo>
                    <a:pt x="334218" y="2977"/>
                  </a:lnTo>
                  <a:lnTo>
                    <a:pt x="288058" y="11669"/>
                  </a:lnTo>
                  <a:lnTo>
                    <a:pt x="244033" y="25719"/>
                  </a:lnTo>
                  <a:lnTo>
                    <a:pt x="202501" y="44769"/>
                  </a:lnTo>
                  <a:lnTo>
                    <a:pt x="163820" y="68461"/>
                  </a:lnTo>
                  <a:lnTo>
                    <a:pt x="128349" y="96436"/>
                  </a:lnTo>
                  <a:lnTo>
                    <a:pt x="96446" y="128337"/>
                  </a:lnTo>
                  <a:lnTo>
                    <a:pt x="68468" y="163806"/>
                  </a:lnTo>
                  <a:lnTo>
                    <a:pt x="44775" y="202485"/>
                  </a:lnTo>
                  <a:lnTo>
                    <a:pt x="25723" y="244016"/>
                  </a:lnTo>
                  <a:lnTo>
                    <a:pt x="11671" y="288042"/>
                  </a:lnTo>
                  <a:lnTo>
                    <a:pt x="2977" y="334203"/>
                  </a:lnTo>
                  <a:lnTo>
                    <a:pt x="0" y="382143"/>
                  </a:lnTo>
                  <a:lnTo>
                    <a:pt x="0" y="4468736"/>
                  </a:lnTo>
                  <a:lnTo>
                    <a:pt x="2977" y="4516673"/>
                  </a:lnTo>
                  <a:lnTo>
                    <a:pt x="11671" y="4562833"/>
                  </a:lnTo>
                  <a:lnTo>
                    <a:pt x="25723" y="4606858"/>
                  </a:lnTo>
                  <a:lnTo>
                    <a:pt x="44775" y="4648390"/>
                  </a:lnTo>
                  <a:lnTo>
                    <a:pt x="68468" y="4687071"/>
                  </a:lnTo>
                  <a:lnTo>
                    <a:pt x="96446" y="4722542"/>
                  </a:lnTo>
                  <a:lnTo>
                    <a:pt x="128349" y="4754445"/>
                  </a:lnTo>
                  <a:lnTo>
                    <a:pt x="163820" y="4782423"/>
                  </a:lnTo>
                  <a:lnTo>
                    <a:pt x="202501" y="4806116"/>
                  </a:lnTo>
                  <a:lnTo>
                    <a:pt x="244033" y="4825168"/>
                  </a:lnTo>
                  <a:lnTo>
                    <a:pt x="288058" y="4839220"/>
                  </a:lnTo>
                  <a:lnTo>
                    <a:pt x="334218" y="4847914"/>
                  </a:lnTo>
                  <a:lnTo>
                    <a:pt x="382155" y="4850892"/>
                  </a:lnTo>
                  <a:lnTo>
                    <a:pt x="11444097" y="4850892"/>
                  </a:lnTo>
                  <a:lnTo>
                    <a:pt x="11492036" y="4847914"/>
                  </a:lnTo>
                  <a:lnTo>
                    <a:pt x="11538197" y="4839220"/>
                  </a:lnTo>
                  <a:lnTo>
                    <a:pt x="11582223" y="4825168"/>
                  </a:lnTo>
                  <a:lnTo>
                    <a:pt x="11623754" y="4806116"/>
                  </a:lnTo>
                  <a:lnTo>
                    <a:pt x="11662433" y="4782423"/>
                  </a:lnTo>
                  <a:lnTo>
                    <a:pt x="11697902" y="4754445"/>
                  </a:lnTo>
                  <a:lnTo>
                    <a:pt x="11729803" y="4722542"/>
                  </a:lnTo>
                  <a:lnTo>
                    <a:pt x="11757778" y="4687071"/>
                  </a:lnTo>
                  <a:lnTo>
                    <a:pt x="11781470" y="4648390"/>
                  </a:lnTo>
                  <a:lnTo>
                    <a:pt x="11800520" y="4606858"/>
                  </a:lnTo>
                  <a:lnTo>
                    <a:pt x="11814570" y="4562833"/>
                  </a:lnTo>
                  <a:lnTo>
                    <a:pt x="11823262" y="4516673"/>
                  </a:lnTo>
                  <a:lnTo>
                    <a:pt x="11826240" y="4468736"/>
                  </a:lnTo>
                  <a:lnTo>
                    <a:pt x="11826240" y="382143"/>
                  </a:lnTo>
                  <a:lnTo>
                    <a:pt x="11823262" y="334203"/>
                  </a:lnTo>
                  <a:lnTo>
                    <a:pt x="11814570" y="288042"/>
                  </a:lnTo>
                  <a:lnTo>
                    <a:pt x="11800520" y="244016"/>
                  </a:lnTo>
                  <a:lnTo>
                    <a:pt x="11781470" y="202485"/>
                  </a:lnTo>
                  <a:lnTo>
                    <a:pt x="11757778" y="163806"/>
                  </a:lnTo>
                  <a:lnTo>
                    <a:pt x="11729803" y="128337"/>
                  </a:lnTo>
                  <a:lnTo>
                    <a:pt x="11697902" y="96436"/>
                  </a:lnTo>
                  <a:lnTo>
                    <a:pt x="11662433" y="68461"/>
                  </a:lnTo>
                  <a:lnTo>
                    <a:pt x="11623754" y="44769"/>
                  </a:lnTo>
                  <a:lnTo>
                    <a:pt x="11582223" y="25719"/>
                  </a:lnTo>
                  <a:lnTo>
                    <a:pt x="11538197" y="11669"/>
                  </a:lnTo>
                  <a:lnTo>
                    <a:pt x="11492036" y="2977"/>
                  </a:lnTo>
                  <a:lnTo>
                    <a:pt x="11444097" y="0"/>
                  </a:lnTo>
                  <a:close/>
                </a:path>
              </a:pathLst>
            </a:custGeom>
            <a:solidFill>
              <a:srgbClr val="0F1F58"/>
            </a:solidFill>
          </p:spPr>
          <p:txBody>
            <a:bodyPr wrap="square" lIns="0" tIns="0" rIns="0" bIns="0" rtlCol="0"/>
            <a:lstStyle/>
            <a:p>
              <a:endParaRPr/>
            </a:p>
          </p:txBody>
        </p:sp>
        <p:sp>
          <p:nvSpPr>
            <p:cNvPr id="4" name="object 4"/>
            <p:cNvSpPr/>
            <p:nvPr/>
          </p:nvSpPr>
          <p:spPr>
            <a:xfrm>
              <a:off x="182879" y="1408175"/>
              <a:ext cx="11826240" cy="4851400"/>
            </a:xfrm>
            <a:custGeom>
              <a:avLst/>
              <a:gdLst/>
              <a:ahLst/>
              <a:cxnLst/>
              <a:rect l="l" t="t" r="r" b="b"/>
              <a:pathLst>
                <a:path w="11826240" h="4851400">
                  <a:moveTo>
                    <a:pt x="0" y="382143"/>
                  </a:moveTo>
                  <a:lnTo>
                    <a:pt x="2977" y="334203"/>
                  </a:lnTo>
                  <a:lnTo>
                    <a:pt x="11671" y="288042"/>
                  </a:lnTo>
                  <a:lnTo>
                    <a:pt x="25723" y="244016"/>
                  </a:lnTo>
                  <a:lnTo>
                    <a:pt x="44775" y="202485"/>
                  </a:lnTo>
                  <a:lnTo>
                    <a:pt x="68468" y="163806"/>
                  </a:lnTo>
                  <a:lnTo>
                    <a:pt x="96446" y="128337"/>
                  </a:lnTo>
                  <a:lnTo>
                    <a:pt x="128349" y="96436"/>
                  </a:lnTo>
                  <a:lnTo>
                    <a:pt x="163820" y="68461"/>
                  </a:lnTo>
                  <a:lnTo>
                    <a:pt x="202501" y="44769"/>
                  </a:lnTo>
                  <a:lnTo>
                    <a:pt x="244033" y="25719"/>
                  </a:lnTo>
                  <a:lnTo>
                    <a:pt x="288058" y="11669"/>
                  </a:lnTo>
                  <a:lnTo>
                    <a:pt x="334218" y="2977"/>
                  </a:lnTo>
                  <a:lnTo>
                    <a:pt x="382155" y="0"/>
                  </a:lnTo>
                  <a:lnTo>
                    <a:pt x="11444097" y="0"/>
                  </a:lnTo>
                  <a:lnTo>
                    <a:pt x="11492036" y="2977"/>
                  </a:lnTo>
                  <a:lnTo>
                    <a:pt x="11538197" y="11669"/>
                  </a:lnTo>
                  <a:lnTo>
                    <a:pt x="11582223" y="25719"/>
                  </a:lnTo>
                  <a:lnTo>
                    <a:pt x="11623754" y="44769"/>
                  </a:lnTo>
                  <a:lnTo>
                    <a:pt x="11662433" y="68461"/>
                  </a:lnTo>
                  <a:lnTo>
                    <a:pt x="11697902" y="96436"/>
                  </a:lnTo>
                  <a:lnTo>
                    <a:pt x="11729803" y="128337"/>
                  </a:lnTo>
                  <a:lnTo>
                    <a:pt x="11757778" y="163806"/>
                  </a:lnTo>
                  <a:lnTo>
                    <a:pt x="11781470" y="202485"/>
                  </a:lnTo>
                  <a:lnTo>
                    <a:pt x="11800520" y="244016"/>
                  </a:lnTo>
                  <a:lnTo>
                    <a:pt x="11814570" y="288042"/>
                  </a:lnTo>
                  <a:lnTo>
                    <a:pt x="11823262" y="334203"/>
                  </a:lnTo>
                  <a:lnTo>
                    <a:pt x="11826240" y="382143"/>
                  </a:lnTo>
                  <a:lnTo>
                    <a:pt x="11826240" y="4468736"/>
                  </a:lnTo>
                  <a:lnTo>
                    <a:pt x="11823262" y="4516673"/>
                  </a:lnTo>
                  <a:lnTo>
                    <a:pt x="11814570" y="4562833"/>
                  </a:lnTo>
                  <a:lnTo>
                    <a:pt x="11800520" y="4606858"/>
                  </a:lnTo>
                  <a:lnTo>
                    <a:pt x="11781470" y="4648390"/>
                  </a:lnTo>
                  <a:lnTo>
                    <a:pt x="11757778" y="4687071"/>
                  </a:lnTo>
                  <a:lnTo>
                    <a:pt x="11729803" y="4722542"/>
                  </a:lnTo>
                  <a:lnTo>
                    <a:pt x="11697902" y="4754445"/>
                  </a:lnTo>
                  <a:lnTo>
                    <a:pt x="11662433" y="4782423"/>
                  </a:lnTo>
                  <a:lnTo>
                    <a:pt x="11623754" y="4806116"/>
                  </a:lnTo>
                  <a:lnTo>
                    <a:pt x="11582223" y="4825168"/>
                  </a:lnTo>
                  <a:lnTo>
                    <a:pt x="11538197" y="4839220"/>
                  </a:lnTo>
                  <a:lnTo>
                    <a:pt x="11492036" y="4847914"/>
                  </a:lnTo>
                  <a:lnTo>
                    <a:pt x="11444097" y="4850892"/>
                  </a:lnTo>
                  <a:lnTo>
                    <a:pt x="382155" y="4850892"/>
                  </a:lnTo>
                  <a:lnTo>
                    <a:pt x="334218" y="4847914"/>
                  </a:lnTo>
                  <a:lnTo>
                    <a:pt x="288058" y="4839220"/>
                  </a:lnTo>
                  <a:lnTo>
                    <a:pt x="244033" y="4825168"/>
                  </a:lnTo>
                  <a:lnTo>
                    <a:pt x="202501" y="4806116"/>
                  </a:lnTo>
                  <a:lnTo>
                    <a:pt x="163820" y="4782423"/>
                  </a:lnTo>
                  <a:lnTo>
                    <a:pt x="128349" y="4754445"/>
                  </a:lnTo>
                  <a:lnTo>
                    <a:pt x="96446" y="4722542"/>
                  </a:lnTo>
                  <a:lnTo>
                    <a:pt x="68468" y="4687071"/>
                  </a:lnTo>
                  <a:lnTo>
                    <a:pt x="44775" y="4648390"/>
                  </a:lnTo>
                  <a:lnTo>
                    <a:pt x="25723" y="4606858"/>
                  </a:lnTo>
                  <a:lnTo>
                    <a:pt x="11671" y="4562833"/>
                  </a:lnTo>
                  <a:lnTo>
                    <a:pt x="2977" y="4516673"/>
                  </a:lnTo>
                  <a:lnTo>
                    <a:pt x="0" y="4468736"/>
                  </a:lnTo>
                  <a:lnTo>
                    <a:pt x="0" y="382143"/>
                  </a:lnTo>
                  <a:close/>
                </a:path>
              </a:pathLst>
            </a:custGeom>
            <a:ln w="12700">
              <a:solidFill>
                <a:srgbClr val="FFFFFF"/>
              </a:solidFill>
            </a:ln>
          </p:spPr>
          <p:txBody>
            <a:bodyPr wrap="square" lIns="0" tIns="0" rIns="0" bIns="0" rtlCol="0"/>
            <a:lstStyle/>
            <a:p>
              <a:endParaRPr/>
            </a:p>
          </p:txBody>
        </p:sp>
      </p:grpSp>
      <p:sp>
        <p:nvSpPr>
          <p:cNvPr id="5" name="object 5"/>
          <p:cNvSpPr/>
          <p:nvPr/>
        </p:nvSpPr>
        <p:spPr>
          <a:xfrm>
            <a:off x="22859" y="92964"/>
            <a:ext cx="6945630" cy="899921"/>
          </a:xfrm>
          <a:prstGeom prst="rect">
            <a:avLst/>
          </a:prstGeom>
          <a:blipFill>
            <a:blip r:embed="rId2" cstate="print"/>
            <a:stretch>
              <a:fillRect/>
            </a:stretch>
          </a:blipFill>
        </p:spPr>
        <p:txBody>
          <a:bodyPr wrap="square" lIns="0" tIns="0" rIns="0" bIns="0" rtlCol="0"/>
          <a:lstStyle/>
          <a:p>
            <a:endParaRPr/>
          </a:p>
        </p:txBody>
      </p:sp>
      <p:sp>
        <p:nvSpPr>
          <p:cNvPr id="6" name="object 6"/>
          <p:cNvSpPr txBox="1">
            <a:spLocks noGrp="1"/>
          </p:cNvSpPr>
          <p:nvPr>
            <p:ph type="title"/>
          </p:nvPr>
        </p:nvSpPr>
        <p:spPr>
          <a:xfrm>
            <a:off x="263753" y="204343"/>
            <a:ext cx="6436360" cy="513715"/>
          </a:xfrm>
          <a:prstGeom prst="rect">
            <a:avLst/>
          </a:prstGeom>
        </p:spPr>
        <p:txBody>
          <a:bodyPr vert="horz" wrap="square" lIns="0" tIns="12700" rIns="0" bIns="0" rtlCol="0">
            <a:spAutoFit/>
          </a:bodyPr>
          <a:lstStyle/>
          <a:p>
            <a:pPr marL="12700">
              <a:lnSpc>
                <a:spcPct val="100000"/>
              </a:lnSpc>
              <a:spcBef>
                <a:spcPts val="100"/>
              </a:spcBef>
            </a:pPr>
            <a:r>
              <a:rPr sz="3200" dirty="0"/>
              <a:t>What is </a:t>
            </a:r>
            <a:r>
              <a:rPr sz="3200" spc="-5" dirty="0"/>
              <a:t>Reinforcement</a:t>
            </a:r>
            <a:r>
              <a:rPr sz="3200" spc="-30" dirty="0"/>
              <a:t> </a:t>
            </a:r>
            <a:r>
              <a:rPr sz="3200" spc="-5" dirty="0"/>
              <a:t>Learning?</a:t>
            </a:r>
            <a:endParaRPr sz="3200"/>
          </a:p>
        </p:txBody>
      </p:sp>
      <p:sp>
        <p:nvSpPr>
          <p:cNvPr id="7" name="object 7"/>
          <p:cNvSpPr/>
          <p:nvPr/>
        </p:nvSpPr>
        <p:spPr>
          <a:xfrm>
            <a:off x="11778995" y="6621777"/>
            <a:ext cx="253746" cy="232397"/>
          </a:xfrm>
          <a:prstGeom prst="rect">
            <a:avLst/>
          </a:prstGeom>
          <a:blipFill>
            <a:blip r:embed="rId3" cstate="print"/>
            <a:stretch>
              <a:fillRect/>
            </a:stretch>
          </a:blipFill>
        </p:spPr>
        <p:txBody>
          <a:bodyPr wrap="square" lIns="0" tIns="0" rIns="0" bIns="0" rtlCol="0"/>
          <a:lstStyle/>
          <a:p>
            <a:endParaRPr/>
          </a:p>
        </p:txBody>
      </p:sp>
      <p:sp>
        <p:nvSpPr>
          <p:cNvPr id="8" name="object 8"/>
          <p:cNvSpPr/>
          <p:nvPr/>
        </p:nvSpPr>
        <p:spPr>
          <a:xfrm>
            <a:off x="483108" y="4416552"/>
            <a:ext cx="765810" cy="454913"/>
          </a:xfrm>
          <a:prstGeom prst="rect">
            <a:avLst/>
          </a:prstGeom>
          <a:blipFill>
            <a:blip r:embed="rId4" cstate="print"/>
            <a:stretch>
              <a:fillRect/>
            </a:stretch>
          </a:blipFill>
        </p:spPr>
        <p:txBody>
          <a:bodyPr wrap="square" lIns="0" tIns="0" rIns="0" bIns="0" rtlCol="0"/>
          <a:lstStyle/>
          <a:p>
            <a:endParaRPr/>
          </a:p>
        </p:txBody>
      </p:sp>
      <p:sp>
        <p:nvSpPr>
          <p:cNvPr id="9" name="object 9"/>
          <p:cNvSpPr txBox="1"/>
          <p:nvPr/>
        </p:nvSpPr>
        <p:spPr>
          <a:xfrm>
            <a:off x="598728" y="4466590"/>
            <a:ext cx="520065" cy="269240"/>
          </a:xfrm>
          <a:prstGeom prst="rect">
            <a:avLst/>
          </a:prstGeom>
        </p:spPr>
        <p:txBody>
          <a:bodyPr vert="horz" wrap="square" lIns="0" tIns="12065" rIns="0" bIns="0" rtlCol="0">
            <a:spAutoFit/>
          </a:bodyPr>
          <a:lstStyle/>
          <a:p>
            <a:pPr marL="12700">
              <a:lnSpc>
                <a:spcPct val="100000"/>
              </a:lnSpc>
              <a:spcBef>
                <a:spcPts val="95"/>
              </a:spcBef>
            </a:pPr>
            <a:r>
              <a:rPr sz="1600" b="1" spc="-5" dirty="0">
                <a:solidFill>
                  <a:srgbClr val="FFFFFF"/>
                </a:solidFill>
                <a:latin typeface="Arial"/>
                <a:cs typeface="Arial"/>
              </a:rPr>
              <a:t>In</a:t>
            </a:r>
            <a:r>
              <a:rPr sz="1600" b="1" spc="-15" dirty="0">
                <a:solidFill>
                  <a:srgbClr val="FFFFFF"/>
                </a:solidFill>
                <a:latin typeface="Arial"/>
                <a:cs typeface="Arial"/>
              </a:rPr>
              <a:t>p</a:t>
            </a:r>
            <a:r>
              <a:rPr sz="1600" b="1" spc="-5" dirty="0">
                <a:solidFill>
                  <a:srgbClr val="FFFFFF"/>
                </a:solidFill>
                <a:latin typeface="Arial"/>
                <a:cs typeface="Arial"/>
              </a:rPr>
              <a:t>ut</a:t>
            </a:r>
            <a:endParaRPr sz="1600">
              <a:latin typeface="Arial"/>
              <a:cs typeface="Arial"/>
            </a:endParaRPr>
          </a:p>
        </p:txBody>
      </p:sp>
      <p:grpSp>
        <p:nvGrpSpPr>
          <p:cNvPr id="10" name="object 10"/>
          <p:cNvGrpSpPr/>
          <p:nvPr/>
        </p:nvGrpSpPr>
        <p:grpSpPr>
          <a:xfrm>
            <a:off x="996696" y="3625596"/>
            <a:ext cx="274320" cy="451484"/>
            <a:chOff x="996696" y="3625596"/>
            <a:chExt cx="274320" cy="451484"/>
          </a:xfrm>
        </p:grpSpPr>
        <p:sp>
          <p:nvSpPr>
            <p:cNvPr id="11" name="object 11"/>
            <p:cNvSpPr/>
            <p:nvPr/>
          </p:nvSpPr>
          <p:spPr>
            <a:xfrm>
              <a:off x="1082040" y="3971544"/>
              <a:ext cx="105156" cy="105156"/>
            </a:xfrm>
            <a:prstGeom prst="rect">
              <a:avLst/>
            </a:prstGeom>
            <a:blipFill>
              <a:blip r:embed="rId5" cstate="print"/>
              <a:stretch>
                <a:fillRect/>
              </a:stretch>
            </a:blipFill>
          </p:spPr>
          <p:txBody>
            <a:bodyPr wrap="square" lIns="0" tIns="0" rIns="0" bIns="0" rtlCol="0"/>
            <a:lstStyle/>
            <a:p>
              <a:endParaRPr/>
            </a:p>
          </p:txBody>
        </p:sp>
        <p:sp>
          <p:nvSpPr>
            <p:cNvPr id="12" name="object 12"/>
            <p:cNvSpPr/>
            <p:nvPr/>
          </p:nvSpPr>
          <p:spPr>
            <a:xfrm>
              <a:off x="996696" y="3625596"/>
              <a:ext cx="274320" cy="318770"/>
            </a:xfrm>
            <a:custGeom>
              <a:avLst/>
              <a:gdLst/>
              <a:ahLst/>
              <a:cxnLst/>
              <a:rect l="l" t="t" r="r" b="b"/>
              <a:pathLst>
                <a:path w="274319" h="318770">
                  <a:moveTo>
                    <a:pt x="137159" y="0"/>
                  </a:moveTo>
                  <a:lnTo>
                    <a:pt x="93854" y="7011"/>
                  </a:lnTo>
                  <a:lnTo>
                    <a:pt x="56208" y="26525"/>
                  </a:lnTo>
                  <a:lnTo>
                    <a:pt x="26499" y="56263"/>
                  </a:lnTo>
                  <a:lnTo>
                    <a:pt x="7004" y="93943"/>
                  </a:lnTo>
                  <a:lnTo>
                    <a:pt x="0" y="137286"/>
                  </a:lnTo>
                  <a:lnTo>
                    <a:pt x="0" y="150494"/>
                  </a:lnTo>
                  <a:lnTo>
                    <a:pt x="105511" y="150494"/>
                  </a:lnTo>
                  <a:lnTo>
                    <a:pt x="105511" y="137286"/>
                  </a:lnTo>
                  <a:lnTo>
                    <a:pt x="108002" y="124932"/>
                  </a:lnTo>
                  <a:lnTo>
                    <a:pt x="114792" y="114839"/>
                  </a:lnTo>
                  <a:lnTo>
                    <a:pt x="124853" y="108033"/>
                  </a:lnTo>
                  <a:lnTo>
                    <a:pt x="137159" y="105536"/>
                  </a:lnTo>
                  <a:lnTo>
                    <a:pt x="149466" y="108033"/>
                  </a:lnTo>
                  <a:lnTo>
                    <a:pt x="159527" y="114839"/>
                  </a:lnTo>
                  <a:lnTo>
                    <a:pt x="166317" y="124932"/>
                  </a:lnTo>
                  <a:lnTo>
                    <a:pt x="168808" y="137286"/>
                  </a:lnTo>
                  <a:lnTo>
                    <a:pt x="168060" y="144111"/>
                  </a:lnTo>
                  <a:lnTo>
                    <a:pt x="165879" y="150542"/>
                  </a:lnTo>
                  <a:lnTo>
                    <a:pt x="162362" y="156378"/>
                  </a:lnTo>
                  <a:lnTo>
                    <a:pt x="157606" y="161416"/>
                  </a:lnTo>
                  <a:lnTo>
                    <a:pt x="84404" y="223773"/>
                  </a:lnTo>
                  <a:lnTo>
                    <a:pt x="84404" y="318515"/>
                  </a:lnTo>
                  <a:lnTo>
                    <a:pt x="189915" y="318515"/>
                  </a:lnTo>
                  <a:lnTo>
                    <a:pt x="189915" y="272541"/>
                  </a:lnTo>
                  <a:lnTo>
                    <a:pt x="225945" y="241934"/>
                  </a:lnTo>
                  <a:lnTo>
                    <a:pt x="246475" y="220208"/>
                  </a:lnTo>
                  <a:lnTo>
                    <a:pt x="261662" y="194897"/>
                  </a:lnTo>
                  <a:lnTo>
                    <a:pt x="271085" y="166943"/>
                  </a:lnTo>
                  <a:lnTo>
                    <a:pt x="274319" y="137286"/>
                  </a:lnTo>
                  <a:lnTo>
                    <a:pt x="267315" y="93943"/>
                  </a:lnTo>
                  <a:lnTo>
                    <a:pt x="247820" y="56263"/>
                  </a:lnTo>
                  <a:lnTo>
                    <a:pt x="218111" y="26525"/>
                  </a:lnTo>
                  <a:lnTo>
                    <a:pt x="180465" y="7011"/>
                  </a:lnTo>
                  <a:lnTo>
                    <a:pt x="137159" y="0"/>
                  </a:lnTo>
                  <a:close/>
                </a:path>
              </a:pathLst>
            </a:custGeom>
            <a:solidFill>
              <a:srgbClr val="C00000"/>
            </a:solidFill>
          </p:spPr>
          <p:txBody>
            <a:bodyPr wrap="square" lIns="0" tIns="0" rIns="0" bIns="0" rtlCol="0"/>
            <a:lstStyle/>
            <a:p>
              <a:endParaRPr/>
            </a:p>
          </p:txBody>
        </p:sp>
      </p:grpSp>
      <p:grpSp>
        <p:nvGrpSpPr>
          <p:cNvPr id="13" name="object 13"/>
          <p:cNvGrpSpPr/>
          <p:nvPr/>
        </p:nvGrpSpPr>
        <p:grpSpPr>
          <a:xfrm>
            <a:off x="446652" y="3550932"/>
            <a:ext cx="492125" cy="600710"/>
            <a:chOff x="446652" y="3550932"/>
            <a:chExt cx="492125" cy="600710"/>
          </a:xfrm>
        </p:grpSpPr>
        <p:sp>
          <p:nvSpPr>
            <p:cNvPr id="14" name="object 14"/>
            <p:cNvSpPr/>
            <p:nvPr/>
          </p:nvSpPr>
          <p:spPr>
            <a:xfrm>
              <a:off x="446652" y="3712591"/>
              <a:ext cx="492125" cy="438784"/>
            </a:xfrm>
            <a:custGeom>
              <a:avLst/>
              <a:gdLst/>
              <a:ahLst/>
              <a:cxnLst/>
              <a:rect l="l" t="t" r="r" b="b"/>
              <a:pathLst>
                <a:path w="492125" h="438785">
                  <a:moveTo>
                    <a:pt x="356825" y="0"/>
                  </a:moveTo>
                  <a:lnTo>
                    <a:pt x="321434" y="2093"/>
                  </a:lnTo>
                  <a:lnTo>
                    <a:pt x="290360" y="11128"/>
                  </a:lnTo>
                  <a:lnTo>
                    <a:pt x="264896" y="28378"/>
                  </a:lnTo>
                  <a:lnTo>
                    <a:pt x="246335" y="55117"/>
                  </a:lnTo>
                  <a:lnTo>
                    <a:pt x="228262" y="28378"/>
                  </a:lnTo>
                  <a:lnTo>
                    <a:pt x="202744" y="11128"/>
                  </a:lnTo>
                  <a:lnTo>
                    <a:pt x="171399" y="2093"/>
                  </a:lnTo>
                  <a:lnTo>
                    <a:pt x="135845" y="0"/>
                  </a:lnTo>
                  <a:lnTo>
                    <a:pt x="96478" y="5384"/>
                  </a:lnTo>
                  <a:lnTo>
                    <a:pt x="39296" y="38821"/>
                  </a:lnTo>
                  <a:lnTo>
                    <a:pt x="8197" y="95343"/>
                  </a:lnTo>
                  <a:lnTo>
                    <a:pt x="0" y="166386"/>
                  </a:lnTo>
                  <a:lnTo>
                    <a:pt x="3494" y="204676"/>
                  </a:lnTo>
                  <a:lnTo>
                    <a:pt x="11520" y="243384"/>
                  </a:lnTo>
                  <a:lnTo>
                    <a:pt x="23679" y="281440"/>
                  </a:lnTo>
                  <a:lnTo>
                    <a:pt x="39575" y="317772"/>
                  </a:lnTo>
                  <a:lnTo>
                    <a:pt x="58809" y="351311"/>
                  </a:lnTo>
                  <a:lnTo>
                    <a:pt x="105700" y="405726"/>
                  </a:lnTo>
                  <a:lnTo>
                    <a:pt x="161169" y="436117"/>
                  </a:lnTo>
                  <a:lnTo>
                    <a:pt x="175660" y="438134"/>
                  </a:lnTo>
                  <a:lnTo>
                    <a:pt x="186483" y="435959"/>
                  </a:lnTo>
                  <a:lnTo>
                    <a:pt x="196445" y="430117"/>
                  </a:lnTo>
                  <a:lnTo>
                    <a:pt x="208349" y="421131"/>
                  </a:lnTo>
                  <a:lnTo>
                    <a:pt x="226011" y="411416"/>
                  </a:lnTo>
                  <a:lnTo>
                    <a:pt x="245184" y="408177"/>
                  </a:lnTo>
                  <a:lnTo>
                    <a:pt x="264355" y="411416"/>
                  </a:lnTo>
                  <a:lnTo>
                    <a:pt x="282009" y="421131"/>
                  </a:lnTo>
                  <a:lnTo>
                    <a:pt x="293914" y="430760"/>
                  </a:lnTo>
                  <a:lnTo>
                    <a:pt x="303877" y="436816"/>
                  </a:lnTo>
                  <a:lnTo>
                    <a:pt x="358203" y="424460"/>
                  </a:lnTo>
                  <a:lnTo>
                    <a:pt x="410356" y="380986"/>
                  </a:lnTo>
                  <a:lnTo>
                    <a:pt x="452118" y="317772"/>
                  </a:lnTo>
                  <a:lnTo>
                    <a:pt x="468128" y="281440"/>
                  </a:lnTo>
                  <a:lnTo>
                    <a:pt x="480372" y="243384"/>
                  </a:lnTo>
                  <a:lnTo>
                    <a:pt x="488461" y="204676"/>
                  </a:lnTo>
                  <a:lnTo>
                    <a:pt x="492004" y="166386"/>
                  </a:lnTo>
                  <a:lnTo>
                    <a:pt x="490612" y="129585"/>
                  </a:lnTo>
                  <a:lnTo>
                    <a:pt x="471467" y="64732"/>
                  </a:lnTo>
                  <a:lnTo>
                    <a:pt x="427910" y="18682"/>
                  </a:lnTo>
                  <a:lnTo>
                    <a:pt x="396003" y="5384"/>
                  </a:lnTo>
                  <a:lnTo>
                    <a:pt x="356825" y="0"/>
                  </a:lnTo>
                  <a:close/>
                </a:path>
              </a:pathLst>
            </a:custGeom>
            <a:solidFill>
              <a:srgbClr val="D13834"/>
            </a:solidFill>
          </p:spPr>
          <p:txBody>
            <a:bodyPr wrap="square" lIns="0" tIns="0" rIns="0" bIns="0" rtlCol="0"/>
            <a:lstStyle/>
            <a:p>
              <a:endParaRPr/>
            </a:p>
          </p:txBody>
        </p:sp>
        <p:sp>
          <p:nvSpPr>
            <p:cNvPr id="15" name="object 15"/>
            <p:cNvSpPr/>
            <p:nvPr/>
          </p:nvSpPr>
          <p:spPr>
            <a:xfrm>
              <a:off x="559307" y="3550932"/>
              <a:ext cx="221970" cy="176772"/>
            </a:xfrm>
            <a:prstGeom prst="rect">
              <a:avLst/>
            </a:prstGeom>
            <a:blipFill>
              <a:blip r:embed="rId6" cstate="print"/>
              <a:stretch>
                <a:fillRect/>
              </a:stretch>
            </a:blipFill>
          </p:spPr>
          <p:txBody>
            <a:bodyPr wrap="square" lIns="0" tIns="0" rIns="0" bIns="0" rtlCol="0"/>
            <a:lstStyle/>
            <a:p>
              <a:endParaRPr/>
            </a:p>
          </p:txBody>
        </p:sp>
      </p:grpSp>
      <p:grpSp>
        <p:nvGrpSpPr>
          <p:cNvPr id="16" name="object 16"/>
          <p:cNvGrpSpPr/>
          <p:nvPr/>
        </p:nvGrpSpPr>
        <p:grpSpPr>
          <a:xfrm>
            <a:off x="2883407" y="3528059"/>
            <a:ext cx="645160" cy="646430"/>
            <a:chOff x="2883407" y="3528059"/>
            <a:chExt cx="645160" cy="646430"/>
          </a:xfrm>
        </p:grpSpPr>
        <p:sp>
          <p:nvSpPr>
            <p:cNvPr id="17" name="object 17"/>
            <p:cNvSpPr/>
            <p:nvPr/>
          </p:nvSpPr>
          <p:spPr>
            <a:xfrm>
              <a:off x="3067811" y="3598163"/>
              <a:ext cx="184403" cy="184404"/>
            </a:xfrm>
            <a:prstGeom prst="rect">
              <a:avLst/>
            </a:prstGeom>
            <a:blipFill>
              <a:blip r:embed="rId7" cstate="print"/>
              <a:stretch>
                <a:fillRect/>
              </a:stretch>
            </a:blipFill>
          </p:spPr>
          <p:txBody>
            <a:bodyPr wrap="square" lIns="0" tIns="0" rIns="0" bIns="0" rtlCol="0"/>
            <a:lstStyle/>
            <a:p>
              <a:endParaRPr/>
            </a:p>
          </p:txBody>
        </p:sp>
        <p:sp>
          <p:nvSpPr>
            <p:cNvPr id="18" name="object 18"/>
            <p:cNvSpPr/>
            <p:nvPr/>
          </p:nvSpPr>
          <p:spPr>
            <a:xfrm>
              <a:off x="2951983" y="3628643"/>
              <a:ext cx="269875" cy="268605"/>
            </a:xfrm>
            <a:custGeom>
              <a:avLst/>
              <a:gdLst/>
              <a:ahLst/>
              <a:cxnLst/>
              <a:rect l="l" t="t" r="r" b="b"/>
              <a:pathLst>
                <a:path w="269875" h="268604">
                  <a:moveTo>
                    <a:pt x="92460" y="0"/>
                  </a:moveTo>
                  <a:lnTo>
                    <a:pt x="53464" y="21234"/>
                  </a:lnTo>
                  <a:lnTo>
                    <a:pt x="24125" y="52374"/>
                  </a:lnTo>
                  <a:lnTo>
                    <a:pt x="5838" y="90525"/>
                  </a:lnTo>
                  <a:lnTo>
                    <a:pt x="0" y="132791"/>
                  </a:lnTo>
                  <a:lnTo>
                    <a:pt x="8005" y="176275"/>
                  </a:lnTo>
                  <a:lnTo>
                    <a:pt x="29357" y="215059"/>
                  </a:lnTo>
                  <a:lnTo>
                    <a:pt x="60682" y="244230"/>
                  </a:lnTo>
                  <a:lnTo>
                    <a:pt x="99061" y="262403"/>
                  </a:lnTo>
                  <a:lnTo>
                    <a:pt x="141572" y="268195"/>
                  </a:lnTo>
                  <a:lnTo>
                    <a:pt x="185297" y="260222"/>
                  </a:lnTo>
                  <a:lnTo>
                    <a:pt x="213137" y="246784"/>
                  </a:lnTo>
                  <a:lnTo>
                    <a:pt x="237049" y="227774"/>
                  </a:lnTo>
                  <a:lnTo>
                    <a:pt x="256198" y="204001"/>
                  </a:lnTo>
                  <a:lnTo>
                    <a:pt x="269752" y="176275"/>
                  </a:lnTo>
                  <a:lnTo>
                    <a:pt x="97667" y="176275"/>
                  </a:lnTo>
                  <a:lnTo>
                    <a:pt x="92460" y="171068"/>
                  </a:lnTo>
                  <a:close/>
                </a:path>
              </a:pathLst>
            </a:custGeom>
            <a:solidFill>
              <a:srgbClr val="FFFFFF"/>
            </a:solidFill>
          </p:spPr>
          <p:txBody>
            <a:bodyPr wrap="square" lIns="0" tIns="0" rIns="0" bIns="0" rtlCol="0"/>
            <a:lstStyle/>
            <a:p>
              <a:endParaRPr/>
            </a:p>
          </p:txBody>
        </p:sp>
        <p:sp>
          <p:nvSpPr>
            <p:cNvPr id="19" name="object 19"/>
            <p:cNvSpPr/>
            <p:nvPr/>
          </p:nvSpPr>
          <p:spPr>
            <a:xfrm>
              <a:off x="3102863" y="4058411"/>
              <a:ext cx="205739" cy="115824"/>
            </a:xfrm>
            <a:prstGeom prst="rect">
              <a:avLst/>
            </a:prstGeom>
            <a:blipFill>
              <a:blip r:embed="rId8" cstate="print"/>
              <a:stretch>
                <a:fillRect/>
              </a:stretch>
            </a:blipFill>
          </p:spPr>
          <p:txBody>
            <a:bodyPr wrap="square" lIns="0" tIns="0" rIns="0" bIns="0" rtlCol="0"/>
            <a:lstStyle/>
            <a:p>
              <a:endParaRPr/>
            </a:p>
          </p:txBody>
        </p:sp>
        <p:sp>
          <p:nvSpPr>
            <p:cNvPr id="20" name="object 20"/>
            <p:cNvSpPr/>
            <p:nvPr/>
          </p:nvSpPr>
          <p:spPr>
            <a:xfrm>
              <a:off x="2883407" y="3989831"/>
              <a:ext cx="645160" cy="45720"/>
            </a:xfrm>
            <a:custGeom>
              <a:avLst/>
              <a:gdLst/>
              <a:ahLst/>
              <a:cxnLst/>
              <a:rect l="l" t="t" r="r" b="b"/>
              <a:pathLst>
                <a:path w="645160" h="45720">
                  <a:moveTo>
                    <a:pt x="644652" y="0"/>
                  </a:moveTo>
                  <a:lnTo>
                    <a:pt x="0" y="0"/>
                  </a:lnTo>
                  <a:lnTo>
                    <a:pt x="0" y="40640"/>
                  </a:lnTo>
                  <a:lnTo>
                    <a:pt x="5206" y="45720"/>
                  </a:lnTo>
                  <a:lnTo>
                    <a:pt x="639444" y="45720"/>
                  </a:lnTo>
                  <a:lnTo>
                    <a:pt x="644652" y="40640"/>
                  </a:lnTo>
                  <a:close/>
                </a:path>
              </a:pathLst>
            </a:custGeom>
            <a:solidFill>
              <a:srgbClr val="00D9CE"/>
            </a:solidFill>
          </p:spPr>
          <p:txBody>
            <a:bodyPr wrap="square" lIns="0" tIns="0" rIns="0" bIns="0" rtlCol="0"/>
            <a:lstStyle/>
            <a:p>
              <a:endParaRPr/>
            </a:p>
          </p:txBody>
        </p:sp>
        <p:sp>
          <p:nvSpPr>
            <p:cNvPr id="21" name="object 21"/>
            <p:cNvSpPr/>
            <p:nvPr/>
          </p:nvSpPr>
          <p:spPr>
            <a:xfrm>
              <a:off x="3297936" y="3770375"/>
              <a:ext cx="116205" cy="139065"/>
            </a:xfrm>
            <a:custGeom>
              <a:avLst/>
              <a:gdLst/>
              <a:ahLst/>
              <a:cxnLst/>
              <a:rect l="l" t="t" r="r" b="b"/>
              <a:pathLst>
                <a:path w="116204" h="139064">
                  <a:moveTo>
                    <a:pt x="22860" y="92976"/>
                  </a:moveTo>
                  <a:lnTo>
                    <a:pt x="0" y="92976"/>
                  </a:lnTo>
                  <a:lnTo>
                    <a:pt x="0" y="138684"/>
                  </a:lnTo>
                  <a:lnTo>
                    <a:pt x="22860" y="138684"/>
                  </a:lnTo>
                  <a:lnTo>
                    <a:pt x="22860" y="92976"/>
                  </a:lnTo>
                  <a:close/>
                </a:path>
                <a:path w="116204" h="139064">
                  <a:moveTo>
                    <a:pt x="68580" y="0"/>
                  </a:moveTo>
                  <a:lnTo>
                    <a:pt x="45720" y="0"/>
                  </a:lnTo>
                  <a:lnTo>
                    <a:pt x="45720" y="138684"/>
                  </a:lnTo>
                  <a:lnTo>
                    <a:pt x="68580" y="138684"/>
                  </a:lnTo>
                  <a:lnTo>
                    <a:pt x="68580" y="0"/>
                  </a:lnTo>
                  <a:close/>
                </a:path>
                <a:path w="116204" h="139064">
                  <a:moveTo>
                    <a:pt x="115824" y="45720"/>
                  </a:moveTo>
                  <a:lnTo>
                    <a:pt x="92964" y="45720"/>
                  </a:lnTo>
                  <a:lnTo>
                    <a:pt x="92964" y="138684"/>
                  </a:lnTo>
                  <a:lnTo>
                    <a:pt x="115824" y="138684"/>
                  </a:lnTo>
                  <a:lnTo>
                    <a:pt x="115824" y="45720"/>
                  </a:lnTo>
                  <a:close/>
                </a:path>
              </a:pathLst>
            </a:custGeom>
            <a:solidFill>
              <a:srgbClr val="FFFFFF"/>
            </a:solidFill>
          </p:spPr>
          <p:txBody>
            <a:bodyPr wrap="square" lIns="0" tIns="0" rIns="0" bIns="0" rtlCol="0"/>
            <a:lstStyle/>
            <a:p>
              <a:endParaRPr/>
            </a:p>
          </p:txBody>
        </p:sp>
        <p:sp>
          <p:nvSpPr>
            <p:cNvPr id="22" name="object 22"/>
            <p:cNvSpPr/>
            <p:nvPr/>
          </p:nvSpPr>
          <p:spPr>
            <a:xfrm>
              <a:off x="2883407" y="3528059"/>
              <a:ext cx="645160" cy="439420"/>
            </a:xfrm>
            <a:custGeom>
              <a:avLst/>
              <a:gdLst/>
              <a:ahLst/>
              <a:cxnLst/>
              <a:rect l="l" t="t" r="r" b="b"/>
              <a:pathLst>
                <a:path w="645160" h="439420">
                  <a:moveTo>
                    <a:pt x="639444" y="0"/>
                  </a:moveTo>
                  <a:lnTo>
                    <a:pt x="5206" y="0"/>
                  </a:lnTo>
                  <a:lnTo>
                    <a:pt x="0" y="5206"/>
                  </a:lnTo>
                  <a:lnTo>
                    <a:pt x="0" y="438912"/>
                  </a:lnTo>
                  <a:lnTo>
                    <a:pt x="644652" y="438912"/>
                  </a:lnTo>
                  <a:lnTo>
                    <a:pt x="644652" y="404240"/>
                  </a:lnTo>
                  <a:lnTo>
                    <a:pt x="356869" y="404240"/>
                  </a:lnTo>
                  <a:lnTo>
                    <a:pt x="356869" y="392683"/>
                  </a:lnTo>
                  <a:lnTo>
                    <a:pt x="207264" y="392683"/>
                  </a:lnTo>
                  <a:lnTo>
                    <a:pt x="164423" y="386845"/>
                  </a:lnTo>
                  <a:lnTo>
                    <a:pt x="125951" y="370487"/>
                  </a:lnTo>
                  <a:lnTo>
                    <a:pt x="93376" y="345154"/>
                  </a:lnTo>
                  <a:lnTo>
                    <a:pt x="68231" y="312391"/>
                  </a:lnTo>
                  <a:lnTo>
                    <a:pt x="52047" y="273744"/>
                  </a:lnTo>
                  <a:lnTo>
                    <a:pt x="46355" y="230758"/>
                  </a:lnTo>
                  <a:lnTo>
                    <a:pt x="54774" y="179371"/>
                  </a:lnTo>
                  <a:lnTo>
                    <a:pt x="78279" y="134365"/>
                  </a:lnTo>
                  <a:lnTo>
                    <a:pt x="114524" y="98885"/>
                  </a:lnTo>
                  <a:lnTo>
                    <a:pt x="161162" y="76073"/>
                  </a:lnTo>
                  <a:lnTo>
                    <a:pt x="161162" y="55752"/>
                  </a:lnTo>
                  <a:lnTo>
                    <a:pt x="207264" y="46227"/>
                  </a:lnTo>
                  <a:lnTo>
                    <a:pt x="644652" y="46227"/>
                  </a:lnTo>
                  <a:lnTo>
                    <a:pt x="644652" y="5206"/>
                  </a:lnTo>
                  <a:lnTo>
                    <a:pt x="639444" y="0"/>
                  </a:lnTo>
                  <a:close/>
                </a:path>
                <a:path w="645160" h="439420">
                  <a:moveTo>
                    <a:pt x="644652" y="219456"/>
                  </a:moveTo>
                  <a:lnTo>
                    <a:pt x="501395" y="219456"/>
                  </a:lnTo>
                  <a:lnTo>
                    <a:pt x="506476" y="224662"/>
                  </a:lnTo>
                  <a:lnTo>
                    <a:pt x="506476" y="265683"/>
                  </a:lnTo>
                  <a:lnTo>
                    <a:pt x="547369" y="265683"/>
                  </a:lnTo>
                  <a:lnTo>
                    <a:pt x="552577" y="270890"/>
                  </a:lnTo>
                  <a:lnTo>
                    <a:pt x="552577" y="288797"/>
                  </a:lnTo>
                  <a:lnTo>
                    <a:pt x="593470" y="288797"/>
                  </a:lnTo>
                  <a:lnTo>
                    <a:pt x="598551" y="293877"/>
                  </a:lnTo>
                  <a:lnTo>
                    <a:pt x="598551" y="381126"/>
                  </a:lnTo>
                  <a:lnTo>
                    <a:pt x="621665" y="381126"/>
                  </a:lnTo>
                  <a:lnTo>
                    <a:pt x="621665" y="404240"/>
                  </a:lnTo>
                  <a:lnTo>
                    <a:pt x="644652" y="404240"/>
                  </a:lnTo>
                  <a:lnTo>
                    <a:pt x="644652" y="254126"/>
                  </a:lnTo>
                  <a:lnTo>
                    <a:pt x="552577" y="254126"/>
                  </a:lnTo>
                  <a:lnTo>
                    <a:pt x="552577" y="231012"/>
                  </a:lnTo>
                  <a:lnTo>
                    <a:pt x="644652" y="231012"/>
                  </a:lnTo>
                  <a:lnTo>
                    <a:pt x="644652" y="219456"/>
                  </a:lnTo>
                  <a:close/>
                </a:path>
                <a:path w="645160" h="439420">
                  <a:moveTo>
                    <a:pt x="391414" y="138556"/>
                  </a:moveTo>
                  <a:lnTo>
                    <a:pt x="366522" y="138556"/>
                  </a:lnTo>
                  <a:lnTo>
                    <a:pt x="371068" y="146938"/>
                  </a:lnTo>
                  <a:lnTo>
                    <a:pt x="375173" y="155511"/>
                  </a:lnTo>
                  <a:lnTo>
                    <a:pt x="378827" y="164274"/>
                  </a:lnTo>
                  <a:lnTo>
                    <a:pt x="382016" y="173227"/>
                  </a:lnTo>
                  <a:lnTo>
                    <a:pt x="483489" y="173227"/>
                  </a:lnTo>
                  <a:lnTo>
                    <a:pt x="483489" y="196341"/>
                  </a:lnTo>
                  <a:lnTo>
                    <a:pt x="387984" y="196341"/>
                  </a:lnTo>
                  <a:lnTo>
                    <a:pt x="389485" y="204938"/>
                  </a:lnTo>
                  <a:lnTo>
                    <a:pt x="390556" y="213582"/>
                  </a:lnTo>
                  <a:lnTo>
                    <a:pt x="391199" y="222273"/>
                  </a:lnTo>
                  <a:lnTo>
                    <a:pt x="391414" y="231012"/>
                  </a:lnTo>
                  <a:lnTo>
                    <a:pt x="391177" y="240323"/>
                  </a:lnTo>
                  <a:lnTo>
                    <a:pt x="381889" y="277240"/>
                  </a:lnTo>
                  <a:lnTo>
                    <a:pt x="361569" y="277240"/>
                  </a:lnTo>
                  <a:lnTo>
                    <a:pt x="338959" y="324246"/>
                  </a:lnTo>
                  <a:lnTo>
                    <a:pt x="303561" y="360775"/>
                  </a:lnTo>
                  <a:lnTo>
                    <a:pt x="258591" y="384397"/>
                  </a:lnTo>
                  <a:lnTo>
                    <a:pt x="207264" y="392683"/>
                  </a:lnTo>
                  <a:lnTo>
                    <a:pt x="356869" y="392683"/>
                  </a:lnTo>
                  <a:lnTo>
                    <a:pt x="356869" y="381126"/>
                  </a:lnTo>
                  <a:lnTo>
                    <a:pt x="391414" y="381126"/>
                  </a:lnTo>
                  <a:lnTo>
                    <a:pt x="391414" y="316991"/>
                  </a:lnTo>
                  <a:lnTo>
                    <a:pt x="396494" y="311912"/>
                  </a:lnTo>
                  <a:lnTo>
                    <a:pt x="437388" y="311912"/>
                  </a:lnTo>
                  <a:lnTo>
                    <a:pt x="437388" y="224662"/>
                  </a:lnTo>
                  <a:lnTo>
                    <a:pt x="442594" y="219456"/>
                  </a:lnTo>
                  <a:lnTo>
                    <a:pt x="644652" y="219456"/>
                  </a:lnTo>
                  <a:lnTo>
                    <a:pt x="644652" y="138683"/>
                  </a:lnTo>
                  <a:lnTo>
                    <a:pt x="395731" y="138683"/>
                  </a:lnTo>
                  <a:lnTo>
                    <a:pt x="391414" y="138556"/>
                  </a:lnTo>
                  <a:close/>
                </a:path>
                <a:path w="645160" h="439420">
                  <a:moveTo>
                    <a:pt x="644652" y="231012"/>
                  </a:moveTo>
                  <a:lnTo>
                    <a:pt x="575564" y="231012"/>
                  </a:lnTo>
                  <a:lnTo>
                    <a:pt x="575564" y="254126"/>
                  </a:lnTo>
                  <a:lnTo>
                    <a:pt x="644652" y="254126"/>
                  </a:lnTo>
                  <a:lnTo>
                    <a:pt x="644652" y="231012"/>
                  </a:lnTo>
                  <a:close/>
                </a:path>
                <a:path w="645160" h="439420">
                  <a:moveTo>
                    <a:pt x="460502" y="173227"/>
                  </a:moveTo>
                  <a:lnTo>
                    <a:pt x="437388" y="173227"/>
                  </a:lnTo>
                  <a:lnTo>
                    <a:pt x="437388" y="196341"/>
                  </a:lnTo>
                  <a:lnTo>
                    <a:pt x="460502" y="196341"/>
                  </a:lnTo>
                  <a:lnTo>
                    <a:pt x="460502" y="173227"/>
                  </a:lnTo>
                  <a:close/>
                </a:path>
                <a:path w="645160" h="439420">
                  <a:moveTo>
                    <a:pt x="644652" y="46227"/>
                  </a:moveTo>
                  <a:lnTo>
                    <a:pt x="598551" y="46227"/>
                  </a:lnTo>
                  <a:lnTo>
                    <a:pt x="598551" y="69341"/>
                  </a:lnTo>
                  <a:lnTo>
                    <a:pt x="433069" y="69341"/>
                  </a:lnTo>
                  <a:lnTo>
                    <a:pt x="401701" y="132206"/>
                  </a:lnTo>
                  <a:lnTo>
                    <a:pt x="399795" y="136144"/>
                  </a:lnTo>
                  <a:lnTo>
                    <a:pt x="395731" y="138683"/>
                  </a:lnTo>
                  <a:lnTo>
                    <a:pt x="644652" y="138683"/>
                  </a:lnTo>
                  <a:lnTo>
                    <a:pt x="644652" y="115442"/>
                  </a:lnTo>
                  <a:lnTo>
                    <a:pt x="529590" y="115442"/>
                  </a:lnTo>
                  <a:lnTo>
                    <a:pt x="529590" y="92456"/>
                  </a:lnTo>
                  <a:lnTo>
                    <a:pt x="644652" y="92456"/>
                  </a:lnTo>
                  <a:lnTo>
                    <a:pt x="644652" y="46227"/>
                  </a:lnTo>
                  <a:close/>
                </a:path>
                <a:path w="645160" h="439420">
                  <a:moveTo>
                    <a:pt x="421513" y="46227"/>
                  </a:moveTo>
                  <a:lnTo>
                    <a:pt x="207264" y="46227"/>
                  </a:lnTo>
                  <a:lnTo>
                    <a:pt x="248296" y="50899"/>
                  </a:lnTo>
                  <a:lnTo>
                    <a:pt x="286829" y="64452"/>
                  </a:lnTo>
                  <a:lnTo>
                    <a:pt x="321456" y="86197"/>
                  </a:lnTo>
                  <a:lnTo>
                    <a:pt x="350774" y="115442"/>
                  </a:lnTo>
                  <a:lnTo>
                    <a:pt x="384302" y="115442"/>
                  </a:lnTo>
                  <a:lnTo>
                    <a:pt x="415544" y="52577"/>
                  </a:lnTo>
                  <a:lnTo>
                    <a:pt x="417576" y="48640"/>
                  </a:lnTo>
                  <a:lnTo>
                    <a:pt x="421513" y="46227"/>
                  </a:lnTo>
                  <a:close/>
                </a:path>
                <a:path w="645160" h="439420">
                  <a:moveTo>
                    <a:pt x="644652" y="92456"/>
                  </a:moveTo>
                  <a:lnTo>
                    <a:pt x="598551" y="92456"/>
                  </a:lnTo>
                  <a:lnTo>
                    <a:pt x="598551" y="115442"/>
                  </a:lnTo>
                  <a:lnTo>
                    <a:pt x="644652" y="115442"/>
                  </a:lnTo>
                  <a:lnTo>
                    <a:pt x="644652" y="92456"/>
                  </a:lnTo>
                  <a:close/>
                </a:path>
                <a:path w="645160" h="439420">
                  <a:moveTo>
                    <a:pt x="483489" y="46227"/>
                  </a:moveTo>
                  <a:lnTo>
                    <a:pt x="460502" y="46227"/>
                  </a:lnTo>
                  <a:lnTo>
                    <a:pt x="460502" y="69341"/>
                  </a:lnTo>
                  <a:lnTo>
                    <a:pt x="483489" y="69341"/>
                  </a:lnTo>
                  <a:lnTo>
                    <a:pt x="483489" y="46227"/>
                  </a:lnTo>
                  <a:close/>
                </a:path>
                <a:path w="645160" h="439420">
                  <a:moveTo>
                    <a:pt x="529590" y="46227"/>
                  </a:moveTo>
                  <a:lnTo>
                    <a:pt x="506476" y="46227"/>
                  </a:lnTo>
                  <a:lnTo>
                    <a:pt x="506476" y="69341"/>
                  </a:lnTo>
                  <a:lnTo>
                    <a:pt x="529590" y="69341"/>
                  </a:lnTo>
                  <a:lnTo>
                    <a:pt x="529590" y="46227"/>
                  </a:lnTo>
                  <a:close/>
                </a:path>
                <a:path w="645160" h="439420">
                  <a:moveTo>
                    <a:pt x="575564" y="46227"/>
                  </a:moveTo>
                  <a:lnTo>
                    <a:pt x="552577" y="46227"/>
                  </a:lnTo>
                  <a:lnTo>
                    <a:pt x="552577" y="69341"/>
                  </a:lnTo>
                  <a:lnTo>
                    <a:pt x="575564" y="69341"/>
                  </a:lnTo>
                  <a:lnTo>
                    <a:pt x="575564" y="46227"/>
                  </a:lnTo>
                  <a:close/>
                </a:path>
              </a:pathLst>
            </a:custGeom>
            <a:solidFill>
              <a:srgbClr val="00D9CE"/>
            </a:solidFill>
          </p:spPr>
          <p:txBody>
            <a:bodyPr wrap="square" lIns="0" tIns="0" rIns="0" bIns="0" rtlCol="0"/>
            <a:lstStyle/>
            <a:p>
              <a:endParaRPr/>
            </a:p>
          </p:txBody>
        </p:sp>
        <p:sp>
          <p:nvSpPr>
            <p:cNvPr id="23" name="object 23"/>
            <p:cNvSpPr/>
            <p:nvPr/>
          </p:nvSpPr>
          <p:spPr>
            <a:xfrm>
              <a:off x="3436619" y="3840479"/>
              <a:ext cx="22860" cy="68580"/>
            </a:xfrm>
            <a:custGeom>
              <a:avLst/>
              <a:gdLst/>
              <a:ahLst/>
              <a:cxnLst/>
              <a:rect l="l" t="t" r="r" b="b"/>
              <a:pathLst>
                <a:path w="22860" h="68579">
                  <a:moveTo>
                    <a:pt x="22860" y="0"/>
                  </a:moveTo>
                  <a:lnTo>
                    <a:pt x="0" y="0"/>
                  </a:lnTo>
                  <a:lnTo>
                    <a:pt x="0" y="68580"/>
                  </a:lnTo>
                  <a:lnTo>
                    <a:pt x="22860" y="68580"/>
                  </a:lnTo>
                  <a:lnTo>
                    <a:pt x="22860" y="0"/>
                  </a:lnTo>
                  <a:close/>
                </a:path>
              </a:pathLst>
            </a:custGeom>
            <a:solidFill>
              <a:srgbClr val="FFFFFF"/>
            </a:solidFill>
          </p:spPr>
          <p:txBody>
            <a:bodyPr wrap="square" lIns="0" tIns="0" rIns="0" bIns="0" rtlCol="0"/>
            <a:lstStyle/>
            <a:p>
              <a:endParaRPr/>
            </a:p>
          </p:txBody>
        </p:sp>
      </p:grpSp>
      <p:sp>
        <p:nvSpPr>
          <p:cNvPr id="24" name="object 24"/>
          <p:cNvSpPr/>
          <p:nvPr/>
        </p:nvSpPr>
        <p:spPr>
          <a:xfrm>
            <a:off x="2593848" y="4416552"/>
            <a:ext cx="1239774" cy="454913"/>
          </a:xfrm>
          <a:prstGeom prst="rect">
            <a:avLst/>
          </a:prstGeom>
          <a:blipFill>
            <a:blip r:embed="rId9" cstate="print"/>
            <a:stretch>
              <a:fillRect/>
            </a:stretch>
          </a:blipFill>
        </p:spPr>
        <p:txBody>
          <a:bodyPr wrap="square" lIns="0" tIns="0" rIns="0" bIns="0" rtlCol="0"/>
          <a:lstStyle/>
          <a:p>
            <a:endParaRPr/>
          </a:p>
        </p:txBody>
      </p:sp>
      <p:sp>
        <p:nvSpPr>
          <p:cNvPr id="25" name="object 25"/>
          <p:cNvSpPr txBox="1"/>
          <p:nvPr/>
        </p:nvSpPr>
        <p:spPr>
          <a:xfrm>
            <a:off x="2708910" y="4466590"/>
            <a:ext cx="993775" cy="269240"/>
          </a:xfrm>
          <a:prstGeom prst="rect">
            <a:avLst/>
          </a:prstGeom>
        </p:spPr>
        <p:txBody>
          <a:bodyPr vert="horz" wrap="square" lIns="0" tIns="12065" rIns="0" bIns="0" rtlCol="0">
            <a:spAutoFit/>
          </a:bodyPr>
          <a:lstStyle/>
          <a:p>
            <a:pPr marL="12700">
              <a:lnSpc>
                <a:spcPct val="100000"/>
              </a:lnSpc>
              <a:spcBef>
                <a:spcPts val="95"/>
              </a:spcBef>
            </a:pPr>
            <a:r>
              <a:rPr sz="1600" b="1" spc="-5" dirty="0">
                <a:solidFill>
                  <a:srgbClr val="FFFFFF"/>
                </a:solidFill>
                <a:latin typeface="Arial"/>
                <a:cs typeface="Arial"/>
              </a:rPr>
              <a:t>Resp</a:t>
            </a:r>
            <a:r>
              <a:rPr sz="1600" b="1" spc="-10" dirty="0">
                <a:solidFill>
                  <a:srgbClr val="FFFFFF"/>
                </a:solidFill>
                <a:latin typeface="Arial"/>
                <a:cs typeface="Arial"/>
              </a:rPr>
              <a:t>o</a:t>
            </a:r>
            <a:r>
              <a:rPr sz="1600" b="1" spc="-5" dirty="0">
                <a:solidFill>
                  <a:srgbClr val="FFFFFF"/>
                </a:solidFill>
                <a:latin typeface="Arial"/>
                <a:cs typeface="Arial"/>
              </a:rPr>
              <a:t>nse</a:t>
            </a:r>
            <a:endParaRPr sz="1600">
              <a:latin typeface="Arial"/>
              <a:cs typeface="Arial"/>
            </a:endParaRPr>
          </a:p>
        </p:txBody>
      </p:sp>
      <p:grpSp>
        <p:nvGrpSpPr>
          <p:cNvPr id="26" name="object 26"/>
          <p:cNvGrpSpPr/>
          <p:nvPr/>
        </p:nvGrpSpPr>
        <p:grpSpPr>
          <a:xfrm>
            <a:off x="5442203" y="3517391"/>
            <a:ext cx="858519" cy="668020"/>
            <a:chOff x="5442203" y="3517391"/>
            <a:chExt cx="858519" cy="668020"/>
          </a:xfrm>
        </p:grpSpPr>
        <p:sp>
          <p:nvSpPr>
            <p:cNvPr id="27" name="object 27"/>
            <p:cNvSpPr/>
            <p:nvPr/>
          </p:nvSpPr>
          <p:spPr>
            <a:xfrm>
              <a:off x="5990844" y="3720083"/>
              <a:ext cx="125095" cy="78105"/>
            </a:xfrm>
            <a:custGeom>
              <a:avLst/>
              <a:gdLst/>
              <a:ahLst/>
              <a:cxnLst/>
              <a:rect l="l" t="t" r="r" b="b"/>
              <a:pathLst>
                <a:path w="125095" h="78104">
                  <a:moveTo>
                    <a:pt x="16764" y="47244"/>
                  </a:moveTo>
                  <a:lnTo>
                    <a:pt x="0" y="47244"/>
                  </a:lnTo>
                  <a:lnTo>
                    <a:pt x="0" y="77724"/>
                  </a:lnTo>
                  <a:lnTo>
                    <a:pt x="16764" y="77724"/>
                  </a:lnTo>
                  <a:lnTo>
                    <a:pt x="16764" y="47244"/>
                  </a:lnTo>
                  <a:close/>
                </a:path>
                <a:path w="125095" h="78104">
                  <a:moveTo>
                    <a:pt x="71628" y="18288"/>
                  </a:moveTo>
                  <a:lnTo>
                    <a:pt x="53340" y="18288"/>
                  </a:lnTo>
                  <a:lnTo>
                    <a:pt x="53340" y="77724"/>
                  </a:lnTo>
                  <a:lnTo>
                    <a:pt x="71628" y="77724"/>
                  </a:lnTo>
                  <a:lnTo>
                    <a:pt x="71628" y="18288"/>
                  </a:lnTo>
                  <a:close/>
                </a:path>
                <a:path w="125095" h="78104">
                  <a:moveTo>
                    <a:pt x="124968" y="0"/>
                  </a:moveTo>
                  <a:lnTo>
                    <a:pt x="106680" y="0"/>
                  </a:lnTo>
                  <a:lnTo>
                    <a:pt x="106680" y="77724"/>
                  </a:lnTo>
                  <a:lnTo>
                    <a:pt x="124968" y="77724"/>
                  </a:lnTo>
                  <a:lnTo>
                    <a:pt x="124968" y="0"/>
                  </a:lnTo>
                  <a:close/>
                </a:path>
              </a:pathLst>
            </a:custGeom>
            <a:solidFill>
              <a:srgbClr val="FFFFFF"/>
            </a:solidFill>
          </p:spPr>
          <p:txBody>
            <a:bodyPr wrap="square" lIns="0" tIns="0" rIns="0" bIns="0" rtlCol="0"/>
            <a:lstStyle/>
            <a:p>
              <a:endParaRPr/>
            </a:p>
          </p:txBody>
        </p:sp>
        <p:sp>
          <p:nvSpPr>
            <p:cNvPr id="28" name="object 28"/>
            <p:cNvSpPr/>
            <p:nvPr/>
          </p:nvSpPr>
          <p:spPr>
            <a:xfrm>
              <a:off x="5442203" y="3553967"/>
              <a:ext cx="840105" cy="631190"/>
            </a:xfrm>
            <a:custGeom>
              <a:avLst/>
              <a:gdLst/>
              <a:ahLst/>
              <a:cxnLst/>
              <a:rect l="l" t="t" r="r" b="b"/>
              <a:pathLst>
                <a:path w="840104" h="631189">
                  <a:moveTo>
                    <a:pt x="203835" y="245999"/>
                  </a:moveTo>
                  <a:lnTo>
                    <a:pt x="142875" y="245999"/>
                  </a:lnTo>
                  <a:lnTo>
                    <a:pt x="146176" y="249936"/>
                  </a:lnTo>
                  <a:lnTo>
                    <a:pt x="148209" y="255016"/>
                  </a:lnTo>
                  <a:lnTo>
                    <a:pt x="148209" y="260604"/>
                  </a:lnTo>
                  <a:lnTo>
                    <a:pt x="146401" y="269573"/>
                  </a:lnTo>
                  <a:lnTo>
                    <a:pt x="141462" y="276923"/>
                  </a:lnTo>
                  <a:lnTo>
                    <a:pt x="134117" y="281892"/>
                  </a:lnTo>
                  <a:lnTo>
                    <a:pt x="125095" y="283718"/>
                  </a:lnTo>
                  <a:lnTo>
                    <a:pt x="55625" y="283718"/>
                  </a:lnTo>
                  <a:lnTo>
                    <a:pt x="55625" y="596900"/>
                  </a:lnTo>
                  <a:lnTo>
                    <a:pt x="58300" y="610147"/>
                  </a:lnTo>
                  <a:lnTo>
                    <a:pt x="65595" y="620966"/>
                  </a:lnTo>
                  <a:lnTo>
                    <a:pt x="76414" y="628261"/>
                  </a:lnTo>
                  <a:lnTo>
                    <a:pt x="89662" y="630936"/>
                  </a:lnTo>
                  <a:lnTo>
                    <a:pt x="90932" y="630936"/>
                  </a:lnTo>
                  <a:lnTo>
                    <a:pt x="104253" y="628261"/>
                  </a:lnTo>
                  <a:lnTo>
                    <a:pt x="115109" y="620966"/>
                  </a:lnTo>
                  <a:lnTo>
                    <a:pt x="122418" y="610147"/>
                  </a:lnTo>
                  <a:lnTo>
                    <a:pt x="125095" y="596900"/>
                  </a:lnTo>
                  <a:lnTo>
                    <a:pt x="125095" y="371729"/>
                  </a:lnTo>
                  <a:lnTo>
                    <a:pt x="203835" y="371729"/>
                  </a:lnTo>
                  <a:lnTo>
                    <a:pt x="203835" y="245999"/>
                  </a:lnTo>
                  <a:close/>
                </a:path>
                <a:path w="840104" h="631189">
                  <a:moveTo>
                    <a:pt x="203835" y="371729"/>
                  </a:moveTo>
                  <a:lnTo>
                    <a:pt x="135636" y="371729"/>
                  </a:lnTo>
                  <a:lnTo>
                    <a:pt x="135636" y="595376"/>
                  </a:lnTo>
                  <a:lnTo>
                    <a:pt x="137955" y="608163"/>
                  </a:lnTo>
                  <a:lnTo>
                    <a:pt x="144383" y="619093"/>
                  </a:lnTo>
                  <a:lnTo>
                    <a:pt x="154120" y="627022"/>
                  </a:lnTo>
                  <a:lnTo>
                    <a:pt x="166370" y="630809"/>
                  </a:lnTo>
                  <a:lnTo>
                    <a:pt x="180796" y="629118"/>
                  </a:lnTo>
                  <a:lnTo>
                    <a:pt x="192722" y="622046"/>
                  </a:lnTo>
                  <a:lnTo>
                    <a:pt x="200838" y="610877"/>
                  </a:lnTo>
                  <a:lnTo>
                    <a:pt x="203835" y="596900"/>
                  </a:lnTo>
                  <a:lnTo>
                    <a:pt x="203835" y="371729"/>
                  </a:lnTo>
                  <a:close/>
                </a:path>
                <a:path w="840104" h="631189">
                  <a:moveTo>
                    <a:pt x="839724" y="71755"/>
                  </a:moveTo>
                  <a:lnTo>
                    <a:pt x="496316" y="71755"/>
                  </a:lnTo>
                  <a:lnTo>
                    <a:pt x="497205" y="72136"/>
                  </a:lnTo>
                  <a:lnTo>
                    <a:pt x="497840" y="72517"/>
                  </a:lnTo>
                  <a:lnTo>
                    <a:pt x="498475" y="73152"/>
                  </a:lnTo>
                  <a:lnTo>
                    <a:pt x="500888" y="75438"/>
                  </a:lnTo>
                  <a:lnTo>
                    <a:pt x="500888" y="79248"/>
                  </a:lnTo>
                  <a:lnTo>
                    <a:pt x="498475" y="81534"/>
                  </a:lnTo>
                  <a:lnTo>
                    <a:pt x="434721" y="145288"/>
                  </a:lnTo>
                  <a:lnTo>
                    <a:pt x="434721" y="285750"/>
                  </a:lnTo>
                  <a:lnTo>
                    <a:pt x="839724" y="285750"/>
                  </a:lnTo>
                  <a:lnTo>
                    <a:pt x="839724" y="255905"/>
                  </a:lnTo>
                  <a:lnTo>
                    <a:pt x="473201" y="255905"/>
                  </a:lnTo>
                  <a:lnTo>
                    <a:pt x="470535" y="253238"/>
                  </a:lnTo>
                  <a:lnTo>
                    <a:pt x="470535" y="246761"/>
                  </a:lnTo>
                  <a:lnTo>
                    <a:pt x="473201" y="244094"/>
                  </a:lnTo>
                  <a:lnTo>
                    <a:pt x="535940" y="244094"/>
                  </a:lnTo>
                  <a:lnTo>
                    <a:pt x="535940" y="205105"/>
                  </a:lnTo>
                  <a:lnTo>
                    <a:pt x="538607" y="202438"/>
                  </a:lnTo>
                  <a:lnTo>
                    <a:pt x="589661" y="202438"/>
                  </a:lnTo>
                  <a:lnTo>
                    <a:pt x="589661" y="175260"/>
                  </a:lnTo>
                  <a:lnTo>
                    <a:pt x="592328" y="172593"/>
                  </a:lnTo>
                  <a:lnTo>
                    <a:pt x="643255" y="172593"/>
                  </a:lnTo>
                  <a:lnTo>
                    <a:pt x="643255" y="157480"/>
                  </a:lnTo>
                  <a:lnTo>
                    <a:pt x="645922" y="154813"/>
                  </a:lnTo>
                  <a:lnTo>
                    <a:pt x="839724" y="154813"/>
                  </a:lnTo>
                  <a:lnTo>
                    <a:pt x="839724" y="113030"/>
                  </a:lnTo>
                  <a:lnTo>
                    <a:pt x="496950" y="113030"/>
                  </a:lnTo>
                  <a:lnTo>
                    <a:pt x="494284" y="110363"/>
                  </a:lnTo>
                  <a:lnTo>
                    <a:pt x="494284" y="103886"/>
                  </a:lnTo>
                  <a:lnTo>
                    <a:pt x="496950" y="101219"/>
                  </a:lnTo>
                  <a:lnTo>
                    <a:pt x="839724" y="101219"/>
                  </a:lnTo>
                  <a:lnTo>
                    <a:pt x="839724" y="71755"/>
                  </a:lnTo>
                  <a:close/>
                </a:path>
                <a:path w="840104" h="631189">
                  <a:moveTo>
                    <a:pt x="210185" y="93980"/>
                  </a:moveTo>
                  <a:lnTo>
                    <a:pt x="46355" y="93980"/>
                  </a:lnTo>
                  <a:lnTo>
                    <a:pt x="28289" y="97559"/>
                  </a:lnTo>
                  <a:lnTo>
                    <a:pt x="13557" y="107473"/>
                  </a:lnTo>
                  <a:lnTo>
                    <a:pt x="3635" y="122197"/>
                  </a:lnTo>
                  <a:lnTo>
                    <a:pt x="0" y="140208"/>
                  </a:lnTo>
                  <a:lnTo>
                    <a:pt x="0" y="251333"/>
                  </a:lnTo>
                  <a:lnTo>
                    <a:pt x="1825" y="260355"/>
                  </a:lnTo>
                  <a:lnTo>
                    <a:pt x="6794" y="267700"/>
                  </a:lnTo>
                  <a:lnTo>
                    <a:pt x="14144" y="272639"/>
                  </a:lnTo>
                  <a:lnTo>
                    <a:pt x="23113" y="274447"/>
                  </a:lnTo>
                  <a:lnTo>
                    <a:pt x="120396" y="274447"/>
                  </a:lnTo>
                  <a:lnTo>
                    <a:pt x="142875" y="245999"/>
                  </a:lnTo>
                  <a:lnTo>
                    <a:pt x="203835" y="245999"/>
                  </a:lnTo>
                  <a:lnTo>
                    <a:pt x="203835" y="238125"/>
                  </a:lnTo>
                  <a:lnTo>
                    <a:pt x="135509" y="238125"/>
                  </a:lnTo>
                  <a:lnTo>
                    <a:pt x="133985" y="237490"/>
                  </a:lnTo>
                  <a:lnTo>
                    <a:pt x="132715" y="236347"/>
                  </a:lnTo>
                  <a:lnTo>
                    <a:pt x="130429" y="234061"/>
                  </a:lnTo>
                  <a:lnTo>
                    <a:pt x="130429" y="230251"/>
                  </a:lnTo>
                  <a:lnTo>
                    <a:pt x="132461" y="228219"/>
                  </a:lnTo>
                  <a:lnTo>
                    <a:pt x="46355" y="228219"/>
                  </a:lnTo>
                  <a:lnTo>
                    <a:pt x="46355" y="168021"/>
                  </a:lnTo>
                  <a:lnTo>
                    <a:pt x="270719" y="168021"/>
                  </a:lnTo>
                  <a:lnTo>
                    <a:pt x="246507" y="122174"/>
                  </a:lnTo>
                  <a:lnTo>
                    <a:pt x="216281" y="95250"/>
                  </a:lnTo>
                  <a:lnTo>
                    <a:pt x="210185" y="93980"/>
                  </a:lnTo>
                  <a:close/>
                </a:path>
                <a:path w="840104" h="631189">
                  <a:moveTo>
                    <a:pt x="317051" y="242062"/>
                  </a:moveTo>
                  <a:lnTo>
                    <a:pt x="255397" y="242062"/>
                  </a:lnTo>
                  <a:lnTo>
                    <a:pt x="255524" y="242570"/>
                  </a:lnTo>
                  <a:lnTo>
                    <a:pt x="260621" y="250193"/>
                  </a:lnTo>
                  <a:lnTo>
                    <a:pt x="268017" y="255079"/>
                  </a:lnTo>
                  <a:lnTo>
                    <a:pt x="276723" y="256821"/>
                  </a:lnTo>
                  <a:lnTo>
                    <a:pt x="285750" y="255016"/>
                  </a:lnTo>
                  <a:lnTo>
                    <a:pt x="317051" y="242062"/>
                  </a:lnTo>
                  <a:close/>
                </a:path>
                <a:path w="840104" h="631189">
                  <a:moveTo>
                    <a:pt x="535940" y="244094"/>
                  </a:moveTo>
                  <a:lnTo>
                    <a:pt x="521462" y="244094"/>
                  </a:lnTo>
                  <a:lnTo>
                    <a:pt x="524129" y="246761"/>
                  </a:lnTo>
                  <a:lnTo>
                    <a:pt x="524129" y="253238"/>
                  </a:lnTo>
                  <a:lnTo>
                    <a:pt x="521462" y="255905"/>
                  </a:lnTo>
                  <a:lnTo>
                    <a:pt x="538607" y="255905"/>
                  </a:lnTo>
                  <a:lnTo>
                    <a:pt x="535940" y="253238"/>
                  </a:lnTo>
                  <a:lnTo>
                    <a:pt x="535940" y="244094"/>
                  </a:lnTo>
                  <a:close/>
                </a:path>
                <a:path w="840104" h="631189">
                  <a:moveTo>
                    <a:pt x="589661" y="202438"/>
                  </a:moveTo>
                  <a:lnTo>
                    <a:pt x="575056" y="202438"/>
                  </a:lnTo>
                  <a:lnTo>
                    <a:pt x="577723" y="205105"/>
                  </a:lnTo>
                  <a:lnTo>
                    <a:pt x="577723" y="253238"/>
                  </a:lnTo>
                  <a:lnTo>
                    <a:pt x="575056" y="255905"/>
                  </a:lnTo>
                  <a:lnTo>
                    <a:pt x="592328" y="255905"/>
                  </a:lnTo>
                  <a:lnTo>
                    <a:pt x="589661" y="253238"/>
                  </a:lnTo>
                  <a:lnTo>
                    <a:pt x="589661" y="202438"/>
                  </a:lnTo>
                  <a:close/>
                </a:path>
                <a:path w="840104" h="631189">
                  <a:moveTo>
                    <a:pt x="643255" y="172593"/>
                  </a:moveTo>
                  <a:lnTo>
                    <a:pt x="628650" y="172593"/>
                  </a:lnTo>
                  <a:lnTo>
                    <a:pt x="631317" y="175260"/>
                  </a:lnTo>
                  <a:lnTo>
                    <a:pt x="631317" y="253238"/>
                  </a:lnTo>
                  <a:lnTo>
                    <a:pt x="628650" y="255905"/>
                  </a:lnTo>
                  <a:lnTo>
                    <a:pt x="645922" y="255905"/>
                  </a:lnTo>
                  <a:lnTo>
                    <a:pt x="643255" y="253238"/>
                  </a:lnTo>
                  <a:lnTo>
                    <a:pt x="643255" y="172593"/>
                  </a:lnTo>
                  <a:close/>
                </a:path>
                <a:path w="840104" h="631189">
                  <a:moveTo>
                    <a:pt x="711326" y="154813"/>
                  </a:moveTo>
                  <a:lnTo>
                    <a:pt x="682244" y="154813"/>
                  </a:lnTo>
                  <a:lnTo>
                    <a:pt x="684911" y="157480"/>
                  </a:lnTo>
                  <a:lnTo>
                    <a:pt x="684911" y="253238"/>
                  </a:lnTo>
                  <a:lnTo>
                    <a:pt x="682244" y="255905"/>
                  </a:lnTo>
                  <a:lnTo>
                    <a:pt x="711326" y="255905"/>
                  </a:lnTo>
                  <a:lnTo>
                    <a:pt x="708660" y="253238"/>
                  </a:lnTo>
                  <a:lnTo>
                    <a:pt x="708660" y="246761"/>
                  </a:lnTo>
                  <a:lnTo>
                    <a:pt x="711326" y="244094"/>
                  </a:lnTo>
                  <a:lnTo>
                    <a:pt x="839724" y="244094"/>
                  </a:lnTo>
                  <a:lnTo>
                    <a:pt x="839724" y="166624"/>
                  </a:lnTo>
                  <a:lnTo>
                    <a:pt x="711326" y="166624"/>
                  </a:lnTo>
                  <a:lnTo>
                    <a:pt x="708660" y="163957"/>
                  </a:lnTo>
                  <a:lnTo>
                    <a:pt x="708660" y="157480"/>
                  </a:lnTo>
                  <a:lnTo>
                    <a:pt x="711326" y="154813"/>
                  </a:lnTo>
                  <a:close/>
                </a:path>
                <a:path w="840104" h="631189">
                  <a:moveTo>
                    <a:pt x="839724" y="244094"/>
                  </a:moveTo>
                  <a:lnTo>
                    <a:pt x="753745" y="244094"/>
                  </a:lnTo>
                  <a:lnTo>
                    <a:pt x="756412" y="246761"/>
                  </a:lnTo>
                  <a:lnTo>
                    <a:pt x="756412" y="253238"/>
                  </a:lnTo>
                  <a:lnTo>
                    <a:pt x="753745" y="255905"/>
                  </a:lnTo>
                  <a:lnTo>
                    <a:pt x="839724" y="255905"/>
                  </a:lnTo>
                  <a:lnTo>
                    <a:pt x="839724" y="244094"/>
                  </a:lnTo>
                  <a:close/>
                </a:path>
                <a:path w="840104" h="631189">
                  <a:moveTo>
                    <a:pt x="270719" y="168021"/>
                  </a:moveTo>
                  <a:lnTo>
                    <a:pt x="213106" y="168021"/>
                  </a:lnTo>
                  <a:lnTo>
                    <a:pt x="255270" y="242189"/>
                  </a:lnTo>
                  <a:lnTo>
                    <a:pt x="317051" y="242062"/>
                  </a:lnTo>
                  <a:lnTo>
                    <a:pt x="375666" y="217805"/>
                  </a:lnTo>
                  <a:lnTo>
                    <a:pt x="382664" y="213258"/>
                  </a:lnTo>
                  <a:lnTo>
                    <a:pt x="387461" y="206771"/>
                  </a:lnTo>
                  <a:lnTo>
                    <a:pt x="388450" y="203454"/>
                  </a:lnTo>
                  <a:lnTo>
                    <a:pt x="289433" y="203454"/>
                  </a:lnTo>
                  <a:lnTo>
                    <a:pt x="270719" y="168021"/>
                  </a:lnTo>
                  <a:close/>
                </a:path>
                <a:path w="840104" h="631189">
                  <a:moveTo>
                    <a:pt x="203835" y="207772"/>
                  </a:moveTo>
                  <a:lnTo>
                    <a:pt x="156718" y="207772"/>
                  </a:lnTo>
                  <a:lnTo>
                    <a:pt x="159004" y="210058"/>
                  </a:lnTo>
                  <a:lnTo>
                    <a:pt x="161417" y="212344"/>
                  </a:lnTo>
                  <a:lnTo>
                    <a:pt x="161417" y="216154"/>
                  </a:lnTo>
                  <a:lnTo>
                    <a:pt x="159004" y="218440"/>
                  </a:lnTo>
                  <a:lnTo>
                    <a:pt x="140081" y="237490"/>
                  </a:lnTo>
                  <a:lnTo>
                    <a:pt x="138557" y="238125"/>
                  </a:lnTo>
                  <a:lnTo>
                    <a:pt x="203835" y="238125"/>
                  </a:lnTo>
                  <a:lnTo>
                    <a:pt x="203835" y="207772"/>
                  </a:lnTo>
                  <a:close/>
                </a:path>
                <a:path w="840104" h="631189">
                  <a:moveTo>
                    <a:pt x="203835" y="168021"/>
                  </a:moveTo>
                  <a:lnTo>
                    <a:pt x="55625" y="168021"/>
                  </a:lnTo>
                  <a:lnTo>
                    <a:pt x="55625" y="228219"/>
                  </a:lnTo>
                  <a:lnTo>
                    <a:pt x="132461" y="228219"/>
                  </a:lnTo>
                  <a:lnTo>
                    <a:pt x="152908" y="207772"/>
                  </a:lnTo>
                  <a:lnTo>
                    <a:pt x="203835" y="207772"/>
                  </a:lnTo>
                  <a:lnTo>
                    <a:pt x="203835" y="168021"/>
                  </a:lnTo>
                  <a:close/>
                </a:path>
                <a:path w="840104" h="631189">
                  <a:moveTo>
                    <a:pt x="362966" y="172974"/>
                  </a:moveTo>
                  <a:lnTo>
                    <a:pt x="356743" y="175641"/>
                  </a:lnTo>
                  <a:lnTo>
                    <a:pt x="289433" y="203454"/>
                  </a:lnTo>
                  <a:lnTo>
                    <a:pt x="388450" y="203454"/>
                  </a:lnTo>
                  <a:lnTo>
                    <a:pt x="389757" y="199070"/>
                  </a:lnTo>
                  <a:lnTo>
                    <a:pt x="389255" y="190881"/>
                  </a:lnTo>
                  <a:lnTo>
                    <a:pt x="388874" y="189357"/>
                  </a:lnTo>
                  <a:lnTo>
                    <a:pt x="388366" y="187960"/>
                  </a:lnTo>
                  <a:lnTo>
                    <a:pt x="386969" y="185166"/>
                  </a:lnTo>
                  <a:lnTo>
                    <a:pt x="386207" y="183896"/>
                  </a:lnTo>
                  <a:lnTo>
                    <a:pt x="385318" y="182753"/>
                  </a:lnTo>
                  <a:lnTo>
                    <a:pt x="392557" y="175514"/>
                  </a:lnTo>
                  <a:lnTo>
                    <a:pt x="375666" y="175514"/>
                  </a:lnTo>
                  <a:lnTo>
                    <a:pt x="369824" y="173228"/>
                  </a:lnTo>
                  <a:lnTo>
                    <a:pt x="362966" y="172974"/>
                  </a:lnTo>
                  <a:close/>
                </a:path>
                <a:path w="840104" h="631189">
                  <a:moveTo>
                    <a:pt x="834390" y="0"/>
                  </a:moveTo>
                  <a:lnTo>
                    <a:pt x="440055" y="0"/>
                  </a:lnTo>
                  <a:lnTo>
                    <a:pt x="434721" y="5334"/>
                  </a:lnTo>
                  <a:lnTo>
                    <a:pt x="434721" y="116586"/>
                  </a:lnTo>
                  <a:lnTo>
                    <a:pt x="375666" y="175514"/>
                  </a:lnTo>
                  <a:lnTo>
                    <a:pt x="392557" y="175514"/>
                  </a:lnTo>
                  <a:lnTo>
                    <a:pt x="496316" y="71755"/>
                  </a:lnTo>
                  <a:lnTo>
                    <a:pt x="839724" y="71755"/>
                  </a:lnTo>
                  <a:lnTo>
                    <a:pt x="839724" y="65532"/>
                  </a:lnTo>
                  <a:lnTo>
                    <a:pt x="520826" y="65532"/>
                  </a:lnTo>
                  <a:lnTo>
                    <a:pt x="518160" y="62865"/>
                  </a:lnTo>
                  <a:lnTo>
                    <a:pt x="518160" y="56261"/>
                  </a:lnTo>
                  <a:lnTo>
                    <a:pt x="520826" y="53594"/>
                  </a:lnTo>
                  <a:lnTo>
                    <a:pt x="839724" y="53594"/>
                  </a:lnTo>
                  <a:lnTo>
                    <a:pt x="839724" y="5334"/>
                  </a:lnTo>
                  <a:lnTo>
                    <a:pt x="834390" y="0"/>
                  </a:lnTo>
                  <a:close/>
                </a:path>
                <a:path w="840104" h="631189">
                  <a:moveTo>
                    <a:pt x="839724" y="154813"/>
                  </a:moveTo>
                  <a:lnTo>
                    <a:pt x="795401" y="154813"/>
                  </a:lnTo>
                  <a:lnTo>
                    <a:pt x="798068" y="157480"/>
                  </a:lnTo>
                  <a:lnTo>
                    <a:pt x="798068" y="163957"/>
                  </a:lnTo>
                  <a:lnTo>
                    <a:pt x="795401" y="166624"/>
                  </a:lnTo>
                  <a:lnTo>
                    <a:pt x="839724" y="166624"/>
                  </a:lnTo>
                  <a:lnTo>
                    <a:pt x="839724" y="154813"/>
                  </a:lnTo>
                  <a:close/>
                </a:path>
                <a:path w="840104" h="631189">
                  <a:moveTo>
                    <a:pt x="568451" y="101219"/>
                  </a:moveTo>
                  <a:lnTo>
                    <a:pt x="545211" y="101219"/>
                  </a:lnTo>
                  <a:lnTo>
                    <a:pt x="547878" y="103886"/>
                  </a:lnTo>
                  <a:lnTo>
                    <a:pt x="547878" y="110363"/>
                  </a:lnTo>
                  <a:lnTo>
                    <a:pt x="545211" y="113030"/>
                  </a:lnTo>
                  <a:lnTo>
                    <a:pt x="568451" y="113030"/>
                  </a:lnTo>
                  <a:lnTo>
                    <a:pt x="565785" y="110363"/>
                  </a:lnTo>
                  <a:lnTo>
                    <a:pt x="565785" y="103886"/>
                  </a:lnTo>
                  <a:lnTo>
                    <a:pt x="568451" y="101219"/>
                  </a:lnTo>
                  <a:close/>
                </a:path>
                <a:path w="840104" h="631189">
                  <a:moveTo>
                    <a:pt x="639953" y="101219"/>
                  </a:moveTo>
                  <a:lnTo>
                    <a:pt x="616712" y="101219"/>
                  </a:lnTo>
                  <a:lnTo>
                    <a:pt x="619379" y="103886"/>
                  </a:lnTo>
                  <a:lnTo>
                    <a:pt x="619379" y="110363"/>
                  </a:lnTo>
                  <a:lnTo>
                    <a:pt x="616712" y="113030"/>
                  </a:lnTo>
                  <a:lnTo>
                    <a:pt x="639953" y="113030"/>
                  </a:lnTo>
                  <a:lnTo>
                    <a:pt x="637286" y="110363"/>
                  </a:lnTo>
                  <a:lnTo>
                    <a:pt x="637286" y="103886"/>
                  </a:lnTo>
                  <a:lnTo>
                    <a:pt x="639953" y="101219"/>
                  </a:lnTo>
                  <a:close/>
                </a:path>
                <a:path w="840104" h="631189">
                  <a:moveTo>
                    <a:pt x="747141" y="101219"/>
                  </a:moveTo>
                  <a:lnTo>
                    <a:pt x="723900" y="101219"/>
                  </a:lnTo>
                  <a:lnTo>
                    <a:pt x="726567" y="103886"/>
                  </a:lnTo>
                  <a:lnTo>
                    <a:pt x="726567" y="110363"/>
                  </a:lnTo>
                  <a:lnTo>
                    <a:pt x="723900" y="113030"/>
                  </a:lnTo>
                  <a:lnTo>
                    <a:pt x="747141" y="113030"/>
                  </a:lnTo>
                  <a:lnTo>
                    <a:pt x="744474" y="110363"/>
                  </a:lnTo>
                  <a:lnTo>
                    <a:pt x="744474" y="103886"/>
                  </a:lnTo>
                  <a:lnTo>
                    <a:pt x="747141" y="101219"/>
                  </a:lnTo>
                  <a:close/>
                </a:path>
                <a:path w="840104" h="631189">
                  <a:moveTo>
                    <a:pt x="839724" y="101219"/>
                  </a:moveTo>
                  <a:lnTo>
                    <a:pt x="789432" y="101219"/>
                  </a:lnTo>
                  <a:lnTo>
                    <a:pt x="792099" y="103886"/>
                  </a:lnTo>
                  <a:lnTo>
                    <a:pt x="792099" y="110363"/>
                  </a:lnTo>
                  <a:lnTo>
                    <a:pt x="789432" y="113030"/>
                  </a:lnTo>
                  <a:lnTo>
                    <a:pt x="839724" y="113030"/>
                  </a:lnTo>
                  <a:lnTo>
                    <a:pt x="839724" y="101219"/>
                  </a:lnTo>
                  <a:close/>
                </a:path>
                <a:path w="840104" h="631189">
                  <a:moveTo>
                    <a:pt x="610108" y="53594"/>
                  </a:moveTo>
                  <a:lnTo>
                    <a:pt x="581025" y="53594"/>
                  </a:lnTo>
                  <a:lnTo>
                    <a:pt x="583692" y="56261"/>
                  </a:lnTo>
                  <a:lnTo>
                    <a:pt x="583692" y="62865"/>
                  </a:lnTo>
                  <a:lnTo>
                    <a:pt x="581025" y="65532"/>
                  </a:lnTo>
                  <a:lnTo>
                    <a:pt x="610108" y="65532"/>
                  </a:lnTo>
                  <a:lnTo>
                    <a:pt x="607441" y="62865"/>
                  </a:lnTo>
                  <a:lnTo>
                    <a:pt x="607441" y="56261"/>
                  </a:lnTo>
                  <a:lnTo>
                    <a:pt x="610108" y="53594"/>
                  </a:lnTo>
                  <a:close/>
                </a:path>
                <a:path w="840104" h="631189">
                  <a:moveTo>
                    <a:pt x="717296" y="53594"/>
                  </a:moveTo>
                  <a:lnTo>
                    <a:pt x="694182" y="53594"/>
                  </a:lnTo>
                  <a:lnTo>
                    <a:pt x="696849" y="56261"/>
                  </a:lnTo>
                  <a:lnTo>
                    <a:pt x="696849" y="62865"/>
                  </a:lnTo>
                  <a:lnTo>
                    <a:pt x="694182" y="65532"/>
                  </a:lnTo>
                  <a:lnTo>
                    <a:pt x="717296" y="65532"/>
                  </a:lnTo>
                  <a:lnTo>
                    <a:pt x="714629" y="62865"/>
                  </a:lnTo>
                  <a:lnTo>
                    <a:pt x="714629" y="56261"/>
                  </a:lnTo>
                  <a:lnTo>
                    <a:pt x="717296" y="53594"/>
                  </a:lnTo>
                  <a:close/>
                </a:path>
                <a:path w="840104" h="631189">
                  <a:moveTo>
                    <a:pt x="839724" y="53594"/>
                  </a:moveTo>
                  <a:lnTo>
                    <a:pt x="789432" y="53594"/>
                  </a:lnTo>
                  <a:lnTo>
                    <a:pt x="792099" y="56261"/>
                  </a:lnTo>
                  <a:lnTo>
                    <a:pt x="792099" y="62865"/>
                  </a:lnTo>
                  <a:lnTo>
                    <a:pt x="789432" y="65532"/>
                  </a:lnTo>
                  <a:lnTo>
                    <a:pt x="839724" y="65532"/>
                  </a:lnTo>
                  <a:lnTo>
                    <a:pt x="839724" y="53594"/>
                  </a:lnTo>
                  <a:close/>
                </a:path>
              </a:pathLst>
            </a:custGeom>
            <a:solidFill>
              <a:srgbClr val="00D9CE"/>
            </a:solidFill>
          </p:spPr>
          <p:txBody>
            <a:bodyPr wrap="square" lIns="0" tIns="0" rIns="0" bIns="0" rtlCol="0"/>
            <a:lstStyle/>
            <a:p>
              <a:endParaRPr/>
            </a:p>
          </p:txBody>
        </p:sp>
        <p:sp>
          <p:nvSpPr>
            <p:cNvPr id="29" name="object 29"/>
            <p:cNvSpPr/>
            <p:nvPr/>
          </p:nvSpPr>
          <p:spPr>
            <a:xfrm>
              <a:off x="5859779" y="3851147"/>
              <a:ext cx="440690" cy="41275"/>
            </a:xfrm>
            <a:custGeom>
              <a:avLst/>
              <a:gdLst/>
              <a:ahLst/>
              <a:cxnLst/>
              <a:rect l="l" t="t" r="r" b="b"/>
              <a:pathLst>
                <a:path w="440689" h="41275">
                  <a:moveTo>
                    <a:pt x="437769" y="0"/>
                  </a:moveTo>
                  <a:lnTo>
                    <a:pt x="2667" y="0"/>
                  </a:lnTo>
                  <a:lnTo>
                    <a:pt x="0" y="2666"/>
                  </a:lnTo>
                  <a:lnTo>
                    <a:pt x="0" y="38481"/>
                  </a:lnTo>
                  <a:lnTo>
                    <a:pt x="2667" y="41147"/>
                  </a:lnTo>
                  <a:lnTo>
                    <a:pt x="437769" y="41147"/>
                  </a:lnTo>
                  <a:lnTo>
                    <a:pt x="440436" y="38481"/>
                  </a:lnTo>
                  <a:lnTo>
                    <a:pt x="440436" y="2666"/>
                  </a:lnTo>
                  <a:close/>
                </a:path>
              </a:pathLst>
            </a:custGeom>
            <a:solidFill>
              <a:srgbClr val="FF8E01"/>
            </a:solidFill>
          </p:spPr>
          <p:txBody>
            <a:bodyPr wrap="square" lIns="0" tIns="0" rIns="0" bIns="0" rtlCol="0"/>
            <a:lstStyle/>
            <a:p>
              <a:endParaRPr/>
            </a:p>
          </p:txBody>
        </p:sp>
        <p:sp>
          <p:nvSpPr>
            <p:cNvPr id="30" name="object 30"/>
            <p:cNvSpPr/>
            <p:nvPr/>
          </p:nvSpPr>
          <p:spPr>
            <a:xfrm>
              <a:off x="5512307" y="3517391"/>
              <a:ext cx="120395" cy="120396"/>
            </a:xfrm>
            <a:prstGeom prst="rect">
              <a:avLst/>
            </a:prstGeom>
            <a:blipFill>
              <a:blip r:embed="rId10" cstate="print"/>
              <a:stretch>
                <a:fillRect/>
              </a:stretch>
            </a:blipFill>
          </p:spPr>
          <p:txBody>
            <a:bodyPr wrap="square" lIns="0" tIns="0" rIns="0" bIns="0" rtlCol="0"/>
            <a:lstStyle/>
            <a:p>
              <a:endParaRPr/>
            </a:p>
          </p:txBody>
        </p:sp>
      </p:grpSp>
      <p:sp>
        <p:nvSpPr>
          <p:cNvPr id="31" name="object 31"/>
          <p:cNvSpPr/>
          <p:nvPr/>
        </p:nvSpPr>
        <p:spPr>
          <a:xfrm>
            <a:off x="5276088" y="4416552"/>
            <a:ext cx="1206246" cy="454913"/>
          </a:xfrm>
          <a:prstGeom prst="rect">
            <a:avLst/>
          </a:prstGeom>
          <a:blipFill>
            <a:blip r:embed="rId11" cstate="print"/>
            <a:stretch>
              <a:fillRect/>
            </a:stretch>
          </a:blipFill>
        </p:spPr>
        <p:txBody>
          <a:bodyPr wrap="square" lIns="0" tIns="0" rIns="0" bIns="0" rtlCol="0"/>
          <a:lstStyle/>
          <a:p>
            <a:endParaRPr/>
          </a:p>
        </p:txBody>
      </p:sp>
      <p:sp>
        <p:nvSpPr>
          <p:cNvPr id="32" name="object 32"/>
          <p:cNvSpPr txBox="1"/>
          <p:nvPr/>
        </p:nvSpPr>
        <p:spPr>
          <a:xfrm>
            <a:off x="5391658" y="4466590"/>
            <a:ext cx="960119" cy="269240"/>
          </a:xfrm>
          <a:prstGeom prst="rect">
            <a:avLst/>
          </a:prstGeom>
        </p:spPr>
        <p:txBody>
          <a:bodyPr vert="horz" wrap="square" lIns="0" tIns="12065" rIns="0" bIns="0" rtlCol="0">
            <a:spAutoFit/>
          </a:bodyPr>
          <a:lstStyle/>
          <a:p>
            <a:pPr marL="12700">
              <a:lnSpc>
                <a:spcPct val="100000"/>
              </a:lnSpc>
              <a:spcBef>
                <a:spcPts val="95"/>
              </a:spcBef>
            </a:pPr>
            <a:r>
              <a:rPr sz="1600" b="1" spc="-5" dirty="0">
                <a:solidFill>
                  <a:srgbClr val="FFFFFF"/>
                </a:solidFill>
                <a:latin typeface="Arial"/>
                <a:cs typeface="Arial"/>
              </a:rPr>
              <a:t>Fee</a:t>
            </a:r>
            <a:r>
              <a:rPr sz="1600" b="1" spc="-10" dirty="0">
                <a:solidFill>
                  <a:srgbClr val="FFFFFF"/>
                </a:solidFill>
                <a:latin typeface="Arial"/>
                <a:cs typeface="Arial"/>
              </a:rPr>
              <a:t>d</a:t>
            </a:r>
            <a:r>
              <a:rPr sz="1600" b="1" spc="-5" dirty="0">
                <a:solidFill>
                  <a:srgbClr val="FFFFFF"/>
                </a:solidFill>
                <a:latin typeface="Arial"/>
                <a:cs typeface="Arial"/>
              </a:rPr>
              <a:t>back</a:t>
            </a:r>
            <a:endParaRPr sz="1600">
              <a:latin typeface="Arial"/>
              <a:cs typeface="Arial"/>
            </a:endParaRPr>
          </a:p>
        </p:txBody>
      </p:sp>
      <p:grpSp>
        <p:nvGrpSpPr>
          <p:cNvPr id="33" name="object 33"/>
          <p:cNvGrpSpPr/>
          <p:nvPr/>
        </p:nvGrpSpPr>
        <p:grpSpPr>
          <a:xfrm>
            <a:off x="8153400" y="3528059"/>
            <a:ext cx="646430" cy="646430"/>
            <a:chOff x="8153400" y="3528059"/>
            <a:chExt cx="646430" cy="646430"/>
          </a:xfrm>
        </p:grpSpPr>
        <p:sp>
          <p:nvSpPr>
            <p:cNvPr id="34" name="object 34"/>
            <p:cNvSpPr/>
            <p:nvPr/>
          </p:nvSpPr>
          <p:spPr>
            <a:xfrm>
              <a:off x="8337804" y="3598163"/>
              <a:ext cx="184403" cy="184404"/>
            </a:xfrm>
            <a:prstGeom prst="rect">
              <a:avLst/>
            </a:prstGeom>
            <a:blipFill>
              <a:blip r:embed="rId12" cstate="print"/>
              <a:stretch>
                <a:fillRect/>
              </a:stretch>
            </a:blipFill>
          </p:spPr>
          <p:txBody>
            <a:bodyPr wrap="square" lIns="0" tIns="0" rIns="0" bIns="0" rtlCol="0"/>
            <a:lstStyle/>
            <a:p>
              <a:endParaRPr/>
            </a:p>
          </p:txBody>
        </p:sp>
        <p:sp>
          <p:nvSpPr>
            <p:cNvPr id="35" name="object 35"/>
            <p:cNvSpPr/>
            <p:nvPr/>
          </p:nvSpPr>
          <p:spPr>
            <a:xfrm>
              <a:off x="8223532" y="3628643"/>
              <a:ext cx="268605" cy="268605"/>
            </a:xfrm>
            <a:custGeom>
              <a:avLst/>
              <a:gdLst/>
              <a:ahLst/>
              <a:cxnLst/>
              <a:rect l="l" t="t" r="r" b="b"/>
              <a:pathLst>
                <a:path w="268604" h="268604">
                  <a:moveTo>
                    <a:pt x="91919" y="0"/>
                  </a:moveTo>
                  <a:lnTo>
                    <a:pt x="53135" y="21234"/>
                  </a:lnTo>
                  <a:lnTo>
                    <a:pt x="23965" y="52374"/>
                  </a:lnTo>
                  <a:lnTo>
                    <a:pt x="5792" y="90525"/>
                  </a:lnTo>
                  <a:lnTo>
                    <a:pt x="0" y="132791"/>
                  </a:lnTo>
                  <a:lnTo>
                    <a:pt x="7972" y="176275"/>
                  </a:lnTo>
                  <a:lnTo>
                    <a:pt x="29157" y="215059"/>
                  </a:lnTo>
                  <a:lnTo>
                    <a:pt x="60284" y="244230"/>
                  </a:lnTo>
                  <a:lnTo>
                    <a:pt x="98434" y="262403"/>
                  </a:lnTo>
                  <a:lnTo>
                    <a:pt x="140686" y="268195"/>
                  </a:lnTo>
                  <a:lnTo>
                    <a:pt x="184121" y="260222"/>
                  </a:lnTo>
                  <a:lnTo>
                    <a:pt x="211867" y="246784"/>
                  </a:lnTo>
                  <a:lnTo>
                    <a:pt x="235683" y="227774"/>
                  </a:lnTo>
                  <a:lnTo>
                    <a:pt x="254737" y="204001"/>
                  </a:lnTo>
                  <a:lnTo>
                    <a:pt x="268195" y="176275"/>
                  </a:lnTo>
                  <a:lnTo>
                    <a:pt x="97126" y="176275"/>
                  </a:lnTo>
                  <a:lnTo>
                    <a:pt x="91919" y="171068"/>
                  </a:lnTo>
                  <a:close/>
                </a:path>
              </a:pathLst>
            </a:custGeom>
            <a:solidFill>
              <a:srgbClr val="FFFFFF"/>
            </a:solidFill>
          </p:spPr>
          <p:txBody>
            <a:bodyPr wrap="square" lIns="0" tIns="0" rIns="0" bIns="0" rtlCol="0"/>
            <a:lstStyle/>
            <a:p>
              <a:endParaRPr/>
            </a:p>
          </p:txBody>
        </p:sp>
        <p:sp>
          <p:nvSpPr>
            <p:cNvPr id="36" name="object 36"/>
            <p:cNvSpPr/>
            <p:nvPr/>
          </p:nvSpPr>
          <p:spPr>
            <a:xfrm>
              <a:off x="8374379" y="4058411"/>
              <a:ext cx="204216" cy="115824"/>
            </a:xfrm>
            <a:prstGeom prst="rect">
              <a:avLst/>
            </a:prstGeom>
            <a:blipFill>
              <a:blip r:embed="rId13" cstate="print"/>
              <a:stretch>
                <a:fillRect/>
              </a:stretch>
            </a:blipFill>
          </p:spPr>
          <p:txBody>
            <a:bodyPr wrap="square" lIns="0" tIns="0" rIns="0" bIns="0" rtlCol="0"/>
            <a:lstStyle/>
            <a:p>
              <a:endParaRPr/>
            </a:p>
          </p:txBody>
        </p:sp>
        <p:sp>
          <p:nvSpPr>
            <p:cNvPr id="37" name="object 37"/>
            <p:cNvSpPr/>
            <p:nvPr/>
          </p:nvSpPr>
          <p:spPr>
            <a:xfrm>
              <a:off x="8153400" y="3989831"/>
              <a:ext cx="646430" cy="45720"/>
            </a:xfrm>
            <a:custGeom>
              <a:avLst/>
              <a:gdLst/>
              <a:ahLst/>
              <a:cxnLst/>
              <a:rect l="l" t="t" r="r" b="b"/>
              <a:pathLst>
                <a:path w="646429" h="45720">
                  <a:moveTo>
                    <a:pt x="646176" y="0"/>
                  </a:moveTo>
                  <a:lnTo>
                    <a:pt x="0" y="0"/>
                  </a:lnTo>
                  <a:lnTo>
                    <a:pt x="0" y="40640"/>
                  </a:lnTo>
                  <a:lnTo>
                    <a:pt x="5206" y="45720"/>
                  </a:lnTo>
                  <a:lnTo>
                    <a:pt x="640969" y="45720"/>
                  </a:lnTo>
                  <a:lnTo>
                    <a:pt x="646176" y="40640"/>
                  </a:lnTo>
                  <a:close/>
                </a:path>
              </a:pathLst>
            </a:custGeom>
            <a:solidFill>
              <a:srgbClr val="00D9CE"/>
            </a:solidFill>
          </p:spPr>
          <p:txBody>
            <a:bodyPr wrap="square" lIns="0" tIns="0" rIns="0" bIns="0" rtlCol="0"/>
            <a:lstStyle/>
            <a:p>
              <a:endParaRPr/>
            </a:p>
          </p:txBody>
        </p:sp>
        <p:sp>
          <p:nvSpPr>
            <p:cNvPr id="38" name="object 38"/>
            <p:cNvSpPr/>
            <p:nvPr/>
          </p:nvSpPr>
          <p:spPr>
            <a:xfrm>
              <a:off x="8567928" y="3770375"/>
              <a:ext cx="116205" cy="139065"/>
            </a:xfrm>
            <a:custGeom>
              <a:avLst/>
              <a:gdLst/>
              <a:ahLst/>
              <a:cxnLst/>
              <a:rect l="l" t="t" r="r" b="b"/>
              <a:pathLst>
                <a:path w="116204" h="139064">
                  <a:moveTo>
                    <a:pt x="24384" y="92976"/>
                  </a:moveTo>
                  <a:lnTo>
                    <a:pt x="0" y="92976"/>
                  </a:lnTo>
                  <a:lnTo>
                    <a:pt x="0" y="138684"/>
                  </a:lnTo>
                  <a:lnTo>
                    <a:pt x="24384" y="138684"/>
                  </a:lnTo>
                  <a:lnTo>
                    <a:pt x="24384" y="92976"/>
                  </a:lnTo>
                  <a:close/>
                </a:path>
                <a:path w="116204" h="139064">
                  <a:moveTo>
                    <a:pt x="70104" y="0"/>
                  </a:moveTo>
                  <a:lnTo>
                    <a:pt x="47244" y="0"/>
                  </a:lnTo>
                  <a:lnTo>
                    <a:pt x="47244" y="138684"/>
                  </a:lnTo>
                  <a:lnTo>
                    <a:pt x="70104" y="138684"/>
                  </a:lnTo>
                  <a:lnTo>
                    <a:pt x="70104" y="0"/>
                  </a:lnTo>
                  <a:close/>
                </a:path>
                <a:path w="116204" h="139064">
                  <a:moveTo>
                    <a:pt x="115824" y="45720"/>
                  </a:moveTo>
                  <a:lnTo>
                    <a:pt x="92964" y="45720"/>
                  </a:lnTo>
                  <a:lnTo>
                    <a:pt x="92964" y="138684"/>
                  </a:lnTo>
                  <a:lnTo>
                    <a:pt x="115824" y="138684"/>
                  </a:lnTo>
                  <a:lnTo>
                    <a:pt x="115824" y="45720"/>
                  </a:lnTo>
                  <a:close/>
                </a:path>
              </a:pathLst>
            </a:custGeom>
            <a:solidFill>
              <a:srgbClr val="FFFFFF"/>
            </a:solidFill>
          </p:spPr>
          <p:txBody>
            <a:bodyPr wrap="square" lIns="0" tIns="0" rIns="0" bIns="0" rtlCol="0"/>
            <a:lstStyle/>
            <a:p>
              <a:endParaRPr/>
            </a:p>
          </p:txBody>
        </p:sp>
        <p:sp>
          <p:nvSpPr>
            <p:cNvPr id="39" name="object 39"/>
            <p:cNvSpPr/>
            <p:nvPr/>
          </p:nvSpPr>
          <p:spPr>
            <a:xfrm>
              <a:off x="8153400" y="3528059"/>
              <a:ext cx="646430" cy="439420"/>
            </a:xfrm>
            <a:custGeom>
              <a:avLst/>
              <a:gdLst/>
              <a:ahLst/>
              <a:cxnLst/>
              <a:rect l="l" t="t" r="r" b="b"/>
              <a:pathLst>
                <a:path w="646429" h="439420">
                  <a:moveTo>
                    <a:pt x="640969" y="0"/>
                  </a:moveTo>
                  <a:lnTo>
                    <a:pt x="5206" y="0"/>
                  </a:lnTo>
                  <a:lnTo>
                    <a:pt x="0" y="5206"/>
                  </a:lnTo>
                  <a:lnTo>
                    <a:pt x="0" y="438912"/>
                  </a:lnTo>
                  <a:lnTo>
                    <a:pt x="646176" y="438912"/>
                  </a:lnTo>
                  <a:lnTo>
                    <a:pt x="646176" y="404240"/>
                  </a:lnTo>
                  <a:lnTo>
                    <a:pt x="357758" y="404240"/>
                  </a:lnTo>
                  <a:lnTo>
                    <a:pt x="357758" y="392683"/>
                  </a:lnTo>
                  <a:lnTo>
                    <a:pt x="207645" y="392683"/>
                  </a:lnTo>
                  <a:lnTo>
                    <a:pt x="164733" y="386845"/>
                  </a:lnTo>
                  <a:lnTo>
                    <a:pt x="126181" y="370487"/>
                  </a:lnTo>
                  <a:lnTo>
                    <a:pt x="93535" y="345154"/>
                  </a:lnTo>
                  <a:lnTo>
                    <a:pt x="68340" y="312391"/>
                  </a:lnTo>
                  <a:lnTo>
                    <a:pt x="52140" y="273744"/>
                  </a:lnTo>
                  <a:lnTo>
                    <a:pt x="46481" y="230758"/>
                  </a:lnTo>
                  <a:lnTo>
                    <a:pt x="54923" y="179371"/>
                  </a:lnTo>
                  <a:lnTo>
                    <a:pt x="78485" y="134365"/>
                  </a:lnTo>
                  <a:lnTo>
                    <a:pt x="114811" y="98885"/>
                  </a:lnTo>
                  <a:lnTo>
                    <a:pt x="161544" y="76073"/>
                  </a:lnTo>
                  <a:lnTo>
                    <a:pt x="161544" y="55752"/>
                  </a:lnTo>
                  <a:lnTo>
                    <a:pt x="207645" y="46227"/>
                  </a:lnTo>
                  <a:lnTo>
                    <a:pt x="646176" y="46227"/>
                  </a:lnTo>
                  <a:lnTo>
                    <a:pt x="646176" y="5206"/>
                  </a:lnTo>
                  <a:lnTo>
                    <a:pt x="640969" y="0"/>
                  </a:lnTo>
                  <a:close/>
                </a:path>
                <a:path w="646429" h="439420">
                  <a:moveTo>
                    <a:pt x="646176" y="219456"/>
                  </a:moveTo>
                  <a:lnTo>
                    <a:pt x="502539" y="219456"/>
                  </a:lnTo>
                  <a:lnTo>
                    <a:pt x="507746" y="224662"/>
                  </a:lnTo>
                  <a:lnTo>
                    <a:pt x="507746" y="265683"/>
                  </a:lnTo>
                  <a:lnTo>
                    <a:pt x="548640" y="265683"/>
                  </a:lnTo>
                  <a:lnTo>
                    <a:pt x="553847" y="270890"/>
                  </a:lnTo>
                  <a:lnTo>
                    <a:pt x="553847" y="288797"/>
                  </a:lnTo>
                  <a:lnTo>
                    <a:pt x="594868" y="288797"/>
                  </a:lnTo>
                  <a:lnTo>
                    <a:pt x="600075" y="293877"/>
                  </a:lnTo>
                  <a:lnTo>
                    <a:pt x="600075" y="381126"/>
                  </a:lnTo>
                  <a:lnTo>
                    <a:pt x="623061" y="381126"/>
                  </a:lnTo>
                  <a:lnTo>
                    <a:pt x="623061" y="404240"/>
                  </a:lnTo>
                  <a:lnTo>
                    <a:pt x="646176" y="404240"/>
                  </a:lnTo>
                  <a:lnTo>
                    <a:pt x="646176" y="254126"/>
                  </a:lnTo>
                  <a:lnTo>
                    <a:pt x="553847" y="254126"/>
                  </a:lnTo>
                  <a:lnTo>
                    <a:pt x="553847" y="231012"/>
                  </a:lnTo>
                  <a:lnTo>
                    <a:pt x="646176" y="231012"/>
                  </a:lnTo>
                  <a:lnTo>
                    <a:pt x="646176" y="219456"/>
                  </a:lnTo>
                  <a:close/>
                </a:path>
                <a:path w="646429" h="439420">
                  <a:moveTo>
                    <a:pt x="392302" y="138556"/>
                  </a:moveTo>
                  <a:lnTo>
                    <a:pt x="367283" y="138556"/>
                  </a:lnTo>
                  <a:lnTo>
                    <a:pt x="371903" y="146938"/>
                  </a:lnTo>
                  <a:lnTo>
                    <a:pt x="376047" y="155511"/>
                  </a:lnTo>
                  <a:lnTo>
                    <a:pt x="379714" y="164274"/>
                  </a:lnTo>
                  <a:lnTo>
                    <a:pt x="382904" y="173227"/>
                  </a:lnTo>
                  <a:lnTo>
                    <a:pt x="484631" y="173227"/>
                  </a:lnTo>
                  <a:lnTo>
                    <a:pt x="484631" y="196341"/>
                  </a:lnTo>
                  <a:lnTo>
                    <a:pt x="389000" y="196341"/>
                  </a:lnTo>
                  <a:lnTo>
                    <a:pt x="390427" y="204938"/>
                  </a:lnTo>
                  <a:lnTo>
                    <a:pt x="391461" y="213582"/>
                  </a:lnTo>
                  <a:lnTo>
                    <a:pt x="392090" y="222273"/>
                  </a:lnTo>
                  <a:lnTo>
                    <a:pt x="392302" y="231012"/>
                  </a:lnTo>
                  <a:lnTo>
                    <a:pt x="392066" y="240323"/>
                  </a:lnTo>
                  <a:lnTo>
                    <a:pt x="382777" y="277240"/>
                  </a:lnTo>
                  <a:lnTo>
                    <a:pt x="362457" y="277240"/>
                  </a:lnTo>
                  <a:lnTo>
                    <a:pt x="339804" y="324246"/>
                  </a:lnTo>
                  <a:lnTo>
                    <a:pt x="304292" y="360775"/>
                  </a:lnTo>
                  <a:lnTo>
                    <a:pt x="259159" y="384397"/>
                  </a:lnTo>
                  <a:lnTo>
                    <a:pt x="207645" y="392683"/>
                  </a:lnTo>
                  <a:lnTo>
                    <a:pt x="357758" y="392683"/>
                  </a:lnTo>
                  <a:lnTo>
                    <a:pt x="357758" y="381126"/>
                  </a:lnTo>
                  <a:lnTo>
                    <a:pt x="392302" y="381126"/>
                  </a:lnTo>
                  <a:lnTo>
                    <a:pt x="392302" y="316991"/>
                  </a:lnTo>
                  <a:lnTo>
                    <a:pt x="397509" y="311912"/>
                  </a:lnTo>
                  <a:lnTo>
                    <a:pt x="438530" y="311912"/>
                  </a:lnTo>
                  <a:lnTo>
                    <a:pt x="438530" y="224662"/>
                  </a:lnTo>
                  <a:lnTo>
                    <a:pt x="443610" y="219456"/>
                  </a:lnTo>
                  <a:lnTo>
                    <a:pt x="646176" y="219456"/>
                  </a:lnTo>
                  <a:lnTo>
                    <a:pt x="646176" y="138683"/>
                  </a:lnTo>
                  <a:lnTo>
                    <a:pt x="396748" y="138683"/>
                  </a:lnTo>
                  <a:lnTo>
                    <a:pt x="392302" y="138556"/>
                  </a:lnTo>
                  <a:close/>
                </a:path>
                <a:path w="646429" h="439420">
                  <a:moveTo>
                    <a:pt x="646176" y="231012"/>
                  </a:moveTo>
                  <a:lnTo>
                    <a:pt x="576960" y="231012"/>
                  </a:lnTo>
                  <a:lnTo>
                    <a:pt x="576960" y="254126"/>
                  </a:lnTo>
                  <a:lnTo>
                    <a:pt x="646176" y="254126"/>
                  </a:lnTo>
                  <a:lnTo>
                    <a:pt x="646176" y="231012"/>
                  </a:lnTo>
                  <a:close/>
                </a:path>
                <a:path w="646429" h="439420">
                  <a:moveTo>
                    <a:pt x="461518" y="173227"/>
                  </a:moveTo>
                  <a:lnTo>
                    <a:pt x="438530" y="173227"/>
                  </a:lnTo>
                  <a:lnTo>
                    <a:pt x="438530" y="196341"/>
                  </a:lnTo>
                  <a:lnTo>
                    <a:pt x="461518" y="196341"/>
                  </a:lnTo>
                  <a:lnTo>
                    <a:pt x="461518" y="173227"/>
                  </a:lnTo>
                  <a:close/>
                </a:path>
                <a:path w="646429" h="439420">
                  <a:moveTo>
                    <a:pt x="646176" y="46227"/>
                  </a:moveTo>
                  <a:lnTo>
                    <a:pt x="600075" y="46227"/>
                  </a:lnTo>
                  <a:lnTo>
                    <a:pt x="600075" y="69341"/>
                  </a:lnTo>
                  <a:lnTo>
                    <a:pt x="434085" y="69341"/>
                  </a:lnTo>
                  <a:lnTo>
                    <a:pt x="402717" y="132206"/>
                  </a:lnTo>
                  <a:lnTo>
                    <a:pt x="400684" y="136144"/>
                  </a:lnTo>
                  <a:lnTo>
                    <a:pt x="396748" y="138683"/>
                  </a:lnTo>
                  <a:lnTo>
                    <a:pt x="646176" y="138683"/>
                  </a:lnTo>
                  <a:lnTo>
                    <a:pt x="646176" y="115442"/>
                  </a:lnTo>
                  <a:lnTo>
                    <a:pt x="530732" y="115442"/>
                  </a:lnTo>
                  <a:lnTo>
                    <a:pt x="530732" y="92456"/>
                  </a:lnTo>
                  <a:lnTo>
                    <a:pt x="646176" y="92456"/>
                  </a:lnTo>
                  <a:lnTo>
                    <a:pt x="646176" y="46227"/>
                  </a:lnTo>
                  <a:close/>
                </a:path>
                <a:path w="646429" h="439420">
                  <a:moveTo>
                    <a:pt x="422528" y="46227"/>
                  </a:moveTo>
                  <a:lnTo>
                    <a:pt x="207645" y="46227"/>
                  </a:lnTo>
                  <a:lnTo>
                    <a:pt x="248844" y="50899"/>
                  </a:lnTo>
                  <a:lnTo>
                    <a:pt x="287496" y="64452"/>
                  </a:lnTo>
                  <a:lnTo>
                    <a:pt x="322195" y="86197"/>
                  </a:lnTo>
                  <a:lnTo>
                    <a:pt x="351535" y="115442"/>
                  </a:lnTo>
                  <a:lnTo>
                    <a:pt x="385191" y="115442"/>
                  </a:lnTo>
                  <a:lnTo>
                    <a:pt x="416559" y="52577"/>
                  </a:lnTo>
                  <a:lnTo>
                    <a:pt x="418465" y="48640"/>
                  </a:lnTo>
                  <a:lnTo>
                    <a:pt x="422528" y="46227"/>
                  </a:lnTo>
                  <a:close/>
                </a:path>
                <a:path w="646429" h="439420">
                  <a:moveTo>
                    <a:pt x="646176" y="92456"/>
                  </a:moveTo>
                  <a:lnTo>
                    <a:pt x="600075" y="92456"/>
                  </a:lnTo>
                  <a:lnTo>
                    <a:pt x="600075" y="115442"/>
                  </a:lnTo>
                  <a:lnTo>
                    <a:pt x="646176" y="115442"/>
                  </a:lnTo>
                  <a:lnTo>
                    <a:pt x="646176" y="92456"/>
                  </a:lnTo>
                  <a:close/>
                </a:path>
                <a:path w="646429" h="439420">
                  <a:moveTo>
                    <a:pt x="484631" y="46227"/>
                  </a:moveTo>
                  <a:lnTo>
                    <a:pt x="461518" y="46227"/>
                  </a:lnTo>
                  <a:lnTo>
                    <a:pt x="461518" y="69341"/>
                  </a:lnTo>
                  <a:lnTo>
                    <a:pt x="484631" y="69341"/>
                  </a:lnTo>
                  <a:lnTo>
                    <a:pt x="484631" y="46227"/>
                  </a:lnTo>
                  <a:close/>
                </a:path>
                <a:path w="646429" h="439420">
                  <a:moveTo>
                    <a:pt x="530732" y="46227"/>
                  </a:moveTo>
                  <a:lnTo>
                    <a:pt x="507746" y="46227"/>
                  </a:lnTo>
                  <a:lnTo>
                    <a:pt x="507746" y="69341"/>
                  </a:lnTo>
                  <a:lnTo>
                    <a:pt x="530732" y="69341"/>
                  </a:lnTo>
                  <a:lnTo>
                    <a:pt x="530732" y="46227"/>
                  </a:lnTo>
                  <a:close/>
                </a:path>
                <a:path w="646429" h="439420">
                  <a:moveTo>
                    <a:pt x="576960" y="46227"/>
                  </a:moveTo>
                  <a:lnTo>
                    <a:pt x="553847" y="46227"/>
                  </a:lnTo>
                  <a:lnTo>
                    <a:pt x="553847" y="69341"/>
                  </a:lnTo>
                  <a:lnTo>
                    <a:pt x="576960" y="69341"/>
                  </a:lnTo>
                  <a:lnTo>
                    <a:pt x="576960" y="46227"/>
                  </a:lnTo>
                  <a:close/>
                </a:path>
              </a:pathLst>
            </a:custGeom>
            <a:solidFill>
              <a:srgbClr val="00D9CE"/>
            </a:solidFill>
          </p:spPr>
          <p:txBody>
            <a:bodyPr wrap="square" lIns="0" tIns="0" rIns="0" bIns="0" rtlCol="0"/>
            <a:lstStyle/>
            <a:p>
              <a:endParaRPr/>
            </a:p>
          </p:txBody>
        </p:sp>
        <p:sp>
          <p:nvSpPr>
            <p:cNvPr id="40" name="object 40"/>
            <p:cNvSpPr/>
            <p:nvPr/>
          </p:nvSpPr>
          <p:spPr>
            <a:xfrm>
              <a:off x="8706612" y="3840479"/>
              <a:ext cx="22860" cy="68580"/>
            </a:xfrm>
            <a:custGeom>
              <a:avLst/>
              <a:gdLst/>
              <a:ahLst/>
              <a:cxnLst/>
              <a:rect l="l" t="t" r="r" b="b"/>
              <a:pathLst>
                <a:path w="22859" h="68579">
                  <a:moveTo>
                    <a:pt x="22859" y="0"/>
                  </a:moveTo>
                  <a:lnTo>
                    <a:pt x="0" y="0"/>
                  </a:lnTo>
                  <a:lnTo>
                    <a:pt x="0" y="68580"/>
                  </a:lnTo>
                  <a:lnTo>
                    <a:pt x="22859" y="68580"/>
                  </a:lnTo>
                  <a:lnTo>
                    <a:pt x="22859" y="0"/>
                  </a:lnTo>
                  <a:close/>
                </a:path>
              </a:pathLst>
            </a:custGeom>
            <a:solidFill>
              <a:srgbClr val="FFFFFF"/>
            </a:solidFill>
          </p:spPr>
          <p:txBody>
            <a:bodyPr wrap="square" lIns="0" tIns="0" rIns="0" bIns="0" rtlCol="0"/>
            <a:lstStyle/>
            <a:p>
              <a:endParaRPr/>
            </a:p>
          </p:txBody>
        </p:sp>
      </p:grpSp>
      <p:sp>
        <p:nvSpPr>
          <p:cNvPr id="41" name="object 41"/>
          <p:cNvSpPr/>
          <p:nvPr/>
        </p:nvSpPr>
        <p:spPr>
          <a:xfrm>
            <a:off x="8016240" y="4416552"/>
            <a:ext cx="936498" cy="454913"/>
          </a:xfrm>
          <a:prstGeom prst="rect">
            <a:avLst/>
          </a:prstGeom>
          <a:blipFill>
            <a:blip r:embed="rId14" cstate="print"/>
            <a:stretch>
              <a:fillRect/>
            </a:stretch>
          </a:blipFill>
        </p:spPr>
        <p:txBody>
          <a:bodyPr wrap="square" lIns="0" tIns="0" rIns="0" bIns="0" rtlCol="0"/>
          <a:lstStyle/>
          <a:p>
            <a:endParaRPr/>
          </a:p>
        </p:txBody>
      </p:sp>
      <p:sp>
        <p:nvSpPr>
          <p:cNvPr id="42" name="object 42"/>
          <p:cNvSpPr txBox="1"/>
          <p:nvPr/>
        </p:nvSpPr>
        <p:spPr>
          <a:xfrm>
            <a:off x="8131809" y="4466590"/>
            <a:ext cx="690245" cy="269240"/>
          </a:xfrm>
          <a:prstGeom prst="rect">
            <a:avLst/>
          </a:prstGeom>
        </p:spPr>
        <p:txBody>
          <a:bodyPr vert="horz" wrap="square" lIns="0" tIns="12065" rIns="0" bIns="0" rtlCol="0">
            <a:spAutoFit/>
          </a:bodyPr>
          <a:lstStyle/>
          <a:p>
            <a:pPr marL="12700">
              <a:lnSpc>
                <a:spcPct val="100000"/>
              </a:lnSpc>
              <a:spcBef>
                <a:spcPts val="95"/>
              </a:spcBef>
            </a:pPr>
            <a:r>
              <a:rPr sz="1600" b="1" spc="-5" dirty="0">
                <a:solidFill>
                  <a:srgbClr val="FFFFFF"/>
                </a:solidFill>
                <a:latin typeface="Arial"/>
                <a:cs typeface="Arial"/>
              </a:rPr>
              <a:t>Learns</a:t>
            </a:r>
            <a:endParaRPr sz="1600">
              <a:latin typeface="Arial"/>
              <a:cs typeface="Arial"/>
            </a:endParaRPr>
          </a:p>
        </p:txBody>
      </p:sp>
      <p:grpSp>
        <p:nvGrpSpPr>
          <p:cNvPr id="43" name="object 43"/>
          <p:cNvGrpSpPr/>
          <p:nvPr/>
        </p:nvGrpSpPr>
        <p:grpSpPr>
          <a:xfrm>
            <a:off x="10440923" y="3528059"/>
            <a:ext cx="645160" cy="646430"/>
            <a:chOff x="10440923" y="3528059"/>
            <a:chExt cx="645160" cy="646430"/>
          </a:xfrm>
        </p:grpSpPr>
        <p:sp>
          <p:nvSpPr>
            <p:cNvPr id="44" name="object 44"/>
            <p:cNvSpPr/>
            <p:nvPr/>
          </p:nvSpPr>
          <p:spPr>
            <a:xfrm>
              <a:off x="10625327" y="3598163"/>
              <a:ext cx="184403" cy="184404"/>
            </a:xfrm>
            <a:prstGeom prst="rect">
              <a:avLst/>
            </a:prstGeom>
            <a:blipFill>
              <a:blip r:embed="rId7" cstate="print"/>
              <a:stretch>
                <a:fillRect/>
              </a:stretch>
            </a:blipFill>
          </p:spPr>
          <p:txBody>
            <a:bodyPr wrap="square" lIns="0" tIns="0" rIns="0" bIns="0" rtlCol="0"/>
            <a:lstStyle/>
            <a:p>
              <a:endParaRPr/>
            </a:p>
          </p:txBody>
        </p:sp>
        <p:sp>
          <p:nvSpPr>
            <p:cNvPr id="45" name="object 45"/>
            <p:cNvSpPr/>
            <p:nvPr/>
          </p:nvSpPr>
          <p:spPr>
            <a:xfrm>
              <a:off x="10509532" y="3628643"/>
              <a:ext cx="268605" cy="268605"/>
            </a:xfrm>
            <a:custGeom>
              <a:avLst/>
              <a:gdLst/>
              <a:ahLst/>
              <a:cxnLst/>
              <a:rect l="l" t="t" r="r" b="b"/>
              <a:pathLst>
                <a:path w="268604" h="268604">
                  <a:moveTo>
                    <a:pt x="91919" y="0"/>
                  </a:moveTo>
                  <a:lnTo>
                    <a:pt x="53135" y="21234"/>
                  </a:lnTo>
                  <a:lnTo>
                    <a:pt x="23965" y="52374"/>
                  </a:lnTo>
                  <a:lnTo>
                    <a:pt x="5792" y="90525"/>
                  </a:lnTo>
                  <a:lnTo>
                    <a:pt x="0" y="132791"/>
                  </a:lnTo>
                  <a:lnTo>
                    <a:pt x="7972" y="176275"/>
                  </a:lnTo>
                  <a:lnTo>
                    <a:pt x="29157" y="215059"/>
                  </a:lnTo>
                  <a:lnTo>
                    <a:pt x="60284" y="244230"/>
                  </a:lnTo>
                  <a:lnTo>
                    <a:pt x="98434" y="262403"/>
                  </a:lnTo>
                  <a:lnTo>
                    <a:pt x="140686" y="268195"/>
                  </a:lnTo>
                  <a:lnTo>
                    <a:pt x="184121" y="260222"/>
                  </a:lnTo>
                  <a:lnTo>
                    <a:pt x="211867" y="246784"/>
                  </a:lnTo>
                  <a:lnTo>
                    <a:pt x="235683" y="227774"/>
                  </a:lnTo>
                  <a:lnTo>
                    <a:pt x="254737" y="204001"/>
                  </a:lnTo>
                  <a:lnTo>
                    <a:pt x="268195" y="176275"/>
                  </a:lnTo>
                  <a:lnTo>
                    <a:pt x="97126" y="176275"/>
                  </a:lnTo>
                  <a:lnTo>
                    <a:pt x="91919" y="171068"/>
                  </a:lnTo>
                  <a:close/>
                </a:path>
              </a:pathLst>
            </a:custGeom>
            <a:solidFill>
              <a:srgbClr val="FFFFFF"/>
            </a:solidFill>
          </p:spPr>
          <p:txBody>
            <a:bodyPr wrap="square" lIns="0" tIns="0" rIns="0" bIns="0" rtlCol="0"/>
            <a:lstStyle/>
            <a:p>
              <a:endParaRPr/>
            </a:p>
          </p:txBody>
        </p:sp>
        <p:sp>
          <p:nvSpPr>
            <p:cNvPr id="46" name="object 46"/>
            <p:cNvSpPr/>
            <p:nvPr/>
          </p:nvSpPr>
          <p:spPr>
            <a:xfrm>
              <a:off x="10660379" y="4058411"/>
              <a:ext cx="205740" cy="115824"/>
            </a:xfrm>
            <a:prstGeom prst="rect">
              <a:avLst/>
            </a:prstGeom>
            <a:blipFill>
              <a:blip r:embed="rId15" cstate="print"/>
              <a:stretch>
                <a:fillRect/>
              </a:stretch>
            </a:blipFill>
          </p:spPr>
          <p:txBody>
            <a:bodyPr wrap="square" lIns="0" tIns="0" rIns="0" bIns="0" rtlCol="0"/>
            <a:lstStyle/>
            <a:p>
              <a:endParaRPr/>
            </a:p>
          </p:txBody>
        </p:sp>
        <p:sp>
          <p:nvSpPr>
            <p:cNvPr id="47" name="object 47"/>
            <p:cNvSpPr/>
            <p:nvPr/>
          </p:nvSpPr>
          <p:spPr>
            <a:xfrm>
              <a:off x="10440923" y="3989831"/>
              <a:ext cx="645160" cy="45720"/>
            </a:xfrm>
            <a:custGeom>
              <a:avLst/>
              <a:gdLst/>
              <a:ahLst/>
              <a:cxnLst/>
              <a:rect l="l" t="t" r="r" b="b"/>
              <a:pathLst>
                <a:path w="645159" h="45720">
                  <a:moveTo>
                    <a:pt x="644651" y="0"/>
                  </a:moveTo>
                  <a:lnTo>
                    <a:pt x="0" y="0"/>
                  </a:lnTo>
                  <a:lnTo>
                    <a:pt x="0" y="40640"/>
                  </a:lnTo>
                  <a:lnTo>
                    <a:pt x="5206" y="45720"/>
                  </a:lnTo>
                  <a:lnTo>
                    <a:pt x="639445" y="45720"/>
                  </a:lnTo>
                  <a:lnTo>
                    <a:pt x="644651" y="40640"/>
                  </a:lnTo>
                  <a:close/>
                </a:path>
              </a:pathLst>
            </a:custGeom>
            <a:solidFill>
              <a:srgbClr val="00D9CE"/>
            </a:solidFill>
          </p:spPr>
          <p:txBody>
            <a:bodyPr wrap="square" lIns="0" tIns="0" rIns="0" bIns="0" rtlCol="0"/>
            <a:lstStyle/>
            <a:p>
              <a:endParaRPr/>
            </a:p>
          </p:txBody>
        </p:sp>
        <p:sp>
          <p:nvSpPr>
            <p:cNvPr id="48" name="object 48"/>
            <p:cNvSpPr/>
            <p:nvPr/>
          </p:nvSpPr>
          <p:spPr>
            <a:xfrm>
              <a:off x="10855452" y="3770375"/>
              <a:ext cx="114300" cy="139065"/>
            </a:xfrm>
            <a:custGeom>
              <a:avLst/>
              <a:gdLst/>
              <a:ahLst/>
              <a:cxnLst/>
              <a:rect l="l" t="t" r="r" b="b"/>
              <a:pathLst>
                <a:path w="114300" h="139064">
                  <a:moveTo>
                    <a:pt x="22860" y="92976"/>
                  </a:moveTo>
                  <a:lnTo>
                    <a:pt x="0" y="92976"/>
                  </a:lnTo>
                  <a:lnTo>
                    <a:pt x="0" y="138684"/>
                  </a:lnTo>
                  <a:lnTo>
                    <a:pt x="22860" y="138684"/>
                  </a:lnTo>
                  <a:lnTo>
                    <a:pt x="22860" y="92976"/>
                  </a:lnTo>
                  <a:close/>
                </a:path>
                <a:path w="114300" h="139064">
                  <a:moveTo>
                    <a:pt x="68580" y="0"/>
                  </a:moveTo>
                  <a:lnTo>
                    <a:pt x="45720" y="0"/>
                  </a:lnTo>
                  <a:lnTo>
                    <a:pt x="45720" y="138684"/>
                  </a:lnTo>
                  <a:lnTo>
                    <a:pt x="68580" y="138684"/>
                  </a:lnTo>
                  <a:lnTo>
                    <a:pt x="68580" y="0"/>
                  </a:lnTo>
                  <a:close/>
                </a:path>
                <a:path w="114300" h="139064">
                  <a:moveTo>
                    <a:pt x="114300" y="45720"/>
                  </a:moveTo>
                  <a:lnTo>
                    <a:pt x="91440" y="45720"/>
                  </a:lnTo>
                  <a:lnTo>
                    <a:pt x="91440" y="138684"/>
                  </a:lnTo>
                  <a:lnTo>
                    <a:pt x="114300" y="138684"/>
                  </a:lnTo>
                  <a:lnTo>
                    <a:pt x="114300" y="45720"/>
                  </a:lnTo>
                  <a:close/>
                </a:path>
              </a:pathLst>
            </a:custGeom>
            <a:solidFill>
              <a:srgbClr val="FFFFFF"/>
            </a:solidFill>
          </p:spPr>
          <p:txBody>
            <a:bodyPr wrap="square" lIns="0" tIns="0" rIns="0" bIns="0" rtlCol="0"/>
            <a:lstStyle/>
            <a:p>
              <a:endParaRPr/>
            </a:p>
          </p:txBody>
        </p:sp>
        <p:sp>
          <p:nvSpPr>
            <p:cNvPr id="49" name="object 49"/>
            <p:cNvSpPr/>
            <p:nvPr/>
          </p:nvSpPr>
          <p:spPr>
            <a:xfrm>
              <a:off x="10440923" y="3528059"/>
              <a:ext cx="645160" cy="439420"/>
            </a:xfrm>
            <a:custGeom>
              <a:avLst/>
              <a:gdLst/>
              <a:ahLst/>
              <a:cxnLst/>
              <a:rect l="l" t="t" r="r" b="b"/>
              <a:pathLst>
                <a:path w="645159" h="439420">
                  <a:moveTo>
                    <a:pt x="639445" y="0"/>
                  </a:moveTo>
                  <a:lnTo>
                    <a:pt x="5206" y="0"/>
                  </a:lnTo>
                  <a:lnTo>
                    <a:pt x="0" y="5206"/>
                  </a:lnTo>
                  <a:lnTo>
                    <a:pt x="0" y="438912"/>
                  </a:lnTo>
                  <a:lnTo>
                    <a:pt x="644651" y="438912"/>
                  </a:lnTo>
                  <a:lnTo>
                    <a:pt x="644651" y="404240"/>
                  </a:lnTo>
                  <a:lnTo>
                    <a:pt x="356870" y="404240"/>
                  </a:lnTo>
                  <a:lnTo>
                    <a:pt x="356870" y="392683"/>
                  </a:lnTo>
                  <a:lnTo>
                    <a:pt x="207264" y="392683"/>
                  </a:lnTo>
                  <a:lnTo>
                    <a:pt x="164423" y="386845"/>
                  </a:lnTo>
                  <a:lnTo>
                    <a:pt x="125951" y="370487"/>
                  </a:lnTo>
                  <a:lnTo>
                    <a:pt x="93376" y="345154"/>
                  </a:lnTo>
                  <a:lnTo>
                    <a:pt x="68231" y="312391"/>
                  </a:lnTo>
                  <a:lnTo>
                    <a:pt x="52047" y="273744"/>
                  </a:lnTo>
                  <a:lnTo>
                    <a:pt x="46354" y="230758"/>
                  </a:lnTo>
                  <a:lnTo>
                    <a:pt x="54774" y="179371"/>
                  </a:lnTo>
                  <a:lnTo>
                    <a:pt x="78279" y="134365"/>
                  </a:lnTo>
                  <a:lnTo>
                    <a:pt x="114524" y="98885"/>
                  </a:lnTo>
                  <a:lnTo>
                    <a:pt x="161162" y="76073"/>
                  </a:lnTo>
                  <a:lnTo>
                    <a:pt x="161162" y="55752"/>
                  </a:lnTo>
                  <a:lnTo>
                    <a:pt x="207264" y="46227"/>
                  </a:lnTo>
                  <a:lnTo>
                    <a:pt x="644651" y="46227"/>
                  </a:lnTo>
                  <a:lnTo>
                    <a:pt x="644651" y="5206"/>
                  </a:lnTo>
                  <a:lnTo>
                    <a:pt x="639445" y="0"/>
                  </a:lnTo>
                  <a:close/>
                </a:path>
                <a:path w="645159" h="439420">
                  <a:moveTo>
                    <a:pt x="644651" y="219456"/>
                  </a:moveTo>
                  <a:lnTo>
                    <a:pt x="501396" y="219456"/>
                  </a:lnTo>
                  <a:lnTo>
                    <a:pt x="506475" y="224662"/>
                  </a:lnTo>
                  <a:lnTo>
                    <a:pt x="506475" y="265683"/>
                  </a:lnTo>
                  <a:lnTo>
                    <a:pt x="547370" y="265683"/>
                  </a:lnTo>
                  <a:lnTo>
                    <a:pt x="552576" y="270890"/>
                  </a:lnTo>
                  <a:lnTo>
                    <a:pt x="552576" y="288797"/>
                  </a:lnTo>
                  <a:lnTo>
                    <a:pt x="593471" y="288797"/>
                  </a:lnTo>
                  <a:lnTo>
                    <a:pt x="598551" y="293877"/>
                  </a:lnTo>
                  <a:lnTo>
                    <a:pt x="598551" y="381126"/>
                  </a:lnTo>
                  <a:lnTo>
                    <a:pt x="621665" y="381126"/>
                  </a:lnTo>
                  <a:lnTo>
                    <a:pt x="621665" y="404240"/>
                  </a:lnTo>
                  <a:lnTo>
                    <a:pt x="644651" y="404240"/>
                  </a:lnTo>
                  <a:lnTo>
                    <a:pt x="644651" y="254126"/>
                  </a:lnTo>
                  <a:lnTo>
                    <a:pt x="552576" y="254126"/>
                  </a:lnTo>
                  <a:lnTo>
                    <a:pt x="552576" y="231012"/>
                  </a:lnTo>
                  <a:lnTo>
                    <a:pt x="644651" y="231012"/>
                  </a:lnTo>
                  <a:lnTo>
                    <a:pt x="644651" y="219456"/>
                  </a:lnTo>
                  <a:close/>
                </a:path>
                <a:path w="645159" h="439420">
                  <a:moveTo>
                    <a:pt x="391414" y="138556"/>
                  </a:moveTo>
                  <a:lnTo>
                    <a:pt x="366522" y="138556"/>
                  </a:lnTo>
                  <a:lnTo>
                    <a:pt x="371068" y="146938"/>
                  </a:lnTo>
                  <a:lnTo>
                    <a:pt x="375173" y="155511"/>
                  </a:lnTo>
                  <a:lnTo>
                    <a:pt x="378827" y="164274"/>
                  </a:lnTo>
                  <a:lnTo>
                    <a:pt x="382016" y="173227"/>
                  </a:lnTo>
                  <a:lnTo>
                    <a:pt x="483489" y="173227"/>
                  </a:lnTo>
                  <a:lnTo>
                    <a:pt x="483489" y="196341"/>
                  </a:lnTo>
                  <a:lnTo>
                    <a:pt x="387984" y="196341"/>
                  </a:lnTo>
                  <a:lnTo>
                    <a:pt x="389485" y="204938"/>
                  </a:lnTo>
                  <a:lnTo>
                    <a:pt x="390556" y="213582"/>
                  </a:lnTo>
                  <a:lnTo>
                    <a:pt x="391199" y="222273"/>
                  </a:lnTo>
                  <a:lnTo>
                    <a:pt x="391414" y="231012"/>
                  </a:lnTo>
                  <a:lnTo>
                    <a:pt x="391177" y="240323"/>
                  </a:lnTo>
                  <a:lnTo>
                    <a:pt x="381889" y="277240"/>
                  </a:lnTo>
                  <a:lnTo>
                    <a:pt x="361569" y="277240"/>
                  </a:lnTo>
                  <a:lnTo>
                    <a:pt x="338959" y="324246"/>
                  </a:lnTo>
                  <a:lnTo>
                    <a:pt x="303561" y="360775"/>
                  </a:lnTo>
                  <a:lnTo>
                    <a:pt x="258591" y="384397"/>
                  </a:lnTo>
                  <a:lnTo>
                    <a:pt x="207264" y="392683"/>
                  </a:lnTo>
                  <a:lnTo>
                    <a:pt x="356870" y="392683"/>
                  </a:lnTo>
                  <a:lnTo>
                    <a:pt x="356870" y="381126"/>
                  </a:lnTo>
                  <a:lnTo>
                    <a:pt x="391414" y="381126"/>
                  </a:lnTo>
                  <a:lnTo>
                    <a:pt x="391414" y="316991"/>
                  </a:lnTo>
                  <a:lnTo>
                    <a:pt x="396494" y="311912"/>
                  </a:lnTo>
                  <a:lnTo>
                    <a:pt x="437387" y="311912"/>
                  </a:lnTo>
                  <a:lnTo>
                    <a:pt x="437387" y="224662"/>
                  </a:lnTo>
                  <a:lnTo>
                    <a:pt x="442595" y="219456"/>
                  </a:lnTo>
                  <a:lnTo>
                    <a:pt x="644651" y="219456"/>
                  </a:lnTo>
                  <a:lnTo>
                    <a:pt x="644651" y="138683"/>
                  </a:lnTo>
                  <a:lnTo>
                    <a:pt x="395731" y="138683"/>
                  </a:lnTo>
                  <a:lnTo>
                    <a:pt x="391414" y="138556"/>
                  </a:lnTo>
                  <a:close/>
                </a:path>
                <a:path w="645159" h="439420">
                  <a:moveTo>
                    <a:pt x="644651" y="231012"/>
                  </a:moveTo>
                  <a:lnTo>
                    <a:pt x="575564" y="231012"/>
                  </a:lnTo>
                  <a:lnTo>
                    <a:pt x="575564" y="254126"/>
                  </a:lnTo>
                  <a:lnTo>
                    <a:pt x="644651" y="254126"/>
                  </a:lnTo>
                  <a:lnTo>
                    <a:pt x="644651" y="231012"/>
                  </a:lnTo>
                  <a:close/>
                </a:path>
                <a:path w="645159" h="439420">
                  <a:moveTo>
                    <a:pt x="460501" y="173227"/>
                  </a:moveTo>
                  <a:lnTo>
                    <a:pt x="437387" y="173227"/>
                  </a:lnTo>
                  <a:lnTo>
                    <a:pt x="437387" y="196341"/>
                  </a:lnTo>
                  <a:lnTo>
                    <a:pt x="460501" y="196341"/>
                  </a:lnTo>
                  <a:lnTo>
                    <a:pt x="460501" y="173227"/>
                  </a:lnTo>
                  <a:close/>
                </a:path>
                <a:path w="645159" h="439420">
                  <a:moveTo>
                    <a:pt x="644651" y="46227"/>
                  </a:moveTo>
                  <a:lnTo>
                    <a:pt x="598551" y="46227"/>
                  </a:lnTo>
                  <a:lnTo>
                    <a:pt x="598551" y="69341"/>
                  </a:lnTo>
                  <a:lnTo>
                    <a:pt x="433070" y="69341"/>
                  </a:lnTo>
                  <a:lnTo>
                    <a:pt x="401700" y="132206"/>
                  </a:lnTo>
                  <a:lnTo>
                    <a:pt x="399796" y="136144"/>
                  </a:lnTo>
                  <a:lnTo>
                    <a:pt x="395731" y="138683"/>
                  </a:lnTo>
                  <a:lnTo>
                    <a:pt x="644651" y="138683"/>
                  </a:lnTo>
                  <a:lnTo>
                    <a:pt x="644651" y="115442"/>
                  </a:lnTo>
                  <a:lnTo>
                    <a:pt x="529590" y="115442"/>
                  </a:lnTo>
                  <a:lnTo>
                    <a:pt x="529590" y="92456"/>
                  </a:lnTo>
                  <a:lnTo>
                    <a:pt x="644651" y="92456"/>
                  </a:lnTo>
                  <a:lnTo>
                    <a:pt x="644651" y="46227"/>
                  </a:lnTo>
                  <a:close/>
                </a:path>
                <a:path w="645159" h="439420">
                  <a:moveTo>
                    <a:pt x="421512" y="46227"/>
                  </a:moveTo>
                  <a:lnTo>
                    <a:pt x="207264" y="46227"/>
                  </a:lnTo>
                  <a:lnTo>
                    <a:pt x="248296" y="50899"/>
                  </a:lnTo>
                  <a:lnTo>
                    <a:pt x="286829" y="64452"/>
                  </a:lnTo>
                  <a:lnTo>
                    <a:pt x="321456" y="86197"/>
                  </a:lnTo>
                  <a:lnTo>
                    <a:pt x="350774" y="115442"/>
                  </a:lnTo>
                  <a:lnTo>
                    <a:pt x="384301" y="115442"/>
                  </a:lnTo>
                  <a:lnTo>
                    <a:pt x="415544" y="52577"/>
                  </a:lnTo>
                  <a:lnTo>
                    <a:pt x="417575" y="48640"/>
                  </a:lnTo>
                  <a:lnTo>
                    <a:pt x="421512" y="46227"/>
                  </a:lnTo>
                  <a:close/>
                </a:path>
                <a:path w="645159" h="439420">
                  <a:moveTo>
                    <a:pt x="644651" y="92456"/>
                  </a:moveTo>
                  <a:lnTo>
                    <a:pt x="598551" y="92456"/>
                  </a:lnTo>
                  <a:lnTo>
                    <a:pt x="598551" y="115442"/>
                  </a:lnTo>
                  <a:lnTo>
                    <a:pt x="644651" y="115442"/>
                  </a:lnTo>
                  <a:lnTo>
                    <a:pt x="644651" y="92456"/>
                  </a:lnTo>
                  <a:close/>
                </a:path>
                <a:path w="645159" h="439420">
                  <a:moveTo>
                    <a:pt x="483489" y="46227"/>
                  </a:moveTo>
                  <a:lnTo>
                    <a:pt x="460501" y="46227"/>
                  </a:lnTo>
                  <a:lnTo>
                    <a:pt x="460501" y="69341"/>
                  </a:lnTo>
                  <a:lnTo>
                    <a:pt x="483489" y="69341"/>
                  </a:lnTo>
                  <a:lnTo>
                    <a:pt x="483489" y="46227"/>
                  </a:lnTo>
                  <a:close/>
                </a:path>
                <a:path w="645159" h="439420">
                  <a:moveTo>
                    <a:pt x="529590" y="46227"/>
                  </a:moveTo>
                  <a:lnTo>
                    <a:pt x="506475" y="46227"/>
                  </a:lnTo>
                  <a:lnTo>
                    <a:pt x="506475" y="69341"/>
                  </a:lnTo>
                  <a:lnTo>
                    <a:pt x="529590" y="69341"/>
                  </a:lnTo>
                  <a:lnTo>
                    <a:pt x="529590" y="46227"/>
                  </a:lnTo>
                  <a:close/>
                </a:path>
                <a:path w="645159" h="439420">
                  <a:moveTo>
                    <a:pt x="575564" y="46227"/>
                  </a:moveTo>
                  <a:lnTo>
                    <a:pt x="552576" y="46227"/>
                  </a:lnTo>
                  <a:lnTo>
                    <a:pt x="552576" y="69341"/>
                  </a:lnTo>
                  <a:lnTo>
                    <a:pt x="575564" y="69341"/>
                  </a:lnTo>
                  <a:lnTo>
                    <a:pt x="575564" y="46227"/>
                  </a:lnTo>
                  <a:close/>
                </a:path>
              </a:pathLst>
            </a:custGeom>
            <a:solidFill>
              <a:srgbClr val="00D9CE"/>
            </a:solidFill>
          </p:spPr>
          <p:txBody>
            <a:bodyPr wrap="square" lIns="0" tIns="0" rIns="0" bIns="0" rtlCol="0"/>
            <a:lstStyle/>
            <a:p>
              <a:endParaRPr/>
            </a:p>
          </p:txBody>
        </p:sp>
        <p:sp>
          <p:nvSpPr>
            <p:cNvPr id="50" name="object 50"/>
            <p:cNvSpPr/>
            <p:nvPr/>
          </p:nvSpPr>
          <p:spPr>
            <a:xfrm>
              <a:off x="10994135" y="3840479"/>
              <a:ext cx="22860" cy="68580"/>
            </a:xfrm>
            <a:custGeom>
              <a:avLst/>
              <a:gdLst/>
              <a:ahLst/>
              <a:cxnLst/>
              <a:rect l="l" t="t" r="r" b="b"/>
              <a:pathLst>
                <a:path w="22859" h="68579">
                  <a:moveTo>
                    <a:pt x="22859" y="0"/>
                  </a:moveTo>
                  <a:lnTo>
                    <a:pt x="0" y="0"/>
                  </a:lnTo>
                  <a:lnTo>
                    <a:pt x="0" y="68580"/>
                  </a:lnTo>
                  <a:lnTo>
                    <a:pt x="22859" y="68580"/>
                  </a:lnTo>
                  <a:lnTo>
                    <a:pt x="22859" y="0"/>
                  </a:lnTo>
                  <a:close/>
                </a:path>
              </a:pathLst>
            </a:custGeom>
            <a:solidFill>
              <a:srgbClr val="FFFFFF"/>
            </a:solidFill>
          </p:spPr>
          <p:txBody>
            <a:bodyPr wrap="square" lIns="0" tIns="0" rIns="0" bIns="0" rtlCol="0"/>
            <a:lstStyle/>
            <a:p>
              <a:endParaRPr/>
            </a:p>
          </p:txBody>
        </p:sp>
      </p:grpSp>
      <p:grpSp>
        <p:nvGrpSpPr>
          <p:cNvPr id="51" name="object 51"/>
          <p:cNvGrpSpPr/>
          <p:nvPr/>
        </p:nvGrpSpPr>
        <p:grpSpPr>
          <a:xfrm>
            <a:off x="1380616" y="3799078"/>
            <a:ext cx="1390650" cy="104139"/>
            <a:chOff x="1380616" y="3799078"/>
            <a:chExt cx="1390650" cy="104139"/>
          </a:xfrm>
        </p:grpSpPr>
        <p:sp>
          <p:nvSpPr>
            <p:cNvPr id="52" name="object 52"/>
            <p:cNvSpPr/>
            <p:nvPr/>
          </p:nvSpPr>
          <p:spPr>
            <a:xfrm>
              <a:off x="2538602" y="3801491"/>
              <a:ext cx="232664" cy="101091"/>
            </a:xfrm>
            <a:prstGeom prst="rect">
              <a:avLst/>
            </a:prstGeom>
            <a:blipFill>
              <a:blip r:embed="rId16" cstate="print"/>
              <a:stretch>
                <a:fillRect/>
              </a:stretch>
            </a:blipFill>
          </p:spPr>
          <p:txBody>
            <a:bodyPr wrap="square" lIns="0" tIns="0" rIns="0" bIns="0" rtlCol="0"/>
            <a:lstStyle/>
            <a:p>
              <a:endParaRPr/>
            </a:p>
          </p:txBody>
        </p:sp>
        <p:sp>
          <p:nvSpPr>
            <p:cNvPr id="53" name="object 53"/>
            <p:cNvSpPr/>
            <p:nvPr/>
          </p:nvSpPr>
          <p:spPr>
            <a:xfrm>
              <a:off x="1383791" y="3849624"/>
              <a:ext cx="1118235" cy="1905"/>
            </a:xfrm>
            <a:custGeom>
              <a:avLst/>
              <a:gdLst/>
              <a:ahLst/>
              <a:cxnLst/>
              <a:rect l="l" t="t" r="r" b="b"/>
              <a:pathLst>
                <a:path w="1118235" h="1904">
                  <a:moveTo>
                    <a:pt x="0" y="1905"/>
                  </a:moveTo>
                  <a:lnTo>
                    <a:pt x="438912" y="0"/>
                  </a:lnTo>
                </a:path>
                <a:path w="1118235" h="1904">
                  <a:moveTo>
                    <a:pt x="463296" y="0"/>
                  </a:moveTo>
                  <a:lnTo>
                    <a:pt x="538860" y="0"/>
                  </a:lnTo>
                </a:path>
                <a:path w="1118235" h="1904">
                  <a:moveTo>
                    <a:pt x="563880" y="0"/>
                  </a:moveTo>
                  <a:lnTo>
                    <a:pt x="639445" y="0"/>
                  </a:lnTo>
                </a:path>
                <a:path w="1118235" h="1904">
                  <a:moveTo>
                    <a:pt x="664464" y="0"/>
                  </a:moveTo>
                  <a:lnTo>
                    <a:pt x="1117854" y="0"/>
                  </a:lnTo>
                </a:path>
              </a:pathLst>
            </a:custGeom>
            <a:ln w="6350">
              <a:solidFill>
                <a:srgbClr val="FFFFFF"/>
              </a:solidFill>
            </a:ln>
          </p:spPr>
          <p:txBody>
            <a:bodyPr wrap="square" lIns="0" tIns="0" rIns="0" bIns="0" rtlCol="0"/>
            <a:lstStyle/>
            <a:p>
              <a:endParaRPr/>
            </a:p>
          </p:txBody>
        </p:sp>
        <p:sp>
          <p:nvSpPr>
            <p:cNvPr id="54" name="object 54"/>
            <p:cNvSpPr/>
            <p:nvPr/>
          </p:nvSpPr>
          <p:spPr>
            <a:xfrm>
              <a:off x="2115058" y="3799078"/>
              <a:ext cx="105664" cy="104140"/>
            </a:xfrm>
            <a:prstGeom prst="rect">
              <a:avLst/>
            </a:prstGeom>
            <a:blipFill>
              <a:blip r:embed="rId17" cstate="print"/>
              <a:stretch>
                <a:fillRect/>
              </a:stretch>
            </a:blipFill>
          </p:spPr>
          <p:txBody>
            <a:bodyPr wrap="square" lIns="0" tIns="0" rIns="0" bIns="0" rtlCol="0"/>
            <a:lstStyle/>
            <a:p>
              <a:endParaRPr/>
            </a:p>
          </p:txBody>
        </p:sp>
      </p:grpSp>
      <p:grpSp>
        <p:nvGrpSpPr>
          <p:cNvPr id="55" name="object 55"/>
          <p:cNvGrpSpPr/>
          <p:nvPr/>
        </p:nvGrpSpPr>
        <p:grpSpPr>
          <a:xfrm>
            <a:off x="3788536" y="3799078"/>
            <a:ext cx="1390650" cy="104139"/>
            <a:chOff x="3788536" y="3799078"/>
            <a:chExt cx="1390650" cy="104139"/>
          </a:xfrm>
        </p:grpSpPr>
        <p:sp>
          <p:nvSpPr>
            <p:cNvPr id="56" name="object 56"/>
            <p:cNvSpPr/>
            <p:nvPr/>
          </p:nvSpPr>
          <p:spPr>
            <a:xfrm>
              <a:off x="4947919" y="3801491"/>
              <a:ext cx="231266" cy="101091"/>
            </a:xfrm>
            <a:prstGeom prst="rect">
              <a:avLst/>
            </a:prstGeom>
            <a:blipFill>
              <a:blip r:embed="rId18" cstate="print"/>
              <a:stretch>
                <a:fillRect/>
              </a:stretch>
            </a:blipFill>
          </p:spPr>
          <p:txBody>
            <a:bodyPr wrap="square" lIns="0" tIns="0" rIns="0" bIns="0" rtlCol="0"/>
            <a:lstStyle/>
            <a:p>
              <a:endParaRPr/>
            </a:p>
          </p:txBody>
        </p:sp>
        <p:sp>
          <p:nvSpPr>
            <p:cNvPr id="57" name="object 57"/>
            <p:cNvSpPr/>
            <p:nvPr/>
          </p:nvSpPr>
          <p:spPr>
            <a:xfrm>
              <a:off x="3791711" y="3849624"/>
              <a:ext cx="1118235" cy="1905"/>
            </a:xfrm>
            <a:custGeom>
              <a:avLst/>
              <a:gdLst/>
              <a:ahLst/>
              <a:cxnLst/>
              <a:rect l="l" t="t" r="r" b="b"/>
              <a:pathLst>
                <a:path w="1118235" h="1904">
                  <a:moveTo>
                    <a:pt x="0" y="1905"/>
                  </a:moveTo>
                  <a:lnTo>
                    <a:pt x="438912" y="0"/>
                  </a:lnTo>
                </a:path>
                <a:path w="1118235" h="1904">
                  <a:moveTo>
                    <a:pt x="464820" y="0"/>
                  </a:moveTo>
                  <a:lnTo>
                    <a:pt x="540385" y="0"/>
                  </a:lnTo>
                </a:path>
                <a:path w="1118235" h="1904">
                  <a:moveTo>
                    <a:pt x="563879" y="0"/>
                  </a:moveTo>
                  <a:lnTo>
                    <a:pt x="639445" y="0"/>
                  </a:lnTo>
                </a:path>
                <a:path w="1118235" h="1904">
                  <a:moveTo>
                    <a:pt x="664463" y="0"/>
                  </a:moveTo>
                  <a:lnTo>
                    <a:pt x="1117853" y="0"/>
                  </a:lnTo>
                </a:path>
              </a:pathLst>
            </a:custGeom>
            <a:ln w="6350">
              <a:solidFill>
                <a:srgbClr val="FFFFFF"/>
              </a:solidFill>
            </a:ln>
          </p:spPr>
          <p:txBody>
            <a:bodyPr wrap="square" lIns="0" tIns="0" rIns="0" bIns="0" rtlCol="0"/>
            <a:lstStyle/>
            <a:p>
              <a:endParaRPr/>
            </a:p>
          </p:txBody>
        </p:sp>
        <p:sp>
          <p:nvSpPr>
            <p:cNvPr id="58" name="object 58"/>
            <p:cNvSpPr/>
            <p:nvPr/>
          </p:nvSpPr>
          <p:spPr>
            <a:xfrm>
              <a:off x="4522977" y="3799078"/>
              <a:ext cx="105663" cy="104140"/>
            </a:xfrm>
            <a:prstGeom prst="rect">
              <a:avLst/>
            </a:prstGeom>
            <a:blipFill>
              <a:blip r:embed="rId17" cstate="print"/>
              <a:stretch>
                <a:fillRect/>
              </a:stretch>
            </a:blipFill>
          </p:spPr>
          <p:txBody>
            <a:bodyPr wrap="square" lIns="0" tIns="0" rIns="0" bIns="0" rtlCol="0"/>
            <a:lstStyle/>
            <a:p>
              <a:endParaRPr/>
            </a:p>
          </p:txBody>
        </p:sp>
      </p:grpSp>
      <p:grpSp>
        <p:nvGrpSpPr>
          <p:cNvPr id="59" name="object 59"/>
          <p:cNvGrpSpPr/>
          <p:nvPr/>
        </p:nvGrpSpPr>
        <p:grpSpPr>
          <a:xfrm>
            <a:off x="6530213" y="3799078"/>
            <a:ext cx="1390650" cy="104139"/>
            <a:chOff x="6530213" y="3799078"/>
            <a:chExt cx="1390650" cy="104139"/>
          </a:xfrm>
        </p:grpSpPr>
        <p:sp>
          <p:nvSpPr>
            <p:cNvPr id="60" name="object 60"/>
            <p:cNvSpPr/>
            <p:nvPr/>
          </p:nvSpPr>
          <p:spPr>
            <a:xfrm>
              <a:off x="7688199" y="3801491"/>
              <a:ext cx="232664" cy="101091"/>
            </a:xfrm>
            <a:prstGeom prst="rect">
              <a:avLst/>
            </a:prstGeom>
            <a:blipFill>
              <a:blip r:embed="rId16" cstate="print"/>
              <a:stretch>
                <a:fillRect/>
              </a:stretch>
            </a:blipFill>
          </p:spPr>
          <p:txBody>
            <a:bodyPr wrap="square" lIns="0" tIns="0" rIns="0" bIns="0" rtlCol="0"/>
            <a:lstStyle/>
            <a:p>
              <a:endParaRPr/>
            </a:p>
          </p:txBody>
        </p:sp>
        <p:sp>
          <p:nvSpPr>
            <p:cNvPr id="61" name="object 61"/>
            <p:cNvSpPr/>
            <p:nvPr/>
          </p:nvSpPr>
          <p:spPr>
            <a:xfrm>
              <a:off x="6533388" y="3849624"/>
              <a:ext cx="1118235" cy="1905"/>
            </a:xfrm>
            <a:custGeom>
              <a:avLst/>
              <a:gdLst/>
              <a:ahLst/>
              <a:cxnLst/>
              <a:rect l="l" t="t" r="r" b="b"/>
              <a:pathLst>
                <a:path w="1118234" h="1904">
                  <a:moveTo>
                    <a:pt x="0" y="1905"/>
                  </a:moveTo>
                  <a:lnTo>
                    <a:pt x="438911" y="0"/>
                  </a:lnTo>
                </a:path>
                <a:path w="1118234" h="1904">
                  <a:moveTo>
                    <a:pt x="463295" y="0"/>
                  </a:moveTo>
                  <a:lnTo>
                    <a:pt x="538860" y="0"/>
                  </a:lnTo>
                </a:path>
                <a:path w="1118234" h="1904">
                  <a:moveTo>
                    <a:pt x="563879" y="0"/>
                  </a:moveTo>
                  <a:lnTo>
                    <a:pt x="639444" y="0"/>
                  </a:lnTo>
                </a:path>
                <a:path w="1118234" h="1904">
                  <a:moveTo>
                    <a:pt x="664463" y="0"/>
                  </a:moveTo>
                  <a:lnTo>
                    <a:pt x="1117853" y="0"/>
                  </a:lnTo>
                </a:path>
              </a:pathLst>
            </a:custGeom>
            <a:ln w="6350">
              <a:solidFill>
                <a:srgbClr val="FFFFFF"/>
              </a:solidFill>
            </a:ln>
          </p:spPr>
          <p:txBody>
            <a:bodyPr wrap="square" lIns="0" tIns="0" rIns="0" bIns="0" rtlCol="0"/>
            <a:lstStyle/>
            <a:p>
              <a:endParaRPr/>
            </a:p>
          </p:txBody>
        </p:sp>
        <p:sp>
          <p:nvSpPr>
            <p:cNvPr id="62" name="object 62"/>
            <p:cNvSpPr/>
            <p:nvPr/>
          </p:nvSpPr>
          <p:spPr>
            <a:xfrm>
              <a:off x="7264654" y="3799078"/>
              <a:ext cx="105664" cy="104140"/>
            </a:xfrm>
            <a:prstGeom prst="rect">
              <a:avLst/>
            </a:prstGeom>
            <a:blipFill>
              <a:blip r:embed="rId19" cstate="print"/>
              <a:stretch>
                <a:fillRect/>
              </a:stretch>
            </a:blipFill>
          </p:spPr>
          <p:txBody>
            <a:bodyPr wrap="square" lIns="0" tIns="0" rIns="0" bIns="0" rtlCol="0"/>
            <a:lstStyle/>
            <a:p>
              <a:endParaRPr/>
            </a:p>
          </p:txBody>
        </p:sp>
      </p:grpSp>
      <p:grpSp>
        <p:nvGrpSpPr>
          <p:cNvPr id="63" name="object 63"/>
          <p:cNvGrpSpPr/>
          <p:nvPr/>
        </p:nvGrpSpPr>
        <p:grpSpPr>
          <a:xfrm>
            <a:off x="8922893" y="3799078"/>
            <a:ext cx="1390650" cy="104139"/>
            <a:chOff x="8922893" y="3799078"/>
            <a:chExt cx="1390650" cy="104139"/>
          </a:xfrm>
        </p:grpSpPr>
        <p:sp>
          <p:nvSpPr>
            <p:cNvPr id="64" name="object 64"/>
            <p:cNvSpPr/>
            <p:nvPr/>
          </p:nvSpPr>
          <p:spPr>
            <a:xfrm>
              <a:off x="10080879" y="3801491"/>
              <a:ext cx="232664" cy="101091"/>
            </a:xfrm>
            <a:prstGeom prst="rect">
              <a:avLst/>
            </a:prstGeom>
            <a:blipFill>
              <a:blip r:embed="rId20" cstate="print"/>
              <a:stretch>
                <a:fillRect/>
              </a:stretch>
            </a:blipFill>
          </p:spPr>
          <p:txBody>
            <a:bodyPr wrap="square" lIns="0" tIns="0" rIns="0" bIns="0" rtlCol="0"/>
            <a:lstStyle/>
            <a:p>
              <a:endParaRPr/>
            </a:p>
          </p:txBody>
        </p:sp>
        <p:sp>
          <p:nvSpPr>
            <p:cNvPr id="65" name="object 65"/>
            <p:cNvSpPr/>
            <p:nvPr/>
          </p:nvSpPr>
          <p:spPr>
            <a:xfrm>
              <a:off x="8926068" y="3849624"/>
              <a:ext cx="1118235" cy="1905"/>
            </a:xfrm>
            <a:custGeom>
              <a:avLst/>
              <a:gdLst/>
              <a:ahLst/>
              <a:cxnLst/>
              <a:rect l="l" t="t" r="r" b="b"/>
              <a:pathLst>
                <a:path w="1118234" h="1904">
                  <a:moveTo>
                    <a:pt x="0" y="1905"/>
                  </a:moveTo>
                  <a:lnTo>
                    <a:pt x="438911" y="0"/>
                  </a:lnTo>
                </a:path>
                <a:path w="1118234" h="1904">
                  <a:moveTo>
                    <a:pt x="463296" y="0"/>
                  </a:moveTo>
                  <a:lnTo>
                    <a:pt x="538860" y="0"/>
                  </a:lnTo>
                </a:path>
                <a:path w="1118234" h="1904">
                  <a:moveTo>
                    <a:pt x="563879" y="0"/>
                  </a:moveTo>
                  <a:lnTo>
                    <a:pt x="639445" y="0"/>
                  </a:lnTo>
                </a:path>
                <a:path w="1118234" h="1904">
                  <a:moveTo>
                    <a:pt x="664463" y="0"/>
                  </a:moveTo>
                  <a:lnTo>
                    <a:pt x="1117853" y="0"/>
                  </a:lnTo>
                </a:path>
              </a:pathLst>
            </a:custGeom>
            <a:ln w="6350">
              <a:solidFill>
                <a:srgbClr val="FFFFFF"/>
              </a:solidFill>
            </a:ln>
          </p:spPr>
          <p:txBody>
            <a:bodyPr wrap="square" lIns="0" tIns="0" rIns="0" bIns="0" rtlCol="0"/>
            <a:lstStyle/>
            <a:p>
              <a:endParaRPr/>
            </a:p>
          </p:txBody>
        </p:sp>
        <p:sp>
          <p:nvSpPr>
            <p:cNvPr id="66" name="object 66"/>
            <p:cNvSpPr/>
            <p:nvPr/>
          </p:nvSpPr>
          <p:spPr>
            <a:xfrm>
              <a:off x="9657334" y="3799078"/>
              <a:ext cx="105664" cy="104140"/>
            </a:xfrm>
            <a:prstGeom prst="rect">
              <a:avLst/>
            </a:prstGeom>
            <a:blipFill>
              <a:blip r:embed="rId17" cstate="print"/>
              <a:stretch>
                <a:fillRect/>
              </a:stretch>
            </a:blipFill>
          </p:spPr>
          <p:txBody>
            <a:bodyPr wrap="square" lIns="0" tIns="0" rIns="0" bIns="0" rtlCol="0"/>
            <a:lstStyle/>
            <a:p>
              <a:endParaRPr/>
            </a:p>
          </p:txBody>
        </p:sp>
      </p:grpSp>
      <p:grpSp>
        <p:nvGrpSpPr>
          <p:cNvPr id="67" name="object 67"/>
          <p:cNvGrpSpPr/>
          <p:nvPr/>
        </p:nvGrpSpPr>
        <p:grpSpPr>
          <a:xfrm>
            <a:off x="2958083" y="2310383"/>
            <a:ext cx="1203960" cy="1138555"/>
            <a:chOff x="2958083" y="2310383"/>
            <a:chExt cx="1203960" cy="1138555"/>
          </a:xfrm>
        </p:grpSpPr>
        <p:sp>
          <p:nvSpPr>
            <p:cNvPr id="68" name="object 68"/>
            <p:cNvSpPr/>
            <p:nvPr/>
          </p:nvSpPr>
          <p:spPr>
            <a:xfrm>
              <a:off x="3185159" y="3232403"/>
              <a:ext cx="158495" cy="161544"/>
            </a:xfrm>
            <a:prstGeom prst="rect">
              <a:avLst/>
            </a:prstGeom>
            <a:blipFill>
              <a:blip r:embed="rId21" cstate="print"/>
              <a:stretch>
                <a:fillRect/>
              </a:stretch>
            </a:blipFill>
          </p:spPr>
          <p:txBody>
            <a:bodyPr wrap="square" lIns="0" tIns="0" rIns="0" bIns="0" rtlCol="0"/>
            <a:lstStyle/>
            <a:p>
              <a:endParaRPr/>
            </a:p>
          </p:txBody>
        </p:sp>
        <p:sp>
          <p:nvSpPr>
            <p:cNvPr id="69" name="object 69"/>
            <p:cNvSpPr/>
            <p:nvPr/>
          </p:nvSpPr>
          <p:spPr>
            <a:xfrm>
              <a:off x="2958083" y="2310383"/>
              <a:ext cx="1203960" cy="975360"/>
            </a:xfrm>
            <a:custGeom>
              <a:avLst/>
              <a:gdLst/>
              <a:ahLst/>
              <a:cxnLst/>
              <a:rect l="l" t="t" r="r" b="b"/>
              <a:pathLst>
                <a:path w="1203960" h="975360">
                  <a:moveTo>
                    <a:pt x="416893" y="883920"/>
                  </a:moveTo>
                  <a:lnTo>
                    <a:pt x="348488" y="883920"/>
                  </a:lnTo>
                  <a:lnTo>
                    <a:pt x="352103" y="890270"/>
                  </a:lnTo>
                  <a:lnTo>
                    <a:pt x="356266" y="896620"/>
                  </a:lnTo>
                  <a:lnTo>
                    <a:pt x="360953" y="902970"/>
                  </a:lnTo>
                  <a:lnTo>
                    <a:pt x="366141" y="910589"/>
                  </a:lnTo>
                  <a:lnTo>
                    <a:pt x="394019" y="941070"/>
                  </a:lnTo>
                  <a:lnTo>
                    <a:pt x="433800" y="965200"/>
                  </a:lnTo>
                  <a:lnTo>
                    <a:pt x="475067" y="975360"/>
                  </a:lnTo>
                  <a:lnTo>
                    <a:pt x="497713" y="975360"/>
                  </a:lnTo>
                  <a:lnTo>
                    <a:pt x="537247" y="972820"/>
                  </a:lnTo>
                  <a:lnTo>
                    <a:pt x="601886" y="951230"/>
                  </a:lnTo>
                  <a:lnTo>
                    <a:pt x="635013" y="930910"/>
                  </a:lnTo>
                  <a:lnTo>
                    <a:pt x="642667" y="925830"/>
                  </a:lnTo>
                  <a:lnTo>
                    <a:pt x="649440" y="920750"/>
                  </a:lnTo>
                  <a:lnTo>
                    <a:pt x="650616" y="919480"/>
                  </a:lnTo>
                  <a:lnTo>
                    <a:pt x="482473" y="919480"/>
                  </a:lnTo>
                  <a:lnTo>
                    <a:pt x="474471" y="918210"/>
                  </a:lnTo>
                  <a:lnTo>
                    <a:pt x="438277" y="904239"/>
                  </a:lnTo>
                  <a:lnTo>
                    <a:pt x="426948" y="895350"/>
                  </a:lnTo>
                  <a:lnTo>
                    <a:pt x="416893" y="883920"/>
                  </a:lnTo>
                  <a:close/>
                </a:path>
                <a:path w="1203960" h="975360">
                  <a:moveTo>
                    <a:pt x="902082" y="914400"/>
                  </a:moveTo>
                  <a:lnTo>
                    <a:pt x="655319" y="914400"/>
                  </a:lnTo>
                  <a:lnTo>
                    <a:pt x="661035" y="918210"/>
                  </a:lnTo>
                  <a:lnTo>
                    <a:pt x="667766" y="922020"/>
                  </a:lnTo>
                  <a:lnTo>
                    <a:pt x="675513" y="924560"/>
                  </a:lnTo>
                  <a:lnTo>
                    <a:pt x="696269" y="933450"/>
                  </a:lnTo>
                  <a:lnTo>
                    <a:pt x="720597" y="939800"/>
                  </a:lnTo>
                  <a:lnTo>
                    <a:pt x="748164" y="944880"/>
                  </a:lnTo>
                  <a:lnTo>
                    <a:pt x="778637" y="947420"/>
                  </a:lnTo>
                  <a:lnTo>
                    <a:pt x="793813" y="947420"/>
                  </a:lnTo>
                  <a:lnTo>
                    <a:pt x="809370" y="944880"/>
                  </a:lnTo>
                  <a:lnTo>
                    <a:pt x="847758" y="937260"/>
                  </a:lnTo>
                  <a:lnTo>
                    <a:pt x="885396" y="923289"/>
                  </a:lnTo>
                  <a:lnTo>
                    <a:pt x="902082" y="914400"/>
                  </a:lnTo>
                  <a:close/>
                </a:path>
                <a:path w="1203960" h="975360">
                  <a:moveTo>
                    <a:pt x="646683" y="840739"/>
                  </a:moveTo>
                  <a:lnTo>
                    <a:pt x="608986" y="881380"/>
                  </a:lnTo>
                  <a:lnTo>
                    <a:pt x="575028" y="901700"/>
                  </a:lnTo>
                  <a:lnTo>
                    <a:pt x="526950" y="918210"/>
                  </a:lnTo>
                  <a:lnTo>
                    <a:pt x="497840" y="919480"/>
                  </a:lnTo>
                  <a:lnTo>
                    <a:pt x="650616" y="919480"/>
                  </a:lnTo>
                  <a:lnTo>
                    <a:pt x="655319" y="914400"/>
                  </a:lnTo>
                  <a:lnTo>
                    <a:pt x="902082" y="914400"/>
                  </a:lnTo>
                  <a:lnTo>
                    <a:pt x="921152" y="904239"/>
                  </a:lnTo>
                  <a:lnTo>
                    <a:pt x="938386" y="891539"/>
                  </a:lnTo>
                  <a:lnTo>
                    <a:pt x="778764" y="891539"/>
                  </a:lnTo>
                  <a:lnTo>
                    <a:pt x="755253" y="890270"/>
                  </a:lnTo>
                  <a:lnTo>
                    <a:pt x="733742" y="886460"/>
                  </a:lnTo>
                  <a:lnTo>
                    <a:pt x="714613" y="880110"/>
                  </a:lnTo>
                  <a:lnTo>
                    <a:pt x="698245" y="873760"/>
                  </a:lnTo>
                  <a:lnTo>
                    <a:pt x="691225" y="871220"/>
                  </a:lnTo>
                  <a:lnTo>
                    <a:pt x="685038" y="867410"/>
                  </a:lnTo>
                  <a:lnTo>
                    <a:pt x="679707" y="864870"/>
                  </a:lnTo>
                  <a:lnTo>
                    <a:pt x="675258" y="862330"/>
                  </a:lnTo>
                  <a:lnTo>
                    <a:pt x="672592" y="861060"/>
                  </a:lnTo>
                  <a:lnTo>
                    <a:pt x="670814" y="858520"/>
                  </a:lnTo>
                  <a:lnTo>
                    <a:pt x="669544" y="858520"/>
                  </a:lnTo>
                  <a:lnTo>
                    <a:pt x="668274" y="857250"/>
                  </a:lnTo>
                  <a:lnTo>
                    <a:pt x="668146" y="857250"/>
                  </a:lnTo>
                  <a:lnTo>
                    <a:pt x="646683" y="840739"/>
                  </a:lnTo>
                  <a:close/>
                </a:path>
                <a:path w="1203960" h="975360">
                  <a:moveTo>
                    <a:pt x="257349" y="236220"/>
                  </a:moveTo>
                  <a:lnTo>
                    <a:pt x="239776" y="236220"/>
                  </a:lnTo>
                  <a:lnTo>
                    <a:pt x="191349" y="241300"/>
                  </a:lnTo>
                  <a:lnTo>
                    <a:pt x="146208" y="255270"/>
                  </a:lnTo>
                  <a:lnTo>
                    <a:pt x="105402" y="278130"/>
                  </a:lnTo>
                  <a:lnTo>
                    <a:pt x="69977" y="307339"/>
                  </a:lnTo>
                  <a:lnTo>
                    <a:pt x="40826" y="342900"/>
                  </a:lnTo>
                  <a:lnTo>
                    <a:pt x="18796" y="384810"/>
                  </a:lnTo>
                  <a:lnTo>
                    <a:pt x="4861" y="430530"/>
                  </a:lnTo>
                  <a:lnTo>
                    <a:pt x="0" y="478789"/>
                  </a:lnTo>
                  <a:lnTo>
                    <a:pt x="4986" y="528320"/>
                  </a:lnTo>
                  <a:lnTo>
                    <a:pt x="19287" y="574039"/>
                  </a:lnTo>
                  <a:lnTo>
                    <a:pt x="41916" y="615950"/>
                  </a:lnTo>
                  <a:lnTo>
                    <a:pt x="71884" y="652780"/>
                  </a:lnTo>
                  <a:lnTo>
                    <a:pt x="108204" y="681989"/>
                  </a:lnTo>
                  <a:lnTo>
                    <a:pt x="108077" y="685800"/>
                  </a:lnTo>
                  <a:lnTo>
                    <a:pt x="107696" y="688339"/>
                  </a:lnTo>
                  <a:lnTo>
                    <a:pt x="107696" y="692150"/>
                  </a:lnTo>
                  <a:lnTo>
                    <a:pt x="110650" y="730250"/>
                  </a:lnTo>
                  <a:lnTo>
                    <a:pt x="119427" y="768350"/>
                  </a:lnTo>
                  <a:lnTo>
                    <a:pt x="153924" y="833120"/>
                  </a:lnTo>
                  <a:lnTo>
                    <a:pt x="194429" y="869950"/>
                  </a:lnTo>
                  <a:lnTo>
                    <a:pt x="246125" y="891539"/>
                  </a:lnTo>
                  <a:lnTo>
                    <a:pt x="285623" y="895350"/>
                  </a:lnTo>
                  <a:lnTo>
                    <a:pt x="293292" y="895350"/>
                  </a:lnTo>
                  <a:lnTo>
                    <a:pt x="300878" y="894080"/>
                  </a:lnTo>
                  <a:lnTo>
                    <a:pt x="308393" y="894080"/>
                  </a:lnTo>
                  <a:lnTo>
                    <a:pt x="315849" y="891539"/>
                  </a:lnTo>
                  <a:lnTo>
                    <a:pt x="324520" y="890270"/>
                  </a:lnTo>
                  <a:lnTo>
                    <a:pt x="332930" y="887730"/>
                  </a:lnTo>
                  <a:lnTo>
                    <a:pt x="340959" y="885189"/>
                  </a:lnTo>
                  <a:lnTo>
                    <a:pt x="348488" y="883920"/>
                  </a:lnTo>
                  <a:lnTo>
                    <a:pt x="416893" y="883920"/>
                  </a:lnTo>
                  <a:lnTo>
                    <a:pt x="408291" y="873760"/>
                  </a:lnTo>
                  <a:lnTo>
                    <a:pt x="401319" y="862330"/>
                  </a:lnTo>
                  <a:lnTo>
                    <a:pt x="397129" y="855980"/>
                  </a:lnTo>
                  <a:lnTo>
                    <a:pt x="393954" y="849630"/>
                  </a:lnTo>
                  <a:lnTo>
                    <a:pt x="392049" y="844550"/>
                  </a:lnTo>
                  <a:lnTo>
                    <a:pt x="391032" y="843280"/>
                  </a:lnTo>
                  <a:lnTo>
                    <a:pt x="390398" y="840739"/>
                  </a:lnTo>
                  <a:lnTo>
                    <a:pt x="390017" y="840739"/>
                  </a:lnTo>
                  <a:lnTo>
                    <a:pt x="389508" y="839470"/>
                  </a:lnTo>
                  <a:lnTo>
                    <a:pt x="272053" y="839470"/>
                  </a:lnTo>
                  <a:lnTo>
                    <a:pt x="235585" y="828039"/>
                  </a:lnTo>
                  <a:lnTo>
                    <a:pt x="193901" y="792480"/>
                  </a:lnTo>
                  <a:lnTo>
                    <a:pt x="175134" y="756920"/>
                  </a:lnTo>
                  <a:lnTo>
                    <a:pt x="165137" y="715010"/>
                  </a:lnTo>
                  <a:lnTo>
                    <a:pt x="163830" y="692150"/>
                  </a:lnTo>
                  <a:lnTo>
                    <a:pt x="163830" y="684530"/>
                  </a:lnTo>
                  <a:lnTo>
                    <a:pt x="164465" y="678180"/>
                  </a:lnTo>
                  <a:lnTo>
                    <a:pt x="168148" y="652780"/>
                  </a:lnTo>
                  <a:lnTo>
                    <a:pt x="151638" y="642620"/>
                  </a:lnTo>
                  <a:lnTo>
                    <a:pt x="112712" y="613410"/>
                  </a:lnTo>
                  <a:lnTo>
                    <a:pt x="82550" y="575310"/>
                  </a:lnTo>
                  <a:lnTo>
                    <a:pt x="63055" y="529589"/>
                  </a:lnTo>
                  <a:lnTo>
                    <a:pt x="56134" y="478789"/>
                  </a:lnTo>
                  <a:lnTo>
                    <a:pt x="59872" y="440689"/>
                  </a:lnTo>
                  <a:lnTo>
                    <a:pt x="87637" y="373380"/>
                  </a:lnTo>
                  <a:lnTo>
                    <a:pt x="137556" y="323850"/>
                  </a:lnTo>
                  <a:lnTo>
                    <a:pt x="203247" y="294639"/>
                  </a:lnTo>
                  <a:lnTo>
                    <a:pt x="240284" y="290830"/>
                  </a:lnTo>
                  <a:lnTo>
                    <a:pt x="325355" y="290830"/>
                  </a:lnTo>
                  <a:lnTo>
                    <a:pt x="326517" y="274320"/>
                  </a:lnTo>
                  <a:lnTo>
                    <a:pt x="332411" y="238760"/>
                  </a:lnTo>
                  <a:lnTo>
                    <a:pt x="274447" y="238760"/>
                  </a:lnTo>
                  <a:lnTo>
                    <a:pt x="257349" y="236220"/>
                  </a:lnTo>
                  <a:close/>
                </a:path>
                <a:path w="1203960" h="975360">
                  <a:moveTo>
                    <a:pt x="970026" y="690880"/>
                  </a:moveTo>
                  <a:lnTo>
                    <a:pt x="968265" y="742950"/>
                  </a:lnTo>
                  <a:lnTo>
                    <a:pt x="954532" y="788670"/>
                  </a:lnTo>
                  <a:lnTo>
                    <a:pt x="927846" y="826770"/>
                  </a:lnTo>
                  <a:lnTo>
                    <a:pt x="891158" y="857250"/>
                  </a:lnTo>
                  <a:lnTo>
                    <a:pt x="847867" y="878839"/>
                  </a:lnTo>
                  <a:lnTo>
                    <a:pt x="802386" y="890270"/>
                  </a:lnTo>
                  <a:lnTo>
                    <a:pt x="794257" y="891539"/>
                  </a:lnTo>
                  <a:lnTo>
                    <a:pt x="938386" y="891539"/>
                  </a:lnTo>
                  <a:lnTo>
                    <a:pt x="968672" y="864870"/>
                  </a:lnTo>
                  <a:lnTo>
                    <a:pt x="994223" y="831850"/>
                  </a:lnTo>
                  <a:lnTo>
                    <a:pt x="1015190" y="786130"/>
                  </a:lnTo>
                  <a:lnTo>
                    <a:pt x="1022095" y="756920"/>
                  </a:lnTo>
                  <a:lnTo>
                    <a:pt x="1042390" y="756920"/>
                  </a:lnTo>
                  <a:lnTo>
                    <a:pt x="1098311" y="744220"/>
                  </a:lnTo>
                  <a:lnTo>
                    <a:pt x="1153414" y="706120"/>
                  </a:lnTo>
                  <a:lnTo>
                    <a:pt x="1156575" y="702310"/>
                  </a:lnTo>
                  <a:lnTo>
                    <a:pt x="1024098" y="702310"/>
                  </a:lnTo>
                  <a:lnTo>
                    <a:pt x="1003935" y="698500"/>
                  </a:lnTo>
                  <a:lnTo>
                    <a:pt x="970026" y="690880"/>
                  </a:lnTo>
                  <a:close/>
                </a:path>
                <a:path w="1203960" h="975360">
                  <a:moveTo>
                    <a:pt x="379730" y="811530"/>
                  </a:moveTo>
                  <a:lnTo>
                    <a:pt x="352932" y="822960"/>
                  </a:lnTo>
                  <a:lnTo>
                    <a:pt x="343090" y="826770"/>
                  </a:lnTo>
                  <a:lnTo>
                    <a:pt x="334728" y="829310"/>
                  </a:lnTo>
                  <a:lnTo>
                    <a:pt x="324866" y="831850"/>
                  </a:lnTo>
                  <a:lnTo>
                    <a:pt x="318007" y="834389"/>
                  </a:lnTo>
                  <a:lnTo>
                    <a:pt x="310515" y="835660"/>
                  </a:lnTo>
                  <a:lnTo>
                    <a:pt x="303530" y="836930"/>
                  </a:lnTo>
                  <a:lnTo>
                    <a:pt x="296544" y="839470"/>
                  </a:lnTo>
                  <a:lnTo>
                    <a:pt x="389508" y="839470"/>
                  </a:lnTo>
                  <a:lnTo>
                    <a:pt x="379730" y="811530"/>
                  </a:lnTo>
                  <a:close/>
                </a:path>
                <a:path w="1203960" h="975360">
                  <a:moveTo>
                    <a:pt x="1042390" y="756920"/>
                  </a:moveTo>
                  <a:lnTo>
                    <a:pt x="1025017" y="756920"/>
                  </a:lnTo>
                  <a:lnTo>
                    <a:pt x="1027811" y="758189"/>
                  </a:lnTo>
                  <a:lnTo>
                    <a:pt x="1030732" y="758189"/>
                  </a:lnTo>
                  <a:lnTo>
                    <a:pt x="1042390" y="756920"/>
                  </a:lnTo>
                  <a:close/>
                </a:path>
                <a:path w="1203960" h="975360">
                  <a:moveTo>
                    <a:pt x="1025126" y="170180"/>
                  </a:moveTo>
                  <a:lnTo>
                    <a:pt x="874141" y="170180"/>
                  </a:lnTo>
                  <a:lnTo>
                    <a:pt x="911405" y="173989"/>
                  </a:lnTo>
                  <a:lnTo>
                    <a:pt x="946134" y="185420"/>
                  </a:lnTo>
                  <a:lnTo>
                    <a:pt x="1005078" y="224789"/>
                  </a:lnTo>
                  <a:lnTo>
                    <a:pt x="1044940" y="284480"/>
                  </a:lnTo>
                  <a:lnTo>
                    <a:pt x="1059561" y="358139"/>
                  </a:lnTo>
                  <a:lnTo>
                    <a:pt x="1058628" y="377189"/>
                  </a:lnTo>
                  <a:lnTo>
                    <a:pt x="1055909" y="396239"/>
                  </a:lnTo>
                  <a:lnTo>
                    <a:pt x="1051524" y="412750"/>
                  </a:lnTo>
                  <a:lnTo>
                    <a:pt x="1045591" y="430530"/>
                  </a:lnTo>
                  <a:lnTo>
                    <a:pt x="1033907" y="458470"/>
                  </a:lnTo>
                  <a:lnTo>
                    <a:pt x="1063498" y="467360"/>
                  </a:lnTo>
                  <a:lnTo>
                    <a:pt x="1097365" y="483870"/>
                  </a:lnTo>
                  <a:lnTo>
                    <a:pt x="1124315" y="509270"/>
                  </a:lnTo>
                  <a:lnTo>
                    <a:pt x="1142097" y="543560"/>
                  </a:lnTo>
                  <a:lnTo>
                    <a:pt x="1148461" y="581660"/>
                  </a:lnTo>
                  <a:lnTo>
                    <a:pt x="1145863" y="607060"/>
                  </a:lnTo>
                  <a:lnTo>
                    <a:pt x="1128047" y="648970"/>
                  </a:lnTo>
                  <a:lnTo>
                    <a:pt x="1096260" y="681989"/>
                  </a:lnTo>
                  <a:lnTo>
                    <a:pt x="1054405" y="699770"/>
                  </a:lnTo>
                  <a:lnTo>
                    <a:pt x="1030858" y="702310"/>
                  </a:lnTo>
                  <a:lnTo>
                    <a:pt x="1156575" y="702310"/>
                  </a:lnTo>
                  <a:lnTo>
                    <a:pt x="1174492" y="680720"/>
                  </a:lnTo>
                  <a:lnTo>
                    <a:pt x="1190402" y="650239"/>
                  </a:lnTo>
                  <a:lnTo>
                    <a:pt x="1200455" y="617220"/>
                  </a:lnTo>
                  <a:lnTo>
                    <a:pt x="1203960" y="582930"/>
                  </a:lnTo>
                  <a:lnTo>
                    <a:pt x="1196818" y="532130"/>
                  </a:lnTo>
                  <a:lnTo>
                    <a:pt x="1176734" y="487680"/>
                  </a:lnTo>
                  <a:lnTo>
                    <a:pt x="1145720" y="450850"/>
                  </a:lnTo>
                  <a:lnTo>
                    <a:pt x="1105789" y="424180"/>
                  </a:lnTo>
                  <a:lnTo>
                    <a:pt x="1109735" y="408939"/>
                  </a:lnTo>
                  <a:lnTo>
                    <a:pt x="1112599" y="392430"/>
                  </a:lnTo>
                  <a:lnTo>
                    <a:pt x="1114343" y="375920"/>
                  </a:lnTo>
                  <a:lnTo>
                    <a:pt x="1114933" y="359410"/>
                  </a:lnTo>
                  <a:lnTo>
                    <a:pt x="1110045" y="309880"/>
                  </a:lnTo>
                  <a:lnTo>
                    <a:pt x="1096025" y="264160"/>
                  </a:lnTo>
                  <a:lnTo>
                    <a:pt x="1073838" y="222250"/>
                  </a:lnTo>
                  <a:lnTo>
                    <a:pt x="1044448" y="186689"/>
                  </a:lnTo>
                  <a:lnTo>
                    <a:pt x="1025126" y="170180"/>
                  </a:lnTo>
                  <a:close/>
                </a:path>
                <a:path w="1203960" h="975360">
                  <a:moveTo>
                    <a:pt x="325355" y="290830"/>
                  </a:moveTo>
                  <a:lnTo>
                    <a:pt x="240284" y="290830"/>
                  </a:lnTo>
                  <a:lnTo>
                    <a:pt x="266080" y="293370"/>
                  </a:lnTo>
                  <a:lnTo>
                    <a:pt x="290830" y="298450"/>
                  </a:lnTo>
                  <a:lnTo>
                    <a:pt x="324104" y="308610"/>
                  </a:lnTo>
                  <a:lnTo>
                    <a:pt x="325355" y="290830"/>
                  </a:lnTo>
                  <a:close/>
                </a:path>
                <a:path w="1203960" h="975360">
                  <a:moveTo>
                    <a:pt x="556260" y="0"/>
                  </a:moveTo>
                  <a:lnTo>
                    <a:pt x="500834" y="6350"/>
                  </a:lnTo>
                  <a:lnTo>
                    <a:pt x="448992" y="21589"/>
                  </a:lnTo>
                  <a:lnTo>
                    <a:pt x="401794" y="46989"/>
                  </a:lnTo>
                  <a:lnTo>
                    <a:pt x="360299" y="78739"/>
                  </a:lnTo>
                  <a:lnTo>
                    <a:pt x="329936" y="113030"/>
                  </a:lnTo>
                  <a:lnTo>
                    <a:pt x="305133" y="151130"/>
                  </a:lnTo>
                  <a:lnTo>
                    <a:pt x="286450" y="193039"/>
                  </a:lnTo>
                  <a:lnTo>
                    <a:pt x="274447" y="238760"/>
                  </a:lnTo>
                  <a:lnTo>
                    <a:pt x="332411" y="238760"/>
                  </a:lnTo>
                  <a:lnTo>
                    <a:pt x="333884" y="229870"/>
                  </a:lnTo>
                  <a:lnTo>
                    <a:pt x="348980" y="187960"/>
                  </a:lnTo>
                  <a:lnTo>
                    <a:pt x="371004" y="151130"/>
                  </a:lnTo>
                  <a:lnTo>
                    <a:pt x="399161" y="119380"/>
                  </a:lnTo>
                  <a:lnTo>
                    <a:pt x="432607" y="92710"/>
                  </a:lnTo>
                  <a:lnTo>
                    <a:pt x="470519" y="72389"/>
                  </a:lnTo>
                  <a:lnTo>
                    <a:pt x="512121" y="60960"/>
                  </a:lnTo>
                  <a:lnTo>
                    <a:pt x="556641" y="55880"/>
                  </a:lnTo>
                  <a:lnTo>
                    <a:pt x="723693" y="55880"/>
                  </a:lnTo>
                  <a:lnTo>
                    <a:pt x="692911" y="35560"/>
                  </a:lnTo>
                  <a:lnTo>
                    <a:pt x="650456" y="16510"/>
                  </a:lnTo>
                  <a:lnTo>
                    <a:pt x="604684" y="5080"/>
                  </a:lnTo>
                  <a:lnTo>
                    <a:pt x="556260" y="0"/>
                  </a:lnTo>
                  <a:close/>
                </a:path>
                <a:path w="1203960" h="975360">
                  <a:moveTo>
                    <a:pt x="723693" y="55880"/>
                  </a:moveTo>
                  <a:lnTo>
                    <a:pt x="556641" y="55880"/>
                  </a:lnTo>
                  <a:lnTo>
                    <a:pt x="607084" y="62230"/>
                  </a:lnTo>
                  <a:lnTo>
                    <a:pt x="653681" y="77470"/>
                  </a:lnTo>
                  <a:lnTo>
                    <a:pt x="695236" y="102870"/>
                  </a:lnTo>
                  <a:lnTo>
                    <a:pt x="730555" y="135889"/>
                  </a:lnTo>
                  <a:lnTo>
                    <a:pt x="758444" y="176530"/>
                  </a:lnTo>
                  <a:lnTo>
                    <a:pt x="771144" y="199389"/>
                  </a:lnTo>
                  <a:lnTo>
                    <a:pt x="795019" y="187960"/>
                  </a:lnTo>
                  <a:lnTo>
                    <a:pt x="813579" y="180339"/>
                  </a:lnTo>
                  <a:lnTo>
                    <a:pt x="833008" y="175260"/>
                  </a:lnTo>
                  <a:lnTo>
                    <a:pt x="853223" y="171450"/>
                  </a:lnTo>
                  <a:lnTo>
                    <a:pt x="874141" y="170180"/>
                  </a:lnTo>
                  <a:lnTo>
                    <a:pt x="1025126" y="170180"/>
                  </a:lnTo>
                  <a:lnTo>
                    <a:pt x="1008776" y="156210"/>
                  </a:lnTo>
                  <a:lnTo>
                    <a:pt x="967771" y="134620"/>
                  </a:lnTo>
                  <a:lnTo>
                    <a:pt x="948880" y="128270"/>
                  </a:lnTo>
                  <a:lnTo>
                    <a:pt x="793750" y="128270"/>
                  </a:lnTo>
                  <a:lnTo>
                    <a:pt x="765222" y="92710"/>
                  </a:lnTo>
                  <a:lnTo>
                    <a:pt x="731388" y="60960"/>
                  </a:lnTo>
                  <a:lnTo>
                    <a:pt x="723693" y="55880"/>
                  </a:lnTo>
                  <a:close/>
                </a:path>
                <a:path w="1203960" h="975360">
                  <a:moveTo>
                    <a:pt x="873760" y="114300"/>
                  </a:moveTo>
                  <a:lnTo>
                    <a:pt x="852935" y="115570"/>
                  </a:lnTo>
                  <a:lnTo>
                    <a:pt x="832611" y="118110"/>
                  </a:lnTo>
                  <a:lnTo>
                    <a:pt x="793750" y="128270"/>
                  </a:lnTo>
                  <a:lnTo>
                    <a:pt x="948880" y="128270"/>
                  </a:lnTo>
                  <a:lnTo>
                    <a:pt x="922432" y="119380"/>
                  </a:lnTo>
                  <a:lnTo>
                    <a:pt x="873760" y="114300"/>
                  </a:lnTo>
                  <a:close/>
                </a:path>
              </a:pathLst>
            </a:custGeom>
            <a:solidFill>
              <a:srgbClr val="8197E9"/>
            </a:solidFill>
          </p:spPr>
          <p:txBody>
            <a:bodyPr wrap="square" lIns="0" tIns="0" rIns="0" bIns="0" rtlCol="0"/>
            <a:lstStyle/>
            <a:p>
              <a:endParaRPr/>
            </a:p>
          </p:txBody>
        </p:sp>
        <p:sp>
          <p:nvSpPr>
            <p:cNvPr id="70" name="object 70"/>
            <p:cNvSpPr/>
            <p:nvPr/>
          </p:nvSpPr>
          <p:spPr>
            <a:xfrm>
              <a:off x="3133343" y="3384803"/>
              <a:ext cx="64007" cy="64008"/>
            </a:xfrm>
            <a:prstGeom prst="rect">
              <a:avLst/>
            </a:prstGeom>
            <a:blipFill>
              <a:blip r:embed="rId22" cstate="print"/>
              <a:stretch>
                <a:fillRect/>
              </a:stretch>
            </a:blipFill>
          </p:spPr>
          <p:txBody>
            <a:bodyPr wrap="square" lIns="0" tIns="0" rIns="0" bIns="0" rtlCol="0"/>
            <a:lstStyle/>
            <a:p>
              <a:endParaRPr/>
            </a:p>
          </p:txBody>
        </p:sp>
        <p:sp>
          <p:nvSpPr>
            <p:cNvPr id="71" name="object 71"/>
            <p:cNvSpPr/>
            <p:nvPr/>
          </p:nvSpPr>
          <p:spPr>
            <a:xfrm>
              <a:off x="3235451" y="2567952"/>
              <a:ext cx="662177" cy="401561"/>
            </a:xfrm>
            <a:prstGeom prst="rect">
              <a:avLst/>
            </a:prstGeom>
            <a:blipFill>
              <a:blip r:embed="rId23" cstate="print"/>
              <a:stretch>
                <a:fillRect/>
              </a:stretch>
            </a:blipFill>
          </p:spPr>
          <p:txBody>
            <a:bodyPr wrap="square" lIns="0" tIns="0" rIns="0" bIns="0" rtlCol="0"/>
            <a:lstStyle/>
            <a:p>
              <a:endParaRPr/>
            </a:p>
          </p:txBody>
        </p:sp>
        <p:sp>
          <p:nvSpPr>
            <p:cNvPr id="72" name="object 72"/>
            <p:cNvSpPr/>
            <p:nvPr/>
          </p:nvSpPr>
          <p:spPr>
            <a:xfrm>
              <a:off x="3174491" y="2781312"/>
              <a:ext cx="785621" cy="401561"/>
            </a:xfrm>
            <a:prstGeom prst="rect">
              <a:avLst/>
            </a:prstGeom>
            <a:blipFill>
              <a:blip r:embed="rId24" cstate="print"/>
              <a:stretch>
                <a:fillRect/>
              </a:stretch>
            </a:blipFill>
          </p:spPr>
          <p:txBody>
            <a:bodyPr wrap="square" lIns="0" tIns="0" rIns="0" bIns="0" rtlCol="0"/>
            <a:lstStyle/>
            <a:p>
              <a:endParaRPr/>
            </a:p>
          </p:txBody>
        </p:sp>
      </p:grpSp>
      <p:sp>
        <p:nvSpPr>
          <p:cNvPr id="73" name="object 73"/>
          <p:cNvSpPr txBox="1"/>
          <p:nvPr/>
        </p:nvSpPr>
        <p:spPr>
          <a:xfrm>
            <a:off x="3275457" y="2610104"/>
            <a:ext cx="570230" cy="453390"/>
          </a:xfrm>
          <a:prstGeom prst="rect">
            <a:avLst/>
          </a:prstGeom>
        </p:spPr>
        <p:txBody>
          <a:bodyPr vert="horz" wrap="square" lIns="0" tIns="13335" rIns="0" bIns="0" rtlCol="0">
            <a:spAutoFit/>
          </a:bodyPr>
          <a:lstStyle/>
          <a:p>
            <a:pPr marL="73025">
              <a:lnSpc>
                <a:spcPct val="100000"/>
              </a:lnSpc>
              <a:spcBef>
                <a:spcPts val="105"/>
              </a:spcBef>
            </a:pPr>
            <a:r>
              <a:rPr sz="1400" spc="-5" dirty="0">
                <a:solidFill>
                  <a:srgbClr val="FFFFFF"/>
                </a:solidFill>
                <a:latin typeface="Arial"/>
                <a:cs typeface="Arial"/>
              </a:rPr>
              <a:t>It’s</a:t>
            </a:r>
            <a:r>
              <a:rPr sz="1400" spc="-60" dirty="0">
                <a:solidFill>
                  <a:srgbClr val="FFFFFF"/>
                </a:solidFill>
                <a:latin typeface="Arial"/>
                <a:cs typeface="Arial"/>
              </a:rPr>
              <a:t> </a:t>
            </a:r>
            <a:r>
              <a:rPr sz="1400" dirty="0">
                <a:solidFill>
                  <a:srgbClr val="FFFFFF"/>
                </a:solidFill>
                <a:latin typeface="Arial"/>
                <a:cs typeface="Arial"/>
              </a:rPr>
              <a:t>a</a:t>
            </a:r>
            <a:endParaRPr sz="1400">
              <a:latin typeface="Arial"/>
              <a:cs typeface="Arial"/>
            </a:endParaRPr>
          </a:p>
          <a:p>
            <a:pPr marL="12700">
              <a:lnSpc>
                <a:spcPct val="100000"/>
              </a:lnSpc>
            </a:pPr>
            <a:r>
              <a:rPr sz="1400" spc="-5" dirty="0">
                <a:solidFill>
                  <a:srgbClr val="FFFFFF"/>
                </a:solidFill>
                <a:latin typeface="Arial"/>
                <a:cs typeface="Arial"/>
              </a:rPr>
              <a:t>m</a:t>
            </a:r>
            <a:r>
              <a:rPr sz="1400" dirty="0">
                <a:solidFill>
                  <a:srgbClr val="FFFFFF"/>
                </a:solidFill>
                <a:latin typeface="Arial"/>
                <a:cs typeface="Arial"/>
              </a:rPr>
              <a:t>an</a:t>
            </a:r>
            <a:r>
              <a:rPr sz="1400" spc="-10" dirty="0">
                <a:solidFill>
                  <a:srgbClr val="FFFFFF"/>
                </a:solidFill>
                <a:latin typeface="Arial"/>
                <a:cs typeface="Arial"/>
              </a:rPr>
              <a:t>g</a:t>
            </a:r>
            <a:r>
              <a:rPr sz="1400" dirty="0">
                <a:solidFill>
                  <a:srgbClr val="FFFFFF"/>
                </a:solidFill>
                <a:latin typeface="Arial"/>
                <a:cs typeface="Arial"/>
              </a:rPr>
              <a:t>o</a:t>
            </a:r>
            <a:endParaRPr sz="1400">
              <a:latin typeface="Arial"/>
              <a:cs typeface="Arial"/>
            </a:endParaRPr>
          </a:p>
        </p:txBody>
      </p:sp>
      <p:grpSp>
        <p:nvGrpSpPr>
          <p:cNvPr id="74" name="object 74"/>
          <p:cNvGrpSpPr/>
          <p:nvPr/>
        </p:nvGrpSpPr>
        <p:grpSpPr>
          <a:xfrm>
            <a:off x="5843015" y="2310383"/>
            <a:ext cx="1202690" cy="1138555"/>
            <a:chOff x="5843015" y="2310383"/>
            <a:chExt cx="1202690" cy="1138555"/>
          </a:xfrm>
        </p:grpSpPr>
        <p:sp>
          <p:nvSpPr>
            <p:cNvPr id="75" name="object 75"/>
            <p:cNvSpPr/>
            <p:nvPr/>
          </p:nvSpPr>
          <p:spPr>
            <a:xfrm>
              <a:off x="6068567" y="3232403"/>
              <a:ext cx="158496" cy="161544"/>
            </a:xfrm>
            <a:prstGeom prst="rect">
              <a:avLst/>
            </a:prstGeom>
            <a:blipFill>
              <a:blip r:embed="rId25" cstate="print"/>
              <a:stretch>
                <a:fillRect/>
              </a:stretch>
            </a:blipFill>
          </p:spPr>
          <p:txBody>
            <a:bodyPr wrap="square" lIns="0" tIns="0" rIns="0" bIns="0" rtlCol="0"/>
            <a:lstStyle/>
            <a:p>
              <a:endParaRPr/>
            </a:p>
          </p:txBody>
        </p:sp>
        <p:sp>
          <p:nvSpPr>
            <p:cNvPr id="76" name="object 76"/>
            <p:cNvSpPr/>
            <p:nvPr/>
          </p:nvSpPr>
          <p:spPr>
            <a:xfrm>
              <a:off x="5843015" y="2310383"/>
              <a:ext cx="1202690" cy="975360"/>
            </a:xfrm>
            <a:custGeom>
              <a:avLst/>
              <a:gdLst/>
              <a:ahLst/>
              <a:cxnLst/>
              <a:rect l="l" t="t" r="r" b="b"/>
              <a:pathLst>
                <a:path w="1202690" h="975360">
                  <a:moveTo>
                    <a:pt x="416337" y="883920"/>
                  </a:moveTo>
                  <a:lnTo>
                    <a:pt x="348107" y="883920"/>
                  </a:lnTo>
                  <a:lnTo>
                    <a:pt x="351702" y="890270"/>
                  </a:lnTo>
                  <a:lnTo>
                    <a:pt x="355822" y="896620"/>
                  </a:lnTo>
                  <a:lnTo>
                    <a:pt x="360465" y="902970"/>
                  </a:lnTo>
                  <a:lnTo>
                    <a:pt x="365633" y="910589"/>
                  </a:lnTo>
                  <a:lnTo>
                    <a:pt x="393511" y="941070"/>
                  </a:lnTo>
                  <a:lnTo>
                    <a:pt x="433244" y="965200"/>
                  </a:lnTo>
                  <a:lnTo>
                    <a:pt x="474485" y="975360"/>
                  </a:lnTo>
                  <a:lnTo>
                    <a:pt x="497078" y="975360"/>
                  </a:lnTo>
                  <a:lnTo>
                    <a:pt x="536539" y="972820"/>
                  </a:lnTo>
                  <a:lnTo>
                    <a:pt x="601126" y="951230"/>
                  </a:lnTo>
                  <a:lnTo>
                    <a:pt x="634178" y="930910"/>
                  </a:lnTo>
                  <a:lnTo>
                    <a:pt x="641794" y="925830"/>
                  </a:lnTo>
                  <a:lnTo>
                    <a:pt x="648553" y="920750"/>
                  </a:lnTo>
                  <a:lnTo>
                    <a:pt x="649728" y="919480"/>
                  </a:lnTo>
                  <a:lnTo>
                    <a:pt x="481838" y="919480"/>
                  </a:lnTo>
                  <a:lnTo>
                    <a:pt x="473837" y="918210"/>
                  </a:lnTo>
                  <a:lnTo>
                    <a:pt x="437769" y="904239"/>
                  </a:lnTo>
                  <a:lnTo>
                    <a:pt x="426386" y="895350"/>
                  </a:lnTo>
                  <a:lnTo>
                    <a:pt x="416337" y="883920"/>
                  </a:lnTo>
                  <a:close/>
                </a:path>
                <a:path w="1202690" h="975360">
                  <a:moveTo>
                    <a:pt x="900949" y="914400"/>
                  </a:moveTo>
                  <a:lnTo>
                    <a:pt x="654431" y="914400"/>
                  </a:lnTo>
                  <a:lnTo>
                    <a:pt x="660145" y="918210"/>
                  </a:lnTo>
                  <a:lnTo>
                    <a:pt x="666877" y="922020"/>
                  </a:lnTo>
                  <a:lnTo>
                    <a:pt x="674624" y="924560"/>
                  </a:lnTo>
                  <a:lnTo>
                    <a:pt x="695380" y="933450"/>
                  </a:lnTo>
                  <a:lnTo>
                    <a:pt x="719709" y="939800"/>
                  </a:lnTo>
                  <a:lnTo>
                    <a:pt x="747275" y="944880"/>
                  </a:lnTo>
                  <a:lnTo>
                    <a:pt x="777748" y="947420"/>
                  </a:lnTo>
                  <a:lnTo>
                    <a:pt x="792861" y="947420"/>
                  </a:lnTo>
                  <a:lnTo>
                    <a:pt x="808355" y="944880"/>
                  </a:lnTo>
                  <a:lnTo>
                    <a:pt x="846720" y="937260"/>
                  </a:lnTo>
                  <a:lnTo>
                    <a:pt x="884300" y="923289"/>
                  </a:lnTo>
                  <a:lnTo>
                    <a:pt x="900949" y="914400"/>
                  </a:lnTo>
                  <a:close/>
                </a:path>
                <a:path w="1202690" h="975360">
                  <a:moveTo>
                    <a:pt x="645795" y="840739"/>
                  </a:moveTo>
                  <a:lnTo>
                    <a:pt x="608222" y="881380"/>
                  </a:lnTo>
                  <a:lnTo>
                    <a:pt x="574286" y="901700"/>
                  </a:lnTo>
                  <a:lnTo>
                    <a:pt x="526295" y="918210"/>
                  </a:lnTo>
                  <a:lnTo>
                    <a:pt x="497205" y="919480"/>
                  </a:lnTo>
                  <a:lnTo>
                    <a:pt x="649728" y="919480"/>
                  </a:lnTo>
                  <a:lnTo>
                    <a:pt x="654431" y="914400"/>
                  </a:lnTo>
                  <a:lnTo>
                    <a:pt x="900949" y="914400"/>
                  </a:lnTo>
                  <a:lnTo>
                    <a:pt x="919976" y="904239"/>
                  </a:lnTo>
                  <a:lnTo>
                    <a:pt x="937160" y="891539"/>
                  </a:lnTo>
                  <a:lnTo>
                    <a:pt x="777875" y="891539"/>
                  </a:lnTo>
                  <a:lnTo>
                    <a:pt x="754364" y="890270"/>
                  </a:lnTo>
                  <a:lnTo>
                    <a:pt x="732853" y="886460"/>
                  </a:lnTo>
                  <a:lnTo>
                    <a:pt x="713724" y="880110"/>
                  </a:lnTo>
                  <a:lnTo>
                    <a:pt x="697357" y="873760"/>
                  </a:lnTo>
                  <a:lnTo>
                    <a:pt x="690336" y="871220"/>
                  </a:lnTo>
                  <a:lnTo>
                    <a:pt x="684149" y="867410"/>
                  </a:lnTo>
                  <a:lnTo>
                    <a:pt x="678818" y="864870"/>
                  </a:lnTo>
                  <a:lnTo>
                    <a:pt x="674369" y="862330"/>
                  </a:lnTo>
                  <a:lnTo>
                    <a:pt x="671703" y="861060"/>
                  </a:lnTo>
                  <a:lnTo>
                    <a:pt x="669925" y="858520"/>
                  </a:lnTo>
                  <a:lnTo>
                    <a:pt x="668655" y="858520"/>
                  </a:lnTo>
                  <a:lnTo>
                    <a:pt x="667385" y="857250"/>
                  </a:lnTo>
                  <a:lnTo>
                    <a:pt x="645795" y="840739"/>
                  </a:lnTo>
                  <a:close/>
                </a:path>
                <a:path w="1202690" h="975360">
                  <a:moveTo>
                    <a:pt x="256984" y="236220"/>
                  </a:moveTo>
                  <a:lnTo>
                    <a:pt x="239522" y="236220"/>
                  </a:lnTo>
                  <a:lnTo>
                    <a:pt x="191115" y="241300"/>
                  </a:lnTo>
                  <a:lnTo>
                    <a:pt x="146018" y="255270"/>
                  </a:lnTo>
                  <a:lnTo>
                    <a:pt x="105255" y="278130"/>
                  </a:lnTo>
                  <a:lnTo>
                    <a:pt x="69850" y="307339"/>
                  </a:lnTo>
                  <a:lnTo>
                    <a:pt x="40772" y="342900"/>
                  </a:lnTo>
                  <a:lnTo>
                    <a:pt x="18780" y="384810"/>
                  </a:lnTo>
                  <a:lnTo>
                    <a:pt x="4859" y="430530"/>
                  </a:lnTo>
                  <a:lnTo>
                    <a:pt x="0" y="478789"/>
                  </a:lnTo>
                  <a:lnTo>
                    <a:pt x="4985" y="528320"/>
                  </a:lnTo>
                  <a:lnTo>
                    <a:pt x="19279" y="574039"/>
                  </a:lnTo>
                  <a:lnTo>
                    <a:pt x="41888" y="615950"/>
                  </a:lnTo>
                  <a:lnTo>
                    <a:pt x="71819" y="652780"/>
                  </a:lnTo>
                  <a:lnTo>
                    <a:pt x="108076" y="681989"/>
                  </a:lnTo>
                  <a:lnTo>
                    <a:pt x="107950" y="685800"/>
                  </a:lnTo>
                  <a:lnTo>
                    <a:pt x="107569" y="688339"/>
                  </a:lnTo>
                  <a:lnTo>
                    <a:pt x="107569" y="692150"/>
                  </a:lnTo>
                  <a:lnTo>
                    <a:pt x="110505" y="730250"/>
                  </a:lnTo>
                  <a:lnTo>
                    <a:pt x="119253" y="768350"/>
                  </a:lnTo>
                  <a:lnTo>
                    <a:pt x="153797" y="833120"/>
                  </a:lnTo>
                  <a:lnTo>
                    <a:pt x="194177" y="869950"/>
                  </a:lnTo>
                  <a:lnTo>
                    <a:pt x="245856" y="891539"/>
                  </a:lnTo>
                  <a:lnTo>
                    <a:pt x="285242" y="895350"/>
                  </a:lnTo>
                  <a:lnTo>
                    <a:pt x="292911" y="895350"/>
                  </a:lnTo>
                  <a:lnTo>
                    <a:pt x="300497" y="894080"/>
                  </a:lnTo>
                  <a:lnTo>
                    <a:pt x="308012" y="894080"/>
                  </a:lnTo>
                  <a:lnTo>
                    <a:pt x="315468" y="891539"/>
                  </a:lnTo>
                  <a:lnTo>
                    <a:pt x="324139" y="890270"/>
                  </a:lnTo>
                  <a:lnTo>
                    <a:pt x="332549" y="887730"/>
                  </a:lnTo>
                  <a:lnTo>
                    <a:pt x="340578" y="885189"/>
                  </a:lnTo>
                  <a:lnTo>
                    <a:pt x="348107" y="883920"/>
                  </a:lnTo>
                  <a:lnTo>
                    <a:pt x="416337" y="883920"/>
                  </a:lnTo>
                  <a:lnTo>
                    <a:pt x="407765" y="873760"/>
                  </a:lnTo>
                  <a:lnTo>
                    <a:pt x="400812" y="862330"/>
                  </a:lnTo>
                  <a:lnTo>
                    <a:pt x="396621" y="855980"/>
                  </a:lnTo>
                  <a:lnTo>
                    <a:pt x="393573" y="849630"/>
                  </a:lnTo>
                  <a:lnTo>
                    <a:pt x="391541" y="844550"/>
                  </a:lnTo>
                  <a:lnTo>
                    <a:pt x="390651" y="843280"/>
                  </a:lnTo>
                  <a:lnTo>
                    <a:pt x="389889" y="840739"/>
                  </a:lnTo>
                  <a:lnTo>
                    <a:pt x="389509" y="840739"/>
                  </a:lnTo>
                  <a:lnTo>
                    <a:pt x="389000" y="839470"/>
                  </a:lnTo>
                  <a:lnTo>
                    <a:pt x="271728" y="839470"/>
                  </a:lnTo>
                  <a:lnTo>
                    <a:pt x="235331" y="828039"/>
                  </a:lnTo>
                  <a:lnTo>
                    <a:pt x="193647" y="792480"/>
                  </a:lnTo>
                  <a:lnTo>
                    <a:pt x="174954" y="756920"/>
                  </a:lnTo>
                  <a:lnTo>
                    <a:pt x="165008" y="715010"/>
                  </a:lnTo>
                  <a:lnTo>
                    <a:pt x="163703" y="692150"/>
                  </a:lnTo>
                  <a:lnTo>
                    <a:pt x="163703" y="684530"/>
                  </a:lnTo>
                  <a:lnTo>
                    <a:pt x="164211" y="678180"/>
                  </a:lnTo>
                  <a:lnTo>
                    <a:pt x="168021" y="652780"/>
                  </a:lnTo>
                  <a:lnTo>
                    <a:pt x="151384" y="642620"/>
                  </a:lnTo>
                  <a:lnTo>
                    <a:pt x="112531" y="613410"/>
                  </a:lnTo>
                  <a:lnTo>
                    <a:pt x="82407" y="575310"/>
                  </a:lnTo>
                  <a:lnTo>
                    <a:pt x="62926" y="529589"/>
                  </a:lnTo>
                  <a:lnTo>
                    <a:pt x="56007" y="478789"/>
                  </a:lnTo>
                  <a:lnTo>
                    <a:pt x="59763" y="440689"/>
                  </a:lnTo>
                  <a:lnTo>
                    <a:pt x="87564" y="373380"/>
                  </a:lnTo>
                  <a:lnTo>
                    <a:pt x="137427" y="323850"/>
                  </a:lnTo>
                  <a:lnTo>
                    <a:pt x="203067" y="294639"/>
                  </a:lnTo>
                  <a:lnTo>
                    <a:pt x="240030" y="290830"/>
                  </a:lnTo>
                  <a:lnTo>
                    <a:pt x="324908" y="290830"/>
                  </a:lnTo>
                  <a:lnTo>
                    <a:pt x="326009" y="274320"/>
                  </a:lnTo>
                  <a:lnTo>
                    <a:pt x="331903" y="238760"/>
                  </a:lnTo>
                  <a:lnTo>
                    <a:pt x="274066" y="238760"/>
                  </a:lnTo>
                  <a:lnTo>
                    <a:pt x="256984" y="236220"/>
                  </a:lnTo>
                  <a:close/>
                </a:path>
                <a:path w="1202690" h="975360">
                  <a:moveTo>
                    <a:pt x="968756" y="690880"/>
                  </a:moveTo>
                  <a:lnTo>
                    <a:pt x="967051" y="742950"/>
                  </a:lnTo>
                  <a:lnTo>
                    <a:pt x="953388" y="788670"/>
                  </a:lnTo>
                  <a:lnTo>
                    <a:pt x="926703" y="826770"/>
                  </a:lnTo>
                  <a:lnTo>
                    <a:pt x="890015" y="857250"/>
                  </a:lnTo>
                  <a:lnTo>
                    <a:pt x="846788" y="878839"/>
                  </a:lnTo>
                  <a:lnTo>
                    <a:pt x="793368" y="891539"/>
                  </a:lnTo>
                  <a:lnTo>
                    <a:pt x="937160" y="891539"/>
                  </a:lnTo>
                  <a:lnTo>
                    <a:pt x="967402" y="864870"/>
                  </a:lnTo>
                  <a:lnTo>
                    <a:pt x="992953" y="831850"/>
                  </a:lnTo>
                  <a:lnTo>
                    <a:pt x="1013872" y="786130"/>
                  </a:lnTo>
                  <a:lnTo>
                    <a:pt x="1020826" y="756920"/>
                  </a:lnTo>
                  <a:lnTo>
                    <a:pt x="1041095" y="756920"/>
                  </a:lnTo>
                  <a:lnTo>
                    <a:pt x="1096930" y="744220"/>
                  </a:lnTo>
                  <a:lnTo>
                    <a:pt x="1152016" y="706120"/>
                  </a:lnTo>
                  <a:lnTo>
                    <a:pt x="1155175" y="702310"/>
                  </a:lnTo>
                  <a:lnTo>
                    <a:pt x="1022828" y="702310"/>
                  </a:lnTo>
                  <a:lnTo>
                    <a:pt x="1002664" y="698500"/>
                  </a:lnTo>
                  <a:lnTo>
                    <a:pt x="968756" y="690880"/>
                  </a:lnTo>
                  <a:close/>
                </a:path>
                <a:path w="1202690" h="975360">
                  <a:moveTo>
                    <a:pt x="379349" y="811530"/>
                  </a:moveTo>
                  <a:lnTo>
                    <a:pt x="352551" y="822960"/>
                  </a:lnTo>
                  <a:lnTo>
                    <a:pt x="342661" y="826770"/>
                  </a:lnTo>
                  <a:lnTo>
                    <a:pt x="334329" y="829310"/>
                  </a:lnTo>
                  <a:lnTo>
                    <a:pt x="324485" y="831850"/>
                  </a:lnTo>
                  <a:lnTo>
                    <a:pt x="317500" y="834389"/>
                  </a:lnTo>
                  <a:lnTo>
                    <a:pt x="303149" y="836930"/>
                  </a:lnTo>
                  <a:lnTo>
                    <a:pt x="296163" y="839470"/>
                  </a:lnTo>
                  <a:lnTo>
                    <a:pt x="389000" y="839470"/>
                  </a:lnTo>
                  <a:lnTo>
                    <a:pt x="379349" y="811530"/>
                  </a:lnTo>
                  <a:close/>
                </a:path>
                <a:path w="1202690" h="975360">
                  <a:moveTo>
                    <a:pt x="1041095" y="756920"/>
                  </a:moveTo>
                  <a:lnTo>
                    <a:pt x="1023747" y="756920"/>
                  </a:lnTo>
                  <a:lnTo>
                    <a:pt x="1026540" y="758189"/>
                  </a:lnTo>
                  <a:lnTo>
                    <a:pt x="1029462" y="758189"/>
                  </a:lnTo>
                  <a:lnTo>
                    <a:pt x="1041095" y="756920"/>
                  </a:lnTo>
                  <a:close/>
                </a:path>
                <a:path w="1202690" h="975360">
                  <a:moveTo>
                    <a:pt x="1023779" y="170180"/>
                  </a:moveTo>
                  <a:lnTo>
                    <a:pt x="872998" y="170180"/>
                  </a:lnTo>
                  <a:lnTo>
                    <a:pt x="910242" y="173989"/>
                  </a:lnTo>
                  <a:lnTo>
                    <a:pt x="944927" y="185420"/>
                  </a:lnTo>
                  <a:lnTo>
                    <a:pt x="1003808" y="224789"/>
                  </a:lnTo>
                  <a:lnTo>
                    <a:pt x="1043559" y="284480"/>
                  </a:lnTo>
                  <a:lnTo>
                    <a:pt x="1058164" y="358139"/>
                  </a:lnTo>
                  <a:lnTo>
                    <a:pt x="1057231" y="377189"/>
                  </a:lnTo>
                  <a:lnTo>
                    <a:pt x="1054512" y="396239"/>
                  </a:lnTo>
                  <a:lnTo>
                    <a:pt x="1050127" y="412750"/>
                  </a:lnTo>
                  <a:lnTo>
                    <a:pt x="1044193" y="430530"/>
                  </a:lnTo>
                  <a:lnTo>
                    <a:pt x="1032637" y="458470"/>
                  </a:lnTo>
                  <a:lnTo>
                    <a:pt x="1062228" y="467360"/>
                  </a:lnTo>
                  <a:lnTo>
                    <a:pt x="1096002" y="483870"/>
                  </a:lnTo>
                  <a:lnTo>
                    <a:pt x="1122870" y="509270"/>
                  </a:lnTo>
                  <a:lnTo>
                    <a:pt x="1140594" y="543560"/>
                  </a:lnTo>
                  <a:lnTo>
                    <a:pt x="1146937" y="581660"/>
                  </a:lnTo>
                  <a:lnTo>
                    <a:pt x="1144412" y="607060"/>
                  </a:lnTo>
                  <a:lnTo>
                    <a:pt x="1126648" y="648970"/>
                  </a:lnTo>
                  <a:lnTo>
                    <a:pt x="1094882" y="681989"/>
                  </a:lnTo>
                  <a:lnTo>
                    <a:pt x="1053115" y="699770"/>
                  </a:lnTo>
                  <a:lnTo>
                    <a:pt x="1029588" y="702310"/>
                  </a:lnTo>
                  <a:lnTo>
                    <a:pt x="1155175" y="702310"/>
                  </a:lnTo>
                  <a:lnTo>
                    <a:pt x="1173075" y="680720"/>
                  </a:lnTo>
                  <a:lnTo>
                    <a:pt x="1188942" y="650239"/>
                  </a:lnTo>
                  <a:lnTo>
                    <a:pt x="1198951" y="617220"/>
                  </a:lnTo>
                  <a:lnTo>
                    <a:pt x="1202436" y="582930"/>
                  </a:lnTo>
                  <a:lnTo>
                    <a:pt x="1195296" y="532130"/>
                  </a:lnTo>
                  <a:lnTo>
                    <a:pt x="1175226" y="487680"/>
                  </a:lnTo>
                  <a:lnTo>
                    <a:pt x="1144250" y="450850"/>
                  </a:lnTo>
                  <a:lnTo>
                    <a:pt x="1104391" y="424180"/>
                  </a:lnTo>
                  <a:lnTo>
                    <a:pt x="1108285" y="408939"/>
                  </a:lnTo>
                  <a:lnTo>
                    <a:pt x="1111154" y="392430"/>
                  </a:lnTo>
                  <a:lnTo>
                    <a:pt x="1112928" y="375920"/>
                  </a:lnTo>
                  <a:lnTo>
                    <a:pt x="1113536" y="359410"/>
                  </a:lnTo>
                  <a:lnTo>
                    <a:pt x="1108648" y="309880"/>
                  </a:lnTo>
                  <a:lnTo>
                    <a:pt x="1094628" y="264160"/>
                  </a:lnTo>
                  <a:lnTo>
                    <a:pt x="1072441" y="222250"/>
                  </a:lnTo>
                  <a:lnTo>
                    <a:pt x="1043051" y="186689"/>
                  </a:lnTo>
                  <a:lnTo>
                    <a:pt x="1023779" y="170180"/>
                  </a:lnTo>
                  <a:close/>
                </a:path>
                <a:path w="1202690" h="975360">
                  <a:moveTo>
                    <a:pt x="324908" y="290830"/>
                  </a:moveTo>
                  <a:lnTo>
                    <a:pt x="240030" y="290830"/>
                  </a:lnTo>
                  <a:lnTo>
                    <a:pt x="265715" y="293370"/>
                  </a:lnTo>
                  <a:lnTo>
                    <a:pt x="290449" y="298450"/>
                  </a:lnTo>
                  <a:lnTo>
                    <a:pt x="323723" y="308610"/>
                  </a:lnTo>
                  <a:lnTo>
                    <a:pt x="324908" y="290830"/>
                  </a:lnTo>
                  <a:close/>
                </a:path>
                <a:path w="1202690" h="975360">
                  <a:moveTo>
                    <a:pt x="555498" y="0"/>
                  </a:moveTo>
                  <a:lnTo>
                    <a:pt x="500165" y="6350"/>
                  </a:lnTo>
                  <a:lnTo>
                    <a:pt x="448405" y="21589"/>
                  </a:lnTo>
                  <a:lnTo>
                    <a:pt x="401264" y="46989"/>
                  </a:lnTo>
                  <a:lnTo>
                    <a:pt x="359791" y="78739"/>
                  </a:lnTo>
                  <a:lnTo>
                    <a:pt x="329501" y="113030"/>
                  </a:lnTo>
                  <a:lnTo>
                    <a:pt x="304736" y="151130"/>
                  </a:lnTo>
                  <a:lnTo>
                    <a:pt x="286067" y="193039"/>
                  </a:lnTo>
                  <a:lnTo>
                    <a:pt x="274066" y="238760"/>
                  </a:lnTo>
                  <a:lnTo>
                    <a:pt x="331903" y="238760"/>
                  </a:lnTo>
                  <a:lnTo>
                    <a:pt x="333376" y="229870"/>
                  </a:lnTo>
                  <a:lnTo>
                    <a:pt x="348472" y="187960"/>
                  </a:lnTo>
                  <a:lnTo>
                    <a:pt x="370496" y="151130"/>
                  </a:lnTo>
                  <a:lnTo>
                    <a:pt x="398653" y="119380"/>
                  </a:lnTo>
                  <a:lnTo>
                    <a:pt x="432077" y="92710"/>
                  </a:lnTo>
                  <a:lnTo>
                    <a:pt x="469931" y="72389"/>
                  </a:lnTo>
                  <a:lnTo>
                    <a:pt x="511452" y="60960"/>
                  </a:lnTo>
                  <a:lnTo>
                    <a:pt x="555879" y="55880"/>
                  </a:lnTo>
                  <a:lnTo>
                    <a:pt x="722723" y="55880"/>
                  </a:lnTo>
                  <a:lnTo>
                    <a:pt x="691975" y="35560"/>
                  </a:lnTo>
                  <a:lnTo>
                    <a:pt x="649572" y="16510"/>
                  </a:lnTo>
                  <a:lnTo>
                    <a:pt x="603859" y="5080"/>
                  </a:lnTo>
                  <a:lnTo>
                    <a:pt x="555498" y="0"/>
                  </a:lnTo>
                  <a:close/>
                </a:path>
                <a:path w="1202690" h="975360">
                  <a:moveTo>
                    <a:pt x="722723" y="55880"/>
                  </a:moveTo>
                  <a:lnTo>
                    <a:pt x="555879" y="55880"/>
                  </a:lnTo>
                  <a:lnTo>
                    <a:pt x="606308" y="62230"/>
                  </a:lnTo>
                  <a:lnTo>
                    <a:pt x="652866" y="77470"/>
                  </a:lnTo>
                  <a:lnTo>
                    <a:pt x="694364" y="102870"/>
                  </a:lnTo>
                  <a:lnTo>
                    <a:pt x="729614" y="135889"/>
                  </a:lnTo>
                  <a:lnTo>
                    <a:pt x="757428" y="176530"/>
                  </a:lnTo>
                  <a:lnTo>
                    <a:pt x="770128" y="199389"/>
                  </a:lnTo>
                  <a:lnTo>
                    <a:pt x="794004" y="187960"/>
                  </a:lnTo>
                  <a:lnTo>
                    <a:pt x="812561" y="180339"/>
                  </a:lnTo>
                  <a:lnTo>
                    <a:pt x="831977" y="175260"/>
                  </a:lnTo>
                  <a:lnTo>
                    <a:pt x="852154" y="171450"/>
                  </a:lnTo>
                  <a:lnTo>
                    <a:pt x="872998" y="170180"/>
                  </a:lnTo>
                  <a:lnTo>
                    <a:pt x="1023779" y="170180"/>
                  </a:lnTo>
                  <a:lnTo>
                    <a:pt x="1007473" y="156210"/>
                  </a:lnTo>
                  <a:lnTo>
                    <a:pt x="966549" y="134620"/>
                  </a:lnTo>
                  <a:lnTo>
                    <a:pt x="947682" y="128270"/>
                  </a:lnTo>
                  <a:lnTo>
                    <a:pt x="792734" y="128270"/>
                  </a:lnTo>
                  <a:lnTo>
                    <a:pt x="764216" y="92710"/>
                  </a:lnTo>
                  <a:lnTo>
                    <a:pt x="730409" y="60960"/>
                  </a:lnTo>
                  <a:lnTo>
                    <a:pt x="722723" y="55880"/>
                  </a:lnTo>
                  <a:close/>
                </a:path>
                <a:path w="1202690" h="975360">
                  <a:moveTo>
                    <a:pt x="872616" y="114300"/>
                  </a:moveTo>
                  <a:lnTo>
                    <a:pt x="851812" y="115570"/>
                  </a:lnTo>
                  <a:lnTo>
                    <a:pt x="831532" y="118110"/>
                  </a:lnTo>
                  <a:lnTo>
                    <a:pt x="792734" y="128270"/>
                  </a:lnTo>
                  <a:lnTo>
                    <a:pt x="947682" y="128270"/>
                  </a:lnTo>
                  <a:lnTo>
                    <a:pt x="921267" y="119380"/>
                  </a:lnTo>
                  <a:lnTo>
                    <a:pt x="872616" y="114300"/>
                  </a:lnTo>
                  <a:close/>
                </a:path>
              </a:pathLst>
            </a:custGeom>
            <a:solidFill>
              <a:srgbClr val="8197E9"/>
            </a:solidFill>
          </p:spPr>
          <p:txBody>
            <a:bodyPr wrap="square" lIns="0" tIns="0" rIns="0" bIns="0" rtlCol="0"/>
            <a:lstStyle/>
            <a:p>
              <a:endParaRPr/>
            </a:p>
          </p:txBody>
        </p:sp>
        <p:sp>
          <p:nvSpPr>
            <p:cNvPr id="77" name="object 77"/>
            <p:cNvSpPr/>
            <p:nvPr/>
          </p:nvSpPr>
          <p:spPr>
            <a:xfrm>
              <a:off x="6016751" y="3384803"/>
              <a:ext cx="64008" cy="64008"/>
            </a:xfrm>
            <a:prstGeom prst="rect">
              <a:avLst/>
            </a:prstGeom>
            <a:blipFill>
              <a:blip r:embed="rId26" cstate="print"/>
              <a:stretch>
                <a:fillRect/>
              </a:stretch>
            </a:blipFill>
          </p:spPr>
          <p:txBody>
            <a:bodyPr wrap="square" lIns="0" tIns="0" rIns="0" bIns="0" rtlCol="0"/>
            <a:lstStyle/>
            <a:p>
              <a:endParaRPr/>
            </a:p>
          </p:txBody>
        </p:sp>
        <p:sp>
          <p:nvSpPr>
            <p:cNvPr id="78" name="object 78"/>
            <p:cNvSpPr/>
            <p:nvPr/>
          </p:nvSpPr>
          <p:spPr>
            <a:xfrm>
              <a:off x="6045707" y="2461272"/>
              <a:ext cx="811530" cy="401561"/>
            </a:xfrm>
            <a:prstGeom prst="rect">
              <a:avLst/>
            </a:prstGeom>
            <a:blipFill>
              <a:blip r:embed="rId27" cstate="print"/>
              <a:stretch>
                <a:fillRect/>
              </a:stretch>
            </a:blipFill>
          </p:spPr>
          <p:txBody>
            <a:bodyPr wrap="square" lIns="0" tIns="0" rIns="0" bIns="0" rtlCol="0"/>
            <a:lstStyle/>
            <a:p>
              <a:endParaRPr/>
            </a:p>
          </p:txBody>
        </p:sp>
        <p:sp>
          <p:nvSpPr>
            <p:cNvPr id="79" name="object 79"/>
            <p:cNvSpPr/>
            <p:nvPr/>
          </p:nvSpPr>
          <p:spPr>
            <a:xfrm>
              <a:off x="6070091" y="2674632"/>
              <a:ext cx="761238" cy="401561"/>
            </a:xfrm>
            <a:prstGeom prst="rect">
              <a:avLst/>
            </a:prstGeom>
            <a:blipFill>
              <a:blip r:embed="rId28" cstate="print"/>
              <a:stretch>
                <a:fillRect/>
              </a:stretch>
            </a:blipFill>
          </p:spPr>
          <p:txBody>
            <a:bodyPr wrap="square" lIns="0" tIns="0" rIns="0" bIns="0" rtlCol="0"/>
            <a:lstStyle/>
            <a:p>
              <a:endParaRPr/>
            </a:p>
          </p:txBody>
        </p:sp>
        <p:sp>
          <p:nvSpPr>
            <p:cNvPr id="80" name="object 80"/>
            <p:cNvSpPr/>
            <p:nvPr/>
          </p:nvSpPr>
          <p:spPr>
            <a:xfrm>
              <a:off x="6112763" y="2887992"/>
              <a:ext cx="677417" cy="401561"/>
            </a:xfrm>
            <a:prstGeom prst="rect">
              <a:avLst/>
            </a:prstGeom>
            <a:blipFill>
              <a:blip r:embed="rId29" cstate="print"/>
              <a:stretch>
                <a:fillRect/>
              </a:stretch>
            </a:blipFill>
          </p:spPr>
          <p:txBody>
            <a:bodyPr wrap="square" lIns="0" tIns="0" rIns="0" bIns="0" rtlCol="0"/>
            <a:lstStyle/>
            <a:p>
              <a:endParaRPr/>
            </a:p>
          </p:txBody>
        </p:sp>
      </p:grpSp>
      <p:sp>
        <p:nvSpPr>
          <p:cNvPr id="81" name="object 81"/>
          <p:cNvSpPr txBox="1"/>
          <p:nvPr/>
        </p:nvSpPr>
        <p:spPr>
          <a:xfrm>
            <a:off x="6147308" y="2503424"/>
            <a:ext cx="599440" cy="666750"/>
          </a:xfrm>
          <a:prstGeom prst="rect">
            <a:avLst/>
          </a:prstGeom>
        </p:spPr>
        <p:txBody>
          <a:bodyPr vert="horz" wrap="square" lIns="0" tIns="13335" rIns="0" bIns="0" rtlCol="0">
            <a:spAutoFit/>
          </a:bodyPr>
          <a:lstStyle/>
          <a:p>
            <a:pPr marL="12065" marR="5080" algn="ctr">
              <a:lnSpc>
                <a:spcPct val="100000"/>
              </a:lnSpc>
              <a:spcBef>
                <a:spcPts val="105"/>
              </a:spcBef>
            </a:pPr>
            <a:r>
              <a:rPr sz="1400" spc="-10" dirty="0">
                <a:solidFill>
                  <a:srgbClr val="FFFFFF"/>
                </a:solidFill>
                <a:latin typeface="Arial"/>
                <a:cs typeface="Arial"/>
              </a:rPr>
              <a:t>W</a:t>
            </a:r>
            <a:r>
              <a:rPr sz="1400" dirty="0">
                <a:solidFill>
                  <a:srgbClr val="FFFFFF"/>
                </a:solidFill>
                <a:latin typeface="Arial"/>
                <a:cs typeface="Arial"/>
              </a:rPr>
              <a:t>rong!  </a:t>
            </a:r>
            <a:r>
              <a:rPr sz="1400" spc="-5" dirty="0">
                <a:solidFill>
                  <a:srgbClr val="FFFFFF"/>
                </a:solidFill>
                <a:latin typeface="Arial"/>
                <a:cs typeface="Arial"/>
              </a:rPr>
              <a:t>It’s an  apple</a:t>
            </a:r>
            <a:endParaRPr sz="1400">
              <a:latin typeface="Arial"/>
              <a:cs typeface="Arial"/>
            </a:endParaRPr>
          </a:p>
        </p:txBody>
      </p:sp>
      <p:grpSp>
        <p:nvGrpSpPr>
          <p:cNvPr id="82" name="object 82"/>
          <p:cNvGrpSpPr/>
          <p:nvPr/>
        </p:nvGrpSpPr>
        <p:grpSpPr>
          <a:xfrm>
            <a:off x="8263128" y="2310383"/>
            <a:ext cx="1202690" cy="1138555"/>
            <a:chOff x="8263128" y="2310383"/>
            <a:chExt cx="1202690" cy="1138555"/>
          </a:xfrm>
        </p:grpSpPr>
        <p:sp>
          <p:nvSpPr>
            <p:cNvPr id="83" name="object 83"/>
            <p:cNvSpPr/>
            <p:nvPr/>
          </p:nvSpPr>
          <p:spPr>
            <a:xfrm>
              <a:off x="8488680" y="3232403"/>
              <a:ext cx="158496" cy="161544"/>
            </a:xfrm>
            <a:prstGeom prst="rect">
              <a:avLst/>
            </a:prstGeom>
            <a:blipFill>
              <a:blip r:embed="rId25" cstate="print"/>
              <a:stretch>
                <a:fillRect/>
              </a:stretch>
            </a:blipFill>
          </p:spPr>
          <p:txBody>
            <a:bodyPr wrap="square" lIns="0" tIns="0" rIns="0" bIns="0" rtlCol="0"/>
            <a:lstStyle/>
            <a:p>
              <a:endParaRPr/>
            </a:p>
          </p:txBody>
        </p:sp>
        <p:sp>
          <p:nvSpPr>
            <p:cNvPr id="84" name="object 84"/>
            <p:cNvSpPr/>
            <p:nvPr/>
          </p:nvSpPr>
          <p:spPr>
            <a:xfrm>
              <a:off x="8263128" y="2310383"/>
              <a:ext cx="1202690" cy="975360"/>
            </a:xfrm>
            <a:custGeom>
              <a:avLst/>
              <a:gdLst/>
              <a:ahLst/>
              <a:cxnLst/>
              <a:rect l="l" t="t" r="r" b="b"/>
              <a:pathLst>
                <a:path w="1202690" h="975360">
                  <a:moveTo>
                    <a:pt x="416321" y="883920"/>
                  </a:moveTo>
                  <a:lnTo>
                    <a:pt x="348106" y="883920"/>
                  </a:lnTo>
                  <a:lnTo>
                    <a:pt x="351702" y="890270"/>
                  </a:lnTo>
                  <a:lnTo>
                    <a:pt x="355822" y="896620"/>
                  </a:lnTo>
                  <a:lnTo>
                    <a:pt x="360465" y="902970"/>
                  </a:lnTo>
                  <a:lnTo>
                    <a:pt x="365632" y="910589"/>
                  </a:lnTo>
                  <a:lnTo>
                    <a:pt x="393511" y="941070"/>
                  </a:lnTo>
                  <a:lnTo>
                    <a:pt x="433244" y="965200"/>
                  </a:lnTo>
                  <a:lnTo>
                    <a:pt x="474485" y="975360"/>
                  </a:lnTo>
                  <a:lnTo>
                    <a:pt x="497077" y="975360"/>
                  </a:lnTo>
                  <a:lnTo>
                    <a:pt x="536539" y="972820"/>
                  </a:lnTo>
                  <a:lnTo>
                    <a:pt x="601126" y="951230"/>
                  </a:lnTo>
                  <a:lnTo>
                    <a:pt x="634178" y="930910"/>
                  </a:lnTo>
                  <a:lnTo>
                    <a:pt x="641794" y="925830"/>
                  </a:lnTo>
                  <a:lnTo>
                    <a:pt x="648553" y="920750"/>
                  </a:lnTo>
                  <a:lnTo>
                    <a:pt x="649728" y="919480"/>
                  </a:lnTo>
                  <a:lnTo>
                    <a:pt x="481838" y="919480"/>
                  </a:lnTo>
                  <a:lnTo>
                    <a:pt x="473837" y="918210"/>
                  </a:lnTo>
                  <a:lnTo>
                    <a:pt x="437642" y="904239"/>
                  </a:lnTo>
                  <a:lnTo>
                    <a:pt x="426333" y="895350"/>
                  </a:lnTo>
                  <a:lnTo>
                    <a:pt x="416321" y="883920"/>
                  </a:lnTo>
                  <a:close/>
                </a:path>
                <a:path w="1202690" h="975360">
                  <a:moveTo>
                    <a:pt x="900949" y="914400"/>
                  </a:moveTo>
                  <a:lnTo>
                    <a:pt x="654430" y="914400"/>
                  </a:lnTo>
                  <a:lnTo>
                    <a:pt x="660146" y="918210"/>
                  </a:lnTo>
                  <a:lnTo>
                    <a:pt x="666876" y="922020"/>
                  </a:lnTo>
                  <a:lnTo>
                    <a:pt x="674624" y="924560"/>
                  </a:lnTo>
                  <a:lnTo>
                    <a:pt x="695380" y="933450"/>
                  </a:lnTo>
                  <a:lnTo>
                    <a:pt x="719708" y="939800"/>
                  </a:lnTo>
                  <a:lnTo>
                    <a:pt x="747275" y="944880"/>
                  </a:lnTo>
                  <a:lnTo>
                    <a:pt x="777748" y="947420"/>
                  </a:lnTo>
                  <a:lnTo>
                    <a:pt x="792860" y="947420"/>
                  </a:lnTo>
                  <a:lnTo>
                    <a:pt x="808354" y="944880"/>
                  </a:lnTo>
                  <a:lnTo>
                    <a:pt x="846720" y="937260"/>
                  </a:lnTo>
                  <a:lnTo>
                    <a:pt x="884301" y="923289"/>
                  </a:lnTo>
                  <a:lnTo>
                    <a:pt x="900949" y="914400"/>
                  </a:lnTo>
                  <a:close/>
                </a:path>
                <a:path w="1202690" h="975360">
                  <a:moveTo>
                    <a:pt x="645795" y="840739"/>
                  </a:moveTo>
                  <a:lnTo>
                    <a:pt x="608222" y="881380"/>
                  </a:lnTo>
                  <a:lnTo>
                    <a:pt x="574286" y="901700"/>
                  </a:lnTo>
                  <a:lnTo>
                    <a:pt x="526295" y="918210"/>
                  </a:lnTo>
                  <a:lnTo>
                    <a:pt x="497204" y="919480"/>
                  </a:lnTo>
                  <a:lnTo>
                    <a:pt x="649728" y="919480"/>
                  </a:lnTo>
                  <a:lnTo>
                    <a:pt x="654430" y="914400"/>
                  </a:lnTo>
                  <a:lnTo>
                    <a:pt x="900949" y="914400"/>
                  </a:lnTo>
                  <a:lnTo>
                    <a:pt x="919976" y="904239"/>
                  </a:lnTo>
                  <a:lnTo>
                    <a:pt x="937160" y="891539"/>
                  </a:lnTo>
                  <a:lnTo>
                    <a:pt x="777875" y="891539"/>
                  </a:lnTo>
                  <a:lnTo>
                    <a:pt x="754364" y="890270"/>
                  </a:lnTo>
                  <a:lnTo>
                    <a:pt x="732853" y="886460"/>
                  </a:lnTo>
                  <a:lnTo>
                    <a:pt x="713724" y="880110"/>
                  </a:lnTo>
                  <a:lnTo>
                    <a:pt x="697356" y="873760"/>
                  </a:lnTo>
                  <a:lnTo>
                    <a:pt x="690336" y="871220"/>
                  </a:lnTo>
                  <a:lnTo>
                    <a:pt x="684149" y="867410"/>
                  </a:lnTo>
                  <a:lnTo>
                    <a:pt x="678818" y="864870"/>
                  </a:lnTo>
                  <a:lnTo>
                    <a:pt x="674370" y="862330"/>
                  </a:lnTo>
                  <a:lnTo>
                    <a:pt x="671702" y="861060"/>
                  </a:lnTo>
                  <a:lnTo>
                    <a:pt x="669925" y="858520"/>
                  </a:lnTo>
                  <a:lnTo>
                    <a:pt x="668654" y="858520"/>
                  </a:lnTo>
                  <a:lnTo>
                    <a:pt x="667385" y="857250"/>
                  </a:lnTo>
                  <a:lnTo>
                    <a:pt x="667257" y="857250"/>
                  </a:lnTo>
                  <a:lnTo>
                    <a:pt x="645795" y="840739"/>
                  </a:lnTo>
                  <a:close/>
                </a:path>
                <a:path w="1202690" h="975360">
                  <a:moveTo>
                    <a:pt x="256984" y="236220"/>
                  </a:moveTo>
                  <a:lnTo>
                    <a:pt x="239522" y="236220"/>
                  </a:lnTo>
                  <a:lnTo>
                    <a:pt x="191115" y="241300"/>
                  </a:lnTo>
                  <a:lnTo>
                    <a:pt x="146018" y="255270"/>
                  </a:lnTo>
                  <a:lnTo>
                    <a:pt x="105255" y="278130"/>
                  </a:lnTo>
                  <a:lnTo>
                    <a:pt x="69850" y="307339"/>
                  </a:lnTo>
                  <a:lnTo>
                    <a:pt x="40772" y="342900"/>
                  </a:lnTo>
                  <a:lnTo>
                    <a:pt x="18780" y="384810"/>
                  </a:lnTo>
                  <a:lnTo>
                    <a:pt x="4859" y="430530"/>
                  </a:lnTo>
                  <a:lnTo>
                    <a:pt x="0" y="478789"/>
                  </a:lnTo>
                  <a:lnTo>
                    <a:pt x="4985" y="528320"/>
                  </a:lnTo>
                  <a:lnTo>
                    <a:pt x="19279" y="574039"/>
                  </a:lnTo>
                  <a:lnTo>
                    <a:pt x="41888" y="615950"/>
                  </a:lnTo>
                  <a:lnTo>
                    <a:pt x="71819" y="652780"/>
                  </a:lnTo>
                  <a:lnTo>
                    <a:pt x="108076" y="681989"/>
                  </a:lnTo>
                  <a:lnTo>
                    <a:pt x="107950" y="685800"/>
                  </a:lnTo>
                  <a:lnTo>
                    <a:pt x="107569" y="688339"/>
                  </a:lnTo>
                  <a:lnTo>
                    <a:pt x="107569" y="692150"/>
                  </a:lnTo>
                  <a:lnTo>
                    <a:pt x="110505" y="730250"/>
                  </a:lnTo>
                  <a:lnTo>
                    <a:pt x="119253" y="768350"/>
                  </a:lnTo>
                  <a:lnTo>
                    <a:pt x="153797" y="833120"/>
                  </a:lnTo>
                  <a:lnTo>
                    <a:pt x="194177" y="869950"/>
                  </a:lnTo>
                  <a:lnTo>
                    <a:pt x="245856" y="891539"/>
                  </a:lnTo>
                  <a:lnTo>
                    <a:pt x="285242" y="895350"/>
                  </a:lnTo>
                  <a:lnTo>
                    <a:pt x="292911" y="895350"/>
                  </a:lnTo>
                  <a:lnTo>
                    <a:pt x="300497" y="894080"/>
                  </a:lnTo>
                  <a:lnTo>
                    <a:pt x="308012" y="894080"/>
                  </a:lnTo>
                  <a:lnTo>
                    <a:pt x="315468" y="891539"/>
                  </a:lnTo>
                  <a:lnTo>
                    <a:pt x="324139" y="890270"/>
                  </a:lnTo>
                  <a:lnTo>
                    <a:pt x="332549" y="887730"/>
                  </a:lnTo>
                  <a:lnTo>
                    <a:pt x="340578" y="885189"/>
                  </a:lnTo>
                  <a:lnTo>
                    <a:pt x="348106" y="883920"/>
                  </a:lnTo>
                  <a:lnTo>
                    <a:pt x="416321" y="883920"/>
                  </a:lnTo>
                  <a:lnTo>
                    <a:pt x="407763" y="873760"/>
                  </a:lnTo>
                  <a:lnTo>
                    <a:pt x="400812" y="862330"/>
                  </a:lnTo>
                  <a:lnTo>
                    <a:pt x="396621" y="855980"/>
                  </a:lnTo>
                  <a:lnTo>
                    <a:pt x="393573" y="849630"/>
                  </a:lnTo>
                  <a:lnTo>
                    <a:pt x="391541" y="844550"/>
                  </a:lnTo>
                  <a:lnTo>
                    <a:pt x="390651" y="843280"/>
                  </a:lnTo>
                  <a:lnTo>
                    <a:pt x="389890" y="840739"/>
                  </a:lnTo>
                  <a:lnTo>
                    <a:pt x="389508" y="840739"/>
                  </a:lnTo>
                  <a:lnTo>
                    <a:pt x="389000" y="839470"/>
                  </a:lnTo>
                  <a:lnTo>
                    <a:pt x="271728" y="839470"/>
                  </a:lnTo>
                  <a:lnTo>
                    <a:pt x="235330" y="828039"/>
                  </a:lnTo>
                  <a:lnTo>
                    <a:pt x="193647" y="792480"/>
                  </a:lnTo>
                  <a:lnTo>
                    <a:pt x="174954" y="756920"/>
                  </a:lnTo>
                  <a:lnTo>
                    <a:pt x="165008" y="715010"/>
                  </a:lnTo>
                  <a:lnTo>
                    <a:pt x="163702" y="692150"/>
                  </a:lnTo>
                  <a:lnTo>
                    <a:pt x="163702" y="684530"/>
                  </a:lnTo>
                  <a:lnTo>
                    <a:pt x="164211" y="678180"/>
                  </a:lnTo>
                  <a:lnTo>
                    <a:pt x="168021" y="652780"/>
                  </a:lnTo>
                  <a:lnTo>
                    <a:pt x="151383" y="642620"/>
                  </a:lnTo>
                  <a:lnTo>
                    <a:pt x="112531" y="613410"/>
                  </a:lnTo>
                  <a:lnTo>
                    <a:pt x="82407" y="575310"/>
                  </a:lnTo>
                  <a:lnTo>
                    <a:pt x="62926" y="529589"/>
                  </a:lnTo>
                  <a:lnTo>
                    <a:pt x="56006" y="478789"/>
                  </a:lnTo>
                  <a:lnTo>
                    <a:pt x="59763" y="440689"/>
                  </a:lnTo>
                  <a:lnTo>
                    <a:pt x="87564" y="373380"/>
                  </a:lnTo>
                  <a:lnTo>
                    <a:pt x="137427" y="323850"/>
                  </a:lnTo>
                  <a:lnTo>
                    <a:pt x="203067" y="294639"/>
                  </a:lnTo>
                  <a:lnTo>
                    <a:pt x="240029" y="290830"/>
                  </a:lnTo>
                  <a:lnTo>
                    <a:pt x="324908" y="290830"/>
                  </a:lnTo>
                  <a:lnTo>
                    <a:pt x="326008" y="274320"/>
                  </a:lnTo>
                  <a:lnTo>
                    <a:pt x="331903" y="238760"/>
                  </a:lnTo>
                  <a:lnTo>
                    <a:pt x="274066" y="238760"/>
                  </a:lnTo>
                  <a:lnTo>
                    <a:pt x="256984" y="236220"/>
                  </a:lnTo>
                  <a:close/>
                </a:path>
                <a:path w="1202690" h="975360">
                  <a:moveTo>
                    <a:pt x="968755" y="690880"/>
                  </a:moveTo>
                  <a:lnTo>
                    <a:pt x="967051" y="742950"/>
                  </a:lnTo>
                  <a:lnTo>
                    <a:pt x="953389" y="788670"/>
                  </a:lnTo>
                  <a:lnTo>
                    <a:pt x="926703" y="826770"/>
                  </a:lnTo>
                  <a:lnTo>
                    <a:pt x="890016" y="857250"/>
                  </a:lnTo>
                  <a:lnTo>
                    <a:pt x="846788" y="878839"/>
                  </a:lnTo>
                  <a:lnTo>
                    <a:pt x="793369" y="891539"/>
                  </a:lnTo>
                  <a:lnTo>
                    <a:pt x="937160" y="891539"/>
                  </a:lnTo>
                  <a:lnTo>
                    <a:pt x="967402" y="864870"/>
                  </a:lnTo>
                  <a:lnTo>
                    <a:pt x="992953" y="831850"/>
                  </a:lnTo>
                  <a:lnTo>
                    <a:pt x="1013872" y="786130"/>
                  </a:lnTo>
                  <a:lnTo>
                    <a:pt x="1020826" y="756920"/>
                  </a:lnTo>
                  <a:lnTo>
                    <a:pt x="1041095" y="756920"/>
                  </a:lnTo>
                  <a:lnTo>
                    <a:pt x="1096930" y="744220"/>
                  </a:lnTo>
                  <a:lnTo>
                    <a:pt x="1152017" y="706120"/>
                  </a:lnTo>
                  <a:lnTo>
                    <a:pt x="1155175" y="702310"/>
                  </a:lnTo>
                  <a:lnTo>
                    <a:pt x="1022828" y="702310"/>
                  </a:lnTo>
                  <a:lnTo>
                    <a:pt x="1002665" y="698500"/>
                  </a:lnTo>
                  <a:lnTo>
                    <a:pt x="968755" y="690880"/>
                  </a:lnTo>
                  <a:close/>
                </a:path>
                <a:path w="1202690" h="975360">
                  <a:moveTo>
                    <a:pt x="379349" y="811530"/>
                  </a:moveTo>
                  <a:lnTo>
                    <a:pt x="352551" y="822960"/>
                  </a:lnTo>
                  <a:lnTo>
                    <a:pt x="342661" y="826770"/>
                  </a:lnTo>
                  <a:lnTo>
                    <a:pt x="334329" y="829310"/>
                  </a:lnTo>
                  <a:lnTo>
                    <a:pt x="324485" y="831850"/>
                  </a:lnTo>
                  <a:lnTo>
                    <a:pt x="317500" y="834389"/>
                  </a:lnTo>
                  <a:lnTo>
                    <a:pt x="303149" y="836930"/>
                  </a:lnTo>
                  <a:lnTo>
                    <a:pt x="296164" y="839470"/>
                  </a:lnTo>
                  <a:lnTo>
                    <a:pt x="389000" y="839470"/>
                  </a:lnTo>
                  <a:lnTo>
                    <a:pt x="379349" y="811530"/>
                  </a:lnTo>
                  <a:close/>
                </a:path>
                <a:path w="1202690" h="975360">
                  <a:moveTo>
                    <a:pt x="1041095" y="756920"/>
                  </a:moveTo>
                  <a:lnTo>
                    <a:pt x="1023747" y="756920"/>
                  </a:lnTo>
                  <a:lnTo>
                    <a:pt x="1026541" y="758189"/>
                  </a:lnTo>
                  <a:lnTo>
                    <a:pt x="1029462" y="758189"/>
                  </a:lnTo>
                  <a:lnTo>
                    <a:pt x="1041095" y="756920"/>
                  </a:lnTo>
                  <a:close/>
                </a:path>
                <a:path w="1202690" h="975360">
                  <a:moveTo>
                    <a:pt x="1023779" y="170180"/>
                  </a:moveTo>
                  <a:lnTo>
                    <a:pt x="872998" y="170180"/>
                  </a:lnTo>
                  <a:lnTo>
                    <a:pt x="910242" y="173989"/>
                  </a:lnTo>
                  <a:lnTo>
                    <a:pt x="944927" y="185420"/>
                  </a:lnTo>
                  <a:lnTo>
                    <a:pt x="1003807" y="224789"/>
                  </a:lnTo>
                  <a:lnTo>
                    <a:pt x="1043558" y="284480"/>
                  </a:lnTo>
                  <a:lnTo>
                    <a:pt x="1058164" y="358139"/>
                  </a:lnTo>
                  <a:lnTo>
                    <a:pt x="1057231" y="377189"/>
                  </a:lnTo>
                  <a:lnTo>
                    <a:pt x="1054512" y="396239"/>
                  </a:lnTo>
                  <a:lnTo>
                    <a:pt x="1050127" y="412750"/>
                  </a:lnTo>
                  <a:lnTo>
                    <a:pt x="1044194" y="430530"/>
                  </a:lnTo>
                  <a:lnTo>
                    <a:pt x="1032637" y="458470"/>
                  </a:lnTo>
                  <a:lnTo>
                    <a:pt x="1062227" y="467360"/>
                  </a:lnTo>
                  <a:lnTo>
                    <a:pt x="1096002" y="483870"/>
                  </a:lnTo>
                  <a:lnTo>
                    <a:pt x="1122870" y="509270"/>
                  </a:lnTo>
                  <a:lnTo>
                    <a:pt x="1140594" y="543560"/>
                  </a:lnTo>
                  <a:lnTo>
                    <a:pt x="1146937" y="581660"/>
                  </a:lnTo>
                  <a:lnTo>
                    <a:pt x="1144412" y="607060"/>
                  </a:lnTo>
                  <a:lnTo>
                    <a:pt x="1126648" y="648970"/>
                  </a:lnTo>
                  <a:lnTo>
                    <a:pt x="1094882" y="681989"/>
                  </a:lnTo>
                  <a:lnTo>
                    <a:pt x="1053115" y="699770"/>
                  </a:lnTo>
                  <a:lnTo>
                    <a:pt x="1029589" y="702310"/>
                  </a:lnTo>
                  <a:lnTo>
                    <a:pt x="1155175" y="702310"/>
                  </a:lnTo>
                  <a:lnTo>
                    <a:pt x="1173075" y="680720"/>
                  </a:lnTo>
                  <a:lnTo>
                    <a:pt x="1188942" y="650239"/>
                  </a:lnTo>
                  <a:lnTo>
                    <a:pt x="1198951" y="617220"/>
                  </a:lnTo>
                  <a:lnTo>
                    <a:pt x="1202436" y="582930"/>
                  </a:lnTo>
                  <a:lnTo>
                    <a:pt x="1195296" y="532130"/>
                  </a:lnTo>
                  <a:lnTo>
                    <a:pt x="1175226" y="487680"/>
                  </a:lnTo>
                  <a:lnTo>
                    <a:pt x="1144250" y="450850"/>
                  </a:lnTo>
                  <a:lnTo>
                    <a:pt x="1104392" y="424180"/>
                  </a:lnTo>
                  <a:lnTo>
                    <a:pt x="1108285" y="408939"/>
                  </a:lnTo>
                  <a:lnTo>
                    <a:pt x="1111154" y="392430"/>
                  </a:lnTo>
                  <a:lnTo>
                    <a:pt x="1112928" y="375920"/>
                  </a:lnTo>
                  <a:lnTo>
                    <a:pt x="1113536" y="359410"/>
                  </a:lnTo>
                  <a:lnTo>
                    <a:pt x="1108648" y="309880"/>
                  </a:lnTo>
                  <a:lnTo>
                    <a:pt x="1094628" y="264160"/>
                  </a:lnTo>
                  <a:lnTo>
                    <a:pt x="1072441" y="222250"/>
                  </a:lnTo>
                  <a:lnTo>
                    <a:pt x="1043051" y="186689"/>
                  </a:lnTo>
                  <a:lnTo>
                    <a:pt x="1023779" y="170180"/>
                  </a:lnTo>
                  <a:close/>
                </a:path>
                <a:path w="1202690" h="975360">
                  <a:moveTo>
                    <a:pt x="324908" y="290830"/>
                  </a:moveTo>
                  <a:lnTo>
                    <a:pt x="240029" y="290830"/>
                  </a:lnTo>
                  <a:lnTo>
                    <a:pt x="265715" y="293370"/>
                  </a:lnTo>
                  <a:lnTo>
                    <a:pt x="290449" y="298450"/>
                  </a:lnTo>
                  <a:lnTo>
                    <a:pt x="323723" y="308610"/>
                  </a:lnTo>
                  <a:lnTo>
                    <a:pt x="324908" y="290830"/>
                  </a:lnTo>
                  <a:close/>
                </a:path>
                <a:path w="1202690" h="975360">
                  <a:moveTo>
                    <a:pt x="555498" y="0"/>
                  </a:moveTo>
                  <a:lnTo>
                    <a:pt x="500165" y="6350"/>
                  </a:lnTo>
                  <a:lnTo>
                    <a:pt x="448405" y="21589"/>
                  </a:lnTo>
                  <a:lnTo>
                    <a:pt x="401264" y="46989"/>
                  </a:lnTo>
                  <a:lnTo>
                    <a:pt x="359791" y="78739"/>
                  </a:lnTo>
                  <a:lnTo>
                    <a:pt x="329501" y="113030"/>
                  </a:lnTo>
                  <a:lnTo>
                    <a:pt x="304736" y="151130"/>
                  </a:lnTo>
                  <a:lnTo>
                    <a:pt x="286067" y="193039"/>
                  </a:lnTo>
                  <a:lnTo>
                    <a:pt x="274066" y="238760"/>
                  </a:lnTo>
                  <a:lnTo>
                    <a:pt x="331903" y="238760"/>
                  </a:lnTo>
                  <a:lnTo>
                    <a:pt x="333376" y="229870"/>
                  </a:lnTo>
                  <a:lnTo>
                    <a:pt x="348472" y="187960"/>
                  </a:lnTo>
                  <a:lnTo>
                    <a:pt x="370496" y="151130"/>
                  </a:lnTo>
                  <a:lnTo>
                    <a:pt x="398652" y="119380"/>
                  </a:lnTo>
                  <a:lnTo>
                    <a:pt x="432077" y="92710"/>
                  </a:lnTo>
                  <a:lnTo>
                    <a:pt x="469931" y="72389"/>
                  </a:lnTo>
                  <a:lnTo>
                    <a:pt x="511452" y="60960"/>
                  </a:lnTo>
                  <a:lnTo>
                    <a:pt x="555878" y="55880"/>
                  </a:lnTo>
                  <a:lnTo>
                    <a:pt x="722723" y="55880"/>
                  </a:lnTo>
                  <a:lnTo>
                    <a:pt x="691975" y="35560"/>
                  </a:lnTo>
                  <a:lnTo>
                    <a:pt x="649572" y="16510"/>
                  </a:lnTo>
                  <a:lnTo>
                    <a:pt x="603859" y="5080"/>
                  </a:lnTo>
                  <a:lnTo>
                    <a:pt x="555498" y="0"/>
                  </a:lnTo>
                  <a:close/>
                </a:path>
                <a:path w="1202690" h="975360">
                  <a:moveTo>
                    <a:pt x="722723" y="55880"/>
                  </a:moveTo>
                  <a:lnTo>
                    <a:pt x="555878" y="55880"/>
                  </a:lnTo>
                  <a:lnTo>
                    <a:pt x="606308" y="62230"/>
                  </a:lnTo>
                  <a:lnTo>
                    <a:pt x="652866" y="77470"/>
                  </a:lnTo>
                  <a:lnTo>
                    <a:pt x="694364" y="102870"/>
                  </a:lnTo>
                  <a:lnTo>
                    <a:pt x="729615" y="135889"/>
                  </a:lnTo>
                  <a:lnTo>
                    <a:pt x="757427" y="176530"/>
                  </a:lnTo>
                  <a:lnTo>
                    <a:pt x="770127" y="199389"/>
                  </a:lnTo>
                  <a:lnTo>
                    <a:pt x="794003" y="187960"/>
                  </a:lnTo>
                  <a:lnTo>
                    <a:pt x="812561" y="180339"/>
                  </a:lnTo>
                  <a:lnTo>
                    <a:pt x="831976" y="175260"/>
                  </a:lnTo>
                  <a:lnTo>
                    <a:pt x="852154" y="171450"/>
                  </a:lnTo>
                  <a:lnTo>
                    <a:pt x="872998" y="170180"/>
                  </a:lnTo>
                  <a:lnTo>
                    <a:pt x="1023779" y="170180"/>
                  </a:lnTo>
                  <a:lnTo>
                    <a:pt x="1007473" y="156210"/>
                  </a:lnTo>
                  <a:lnTo>
                    <a:pt x="966549" y="134620"/>
                  </a:lnTo>
                  <a:lnTo>
                    <a:pt x="947682" y="128270"/>
                  </a:lnTo>
                  <a:lnTo>
                    <a:pt x="792733" y="128270"/>
                  </a:lnTo>
                  <a:lnTo>
                    <a:pt x="764216" y="92710"/>
                  </a:lnTo>
                  <a:lnTo>
                    <a:pt x="730409" y="60960"/>
                  </a:lnTo>
                  <a:lnTo>
                    <a:pt x="722723" y="55880"/>
                  </a:lnTo>
                  <a:close/>
                </a:path>
                <a:path w="1202690" h="975360">
                  <a:moveTo>
                    <a:pt x="872617" y="114300"/>
                  </a:moveTo>
                  <a:lnTo>
                    <a:pt x="851812" y="115570"/>
                  </a:lnTo>
                  <a:lnTo>
                    <a:pt x="831532" y="118110"/>
                  </a:lnTo>
                  <a:lnTo>
                    <a:pt x="792733" y="128270"/>
                  </a:lnTo>
                  <a:lnTo>
                    <a:pt x="947682" y="128270"/>
                  </a:lnTo>
                  <a:lnTo>
                    <a:pt x="921267" y="119380"/>
                  </a:lnTo>
                  <a:lnTo>
                    <a:pt x="872617" y="114300"/>
                  </a:lnTo>
                  <a:close/>
                </a:path>
              </a:pathLst>
            </a:custGeom>
            <a:solidFill>
              <a:srgbClr val="8197E9"/>
            </a:solidFill>
          </p:spPr>
          <p:txBody>
            <a:bodyPr wrap="square" lIns="0" tIns="0" rIns="0" bIns="0" rtlCol="0"/>
            <a:lstStyle/>
            <a:p>
              <a:endParaRPr/>
            </a:p>
          </p:txBody>
        </p:sp>
        <p:sp>
          <p:nvSpPr>
            <p:cNvPr id="85" name="object 85"/>
            <p:cNvSpPr/>
            <p:nvPr/>
          </p:nvSpPr>
          <p:spPr>
            <a:xfrm>
              <a:off x="8436864" y="3384803"/>
              <a:ext cx="64007" cy="64008"/>
            </a:xfrm>
            <a:prstGeom prst="rect">
              <a:avLst/>
            </a:prstGeom>
            <a:blipFill>
              <a:blip r:embed="rId22" cstate="print"/>
              <a:stretch>
                <a:fillRect/>
              </a:stretch>
            </a:blipFill>
          </p:spPr>
          <p:txBody>
            <a:bodyPr wrap="square" lIns="0" tIns="0" rIns="0" bIns="0" rtlCol="0"/>
            <a:lstStyle/>
            <a:p>
              <a:endParaRPr/>
            </a:p>
          </p:txBody>
        </p:sp>
        <p:sp>
          <p:nvSpPr>
            <p:cNvPr id="86" name="object 86"/>
            <p:cNvSpPr/>
            <p:nvPr/>
          </p:nvSpPr>
          <p:spPr>
            <a:xfrm>
              <a:off x="8513064" y="2674632"/>
              <a:ext cx="717042" cy="401561"/>
            </a:xfrm>
            <a:prstGeom prst="rect">
              <a:avLst/>
            </a:prstGeom>
            <a:blipFill>
              <a:blip r:embed="rId30" cstate="print"/>
              <a:stretch>
                <a:fillRect/>
              </a:stretch>
            </a:blipFill>
          </p:spPr>
          <p:txBody>
            <a:bodyPr wrap="square" lIns="0" tIns="0" rIns="0" bIns="0" rtlCol="0"/>
            <a:lstStyle/>
            <a:p>
              <a:endParaRPr/>
            </a:p>
          </p:txBody>
        </p:sp>
      </p:grpSp>
      <p:sp>
        <p:nvSpPr>
          <p:cNvPr id="87" name="object 87"/>
          <p:cNvSpPr txBox="1"/>
          <p:nvPr/>
        </p:nvSpPr>
        <p:spPr>
          <a:xfrm>
            <a:off x="8614029" y="2716783"/>
            <a:ext cx="501015" cy="239395"/>
          </a:xfrm>
          <a:prstGeom prst="rect">
            <a:avLst/>
          </a:prstGeom>
        </p:spPr>
        <p:txBody>
          <a:bodyPr vert="horz" wrap="square" lIns="0" tIns="13335" rIns="0" bIns="0" rtlCol="0">
            <a:spAutoFit/>
          </a:bodyPr>
          <a:lstStyle/>
          <a:p>
            <a:pPr marL="12700">
              <a:lnSpc>
                <a:spcPct val="100000"/>
              </a:lnSpc>
              <a:spcBef>
                <a:spcPts val="105"/>
              </a:spcBef>
            </a:pPr>
            <a:r>
              <a:rPr sz="1400" spc="-10" dirty="0">
                <a:solidFill>
                  <a:srgbClr val="FFFFFF"/>
                </a:solidFill>
                <a:latin typeface="Arial"/>
                <a:cs typeface="Arial"/>
              </a:rPr>
              <a:t>N</a:t>
            </a:r>
            <a:r>
              <a:rPr sz="1400" dirty="0">
                <a:solidFill>
                  <a:srgbClr val="FFFFFF"/>
                </a:solidFill>
                <a:latin typeface="Arial"/>
                <a:cs typeface="Arial"/>
              </a:rPr>
              <a:t>oted</a:t>
            </a:r>
            <a:endParaRPr sz="1400">
              <a:latin typeface="Arial"/>
              <a:cs typeface="Arial"/>
            </a:endParaRPr>
          </a:p>
        </p:txBody>
      </p:sp>
      <p:grpSp>
        <p:nvGrpSpPr>
          <p:cNvPr id="88" name="object 88"/>
          <p:cNvGrpSpPr/>
          <p:nvPr/>
        </p:nvGrpSpPr>
        <p:grpSpPr>
          <a:xfrm>
            <a:off x="10543031" y="2310383"/>
            <a:ext cx="1202690" cy="1138555"/>
            <a:chOff x="10543031" y="2310383"/>
            <a:chExt cx="1202690" cy="1138555"/>
          </a:xfrm>
        </p:grpSpPr>
        <p:sp>
          <p:nvSpPr>
            <p:cNvPr id="89" name="object 89"/>
            <p:cNvSpPr/>
            <p:nvPr/>
          </p:nvSpPr>
          <p:spPr>
            <a:xfrm>
              <a:off x="10768583" y="3232403"/>
              <a:ext cx="160020" cy="161544"/>
            </a:xfrm>
            <a:prstGeom prst="rect">
              <a:avLst/>
            </a:prstGeom>
            <a:blipFill>
              <a:blip r:embed="rId31" cstate="print"/>
              <a:stretch>
                <a:fillRect/>
              </a:stretch>
            </a:blipFill>
          </p:spPr>
          <p:txBody>
            <a:bodyPr wrap="square" lIns="0" tIns="0" rIns="0" bIns="0" rtlCol="0"/>
            <a:lstStyle/>
            <a:p>
              <a:endParaRPr/>
            </a:p>
          </p:txBody>
        </p:sp>
        <p:sp>
          <p:nvSpPr>
            <p:cNvPr id="90" name="object 90"/>
            <p:cNvSpPr/>
            <p:nvPr/>
          </p:nvSpPr>
          <p:spPr>
            <a:xfrm>
              <a:off x="10543032" y="2310383"/>
              <a:ext cx="1202690" cy="1138555"/>
            </a:xfrm>
            <a:custGeom>
              <a:avLst/>
              <a:gdLst/>
              <a:ahLst/>
              <a:cxnLst/>
              <a:rect l="l" t="t" r="r" b="b"/>
              <a:pathLst>
                <a:path w="1202690" h="1138554">
                  <a:moveTo>
                    <a:pt x="237744" y="1106424"/>
                  </a:moveTo>
                  <a:lnTo>
                    <a:pt x="235280" y="1093978"/>
                  </a:lnTo>
                  <a:lnTo>
                    <a:pt x="228600" y="1083805"/>
                  </a:lnTo>
                  <a:lnTo>
                    <a:pt x="218668" y="1076947"/>
                  </a:lnTo>
                  <a:lnTo>
                    <a:pt x="206502" y="1074420"/>
                  </a:lnTo>
                  <a:lnTo>
                    <a:pt x="194322" y="1076947"/>
                  </a:lnTo>
                  <a:lnTo>
                    <a:pt x="184404" y="1083805"/>
                  </a:lnTo>
                  <a:lnTo>
                    <a:pt x="177711" y="1093978"/>
                  </a:lnTo>
                  <a:lnTo>
                    <a:pt x="175260" y="1106424"/>
                  </a:lnTo>
                  <a:lnTo>
                    <a:pt x="177711" y="1118882"/>
                  </a:lnTo>
                  <a:lnTo>
                    <a:pt x="184404" y="1129055"/>
                  </a:lnTo>
                  <a:lnTo>
                    <a:pt x="194322" y="1135913"/>
                  </a:lnTo>
                  <a:lnTo>
                    <a:pt x="206502" y="1138428"/>
                  </a:lnTo>
                  <a:lnTo>
                    <a:pt x="218668" y="1135913"/>
                  </a:lnTo>
                  <a:lnTo>
                    <a:pt x="228600" y="1129055"/>
                  </a:lnTo>
                  <a:lnTo>
                    <a:pt x="235280" y="1118882"/>
                  </a:lnTo>
                  <a:lnTo>
                    <a:pt x="237744" y="1106424"/>
                  </a:lnTo>
                  <a:close/>
                </a:path>
                <a:path w="1202690" h="1138554">
                  <a:moveTo>
                    <a:pt x="1202436" y="582942"/>
                  </a:moveTo>
                  <a:lnTo>
                    <a:pt x="1195285" y="532142"/>
                  </a:lnTo>
                  <a:lnTo>
                    <a:pt x="1175219" y="487692"/>
                  </a:lnTo>
                  <a:lnTo>
                    <a:pt x="1146937" y="454063"/>
                  </a:lnTo>
                  <a:lnTo>
                    <a:pt x="1146937" y="581660"/>
                  </a:lnTo>
                  <a:lnTo>
                    <a:pt x="1144409" y="607060"/>
                  </a:lnTo>
                  <a:lnTo>
                    <a:pt x="1126642" y="648982"/>
                  </a:lnTo>
                  <a:lnTo>
                    <a:pt x="1094879" y="681990"/>
                  </a:lnTo>
                  <a:lnTo>
                    <a:pt x="1053109" y="699782"/>
                  </a:lnTo>
                  <a:lnTo>
                    <a:pt x="1029589" y="702310"/>
                  </a:lnTo>
                  <a:lnTo>
                    <a:pt x="1022819" y="702310"/>
                  </a:lnTo>
                  <a:lnTo>
                    <a:pt x="1002665" y="698500"/>
                  </a:lnTo>
                  <a:lnTo>
                    <a:pt x="968756" y="690892"/>
                  </a:lnTo>
                  <a:lnTo>
                    <a:pt x="968248" y="725182"/>
                  </a:lnTo>
                  <a:lnTo>
                    <a:pt x="959510" y="774700"/>
                  </a:lnTo>
                  <a:lnTo>
                    <a:pt x="941501" y="808990"/>
                  </a:lnTo>
                  <a:lnTo>
                    <a:pt x="909396" y="843292"/>
                  </a:lnTo>
                  <a:lnTo>
                    <a:pt x="868959" y="869950"/>
                  </a:lnTo>
                  <a:lnTo>
                    <a:pt x="824052" y="886460"/>
                  </a:lnTo>
                  <a:lnTo>
                    <a:pt x="793369" y="891540"/>
                  </a:lnTo>
                  <a:lnTo>
                    <a:pt x="777875" y="891540"/>
                  </a:lnTo>
                  <a:lnTo>
                    <a:pt x="754354" y="890282"/>
                  </a:lnTo>
                  <a:lnTo>
                    <a:pt x="732853" y="886460"/>
                  </a:lnTo>
                  <a:lnTo>
                    <a:pt x="713714" y="880110"/>
                  </a:lnTo>
                  <a:lnTo>
                    <a:pt x="697357" y="873760"/>
                  </a:lnTo>
                  <a:lnTo>
                    <a:pt x="690333" y="871232"/>
                  </a:lnTo>
                  <a:lnTo>
                    <a:pt x="684149" y="867410"/>
                  </a:lnTo>
                  <a:lnTo>
                    <a:pt x="678815" y="864882"/>
                  </a:lnTo>
                  <a:lnTo>
                    <a:pt x="674370" y="862342"/>
                  </a:lnTo>
                  <a:lnTo>
                    <a:pt x="671703" y="861060"/>
                  </a:lnTo>
                  <a:lnTo>
                    <a:pt x="669925" y="858532"/>
                  </a:lnTo>
                  <a:lnTo>
                    <a:pt x="668655" y="858532"/>
                  </a:lnTo>
                  <a:lnTo>
                    <a:pt x="667385" y="857250"/>
                  </a:lnTo>
                  <a:lnTo>
                    <a:pt x="667258" y="857250"/>
                  </a:lnTo>
                  <a:lnTo>
                    <a:pt x="645795" y="840740"/>
                  </a:lnTo>
                  <a:lnTo>
                    <a:pt x="608215" y="881392"/>
                  </a:lnTo>
                  <a:lnTo>
                    <a:pt x="574281" y="901700"/>
                  </a:lnTo>
                  <a:lnTo>
                    <a:pt x="526288" y="918210"/>
                  </a:lnTo>
                  <a:lnTo>
                    <a:pt x="497205" y="919492"/>
                  </a:lnTo>
                  <a:lnTo>
                    <a:pt x="481838" y="919492"/>
                  </a:lnTo>
                  <a:lnTo>
                    <a:pt x="473837" y="918210"/>
                  </a:lnTo>
                  <a:lnTo>
                    <a:pt x="463842" y="916940"/>
                  </a:lnTo>
                  <a:lnTo>
                    <a:pt x="426377" y="895350"/>
                  </a:lnTo>
                  <a:lnTo>
                    <a:pt x="400812" y="862342"/>
                  </a:lnTo>
                  <a:lnTo>
                    <a:pt x="396621" y="855992"/>
                  </a:lnTo>
                  <a:lnTo>
                    <a:pt x="393573" y="849642"/>
                  </a:lnTo>
                  <a:lnTo>
                    <a:pt x="391541" y="844550"/>
                  </a:lnTo>
                  <a:lnTo>
                    <a:pt x="390652" y="843292"/>
                  </a:lnTo>
                  <a:lnTo>
                    <a:pt x="389890" y="840740"/>
                  </a:lnTo>
                  <a:lnTo>
                    <a:pt x="389509" y="840740"/>
                  </a:lnTo>
                  <a:lnTo>
                    <a:pt x="389001" y="839482"/>
                  </a:lnTo>
                  <a:lnTo>
                    <a:pt x="379349" y="811542"/>
                  </a:lnTo>
                  <a:lnTo>
                    <a:pt x="352552" y="822960"/>
                  </a:lnTo>
                  <a:lnTo>
                    <a:pt x="342658" y="826782"/>
                  </a:lnTo>
                  <a:lnTo>
                    <a:pt x="334327" y="829310"/>
                  </a:lnTo>
                  <a:lnTo>
                    <a:pt x="324485" y="831850"/>
                  </a:lnTo>
                  <a:lnTo>
                    <a:pt x="317500" y="834390"/>
                  </a:lnTo>
                  <a:lnTo>
                    <a:pt x="303149" y="836942"/>
                  </a:lnTo>
                  <a:lnTo>
                    <a:pt x="296164" y="839482"/>
                  </a:lnTo>
                  <a:lnTo>
                    <a:pt x="271716" y="839482"/>
                  </a:lnTo>
                  <a:lnTo>
                    <a:pt x="235331" y="828040"/>
                  </a:lnTo>
                  <a:lnTo>
                    <a:pt x="193636" y="792492"/>
                  </a:lnTo>
                  <a:lnTo>
                    <a:pt x="174942" y="756932"/>
                  </a:lnTo>
                  <a:lnTo>
                    <a:pt x="164998" y="715010"/>
                  </a:lnTo>
                  <a:lnTo>
                    <a:pt x="163703" y="692150"/>
                  </a:lnTo>
                  <a:lnTo>
                    <a:pt x="163703" y="684542"/>
                  </a:lnTo>
                  <a:lnTo>
                    <a:pt x="164211" y="678192"/>
                  </a:lnTo>
                  <a:lnTo>
                    <a:pt x="168021" y="652792"/>
                  </a:lnTo>
                  <a:lnTo>
                    <a:pt x="151384" y="642632"/>
                  </a:lnTo>
                  <a:lnTo>
                    <a:pt x="112522" y="613410"/>
                  </a:lnTo>
                  <a:lnTo>
                    <a:pt x="82397" y="575310"/>
                  </a:lnTo>
                  <a:lnTo>
                    <a:pt x="62915" y="529590"/>
                  </a:lnTo>
                  <a:lnTo>
                    <a:pt x="56007" y="478790"/>
                  </a:lnTo>
                  <a:lnTo>
                    <a:pt x="59753" y="440690"/>
                  </a:lnTo>
                  <a:lnTo>
                    <a:pt x="87553" y="373392"/>
                  </a:lnTo>
                  <a:lnTo>
                    <a:pt x="137426" y="323850"/>
                  </a:lnTo>
                  <a:lnTo>
                    <a:pt x="203060" y="294640"/>
                  </a:lnTo>
                  <a:lnTo>
                    <a:pt x="240030" y="290842"/>
                  </a:lnTo>
                  <a:lnTo>
                    <a:pt x="265709" y="293382"/>
                  </a:lnTo>
                  <a:lnTo>
                    <a:pt x="290449" y="298450"/>
                  </a:lnTo>
                  <a:lnTo>
                    <a:pt x="323723" y="308610"/>
                  </a:lnTo>
                  <a:lnTo>
                    <a:pt x="324904" y="290842"/>
                  </a:lnTo>
                  <a:lnTo>
                    <a:pt x="331901" y="238760"/>
                  </a:lnTo>
                  <a:lnTo>
                    <a:pt x="348462" y="187960"/>
                  </a:lnTo>
                  <a:lnTo>
                    <a:pt x="370484" y="151142"/>
                  </a:lnTo>
                  <a:lnTo>
                    <a:pt x="398653" y="119392"/>
                  </a:lnTo>
                  <a:lnTo>
                    <a:pt x="432066" y="92710"/>
                  </a:lnTo>
                  <a:lnTo>
                    <a:pt x="469925" y="72390"/>
                  </a:lnTo>
                  <a:lnTo>
                    <a:pt x="511441" y="60960"/>
                  </a:lnTo>
                  <a:lnTo>
                    <a:pt x="555879" y="55892"/>
                  </a:lnTo>
                  <a:lnTo>
                    <a:pt x="606298" y="62242"/>
                  </a:lnTo>
                  <a:lnTo>
                    <a:pt x="652856" y="77482"/>
                  </a:lnTo>
                  <a:lnTo>
                    <a:pt x="694359" y="102882"/>
                  </a:lnTo>
                  <a:lnTo>
                    <a:pt x="729615" y="135890"/>
                  </a:lnTo>
                  <a:lnTo>
                    <a:pt x="757428" y="176542"/>
                  </a:lnTo>
                  <a:lnTo>
                    <a:pt x="770128" y="199390"/>
                  </a:lnTo>
                  <a:lnTo>
                    <a:pt x="794004" y="187960"/>
                  </a:lnTo>
                  <a:lnTo>
                    <a:pt x="812558" y="180340"/>
                  </a:lnTo>
                  <a:lnTo>
                    <a:pt x="831977" y="175260"/>
                  </a:lnTo>
                  <a:lnTo>
                    <a:pt x="852144" y="171450"/>
                  </a:lnTo>
                  <a:lnTo>
                    <a:pt x="872998" y="170192"/>
                  </a:lnTo>
                  <a:lnTo>
                    <a:pt x="910234" y="173990"/>
                  </a:lnTo>
                  <a:lnTo>
                    <a:pt x="976337" y="201942"/>
                  </a:lnTo>
                  <a:lnTo>
                    <a:pt x="1026439" y="252742"/>
                  </a:lnTo>
                  <a:lnTo>
                    <a:pt x="1054379" y="320040"/>
                  </a:lnTo>
                  <a:lnTo>
                    <a:pt x="1058164" y="358140"/>
                  </a:lnTo>
                  <a:lnTo>
                    <a:pt x="1057224" y="377190"/>
                  </a:lnTo>
                  <a:lnTo>
                    <a:pt x="1054506" y="396240"/>
                  </a:lnTo>
                  <a:lnTo>
                    <a:pt x="1050124" y="412750"/>
                  </a:lnTo>
                  <a:lnTo>
                    <a:pt x="1044194" y="430542"/>
                  </a:lnTo>
                  <a:lnTo>
                    <a:pt x="1032637" y="458482"/>
                  </a:lnTo>
                  <a:lnTo>
                    <a:pt x="1062228" y="467360"/>
                  </a:lnTo>
                  <a:lnTo>
                    <a:pt x="1095997" y="483882"/>
                  </a:lnTo>
                  <a:lnTo>
                    <a:pt x="1122870" y="509282"/>
                  </a:lnTo>
                  <a:lnTo>
                    <a:pt x="1140587" y="543560"/>
                  </a:lnTo>
                  <a:lnTo>
                    <a:pt x="1146937" y="581660"/>
                  </a:lnTo>
                  <a:lnTo>
                    <a:pt x="1146937" y="454063"/>
                  </a:lnTo>
                  <a:lnTo>
                    <a:pt x="1144244" y="450850"/>
                  </a:lnTo>
                  <a:lnTo>
                    <a:pt x="1104392" y="424192"/>
                  </a:lnTo>
                  <a:lnTo>
                    <a:pt x="1108278" y="408940"/>
                  </a:lnTo>
                  <a:lnTo>
                    <a:pt x="1111148" y="392442"/>
                  </a:lnTo>
                  <a:lnTo>
                    <a:pt x="1112926" y="375932"/>
                  </a:lnTo>
                  <a:lnTo>
                    <a:pt x="1113536" y="359410"/>
                  </a:lnTo>
                  <a:lnTo>
                    <a:pt x="1108646" y="309892"/>
                  </a:lnTo>
                  <a:lnTo>
                    <a:pt x="1094625" y="264160"/>
                  </a:lnTo>
                  <a:lnTo>
                    <a:pt x="1072438" y="222250"/>
                  </a:lnTo>
                  <a:lnTo>
                    <a:pt x="1043051" y="186690"/>
                  </a:lnTo>
                  <a:lnTo>
                    <a:pt x="1023772" y="170192"/>
                  </a:lnTo>
                  <a:lnTo>
                    <a:pt x="1007465" y="156210"/>
                  </a:lnTo>
                  <a:lnTo>
                    <a:pt x="966546" y="134632"/>
                  </a:lnTo>
                  <a:lnTo>
                    <a:pt x="947674" y="128282"/>
                  </a:lnTo>
                  <a:lnTo>
                    <a:pt x="921258" y="119392"/>
                  </a:lnTo>
                  <a:lnTo>
                    <a:pt x="872617" y="114300"/>
                  </a:lnTo>
                  <a:lnTo>
                    <a:pt x="851801" y="115582"/>
                  </a:lnTo>
                  <a:lnTo>
                    <a:pt x="831532" y="118110"/>
                  </a:lnTo>
                  <a:lnTo>
                    <a:pt x="792734" y="128282"/>
                  </a:lnTo>
                  <a:lnTo>
                    <a:pt x="764209" y="92710"/>
                  </a:lnTo>
                  <a:lnTo>
                    <a:pt x="730402" y="60960"/>
                  </a:lnTo>
                  <a:lnTo>
                    <a:pt x="722718" y="55892"/>
                  </a:lnTo>
                  <a:lnTo>
                    <a:pt x="691972" y="35560"/>
                  </a:lnTo>
                  <a:lnTo>
                    <a:pt x="649566" y="16510"/>
                  </a:lnTo>
                  <a:lnTo>
                    <a:pt x="603859" y="5092"/>
                  </a:lnTo>
                  <a:lnTo>
                    <a:pt x="555498" y="0"/>
                  </a:lnTo>
                  <a:lnTo>
                    <a:pt x="500164" y="6350"/>
                  </a:lnTo>
                  <a:lnTo>
                    <a:pt x="448398" y="21590"/>
                  </a:lnTo>
                  <a:lnTo>
                    <a:pt x="401256" y="46990"/>
                  </a:lnTo>
                  <a:lnTo>
                    <a:pt x="359791" y="78740"/>
                  </a:lnTo>
                  <a:lnTo>
                    <a:pt x="329501" y="113042"/>
                  </a:lnTo>
                  <a:lnTo>
                    <a:pt x="304736" y="151142"/>
                  </a:lnTo>
                  <a:lnTo>
                    <a:pt x="286067" y="193040"/>
                  </a:lnTo>
                  <a:lnTo>
                    <a:pt x="274066" y="238760"/>
                  </a:lnTo>
                  <a:lnTo>
                    <a:pt x="256984" y="236232"/>
                  </a:lnTo>
                  <a:lnTo>
                    <a:pt x="239522" y="236232"/>
                  </a:lnTo>
                  <a:lnTo>
                    <a:pt x="191109" y="241300"/>
                  </a:lnTo>
                  <a:lnTo>
                    <a:pt x="146011" y="255282"/>
                  </a:lnTo>
                  <a:lnTo>
                    <a:pt x="105244" y="278142"/>
                  </a:lnTo>
                  <a:lnTo>
                    <a:pt x="69850" y="307340"/>
                  </a:lnTo>
                  <a:lnTo>
                    <a:pt x="40767" y="342900"/>
                  </a:lnTo>
                  <a:lnTo>
                    <a:pt x="18770" y="384810"/>
                  </a:lnTo>
                  <a:lnTo>
                    <a:pt x="4851" y="430542"/>
                  </a:lnTo>
                  <a:lnTo>
                    <a:pt x="0" y="478790"/>
                  </a:lnTo>
                  <a:lnTo>
                    <a:pt x="4978" y="528332"/>
                  </a:lnTo>
                  <a:lnTo>
                    <a:pt x="19278" y="574040"/>
                  </a:lnTo>
                  <a:lnTo>
                    <a:pt x="41884" y="615950"/>
                  </a:lnTo>
                  <a:lnTo>
                    <a:pt x="71818" y="652792"/>
                  </a:lnTo>
                  <a:lnTo>
                    <a:pt x="108077" y="681990"/>
                  </a:lnTo>
                  <a:lnTo>
                    <a:pt x="107950" y="685800"/>
                  </a:lnTo>
                  <a:lnTo>
                    <a:pt x="107569" y="688340"/>
                  </a:lnTo>
                  <a:lnTo>
                    <a:pt x="107569" y="692150"/>
                  </a:lnTo>
                  <a:lnTo>
                    <a:pt x="110502" y="730250"/>
                  </a:lnTo>
                  <a:lnTo>
                    <a:pt x="119253" y="768350"/>
                  </a:lnTo>
                  <a:lnTo>
                    <a:pt x="153797" y="833132"/>
                  </a:lnTo>
                  <a:lnTo>
                    <a:pt x="194170" y="869950"/>
                  </a:lnTo>
                  <a:lnTo>
                    <a:pt x="245846" y="891540"/>
                  </a:lnTo>
                  <a:lnTo>
                    <a:pt x="285242" y="895350"/>
                  </a:lnTo>
                  <a:lnTo>
                    <a:pt x="292900" y="895350"/>
                  </a:lnTo>
                  <a:lnTo>
                    <a:pt x="300494" y="894092"/>
                  </a:lnTo>
                  <a:lnTo>
                    <a:pt x="308000" y="894092"/>
                  </a:lnTo>
                  <a:lnTo>
                    <a:pt x="315468" y="891540"/>
                  </a:lnTo>
                  <a:lnTo>
                    <a:pt x="324129" y="890282"/>
                  </a:lnTo>
                  <a:lnTo>
                    <a:pt x="332536" y="887742"/>
                  </a:lnTo>
                  <a:lnTo>
                    <a:pt x="340575" y="885190"/>
                  </a:lnTo>
                  <a:lnTo>
                    <a:pt x="348107" y="883932"/>
                  </a:lnTo>
                  <a:lnTo>
                    <a:pt x="351701" y="890282"/>
                  </a:lnTo>
                  <a:lnTo>
                    <a:pt x="355815" y="896632"/>
                  </a:lnTo>
                  <a:lnTo>
                    <a:pt x="360464" y="902982"/>
                  </a:lnTo>
                  <a:lnTo>
                    <a:pt x="365633" y="910590"/>
                  </a:lnTo>
                  <a:lnTo>
                    <a:pt x="373710" y="920750"/>
                  </a:lnTo>
                  <a:lnTo>
                    <a:pt x="405384" y="949960"/>
                  </a:lnTo>
                  <a:lnTo>
                    <a:pt x="449326" y="970292"/>
                  </a:lnTo>
                  <a:lnTo>
                    <a:pt x="474484" y="975360"/>
                  </a:lnTo>
                  <a:lnTo>
                    <a:pt x="497078" y="975360"/>
                  </a:lnTo>
                  <a:lnTo>
                    <a:pt x="536536" y="972832"/>
                  </a:lnTo>
                  <a:lnTo>
                    <a:pt x="601116" y="951242"/>
                  </a:lnTo>
                  <a:lnTo>
                    <a:pt x="634174" y="930910"/>
                  </a:lnTo>
                  <a:lnTo>
                    <a:pt x="641794" y="925842"/>
                  </a:lnTo>
                  <a:lnTo>
                    <a:pt x="648550" y="920750"/>
                  </a:lnTo>
                  <a:lnTo>
                    <a:pt x="649719" y="919492"/>
                  </a:lnTo>
                  <a:lnTo>
                    <a:pt x="654431" y="914400"/>
                  </a:lnTo>
                  <a:lnTo>
                    <a:pt x="660146" y="918210"/>
                  </a:lnTo>
                  <a:lnTo>
                    <a:pt x="666877" y="922032"/>
                  </a:lnTo>
                  <a:lnTo>
                    <a:pt x="674624" y="924560"/>
                  </a:lnTo>
                  <a:lnTo>
                    <a:pt x="695375" y="933450"/>
                  </a:lnTo>
                  <a:lnTo>
                    <a:pt x="719696" y="939800"/>
                  </a:lnTo>
                  <a:lnTo>
                    <a:pt x="747268" y="944892"/>
                  </a:lnTo>
                  <a:lnTo>
                    <a:pt x="777748" y="947432"/>
                  </a:lnTo>
                  <a:lnTo>
                    <a:pt x="792848" y="947432"/>
                  </a:lnTo>
                  <a:lnTo>
                    <a:pt x="808355" y="944892"/>
                  </a:lnTo>
                  <a:lnTo>
                    <a:pt x="846709" y="937260"/>
                  </a:lnTo>
                  <a:lnTo>
                    <a:pt x="884301" y="923290"/>
                  </a:lnTo>
                  <a:lnTo>
                    <a:pt x="900938" y="914400"/>
                  </a:lnTo>
                  <a:lnTo>
                    <a:pt x="919975" y="904240"/>
                  </a:lnTo>
                  <a:lnTo>
                    <a:pt x="937158" y="891540"/>
                  </a:lnTo>
                  <a:lnTo>
                    <a:pt x="952627" y="880110"/>
                  </a:lnTo>
                  <a:lnTo>
                    <a:pt x="967397" y="864882"/>
                  </a:lnTo>
                  <a:lnTo>
                    <a:pt x="992949" y="831850"/>
                  </a:lnTo>
                  <a:lnTo>
                    <a:pt x="1013866" y="786142"/>
                  </a:lnTo>
                  <a:lnTo>
                    <a:pt x="1020826" y="756932"/>
                  </a:lnTo>
                  <a:lnTo>
                    <a:pt x="1023747" y="756932"/>
                  </a:lnTo>
                  <a:lnTo>
                    <a:pt x="1026541" y="758190"/>
                  </a:lnTo>
                  <a:lnTo>
                    <a:pt x="1029462" y="758190"/>
                  </a:lnTo>
                  <a:lnTo>
                    <a:pt x="1096924" y="744232"/>
                  </a:lnTo>
                  <a:lnTo>
                    <a:pt x="1152017" y="706132"/>
                  </a:lnTo>
                  <a:lnTo>
                    <a:pt x="1155166" y="702310"/>
                  </a:lnTo>
                  <a:lnTo>
                    <a:pt x="1173073" y="680732"/>
                  </a:lnTo>
                  <a:lnTo>
                    <a:pt x="1188935" y="650240"/>
                  </a:lnTo>
                  <a:lnTo>
                    <a:pt x="1198943" y="617232"/>
                  </a:lnTo>
                  <a:lnTo>
                    <a:pt x="1202436" y="582942"/>
                  </a:lnTo>
                  <a:close/>
                </a:path>
              </a:pathLst>
            </a:custGeom>
            <a:solidFill>
              <a:srgbClr val="8197E9"/>
            </a:solidFill>
          </p:spPr>
          <p:txBody>
            <a:bodyPr wrap="square" lIns="0" tIns="0" rIns="0" bIns="0" rtlCol="0"/>
            <a:lstStyle/>
            <a:p>
              <a:endParaRPr/>
            </a:p>
          </p:txBody>
        </p:sp>
        <p:sp>
          <p:nvSpPr>
            <p:cNvPr id="91" name="object 91"/>
            <p:cNvSpPr/>
            <p:nvPr/>
          </p:nvSpPr>
          <p:spPr>
            <a:xfrm>
              <a:off x="10753343" y="2567952"/>
              <a:ext cx="794766" cy="401561"/>
            </a:xfrm>
            <a:prstGeom prst="rect">
              <a:avLst/>
            </a:prstGeom>
            <a:blipFill>
              <a:blip r:embed="rId32" cstate="print"/>
              <a:stretch>
                <a:fillRect/>
              </a:stretch>
            </a:blipFill>
          </p:spPr>
          <p:txBody>
            <a:bodyPr wrap="square" lIns="0" tIns="0" rIns="0" bIns="0" rtlCol="0"/>
            <a:lstStyle/>
            <a:p>
              <a:endParaRPr/>
            </a:p>
          </p:txBody>
        </p:sp>
        <p:sp>
          <p:nvSpPr>
            <p:cNvPr id="92" name="object 92"/>
            <p:cNvSpPr/>
            <p:nvPr/>
          </p:nvSpPr>
          <p:spPr>
            <a:xfrm>
              <a:off x="10785347" y="2781312"/>
              <a:ext cx="730757" cy="401561"/>
            </a:xfrm>
            <a:prstGeom prst="rect">
              <a:avLst/>
            </a:prstGeom>
            <a:blipFill>
              <a:blip r:embed="rId33" cstate="print"/>
              <a:stretch>
                <a:fillRect/>
              </a:stretch>
            </a:blipFill>
          </p:spPr>
          <p:txBody>
            <a:bodyPr wrap="square" lIns="0" tIns="0" rIns="0" bIns="0" rtlCol="0"/>
            <a:lstStyle/>
            <a:p>
              <a:endParaRPr/>
            </a:p>
          </p:txBody>
        </p:sp>
      </p:grpSp>
      <p:sp>
        <p:nvSpPr>
          <p:cNvPr id="93" name="object 93"/>
          <p:cNvSpPr txBox="1"/>
          <p:nvPr/>
        </p:nvSpPr>
        <p:spPr>
          <a:xfrm>
            <a:off x="10855832" y="2610104"/>
            <a:ext cx="547370" cy="453390"/>
          </a:xfrm>
          <a:prstGeom prst="rect">
            <a:avLst/>
          </a:prstGeom>
        </p:spPr>
        <p:txBody>
          <a:bodyPr vert="horz" wrap="square" lIns="0" tIns="13335" rIns="0" bIns="0" rtlCol="0">
            <a:spAutoFit/>
          </a:bodyPr>
          <a:lstStyle/>
          <a:p>
            <a:pPr marL="12700">
              <a:lnSpc>
                <a:spcPct val="100000"/>
              </a:lnSpc>
              <a:spcBef>
                <a:spcPts val="105"/>
              </a:spcBef>
            </a:pPr>
            <a:r>
              <a:rPr sz="1400" b="1" spc="-10" dirty="0">
                <a:solidFill>
                  <a:srgbClr val="D13834"/>
                </a:solidFill>
                <a:latin typeface="Arial"/>
                <a:cs typeface="Arial"/>
              </a:rPr>
              <a:t>It’s</a:t>
            </a:r>
            <a:r>
              <a:rPr sz="1400" b="1" spc="-125" dirty="0">
                <a:solidFill>
                  <a:srgbClr val="D13834"/>
                </a:solidFill>
                <a:latin typeface="Arial"/>
                <a:cs typeface="Arial"/>
              </a:rPr>
              <a:t> </a:t>
            </a:r>
            <a:r>
              <a:rPr sz="1400" b="1" spc="-5" dirty="0">
                <a:solidFill>
                  <a:srgbClr val="D13834"/>
                </a:solidFill>
                <a:latin typeface="Arial"/>
                <a:cs typeface="Arial"/>
              </a:rPr>
              <a:t>an</a:t>
            </a:r>
            <a:endParaRPr sz="1400">
              <a:latin typeface="Arial"/>
              <a:cs typeface="Arial"/>
            </a:endParaRPr>
          </a:p>
          <a:p>
            <a:pPr marL="44450">
              <a:lnSpc>
                <a:spcPct val="100000"/>
              </a:lnSpc>
            </a:pPr>
            <a:r>
              <a:rPr sz="1400" b="1" spc="-45" dirty="0">
                <a:solidFill>
                  <a:srgbClr val="D13834"/>
                </a:solidFill>
                <a:latin typeface="Arial"/>
                <a:cs typeface="Arial"/>
              </a:rPr>
              <a:t>A</a:t>
            </a:r>
            <a:r>
              <a:rPr sz="1400" b="1" spc="-10" dirty="0">
                <a:solidFill>
                  <a:srgbClr val="D13834"/>
                </a:solidFill>
                <a:latin typeface="Arial"/>
                <a:cs typeface="Arial"/>
              </a:rPr>
              <a:t>pp</a:t>
            </a:r>
            <a:r>
              <a:rPr sz="1400" b="1" dirty="0">
                <a:solidFill>
                  <a:srgbClr val="D13834"/>
                </a:solidFill>
                <a:latin typeface="Arial"/>
                <a:cs typeface="Arial"/>
              </a:rPr>
              <a:t>le</a:t>
            </a:r>
            <a:endParaRPr sz="1400">
              <a:latin typeface="Arial"/>
              <a:cs typeface="Arial"/>
            </a:endParaRPr>
          </a:p>
        </p:txBody>
      </p:sp>
      <p:grpSp>
        <p:nvGrpSpPr>
          <p:cNvPr id="94" name="object 94"/>
          <p:cNvGrpSpPr/>
          <p:nvPr/>
        </p:nvGrpSpPr>
        <p:grpSpPr>
          <a:xfrm>
            <a:off x="10390631" y="1565147"/>
            <a:ext cx="1311910" cy="656590"/>
            <a:chOff x="10390631" y="1565147"/>
            <a:chExt cx="1311910" cy="656590"/>
          </a:xfrm>
        </p:grpSpPr>
        <p:sp>
          <p:nvSpPr>
            <p:cNvPr id="95" name="object 95"/>
            <p:cNvSpPr/>
            <p:nvPr/>
          </p:nvSpPr>
          <p:spPr>
            <a:xfrm>
              <a:off x="10390631" y="1565147"/>
              <a:ext cx="1311402" cy="427481"/>
            </a:xfrm>
            <a:prstGeom prst="rect">
              <a:avLst/>
            </a:prstGeom>
            <a:blipFill>
              <a:blip r:embed="rId34" cstate="print"/>
              <a:stretch>
                <a:fillRect/>
              </a:stretch>
            </a:blipFill>
          </p:spPr>
          <p:txBody>
            <a:bodyPr wrap="square" lIns="0" tIns="0" rIns="0" bIns="0" rtlCol="0"/>
            <a:lstStyle/>
            <a:p>
              <a:endParaRPr/>
            </a:p>
          </p:txBody>
        </p:sp>
        <p:sp>
          <p:nvSpPr>
            <p:cNvPr id="96" name="object 96"/>
            <p:cNvSpPr/>
            <p:nvPr/>
          </p:nvSpPr>
          <p:spPr>
            <a:xfrm>
              <a:off x="10475975" y="1793747"/>
              <a:ext cx="1142237" cy="427481"/>
            </a:xfrm>
            <a:prstGeom prst="rect">
              <a:avLst/>
            </a:prstGeom>
            <a:blipFill>
              <a:blip r:embed="rId35" cstate="print"/>
              <a:stretch>
                <a:fillRect/>
              </a:stretch>
            </a:blipFill>
          </p:spPr>
          <p:txBody>
            <a:bodyPr wrap="square" lIns="0" tIns="0" rIns="0" bIns="0" rtlCol="0"/>
            <a:lstStyle/>
            <a:p>
              <a:endParaRPr/>
            </a:p>
          </p:txBody>
        </p:sp>
      </p:grpSp>
      <p:sp>
        <p:nvSpPr>
          <p:cNvPr id="97" name="object 97"/>
          <p:cNvSpPr txBox="1"/>
          <p:nvPr/>
        </p:nvSpPr>
        <p:spPr>
          <a:xfrm>
            <a:off x="10499852" y="1611248"/>
            <a:ext cx="1024255" cy="482600"/>
          </a:xfrm>
          <a:prstGeom prst="rect">
            <a:avLst/>
          </a:prstGeom>
        </p:spPr>
        <p:txBody>
          <a:bodyPr vert="horz" wrap="square" lIns="0" tIns="12700" rIns="0" bIns="0" rtlCol="0">
            <a:spAutoFit/>
          </a:bodyPr>
          <a:lstStyle/>
          <a:p>
            <a:pPr marL="97790" marR="5080" indent="-85725">
              <a:lnSpc>
                <a:spcPct val="100000"/>
              </a:lnSpc>
              <a:spcBef>
                <a:spcPts val="100"/>
              </a:spcBef>
            </a:pPr>
            <a:r>
              <a:rPr sz="1500" b="1" dirty="0">
                <a:solidFill>
                  <a:srgbClr val="FFFFFF"/>
                </a:solidFill>
                <a:latin typeface="Gothic Uralic"/>
                <a:cs typeface="Gothic Uralic"/>
              </a:rPr>
              <a:t>R</a:t>
            </a:r>
            <a:r>
              <a:rPr sz="1500" b="1" spc="-5" dirty="0">
                <a:solidFill>
                  <a:srgbClr val="FFFFFF"/>
                </a:solidFill>
                <a:latin typeface="Gothic Uralic"/>
                <a:cs typeface="Gothic Uralic"/>
              </a:rPr>
              <a:t>einforced  Response</a:t>
            </a:r>
            <a:endParaRPr sz="1500">
              <a:latin typeface="Gothic Uralic"/>
              <a:cs typeface="Gothic Uralic"/>
            </a:endParaRPr>
          </a:p>
        </p:txBody>
      </p:sp>
      <p:grpSp>
        <p:nvGrpSpPr>
          <p:cNvPr id="98" name="object 98"/>
          <p:cNvGrpSpPr/>
          <p:nvPr/>
        </p:nvGrpSpPr>
        <p:grpSpPr>
          <a:xfrm>
            <a:off x="10688446" y="4248277"/>
            <a:ext cx="102235" cy="805180"/>
            <a:chOff x="10688446" y="4248277"/>
            <a:chExt cx="102235" cy="805180"/>
          </a:xfrm>
        </p:grpSpPr>
        <p:sp>
          <p:nvSpPr>
            <p:cNvPr id="99" name="object 99"/>
            <p:cNvSpPr/>
            <p:nvPr/>
          </p:nvSpPr>
          <p:spPr>
            <a:xfrm>
              <a:off x="10688446" y="4248277"/>
              <a:ext cx="101092" cy="148971"/>
            </a:xfrm>
            <a:prstGeom prst="rect">
              <a:avLst/>
            </a:prstGeom>
            <a:blipFill>
              <a:blip r:embed="rId36" cstate="print"/>
              <a:stretch>
                <a:fillRect/>
              </a:stretch>
            </a:blipFill>
          </p:spPr>
          <p:txBody>
            <a:bodyPr wrap="square" lIns="0" tIns="0" rIns="0" bIns="0" rtlCol="0"/>
            <a:lstStyle/>
            <a:p>
              <a:endParaRPr/>
            </a:p>
          </p:txBody>
        </p:sp>
        <p:sp>
          <p:nvSpPr>
            <p:cNvPr id="100" name="object 100"/>
            <p:cNvSpPr/>
            <p:nvPr/>
          </p:nvSpPr>
          <p:spPr>
            <a:xfrm>
              <a:off x="10736579" y="4418076"/>
              <a:ext cx="1905" cy="631825"/>
            </a:xfrm>
            <a:custGeom>
              <a:avLst/>
              <a:gdLst/>
              <a:ahLst/>
              <a:cxnLst/>
              <a:rect l="l" t="t" r="r" b="b"/>
              <a:pathLst>
                <a:path w="1904" h="631825">
                  <a:moveTo>
                    <a:pt x="1904" y="631825"/>
                  </a:moveTo>
                  <a:lnTo>
                    <a:pt x="0" y="384048"/>
                  </a:lnTo>
                </a:path>
                <a:path w="1904" h="631825">
                  <a:moveTo>
                    <a:pt x="0" y="370331"/>
                  </a:moveTo>
                  <a:lnTo>
                    <a:pt x="0" y="327660"/>
                  </a:lnTo>
                </a:path>
                <a:path w="1904" h="631825">
                  <a:moveTo>
                    <a:pt x="0" y="313944"/>
                  </a:moveTo>
                  <a:lnTo>
                    <a:pt x="0" y="271272"/>
                  </a:lnTo>
                </a:path>
                <a:path w="1904" h="631825">
                  <a:moveTo>
                    <a:pt x="0" y="255905"/>
                  </a:moveTo>
                  <a:lnTo>
                    <a:pt x="0" y="0"/>
                  </a:lnTo>
                </a:path>
              </a:pathLst>
            </a:custGeom>
            <a:ln w="6350">
              <a:solidFill>
                <a:srgbClr val="FFFFFF"/>
              </a:solidFill>
            </a:ln>
          </p:spPr>
          <p:txBody>
            <a:bodyPr wrap="square" lIns="0" tIns="0" rIns="0" bIns="0" rtlCol="0"/>
            <a:lstStyle/>
            <a:p>
              <a:endParaRPr/>
            </a:p>
          </p:txBody>
        </p:sp>
        <p:sp>
          <p:nvSpPr>
            <p:cNvPr id="101" name="object 101"/>
            <p:cNvSpPr/>
            <p:nvPr/>
          </p:nvSpPr>
          <p:spPr>
            <a:xfrm>
              <a:off x="10689081" y="4551934"/>
              <a:ext cx="101092" cy="104140"/>
            </a:xfrm>
            <a:prstGeom prst="rect">
              <a:avLst/>
            </a:prstGeom>
            <a:blipFill>
              <a:blip r:embed="rId37" cstate="print"/>
              <a:stretch>
                <a:fillRect/>
              </a:stretch>
            </a:blipFill>
          </p:spPr>
          <p:txBody>
            <a:bodyPr wrap="square" lIns="0" tIns="0" rIns="0" bIns="0" rtlCol="0"/>
            <a:lstStyle/>
            <a:p>
              <a:endParaRPr/>
            </a:p>
          </p:txBody>
        </p:sp>
      </p:grpSp>
      <p:sp>
        <p:nvSpPr>
          <p:cNvPr id="102" name="object 102"/>
          <p:cNvSpPr/>
          <p:nvPr/>
        </p:nvSpPr>
        <p:spPr>
          <a:xfrm>
            <a:off x="10433304" y="5847588"/>
            <a:ext cx="765809" cy="454914"/>
          </a:xfrm>
          <a:prstGeom prst="rect">
            <a:avLst/>
          </a:prstGeom>
          <a:blipFill>
            <a:blip r:embed="rId38" cstate="print"/>
            <a:stretch>
              <a:fillRect/>
            </a:stretch>
          </a:blipFill>
        </p:spPr>
        <p:txBody>
          <a:bodyPr wrap="square" lIns="0" tIns="0" rIns="0" bIns="0" rtlCol="0"/>
          <a:lstStyle/>
          <a:p>
            <a:endParaRPr/>
          </a:p>
        </p:txBody>
      </p:sp>
      <p:sp>
        <p:nvSpPr>
          <p:cNvPr id="103" name="object 103"/>
          <p:cNvSpPr txBox="1"/>
          <p:nvPr/>
        </p:nvSpPr>
        <p:spPr>
          <a:xfrm>
            <a:off x="10550143" y="5897981"/>
            <a:ext cx="520065" cy="269240"/>
          </a:xfrm>
          <a:prstGeom prst="rect">
            <a:avLst/>
          </a:prstGeom>
        </p:spPr>
        <p:txBody>
          <a:bodyPr vert="horz" wrap="square" lIns="0" tIns="12065" rIns="0" bIns="0" rtlCol="0">
            <a:spAutoFit/>
          </a:bodyPr>
          <a:lstStyle/>
          <a:p>
            <a:pPr marL="12700">
              <a:lnSpc>
                <a:spcPct val="100000"/>
              </a:lnSpc>
              <a:spcBef>
                <a:spcPts val="95"/>
              </a:spcBef>
            </a:pPr>
            <a:r>
              <a:rPr sz="1600" b="1" spc="-5" dirty="0">
                <a:solidFill>
                  <a:srgbClr val="FFFFFF"/>
                </a:solidFill>
                <a:latin typeface="Arial"/>
                <a:cs typeface="Arial"/>
              </a:rPr>
              <a:t>I</a:t>
            </a:r>
            <a:r>
              <a:rPr sz="1600" b="1" spc="-10" dirty="0">
                <a:solidFill>
                  <a:srgbClr val="FFFFFF"/>
                </a:solidFill>
                <a:latin typeface="Arial"/>
                <a:cs typeface="Arial"/>
              </a:rPr>
              <a:t>n</a:t>
            </a:r>
            <a:r>
              <a:rPr sz="1600" b="1" spc="-5" dirty="0">
                <a:solidFill>
                  <a:srgbClr val="FFFFFF"/>
                </a:solidFill>
                <a:latin typeface="Arial"/>
                <a:cs typeface="Arial"/>
              </a:rPr>
              <a:t>p</a:t>
            </a:r>
            <a:r>
              <a:rPr sz="1600" b="1" spc="-15" dirty="0">
                <a:solidFill>
                  <a:srgbClr val="FFFFFF"/>
                </a:solidFill>
                <a:latin typeface="Arial"/>
                <a:cs typeface="Arial"/>
              </a:rPr>
              <a:t>u</a:t>
            </a:r>
            <a:r>
              <a:rPr sz="1600" b="1" spc="-5" dirty="0">
                <a:solidFill>
                  <a:srgbClr val="FFFFFF"/>
                </a:solidFill>
                <a:latin typeface="Arial"/>
                <a:cs typeface="Arial"/>
              </a:rPr>
              <a:t>t</a:t>
            </a:r>
            <a:endParaRPr sz="1600">
              <a:latin typeface="Arial"/>
              <a:cs typeface="Arial"/>
            </a:endParaRPr>
          </a:p>
        </p:txBody>
      </p:sp>
      <p:grpSp>
        <p:nvGrpSpPr>
          <p:cNvPr id="104" name="object 104"/>
          <p:cNvGrpSpPr/>
          <p:nvPr/>
        </p:nvGrpSpPr>
        <p:grpSpPr>
          <a:xfrm>
            <a:off x="10946892" y="5177028"/>
            <a:ext cx="274320" cy="451484"/>
            <a:chOff x="10946892" y="5177028"/>
            <a:chExt cx="274320" cy="451484"/>
          </a:xfrm>
        </p:grpSpPr>
        <p:sp>
          <p:nvSpPr>
            <p:cNvPr id="105" name="object 105"/>
            <p:cNvSpPr/>
            <p:nvPr/>
          </p:nvSpPr>
          <p:spPr>
            <a:xfrm>
              <a:off x="11032236" y="5521452"/>
              <a:ext cx="105156" cy="106679"/>
            </a:xfrm>
            <a:prstGeom prst="rect">
              <a:avLst/>
            </a:prstGeom>
            <a:blipFill>
              <a:blip r:embed="rId39" cstate="print"/>
              <a:stretch>
                <a:fillRect/>
              </a:stretch>
            </a:blipFill>
          </p:spPr>
          <p:txBody>
            <a:bodyPr wrap="square" lIns="0" tIns="0" rIns="0" bIns="0" rtlCol="0"/>
            <a:lstStyle/>
            <a:p>
              <a:endParaRPr/>
            </a:p>
          </p:txBody>
        </p:sp>
        <p:sp>
          <p:nvSpPr>
            <p:cNvPr id="106" name="object 106"/>
            <p:cNvSpPr/>
            <p:nvPr/>
          </p:nvSpPr>
          <p:spPr>
            <a:xfrm>
              <a:off x="10946892" y="5177028"/>
              <a:ext cx="274320" cy="318770"/>
            </a:xfrm>
            <a:custGeom>
              <a:avLst/>
              <a:gdLst/>
              <a:ahLst/>
              <a:cxnLst/>
              <a:rect l="l" t="t" r="r" b="b"/>
              <a:pathLst>
                <a:path w="274320" h="318770">
                  <a:moveTo>
                    <a:pt x="137159" y="0"/>
                  </a:moveTo>
                  <a:lnTo>
                    <a:pt x="93829" y="7011"/>
                  </a:lnTo>
                  <a:lnTo>
                    <a:pt x="56180" y="26525"/>
                  </a:lnTo>
                  <a:lnTo>
                    <a:pt x="26481" y="56263"/>
                  </a:lnTo>
                  <a:lnTo>
                    <a:pt x="6998" y="93943"/>
                  </a:lnTo>
                  <a:lnTo>
                    <a:pt x="0" y="137287"/>
                  </a:lnTo>
                  <a:lnTo>
                    <a:pt x="0" y="150495"/>
                  </a:lnTo>
                  <a:lnTo>
                    <a:pt x="105536" y="150495"/>
                  </a:lnTo>
                  <a:lnTo>
                    <a:pt x="105536" y="137287"/>
                  </a:lnTo>
                  <a:lnTo>
                    <a:pt x="108031" y="124932"/>
                  </a:lnTo>
                  <a:lnTo>
                    <a:pt x="114823" y="114839"/>
                  </a:lnTo>
                  <a:lnTo>
                    <a:pt x="124878" y="108033"/>
                  </a:lnTo>
                  <a:lnTo>
                    <a:pt x="137159" y="105537"/>
                  </a:lnTo>
                  <a:lnTo>
                    <a:pt x="149441" y="108033"/>
                  </a:lnTo>
                  <a:lnTo>
                    <a:pt x="159496" y="114839"/>
                  </a:lnTo>
                  <a:lnTo>
                    <a:pt x="166288" y="124932"/>
                  </a:lnTo>
                  <a:lnTo>
                    <a:pt x="168782" y="137287"/>
                  </a:lnTo>
                  <a:lnTo>
                    <a:pt x="168036" y="144111"/>
                  </a:lnTo>
                  <a:lnTo>
                    <a:pt x="165861" y="150542"/>
                  </a:lnTo>
                  <a:lnTo>
                    <a:pt x="162353" y="156378"/>
                  </a:lnTo>
                  <a:lnTo>
                    <a:pt x="157606" y="161417"/>
                  </a:lnTo>
                  <a:lnTo>
                    <a:pt x="84454" y="223774"/>
                  </a:lnTo>
                  <a:lnTo>
                    <a:pt x="84454" y="318516"/>
                  </a:lnTo>
                  <a:lnTo>
                    <a:pt x="189864" y="318516"/>
                  </a:lnTo>
                  <a:lnTo>
                    <a:pt x="189864" y="272542"/>
                  </a:lnTo>
                  <a:lnTo>
                    <a:pt x="225932" y="241935"/>
                  </a:lnTo>
                  <a:lnTo>
                    <a:pt x="246459" y="220208"/>
                  </a:lnTo>
                  <a:lnTo>
                    <a:pt x="261651" y="194897"/>
                  </a:lnTo>
                  <a:lnTo>
                    <a:pt x="271081" y="166943"/>
                  </a:lnTo>
                  <a:lnTo>
                    <a:pt x="274319" y="137287"/>
                  </a:lnTo>
                  <a:lnTo>
                    <a:pt x="267321" y="93943"/>
                  </a:lnTo>
                  <a:lnTo>
                    <a:pt x="247838" y="56263"/>
                  </a:lnTo>
                  <a:lnTo>
                    <a:pt x="218139" y="26525"/>
                  </a:lnTo>
                  <a:lnTo>
                    <a:pt x="180490" y="7011"/>
                  </a:lnTo>
                  <a:lnTo>
                    <a:pt x="137159" y="0"/>
                  </a:lnTo>
                  <a:close/>
                </a:path>
              </a:pathLst>
            </a:custGeom>
            <a:solidFill>
              <a:srgbClr val="C00000"/>
            </a:solidFill>
          </p:spPr>
          <p:txBody>
            <a:bodyPr wrap="square" lIns="0" tIns="0" rIns="0" bIns="0" rtlCol="0"/>
            <a:lstStyle/>
            <a:p>
              <a:endParaRPr/>
            </a:p>
          </p:txBody>
        </p:sp>
      </p:grpSp>
      <p:grpSp>
        <p:nvGrpSpPr>
          <p:cNvPr id="107" name="object 107"/>
          <p:cNvGrpSpPr/>
          <p:nvPr/>
        </p:nvGrpSpPr>
        <p:grpSpPr>
          <a:xfrm>
            <a:off x="10396867" y="5102363"/>
            <a:ext cx="492125" cy="600710"/>
            <a:chOff x="10396867" y="5102363"/>
            <a:chExt cx="492125" cy="600710"/>
          </a:xfrm>
        </p:grpSpPr>
        <p:sp>
          <p:nvSpPr>
            <p:cNvPr id="108" name="object 108"/>
            <p:cNvSpPr/>
            <p:nvPr/>
          </p:nvSpPr>
          <p:spPr>
            <a:xfrm>
              <a:off x="10396867" y="5262498"/>
              <a:ext cx="492125" cy="440690"/>
            </a:xfrm>
            <a:custGeom>
              <a:avLst/>
              <a:gdLst/>
              <a:ahLst/>
              <a:cxnLst/>
              <a:rect l="l" t="t" r="r" b="b"/>
              <a:pathLst>
                <a:path w="492125" h="440689">
                  <a:moveTo>
                    <a:pt x="356857" y="0"/>
                  </a:moveTo>
                  <a:lnTo>
                    <a:pt x="321448" y="2115"/>
                  </a:lnTo>
                  <a:lnTo>
                    <a:pt x="290372" y="11207"/>
                  </a:lnTo>
                  <a:lnTo>
                    <a:pt x="264917" y="28539"/>
                  </a:lnTo>
                  <a:lnTo>
                    <a:pt x="246367" y="55371"/>
                  </a:lnTo>
                  <a:lnTo>
                    <a:pt x="228281" y="28539"/>
                  </a:lnTo>
                  <a:lnTo>
                    <a:pt x="202742" y="11207"/>
                  </a:lnTo>
                  <a:lnTo>
                    <a:pt x="171393" y="2115"/>
                  </a:lnTo>
                  <a:lnTo>
                    <a:pt x="135877" y="0"/>
                  </a:lnTo>
                  <a:lnTo>
                    <a:pt x="96498" y="5399"/>
                  </a:lnTo>
                  <a:lnTo>
                    <a:pt x="39300" y="38944"/>
                  </a:lnTo>
                  <a:lnTo>
                    <a:pt x="8197" y="95655"/>
                  </a:lnTo>
                  <a:lnTo>
                    <a:pt x="0" y="166938"/>
                  </a:lnTo>
                  <a:lnTo>
                    <a:pt x="3495" y="205358"/>
                  </a:lnTo>
                  <a:lnTo>
                    <a:pt x="11523" y="244199"/>
                  </a:lnTo>
                  <a:lnTo>
                    <a:pt x="23684" y="282386"/>
                  </a:lnTo>
                  <a:lnTo>
                    <a:pt x="39580" y="318845"/>
                  </a:lnTo>
                  <a:lnTo>
                    <a:pt x="58814" y="352501"/>
                  </a:lnTo>
                  <a:lnTo>
                    <a:pt x="105698" y="407109"/>
                  </a:lnTo>
                  <a:lnTo>
                    <a:pt x="161150" y="437616"/>
                  </a:lnTo>
                  <a:lnTo>
                    <a:pt x="175640" y="439651"/>
                  </a:lnTo>
                  <a:lnTo>
                    <a:pt x="186486" y="437468"/>
                  </a:lnTo>
                  <a:lnTo>
                    <a:pt x="196476" y="431606"/>
                  </a:lnTo>
                  <a:lnTo>
                    <a:pt x="208394" y="422605"/>
                  </a:lnTo>
                  <a:lnTo>
                    <a:pt x="226029" y="412861"/>
                  </a:lnTo>
                  <a:lnTo>
                    <a:pt x="245176" y="409613"/>
                  </a:lnTo>
                  <a:lnTo>
                    <a:pt x="264347" y="412861"/>
                  </a:lnTo>
                  <a:lnTo>
                    <a:pt x="282054" y="422605"/>
                  </a:lnTo>
                  <a:lnTo>
                    <a:pt x="293952" y="432257"/>
                  </a:lnTo>
                  <a:lnTo>
                    <a:pt x="303898" y="438335"/>
                  </a:lnTo>
                  <a:lnTo>
                    <a:pt x="358180" y="425912"/>
                  </a:lnTo>
                  <a:lnTo>
                    <a:pt x="410345" y="382280"/>
                  </a:lnTo>
                  <a:lnTo>
                    <a:pt x="452114" y="318845"/>
                  </a:lnTo>
                  <a:lnTo>
                    <a:pt x="468126" y="282386"/>
                  </a:lnTo>
                  <a:lnTo>
                    <a:pt x="480371" y="244199"/>
                  </a:lnTo>
                  <a:lnTo>
                    <a:pt x="488461" y="205359"/>
                  </a:lnTo>
                  <a:lnTo>
                    <a:pt x="492005" y="166938"/>
                  </a:lnTo>
                  <a:lnTo>
                    <a:pt x="490615" y="130012"/>
                  </a:lnTo>
                  <a:lnTo>
                    <a:pt x="471474" y="64941"/>
                  </a:lnTo>
                  <a:lnTo>
                    <a:pt x="427926" y="18739"/>
                  </a:lnTo>
                  <a:lnTo>
                    <a:pt x="396026" y="5399"/>
                  </a:lnTo>
                  <a:lnTo>
                    <a:pt x="356857" y="0"/>
                  </a:lnTo>
                  <a:close/>
                </a:path>
              </a:pathLst>
            </a:custGeom>
            <a:solidFill>
              <a:srgbClr val="D13834"/>
            </a:solidFill>
          </p:spPr>
          <p:txBody>
            <a:bodyPr wrap="square" lIns="0" tIns="0" rIns="0" bIns="0" rtlCol="0"/>
            <a:lstStyle/>
            <a:p>
              <a:endParaRPr/>
            </a:p>
          </p:txBody>
        </p:sp>
        <p:sp>
          <p:nvSpPr>
            <p:cNvPr id="109" name="object 109"/>
            <p:cNvSpPr/>
            <p:nvPr/>
          </p:nvSpPr>
          <p:spPr>
            <a:xfrm>
              <a:off x="10509504" y="5102363"/>
              <a:ext cx="221996" cy="176772"/>
            </a:xfrm>
            <a:prstGeom prst="rect">
              <a:avLst/>
            </a:prstGeom>
            <a:blipFill>
              <a:blip r:embed="rId40" cstate="print"/>
              <a:stretch>
                <a:fillRect/>
              </a:stretch>
            </a:blipFill>
          </p:spPr>
          <p:txBody>
            <a:bodyPr wrap="square" lIns="0" tIns="0" rIns="0" bIns="0" rtlCol="0"/>
            <a:lstStyle/>
            <a:p>
              <a:endParaRPr/>
            </a:p>
          </p:txBody>
        </p:sp>
      </p:grpSp>
      <p:sp>
        <p:nvSpPr>
          <p:cNvPr id="110" name="object 110"/>
          <p:cNvSpPr/>
          <p:nvPr/>
        </p:nvSpPr>
        <p:spPr>
          <a:xfrm>
            <a:off x="0" y="0"/>
            <a:ext cx="12192000" cy="6858000"/>
          </a:xfrm>
          <a:prstGeom prst="rect">
            <a:avLst/>
          </a:prstGeom>
          <a:blipFill>
            <a:blip r:embed="rId41" cstate="print"/>
            <a:stretch>
              <a:fillRect/>
            </a:stretch>
          </a:blipFill>
        </p:spPr>
        <p:txBody>
          <a:bodyPr wrap="square" lIns="0" tIns="0" rIns="0" bIns="0" rtlCol="0"/>
          <a:lstStyle/>
          <a:p>
            <a:endParaRPr/>
          </a:p>
        </p:txBody>
      </p:sp>
      <p:sp>
        <p:nvSpPr>
          <p:cNvPr id="111" name="object 111"/>
          <p:cNvSpPr txBox="1">
            <a:spLocks noGrp="1"/>
          </p:cNvSpPr>
          <p:nvPr>
            <p:ph type="sldNum" sz="quarter" idx="7"/>
          </p:nvPr>
        </p:nvSpPr>
        <p:spPr>
          <a:prstGeom prst="rect">
            <a:avLst/>
          </a:prstGeom>
        </p:spPr>
        <p:txBody>
          <a:bodyPr vert="horz" wrap="square" lIns="0" tIns="3175" rIns="0" bIns="0" rtlCol="0">
            <a:spAutoFit/>
          </a:bodyPr>
          <a:lstStyle/>
          <a:p>
            <a:pPr marL="38100">
              <a:lnSpc>
                <a:spcPct val="100000"/>
              </a:lnSpc>
              <a:spcBef>
                <a:spcPts val="25"/>
              </a:spcBef>
            </a:pPr>
            <a:fld id="{81D60167-4931-47E6-BA6A-407CBD079E47}" type="slidenum">
              <a:rPr dirty="0"/>
              <a:pPr marL="38100">
                <a:lnSpc>
                  <a:spcPct val="100000"/>
                </a:lnSpc>
                <a:spcBef>
                  <a:spcPts val="25"/>
                </a:spcBef>
              </a:pPr>
              <a:t>36</a:t>
            </a:fld>
            <a:endParaRPr dirty="0"/>
          </a:p>
        </p:txBody>
      </p:sp>
      <p:sp>
        <p:nvSpPr>
          <p:cNvPr id="112" name="object 112"/>
          <p:cNvSpPr txBox="1">
            <a:spLocks noGrp="1"/>
          </p:cNvSpPr>
          <p:nvPr>
            <p:ph type="ftr" sz="quarter" idx="5"/>
          </p:nvPr>
        </p:nvSpPr>
        <p:spPr>
          <a:prstGeom prst="rect">
            <a:avLst/>
          </a:prstGeom>
        </p:spPr>
        <p:txBody>
          <a:bodyPr vert="horz" wrap="square" lIns="0" tIns="3175" rIns="0" bIns="0" rtlCol="0">
            <a:spAutoFit/>
          </a:bodyPr>
          <a:lstStyle/>
          <a:p>
            <a:pPr marL="12700">
              <a:lnSpc>
                <a:spcPct val="100000"/>
              </a:lnSpc>
              <a:spcBef>
                <a:spcPts val="25"/>
              </a:spcBef>
            </a:pPr>
            <a:r>
              <a:rPr dirty="0"/>
              <a:t>This slide</a:t>
            </a:r>
            <a:r>
              <a:rPr spc="65" dirty="0"/>
              <a:t> </a:t>
            </a:r>
            <a:r>
              <a:rPr dirty="0"/>
              <a:t>is </a:t>
            </a:r>
            <a:r>
              <a:rPr spc="-5" dirty="0"/>
              <a:t>100% editable. Adapt </a:t>
            </a:r>
            <a:r>
              <a:rPr dirty="0"/>
              <a:t>it to </a:t>
            </a:r>
            <a:r>
              <a:rPr spc="-5" dirty="0"/>
              <a:t>your needs and capture your audience's attention.</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5574791" y="711708"/>
            <a:ext cx="104139" cy="105410"/>
          </a:xfrm>
          <a:custGeom>
            <a:avLst/>
            <a:gdLst/>
            <a:ahLst/>
            <a:cxnLst/>
            <a:rect l="l" t="t" r="r" b="b"/>
            <a:pathLst>
              <a:path w="104139" h="105409">
                <a:moveTo>
                  <a:pt x="103632" y="0"/>
                </a:moveTo>
                <a:lnTo>
                  <a:pt x="0" y="0"/>
                </a:lnTo>
                <a:lnTo>
                  <a:pt x="0" y="105155"/>
                </a:lnTo>
                <a:lnTo>
                  <a:pt x="103632" y="105155"/>
                </a:lnTo>
                <a:lnTo>
                  <a:pt x="103632" y="0"/>
                </a:lnTo>
                <a:close/>
              </a:path>
            </a:pathLst>
          </a:custGeom>
          <a:solidFill>
            <a:srgbClr val="FFFFFF">
              <a:alpha val="1960"/>
            </a:srgbClr>
          </a:solidFill>
        </p:spPr>
        <p:txBody>
          <a:bodyPr wrap="square" lIns="0" tIns="0" rIns="0" bIns="0" rtlCol="0"/>
          <a:lstStyle/>
          <a:p>
            <a:endParaRPr/>
          </a:p>
        </p:txBody>
      </p:sp>
      <p:sp>
        <p:nvSpPr>
          <p:cNvPr id="3" name="object 3"/>
          <p:cNvSpPr/>
          <p:nvPr/>
        </p:nvSpPr>
        <p:spPr>
          <a:xfrm>
            <a:off x="7292340" y="688848"/>
            <a:ext cx="82550" cy="76200"/>
          </a:xfrm>
          <a:custGeom>
            <a:avLst/>
            <a:gdLst/>
            <a:ahLst/>
            <a:cxnLst/>
            <a:rect l="l" t="t" r="r" b="b"/>
            <a:pathLst>
              <a:path w="82550" h="76200">
                <a:moveTo>
                  <a:pt x="82296" y="0"/>
                </a:moveTo>
                <a:lnTo>
                  <a:pt x="0" y="0"/>
                </a:lnTo>
                <a:lnTo>
                  <a:pt x="0" y="76200"/>
                </a:lnTo>
                <a:lnTo>
                  <a:pt x="82296" y="76200"/>
                </a:lnTo>
                <a:lnTo>
                  <a:pt x="82296" y="0"/>
                </a:lnTo>
                <a:close/>
              </a:path>
            </a:pathLst>
          </a:custGeom>
          <a:solidFill>
            <a:srgbClr val="FFFFFF">
              <a:alpha val="1960"/>
            </a:srgbClr>
          </a:solidFill>
        </p:spPr>
        <p:txBody>
          <a:bodyPr wrap="square" lIns="0" tIns="0" rIns="0" bIns="0" rtlCol="0"/>
          <a:lstStyle/>
          <a:p>
            <a:endParaRPr/>
          </a:p>
        </p:txBody>
      </p:sp>
      <p:sp>
        <p:nvSpPr>
          <p:cNvPr id="4" name="object 4"/>
          <p:cNvSpPr/>
          <p:nvPr/>
        </p:nvSpPr>
        <p:spPr>
          <a:xfrm>
            <a:off x="8397240" y="263651"/>
            <a:ext cx="205740" cy="205740"/>
          </a:xfrm>
          <a:custGeom>
            <a:avLst/>
            <a:gdLst/>
            <a:ahLst/>
            <a:cxnLst/>
            <a:rect l="l" t="t" r="r" b="b"/>
            <a:pathLst>
              <a:path w="205740" h="205740">
                <a:moveTo>
                  <a:pt x="205740" y="0"/>
                </a:moveTo>
                <a:lnTo>
                  <a:pt x="0" y="0"/>
                </a:lnTo>
                <a:lnTo>
                  <a:pt x="0" y="205740"/>
                </a:lnTo>
                <a:lnTo>
                  <a:pt x="205740" y="205740"/>
                </a:lnTo>
                <a:lnTo>
                  <a:pt x="205740" y="0"/>
                </a:lnTo>
                <a:close/>
              </a:path>
            </a:pathLst>
          </a:custGeom>
          <a:solidFill>
            <a:srgbClr val="FFFFFF">
              <a:alpha val="1960"/>
            </a:srgbClr>
          </a:solidFill>
        </p:spPr>
        <p:txBody>
          <a:bodyPr wrap="square" lIns="0" tIns="0" rIns="0" bIns="0" rtlCol="0"/>
          <a:lstStyle/>
          <a:p>
            <a:endParaRPr/>
          </a:p>
        </p:txBody>
      </p:sp>
      <p:sp>
        <p:nvSpPr>
          <p:cNvPr id="5" name="object 5"/>
          <p:cNvSpPr/>
          <p:nvPr/>
        </p:nvSpPr>
        <p:spPr>
          <a:xfrm>
            <a:off x="8388095" y="1510283"/>
            <a:ext cx="58419" cy="56515"/>
          </a:xfrm>
          <a:custGeom>
            <a:avLst/>
            <a:gdLst/>
            <a:ahLst/>
            <a:cxnLst/>
            <a:rect l="l" t="t" r="r" b="b"/>
            <a:pathLst>
              <a:path w="58420" h="56515">
                <a:moveTo>
                  <a:pt x="57911" y="0"/>
                </a:moveTo>
                <a:lnTo>
                  <a:pt x="0" y="0"/>
                </a:lnTo>
                <a:lnTo>
                  <a:pt x="0" y="56387"/>
                </a:lnTo>
                <a:lnTo>
                  <a:pt x="57911" y="56387"/>
                </a:lnTo>
                <a:lnTo>
                  <a:pt x="57911" y="0"/>
                </a:lnTo>
                <a:close/>
              </a:path>
            </a:pathLst>
          </a:custGeom>
          <a:solidFill>
            <a:srgbClr val="FFFFFF">
              <a:alpha val="1960"/>
            </a:srgbClr>
          </a:solidFill>
        </p:spPr>
        <p:txBody>
          <a:bodyPr wrap="square" lIns="0" tIns="0" rIns="0" bIns="0" rtlCol="0"/>
          <a:lstStyle/>
          <a:p>
            <a:endParaRPr/>
          </a:p>
        </p:txBody>
      </p:sp>
      <p:sp>
        <p:nvSpPr>
          <p:cNvPr id="6" name="object 6"/>
          <p:cNvSpPr/>
          <p:nvPr/>
        </p:nvSpPr>
        <p:spPr>
          <a:xfrm>
            <a:off x="9404604" y="765048"/>
            <a:ext cx="184785" cy="184785"/>
          </a:xfrm>
          <a:custGeom>
            <a:avLst/>
            <a:gdLst/>
            <a:ahLst/>
            <a:cxnLst/>
            <a:rect l="l" t="t" r="r" b="b"/>
            <a:pathLst>
              <a:path w="184784" h="184784">
                <a:moveTo>
                  <a:pt x="184403" y="0"/>
                </a:moveTo>
                <a:lnTo>
                  <a:pt x="0" y="0"/>
                </a:lnTo>
                <a:lnTo>
                  <a:pt x="0" y="184403"/>
                </a:lnTo>
                <a:lnTo>
                  <a:pt x="184403" y="184403"/>
                </a:lnTo>
                <a:lnTo>
                  <a:pt x="184403" y="0"/>
                </a:lnTo>
                <a:close/>
              </a:path>
            </a:pathLst>
          </a:custGeom>
          <a:solidFill>
            <a:srgbClr val="FFFFFF">
              <a:alpha val="1960"/>
            </a:srgbClr>
          </a:solidFill>
        </p:spPr>
        <p:txBody>
          <a:bodyPr wrap="square" lIns="0" tIns="0" rIns="0" bIns="0" rtlCol="0"/>
          <a:lstStyle/>
          <a:p>
            <a:endParaRPr/>
          </a:p>
        </p:txBody>
      </p:sp>
      <p:sp>
        <p:nvSpPr>
          <p:cNvPr id="7" name="object 7"/>
          <p:cNvSpPr/>
          <p:nvPr/>
        </p:nvSpPr>
        <p:spPr>
          <a:xfrm>
            <a:off x="10148316" y="344424"/>
            <a:ext cx="108585" cy="113030"/>
          </a:xfrm>
          <a:custGeom>
            <a:avLst/>
            <a:gdLst/>
            <a:ahLst/>
            <a:cxnLst/>
            <a:rect l="l" t="t" r="r" b="b"/>
            <a:pathLst>
              <a:path w="108584" h="113029">
                <a:moveTo>
                  <a:pt x="108203" y="0"/>
                </a:moveTo>
                <a:lnTo>
                  <a:pt x="0" y="0"/>
                </a:lnTo>
                <a:lnTo>
                  <a:pt x="0" y="112775"/>
                </a:lnTo>
                <a:lnTo>
                  <a:pt x="108203" y="112775"/>
                </a:lnTo>
                <a:lnTo>
                  <a:pt x="108203" y="0"/>
                </a:lnTo>
                <a:close/>
              </a:path>
            </a:pathLst>
          </a:custGeom>
          <a:solidFill>
            <a:srgbClr val="FFFFFF">
              <a:alpha val="1960"/>
            </a:srgbClr>
          </a:solidFill>
        </p:spPr>
        <p:txBody>
          <a:bodyPr wrap="square" lIns="0" tIns="0" rIns="0" bIns="0" rtlCol="0"/>
          <a:lstStyle/>
          <a:p>
            <a:endParaRPr/>
          </a:p>
        </p:txBody>
      </p:sp>
      <p:sp>
        <p:nvSpPr>
          <p:cNvPr id="8" name="object 8"/>
          <p:cNvSpPr/>
          <p:nvPr/>
        </p:nvSpPr>
        <p:spPr>
          <a:xfrm>
            <a:off x="8564880" y="758951"/>
            <a:ext cx="81280" cy="81280"/>
          </a:xfrm>
          <a:custGeom>
            <a:avLst/>
            <a:gdLst/>
            <a:ahLst/>
            <a:cxnLst/>
            <a:rect l="l" t="t" r="r" b="b"/>
            <a:pathLst>
              <a:path w="81279" h="81280">
                <a:moveTo>
                  <a:pt x="80772" y="0"/>
                </a:moveTo>
                <a:lnTo>
                  <a:pt x="0" y="0"/>
                </a:lnTo>
                <a:lnTo>
                  <a:pt x="0" y="80772"/>
                </a:lnTo>
                <a:lnTo>
                  <a:pt x="80772" y="80772"/>
                </a:lnTo>
                <a:lnTo>
                  <a:pt x="80772" y="0"/>
                </a:lnTo>
                <a:close/>
              </a:path>
            </a:pathLst>
          </a:custGeom>
          <a:solidFill>
            <a:srgbClr val="FFFFFF">
              <a:alpha val="1960"/>
            </a:srgbClr>
          </a:solidFill>
        </p:spPr>
        <p:txBody>
          <a:bodyPr wrap="square" lIns="0" tIns="0" rIns="0" bIns="0" rtlCol="0"/>
          <a:lstStyle/>
          <a:p>
            <a:endParaRPr/>
          </a:p>
        </p:txBody>
      </p:sp>
      <p:sp>
        <p:nvSpPr>
          <p:cNvPr id="9" name="object 9"/>
          <p:cNvSpPr/>
          <p:nvPr/>
        </p:nvSpPr>
        <p:spPr>
          <a:xfrm>
            <a:off x="9651492" y="1973579"/>
            <a:ext cx="169545" cy="169545"/>
          </a:xfrm>
          <a:custGeom>
            <a:avLst/>
            <a:gdLst/>
            <a:ahLst/>
            <a:cxnLst/>
            <a:rect l="l" t="t" r="r" b="b"/>
            <a:pathLst>
              <a:path w="169545" h="169544">
                <a:moveTo>
                  <a:pt x="169164" y="0"/>
                </a:moveTo>
                <a:lnTo>
                  <a:pt x="0" y="0"/>
                </a:lnTo>
                <a:lnTo>
                  <a:pt x="0" y="169163"/>
                </a:lnTo>
                <a:lnTo>
                  <a:pt x="169164" y="169163"/>
                </a:lnTo>
                <a:lnTo>
                  <a:pt x="169164" y="0"/>
                </a:lnTo>
                <a:close/>
              </a:path>
            </a:pathLst>
          </a:custGeom>
          <a:solidFill>
            <a:srgbClr val="FFFFFF">
              <a:alpha val="1960"/>
            </a:srgbClr>
          </a:solidFill>
        </p:spPr>
        <p:txBody>
          <a:bodyPr wrap="square" lIns="0" tIns="0" rIns="0" bIns="0" rtlCol="0"/>
          <a:lstStyle/>
          <a:p>
            <a:endParaRPr/>
          </a:p>
        </p:txBody>
      </p:sp>
      <p:sp>
        <p:nvSpPr>
          <p:cNvPr id="10" name="object 10"/>
          <p:cNvSpPr/>
          <p:nvPr/>
        </p:nvSpPr>
        <p:spPr>
          <a:xfrm>
            <a:off x="7693152" y="4942332"/>
            <a:ext cx="73660" cy="70485"/>
          </a:xfrm>
          <a:custGeom>
            <a:avLst/>
            <a:gdLst/>
            <a:ahLst/>
            <a:cxnLst/>
            <a:rect l="l" t="t" r="r" b="b"/>
            <a:pathLst>
              <a:path w="73659" h="70485">
                <a:moveTo>
                  <a:pt x="73151" y="0"/>
                </a:moveTo>
                <a:lnTo>
                  <a:pt x="0" y="0"/>
                </a:lnTo>
                <a:lnTo>
                  <a:pt x="0" y="70104"/>
                </a:lnTo>
                <a:lnTo>
                  <a:pt x="73151" y="70104"/>
                </a:lnTo>
                <a:lnTo>
                  <a:pt x="73151" y="0"/>
                </a:lnTo>
                <a:close/>
              </a:path>
            </a:pathLst>
          </a:custGeom>
          <a:solidFill>
            <a:srgbClr val="FFFFFF">
              <a:alpha val="1960"/>
            </a:srgbClr>
          </a:solidFill>
        </p:spPr>
        <p:txBody>
          <a:bodyPr wrap="square" lIns="0" tIns="0" rIns="0" bIns="0" rtlCol="0"/>
          <a:lstStyle/>
          <a:p>
            <a:endParaRPr/>
          </a:p>
        </p:txBody>
      </p:sp>
      <p:sp>
        <p:nvSpPr>
          <p:cNvPr id="11" name="object 11"/>
          <p:cNvSpPr/>
          <p:nvPr/>
        </p:nvSpPr>
        <p:spPr>
          <a:xfrm>
            <a:off x="8602980" y="4262628"/>
            <a:ext cx="90170" cy="86995"/>
          </a:xfrm>
          <a:custGeom>
            <a:avLst/>
            <a:gdLst/>
            <a:ahLst/>
            <a:cxnLst/>
            <a:rect l="l" t="t" r="r" b="b"/>
            <a:pathLst>
              <a:path w="90170" h="86995">
                <a:moveTo>
                  <a:pt x="89916" y="0"/>
                </a:moveTo>
                <a:lnTo>
                  <a:pt x="0" y="0"/>
                </a:lnTo>
                <a:lnTo>
                  <a:pt x="0" y="86868"/>
                </a:lnTo>
                <a:lnTo>
                  <a:pt x="89916" y="86868"/>
                </a:lnTo>
                <a:lnTo>
                  <a:pt x="89916" y="0"/>
                </a:lnTo>
                <a:close/>
              </a:path>
            </a:pathLst>
          </a:custGeom>
          <a:solidFill>
            <a:srgbClr val="FFFFFF">
              <a:alpha val="1960"/>
            </a:srgbClr>
          </a:solidFill>
        </p:spPr>
        <p:txBody>
          <a:bodyPr wrap="square" lIns="0" tIns="0" rIns="0" bIns="0" rtlCol="0"/>
          <a:lstStyle/>
          <a:p>
            <a:endParaRPr/>
          </a:p>
        </p:txBody>
      </p:sp>
      <p:sp>
        <p:nvSpPr>
          <p:cNvPr id="12" name="object 12"/>
          <p:cNvSpPr/>
          <p:nvPr/>
        </p:nvSpPr>
        <p:spPr>
          <a:xfrm>
            <a:off x="6054852" y="5756147"/>
            <a:ext cx="64135" cy="64135"/>
          </a:xfrm>
          <a:custGeom>
            <a:avLst/>
            <a:gdLst/>
            <a:ahLst/>
            <a:cxnLst/>
            <a:rect l="l" t="t" r="r" b="b"/>
            <a:pathLst>
              <a:path w="64135" h="64135">
                <a:moveTo>
                  <a:pt x="64008" y="0"/>
                </a:moveTo>
                <a:lnTo>
                  <a:pt x="0" y="0"/>
                </a:lnTo>
                <a:lnTo>
                  <a:pt x="0" y="64007"/>
                </a:lnTo>
                <a:lnTo>
                  <a:pt x="64008" y="64007"/>
                </a:lnTo>
                <a:lnTo>
                  <a:pt x="64008" y="0"/>
                </a:lnTo>
                <a:close/>
              </a:path>
            </a:pathLst>
          </a:custGeom>
          <a:solidFill>
            <a:srgbClr val="FFFFFF">
              <a:alpha val="1960"/>
            </a:srgbClr>
          </a:solidFill>
        </p:spPr>
        <p:txBody>
          <a:bodyPr wrap="square" lIns="0" tIns="0" rIns="0" bIns="0" rtlCol="0"/>
          <a:lstStyle/>
          <a:p>
            <a:endParaRPr/>
          </a:p>
        </p:txBody>
      </p:sp>
      <p:sp>
        <p:nvSpPr>
          <p:cNvPr id="13" name="object 13"/>
          <p:cNvSpPr/>
          <p:nvPr/>
        </p:nvSpPr>
        <p:spPr>
          <a:xfrm>
            <a:off x="5343144" y="4558284"/>
            <a:ext cx="55244" cy="55244"/>
          </a:xfrm>
          <a:custGeom>
            <a:avLst/>
            <a:gdLst/>
            <a:ahLst/>
            <a:cxnLst/>
            <a:rect l="l" t="t" r="r" b="b"/>
            <a:pathLst>
              <a:path w="55245" h="55245">
                <a:moveTo>
                  <a:pt x="54863" y="0"/>
                </a:moveTo>
                <a:lnTo>
                  <a:pt x="0" y="0"/>
                </a:lnTo>
                <a:lnTo>
                  <a:pt x="0" y="54863"/>
                </a:lnTo>
                <a:lnTo>
                  <a:pt x="54863" y="54863"/>
                </a:lnTo>
                <a:lnTo>
                  <a:pt x="54863" y="0"/>
                </a:lnTo>
                <a:close/>
              </a:path>
            </a:pathLst>
          </a:custGeom>
          <a:solidFill>
            <a:srgbClr val="FFFFFF">
              <a:alpha val="1960"/>
            </a:srgbClr>
          </a:solidFill>
        </p:spPr>
        <p:txBody>
          <a:bodyPr wrap="square" lIns="0" tIns="0" rIns="0" bIns="0" rtlCol="0"/>
          <a:lstStyle/>
          <a:p>
            <a:endParaRPr/>
          </a:p>
        </p:txBody>
      </p:sp>
      <p:sp>
        <p:nvSpPr>
          <p:cNvPr id="14" name="object 14"/>
          <p:cNvSpPr/>
          <p:nvPr/>
        </p:nvSpPr>
        <p:spPr>
          <a:xfrm>
            <a:off x="6829043" y="3223260"/>
            <a:ext cx="81280" cy="79375"/>
          </a:xfrm>
          <a:custGeom>
            <a:avLst/>
            <a:gdLst/>
            <a:ahLst/>
            <a:cxnLst/>
            <a:rect l="l" t="t" r="r" b="b"/>
            <a:pathLst>
              <a:path w="81279" h="79375">
                <a:moveTo>
                  <a:pt x="80772" y="0"/>
                </a:moveTo>
                <a:lnTo>
                  <a:pt x="0" y="0"/>
                </a:lnTo>
                <a:lnTo>
                  <a:pt x="0" y="79248"/>
                </a:lnTo>
                <a:lnTo>
                  <a:pt x="80772" y="79248"/>
                </a:lnTo>
                <a:lnTo>
                  <a:pt x="80772" y="0"/>
                </a:lnTo>
                <a:close/>
              </a:path>
            </a:pathLst>
          </a:custGeom>
          <a:solidFill>
            <a:srgbClr val="FFFFFF">
              <a:alpha val="1960"/>
            </a:srgbClr>
          </a:solidFill>
        </p:spPr>
        <p:txBody>
          <a:bodyPr wrap="square" lIns="0" tIns="0" rIns="0" bIns="0" rtlCol="0"/>
          <a:lstStyle/>
          <a:p>
            <a:endParaRPr/>
          </a:p>
        </p:txBody>
      </p:sp>
      <p:sp>
        <p:nvSpPr>
          <p:cNvPr id="15" name="object 15"/>
          <p:cNvSpPr/>
          <p:nvPr/>
        </p:nvSpPr>
        <p:spPr>
          <a:xfrm>
            <a:off x="4745735" y="2694432"/>
            <a:ext cx="53340" cy="55244"/>
          </a:xfrm>
          <a:custGeom>
            <a:avLst/>
            <a:gdLst/>
            <a:ahLst/>
            <a:cxnLst/>
            <a:rect l="l" t="t" r="r" b="b"/>
            <a:pathLst>
              <a:path w="53339" h="55244">
                <a:moveTo>
                  <a:pt x="53339" y="0"/>
                </a:moveTo>
                <a:lnTo>
                  <a:pt x="0" y="0"/>
                </a:lnTo>
                <a:lnTo>
                  <a:pt x="0" y="54863"/>
                </a:lnTo>
                <a:lnTo>
                  <a:pt x="53339" y="54863"/>
                </a:lnTo>
                <a:lnTo>
                  <a:pt x="53339" y="0"/>
                </a:lnTo>
                <a:close/>
              </a:path>
            </a:pathLst>
          </a:custGeom>
          <a:solidFill>
            <a:srgbClr val="FFFFFF">
              <a:alpha val="1960"/>
            </a:srgbClr>
          </a:solidFill>
        </p:spPr>
        <p:txBody>
          <a:bodyPr wrap="square" lIns="0" tIns="0" rIns="0" bIns="0" rtlCol="0"/>
          <a:lstStyle/>
          <a:p>
            <a:endParaRPr/>
          </a:p>
        </p:txBody>
      </p:sp>
      <p:sp>
        <p:nvSpPr>
          <p:cNvPr id="16" name="object 16"/>
          <p:cNvSpPr/>
          <p:nvPr/>
        </p:nvSpPr>
        <p:spPr>
          <a:xfrm>
            <a:off x="7071360" y="1470659"/>
            <a:ext cx="152400" cy="152400"/>
          </a:xfrm>
          <a:custGeom>
            <a:avLst/>
            <a:gdLst/>
            <a:ahLst/>
            <a:cxnLst/>
            <a:rect l="l" t="t" r="r" b="b"/>
            <a:pathLst>
              <a:path w="152400" h="152400">
                <a:moveTo>
                  <a:pt x="152400" y="0"/>
                </a:moveTo>
                <a:lnTo>
                  <a:pt x="0" y="0"/>
                </a:lnTo>
                <a:lnTo>
                  <a:pt x="0" y="152400"/>
                </a:lnTo>
                <a:lnTo>
                  <a:pt x="152400" y="152400"/>
                </a:lnTo>
                <a:lnTo>
                  <a:pt x="152400" y="0"/>
                </a:lnTo>
                <a:close/>
              </a:path>
            </a:pathLst>
          </a:custGeom>
          <a:solidFill>
            <a:srgbClr val="FFFFFF">
              <a:alpha val="1960"/>
            </a:srgbClr>
          </a:solidFill>
        </p:spPr>
        <p:txBody>
          <a:bodyPr wrap="square" lIns="0" tIns="0" rIns="0" bIns="0" rtlCol="0"/>
          <a:lstStyle/>
          <a:p>
            <a:endParaRPr/>
          </a:p>
        </p:txBody>
      </p:sp>
      <p:sp>
        <p:nvSpPr>
          <p:cNvPr id="17" name="object 17"/>
          <p:cNvSpPr/>
          <p:nvPr/>
        </p:nvSpPr>
        <p:spPr>
          <a:xfrm>
            <a:off x="6544056" y="344424"/>
            <a:ext cx="134620" cy="135890"/>
          </a:xfrm>
          <a:custGeom>
            <a:avLst/>
            <a:gdLst/>
            <a:ahLst/>
            <a:cxnLst/>
            <a:rect l="l" t="t" r="r" b="b"/>
            <a:pathLst>
              <a:path w="134620" h="135890">
                <a:moveTo>
                  <a:pt x="134111" y="0"/>
                </a:moveTo>
                <a:lnTo>
                  <a:pt x="0" y="0"/>
                </a:lnTo>
                <a:lnTo>
                  <a:pt x="0" y="135636"/>
                </a:lnTo>
                <a:lnTo>
                  <a:pt x="134111" y="135636"/>
                </a:lnTo>
                <a:lnTo>
                  <a:pt x="134111" y="0"/>
                </a:lnTo>
                <a:close/>
              </a:path>
            </a:pathLst>
          </a:custGeom>
          <a:solidFill>
            <a:srgbClr val="FFFFFF">
              <a:alpha val="1960"/>
            </a:srgbClr>
          </a:solidFill>
        </p:spPr>
        <p:txBody>
          <a:bodyPr wrap="square" lIns="0" tIns="0" rIns="0" bIns="0" rtlCol="0"/>
          <a:lstStyle/>
          <a:p>
            <a:endParaRPr/>
          </a:p>
        </p:txBody>
      </p:sp>
      <p:sp>
        <p:nvSpPr>
          <p:cNvPr id="18" name="object 18"/>
          <p:cNvSpPr/>
          <p:nvPr/>
        </p:nvSpPr>
        <p:spPr>
          <a:xfrm>
            <a:off x="10212324" y="1196339"/>
            <a:ext cx="135890" cy="139065"/>
          </a:xfrm>
          <a:custGeom>
            <a:avLst/>
            <a:gdLst/>
            <a:ahLst/>
            <a:cxnLst/>
            <a:rect l="l" t="t" r="r" b="b"/>
            <a:pathLst>
              <a:path w="135890" h="139065">
                <a:moveTo>
                  <a:pt x="135636" y="0"/>
                </a:moveTo>
                <a:lnTo>
                  <a:pt x="0" y="0"/>
                </a:lnTo>
                <a:lnTo>
                  <a:pt x="0" y="138684"/>
                </a:lnTo>
                <a:lnTo>
                  <a:pt x="135636" y="138684"/>
                </a:lnTo>
                <a:lnTo>
                  <a:pt x="135636" y="0"/>
                </a:lnTo>
                <a:close/>
              </a:path>
            </a:pathLst>
          </a:custGeom>
          <a:solidFill>
            <a:srgbClr val="FFFFFF">
              <a:alpha val="1960"/>
            </a:srgbClr>
          </a:solidFill>
        </p:spPr>
        <p:txBody>
          <a:bodyPr wrap="square" lIns="0" tIns="0" rIns="0" bIns="0" rtlCol="0"/>
          <a:lstStyle/>
          <a:p>
            <a:endParaRPr/>
          </a:p>
        </p:txBody>
      </p:sp>
      <p:sp>
        <p:nvSpPr>
          <p:cNvPr id="19" name="object 19"/>
          <p:cNvSpPr/>
          <p:nvPr/>
        </p:nvSpPr>
        <p:spPr>
          <a:xfrm>
            <a:off x="4232147" y="1341119"/>
            <a:ext cx="119380" cy="119380"/>
          </a:xfrm>
          <a:custGeom>
            <a:avLst/>
            <a:gdLst/>
            <a:ahLst/>
            <a:cxnLst/>
            <a:rect l="l" t="t" r="r" b="b"/>
            <a:pathLst>
              <a:path w="119379" h="119380">
                <a:moveTo>
                  <a:pt x="118872" y="0"/>
                </a:moveTo>
                <a:lnTo>
                  <a:pt x="0" y="0"/>
                </a:lnTo>
                <a:lnTo>
                  <a:pt x="0" y="118872"/>
                </a:lnTo>
                <a:lnTo>
                  <a:pt x="118872" y="118872"/>
                </a:lnTo>
                <a:lnTo>
                  <a:pt x="118872" y="0"/>
                </a:lnTo>
                <a:close/>
              </a:path>
            </a:pathLst>
          </a:custGeom>
          <a:solidFill>
            <a:srgbClr val="FFFFFF">
              <a:alpha val="1960"/>
            </a:srgbClr>
          </a:solidFill>
        </p:spPr>
        <p:txBody>
          <a:bodyPr wrap="square" lIns="0" tIns="0" rIns="0" bIns="0" rtlCol="0"/>
          <a:lstStyle/>
          <a:p>
            <a:endParaRPr/>
          </a:p>
        </p:txBody>
      </p:sp>
      <p:sp>
        <p:nvSpPr>
          <p:cNvPr id="20" name="object 20"/>
          <p:cNvSpPr/>
          <p:nvPr/>
        </p:nvSpPr>
        <p:spPr>
          <a:xfrm>
            <a:off x="3057144" y="3939540"/>
            <a:ext cx="24765" cy="26034"/>
          </a:xfrm>
          <a:custGeom>
            <a:avLst/>
            <a:gdLst/>
            <a:ahLst/>
            <a:cxnLst/>
            <a:rect l="l" t="t" r="r" b="b"/>
            <a:pathLst>
              <a:path w="24764" h="26035">
                <a:moveTo>
                  <a:pt x="24383" y="0"/>
                </a:moveTo>
                <a:lnTo>
                  <a:pt x="0" y="0"/>
                </a:lnTo>
                <a:lnTo>
                  <a:pt x="0" y="25907"/>
                </a:lnTo>
                <a:lnTo>
                  <a:pt x="24383" y="25907"/>
                </a:lnTo>
                <a:lnTo>
                  <a:pt x="24383" y="0"/>
                </a:lnTo>
                <a:close/>
              </a:path>
            </a:pathLst>
          </a:custGeom>
          <a:solidFill>
            <a:srgbClr val="FFFFFF">
              <a:alpha val="1960"/>
            </a:srgbClr>
          </a:solidFill>
        </p:spPr>
        <p:txBody>
          <a:bodyPr wrap="square" lIns="0" tIns="0" rIns="0" bIns="0" rtlCol="0"/>
          <a:lstStyle/>
          <a:p>
            <a:endParaRPr/>
          </a:p>
        </p:txBody>
      </p:sp>
      <p:sp>
        <p:nvSpPr>
          <p:cNvPr id="21" name="object 21"/>
          <p:cNvSpPr/>
          <p:nvPr/>
        </p:nvSpPr>
        <p:spPr>
          <a:xfrm>
            <a:off x="3339084" y="5277611"/>
            <a:ext cx="85725" cy="85725"/>
          </a:xfrm>
          <a:custGeom>
            <a:avLst/>
            <a:gdLst/>
            <a:ahLst/>
            <a:cxnLst/>
            <a:rect l="l" t="t" r="r" b="b"/>
            <a:pathLst>
              <a:path w="85725" h="85725">
                <a:moveTo>
                  <a:pt x="85344" y="0"/>
                </a:moveTo>
                <a:lnTo>
                  <a:pt x="0" y="0"/>
                </a:lnTo>
                <a:lnTo>
                  <a:pt x="0" y="85343"/>
                </a:lnTo>
                <a:lnTo>
                  <a:pt x="85344" y="85343"/>
                </a:lnTo>
                <a:lnTo>
                  <a:pt x="85344" y="0"/>
                </a:lnTo>
                <a:close/>
              </a:path>
            </a:pathLst>
          </a:custGeom>
          <a:solidFill>
            <a:srgbClr val="FFFFFF">
              <a:alpha val="1960"/>
            </a:srgbClr>
          </a:solidFill>
        </p:spPr>
        <p:txBody>
          <a:bodyPr wrap="square" lIns="0" tIns="0" rIns="0" bIns="0" rtlCol="0"/>
          <a:lstStyle/>
          <a:p>
            <a:endParaRPr/>
          </a:p>
        </p:txBody>
      </p:sp>
      <p:sp>
        <p:nvSpPr>
          <p:cNvPr id="22" name="object 22"/>
          <p:cNvSpPr/>
          <p:nvPr/>
        </p:nvSpPr>
        <p:spPr>
          <a:xfrm>
            <a:off x="1722120" y="5437632"/>
            <a:ext cx="81280" cy="81280"/>
          </a:xfrm>
          <a:custGeom>
            <a:avLst/>
            <a:gdLst/>
            <a:ahLst/>
            <a:cxnLst/>
            <a:rect l="l" t="t" r="r" b="b"/>
            <a:pathLst>
              <a:path w="81280" h="81279">
                <a:moveTo>
                  <a:pt x="80772" y="0"/>
                </a:moveTo>
                <a:lnTo>
                  <a:pt x="0" y="0"/>
                </a:lnTo>
                <a:lnTo>
                  <a:pt x="0" y="80772"/>
                </a:lnTo>
                <a:lnTo>
                  <a:pt x="80772" y="80772"/>
                </a:lnTo>
                <a:lnTo>
                  <a:pt x="80772" y="0"/>
                </a:lnTo>
                <a:close/>
              </a:path>
            </a:pathLst>
          </a:custGeom>
          <a:solidFill>
            <a:srgbClr val="FFFFFF">
              <a:alpha val="1960"/>
            </a:srgbClr>
          </a:solidFill>
        </p:spPr>
        <p:txBody>
          <a:bodyPr wrap="square" lIns="0" tIns="0" rIns="0" bIns="0" rtlCol="0"/>
          <a:lstStyle/>
          <a:p>
            <a:endParaRPr/>
          </a:p>
        </p:txBody>
      </p:sp>
      <p:sp>
        <p:nvSpPr>
          <p:cNvPr id="23" name="object 23"/>
          <p:cNvSpPr/>
          <p:nvPr/>
        </p:nvSpPr>
        <p:spPr>
          <a:xfrm>
            <a:off x="1834895" y="2828544"/>
            <a:ext cx="129539" cy="129539"/>
          </a:xfrm>
          <a:custGeom>
            <a:avLst/>
            <a:gdLst/>
            <a:ahLst/>
            <a:cxnLst/>
            <a:rect l="l" t="t" r="r" b="b"/>
            <a:pathLst>
              <a:path w="129539" h="129539">
                <a:moveTo>
                  <a:pt x="129539" y="0"/>
                </a:moveTo>
                <a:lnTo>
                  <a:pt x="0" y="0"/>
                </a:lnTo>
                <a:lnTo>
                  <a:pt x="0" y="129539"/>
                </a:lnTo>
                <a:lnTo>
                  <a:pt x="129539" y="129539"/>
                </a:lnTo>
                <a:lnTo>
                  <a:pt x="129539" y="0"/>
                </a:lnTo>
                <a:close/>
              </a:path>
            </a:pathLst>
          </a:custGeom>
          <a:solidFill>
            <a:srgbClr val="FFFFFF">
              <a:alpha val="1960"/>
            </a:srgbClr>
          </a:solidFill>
        </p:spPr>
        <p:txBody>
          <a:bodyPr wrap="square" lIns="0" tIns="0" rIns="0" bIns="0" rtlCol="0"/>
          <a:lstStyle/>
          <a:p>
            <a:endParaRPr/>
          </a:p>
        </p:txBody>
      </p:sp>
      <p:sp>
        <p:nvSpPr>
          <p:cNvPr id="24" name="object 24"/>
          <p:cNvSpPr/>
          <p:nvPr/>
        </p:nvSpPr>
        <p:spPr>
          <a:xfrm>
            <a:off x="2330196" y="486155"/>
            <a:ext cx="135890" cy="137160"/>
          </a:xfrm>
          <a:custGeom>
            <a:avLst/>
            <a:gdLst/>
            <a:ahLst/>
            <a:cxnLst/>
            <a:rect l="l" t="t" r="r" b="b"/>
            <a:pathLst>
              <a:path w="135889" h="137159">
                <a:moveTo>
                  <a:pt x="135636" y="0"/>
                </a:moveTo>
                <a:lnTo>
                  <a:pt x="0" y="0"/>
                </a:lnTo>
                <a:lnTo>
                  <a:pt x="0" y="137160"/>
                </a:lnTo>
                <a:lnTo>
                  <a:pt x="135636" y="137160"/>
                </a:lnTo>
                <a:lnTo>
                  <a:pt x="135636" y="0"/>
                </a:lnTo>
                <a:close/>
              </a:path>
            </a:pathLst>
          </a:custGeom>
          <a:solidFill>
            <a:srgbClr val="FFFFFF">
              <a:alpha val="1960"/>
            </a:srgbClr>
          </a:solidFill>
        </p:spPr>
        <p:txBody>
          <a:bodyPr wrap="square" lIns="0" tIns="0" rIns="0" bIns="0" rtlCol="0"/>
          <a:lstStyle/>
          <a:p>
            <a:endParaRPr/>
          </a:p>
        </p:txBody>
      </p:sp>
      <p:sp>
        <p:nvSpPr>
          <p:cNvPr id="25" name="object 25"/>
          <p:cNvSpPr/>
          <p:nvPr/>
        </p:nvSpPr>
        <p:spPr>
          <a:xfrm>
            <a:off x="3906011" y="495300"/>
            <a:ext cx="128270" cy="128270"/>
          </a:xfrm>
          <a:custGeom>
            <a:avLst/>
            <a:gdLst/>
            <a:ahLst/>
            <a:cxnLst/>
            <a:rect l="l" t="t" r="r" b="b"/>
            <a:pathLst>
              <a:path w="128270" h="128270">
                <a:moveTo>
                  <a:pt x="128015" y="0"/>
                </a:moveTo>
                <a:lnTo>
                  <a:pt x="0" y="0"/>
                </a:lnTo>
                <a:lnTo>
                  <a:pt x="0" y="128015"/>
                </a:lnTo>
                <a:lnTo>
                  <a:pt x="128015" y="128015"/>
                </a:lnTo>
                <a:lnTo>
                  <a:pt x="128015" y="0"/>
                </a:lnTo>
                <a:close/>
              </a:path>
            </a:pathLst>
          </a:custGeom>
          <a:solidFill>
            <a:srgbClr val="FFFFFF">
              <a:alpha val="1960"/>
            </a:srgbClr>
          </a:solidFill>
        </p:spPr>
        <p:txBody>
          <a:bodyPr wrap="square" lIns="0" tIns="0" rIns="0" bIns="0" rtlCol="0"/>
          <a:lstStyle/>
          <a:p>
            <a:endParaRPr/>
          </a:p>
        </p:txBody>
      </p:sp>
      <p:sp>
        <p:nvSpPr>
          <p:cNvPr id="26" name="object 26"/>
          <p:cNvSpPr/>
          <p:nvPr/>
        </p:nvSpPr>
        <p:spPr>
          <a:xfrm>
            <a:off x="2810255" y="128015"/>
            <a:ext cx="158750" cy="158750"/>
          </a:xfrm>
          <a:custGeom>
            <a:avLst/>
            <a:gdLst/>
            <a:ahLst/>
            <a:cxnLst/>
            <a:rect l="l" t="t" r="r" b="b"/>
            <a:pathLst>
              <a:path w="158750" h="158750">
                <a:moveTo>
                  <a:pt x="158495" y="0"/>
                </a:moveTo>
                <a:lnTo>
                  <a:pt x="0" y="0"/>
                </a:lnTo>
                <a:lnTo>
                  <a:pt x="0" y="158496"/>
                </a:lnTo>
                <a:lnTo>
                  <a:pt x="158495" y="158496"/>
                </a:lnTo>
                <a:lnTo>
                  <a:pt x="158495" y="0"/>
                </a:lnTo>
                <a:close/>
              </a:path>
            </a:pathLst>
          </a:custGeom>
          <a:solidFill>
            <a:srgbClr val="FFFFFF">
              <a:alpha val="1960"/>
            </a:srgbClr>
          </a:solidFill>
        </p:spPr>
        <p:txBody>
          <a:bodyPr wrap="square" lIns="0" tIns="0" rIns="0" bIns="0" rtlCol="0"/>
          <a:lstStyle/>
          <a:p>
            <a:endParaRPr/>
          </a:p>
        </p:txBody>
      </p:sp>
      <p:sp>
        <p:nvSpPr>
          <p:cNvPr id="27" name="object 27"/>
          <p:cNvSpPr/>
          <p:nvPr/>
        </p:nvSpPr>
        <p:spPr>
          <a:xfrm>
            <a:off x="2793492" y="1319783"/>
            <a:ext cx="248920" cy="247015"/>
          </a:xfrm>
          <a:custGeom>
            <a:avLst/>
            <a:gdLst/>
            <a:ahLst/>
            <a:cxnLst/>
            <a:rect l="l" t="t" r="r" b="b"/>
            <a:pathLst>
              <a:path w="248919" h="247015">
                <a:moveTo>
                  <a:pt x="248412" y="0"/>
                </a:moveTo>
                <a:lnTo>
                  <a:pt x="0" y="0"/>
                </a:lnTo>
                <a:lnTo>
                  <a:pt x="0" y="246887"/>
                </a:lnTo>
                <a:lnTo>
                  <a:pt x="248412" y="246887"/>
                </a:lnTo>
                <a:lnTo>
                  <a:pt x="248412" y="0"/>
                </a:lnTo>
                <a:close/>
              </a:path>
            </a:pathLst>
          </a:custGeom>
          <a:solidFill>
            <a:srgbClr val="FFFFFF">
              <a:alpha val="1960"/>
            </a:srgbClr>
          </a:solidFill>
        </p:spPr>
        <p:txBody>
          <a:bodyPr wrap="square" lIns="0" tIns="0" rIns="0" bIns="0" rtlCol="0"/>
          <a:lstStyle/>
          <a:p>
            <a:endParaRPr/>
          </a:p>
        </p:txBody>
      </p:sp>
      <p:sp>
        <p:nvSpPr>
          <p:cNvPr id="28" name="object 28"/>
          <p:cNvSpPr/>
          <p:nvPr/>
        </p:nvSpPr>
        <p:spPr>
          <a:xfrm>
            <a:off x="6015228" y="1988820"/>
            <a:ext cx="81280" cy="81280"/>
          </a:xfrm>
          <a:custGeom>
            <a:avLst/>
            <a:gdLst/>
            <a:ahLst/>
            <a:cxnLst/>
            <a:rect l="l" t="t" r="r" b="b"/>
            <a:pathLst>
              <a:path w="81279" h="81280">
                <a:moveTo>
                  <a:pt x="80772" y="0"/>
                </a:moveTo>
                <a:lnTo>
                  <a:pt x="0" y="0"/>
                </a:lnTo>
                <a:lnTo>
                  <a:pt x="0" y="80772"/>
                </a:lnTo>
                <a:lnTo>
                  <a:pt x="80772" y="80772"/>
                </a:lnTo>
                <a:lnTo>
                  <a:pt x="80772" y="0"/>
                </a:lnTo>
                <a:close/>
              </a:path>
            </a:pathLst>
          </a:custGeom>
          <a:solidFill>
            <a:srgbClr val="FFFFFF">
              <a:alpha val="1960"/>
            </a:srgbClr>
          </a:solidFill>
        </p:spPr>
        <p:txBody>
          <a:bodyPr wrap="square" lIns="0" tIns="0" rIns="0" bIns="0" rtlCol="0"/>
          <a:lstStyle/>
          <a:p>
            <a:endParaRPr/>
          </a:p>
        </p:txBody>
      </p:sp>
      <p:sp>
        <p:nvSpPr>
          <p:cNvPr id="29" name="object 29"/>
          <p:cNvSpPr/>
          <p:nvPr/>
        </p:nvSpPr>
        <p:spPr>
          <a:xfrm>
            <a:off x="1306067" y="1325880"/>
            <a:ext cx="131445" cy="128270"/>
          </a:xfrm>
          <a:custGeom>
            <a:avLst/>
            <a:gdLst/>
            <a:ahLst/>
            <a:cxnLst/>
            <a:rect l="l" t="t" r="r" b="b"/>
            <a:pathLst>
              <a:path w="131444" h="128269">
                <a:moveTo>
                  <a:pt x="131063" y="0"/>
                </a:moveTo>
                <a:lnTo>
                  <a:pt x="0" y="0"/>
                </a:lnTo>
                <a:lnTo>
                  <a:pt x="0" y="128015"/>
                </a:lnTo>
                <a:lnTo>
                  <a:pt x="131063" y="128015"/>
                </a:lnTo>
                <a:lnTo>
                  <a:pt x="131063" y="0"/>
                </a:lnTo>
                <a:close/>
              </a:path>
            </a:pathLst>
          </a:custGeom>
          <a:solidFill>
            <a:srgbClr val="FFFFFF">
              <a:alpha val="1960"/>
            </a:srgbClr>
          </a:solidFill>
        </p:spPr>
        <p:txBody>
          <a:bodyPr wrap="square" lIns="0" tIns="0" rIns="0" bIns="0" rtlCol="0"/>
          <a:lstStyle/>
          <a:p>
            <a:endParaRPr/>
          </a:p>
        </p:txBody>
      </p:sp>
      <p:sp>
        <p:nvSpPr>
          <p:cNvPr id="30" name="object 30"/>
          <p:cNvSpPr/>
          <p:nvPr/>
        </p:nvSpPr>
        <p:spPr>
          <a:xfrm>
            <a:off x="10770107" y="2086355"/>
            <a:ext cx="143510" cy="144780"/>
          </a:xfrm>
          <a:custGeom>
            <a:avLst/>
            <a:gdLst/>
            <a:ahLst/>
            <a:cxnLst/>
            <a:rect l="l" t="t" r="r" b="b"/>
            <a:pathLst>
              <a:path w="143509" h="144780">
                <a:moveTo>
                  <a:pt x="143255" y="0"/>
                </a:moveTo>
                <a:lnTo>
                  <a:pt x="0" y="0"/>
                </a:lnTo>
                <a:lnTo>
                  <a:pt x="0" y="144779"/>
                </a:lnTo>
                <a:lnTo>
                  <a:pt x="143255" y="144779"/>
                </a:lnTo>
                <a:lnTo>
                  <a:pt x="143255" y="0"/>
                </a:lnTo>
                <a:close/>
              </a:path>
            </a:pathLst>
          </a:custGeom>
          <a:solidFill>
            <a:srgbClr val="FFFFFF">
              <a:alpha val="1960"/>
            </a:srgbClr>
          </a:solidFill>
        </p:spPr>
        <p:txBody>
          <a:bodyPr wrap="square" lIns="0" tIns="0" rIns="0" bIns="0" rtlCol="0"/>
          <a:lstStyle/>
          <a:p>
            <a:endParaRPr/>
          </a:p>
        </p:txBody>
      </p:sp>
      <p:sp>
        <p:nvSpPr>
          <p:cNvPr id="31" name="object 31"/>
          <p:cNvSpPr/>
          <p:nvPr/>
        </p:nvSpPr>
        <p:spPr>
          <a:xfrm>
            <a:off x="6018276" y="1115059"/>
            <a:ext cx="253365" cy="251460"/>
          </a:xfrm>
          <a:custGeom>
            <a:avLst/>
            <a:gdLst/>
            <a:ahLst/>
            <a:cxnLst/>
            <a:rect l="l" t="t" r="r" b="b"/>
            <a:pathLst>
              <a:path w="253364" h="251459">
                <a:moveTo>
                  <a:pt x="252984" y="0"/>
                </a:moveTo>
                <a:lnTo>
                  <a:pt x="246634" y="0"/>
                </a:lnTo>
                <a:lnTo>
                  <a:pt x="246634" y="238760"/>
                </a:lnTo>
                <a:lnTo>
                  <a:pt x="246634" y="245110"/>
                </a:lnTo>
                <a:lnTo>
                  <a:pt x="245364" y="245110"/>
                </a:lnTo>
                <a:lnTo>
                  <a:pt x="245364" y="238760"/>
                </a:lnTo>
                <a:lnTo>
                  <a:pt x="246634" y="238760"/>
                </a:lnTo>
                <a:lnTo>
                  <a:pt x="246634" y="0"/>
                </a:lnTo>
                <a:lnTo>
                  <a:pt x="0" y="0"/>
                </a:lnTo>
                <a:lnTo>
                  <a:pt x="0" y="12700"/>
                </a:lnTo>
                <a:lnTo>
                  <a:pt x="0" y="238760"/>
                </a:lnTo>
                <a:lnTo>
                  <a:pt x="0" y="245110"/>
                </a:lnTo>
                <a:lnTo>
                  <a:pt x="0" y="251460"/>
                </a:lnTo>
                <a:lnTo>
                  <a:pt x="252984" y="251460"/>
                </a:lnTo>
                <a:lnTo>
                  <a:pt x="252984" y="245110"/>
                </a:lnTo>
                <a:lnTo>
                  <a:pt x="252984" y="238760"/>
                </a:lnTo>
                <a:lnTo>
                  <a:pt x="252984" y="12700"/>
                </a:lnTo>
                <a:lnTo>
                  <a:pt x="252984" y="0"/>
                </a:lnTo>
                <a:close/>
              </a:path>
            </a:pathLst>
          </a:custGeom>
          <a:solidFill>
            <a:srgbClr val="FFFFFF">
              <a:alpha val="1960"/>
            </a:srgbClr>
          </a:solidFill>
        </p:spPr>
        <p:txBody>
          <a:bodyPr wrap="square" lIns="0" tIns="0" rIns="0" bIns="0" rtlCol="0"/>
          <a:lstStyle/>
          <a:p>
            <a:endParaRPr/>
          </a:p>
        </p:txBody>
      </p:sp>
      <p:sp>
        <p:nvSpPr>
          <p:cNvPr id="32" name="object 32"/>
          <p:cNvSpPr/>
          <p:nvPr/>
        </p:nvSpPr>
        <p:spPr>
          <a:xfrm>
            <a:off x="5244084" y="35559"/>
            <a:ext cx="238125" cy="237490"/>
          </a:xfrm>
          <a:custGeom>
            <a:avLst/>
            <a:gdLst/>
            <a:ahLst/>
            <a:cxnLst/>
            <a:rect l="l" t="t" r="r" b="b"/>
            <a:pathLst>
              <a:path w="238125" h="237490">
                <a:moveTo>
                  <a:pt x="237744" y="0"/>
                </a:moveTo>
                <a:lnTo>
                  <a:pt x="0" y="0"/>
                </a:lnTo>
                <a:lnTo>
                  <a:pt x="0" y="12700"/>
                </a:lnTo>
                <a:lnTo>
                  <a:pt x="0" y="224790"/>
                </a:lnTo>
                <a:lnTo>
                  <a:pt x="0" y="231140"/>
                </a:lnTo>
                <a:lnTo>
                  <a:pt x="0" y="237490"/>
                </a:lnTo>
                <a:lnTo>
                  <a:pt x="237744" y="237490"/>
                </a:lnTo>
                <a:lnTo>
                  <a:pt x="237744" y="231140"/>
                </a:lnTo>
                <a:lnTo>
                  <a:pt x="237744" y="224790"/>
                </a:lnTo>
                <a:lnTo>
                  <a:pt x="237744" y="12700"/>
                </a:lnTo>
                <a:lnTo>
                  <a:pt x="237744" y="0"/>
                </a:lnTo>
                <a:close/>
              </a:path>
            </a:pathLst>
          </a:custGeom>
          <a:solidFill>
            <a:srgbClr val="FFFFFF">
              <a:alpha val="1960"/>
            </a:srgbClr>
          </a:solidFill>
        </p:spPr>
        <p:txBody>
          <a:bodyPr wrap="square" lIns="0" tIns="0" rIns="0" bIns="0" rtlCol="0"/>
          <a:lstStyle/>
          <a:p>
            <a:endParaRPr/>
          </a:p>
        </p:txBody>
      </p:sp>
      <p:sp>
        <p:nvSpPr>
          <p:cNvPr id="33" name="object 33"/>
          <p:cNvSpPr/>
          <p:nvPr/>
        </p:nvSpPr>
        <p:spPr>
          <a:xfrm>
            <a:off x="7226808" y="251459"/>
            <a:ext cx="79375" cy="79375"/>
          </a:xfrm>
          <a:custGeom>
            <a:avLst/>
            <a:gdLst/>
            <a:ahLst/>
            <a:cxnLst/>
            <a:rect l="l" t="t" r="r" b="b"/>
            <a:pathLst>
              <a:path w="79375" h="79375">
                <a:moveTo>
                  <a:pt x="79248" y="0"/>
                </a:moveTo>
                <a:lnTo>
                  <a:pt x="0" y="0"/>
                </a:lnTo>
                <a:lnTo>
                  <a:pt x="0" y="79248"/>
                </a:lnTo>
                <a:lnTo>
                  <a:pt x="79248" y="79248"/>
                </a:lnTo>
                <a:lnTo>
                  <a:pt x="79248" y="72898"/>
                </a:lnTo>
                <a:lnTo>
                  <a:pt x="79248" y="12700"/>
                </a:lnTo>
                <a:lnTo>
                  <a:pt x="79248" y="0"/>
                </a:lnTo>
                <a:close/>
              </a:path>
            </a:pathLst>
          </a:custGeom>
          <a:solidFill>
            <a:srgbClr val="FFFFFF">
              <a:alpha val="1960"/>
            </a:srgbClr>
          </a:solidFill>
        </p:spPr>
        <p:txBody>
          <a:bodyPr wrap="square" lIns="0" tIns="0" rIns="0" bIns="0" rtlCol="0"/>
          <a:lstStyle/>
          <a:p>
            <a:endParaRPr/>
          </a:p>
        </p:txBody>
      </p:sp>
      <p:sp>
        <p:nvSpPr>
          <p:cNvPr id="34" name="object 34"/>
          <p:cNvSpPr/>
          <p:nvPr/>
        </p:nvSpPr>
        <p:spPr>
          <a:xfrm>
            <a:off x="7571232" y="1460499"/>
            <a:ext cx="151130" cy="148590"/>
          </a:xfrm>
          <a:custGeom>
            <a:avLst/>
            <a:gdLst/>
            <a:ahLst/>
            <a:cxnLst/>
            <a:rect l="l" t="t" r="r" b="b"/>
            <a:pathLst>
              <a:path w="151129" h="148590">
                <a:moveTo>
                  <a:pt x="150876" y="0"/>
                </a:moveTo>
                <a:lnTo>
                  <a:pt x="0" y="0"/>
                </a:lnTo>
                <a:lnTo>
                  <a:pt x="0" y="12700"/>
                </a:lnTo>
                <a:lnTo>
                  <a:pt x="6096" y="12700"/>
                </a:lnTo>
                <a:lnTo>
                  <a:pt x="6096" y="134620"/>
                </a:lnTo>
                <a:lnTo>
                  <a:pt x="0" y="134620"/>
                </a:lnTo>
                <a:lnTo>
                  <a:pt x="0" y="142240"/>
                </a:lnTo>
                <a:lnTo>
                  <a:pt x="0" y="148590"/>
                </a:lnTo>
                <a:lnTo>
                  <a:pt x="150876" y="148590"/>
                </a:lnTo>
                <a:lnTo>
                  <a:pt x="150876" y="142240"/>
                </a:lnTo>
                <a:lnTo>
                  <a:pt x="150876" y="134620"/>
                </a:lnTo>
                <a:lnTo>
                  <a:pt x="150876" y="12700"/>
                </a:lnTo>
                <a:lnTo>
                  <a:pt x="150876" y="0"/>
                </a:lnTo>
                <a:close/>
              </a:path>
            </a:pathLst>
          </a:custGeom>
          <a:solidFill>
            <a:srgbClr val="FFFFFF">
              <a:alpha val="1960"/>
            </a:srgbClr>
          </a:solidFill>
        </p:spPr>
        <p:txBody>
          <a:bodyPr wrap="square" lIns="0" tIns="0" rIns="0" bIns="0" rtlCol="0"/>
          <a:lstStyle/>
          <a:p>
            <a:endParaRPr/>
          </a:p>
        </p:txBody>
      </p:sp>
      <p:sp>
        <p:nvSpPr>
          <p:cNvPr id="35" name="object 35"/>
          <p:cNvSpPr/>
          <p:nvPr/>
        </p:nvSpPr>
        <p:spPr>
          <a:xfrm>
            <a:off x="4946904" y="1603247"/>
            <a:ext cx="68580" cy="67310"/>
          </a:xfrm>
          <a:custGeom>
            <a:avLst/>
            <a:gdLst/>
            <a:ahLst/>
            <a:cxnLst/>
            <a:rect l="l" t="t" r="r" b="b"/>
            <a:pathLst>
              <a:path w="68579" h="67310">
                <a:moveTo>
                  <a:pt x="68580" y="0"/>
                </a:moveTo>
                <a:lnTo>
                  <a:pt x="62230" y="0"/>
                </a:lnTo>
                <a:lnTo>
                  <a:pt x="62230" y="54229"/>
                </a:lnTo>
                <a:lnTo>
                  <a:pt x="62230" y="60706"/>
                </a:lnTo>
                <a:lnTo>
                  <a:pt x="60960" y="60706"/>
                </a:lnTo>
                <a:lnTo>
                  <a:pt x="60960" y="54229"/>
                </a:lnTo>
                <a:lnTo>
                  <a:pt x="62230" y="54229"/>
                </a:lnTo>
                <a:lnTo>
                  <a:pt x="62230" y="0"/>
                </a:lnTo>
                <a:lnTo>
                  <a:pt x="0" y="0"/>
                </a:lnTo>
                <a:lnTo>
                  <a:pt x="0" y="67056"/>
                </a:lnTo>
                <a:lnTo>
                  <a:pt x="68580" y="67056"/>
                </a:lnTo>
                <a:lnTo>
                  <a:pt x="68580" y="60706"/>
                </a:lnTo>
                <a:lnTo>
                  <a:pt x="68580" y="12827"/>
                </a:lnTo>
                <a:lnTo>
                  <a:pt x="68580" y="0"/>
                </a:lnTo>
                <a:close/>
              </a:path>
            </a:pathLst>
          </a:custGeom>
          <a:solidFill>
            <a:srgbClr val="FFFFFF">
              <a:alpha val="1960"/>
            </a:srgbClr>
          </a:solidFill>
        </p:spPr>
        <p:txBody>
          <a:bodyPr wrap="square" lIns="0" tIns="0" rIns="0" bIns="0" rtlCol="0"/>
          <a:lstStyle/>
          <a:p>
            <a:endParaRPr/>
          </a:p>
        </p:txBody>
      </p:sp>
      <p:sp>
        <p:nvSpPr>
          <p:cNvPr id="36" name="object 36"/>
          <p:cNvSpPr/>
          <p:nvPr/>
        </p:nvSpPr>
        <p:spPr>
          <a:xfrm>
            <a:off x="5059680" y="736599"/>
            <a:ext cx="106680" cy="109220"/>
          </a:xfrm>
          <a:custGeom>
            <a:avLst/>
            <a:gdLst/>
            <a:ahLst/>
            <a:cxnLst/>
            <a:rect l="l" t="t" r="r" b="b"/>
            <a:pathLst>
              <a:path w="106679" h="109219">
                <a:moveTo>
                  <a:pt x="106680" y="0"/>
                </a:moveTo>
                <a:lnTo>
                  <a:pt x="100330" y="0"/>
                </a:lnTo>
                <a:lnTo>
                  <a:pt x="100330" y="96520"/>
                </a:lnTo>
                <a:lnTo>
                  <a:pt x="100330" y="102870"/>
                </a:lnTo>
                <a:lnTo>
                  <a:pt x="99060" y="102870"/>
                </a:lnTo>
                <a:lnTo>
                  <a:pt x="99060" y="96520"/>
                </a:lnTo>
                <a:lnTo>
                  <a:pt x="100330" y="96520"/>
                </a:lnTo>
                <a:lnTo>
                  <a:pt x="100330" y="0"/>
                </a:lnTo>
                <a:lnTo>
                  <a:pt x="0" y="0"/>
                </a:lnTo>
                <a:lnTo>
                  <a:pt x="0" y="12700"/>
                </a:lnTo>
                <a:lnTo>
                  <a:pt x="0" y="96520"/>
                </a:lnTo>
                <a:lnTo>
                  <a:pt x="0" y="102870"/>
                </a:lnTo>
                <a:lnTo>
                  <a:pt x="0" y="109220"/>
                </a:lnTo>
                <a:lnTo>
                  <a:pt x="106680" y="109220"/>
                </a:lnTo>
                <a:lnTo>
                  <a:pt x="106680" y="102870"/>
                </a:lnTo>
                <a:lnTo>
                  <a:pt x="106680" y="96520"/>
                </a:lnTo>
                <a:lnTo>
                  <a:pt x="106680" y="12700"/>
                </a:lnTo>
                <a:lnTo>
                  <a:pt x="106680" y="0"/>
                </a:lnTo>
                <a:close/>
              </a:path>
            </a:pathLst>
          </a:custGeom>
          <a:solidFill>
            <a:srgbClr val="FFFFFF">
              <a:alpha val="1960"/>
            </a:srgbClr>
          </a:solidFill>
        </p:spPr>
        <p:txBody>
          <a:bodyPr wrap="square" lIns="0" tIns="0" rIns="0" bIns="0" rtlCol="0"/>
          <a:lstStyle/>
          <a:p>
            <a:endParaRPr/>
          </a:p>
        </p:txBody>
      </p:sp>
      <p:sp>
        <p:nvSpPr>
          <p:cNvPr id="37" name="object 37"/>
          <p:cNvSpPr/>
          <p:nvPr/>
        </p:nvSpPr>
        <p:spPr>
          <a:xfrm>
            <a:off x="3401568" y="1056639"/>
            <a:ext cx="135890" cy="133350"/>
          </a:xfrm>
          <a:custGeom>
            <a:avLst/>
            <a:gdLst/>
            <a:ahLst/>
            <a:cxnLst/>
            <a:rect l="l" t="t" r="r" b="b"/>
            <a:pathLst>
              <a:path w="135889" h="133350">
                <a:moveTo>
                  <a:pt x="135636" y="0"/>
                </a:moveTo>
                <a:lnTo>
                  <a:pt x="0" y="0"/>
                </a:lnTo>
                <a:lnTo>
                  <a:pt x="0" y="12700"/>
                </a:lnTo>
                <a:lnTo>
                  <a:pt x="0" y="120650"/>
                </a:lnTo>
                <a:lnTo>
                  <a:pt x="0" y="127000"/>
                </a:lnTo>
                <a:lnTo>
                  <a:pt x="0" y="133350"/>
                </a:lnTo>
                <a:lnTo>
                  <a:pt x="135636" y="133350"/>
                </a:lnTo>
                <a:lnTo>
                  <a:pt x="135636" y="127000"/>
                </a:lnTo>
                <a:lnTo>
                  <a:pt x="135636" y="120650"/>
                </a:lnTo>
                <a:lnTo>
                  <a:pt x="135636" y="12700"/>
                </a:lnTo>
                <a:lnTo>
                  <a:pt x="135636" y="0"/>
                </a:lnTo>
                <a:close/>
              </a:path>
            </a:pathLst>
          </a:custGeom>
          <a:solidFill>
            <a:srgbClr val="FFFFFF">
              <a:alpha val="1960"/>
            </a:srgbClr>
          </a:solidFill>
        </p:spPr>
        <p:txBody>
          <a:bodyPr wrap="square" lIns="0" tIns="0" rIns="0" bIns="0" rtlCol="0"/>
          <a:lstStyle/>
          <a:p>
            <a:endParaRPr/>
          </a:p>
        </p:txBody>
      </p:sp>
      <p:sp>
        <p:nvSpPr>
          <p:cNvPr id="38" name="object 38"/>
          <p:cNvSpPr/>
          <p:nvPr/>
        </p:nvSpPr>
        <p:spPr>
          <a:xfrm>
            <a:off x="3339084" y="99059"/>
            <a:ext cx="302260" cy="306070"/>
          </a:xfrm>
          <a:custGeom>
            <a:avLst/>
            <a:gdLst/>
            <a:ahLst/>
            <a:cxnLst/>
            <a:rect l="l" t="t" r="r" b="b"/>
            <a:pathLst>
              <a:path w="302260" h="306070">
                <a:moveTo>
                  <a:pt x="301752" y="0"/>
                </a:moveTo>
                <a:lnTo>
                  <a:pt x="295402" y="0"/>
                </a:lnTo>
                <a:lnTo>
                  <a:pt x="295402" y="293370"/>
                </a:lnTo>
                <a:lnTo>
                  <a:pt x="295402" y="299720"/>
                </a:lnTo>
                <a:lnTo>
                  <a:pt x="289052" y="299720"/>
                </a:lnTo>
                <a:lnTo>
                  <a:pt x="289052" y="298704"/>
                </a:lnTo>
                <a:lnTo>
                  <a:pt x="294132" y="298704"/>
                </a:lnTo>
                <a:lnTo>
                  <a:pt x="294132" y="293370"/>
                </a:lnTo>
                <a:lnTo>
                  <a:pt x="295402" y="293370"/>
                </a:lnTo>
                <a:lnTo>
                  <a:pt x="295402" y="0"/>
                </a:lnTo>
                <a:lnTo>
                  <a:pt x="0" y="0"/>
                </a:lnTo>
                <a:lnTo>
                  <a:pt x="0" y="13970"/>
                </a:lnTo>
                <a:lnTo>
                  <a:pt x="0" y="293370"/>
                </a:lnTo>
                <a:lnTo>
                  <a:pt x="0" y="299720"/>
                </a:lnTo>
                <a:lnTo>
                  <a:pt x="0" y="306070"/>
                </a:lnTo>
                <a:lnTo>
                  <a:pt x="301752" y="306070"/>
                </a:lnTo>
                <a:lnTo>
                  <a:pt x="301752" y="299720"/>
                </a:lnTo>
                <a:lnTo>
                  <a:pt x="301752" y="293370"/>
                </a:lnTo>
                <a:lnTo>
                  <a:pt x="301752" y="13970"/>
                </a:lnTo>
                <a:lnTo>
                  <a:pt x="301752" y="0"/>
                </a:lnTo>
                <a:close/>
              </a:path>
            </a:pathLst>
          </a:custGeom>
          <a:solidFill>
            <a:srgbClr val="FFFFFF">
              <a:alpha val="1960"/>
            </a:srgbClr>
          </a:solidFill>
        </p:spPr>
        <p:txBody>
          <a:bodyPr wrap="square" lIns="0" tIns="0" rIns="0" bIns="0" rtlCol="0"/>
          <a:lstStyle/>
          <a:p>
            <a:endParaRPr/>
          </a:p>
        </p:txBody>
      </p:sp>
      <p:sp>
        <p:nvSpPr>
          <p:cNvPr id="39" name="object 39"/>
          <p:cNvSpPr/>
          <p:nvPr/>
        </p:nvSpPr>
        <p:spPr>
          <a:xfrm>
            <a:off x="2141220" y="225551"/>
            <a:ext cx="79375" cy="76200"/>
          </a:xfrm>
          <a:custGeom>
            <a:avLst/>
            <a:gdLst/>
            <a:ahLst/>
            <a:cxnLst/>
            <a:rect l="l" t="t" r="r" b="b"/>
            <a:pathLst>
              <a:path w="79375" h="76200">
                <a:moveTo>
                  <a:pt x="79248" y="0"/>
                </a:moveTo>
                <a:lnTo>
                  <a:pt x="0" y="0"/>
                </a:lnTo>
                <a:lnTo>
                  <a:pt x="0" y="76200"/>
                </a:lnTo>
                <a:lnTo>
                  <a:pt x="79248" y="76200"/>
                </a:lnTo>
                <a:lnTo>
                  <a:pt x="79248" y="69850"/>
                </a:lnTo>
                <a:lnTo>
                  <a:pt x="79248" y="12700"/>
                </a:lnTo>
                <a:lnTo>
                  <a:pt x="79248" y="0"/>
                </a:lnTo>
                <a:close/>
              </a:path>
            </a:pathLst>
          </a:custGeom>
          <a:solidFill>
            <a:srgbClr val="FFFFFF">
              <a:alpha val="1960"/>
            </a:srgbClr>
          </a:solidFill>
        </p:spPr>
        <p:txBody>
          <a:bodyPr wrap="square" lIns="0" tIns="0" rIns="0" bIns="0" rtlCol="0"/>
          <a:lstStyle/>
          <a:p>
            <a:endParaRPr/>
          </a:p>
        </p:txBody>
      </p:sp>
      <p:sp>
        <p:nvSpPr>
          <p:cNvPr id="40" name="object 40"/>
          <p:cNvSpPr/>
          <p:nvPr/>
        </p:nvSpPr>
        <p:spPr>
          <a:xfrm>
            <a:off x="1929384" y="1115059"/>
            <a:ext cx="160020" cy="158750"/>
          </a:xfrm>
          <a:custGeom>
            <a:avLst/>
            <a:gdLst/>
            <a:ahLst/>
            <a:cxnLst/>
            <a:rect l="l" t="t" r="r" b="b"/>
            <a:pathLst>
              <a:path w="160019" h="158750">
                <a:moveTo>
                  <a:pt x="160020" y="0"/>
                </a:moveTo>
                <a:lnTo>
                  <a:pt x="0" y="0"/>
                </a:lnTo>
                <a:lnTo>
                  <a:pt x="0" y="12700"/>
                </a:lnTo>
                <a:lnTo>
                  <a:pt x="0" y="146050"/>
                </a:lnTo>
                <a:lnTo>
                  <a:pt x="0" y="152400"/>
                </a:lnTo>
                <a:lnTo>
                  <a:pt x="0" y="158750"/>
                </a:lnTo>
                <a:lnTo>
                  <a:pt x="160020" y="158750"/>
                </a:lnTo>
                <a:lnTo>
                  <a:pt x="160020" y="152400"/>
                </a:lnTo>
                <a:lnTo>
                  <a:pt x="160020" y="146050"/>
                </a:lnTo>
                <a:lnTo>
                  <a:pt x="160020" y="12700"/>
                </a:lnTo>
                <a:lnTo>
                  <a:pt x="160020" y="0"/>
                </a:lnTo>
                <a:close/>
              </a:path>
            </a:pathLst>
          </a:custGeom>
          <a:solidFill>
            <a:srgbClr val="FFFFFF">
              <a:alpha val="1960"/>
            </a:srgbClr>
          </a:solidFill>
        </p:spPr>
        <p:txBody>
          <a:bodyPr wrap="square" lIns="0" tIns="0" rIns="0" bIns="0" rtlCol="0"/>
          <a:lstStyle/>
          <a:p>
            <a:endParaRPr/>
          </a:p>
        </p:txBody>
      </p:sp>
      <p:sp>
        <p:nvSpPr>
          <p:cNvPr id="41" name="object 41"/>
          <p:cNvSpPr/>
          <p:nvPr/>
        </p:nvSpPr>
        <p:spPr>
          <a:xfrm>
            <a:off x="1278636" y="520699"/>
            <a:ext cx="140335" cy="140970"/>
          </a:xfrm>
          <a:custGeom>
            <a:avLst/>
            <a:gdLst/>
            <a:ahLst/>
            <a:cxnLst/>
            <a:rect l="l" t="t" r="r" b="b"/>
            <a:pathLst>
              <a:path w="140334" h="140970">
                <a:moveTo>
                  <a:pt x="140208" y="0"/>
                </a:moveTo>
                <a:lnTo>
                  <a:pt x="0" y="0"/>
                </a:lnTo>
                <a:lnTo>
                  <a:pt x="0" y="12700"/>
                </a:lnTo>
                <a:lnTo>
                  <a:pt x="0" y="128270"/>
                </a:lnTo>
                <a:lnTo>
                  <a:pt x="0" y="134620"/>
                </a:lnTo>
                <a:lnTo>
                  <a:pt x="0" y="140970"/>
                </a:lnTo>
                <a:lnTo>
                  <a:pt x="140208" y="140970"/>
                </a:lnTo>
                <a:lnTo>
                  <a:pt x="140208" y="134620"/>
                </a:lnTo>
                <a:lnTo>
                  <a:pt x="140208" y="128270"/>
                </a:lnTo>
                <a:lnTo>
                  <a:pt x="140208" y="12700"/>
                </a:lnTo>
                <a:lnTo>
                  <a:pt x="140208" y="0"/>
                </a:lnTo>
                <a:close/>
              </a:path>
            </a:pathLst>
          </a:custGeom>
          <a:solidFill>
            <a:srgbClr val="FFFFFF">
              <a:alpha val="1960"/>
            </a:srgbClr>
          </a:solidFill>
        </p:spPr>
        <p:txBody>
          <a:bodyPr wrap="square" lIns="0" tIns="0" rIns="0" bIns="0" rtlCol="0"/>
          <a:lstStyle/>
          <a:p>
            <a:endParaRPr/>
          </a:p>
        </p:txBody>
      </p:sp>
      <p:sp>
        <p:nvSpPr>
          <p:cNvPr id="42" name="object 42"/>
          <p:cNvSpPr/>
          <p:nvPr/>
        </p:nvSpPr>
        <p:spPr>
          <a:xfrm>
            <a:off x="3724655" y="2193035"/>
            <a:ext cx="78105" cy="79375"/>
          </a:xfrm>
          <a:custGeom>
            <a:avLst/>
            <a:gdLst/>
            <a:ahLst/>
            <a:cxnLst/>
            <a:rect l="l" t="t" r="r" b="b"/>
            <a:pathLst>
              <a:path w="78104" h="79375">
                <a:moveTo>
                  <a:pt x="77724" y="0"/>
                </a:moveTo>
                <a:lnTo>
                  <a:pt x="71374" y="0"/>
                </a:lnTo>
                <a:lnTo>
                  <a:pt x="71374" y="71628"/>
                </a:lnTo>
                <a:lnTo>
                  <a:pt x="71374" y="72898"/>
                </a:lnTo>
                <a:lnTo>
                  <a:pt x="65024" y="72898"/>
                </a:lnTo>
                <a:lnTo>
                  <a:pt x="65024" y="71628"/>
                </a:lnTo>
                <a:lnTo>
                  <a:pt x="71374" y="71628"/>
                </a:lnTo>
                <a:lnTo>
                  <a:pt x="71374" y="0"/>
                </a:lnTo>
                <a:lnTo>
                  <a:pt x="0" y="0"/>
                </a:lnTo>
                <a:lnTo>
                  <a:pt x="0" y="79248"/>
                </a:lnTo>
                <a:lnTo>
                  <a:pt x="77724" y="79248"/>
                </a:lnTo>
                <a:lnTo>
                  <a:pt x="77724" y="72898"/>
                </a:lnTo>
                <a:lnTo>
                  <a:pt x="77724" y="12700"/>
                </a:lnTo>
                <a:lnTo>
                  <a:pt x="77724" y="0"/>
                </a:lnTo>
                <a:close/>
              </a:path>
            </a:pathLst>
          </a:custGeom>
          <a:solidFill>
            <a:srgbClr val="FFFFFF">
              <a:alpha val="1960"/>
            </a:srgbClr>
          </a:solidFill>
        </p:spPr>
        <p:txBody>
          <a:bodyPr wrap="square" lIns="0" tIns="0" rIns="0" bIns="0" rtlCol="0"/>
          <a:lstStyle/>
          <a:p>
            <a:endParaRPr/>
          </a:p>
        </p:txBody>
      </p:sp>
      <p:sp>
        <p:nvSpPr>
          <p:cNvPr id="43" name="object 43"/>
          <p:cNvSpPr/>
          <p:nvPr/>
        </p:nvSpPr>
        <p:spPr>
          <a:xfrm>
            <a:off x="2045208" y="2344419"/>
            <a:ext cx="96520" cy="99060"/>
          </a:xfrm>
          <a:custGeom>
            <a:avLst/>
            <a:gdLst/>
            <a:ahLst/>
            <a:cxnLst/>
            <a:rect l="l" t="t" r="r" b="b"/>
            <a:pathLst>
              <a:path w="96519" h="99060">
                <a:moveTo>
                  <a:pt x="96012" y="0"/>
                </a:moveTo>
                <a:lnTo>
                  <a:pt x="88138" y="0"/>
                </a:lnTo>
                <a:lnTo>
                  <a:pt x="88138" y="92456"/>
                </a:lnTo>
                <a:lnTo>
                  <a:pt x="88138" y="92710"/>
                </a:lnTo>
                <a:lnTo>
                  <a:pt x="81788" y="92710"/>
                </a:lnTo>
                <a:lnTo>
                  <a:pt x="81788" y="92456"/>
                </a:lnTo>
                <a:lnTo>
                  <a:pt x="88138" y="92456"/>
                </a:lnTo>
                <a:lnTo>
                  <a:pt x="88138" y="0"/>
                </a:lnTo>
                <a:lnTo>
                  <a:pt x="0" y="0"/>
                </a:lnTo>
                <a:lnTo>
                  <a:pt x="0" y="12700"/>
                </a:lnTo>
                <a:lnTo>
                  <a:pt x="0" y="86360"/>
                </a:lnTo>
                <a:lnTo>
                  <a:pt x="0" y="92710"/>
                </a:lnTo>
                <a:lnTo>
                  <a:pt x="0" y="99060"/>
                </a:lnTo>
                <a:lnTo>
                  <a:pt x="96012" y="99060"/>
                </a:lnTo>
                <a:lnTo>
                  <a:pt x="96012" y="92710"/>
                </a:lnTo>
                <a:lnTo>
                  <a:pt x="96012" y="86360"/>
                </a:lnTo>
                <a:lnTo>
                  <a:pt x="96012" y="12700"/>
                </a:lnTo>
                <a:lnTo>
                  <a:pt x="96012" y="0"/>
                </a:lnTo>
                <a:close/>
              </a:path>
            </a:pathLst>
          </a:custGeom>
          <a:solidFill>
            <a:srgbClr val="FFFFFF">
              <a:alpha val="1960"/>
            </a:srgbClr>
          </a:solidFill>
        </p:spPr>
        <p:txBody>
          <a:bodyPr wrap="square" lIns="0" tIns="0" rIns="0" bIns="0" rtlCol="0"/>
          <a:lstStyle/>
          <a:p>
            <a:endParaRPr/>
          </a:p>
        </p:txBody>
      </p:sp>
      <p:sp>
        <p:nvSpPr>
          <p:cNvPr id="44" name="object 44"/>
          <p:cNvSpPr/>
          <p:nvPr/>
        </p:nvSpPr>
        <p:spPr>
          <a:xfrm>
            <a:off x="4040124" y="3438144"/>
            <a:ext cx="53340" cy="58419"/>
          </a:xfrm>
          <a:custGeom>
            <a:avLst/>
            <a:gdLst/>
            <a:ahLst/>
            <a:cxnLst/>
            <a:rect l="l" t="t" r="r" b="b"/>
            <a:pathLst>
              <a:path w="53339" h="58420">
                <a:moveTo>
                  <a:pt x="53340" y="0"/>
                </a:moveTo>
                <a:lnTo>
                  <a:pt x="0" y="0"/>
                </a:lnTo>
                <a:lnTo>
                  <a:pt x="0" y="57912"/>
                </a:lnTo>
                <a:lnTo>
                  <a:pt x="53340" y="57912"/>
                </a:lnTo>
                <a:lnTo>
                  <a:pt x="53340" y="51435"/>
                </a:lnTo>
                <a:lnTo>
                  <a:pt x="53340" y="12827"/>
                </a:lnTo>
                <a:lnTo>
                  <a:pt x="53340" y="0"/>
                </a:lnTo>
                <a:close/>
              </a:path>
            </a:pathLst>
          </a:custGeom>
          <a:solidFill>
            <a:srgbClr val="FFFFFF">
              <a:alpha val="1960"/>
            </a:srgbClr>
          </a:solidFill>
        </p:spPr>
        <p:txBody>
          <a:bodyPr wrap="square" lIns="0" tIns="0" rIns="0" bIns="0" rtlCol="0"/>
          <a:lstStyle/>
          <a:p>
            <a:endParaRPr/>
          </a:p>
        </p:txBody>
      </p:sp>
      <p:sp>
        <p:nvSpPr>
          <p:cNvPr id="45" name="object 45"/>
          <p:cNvSpPr/>
          <p:nvPr/>
        </p:nvSpPr>
        <p:spPr>
          <a:xfrm>
            <a:off x="2488692" y="4700270"/>
            <a:ext cx="96520" cy="95250"/>
          </a:xfrm>
          <a:custGeom>
            <a:avLst/>
            <a:gdLst/>
            <a:ahLst/>
            <a:cxnLst/>
            <a:rect l="l" t="t" r="r" b="b"/>
            <a:pathLst>
              <a:path w="96519" h="95250">
                <a:moveTo>
                  <a:pt x="96012" y="0"/>
                </a:moveTo>
                <a:lnTo>
                  <a:pt x="0" y="0"/>
                </a:lnTo>
                <a:lnTo>
                  <a:pt x="0" y="12700"/>
                </a:lnTo>
                <a:lnTo>
                  <a:pt x="0" y="82550"/>
                </a:lnTo>
                <a:lnTo>
                  <a:pt x="0" y="88900"/>
                </a:lnTo>
                <a:lnTo>
                  <a:pt x="0" y="95250"/>
                </a:lnTo>
                <a:lnTo>
                  <a:pt x="96012" y="95250"/>
                </a:lnTo>
                <a:lnTo>
                  <a:pt x="96012" y="88900"/>
                </a:lnTo>
                <a:lnTo>
                  <a:pt x="96012" y="82550"/>
                </a:lnTo>
                <a:lnTo>
                  <a:pt x="96012" y="12700"/>
                </a:lnTo>
                <a:lnTo>
                  <a:pt x="96012" y="0"/>
                </a:lnTo>
                <a:close/>
              </a:path>
            </a:pathLst>
          </a:custGeom>
          <a:solidFill>
            <a:srgbClr val="FFFFFF">
              <a:alpha val="1960"/>
            </a:srgbClr>
          </a:solidFill>
        </p:spPr>
        <p:txBody>
          <a:bodyPr wrap="square" lIns="0" tIns="0" rIns="0" bIns="0" rtlCol="0"/>
          <a:lstStyle/>
          <a:p>
            <a:endParaRPr/>
          </a:p>
        </p:txBody>
      </p:sp>
      <p:sp>
        <p:nvSpPr>
          <p:cNvPr id="46" name="object 46"/>
          <p:cNvSpPr/>
          <p:nvPr/>
        </p:nvSpPr>
        <p:spPr>
          <a:xfrm>
            <a:off x="6772656" y="5437632"/>
            <a:ext cx="56515" cy="55244"/>
          </a:xfrm>
          <a:custGeom>
            <a:avLst/>
            <a:gdLst/>
            <a:ahLst/>
            <a:cxnLst/>
            <a:rect l="l" t="t" r="r" b="b"/>
            <a:pathLst>
              <a:path w="56515" h="55245">
                <a:moveTo>
                  <a:pt x="56388" y="0"/>
                </a:moveTo>
                <a:lnTo>
                  <a:pt x="0" y="0"/>
                </a:lnTo>
                <a:lnTo>
                  <a:pt x="0" y="54864"/>
                </a:lnTo>
                <a:lnTo>
                  <a:pt x="56388" y="54864"/>
                </a:lnTo>
                <a:lnTo>
                  <a:pt x="56388" y="46990"/>
                </a:lnTo>
                <a:lnTo>
                  <a:pt x="56388" y="12573"/>
                </a:lnTo>
                <a:lnTo>
                  <a:pt x="56388" y="0"/>
                </a:lnTo>
                <a:close/>
              </a:path>
            </a:pathLst>
          </a:custGeom>
          <a:solidFill>
            <a:srgbClr val="FFFFFF">
              <a:alpha val="1960"/>
            </a:srgbClr>
          </a:solidFill>
        </p:spPr>
        <p:txBody>
          <a:bodyPr wrap="square" lIns="0" tIns="0" rIns="0" bIns="0" rtlCol="0"/>
          <a:lstStyle/>
          <a:p>
            <a:endParaRPr/>
          </a:p>
        </p:txBody>
      </p:sp>
      <p:sp>
        <p:nvSpPr>
          <p:cNvPr id="47" name="object 47"/>
          <p:cNvSpPr/>
          <p:nvPr/>
        </p:nvSpPr>
        <p:spPr>
          <a:xfrm>
            <a:off x="4645152" y="5900927"/>
            <a:ext cx="35560" cy="35560"/>
          </a:xfrm>
          <a:custGeom>
            <a:avLst/>
            <a:gdLst/>
            <a:ahLst/>
            <a:cxnLst/>
            <a:rect l="l" t="t" r="r" b="b"/>
            <a:pathLst>
              <a:path w="35560" h="35560">
                <a:moveTo>
                  <a:pt x="35052" y="0"/>
                </a:moveTo>
                <a:lnTo>
                  <a:pt x="0" y="0"/>
                </a:lnTo>
                <a:lnTo>
                  <a:pt x="0" y="35052"/>
                </a:lnTo>
                <a:lnTo>
                  <a:pt x="35052" y="35052"/>
                </a:lnTo>
                <a:lnTo>
                  <a:pt x="35052" y="28676"/>
                </a:lnTo>
                <a:lnTo>
                  <a:pt x="35052" y="12750"/>
                </a:lnTo>
                <a:lnTo>
                  <a:pt x="35052" y="0"/>
                </a:lnTo>
                <a:close/>
              </a:path>
            </a:pathLst>
          </a:custGeom>
          <a:solidFill>
            <a:srgbClr val="FFFFFF">
              <a:alpha val="1960"/>
            </a:srgbClr>
          </a:solidFill>
        </p:spPr>
        <p:txBody>
          <a:bodyPr wrap="square" lIns="0" tIns="0" rIns="0" bIns="0" rtlCol="0"/>
          <a:lstStyle/>
          <a:p>
            <a:endParaRPr/>
          </a:p>
        </p:txBody>
      </p:sp>
      <p:sp>
        <p:nvSpPr>
          <p:cNvPr id="48" name="object 48"/>
          <p:cNvSpPr/>
          <p:nvPr/>
        </p:nvSpPr>
        <p:spPr>
          <a:xfrm>
            <a:off x="6763511" y="3977639"/>
            <a:ext cx="27940" cy="27940"/>
          </a:xfrm>
          <a:custGeom>
            <a:avLst/>
            <a:gdLst/>
            <a:ahLst/>
            <a:cxnLst/>
            <a:rect l="l" t="t" r="r" b="b"/>
            <a:pathLst>
              <a:path w="27940" h="27939">
                <a:moveTo>
                  <a:pt x="27432" y="0"/>
                </a:moveTo>
                <a:lnTo>
                  <a:pt x="0" y="0"/>
                </a:lnTo>
                <a:lnTo>
                  <a:pt x="0" y="27432"/>
                </a:lnTo>
                <a:lnTo>
                  <a:pt x="27432" y="27432"/>
                </a:lnTo>
                <a:lnTo>
                  <a:pt x="27432" y="19304"/>
                </a:lnTo>
                <a:lnTo>
                  <a:pt x="27432" y="12954"/>
                </a:lnTo>
                <a:lnTo>
                  <a:pt x="27432" y="0"/>
                </a:lnTo>
                <a:close/>
              </a:path>
            </a:pathLst>
          </a:custGeom>
          <a:solidFill>
            <a:srgbClr val="FFFFFF">
              <a:alpha val="1960"/>
            </a:srgbClr>
          </a:solidFill>
        </p:spPr>
        <p:txBody>
          <a:bodyPr wrap="square" lIns="0" tIns="0" rIns="0" bIns="0" rtlCol="0"/>
          <a:lstStyle/>
          <a:p>
            <a:endParaRPr/>
          </a:p>
        </p:txBody>
      </p:sp>
      <p:sp>
        <p:nvSpPr>
          <p:cNvPr id="49" name="object 49"/>
          <p:cNvSpPr/>
          <p:nvPr/>
        </p:nvSpPr>
        <p:spPr>
          <a:xfrm>
            <a:off x="9948672" y="3618229"/>
            <a:ext cx="113030" cy="115570"/>
          </a:xfrm>
          <a:custGeom>
            <a:avLst/>
            <a:gdLst/>
            <a:ahLst/>
            <a:cxnLst/>
            <a:rect l="l" t="t" r="r" b="b"/>
            <a:pathLst>
              <a:path w="113029" h="115570">
                <a:moveTo>
                  <a:pt x="112776" y="0"/>
                </a:moveTo>
                <a:lnTo>
                  <a:pt x="0" y="0"/>
                </a:lnTo>
                <a:lnTo>
                  <a:pt x="0" y="12700"/>
                </a:lnTo>
                <a:lnTo>
                  <a:pt x="0" y="102870"/>
                </a:lnTo>
                <a:lnTo>
                  <a:pt x="0" y="109220"/>
                </a:lnTo>
                <a:lnTo>
                  <a:pt x="0" y="115570"/>
                </a:lnTo>
                <a:lnTo>
                  <a:pt x="112776" y="115570"/>
                </a:lnTo>
                <a:lnTo>
                  <a:pt x="112776" y="109220"/>
                </a:lnTo>
                <a:lnTo>
                  <a:pt x="112776" y="102870"/>
                </a:lnTo>
                <a:lnTo>
                  <a:pt x="112776" y="12700"/>
                </a:lnTo>
                <a:lnTo>
                  <a:pt x="112776" y="0"/>
                </a:lnTo>
                <a:close/>
              </a:path>
            </a:pathLst>
          </a:custGeom>
          <a:solidFill>
            <a:srgbClr val="FFFFFF">
              <a:alpha val="1960"/>
            </a:srgbClr>
          </a:solidFill>
        </p:spPr>
        <p:txBody>
          <a:bodyPr wrap="square" lIns="0" tIns="0" rIns="0" bIns="0" rtlCol="0"/>
          <a:lstStyle/>
          <a:p>
            <a:endParaRPr/>
          </a:p>
        </p:txBody>
      </p:sp>
      <p:sp>
        <p:nvSpPr>
          <p:cNvPr id="50" name="object 50"/>
          <p:cNvSpPr/>
          <p:nvPr/>
        </p:nvSpPr>
        <p:spPr>
          <a:xfrm>
            <a:off x="9745980" y="5151120"/>
            <a:ext cx="205740" cy="208279"/>
          </a:xfrm>
          <a:custGeom>
            <a:avLst/>
            <a:gdLst/>
            <a:ahLst/>
            <a:cxnLst/>
            <a:rect l="l" t="t" r="r" b="b"/>
            <a:pathLst>
              <a:path w="205740" h="208279">
                <a:moveTo>
                  <a:pt x="205740" y="0"/>
                </a:moveTo>
                <a:lnTo>
                  <a:pt x="0" y="0"/>
                </a:lnTo>
                <a:lnTo>
                  <a:pt x="0" y="12700"/>
                </a:lnTo>
                <a:lnTo>
                  <a:pt x="0" y="195580"/>
                </a:lnTo>
                <a:lnTo>
                  <a:pt x="0" y="201930"/>
                </a:lnTo>
                <a:lnTo>
                  <a:pt x="0" y="208280"/>
                </a:lnTo>
                <a:lnTo>
                  <a:pt x="205740" y="208280"/>
                </a:lnTo>
                <a:lnTo>
                  <a:pt x="205740" y="201930"/>
                </a:lnTo>
                <a:lnTo>
                  <a:pt x="205740" y="195580"/>
                </a:lnTo>
                <a:lnTo>
                  <a:pt x="205740" y="12700"/>
                </a:lnTo>
                <a:lnTo>
                  <a:pt x="205740" y="0"/>
                </a:lnTo>
                <a:close/>
              </a:path>
            </a:pathLst>
          </a:custGeom>
          <a:solidFill>
            <a:srgbClr val="FFFFFF">
              <a:alpha val="1960"/>
            </a:srgbClr>
          </a:solidFill>
        </p:spPr>
        <p:txBody>
          <a:bodyPr wrap="square" lIns="0" tIns="0" rIns="0" bIns="0" rtlCol="0"/>
          <a:lstStyle/>
          <a:p>
            <a:endParaRPr/>
          </a:p>
        </p:txBody>
      </p:sp>
      <p:sp>
        <p:nvSpPr>
          <p:cNvPr id="51" name="object 51"/>
          <p:cNvSpPr/>
          <p:nvPr/>
        </p:nvSpPr>
        <p:spPr>
          <a:xfrm>
            <a:off x="10732008" y="4587239"/>
            <a:ext cx="79375" cy="81280"/>
          </a:xfrm>
          <a:custGeom>
            <a:avLst/>
            <a:gdLst/>
            <a:ahLst/>
            <a:cxnLst/>
            <a:rect l="l" t="t" r="r" b="b"/>
            <a:pathLst>
              <a:path w="79375" h="81279">
                <a:moveTo>
                  <a:pt x="79248" y="0"/>
                </a:moveTo>
                <a:lnTo>
                  <a:pt x="72898" y="0"/>
                </a:lnTo>
                <a:lnTo>
                  <a:pt x="72898" y="73152"/>
                </a:lnTo>
                <a:lnTo>
                  <a:pt x="72898" y="74295"/>
                </a:lnTo>
                <a:lnTo>
                  <a:pt x="66548" y="74295"/>
                </a:lnTo>
                <a:lnTo>
                  <a:pt x="66548" y="73152"/>
                </a:lnTo>
                <a:lnTo>
                  <a:pt x="72898" y="73152"/>
                </a:lnTo>
                <a:lnTo>
                  <a:pt x="72898" y="0"/>
                </a:lnTo>
                <a:lnTo>
                  <a:pt x="0" y="0"/>
                </a:lnTo>
                <a:lnTo>
                  <a:pt x="0" y="80772"/>
                </a:lnTo>
                <a:lnTo>
                  <a:pt x="79248" y="80772"/>
                </a:lnTo>
                <a:lnTo>
                  <a:pt x="79248" y="74295"/>
                </a:lnTo>
                <a:lnTo>
                  <a:pt x="79248" y="12954"/>
                </a:lnTo>
                <a:lnTo>
                  <a:pt x="79248" y="0"/>
                </a:lnTo>
                <a:close/>
              </a:path>
            </a:pathLst>
          </a:custGeom>
          <a:solidFill>
            <a:srgbClr val="FFFFFF">
              <a:alpha val="1960"/>
            </a:srgbClr>
          </a:solidFill>
        </p:spPr>
        <p:txBody>
          <a:bodyPr wrap="square" lIns="0" tIns="0" rIns="0" bIns="0" rtlCol="0"/>
          <a:lstStyle/>
          <a:p>
            <a:endParaRPr/>
          </a:p>
        </p:txBody>
      </p:sp>
      <p:sp>
        <p:nvSpPr>
          <p:cNvPr id="52" name="object 52"/>
          <p:cNvSpPr/>
          <p:nvPr/>
        </p:nvSpPr>
        <p:spPr>
          <a:xfrm>
            <a:off x="8500872" y="2851149"/>
            <a:ext cx="147955" cy="149860"/>
          </a:xfrm>
          <a:custGeom>
            <a:avLst/>
            <a:gdLst/>
            <a:ahLst/>
            <a:cxnLst/>
            <a:rect l="l" t="t" r="r" b="b"/>
            <a:pathLst>
              <a:path w="147954" h="149860">
                <a:moveTo>
                  <a:pt x="147828" y="0"/>
                </a:moveTo>
                <a:lnTo>
                  <a:pt x="0" y="0"/>
                </a:lnTo>
                <a:lnTo>
                  <a:pt x="0" y="15240"/>
                </a:lnTo>
                <a:lnTo>
                  <a:pt x="0" y="137160"/>
                </a:lnTo>
                <a:lnTo>
                  <a:pt x="0" y="143510"/>
                </a:lnTo>
                <a:lnTo>
                  <a:pt x="0" y="149860"/>
                </a:lnTo>
                <a:lnTo>
                  <a:pt x="147828" y="149860"/>
                </a:lnTo>
                <a:lnTo>
                  <a:pt x="147828" y="143510"/>
                </a:lnTo>
                <a:lnTo>
                  <a:pt x="147828" y="137160"/>
                </a:lnTo>
                <a:lnTo>
                  <a:pt x="147828" y="15240"/>
                </a:lnTo>
                <a:lnTo>
                  <a:pt x="147828" y="0"/>
                </a:lnTo>
                <a:close/>
              </a:path>
            </a:pathLst>
          </a:custGeom>
          <a:solidFill>
            <a:srgbClr val="FFFFFF">
              <a:alpha val="1960"/>
            </a:srgbClr>
          </a:solidFill>
        </p:spPr>
        <p:txBody>
          <a:bodyPr wrap="square" lIns="0" tIns="0" rIns="0" bIns="0" rtlCol="0"/>
          <a:lstStyle/>
          <a:p>
            <a:endParaRPr/>
          </a:p>
        </p:txBody>
      </p:sp>
      <p:sp>
        <p:nvSpPr>
          <p:cNvPr id="53" name="object 53"/>
          <p:cNvSpPr/>
          <p:nvPr/>
        </p:nvSpPr>
        <p:spPr>
          <a:xfrm>
            <a:off x="9310116" y="121919"/>
            <a:ext cx="222885" cy="222250"/>
          </a:xfrm>
          <a:custGeom>
            <a:avLst/>
            <a:gdLst/>
            <a:ahLst/>
            <a:cxnLst/>
            <a:rect l="l" t="t" r="r" b="b"/>
            <a:pathLst>
              <a:path w="222884" h="222250">
                <a:moveTo>
                  <a:pt x="222504" y="0"/>
                </a:moveTo>
                <a:lnTo>
                  <a:pt x="0" y="0"/>
                </a:lnTo>
                <a:lnTo>
                  <a:pt x="0" y="12700"/>
                </a:lnTo>
                <a:lnTo>
                  <a:pt x="0" y="208280"/>
                </a:lnTo>
                <a:lnTo>
                  <a:pt x="0" y="214630"/>
                </a:lnTo>
                <a:lnTo>
                  <a:pt x="0" y="222250"/>
                </a:lnTo>
                <a:lnTo>
                  <a:pt x="222504" y="222250"/>
                </a:lnTo>
                <a:lnTo>
                  <a:pt x="222504" y="214630"/>
                </a:lnTo>
                <a:lnTo>
                  <a:pt x="222504" y="208280"/>
                </a:lnTo>
                <a:lnTo>
                  <a:pt x="222504" y="12700"/>
                </a:lnTo>
                <a:lnTo>
                  <a:pt x="222504" y="0"/>
                </a:lnTo>
                <a:close/>
              </a:path>
            </a:pathLst>
          </a:custGeom>
          <a:solidFill>
            <a:srgbClr val="FFFFFF">
              <a:alpha val="1960"/>
            </a:srgbClr>
          </a:solidFill>
        </p:spPr>
        <p:txBody>
          <a:bodyPr wrap="square" lIns="0" tIns="0" rIns="0" bIns="0" rtlCol="0"/>
          <a:lstStyle/>
          <a:p>
            <a:endParaRPr/>
          </a:p>
        </p:txBody>
      </p:sp>
      <p:sp>
        <p:nvSpPr>
          <p:cNvPr id="54" name="object 54"/>
          <p:cNvSpPr/>
          <p:nvPr/>
        </p:nvSpPr>
        <p:spPr>
          <a:xfrm>
            <a:off x="10616184" y="657859"/>
            <a:ext cx="104139" cy="106680"/>
          </a:xfrm>
          <a:custGeom>
            <a:avLst/>
            <a:gdLst/>
            <a:ahLst/>
            <a:cxnLst/>
            <a:rect l="l" t="t" r="r" b="b"/>
            <a:pathLst>
              <a:path w="104140" h="106679">
                <a:moveTo>
                  <a:pt x="103632" y="0"/>
                </a:moveTo>
                <a:lnTo>
                  <a:pt x="0" y="0"/>
                </a:lnTo>
                <a:lnTo>
                  <a:pt x="0" y="12700"/>
                </a:lnTo>
                <a:lnTo>
                  <a:pt x="0" y="93980"/>
                </a:lnTo>
                <a:lnTo>
                  <a:pt x="0" y="100330"/>
                </a:lnTo>
                <a:lnTo>
                  <a:pt x="0" y="106680"/>
                </a:lnTo>
                <a:lnTo>
                  <a:pt x="103632" y="106680"/>
                </a:lnTo>
                <a:lnTo>
                  <a:pt x="103632" y="100330"/>
                </a:lnTo>
                <a:lnTo>
                  <a:pt x="103632" y="93980"/>
                </a:lnTo>
                <a:lnTo>
                  <a:pt x="103632" y="12700"/>
                </a:lnTo>
                <a:lnTo>
                  <a:pt x="103632" y="0"/>
                </a:lnTo>
                <a:close/>
              </a:path>
            </a:pathLst>
          </a:custGeom>
          <a:solidFill>
            <a:srgbClr val="FFFFFF">
              <a:alpha val="1960"/>
            </a:srgbClr>
          </a:solidFill>
        </p:spPr>
        <p:txBody>
          <a:bodyPr wrap="square" lIns="0" tIns="0" rIns="0" bIns="0" rtlCol="0"/>
          <a:lstStyle/>
          <a:p>
            <a:endParaRPr/>
          </a:p>
        </p:txBody>
      </p:sp>
      <p:sp>
        <p:nvSpPr>
          <p:cNvPr id="55" name="object 55"/>
          <p:cNvSpPr/>
          <p:nvPr/>
        </p:nvSpPr>
        <p:spPr>
          <a:xfrm>
            <a:off x="10579608" y="8889"/>
            <a:ext cx="218440" cy="219710"/>
          </a:xfrm>
          <a:custGeom>
            <a:avLst/>
            <a:gdLst/>
            <a:ahLst/>
            <a:cxnLst/>
            <a:rect l="l" t="t" r="r" b="b"/>
            <a:pathLst>
              <a:path w="218440" h="219710">
                <a:moveTo>
                  <a:pt x="217932" y="0"/>
                </a:moveTo>
                <a:lnTo>
                  <a:pt x="0" y="0"/>
                </a:lnTo>
                <a:lnTo>
                  <a:pt x="0" y="12700"/>
                </a:lnTo>
                <a:lnTo>
                  <a:pt x="0" y="205740"/>
                </a:lnTo>
                <a:lnTo>
                  <a:pt x="0" y="212090"/>
                </a:lnTo>
                <a:lnTo>
                  <a:pt x="0" y="219710"/>
                </a:lnTo>
                <a:lnTo>
                  <a:pt x="217932" y="219710"/>
                </a:lnTo>
                <a:lnTo>
                  <a:pt x="217932" y="212090"/>
                </a:lnTo>
                <a:lnTo>
                  <a:pt x="217932" y="205740"/>
                </a:lnTo>
                <a:lnTo>
                  <a:pt x="217932" y="12700"/>
                </a:lnTo>
                <a:lnTo>
                  <a:pt x="217932" y="0"/>
                </a:lnTo>
                <a:close/>
              </a:path>
            </a:pathLst>
          </a:custGeom>
          <a:solidFill>
            <a:srgbClr val="FFFFFF">
              <a:alpha val="1960"/>
            </a:srgbClr>
          </a:solidFill>
        </p:spPr>
        <p:txBody>
          <a:bodyPr wrap="square" lIns="0" tIns="0" rIns="0" bIns="0" rtlCol="0"/>
          <a:lstStyle/>
          <a:p>
            <a:endParaRPr/>
          </a:p>
        </p:txBody>
      </p:sp>
      <p:sp>
        <p:nvSpPr>
          <p:cNvPr id="56" name="object 56"/>
          <p:cNvSpPr/>
          <p:nvPr/>
        </p:nvSpPr>
        <p:spPr>
          <a:xfrm>
            <a:off x="9105900" y="1445259"/>
            <a:ext cx="119380" cy="121920"/>
          </a:xfrm>
          <a:custGeom>
            <a:avLst/>
            <a:gdLst/>
            <a:ahLst/>
            <a:cxnLst/>
            <a:rect l="l" t="t" r="r" b="b"/>
            <a:pathLst>
              <a:path w="119379" h="121919">
                <a:moveTo>
                  <a:pt x="118872" y="0"/>
                </a:moveTo>
                <a:lnTo>
                  <a:pt x="112522" y="0"/>
                </a:lnTo>
                <a:lnTo>
                  <a:pt x="112522" y="115316"/>
                </a:lnTo>
                <a:lnTo>
                  <a:pt x="112522" y="115570"/>
                </a:lnTo>
                <a:lnTo>
                  <a:pt x="106172" y="115570"/>
                </a:lnTo>
                <a:lnTo>
                  <a:pt x="106172" y="115316"/>
                </a:lnTo>
                <a:lnTo>
                  <a:pt x="112522" y="115316"/>
                </a:lnTo>
                <a:lnTo>
                  <a:pt x="112522" y="0"/>
                </a:lnTo>
                <a:lnTo>
                  <a:pt x="0" y="0"/>
                </a:lnTo>
                <a:lnTo>
                  <a:pt x="0" y="12700"/>
                </a:lnTo>
                <a:lnTo>
                  <a:pt x="0" y="109220"/>
                </a:lnTo>
                <a:lnTo>
                  <a:pt x="0" y="115570"/>
                </a:lnTo>
                <a:lnTo>
                  <a:pt x="0" y="121920"/>
                </a:lnTo>
                <a:lnTo>
                  <a:pt x="118872" y="121920"/>
                </a:lnTo>
                <a:lnTo>
                  <a:pt x="118872" y="115570"/>
                </a:lnTo>
                <a:lnTo>
                  <a:pt x="118872" y="109220"/>
                </a:lnTo>
                <a:lnTo>
                  <a:pt x="118872" y="12700"/>
                </a:lnTo>
                <a:lnTo>
                  <a:pt x="118872" y="0"/>
                </a:lnTo>
                <a:close/>
              </a:path>
            </a:pathLst>
          </a:custGeom>
          <a:solidFill>
            <a:srgbClr val="FFFFFF">
              <a:alpha val="1960"/>
            </a:srgbClr>
          </a:solidFill>
        </p:spPr>
        <p:txBody>
          <a:bodyPr wrap="square" lIns="0" tIns="0" rIns="0" bIns="0" rtlCol="0"/>
          <a:lstStyle/>
          <a:p>
            <a:endParaRPr/>
          </a:p>
        </p:txBody>
      </p:sp>
      <p:sp>
        <p:nvSpPr>
          <p:cNvPr id="57" name="object 57"/>
          <p:cNvSpPr/>
          <p:nvPr/>
        </p:nvSpPr>
        <p:spPr>
          <a:xfrm>
            <a:off x="10738104" y="1391919"/>
            <a:ext cx="169545" cy="168910"/>
          </a:xfrm>
          <a:custGeom>
            <a:avLst/>
            <a:gdLst/>
            <a:ahLst/>
            <a:cxnLst/>
            <a:rect l="l" t="t" r="r" b="b"/>
            <a:pathLst>
              <a:path w="169545" h="168909">
                <a:moveTo>
                  <a:pt x="169164" y="0"/>
                </a:moveTo>
                <a:lnTo>
                  <a:pt x="0" y="0"/>
                </a:lnTo>
                <a:lnTo>
                  <a:pt x="0" y="12700"/>
                </a:lnTo>
                <a:lnTo>
                  <a:pt x="0" y="156210"/>
                </a:lnTo>
                <a:lnTo>
                  <a:pt x="0" y="162560"/>
                </a:lnTo>
                <a:lnTo>
                  <a:pt x="0" y="168910"/>
                </a:lnTo>
                <a:lnTo>
                  <a:pt x="169164" y="168910"/>
                </a:lnTo>
                <a:lnTo>
                  <a:pt x="169164" y="162560"/>
                </a:lnTo>
                <a:lnTo>
                  <a:pt x="169164" y="156210"/>
                </a:lnTo>
                <a:lnTo>
                  <a:pt x="169164" y="12700"/>
                </a:lnTo>
                <a:lnTo>
                  <a:pt x="169164" y="0"/>
                </a:lnTo>
                <a:close/>
              </a:path>
            </a:pathLst>
          </a:custGeom>
          <a:solidFill>
            <a:srgbClr val="FFFFFF">
              <a:alpha val="1960"/>
            </a:srgbClr>
          </a:solidFill>
        </p:spPr>
        <p:txBody>
          <a:bodyPr wrap="square" lIns="0" tIns="0" rIns="0" bIns="0" rtlCol="0"/>
          <a:lstStyle/>
          <a:p>
            <a:endParaRPr/>
          </a:p>
        </p:txBody>
      </p:sp>
      <p:sp>
        <p:nvSpPr>
          <p:cNvPr id="58" name="object 58"/>
          <p:cNvSpPr/>
          <p:nvPr/>
        </p:nvSpPr>
        <p:spPr>
          <a:xfrm>
            <a:off x="7882128" y="736599"/>
            <a:ext cx="113030" cy="115570"/>
          </a:xfrm>
          <a:custGeom>
            <a:avLst/>
            <a:gdLst/>
            <a:ahLst/>
            <a:cxnLst/>
            <a:rect l="l" t="t" r="r" b="b"/>
            <a:pathLst>
              <a:path w="113029" h="115569">
                <a:moveTo>
                  <a:pt x="112776" y="0"/>
                </a:moveTo>
                <a:lnTo>
                  <a:pt x="0" y="0"/>
                </a:lnTo>
                <a:lnTo>
                  <a:pt x="0" y="12700"/>
                </a:lnTo>
                <a:lnTo>
                  <a:pt x="0" y="102870"/>
                </a:lnTo>
                <a:lnTo>
                  <a:pt x="0" y="109220"/>
                </a:lnTo>
                <a:lnTo>
                  <a:pt x="0" y="115570"/>
                </a:lnTo>
                <a:lnTo>
                  <a:pt x="112776" y="115570"/>
                </a:lnTo>
                <a:lnTo>
                  <a:pt x="112776" y="109220"/>
                </a:lnTo>
                <a:lnTo>
                  <a:pt x="112776" y="102870"/>
                </a:lnTo>
                <a:lnTo>
                  <a:pt x="112776" y="12700"/>
                </a:lnTo>
                <a:lnTo>
                  <a:pt x="112776" y="0"/>
                </a:lnTo>
                <a:close/>
              </a:path>
            </a:pathLst>
          </a:custGeom>
          <a:solidFill>
            <a:srgbClr val="FFFFFF">
              <a:alpha val="1960"/>
            </a:srgbClr>
          </a:solidFill>
        </p:spPr>
        <p:txBody>
          <a:bodyPr wrap="square" lIns="0" tIns="0" rIns="0" bIns="0" rtlCol="0"/>
          <a:lstStyle/>
          <a:p>
            <a:endParaRPr/>
          </a:p>
        </p:txBody>
      </p:sp>
      <p:sp>
        <p:nvSpPr>
          <p:cNvPr id="59" name="object 59"/>
          <p:cNvSpPr/>
          <p:nvPr/>
        </p:nvSpPr>
        <p:spPr>
          <a:xfrm>
            <a:off x="7789164" y="0"/>
            <a:ext cx="200025" cy="198120"/>
          </a:xfrm>
          <a:custGeom>
            <a:avLst/>
            <a:gdLst/>
            <a:ahLst/>
            <a:cxnLst/>
            <a:rect l="l" t="t" r="r" b="b"/>
            <a:pathLst>
              <a:path w="200025" h="198120">
                <a:moveTo>
                  <a:pt x="199644" y="0"/>
                </a:moveTo>
                <a:lnTo>
                  <a:pt x="0" y="0"/>
                </a:lnTo>
                <a:lnTo>
                  <a:pt x="0" y="12700"/>
                </a:lnTo>
                <a:lnTo>
                  <a:pt x="0" y="185420"/>
                </a:lnTo>
                <a:lnTo>
                  <a:pt x="0" y="191770"/>
                </a:lnTo>
                <a:lnTo>
                  <a:pt x="0" y="198120"/>
                </a:lnTo>
                <a:lnTo>
                  <a:pt x="199644" y="198120"/>
                </a:lnTo>
                <a:lnTo>
                  <a:pt x="199644" y="191770"/>
                </a:lnTo>
                <a:lnTo>
                  <a:pt x="199644" y="185420"/>
                </a:lnTo>
                <a:lnTo>
                  <a:pt x="199644" y="12700"/>
                </a:lnTo>
                <a:lnTo>
                  <a:pt x="199644" y="0"/>
                </a:lnTo>
                <a:close/>
              </a:path>
            </a:pathLst>
          </a:custGeom>
          <a:solidFill>
            <a:srgbClr val="FFFFFF">
              <a:alpha val="1960"/>
            </a:srgbClr>
          </a:solidFill>
        </p:spPr>
        <p:txBody>
          <a:bodyPr wrap="square" lIns="0" tIns="0" rIns="0" bIns="0" rtlCol="0"/>
          <a:lstStyle/>
          <a:p>
            <a:endParaRPr/>
          </a:p>
        </p:txBody>
      </p:sp>
      <p:sp>
        <p:nvSpPr>
          <p:cNvPr id="60" name="object 60"/>
          <p:cNvSpPr/>
          <p:nvPr/>
        </p:nvSpPr>
        <p:spPr>
          <a:xfrm>
            <a:off x="5462016" y="1432559"/>
            <a:ext cx="151130" cy="146050"/>
          </a:xfrm>
          <a:custGeom>
            <a:avLst/>
            <a:gdLst/>
            <a:ahLst/>
            <a:cxnLst/>
            <a:rect l="l" t="t" r="r" b="b"/>
            <a:pathLst>
              <a:path w="151129" h="146050">
                <a:moveTo>
                  <a:pt x="150876" y="0"/>
                </a:moveTo>
                <a:lnTo>
                  <a:pt x="0" y="0"/>
                </a:lnTo>
                <a:lnTo>
                  <a:pt x="0" y="12700"/>
                </a:lnTo>
                <a:lnTo>
                  <a:pt x="0" y="133350"/>
                </a:lnTo>
                <a:lnTo>
                  <a:pt x="0" y="139700"/>
                </a:lnTo>
                <a:lnTo>
                  <a:pt x="0" y="146050"/>
                </a:lnTo>
                <a:lnTo>
                  <a:pt x="150876" y="146050"/>
                </a:lnTo>
                <a:lnTo>
                  <a:pt x="150876" y="139700"/>
                </a:lnTo>
                <a:lnTo>
                  <a:pt x="150876" y="133350"/>
                </a:lnTo>
                <a:lnTo>
                  <a:pt x="150876" y="12700"/>
                </a:lnTo>
                <a:lnTo>
                  <a:pt x="150876" y="0"/>
                </a:lnTo>
                <a:close/>
              </a:path>
            </a:pathLst>
          </a:custGeom>
          <a:solidFill>
            <a:srgbClr val="FFFFFF">
              <a:alpha val="1960"/>
            </a:srgbClr>
          </a:solidFill>
        </p:spPr>
        <p:txBody>
          <a:bodyPr wrap="square" lIns="0" tIns="0" rIns="0" bIns="0" rtlCol="0"/>
          <a:lstStyle/>
          <a:p>
            <a:endParaRPr/>
          </a:p>
        </p:txBody>
      </p:sp>
      <p:sp>
        <p:nvSpPr>
          <p:cNvPr id="61" name="object 61"/>
          <p:cNvSpPr/>
          <p:nvPr/>
        </p:nvSpPr>
        <p:spPr>
          <a:xfrm>
            <a:off x="4442460" y="851915"/>
            <a:ext cx="83820" cy="85725"/>
          </a:xfrm>
          <a:custGeom>
            <a:avLst/>
            <a:gdLst/>
            <a:ahLst/>
            <a:cxnLst/>
            <a:rect l="l" t="t" r="r" b="b"/>
            <a:pathLst>
              <a:path w="83820" h="85725">
                <a:moveTo>
                  <a:pt x="83820" y="0"/>
                </a:moveTo>
                <a:lnTo>
                  <a:pt x="77470" y="0"/>
                </a:lnTo>
                <a:lnTo>
                  <a:pt x="77470" y="77724"/>
                </a:lnTo>
                <a:lnTo>
                  <a:pt x="77470" y="78867"/>
                </a:lnTo>
                <a:lnTo>
                  <a:pt x="71120" y="78867"/>
                </a:lnTo>
                <a:lnTo>
                  <a:pt x="71120" y="77724"/>
                </a:lnTo>
                <a:lnTo>
                  <a:pt x="77470" y="77724"/>
                </a:lnTo>
                <a:lnTo>
                  <a:pt x="77470" y="0"/>
                </a:lnTo>
                <a:lnTo>
                  <a:pt x="0" y="0"/>
                </a:lnTo>
                <a:lnTo>
                  <a:pt x="0" y="85344"/>
                </a:lnTo>
                <a:lnTo>
                  <a:pt x="83820" y="85344"/>
                </a:lnTo>
                <a:lnTo>
                  <a:pt x="83820" y="78867"/>
                </a:lnTo>
                <a:lnTo>
                  <a:pt x="83820" y="12827"/>
                </a:lnTo>
                <a:lnTo>
                  <a:pt x="83820" y="0"/>
                </a:lnTo>
                <a:close/>
              </a:path>
            </a:pathLst>
          </a:custGeom>
          <a:solidFill>
            <a:srgbClr val="FFFFFF">
              <a:alpha val="1960"/>
            </a:srgbClr>
          </a:solidFill>
        </p:spPr>
        <p:txBody>
          <a:bodyPr wrap="square" lIns="0" tIns="0" rIns="0" bIns="0" rtlCol="0"/>
          <a:lstStyle/>
          <a:p>
            <a:endParaRPr/>
          </a:p>
        </p:txBody>
      </p:sp>
      <p:sp>
        <p:nvSpPr>
          <p:cNvPr id="62" name="object 62"/>
          <p:cNvSpPr/>
          <p:nvPr/>
        </p:nvSpPr>
        <p:spPr>
          <a:xfrm>
            <a:off x="3710940" y="1696211"/>
            <a:ext cx="48895" cy="48895"/>
          </a:xfrm>
          <a:custGeom>
            <a:avLst/>
            <a:gdLst/>
            <a:ahLst/>
            <a:cxnLst/>
            <a:rect l="l" t="t" r="r" b="b"/>
            <a:pathLst>
              <a:path w="48895" h="48894">
                <a:moveTo>
                  <a:pt x="48768" y="0"/>
                </a:moveTo>
                <a:lnTo>
                  <a:pt x="0" y="0"/>
                </a:lnTo>
                <a:lnTo>
                  <a:pt x="0" y="48768"/>
                </a:lnTo>
                <a:lnTo>
                  <a:pt x="48768" y="48768"/>
                </a:lnTo>
                <a:lnTo>
                  <a:pt x="48768" y="42418"/>
                </a:lnTo>
                <a:lnTo>
                  <a:pt x="48768" y="12573"/>
                </a:lnTo>
                <a:lnTo>
                  <a:pt x="48768" y="0"/>
                </a:lnTo>
                <a:close/>
              </a:path>
            </a:pathLst>
          </a:custGeom>
          <a:solidFill>
            <a:srgbClr val="FFFFFF">
              <a:alpha val="1960"/>
            </a:srgbClr>
          </a:solidFill>
        </p:spPr>
        <p:txBody>
          <a:bodyPr wrap="square" lIns="0" tIns="0" rIns="0" bIns="0" rtlCol="0"/>
          <a:lstStyle/>
          <a:p>
            <a:endParaRPr/>
          </a:p>
        </p:txBody>
      </p:sp>
      <p:sp>
        <p:nvSpPr>
          <p:cNvPr id="63" name="object 63"/>
          <p:cNvSpPr/>
          <p:nvPr/>
        </p:nvSpPr>
        <p:spPr>
          <a:xfrm>
            <a:off x="2974848" y="2285999"/>
            <a:ext cx="113030" cy="111760"/>
          </a:xfrm>
          <a:custGeom>
            <a:avLst/>
            <a:gdLst/>
            <a:ahLst/>
            <a:cxnLst/>
            <a:rect l="l" t="t" r="r" b="b"/>
            <a:pathLst>
              <a:path w="113030" h="111760">
                <a:moveTo>
                  <a:pt x="112776" y="0"/>
                </a:moveTo>
                <a:lnTo>
                  <a:pt x="106426" y="0"/>
                </a:lnTo>
                <a:lnTo>
                  <a:pt x="106426" y="105156"/>
                </a:lnTo>
                <a:lnTo>
                  <a:pt x="106426" y="105410"/>
                </a:lnTo>
                <a:lnTo>
                  <a:pt x="98425" y="105410"/>
                </a:lnTo>
                <a:lnTo>
                  <a:pt x="98425" y="105156"/>
                </a:lnTo>
                <a:lnTo>
                  <a:pt x="106426" y="105156"/>
                </a:lnTo>
                <a:lnTo>
                  <a:pt x="106426" y="0"/>
                </a:lnTo>
                <a:lnTo>
                  <a:pt x="0" y="0"/>
                </a:lnTo>
                <a:lnTo>
                  <a:pt x="0" y="12700"/>
                </a:lnTo>
                <a:lnTo>
                  <a:pt x="0" y="99060"/>
                </a:lnTo>
                <a:lnTo>
                  <a:pt x="0" y="105410"/>
                </a:lnTo>
                <a:lnTo>
                  <a:pt x="0" y="111760"/>
                </a:lnTo>
                <a:lnTo>
                  <a:pt x="112776" y="111760"/>
                </a:lnTo>
                <a:lnTo>
                  <a:pt x="112776" y="105410"/>
                </a:lnTo>
                <a:lnTo>
                  <a:pt x="112776" y="99060"/>
                </a:lnTo>
                <a:lnTo>
                  <a:pt x="112776" y="12700"/>
                </a:lnTo>
                <a:lnTo>
                  <a:pt x="112776" y="0"/>
                </a:lnTo>
                <a:close/>
              </a:path>
            </a:pathLst>
          </a:custGeom>
          <a:solidFill>
            <a:srgbClr val="FFFFFF">
              <a:alpha val="1960"/>
            </a:srgbClr>
          </a:solidFill>
        </p:spPr>
        <p:txBody>
          <a:bodyPr wrap="square" lIns="0" tIns="0" rIns="0" bIns="0" rtlCol="0"/>
          <a:lstStyle/>
          <a:p>
            <a:endParaRPr/>
          </a:p>
        </p:txBody>
      </p:sp>
      <p:sp>
        <p:nvSpPr>
          <p:cNvPr id="64" name="object 64"/>
          <p:cNvSpPr/>
          <p:nvPr/>
        </p:nvSpPr>
        <p:spPr>
          <a:xfrm>
            <a:off x="1757172" y="1976627"/>
            <a:ext cx="83820" cy="83820"/>
          </a:xfrm>
          <a:custGeom>
            <a:avLst/>
            <a:gdLst/>
            <a:ahLst/>
            <a:cxnLst/>
            <a:rect l="l" t="t" r="r" b="b"/>
            <a:pathLst>
              <a:path w="83819" h="83819">
                <a:moveTo>
                  <a:pt x="83820" y="0"/>
                </a:moveTo>
                <a:lnTo>
                  <a:pt x="0" y="0"/>
                </a:lnTo>
                <a:lnTo>
                  <a:pt x="0" y="83820"/>
                </a:lnTo>
                <a:lnTo>
                  <a:pt x="83820" y="83820"/>
                </a:lnTo>
                <a:lnTo>
                  <a:pt x="83820" y="75946"/>
                </a:lnTo>
                <a:lnTo>
                  <a:pt x="83820" y="12700"/>
                </a:lnTo>
                <a:lnTo>
                  <a:pt x="83820" y="0"/>
                </a:lnTo>
                <a:close/>
              </a:path>
            </a:pathLst>
          </a:custGeom>
          <a:solidFill>
            <a:srgbClr val="FFFFFF">
              <a:alpha val="1960"/>
            </a:srgbClr>
          </a:solidFill>
        </p:spPr>
        <p:txBody>
          <a:bodyPr wrap="square" lIns="0" tIns="0" rIns="0" bIns="0" rtlCol="0"/>
          <a:lstStyle/>
          <a:p>
            <a:endParaRPr/>
          </a:p>
        </p:txBody>
      </p:sp>
      <p:sp>
        <p:nvSpPr>
          <p:cNvPr id="65" name="object 65"/>
          <p:cNvSpPr/>
          <p:nvPr/>
        </p:nvSpPr>
        <p:spPr>
          <a:xfrm>
            <a:off x="1522476" y="73659"/>
            <a:ext cx="205740" cy="205740"/>
          </a:xfrm>
          <a:custGeom>
            <a:avLst/>
            <a:gdLst/>
            <a:ahLst/>
            <a:cxnLst/>
            <a:rect l="l" t="t" r="r" b="b"/>
            <a:pathLst>
              <a:path w="205739" h="205740">
                <a:moveTo>
                  <a:pt x="205740" y="0"/>
                </a:moveTo>
                <a:lnTo>
                  <a:pt x="199390" y="0"/>
                </a:lnTo>
                <a:lnTo>
                  <a:pt x="199390" y="199136"/>
                </a:lnTo>
                <a:lnTo>
                  <a:pt x="199390" y="199390"/>
                </a:lnTo>
                <a:lnTo>
                  <a:pt x="193040" y="199390"/>
                </a:lnTo>
                <a:lnTo>
                  <a:pt x="193040" y="199136"/>
                </a:lnTo>
                <a:lnTo>
                  <a:pt x="199390" y="199136"/>
                </a:lnTo>
                <a:lnTo>
                  <a:pt x="199390" y="0"/>
                </a:lnTo>
                <a:lnTo>
                  <a:pt x="0" y="0"/>
                </a:lnTo>
                <a:lnTo>
                  <a:pt x="0" y="12700"/>
                </a:lnTo>
                <a:lnTo>
                  <a:pt x="0" y="193040"/>
                </a:lnTo>
                <a:lnTo>
                  <a:pt x="0" y="199390"/>
                </a:lnTo>
                <a:lnTo>
                  <a:pt x="0" y="205740"/>
                </a:lnTo>
                <a:lnTo>
                  <a:pt x="205740" y="205740"/>
                </a:lnTo>
                <a:lnTo>
                  <a:pt x="205740" y="199390"/>
                </a:lnTo>
                <a:lnTo>
                  <a:pt x="205740" y="193040"/>
                </a:lnTo>
                <a:lnTo>
                  <a:pt x="205740" y="12700"/>
                </a:lnTo>
                <a:lnTo>
                  <a:pt x="205740" y="0"/>
                </a:lnTo>
                <a:close/>
              </a:path>
            </a:pathLst>
          </a:custGeom>
          <a:solidFill>
            <a:srgbClr val="FFFFFF">
              <a:alpha val="1960"/>
            </a:srgbClr>
          </a:solidFill>
        </p:spPr>
        <p:txBody>
          <a:bodyPr wrap="square" lIns="0" tIns="0" rIns="0" bIns="0" rtlCol="0"/>
          <a:lstStyle/>
          <a:p>
            <a:endParaRPr/>
          </a:p>
        </p:txBody>
      </p:sp>
      <p:sp>
        <p:nvSpPr>
          <p:cNvPr id="66" name="object 66"/>
          <p:cNvSpPr/>
          <p:nvPr/>
        </p:nvSpPr>
        <p:spPr>
          <a:xfrm>
            <a:off x="5701284" y="2977895"/>
            <a:ext cx="47625" cy="47625"/>
          </a:xfrm>
          <a:custGeom>
            <a:avLst/>
            <a:gdLst/>
            <a:ahLst/>
            <a:cxnLst/>
            <a:rect l="l" t="t" r="r" b="b"/>
            <a:pathLst>
              <a:path w="47625" h="47625">
                <a:moveTo>
                  <a:pt x="47244" y="0"/>
                </a:moveTo>
                <a:lnTo>
                  <a:pt x="0" y="0"/>
                </a:lnTo>
                <a:lnTo>
                  <a:pt x="0" y="47244"/>
                </a:lnTo>
                <a:lnTo>
                  <a:pt x="47244" y="47244"/>
                </a:lnTo>
                <a:lnTo>
                  <a:pt x="47244" y="40894"/>
                </a:lnTo>
                <a:lnTo>
                  <a:pt x="47244" y="12573"/>
                </a:lnTo>
                <a:lnTo>
                  <a:pt x="47244" y="0"/>
                </a:lnTo>
                <a:close/>
              </a:path>
            </a:pathLst>
          </a:custGeom>
          <a:solidFill>
            <a:srgbClr val="FFFFFF">
              <a:alpha val="1960"/>
            </a:srgbClr>
          </a:solidFill>
        </p:spPr>
        <p:txBody>
          <a:bodyPr wrap="square" lIns="0" tIns="0" rIns="0" bIns="0" rtlCol="0"/>
          <a:lstStyle/>
          <a:p>
            <a:endParaRPr/>
          </a:p>
        </p:txBody>
      </p:sp>
      <p:sp>
        <p:nvSpPr>
          <p:cNvPr id="67" name="object 67"/>
          <p:cNvSpPr/>
          <p:nvPr/>
        </p:nvSpPr>
        <p:spPr>
          <a:xfrm>
            <a:off x="1594104" y="3796283"/>
            <a:ext cx="26034" cy="24765"/>
          </a:xfrm>
          <a:custGeom>
            <a:avLst/>
            <a:gdLst/>
            <a:ahLst/>
            <a:cxnLst/>
            <a:rect l="l" t="t" r="r" b="b"/>
            <a:pathLst>
              <a:path w="26034" h="24764">
                <a:moveTo>
                  <a:pt x="25908" y="0"/>
                </a:moveTo>
                <a:lnTo>
                  <a:pt x="19431" y="0"/>
                </a:lnTo>
                <a:lnTo>
                  <a:pt x="19431" y="12192"/>
                </a:lnTo>
                <a:lnTo>
                  <a:pt x="19431" y="18288"/>
                </a:lnTo>
                <a:lnTo>
                  <a:pt x="18288" y="18288"/>
                </a:lnTo>
                <a:lnTo>
                  <a:pt x="18288" y="12192"/>
                </a:lnTo>
                <a:lnTo>
                  <a:pt x="19431" y="12192"/>
                </a:lnTo>
                <a:lnTo>
                  <a:pt x="19431" y="0"/>
                </a:lnTo>
                <a:lnTo>
                  <a:pt x="0" y="0"/>
                </a:lnTo>
                <a:lnTo>
                  <a:pt x="0" y="24384"/>
                </a:lnTo>
                <a:lnTo>
                  <a:pt x="25908" y="24384"/>
                </a:lnTo>
                <a:lnTo>
                  <a:pt x="25908" y="18288"/>
                </a:lnTo>
                <a:lnTo>
                  <a:pt x="25908" y="12192"/>
                </a:lnTo>
                <a:lnTo>
                  <a:pt x="25908" y="0"/>
                </a:lnTo>
                <a:close/>
              </a:path>
            </a:pathLst>
          </a:custGeom>
          <a:solidFill>
            <a:srgbClr val="FFFFFF">
              <a:alpha val="1960"/>
            </a:srgbClr>
          </a:solidFill>
        </p:spPr>
        <p:txBody>
          <a:bodyPr wrap="square" lIns="0" tIns="0" rIns="0" bIns="0" rtlCol="0"/>
          <a:lstStyle/>
          <a:p>
            <a:endParaRPr/>
          </a:p>
        </p:txBody>
      </p:sp>
      <p:sp>
        <p:nvSpPr>
          <p:cNvPr id="68" name="object 68"/>
          <p:cNvSpPr/>
          <p:nvPr/>
        </p:nvSpPr>
        <p:spPr>
          <a:xfrm>
            <a:off x="10232136" y="2401823"/>
            <a:ext cx="190500" cy="189230"/>
          </a:xfrm>
          <a:custGeom>
            <a:avLst/>
            <a:gdLst/>
            <a:ahLst/>
            <a:cxnLst/>
            <a:rect l="l" t="t" r="r" b="b"/>
            <a:pathLst>
              <a:path w="190500" h="189230">
                <a:moveTo>
                  <a:pt x="190500" y="0"/>
                </a:moveTo>
                <a:lnTo>
                  <a:pt x="0" y="0"/>
                </a:lnTo>
                <a:lnTo>
                  <a:pt x="0" y="188976"/>
                </a:lnTo>
                <a:lnTo>
                  <a:pt x="190500" y="188976"/>
                </a:lnTo>
                <a:lnTo>
                  <a:pt x="190500" y="0"/>
                </a:lnTo>
                <a:close/>
              </a:path>
            </a:pathLst>
          </a:custGeom>
          <a:solidFill>
            <a:srgbClr val="FFFFFF">
              <a:alpha val="1960"/>
            </a:srgbClr>
          </a:solidFill>
        </p:spPr>
        <p:txBody>
          <a:bodyPr wrap="square" lIns="0" tIns="0" rIns="0" bIns="0" rtlCol="0"/>
          <a:lstStyle/>
          <a:p>
            <a:endParaRPr/>
          </a:p>
        </p:txBody>
      </p:sp>
      <p:sp>
        <p:nvSpPr>
          <p:cNvPr id="69" name="object 69"/>
          <p:cNvSpPr/>
          <p:nvPr/>
        </p:nvSpPr>
        <p:spPr>
          <a:xfrm>
            <a:off x="10264140" y="1911095"/>
            <a:ext cx="127000" cy="121920"/>
          </a:xfrm>
          <a:custGeom>
            <a:avLst/>
            <a:gdLst/>
            <a:ahLst/>
            <a:cxnLst/>
            <a:rect l="l" t="t" r="r" b="b"/>
            <a:pathLst>
              <a:path w="127000" h="121919">
                <a:moveTo>
                  <a:pt x="126492" y="0"/>
                </a:moveTo>
                <a:lnTo>
                  <a:pt x="0" y="0"/>
                </a:lnTo>
                <a:lnTo>
                  <a:pt x="0" y="121920"/>
                </a:lnTo>
                <a:lnTo>
                  <a:pt x="126492" y="121920"/>
                </a:lnTo>
                <a:lnTo>
                  <a:pt x="126492" y="0"/>
                </a:lnTo>
                <a:close/>
              </a:path>
            </a:pathLst>
          </a:custGeom>
          <a:solidFill>
            <a:srgbClr val="FFFFFF">
              <a:alpha val="1960"/>
            </a:srgbClr>
          </a:solidFill>
        </p:spPr>
        <p:txBody>
          <a:bodyPr wrap="square" lIns="0" tIns="0" rIns="0" bIns="0" rtlCol="0"/>
          <a:lstStyle/>
          <a:p>
            <a:endParaRPr/>
          </a:p>
        </p:txBody>
      </p:sp>
      <p:sp>
        <p:nvSpPr>
          <p:cNvPr id="70" name="object 70"/>
          <p:cNvSpPr/>
          <p:nvPr/>
        </p:nvSpPr>
        <p:spPr>
          <a:xfrm>
            <a:off x="10280904" y="1705368"/>
            <a:ext cx="91440" cy="93345"/>
          </a:xfrm>
          <a:custGeom>
            <a:avLst/>
            <a:gdLst/>
            <a:ahLst/>
            <a:cxnLst/>
            <a:rect l="l" t="t" r="r" b="b"/>
            <a:pathLst>
              <a:path w="91440" h="93344">
                <a:moveTo>
                  <a:pt x="91440" y="0"/>
                </a:moveTo>
                <a:lnTo>
                  <a:pt x="0" y="0"/>
                </a:lnTo>
                <a:lnTo>
                  <a:pt x="0" y="92951"/>
                </a:lnTo>
                <a:lnTo>
                  <a:pt x="91440" y="92951"/>
                </a:lnTo>
                <a:lnTo>
                  <a:pt x="91440" y="0"/>
                </a:lnTo>
                <a:close/>
              </a:path>
            </a:pathLst>
          </a:custGeom>
          <a:solidFill>
            <a:srgbClr val="FFFFFF">
              <a:alpha val="1960"/>
            </a:srgbClr>
          </a:solidFill>
        </p:spPr>
        <p:txBody>
          <a:bodyPr wrap="square" lIns="0" tIns="0" rIns="0" bIns="0" rtlCol="0"/>
          <a:lstStyle/>
          <a:p>
            <a:endParaRPr/>
          </a:p>
        </p:txBody>
      </p:sp>
      <p:sp>
        <p:nvSpPr>
          <p:cNvPr id="71" name="object 71"/>
          <p:cNvSpPr/>
          <p:nvPr/>
        </p:nvSpPr>
        <p:spPr>
          <a:xfrm>
            <a:off x="10299192" y="1563623"/>
            <a:ext cx="58419" cy="59690"/>
          </a:xfrm>
          <a:custGeom>
            <a:avLst/>
            <a:gdLst/>
            <a:ahLst/>
            <a:cxnLst/>
            <a:rect l="l" t="t" r="r" b="b"/>
            <a:pathLst>
              <a:path w="58420" h="59690">
                <a:moveTo>
                  <a:pt x="57912" y="0"/>
                </a:moveTo>
                <a:lnTo>
                  <a:pt x="0" y="0"/>
                </a:lnTo>
                <a:lnTo>
                  <a:pt x="0" y="59436"/>
                </a:lnTo>
                <a:lnTo>
                  <a:pt x="57912" y="59436"/>
                </a:lnTo>
                <a:lnTo>
                  <a:pt x="57912" y="0"/>
                </a:lnTo>
                <a:close/>
              </a:path>
            </a:pathLst>
          </a:custGeom>
          <a:solidFill>
            <a:srgbClr val="FFFFFF">
              <a:alpha val="1960"/>
            </a:srgbClr>
          </a:solidFill>
        </p:spPr>
        <p:txBody>
          <a:bodyPr wrap="square" lIns="0" tIns="0" rIns="0" bIns="0" rtlCol="0"/>
          <a:lstStyle/>
          <a:p>
            <a:endParaRPr/>
          </a:p>
        </p:txBody>
      </p:sp>
      <p:sp>
        <p:nvSpPr>
          <p:cNvPr id="72" name="object 72"/>
          <p:cNvSpPr/>
          <p:nvPr/>
        </p:nvSpPr>
        <p:spPr>
          <a:xfrm>
            <a:off x="8702040" y="1831848"/>
            <a:ext cx="195580" cy="189230"/>
          </a:xfrm>
          <a:custGeom>
            <a:avLst/>
            <a:gdLst/>
            <a:ahLst/>
            <a:cxnLst/>
            <a:rect l="l" t="t" r="r" b="b"/>
            <a:pathLst>
              <a:path w="195579" h="189230">
                <a:moveTo>
                  <a:pt x="195072" y="0"/>
                </a:moveTo>
                <a:lnTo>
                  <a:pt x="0" y="0"/>
                </a:lnTo>
                <a:lnTo>
                  <a:pt x="0" y="188975"/>
                </a:lnTo>
                <a:lnTo>
                  <a:pt x="195072" y="188975"/>
                </a:lnTo>
                <a:lnTo>
                  <a:pt x="195072" y="0"/>
                </a:lnTo>
                <a:close/>
              </a:path>
            </a:pathLst>
          </a:custGeom>
          <a:solidFill>
            <a:srgbClr val="FFFFFF">
              <a:alpha val="1960"/>
            </a:srgbClr>
          </a:solidFill>
        </p:spPr>
        <p:txBody>
          <a:bodyPr wrap="square" lIns="0" tIns="0" rIns="0" bIns="0" rtlCol="0"/>
          <a:lstStyle/>
          <a:p>
            <a:endParaRPr/>
          </a:p>
        </p:txBody>
      </p:sp>
      <p:sp>
        <p:nvSpPr>
          <p:cNvPr id="73" name="object 73"/>
          <p:cNvSpPr/>
          <p:nvPr/>
        </p:nvSpPr>
        <p:spPr>
          <a:xfrm>
            <a:off x="8721852" y="1583435"/>
            <a:ext cx="155575" cy="155575"/>
          </a:xfrm>
          <a:custGeom>
            <a:avLst/>
            <a:gdLst/>
            <a:ahLst/>
            <a:cxnLst/>
            <a:rect l="l" t="t" r="r" b="b"/>
            <a:pathLst>
              <a:path w="155575" h="155575">
                <a:moveTo>
                  <a:pt x="155448" y="0"/>
                </a:moveTo>
                <a:lnTo>
                  <a:pt x="0" y="0"/>
                </a:lnTo>
                <a:lnTo>
                  <a:pt x="0" y="155448"/>
                </a:lnTo>
                <a:lnTo>
                  <a:pt x="155448" y="155448"/>
                </a:lnTo>
                <a:lnTo>
                  <a:pt x="155448" y="0"/>
                </a:lnTo>
                <a:close/>
              </a:path>
            </a:pathLst>
          </a:custGeom>
          <a:solidFill>
            <a:srgbClr val="FFFFFF">
              <a:alpha val="1960"/>
            </a:srgbClr>
          </a:solidFill>
        </p:spPr>
        <p:txBody>
          <a:bodyPr wrap="square" lIns="0" tIns="0" rIns="0" bIns="0" rtlCol="0"/>
          <a:lstStyle/>
          <a:p>
            <a:endParaRPr/>
          </a:p>
        </p:txBody>
      </p:sp>
      <p:sp>
        <p:nvSpPr>
          <p:cNvPr id="74" name="object 74"/>
          <p:cNvSpPr/>
          <p:nvPr/>
        </p:nvSpPr>
        <p:spPr>
          <a:xfrm>
            <a:off x="8738616" y="1341119"/>
            <a:ext cx="123825" cy="127000"/>
          </a:xfrm>
          <a:custGeom>
            <a:avLst/>
            <a:gdLst/>
            <a:ahLst/>
            <a:cxnLst/>
            <a:rect l="l" t="t" r="r" b="b"/>
            <a:pathLst>
              <a:path w="123825" h="127000">
                <a:moveTo>
                  <a:pt x="123444" y="0"/>
                </a:moveTo>
                <a:lnTo>
                  <a:pt x="0" y="0"/>
                </a:lnTo>
                <a:lnTo>
                  <a:pt x="0" y="126492"/>
                </a:lnTo>
                <a:lnTo>
                  <a:pt x="123444" y="126492"/>
                </a:lnTo>
                <a:lnTo>
                  <a:pt x="123444" y="0"/>
                </a:lnTo>
                <a:close/>
              </a:path>
            </a:pathLst>
          </a:custGeom>
          <a:solidFill>
            <a:srgbClr val="FFFFFF">
              <a:alpha val="1960"/>
            </a:srgbClr>
          </a:solidFill>
        </p:spPr>
        <p:txBody>
          <a:bodyPr wrap="square" lIns="0" tIns="0" rIns="0" bIns="0" rtlCol="0"/>
          <a:lstStyle/>
          <a:p>
            <a:endParaRPr/>
          </a:p>
        </p:txBody>
      </p:sp>
      <p:sp>
        <p:nvSpPr>
          <p:cNvPr id="75" name="object 75"/>
          <p:cNvSpPr/>
          <p:nvPr/>
        </p:nvSpPr>
        <p:spPr>
          <a:xfrm>
            <a:off x="8755380" y="1138440"/>
            <a:ext cx="88900" cy="90170"/>
          </a:xfrm>
          <a:custGeom>
            <a:avLst/>
            <a:gdLst/>
            <a:ahLst/>
            <a:cxnLst/>
            <a:rect l="l" t="t" r="r" b="b"/>
            <a:pathLst>
              <a:path w="88900" h="90169">
                <a:moveTo>
                  <a:pt x="88392" y="0"/>
                </a:moveTo>
                <a:lnTo>
                  <a:pt x="0" y="0"/>
                </a:lnTo>
                <a:lnTo>
                  <a:pt x="0" y="89903"/>
                </a:lnTo>
                <a:lnTo>
                  <a:pt x="88392" y="89903"/>
                </a:lnTo>
                <a:lnTo>
                  <a:pt x="88392" y="0"/>
                </a:lnTo>
                <a:close/>
              </a:path>
            </a:pathLst>
          </a:custGeom>
          <a:solidFill>
            <a:srgbClr val="FFFFFF">
              <a:alpha val="1960"/>
            </a:srgbClr>
          </a:solidFill>
        </p:spPr>
        <p:txBody>
          <a:bodyPr wrap="square" lIns="0" tIns="0" rIns="0" bIns="0" rtlCol="0"/>
          <a:lstStyle/>
          <a:p>
            <a:endParaRPr/>
          </a:p>
        </p:txBody>
      </p:sp>
      <p:sp>
        <p:nvSpPr>
          <p:cNvPr id="76" name="object 76"/>
          <p:cNvSpPr/>
          <p:nvPr/>
        </p:nvSpPr>
        <p:spPr>
          <a:xfrm>
            <a:off x="8770620" y="996695"/>
            <a:ext cx="58419" cy="59690"/>
          </a:xfrm>
          <a:custGeom>
            <a:avLst/>
            <a:gdLst/>
            <a:ahLst/>
            <a:cxnLst/>
            <a:rect l="l" t="t" r="r" b="b"/>
            <a:pathLst>
              <a:path w="58420" h="59690">
                <a:moveTo>
                  <a:pt x="57912" y="0"/>
                </a:moveTo>
                <a:lnTo>
                  <a:pt x="0" y="0"/>
                </a:lnTo>
                <a:lnTo>
                  <a:pt x="0" y="59436"/>
                </a:lnTo>
                <a:lnTo>
                  <a:pt x="57912" y="59436"/>
                </a:lnTo>
                <a:lnTo>
                  <a:pt x="57912" y="0"/>
                </a:lnTo>
                <a:close/>
              </a:path>
            </a:pathLst>
          </a:custGeom>
          <a:solidFill>
            <a:srgbClr val="FFFFFF">
              <a:alpha val="1960"/>
            </a:srgbClr>
          </a:solidFill>
        </p:spPr>
        <p:txBody>
          <a:bodyPr wrap="square" lIns="0" tIns="0" rIns="0" bIns="0" rtlCol="0"/>
          <a:lstStyle/>
          <a:p>
            <a:endParaRPr/>
          </a:p>
        </p:txBody>
      </p:sp>
      <p:sp>
        <p:nvSpPr>
          <p:cNvPr id="77" name="object 77"/>
          <p:cNvSpPr/>
          <p:nvPr/>
        </p:nvSpPr>
        <p:spPr>
          <a:xfrm>
            <a:off x="6559295" y="2173223"/>
            <a:ext cx="190500" cy="189230"/>
          </a:xfrm>
          <a:custGeom>
            <a:avLst/>
            <a:gdLst/>
            <a:ahLst/>
            <a:cxnLst/>
            <a:rect l="l" t="t" r="r" b="b"/>
            <a:pathLst>
              <a:path w="190500" h="189230">
                <a:moveTo>
                  <a:pt x="190500" y="0"/>
                </a:moveTo>
                <a:lnTo>
                  <a:pt x="0" y="0"/>
                </a:lnTo>
                <a:lnTo>
                  <a:pt x="0" y="188975"/>
                </a:lnTo>
                <a:lnTo>
                  <a:pt x="190500" y="188975"/>
                </a:lnTo>
                <a:lnTo>
                  <a:pt x="190500" y="0"/>
                </a:lnTo>
                <a:close/>
              </a:path>
            </a:pathLst>
          </a:custGeom>
          <a:solidFill>
            <a:srgbClr val="FFFFFF">
              <a:alpha val="1960"/>
            </a:srgbClr>
          </a:solidFill>
        </p:spPr>
        <p:txBody>
          <a:bodyPr wrap="square" lIns="0" tIns="0" rIns="0" bIns="0" rtlCol="0"/>
          <a:lstStyle/>
          <a:p>
            <a:endParaRPr/>
          </a:p>
        </p:txBody>
      </p:sp>
      <p:sp>
        <p:nvSpPr>
          <p:cNvPr id="78" name="object 78"/>
          <p:cNvSpPr/>
          <p:nvPr/>
        </p:nvSpPr>
        <p:spPr>
          <a:xfrm>
            <a:off x="6576047" y="1920239"/>
            <a:ext cx="158750" cy="160020"/>
          </a:xfrm>
          <a:custGeom>
            <a:avLst/>
            <a:gdLst/>
            <a:ahLst/>
            <a:cxnLst/>
            <a:rect l="l" t="t" r="r" b="b"/>
            <a:pathLst>
              <a:path w="158750" h="160019">
                <a:moveTo>
                  <a:pt x="158508" y="0"/>
                </a:moveTo>
                <a:lnTo>
                  <a:pt x="0" y="0"/>
                </a:lnTo>
                <a:lnTo>
                  <a:pt x="0" y="160020"/>
                </a:lnTo>
                <a:lnTo>
                  <a:pt x="158508" y="160020"/>
                </a:lnTo>
                <a:lnTo>
                  <a:pt x="158508" y="0"/>
                </a:lnTo>
                <a:close/>
              </a:path>
            </a:pathLst>
          </a:custGeom>
          <a:solidFill>
            <a:srgbClr val="FFFFFF">
              <a:alpha val="1960"/>
            </a:srgbClr>
          </a:solidFill>
        </p:spPr>
        <p:txBody>
          <a:bodyPr wrap="square" lIns="0" tIns="0" rIns="0" bIns="0" rtlCol="0"/>
          <a:lstStyle/>
          <a:p>
            <a:endParaRPr/>
          </a:p>
        </p:txBody>
      </p:sp>
      <p:sp>
        <p:nvSpPr>
          <p:cNvPr id="79" name="object 79"/>
          <p:cNvSpPr/>
          <p:nvPr/>
        </p:nvSpPr>
        <p:spPr>
          <a:xfrm>
            <a:off x="6591300" y="1679447"/>
            <a:ext cx="125095" cy="125095"/>
          </a:xfrm>
          <a:custGeom>
            <a:avLst/>
            <a:gdLst/>
            <a:ahLst/>
            <a:cxnLst/>
            <a:rect l="l" t="t" r="r" b="b"/>
            <a:pathLst>
              <a:path w="125095" h="125094">
                <a:moveTo>
                  <a:pt x="124968" y="0"/>
                </a:moveTo>
                <a:lnTo>
                  <a:pt x="0" y="0"/>
                </a:lnTo>
                <a:lnTo>
                  <a:pt x="0" y="124968"/>
                </a:lnTo>
                <a:lnTo>
                  <a:pt x="124968" y="124968"/>
                </a:lnTo>
                <a:lnTo>
                  <a:pt x="124968" y="0"/>
                </a:lnTo>
                <a:close/>
              </a:path>
            </a:pathLst>
          </a:custGeom>
          <a:solidFill>
            <a:srgbClr val="FFFFFF">
              <a:alpha val="1960"/>
            </a:srgbClr>
          </a:solidFill>
        </p:spPr>
        <p:txBody>
          <a:bodyPr wrap="square" lIns="0" tIns="0" rIns="0" bIns="0" rtlCol="0"/>
          <a:lstStyle/>
          <a:p>
            <a:endParaRPr/>
          </a:p>
        </p:txBody>
      </p:sp>
      <p:sp>
        <p:nvSpPr>
          <p:cNvPr id="80" name="object 80"/>
          <p:cNvSpPr/>
          <p:nvPr/>
        </p:nvSpPr>
        <p:spPr>
          <a:xfrm>
            <a:off x="6606540" y="1476768"/>
            <a:ext cx="94615" cy="93345"/>
          </a:xfrm>
          <a:custGeom>
            <a:avLst/>
            <a:gdLst/>
            <a:ahLst/>
            <a:cxnLst/>
            <a:rect l="l" t="t" r="r" b="b"/>
            <a:pathLst>
              <a:path w="94615" h="93344">
                <a:moveTo>
                  <a:pt x="94488" y="0"/>
                </a:moveTo>
                <a:lnTo>
                  <a:pt x="0" y="0"/>
                </a:lnTo>
                <a:lnTo>
                  <a:pt x="0" y="92951"/>
                </a:lnTo>
                <a:lnTo>
                  <a:pt x="94488" y="92951"/>
                </a:lnTo>
                <a:lnTo>
                  <a:pt x="94488" y="0"/>
                </a:lnTo>
                <a:close/>
              </a:path>
            </a:pathLst>
          </a:custGeom>
          <a:solidFill>
            <a:srgbClr val="FFFFFF">
              <a:alpha val="1960"/>
            </a:srgbClr>
          </a:solidFill>
        </p:spPr>
        <p:txBody>
          <a:bodyPr wrap="square" lIns="0" tIns="0" rIns="0" bIns="0" rtlCol="0"/>
          <a:lstStyle/>
          <a:p>
            <a:endParaRPr/>
          </a:p>
        </p:txBody>
      </p:sp>
      <p:sp>
        <p:nvSpPr>
          <p:cNvPr id="81" name="object 81"/>
          <p:cNvSpPr/>
          <p:nvPr/>
        </p:nvSpPr>
        <p:spPr>
          <a:xfrm>
            <a:off x="6624828" y="1335023"/>
            <a:ext cx="56515" cy="59690"/>
          </a:xfrm>
          <a:custGeom>
            <a:avLst/>
            <a:gdLst/>
            <a:ahLst/>
            <a:cxnLst/>
            <a:rect l="l" t="t" r="r" b="b"/>
            <a:pathLst>
              <a:path w="56515" h="59690">
                <a:moveTo>
                  <a:pt x="56388" y="0"/>
                </a:moveTo>
                <a:lnTo>
                  <a:pt x="0" y="0"/>
                </a:lnTo>
                <a:lnTo>
                  <a:pt x="0" y="59436"/>
                </a:lnTo>
                <a:lnTo>
                  <a:pt x="56388" y="59436"/>
                </a:lnTo>
                <a:lnTo>
                  <a:pt x="56388" y="0"/>
                </a:lnTo>
                <a:close/>
              </a:path>
            </a:pathLst>
          </a:custGeom>
          <a:solidFill>
            <a:srgbClr val="FFFFFF">
              <a:alpha val="1960"/>
            </a:srgbClr>
          </a:solidFill>
        </p:spPr>
        <p:txBody>
          <a:bodyPr wrap="square" lIns="0" tIns="0" rIns="0" bIns="0" rtlCol="0"/>
          <a:lstStyle/>
          <a:p>
            <a:endParaRPr/>
          </a:p>
        </p:txBody>
      </p:sp>
      <p:sp>
        <p:nvSpPr>
          <p:cNvPr id="82" name="object 82"/>
          <p:cNvSpPr/>
          <p:nvPr/>
        </p:nvSpPr>
        <p:spPr>
          <a:xfrm>
            <a:off x="4721352" y="556259"/>
            <a:ext cx="190500" cy="190500"/>
          </a:xfrm>
          <a:custGeom>
            <a:avLst/>
            <a:gdLst/>
            <a:ahLst/>
            <a:cxnLst/>
            <a:rect l="l" t="t" r="r" b="b"/>
            <a:pathLst>
              <a:path w="190500" h="190500">
                <a:moveTo>
                  <a:pt x="190500" y="0"/>
                </a:moveTo>
                <a:lnTo>
                  <a:pt x="0" y="0"/>
                </a:lnTo>
                <a:lnTo>
                  <a:pt x="0" y="190500"/>
                </a:lnTo>
                <a:lnTo>
                  <a:pt x="190500" y="190500"/>
                </a:lnTo>
                <a:lnTo>
                  <a:pt x="190500" y="0"/>
                </a:lnTo>
                <a:close/>
              </a:path>
            </a:pathLst>
          </a:custGeom>
          <a:solidFill>
            <a:srgbClr val="FFFFFF">
              <a:alpha val="1960"/>
            </a:srgbClr>
          </a:solidFill>
        </p:spPr>
        <p:txBody>
          <a:bodyPr wrap="square" lIns="0" tIns="0" rIns="0" bIns="0" rtlCol="0"/>
          <a:lstStyle/>
          <a:p>
            <a:endParaRPr/>
          </a:p>
        </p:txBody>
      </p:sp>
      <p:sp>
        <p:nvSpPr>
          <p:cNvPr id="83" name="object 83"/>
          <p:cNvSpPr/>
          <p:nvPr/>
        </p:nvSpPr>
        <p:spPr>
          <a:xfrm>
            <a:off x="4754880" y="135635"/>
            <a:ext cx="121920" cy="53340"/>
          </a:xfrm>
          <a:custGeom>
            <a:avLst/>
            <a:gdLst/>
            <a:ahLst/>
            <a:cxnLst/>
            <a:rect l="l" t="t" r="r" b="b"/>
            <a:pathLst>
              <a:path w="121920" h="53339">
                <a:moveTo>
                  <a:pt x="121920" y="0"/>
                </a:moveTo>
                <a:lnTo>
                  <a:pt x="0" y="0"/>
                </a:lnTo>
                <a:lnTo>
                  <a:pt x="0" y="53340"/>
                </a:lnTo>
                <a:lnTo>
                  <a:pt x="121920" y="53340"/>
                </a:lnTo>
                <a:lnTo>
                  <a:pt x="121920" y="0"/>
                </a:lnTo>
                <a:close/>
              </a:path>
            </a:pathLst>
          </a:custGeom>
          <a:solidFill>
            <a:srgbClr val="FFFFFF">
              <a:alpha val="1960"/>
            </a:srgbClr>
          </a:solidFill>
        </p:spPr>
        <p:txBody>
          <a:bodyPr wrap="square" lIns="0" tIns="0" rIns="0" bIns="0" rtlCol="0"/>
          <a:lstStyle/>
          <a:p>
            <a:endParaRPr/>
          </a:p>
        </p:txBody>
      </p:sp>
      <p:sp>
        <p:nvSpPr>
          <p:cNvPr id="84" name="object 84"/>
          <p:cNvSpPr/>
          <p:nvPr/>
        </p:nvSpPr>
        <p:spPr>
          <a:xfrm>
            <a:off x="4072128" y="2796539"/>
            <a:ext cx="190500" cy="190500"/>
          </a:xfrm>
          <a:custGeom>
            <a:avLst/>
            <a:gdLst/>
            <a:ahLst/>
            <a:cxnLst/>
            <a:rect l="l" t="t" r="r" b="b"/>
            <a:pathLst>
              <a:path w="190500" h="190500">
                <a:moveTo>
                  <a:pt x="190500" y="0"/>
                </a:moveTo>
                <a:lnTo>
                  <a:pt x="0" y="0"/>
                </a:lnTo>
                <a:lnTo>
                  <a:pt x="0" y="190500"/>
                </a:lnTo>
                <a:lnTo>
                  <a:pt x="190500" y="190500"/>
                </a:lnTo>
                <a:lnTo>
                  <a:pt x="190500" y="0"/>
                </a:lnTo>
                <a:close/>
              </a:path>
            </a:pathLst>
          </a:custGeom>
          <a:solidFill>
            <a:srgbClr val="FFFFFF">
              <a:alpha val="1960"/>
            </a:srgbClr>
          </a:solidFill>
        </p:spPr>
        <p:txBody>
          <a:bodyPr wrap="square" lIns="0" tIns="0" rIns="0" bIns="0" rtlCol="0"/>
          <a:lstStyle/>
          <a:p>
            <a:endParaRPr/>
          </a:p>
        </p:txBody>
      </p:sp>
      <p:sp>
        <p:nvSpPr>
          <p:cNvPr id="85" name="object 85"/>
          <p:cNvSpPr/>
          <p:nvPr/>
        </p:nvSpPr>
        <p:spPr>
          <a:xfrm>
            <a:off x="4087368" y="2546603"/>
            <a:ext cx="157480" cy="157480"/>
          </a:xfrm>
          <a:custGeom>
            <a:avLst/>
            <a:gdLst/>
            <a:ahLst/>
            <a:cxnLst/>
            <a:rect l="l" t="t" r="r" b="b"/>
            <a:pathLst>
              <a:path w="157479" h="157480">
                <a:moveTo>
                  <a:pt x="156972" y="0"/>
                </a:moveTo>
                <a:lnTo>
                  <a:pt x="0" y="0"/>
                </a:lnTo>
                <a:lnTo>
                  <a:pt x="0" y="156972"/>
                </a:lnTo>
                <a:lnTo>
                  <a:pt x="156972" y="156972"/>
                </a:lnTo>
                <a:lnTo>
                  <a:pt x="156972" y="0"/>
                </a:lnTo>
                <a:close/>
              </a:path>
            </a:pathLst>
          </a:custGeom>
          <a:solidFill>
            <a:srgbClr val="FFFFFF">
              <a:alpha val="1960"/>
            </a:srgbClr>
          </a:solidFill>
        </p:spPr>
        <p:txBody>
          <a:bodyPr wrap="square" lIns="0" tIns="0" rIns="0" bIns="0" rtlCol="0"/>
          <a:lstStyle/>
          <a:p>
            <a:endParaRPr/>
          </a:p>
        </p:txBody>
      </p:sp>
      <p:sp>
        <p:nvSpPr>
          <p:cNvPr id="86" name="object 86"/>
          <p:cNvSpPr/>
          <p:nvPr/>
        </p:nvSpPr>
        <p:spPr>
          <a:xfrm>
            <a:off x="4104132" y="2308859"/>
            <a:ext cx="125095" cy="121920"/>
          </a:xfrm>
          <a:custGeom>
            <a:avLst/>
            <a:gdLst/>
            <a:ahLst/>
            <a:cxnLst/>
            <a:rect l="l" t="t" r="r" b="b"/>
            <a:pathLst>
              <a:path w="125095" h="121919">
                <a:moveTo>
                  <a:pt x="124968" y="0"/>
                </a:moveTo>
                <a:lnTo>
                  <a:pt x="0" y="0"/>
                </a:lnTo>
                <a:lnTo>
                  <a:pt x="0" y="121920"/>
                </a:lnTo>
                <a:lnTo>
                  <a:pt x="124968" y="121920"/>
                </a:lnTo>
                <a:lnTo>
                  <a:pt x="124968" y="0"/>
                </a:lnTo>
                <a:close/>
              </a:path>
            </a:pathLst>
          </a:custGeom>
          <a:solidFill>
            <a:srgbClr val="FFFFFF">
              <a:alpha val="1960"/>
            </a:srgbClr>
          </a:solidFill>
        </p:spPr>
        <p:txBody>
          <a:bodyPr wrap="square" lIns="0" tIns="0" rIns="0" bIns="0" rtlCol="0"/>
          <a:lstStyle/>
          <a:p>
            <a:endParaRPr/>
          </a:p>
        </p:txBody>
      </p:sp>
      <p:sp>
        <p:nvSpPr>
          <p:cNvPr id="87" name="object 87"/>
          <p:cNvSpPr/>
          <p:nvPr/>
        </p:nvSpPr>
        <p:spPr>
          <a:xfrm>
            <a:off x="4119372" y="2101595"/>
            <a:ext cx="91440" cy="94615"/>
          </a:xfrm>
          <a:custGeom>
            <a:avLst/>
            <a:gdLst/>
            <a:ahLst/>
            <a:cxnLst/>
            <a:rect l="l" t="t" r="r" b="b"/>
            <a:pathLst>
              <a:path w="91439" h="94614">
                <a:moveTo>
                  <a:pt x="91440" y="0"/>
                </a:moveTo>
                <a:lnTo>
                  <a:pt x="0" y="0"/>
                </a:lnTo>
                <a:lnTo>
                  <a:pt x="0" y="94488"/>
                </a:lnTo>
                <a:lnTo>
                  <a:pt x="91440" y="94488"/>
                </a:lnTo>
                <a:lnTo>
                  <a:pt x="91440" y="0"/>
                </a:lnTo>
                <a:close/>
              </a:path>
            </a:pathLst>
          </a:custGeom>
          <a:solidFill>
            <a:srgbClr val="FFFFFF">
              <a:alpha val="1960"/>
            </a:srgbClr>
          </a:solidFill>
        </p:spPr>
        <p:txBody>
          <a:bodyPr wrap="square" lIns="0" tIns="0" rIns="0" bIns="0" rtlCol="0"/>
          <a:lstStyle/>
          <a:p>
            <a:endParaRPr/>
          </a:p>
        </p:txBody>
      </p:sp>
      <p:sp>
        <p:nvSpPr>
          <p:cNvPr id="88" name="object 88"/>
          <p:cNvSpPr/>
          <p:nvPr/>
        </p:nvSpPr>
        <p:spPr>
          <a:xfrm>
            <a:off x="4136136" y="1959863"/>
            <a:ext cx="58419" cy="58419"/>
          </a:xfrm>
          <a:custGeom>
            <a:avLst/>
            <a:gdLst/>
            <a:ahLst/>
            <a:cxnLst/>
            <a:rect l="l" t="t" r="r" b="b"/>
            <a:pathLst>
              <a:path w="58420" h="58419">
                <a:moveTo>
                  <a:pt x="57912" y="0"/>
                </a:moveTo>
                <a:lnTo>
                  <a:pt x="0" y="0"/>
                </a:lnTo>
                <a:lnTo>
                  <a:pt x="0" y="57912"/>
                </a:lnTo>
                <a:lnTo>
                  <a:pt x="57912" y="57912"/>
                </a:lnTo>
                <a:lnTo>
                  <a:pt x="57912" y="0"/>
                </a:lnTo>
                <a:close/>
              </a:path>
            </a:pathLst>
          </a:custGeom>
          <a:solidFill>
            <a:srgbClr val="FFFFFF">
              <a:alpha val="1960"/>
            </a:srgbClr>
          </a:solidFill>
        </p:spPr>
        <p:txBody>
          <a:bodyPr wrap="square" lIns="0" tIns="0" rIns="0" bIns="0" rtlCol="0"/>
          <a:lstStyle/>
          <a:p>
            <a:endParaRPr/>
          </a:p>
        </p:txBody>
      </p:sp>
      <p:sp>
        <p:nvSpPr>
          <p:cNvPr id="89" name="object 89"/>
          <p:cNvSpPr/>
          <p:nvPr/>
        </p:nvSpPr>
        <p:spPr>
          <a:xfrm>
            <a:off x="1464563" y="3276600"/>
            <a:ext cx="189230" cy="190500"/>
          </a:xfrm>
          <a:custGeom>
            <a:avLst/>
            <a:gdLst/>
            <a:ahLst/>
            <a:cxnLst/>
            <a:rect l="l" t="t" r="r" b="b"/>
            <a:pathLst>
              <a:path w="189230" h="190500">
                <a:moveTo>
                  <a:pt x="188975" y="0"/>
                </a:moveTo>
                <a:lnTo>
                  <a:pt x="0" y="0"/>
                </a:lnTo>
                <a:lnTo>
                  <a:pt x="0" y="190500"/>
                </a:lnTo>
                <a:lnTo>
                  <a:pt x="188975" y="190500"/>
                </a:lnTo>
                <a:lnTo>
                  <a:pt x="188975" y="0"/>
                </a:lnTo>
                <a:close/>
              </a:path>
            </a:pathLst>
          </a:custGeom>
          <a:solidFill>
            <a:srgbClr val="FFFFFF">
              <a:alpha val="1960"/>
            </a:srgbClr>
          </a:solidFill>
        </p:spPr>
        <p:txBody>
          <a:bodyPr wrap="square" lIns="0" tIns="0" rIns="0" bIns="0" rtlCol="0"/>
          <a:lstStyle/>
          <a:p>
            <a:endParaRPr/>
          </a:p>
        </p:txBody>
      </p:sp>
      <p:sp>
        <p:nvSpPr>
          <p:cNvPr id="90" name="object 90"/>
          <p:cNvSpPr/>
          <p:nvPr/>
        </p:nvSpPr>
        <p:spPr>
          <a:xfrm>
            <a:off x="1481328" y="3025139"/>
            <a:ext cx="157480" cy="158750"/>
          </a:xfrm>
          <a:custGeom>
            <a:avLst/>
            <a:gdLst/>
            <a:ahLst/>
            <a:cxnLst/>
            <a:rect l="l" t="t" r="r" b="b"/>
            <a:pathLst>
              <a:path w="157480" h="158750">
                <a:moveTo>
                  <a:pt x="156972" y="0"/>
                </a:moveTo>
                <a:lnTo>
                  <a:pt x="0" y="0"/>
                </a:lnTo>
                <a:lnTo>
                  <a:pt x="0" y="158496"/>
                </a:lnTo>
                <a:lnTo>
                  <a:pt x="156972" y="158496"/>
                </a:lnTo>
                <a:lnTo>
                  <a:pt x="156972" y="0"/>
                </a:lnTo>
                <a:close/>
              </a:path>
            </a:pathLst>
          </a:custGeom>
          <a:solidFill>
            <a:srgbClr val="FFFFFF">
              <a:alpha val="1960"/>
            </a:srgbClr>
          </a:solidFill>
        </p:spPr>
        <p:txBody>
          <a:bodyPr wrap="square" lIns="0" tIns="0" rIns="0" bIns="0" rtlCol="0"/>
          <a:lstStyle/>
          <a:p>
            <a:endParaRPr/>
          </a:p>
        </p:txBody>
      </p:sp>
      <p:sp>
        <p:nvSpPr>
          <p:cNvPr id="91" name="object 91"/>
          <p:cNvSpPr/>
          <p:nvPr/>
        </p:nvSpPr>
        <p:spPr>
          <a:xfrm>
            <a:off x="1499616" y="2787395"/>
            <a:ext cx="123825" cy="121920"/>
          </a:xfrm>
          <a:custGeom>
            <a:avLst/>
            <a:gdLst/>
            <a:ahLst/>
            <a:cxnLst/>
            <a:rect l="l" t="t" r="r" b="b"/>
            <a:pathLst>
              <a:path w="123825" h="121919">
                <a:moveTo>
                  <a:pt x="123444" y="0"/>
                </a:moveTo>
                <a:lnTo>
                  <a:pt x="0" y="0"/>
                </a:lnTo>
                <a:lnTo>
                  <a:pt x="0" y="121920"/>
                </a:lnTo>
                <a:lnTo>
                  <a:pt x="123444" y="121920"/>
                </a:lnTo>
                <a:lnTo>
                  <a:pt x="123444" y="0"/>
                </a:lnTo>
                <a:close/>
              </a:path>
            </a:pathLst>
          </a:custGeom>
          <a:solidFill>
            <a:srgbClr val="FFFFFF">
              <a:alpha val="1960"/>
            </a:srgbClr>
          </a:solidFill>
        </p:spPr>
        <p:txBody>
          <a:bodyPr wrap="square" lIns="0" tIns="0" rIns="0" bIns="0" rtlCol="0"/>
          <a:lstStyle/>
          <a:p>
            <a:endParaRPr/>
          </a:p>
        </p:txBody>
      </p:sp>
      <p:sp>
        <p:nvSpPr>
          <p:cNvPr id="92" name="object 92"/>
          <p:cNvSpPr/>
          <p:nvPr/>
        </p:nvSpPr>
        <p:spPr>
          <a:xfrm>
            <a:off x="1516380" y="2581668"/>
            <a:ext cx="90170" cy="93345"/>
          </a:xfrm>
          <a:custGeom>
            <a:avLst/>
            <a:gdLst/>
            <a:ahLst/>
            <a:cxnLst/>
            <a:rect l="l" t="t" r="r" b="b"/>
            <a:pathLst>
              <a:path w="90169" h="93344">
                <a:moveTo>
                  <a:pt x="89916" y="0"/>
                </a:moveTo>
                <a:lnTo>
                  <a:pt x="0" y="0"/>
                </a:lnTo>
                <a:lnTo>
                  <a:pt x="0" y="92951"/>
                </a:lnTo>
                <a:lnTo>
                  <a:pt x="89916" y="92951"/>
                </a:lnTo>
                <a:lnTo>
                  <a:pt x="89916" y="0"/>
                </a:lnTo>
                <a:close/>
              </a:path>
            </a:pathLst>
          </a:custGeom>
          <a:solidFill>
            <a:srgbClr val="FFFFFF">
              <a:alpha val="1960"/>
            </a:srgbClr>
          </a:solidFill>
        </p:spPr>
        <p:txBody>
          <a:bodyPr wrap="square" lIns="0" tIns="0" rIns="0" bIns="0" rtlCol="0"/>
          <a:lstStyle/>
          <a:p>
            <a:endParaRPr/>
          </a:p>
        </p:txBody>
      </p:sp>
      <p:sp>
        <p:nvSpPr>
          <p:cNvPr id="93" name="object 93"/>
          <p:cNvSpPr/>
          <p:nvPr/>
        </p:nvSpPr>
        <p:spPr>
          <a:xfrm>
            <a:off x="1531620" y="2439923"/>
            <a:ext cx="59690" cy="58419"/>
          </a:xfrm>
          <a:custGeom>
            <a:avLst/>
            <a:gdLst/>
            <a:ahLst/>
            <a:cxnLst/>
            <a:rect l="l" t="t" r="r" b="b"/>
            <a:pathLst>
              <a:path w="59690" h="58419">
                <a:moveTo>
                  <a:pt x="59436" y="0"/>
                </a:moveTo>
                <a:lnTo>
                  <a:pt x="0" y="0"/>
                </a:lnTo>
                <a:lnTo>
                  <a:pt x="0" y="57912"/>
                </a:lnTo>
                <a:lnTo>
                  <a:pt x="59436" y="57912"/>
                </a:lnTo>
                <a:lnTo>
                  <a:pt x="59436" y="0"/>
                </a:lnTo>
                <a:close/>
              </a:path>
            </a:pathLst>
          </a:custGeom>
          <a:solidFill>
            <a:srgbClr val="FFFFFF">
              <a:alpha val="1960"/>
            </a:srgbClr>
          </a:solidFill>
        </p:spPr>
        <p:txBody>
          <a:bodyPr wrap="square" lIns="0" tIns="0" rIns="0" bIns="0" rtlCol="0"/>
          <a:lstStyle/>
          <a:p>
            <a:endParaRPr/>
          </a:p>
        </p:txBody>
      </p:sp>
      <p:sp>
        <p:nvSpPr>
          <p:cNvPr id="94" name="object 94"/>
          <p:cNvSpPr/>
          <p:nvPr/>
        </p:nvSpPr>
        <p:spPr>
          <a:xfrm>
            <a:off x="2417064" y="1937003"/>
            <a:ext cx="190500" cy="190500"/>
          </a:xfrm>
          <a:custGeom>
            <a:avLst/>
            <a:gdLst/>
            <a:ahLst/>
            <a:cxnLst/>
            <a:rect l="l" t="t" r="r" b="b"/>
            <a:pathLst>
              <a:path w="190500" h="190500">
                <a:moveTo>
                  <a:pt x="190500" y="0"/>
                </a:moveTo>
                <a:lnTo>
                  <a:pt x="0" y="0"/>
                </a:lnTo>
                <a:lnTo>
                  <a:pt x="0" y="190500"/>
                </a:lnTo>
                <a:lnTo>
                  <a:pt x="190500" y="190500"/>
                </a:lnTo>
                <a:lnTo>
                  <a:pt x="190500" y="0"/>
                </a:lnTo>
                <a:close/>
              </a:path>
            </a:pathLst>
          </a:custGeom>
          <a:solidFill>
            <a:srgbClr val="FFFFFF">
              <a:alpha val="1960"/>
            </a:srgbClr>
          </a:solidFill>
        </p:spPr>
        <p:txBody>
          <a:bodyPr wrap="square" lIns="0" tIns="0" rIns="0" bIns="0" rtlCol="0"/>
          <a:lstStyle/>
          <a:p>
            <a:endParaRPr/>
          </a:p>
        </p:txBody>
      </p:sp>
      <p:sp>
        <p:nvSpPr>
          <p:cNvPr id="95" name="object 95"/>
          <p:cNvSpPr/>
          <p:nvPr/>
        </p:nvSpPr>
        <p:spPr>
          <a:xfrm>
            <a:off x="2433827" y="1685544"/>
            <a:ext cx="157480" cy="71755"/>
          </a:xfrm>
          <a:custGeom>
            <a:avLst/>
            <a:gdLst/>
            <a:ahLst/>
            <a:cxnLst/>
            <a:rect l="l" t="t" r="r" b="b"/>
            <a:pathLst>
              <a:path w="157480" h="71755">
                <a:moveTo>
                  <a:pt x="156972" y="0"/>
                </a:moveTo>
                <a:lnTo>
                  <a:pt x="0" y="0"/>
                </a:lnTo>
                <a:lnTo>
                  <a:pt x="0" y="68325"/>
                </a:lnTo>
                <a:lnTo>
                  <a:pt x="18724" y="64065"/>
                </a:lnTo>
                <a:lnTo>
                  <a:pt x="36830" y="61007"/>
                </a:lnTo>
                <a:lnTo>
                  <a:pt x="54935" y="59164"/>
                </a:lnTo>
                <a:lnTo>
                  <a:pt x="73660" y="58546"/>
                </a:lnTo>
                <a:lnTo>
                  <a:pt x="95232" y="59215"/>
                </a:lnTo>
                <a:lnTo>
                  <a:pt x="116506" y="61420"/>
                </a:lnTo>
                <a:lnTo>
                  <a:pt x="137185" y="65458"/>
                </a:lnTo>
                <a:lnTo>
                  <a:pt x="156972" y="71627"/>
                </a:lnTo>
                <a:lnTo>
                  <a:pt x="156972" y="0"/>
                </a:lnTo>
                <a:close/>
              </a:path>
            </a:pathLst>
          </a:custGeom>
          <a:solidFill>
            <a:srgbClr val="FFFFFF">
              <a:alpha val="1960"/>
            </a:srgbClr>
          </a:solidFill>
        </p:spPr>
        <p:txBody>
          <a:bodyPr wrap="square" lIns="0" tIns="0" rIns="0" bIns="0" rtlCol="0"/>
          <a:lstStyle/>
          <a:p>
            <a:endParaRPr/>
          </a:p>
        </p:txBody>
      </p:sp>
      <p:sp>
        <p:nvSpPr>
          <p:cNvPr id="96" name="object 96"/>
          <p:cNvSpPr/>
          <p:nvPr/>
        </p:nvSpPr>
        <p:spPr>
          <a:xfrm>
            <a:off x="2449068" y="1447799"/>
            <a:ext cx="127000" cy="121920"/>
          </a:xfrm>
          <a:custGeom>
            <a:avLst/>
            <a:gdLst/>
            <a:ahLst/>
            <a:cxnLst/>
            <a:rect l="l" t="t" r="r" b="b"/>
            <a:pathLst>
              <a:path w="127000" h="121919">
                <a:moveTo>
                  <a:pt x="126492" y="0"/>
                </a:moveTo>
                <a:lnTo>
                  <a:pt x="0" y="0"/>
                </a:lnTo>
                <a:lnTo>
                  <a:pt x="0" y="121920"/>
                </a:lnTo>
                <a:lnTo>
                  <a:pt x="126492" y="121920"/>
                </a:lnTo>
                <a:lnTo>
                  <a:pt x="126492" y="0"/>
                </a:lnTo>
                <a:close/>
              </a:path>
            </a:pathLst>
          </a:custGeom>
          <a:solidFill>
            <a:srgbClr val="FFFFFF">
              <a:alpha val="1960"/>
            </a:srgbClr>
          </a:solidFill>
        </p:spPr>
        <p:txBody>
          <a:bodyPr wrap="square" lIns="0" tIns="0" rIns="0" bIns="0" rtlCol="0"/>
          <a:lstStyle/>
          <a:p>
            <a:endParaRPr/>
          </a:p>
        </p:txBody>
      </p:sp>
      <p:sp>
        <p:nvSpPr>
          <p:cNvPr id="97" name="object 97"/>
          <p:cNvSpPr/>
          <p:nvPr/>
        </p:nvSpPr>
        <p:spPr>
          <a:xfrm>
            <a:off x="2465832" y="1242059"/>
            <a:ext cx="93345" cy="93345"/>
          </a:xfrm>
          <a:custGeom>
            <a:avLst/>
            <a:gdLst/>
            <a:ahLst/>
            <a:cxnLst/>
            <a:rect l="l" t="t" r="r" b="b"/>
            <a:pathLst>
              <a:path w="93344" h="93344">
                <a:moveTo>
                  <a:pt x="92964" y="0"/>
                </a:moveTo>
                <a:lnTo>
                  <a:pt x="0" y="0"/>
                </a:lnTo>
                <a:lnTo>
                  <a:pt x="0" y="92964"/>
                </a:lnTo>
                <a:lnTo>
                  <a:pt x="92964" y="92964"/>
                </a:lnTo>
                <a:lnTo>
                  <a:pt x="92964" y="0"/>
                </a:lnTo>
                <a:close/>
              </a:path>
            </a:pathLst>
          </a:custGeom>
          <a:solidFill>
            <a:srgbClr val="FFFFFF">
              <a:alpha val="1960"/>
            </a:srgbClr>
          </a:solidFill>
        </p:spPr>
        <p:txBody>
          <a:bodyPr wrap="square" lIns="0" tIns="0" rIns="0" bIns="0" rtlCol="0"/>
          <a:lstStyle/>
          <a:p>
            <a:endParaRPr/>
          </a:p>
        </p:txBody>
      </p:sp>
      <p:sp>
        <p:nvSpPr>
          <p:cNvPr id="98" name="object 98"/>
          <p:cNvSpPr/>
          <p:nvPr/>
        </p:nvSpPr>
        <p:spPr>
          <a:xfrm>
            <a:off x="2484120" y="1100327"/>
            <a:ext cx="59690" cy="58419"/>
          </a:xfrm>
          <a:custGeom>
            <a:avLst/>
            <a:gdLst/>
            <a:ahLst/>
            <a:cxnLst/>
            <a:rect l="l" t="t" r="r" b="b"/>
            <a:pathLst>
              <a:path w="59689" h="58419">
                <a:moveTo>
                  <a:pt x="59436" y="0"/>
                </a:moveTo>
                <a:lnTo>
                  <a:pt x="0" y="0"/>
                </a:lnTo>
                <a:lnTo>
                  <a:pt x="0" y="57912"/>
                </a:lnTo>
                <a:lnTo>
                  <a:pt x="59436" y="57912"/>
                </a:lnTo>
                <a:lnTo>
                  <a:pt x="59436" y="0"/>
                </a:lnTo>
                <a:close/>
              </a:path>
            </a:pathLst>
          </a:custGeom>
          <a:solidFill>
            <a:srgbClr val="FFFFFF">
              <a:alpha val="1960"/>
            </a:srgbClr>
          </a:solidFill>
        </p:spPr>
        <p:txBody>
          <a:bodyPr wrap="square" lIns="0" tIns="0" rIns="0" bIns="0" rtlCol="0"/>
          <a:lstStyle/>
          <a:p>
            <a:endParaRPr/>
          </a:p>
        </p:txBody>
      </p:sp>
      <p:sp>
        <p:nvSpPr>
          <p:cNvPr id="99" name="object 99"/>
          <p:cNvSpPr/>
          <p:nvPr/>
        </p:nvSpPr>
        <p:spPr>
          <a:xfrm>
            <a:off x="6141720" y="480059"/>
            <a:ext cx="108585" cy="113030"/>
          </a:xfrm>
          <a:custGeom>
            <a:avLst/>
            <a:gdLst/>
            <a:ahLst/>
            <a:cxnLst/>
            <a:rect l="l" t="t" r="r" b="b"/>
            <a:pathLst>
              <a:path w="108585" h="113029">
                <a:moveTo>
                  <a:pt x="108204" y="0"/>
                </a:moveTo>
                <a:lnTo>
                  <a:pt x="0" y="0"/>
                </a:lnTo>
                <a:lnTo>
                  <a:pt x="0" y="112776"/>
                </a:lnTo>
                <a:lnTo>
                  <a:pt x="108204" y="112776"/>
                </a:lnTo>
                <a:lnTo>
                  <a:pt x="108204" y="0"/>
                </a:lnTo>
                <a:close/>
              </a:path>
            </a:pathLst>
          </a:custGeom>
          <a:solidFill>
            <a:srgbClr val="FFFFFF">
              <a:alpha val="1960"/>
            </a:srgbClr>
          </a:solidFill>
        </p:spPr>
        <p:txBody>
          <a:bodyPr wrap="square" lIns="0" tIns="0" rIns="0" bIns="0" rtlCol="0"/>
          <a:lstStyle/>
          <a:p>
            <a:endParaRPr/>
          </a:p>
        </p:txBody>
      </p:sp>
      <p:sp>
        <p:nvSpPr>
          <p:cNvPr id="100" name="object 100"/>
          <p:cNvSpPr/>
          <p:nvPr/>
        </p:nvSpPr>
        <p:spPr>
          <a:xfrm>
            <a:off x="6941820" y="955547"/>
            <a:ext cx="78105" cy="78105"/>
          </a:xfrm>
          <a:custGeom>
            <a:avLst/>
            <a:gdLst/>
            <a:ahLst/>
            <a:cxnLst/>
            <a:rect l="l" t="t" r="r" b="b"/>
            <a:pathLst>
              <a:path w="78104" h="78105">
                <a:moveTo>
                  <a:pt x="77724" y="0"/>
                </a:moveTo>
                <a:lnTo>
                  <a:pt x="0" y="0"/>
                </a:lnTo>
                <a:lnTo>
                  <a:pt x="0" y="77724"/>
                </a:lnTo>
                <a:lnTo>
                  <a:pt x="77724" y="77724"/>
                </a:lnTo>
                <a:lnTo>
                  <a:pt x="77724" y="0"/>
                </a:lnTo>
                <a:close/>
              </a:path>
            </a:pathLst>
          </a:custGeom>
          <a:solidFill>
            <a:srgbClr val="FFFFFF">
              <a:alpha val="1960"/>
            </a:srgbClr>
          </a:solidFill>
        </p:spPr>
        <p:txBody>
          <a:bodyPr wrap="square" lIns="0" tIns="0" rIns="0" bIns="0" rtlCol="0"/>
          <a:lstStyle/>
          <a:p>
            <a:endParaRPr/>
          </a:p>
        </p:txBody>
      </p:sp>
      <p:sp>
        <p:nvSpPr>
          <p:cNvPr id="101" name="object 101"/>
          <p:cNvSpPr/>
          <p:nvPr/>
        </p:nvSpPr>
        <p:spPr>
          <a:xfrm>
            <a:off x="6935724" y="402335"/>
            <a:ext cx="59690" cy="60960"/>
          </a:xfrm>
          <a:custGeom>
            <a:avLst/>
            <a:gdLst/>
            <a:ahLst/>
            <a:cxnLst/>
            <a:rect l="l" t="t" r="r" b="b"/>
            <a:pathLst>
              <a:path w="59690" h="60959">
                <a:moveTo>
                  <a:pt x="59436" y="0"/>
                </a:moveTo>
                <a:lnTo>
                  <a:pt x="0" y="0"/>
                </a:lnTo>
                <a:lnTo>
                  <a:pt x="0" y="60960"/>
                </a:lnTo>
                <a:lnTo>
                  <a:pt x="59436" y="60960"/>
                </a:lnTo>
                <a:lnTo>
                  <a:pt x="59436" y="0"/>
                </a:lnTo>
                <a:close/>
              </a:path>
            </a:pathLst>
          </a:custGeom>
          <a:solidFill>
            <a:srgbClr val="FFFFFF">
              <a:alpha val="1960"/>
            </a:srgbClr>
          </a:solidFill>
        </p:spPr>
        <p:txBody>
          <a:bodyPr wrap="square" lIns="0" tIns="0" rIns="0" bIns="0" rtlCol="0"/>
          <a:lstStyle/>
          <a:p>
            <a:endParaRPr/>
          </a:p>
        </p:txBody>
      </p:sp>
      <p:sp>
        <p:nvSpPr>
          <p:cNvPr id="102" name="object 102"/>
          <p:cNvSpPr/>
          <p:nvPr/>
        </p:nvSpPr>
        <p:spPr>
          <a:xfrm>
            <a:off x="7872984" y="1109471"/>
            <a:ext cx="96520" cy="97790"/>
          </a:xfrm>
          <a:custGeom>
            <a:avLst/>
            <a:gdLst/>
            <a:ahLst/>
            <a:cxnLst/>
            <a:rect l="l" t="t" r="r" b="b"/>
            <a:pathLst>
              <a:path w="96520" h="97790">
                <a:moveTo>
                  <a:pt x="95999" y="0"/>
                </a:moveTo>
                <a:lnTo>
                  <a:pt x="0" y="0"/>
                </a:lnTo>
                <a:lnTo>
                  <a:pt x="0" y="97536"/>
                </a:lnTo>
                <a:lnTo>
                  <a:pt x="95999" y="97536"/>
                </a:lnTo>
                <a:lnTo>
                  <a:pt x="95999" y="0"/>
                </a:lnTo>
                <a:close/>
              </a:path>
            </a:pathLst>
          </a:custGeom>
          <a:solidFill>
            <a:srgbClr val="FFFFFF">
              <a:alpha val="1960"/>
            </a:srgbClr>
          </a:solidFill>
        </p:spPr>
        <p:txBody>
          <a:bodyPr wrap="square" lIns="0" tIns="0" rIns="0" bIns="0" rtlCol="0"/>
          <a:lstStyle/>
          <a:p>
            <a:endParaRPr/>
          </a:p>
        </p:txBody>
      </p:sp>
      <p:sp>
        <p:nvSpPr>
          <p:cNvPr id="103" name="object 103"/>
          <p:cNvSpPr/>
          <p:nvPr/>
        </p:nvSpPr>
        <p:spPr>
          <a:xfrm>
            <a:off x="9075420" y="426719"/>
            <a:ext cx="27940" cy="27940"/>
          </a:xfrm>
          <a:custGeom>
            <a:avLst/>
            <a:gdLst/>
            <a:ahLst/>
            <a:cxnLst/>
            <a:rect l="l" t="t" r="r" b="b"/>
            <a:pathLst>
              <a:path w="27940" h="27940">
                <a:moveTo>
                  <a:pt x="27432" y="0"/>
                </a:moveTo>
                <a:lnTo>
                  <a:pt x="0" y="0"/>
                </a:lnTo>
                <a:lnTo>
                  <a:pt x="0" y="27432"/>
                </a:lnTo>
                <a:lnTo>
                  <a:pt x="27432" y="27432"/>
                </a:lnTo>
                <a:lnTo>
                  <a:pt x="27432" y="0"/>
                </a:lnTo>
                <a:close/>
              </a:path>
            </a:pathLst>
          </a:custGeom>
          <a:solidFill>
            <a:srgbClr val="FFFFFF">
              <a:alpha val="1960"/>
            </a:srgbClr>
          </a:solidFill>
        </p:spPr>
        <p:txBody>
          <a:bodyPr wrap="square" lIns="0" tIns="0" rIns="0" bIns="0" rtlCol="0"/>
          <a:lstStyle/>
          <a:p>
            <a:endParaRPr/>
          </a:p>
        </p:txBody>
      </p:sp>
      <p:sp>
        <p:nvSpPr>
          <p:cNvPr id="104" name="object 104"/>
          <p:cNvSpPr/>
          <p:nvPr/>
        </p:nvSpPr>
        <p:spPr>
          <a:xfrm>
            <a:off x="9595104" y="1403603"/>
            <a:ext cx="109855" cy="113030"/>
          </a:xfrm>
          <a:custGeom>
            <a:avLst/>
            <a:gdLst/>
            <a:ahLst/>
            <a:cxnLst/>
            <a:rect l="l" t="t" r="r" b="b"/>
            <a:pathLst>
              <a:path w="109854" h="113030">
                <a:moveTo>
                  <a:pt x="109728" y="0"/>
                </a:moveTo>
                <a:lnTo>
                  <a:pt x="0" y="0"/>
                </a:lnTo>
                <a:lnTo>
                  <a:pt x="0" y="112776"/>
                </a:lnTo>
                <a:lnTo>
                  <a:pt x="109728" y="112776"/>
                </a:lnTo>
                <a:lnTo>
                  <a:pt x="109728" y="0"/>
                </a:lnTo>
                <a:close/>
              </a:path>
            </a:pathLst>
          </a:custGeom>
          <a:solidFill>
            <a:srgbClr val="FFFFFF">
              <a:alpha val="1960"/>
            </a:srgbClr>
          </a:solidFill>
        </p:spPr>
        <p:txBody>
          <a:bodyPr wrap="square" lIns="0" tIns="0" rIns="0" bIns="0" rtlCol="0"/>
          <a:lstStyle/>
          <a:p>
            <a:endParaRPr/>
          </a:p>
        </p:txBody>
      </p:sp>
      <p:sp>
        <p:nvSpPr>
          <p:cNvPr id="105" name="object 105"/>
          <p:cNvSpPr/>
          <p:nvPr/>
        </p:nvSpPr>
        <p:spPr>
          <a:xfrm>
            <a:off x="7972044" y="1876043"/>
            <a:ext cx="88900" cy="88900"/>
          </a:xfrm>
          <a:custGeom>
            <a:avLst/>
            <a:gdLst/>
            <a:ahLst/>
            <a:cxnLst/>
            <a:rect l="l" t="t" r="r" b="b"/>
            <a:pathLst>
              <a:path w="88900" h="88900">
                <a:moveTo>
                  <a:pt x="88392" y="0"/>
                </a:moveTo>
                <a:lnTo>
                  <a:pt x="0" y="0"/>
                </a:lnTo>
                <a:lnTo>
                  <a:pt x="0" y="88392"/>
                </a:lnTo>
                <a:lnTo>
                  <a:pt x="88392" y="88392"/>
                </a:lnTo>
                <a:lnTo>
                  <a:pt x="88392" y="0"/>
                </a:lnTo>
                <a:close/>
              </a:path>
            </a:pathLst>
          </a:custGeom>
          <a:solidFill>
            <a:srgbClr val="FFFFFF">
              <a:alpha val="1960"/>
            </a:srgbClr>
          </a:solidFill>
        </p:spPr>
        <p:txBody>
          <a:bodyPr wrap="square" lIns="0" tIns="0" rIns="0" bIns="0" rtlCol="0"/>
          <a:lstStyle/>
          <a:p>
            <a:endParaRPr/>
          </a:p>
        </p:txBody>
      </p:sp>
      <p:sp>
        <p:nvSpPr>
          <p:cNvPr id="106" name="object 106"/>
          <p:cNvSpPr/>
          <p:nvPr/>
        </p:nvSpPr>
        <p:spPr>
          <a:xfrm>
            <a:off x="9479280" y="2490215"/>
            <a:ext cx="56515" cy="62865"/>
          </a:xfrm>
          <a:custGeom>
            <a:avLst/>
            <a:gdLst/>
            <a:ahLst/>
            <a:cxnLst/>
            <a:rect l="l" t="t" r="r" b="b"/>
            <a:pathLst>
              <a:path w="56515" h="62864">
                <a:moveTo>
                  <a:pt x="56388" y="0"/>
                </a:moveTo>
                <a:lnTo>
                  <a:pt x="0" y="0"/>
                </a:lnTo>
                <a:lnTo>
                  <a:pt x="0" y="62484"/>
                </a:lnTo>
                <a:lnTo>
                  <a:pt x="56388" y="62484"/>
                </a:lnTo>
                <a:lnTo>
                  <a:pt x="56388" y="0"/>
                </a:lnTo>
                <a:close/>
              </a:path>
            </a:pathLst>
          </a:custGeom>
          <a:solidFill>
            <a:srgbClr val="FFFFFF">
              <a:alpha val="1960"/>
            </a:srgbClr>
          </a:solidFill>
        </p:spPr>
        <p:txBody>
          <a:bodyPr wrap="square" lIns="0" tIns="0" rIns="0" bIns="0" rtlCol="0"/>
          <a:lstStyle/>
          <a:p>
            <a:endParaRPr/>
          </a:p>
        </p:txBody>
      </p:sp>
      <p:sp>
        <p:nvSpPr>
          <p:cNvPr id="107" name="object 107"/>
          <p:cNvSpPr/>
          <p:nvPr/>
        </p:nvSpPr>
        <p:spPr>
          <a:xfrm>
            <a:off x="10058400" y="777252"/>
            <a:ext cx="29209" cy="30480"/>
          </a:xfrm>
          <a:custGeom>
            <a:avLst/>
            <a:gdLst/>
            <a:ahLst/>
            <a:cxnLst/>
            <a:rect l="l" t="t" r="r" b="b"/>
            <a:pathLst>
              <a:path w="29209" h="30479">
                <a:moveTo>
                  <a:pt x="28956" y="0"/>
                </a:moveTo>
                <a:lnTo>
                  <a:pt x="0" y="0"/>
                </a:lnTo>
                <a:lnTo>
                  <a:pt x="0" y="30467"/>
                </a:lnTo>
                <a:lnTo>
                  <a:pt x="28956" y="30467"/>
                </a:lnTo>
                <a:lnTo>
                  <a:pt x="28956" y="0"/>
                </a:lnTo>
                <a:close/>
              </a:path>
            </a:pathLst>
          </a:custGeom>
          <a:solidFill>
            <a:srgbClr val="FFFFFF">
              <a:alpha val="1960"/>
            </a:srgbClr>
          </a:solidFill>
        </p:spPr>
        <p:txBody>
          <a:bodyPr wrap="square" lIns="0" tIns="0" rIns="0" bIns="0" rtlCol="0"/>
          <a:lstStyle/>
          <a:p>
            <a:endParaRPr/>
          </a:p>
        </p:txBody>
      </p:sp>
      <p:sp>
        <p:nvSpPr>
          <p:cNvPr id="108" name="object 108"/>
          <p:cNvSpPr/>
          <p:nvPr/>
        </p:nvSpPr>
        <p:spPr>
          <a:xfrm>
            <a:off x="10379964" y="160019"/>
            <a:ext cx="58419" cy="58419"/>
          </a:xfrm>
          <a:custGeom>
            <a:avLst/>
            <a:gdLst/>
            <a:ahLst/>
            <a:cxnLst/>
            <a:rect l="l" t="t" r="r" b="b"/>
            <a:pathLst>
              <a:path w="58420" h="58420">
                <a:moveTo>
                  <a:pt x="57912" y="0"/>
                </a:moveTo>
                <a:lnTo>
                  <a:pt x="0" y="0"/>
                </a:lnTo>
                <a:lnTo>
                  <a:pt x="0" y="57912"/>
                </a:lnTo>
                <a:lnTo>
                  <a:pt x="57912" y="57912"/>
                </a:lnTo>
                <a:lnTo>
                  <a:pt x="57912" y="0"/>
                </a:lnTo>
                <a:close/>
              </a:path>
            </a:pathLst>
          </a:custGeom>
          <a:solidFill>
            <a:srgbClr val="FFFFFF">
              <a:alpha val="1960"/>
            </a:srgbClr>
          </a:solidFill>
        </p:spPr>
        <p:txBody>
          <a:bodyPr wrap="square" lIns="0" tIns="0" rIns="0" bIns="0" rtlCol="0"/>
          <a:lstStyle/>
          <a:p>
            <a:endParaRPr/>
          </a:p>
        </p:txBody>
      </p:sp>
      <p:sp>
        <p:nvSpPr>
          <p:cNvPr id="109" name="object 109"/>
          <p:cNvSpPr/>
          <p:nvPr/>
        </p:nvSpPr>
        <p:spPr>
          <a:xfrm>
            <a:off x="10776204" y="1083576"/>
            <a:ext cx="47625" cy="48895"/>
          </a:xfrm>
          <a:custGeom>
            <a:avLst/>
            <a:gdLst/>
            <a:ahLst/>
            <a:cxnLst/>
            <a:rect l="l" t="t" r="r" b="b"/>
            <a:pathLst>
              <a:path w="47625" h="48894">
                <a:moveTo>
                  <a:pt x="47244" y="0"/>
                </a:moveTo>
                <a:lnTo>
                  <a:pt x="0" y="0"/>
                </a:lnTo>
                <a:lnTo>
                  <a:pt x="0" y="48755"/>
                </a:lnTo>
                <a:lnTo>
                  <a:pt x="47244" y="48755"/>
                </a:lnTo>
                <a:lnTo>
                  <a:pt x="47244" y="0"/>
                </a:lnTo>
                <a:close/>
              </a:path>
            </a:pathLst>
          </a:custGeom>
          <a:solidFill>
            <a:srgbClr val="FFFFFF">
              <a:alpha val="1960"/>
            </a:srgbClr>
          </a:solidFill>
        </p:spPr>
        <p:txBody>
          <a:bodyPr wrap="square" lIns="0" tIns="0" rIns="0" bIns="0" rtlCol="0"/>
          <a:lstStyle/>
          <a:p>
            <a:endParaRPr/>
          </a:p>
        </p:txBody>
      </p:sp>
      <p:sp>
        <p:nvSpPr>
          <p:cNvPr id="110" name="object 110"/>
          <p:cNvSpPr/>
          <p:nvPr/>
        </p:nvSpPr>
        <p:spPr>
          <a:xfrm>
            <a:off x="10684764" y="1763280"/>
            <a:ext cx="71755" cy="71755"/>
          </a:xfrm>
          <a:custGeom>
            <a:avLst/>
            <a:gdLst/>
            <a:ahLst/>
            <a:cxnLst/>
            <a:rect l="l" t="t" r="r" b="b"/>
            <a:pathLst>
              <a:path w="71754" h="71755">
                <a:moveTo>
                  <a:pt x="71628" y="0"/>
                </a:moveTo>
                <a:lnTo>
                  <a:pt x="0" y="0"/>
                </a:lnTo>
                <a:lnTo>
                  <a:pt x="0" y="71615"/>
                </a:lnTo>
                <a:lnTo>
                  <a:pt x="71628" y="71615"/>
                </a:lnTo>
                <a:lnTo>
                  <a:pt x="71628" y="0"/>
                </a:lnTo>
                <a:close/>
              </a:path>
            </a:pathLst>
          </a:custGeom>
          <a:solidFill>
            <a:srgbClr val="FFFFFF">
              <a:alpha val="1960"/>
            </a:srgbClr>
          </a:solidFill>
        </p:spPr>
        <p:txBody>
          <a:bodyPr wrap="square" lIns="0" tIns="0" rIns="0" bIns="0" rtlCol="0"/>
          <a:lstStyle/>
          <a:p>
            <a:endParaRPr/>
          </a:p>
        </p:txBody>
      </p:sp>
      <p:sp>
        <p:nvSpPr>
          <p:cNvPr id="111" name="object 111"/>
          <p:cNvSpPr/>
          <p:nvPr/>
        </p:nvSpPr>
        <p:spPr>
          <a:xfrm>
            <a:off x="10512552" y="3067811"/>
            <a:ext cx="53340" cy="55244"/>
          </a:xfrm>
          <a:custGeom>
            <a:avLst/>
            <a:gdLst/>
            <a:ahLst/>
            <a:cxnLst/>
            <a:rect l="l" t="t" r="r" b="b"/>
            <a:pathLst>
              <a:path w="53340" h="55244">
                <a:moveTo>
                  <a:pt x="53340" y="0"/>
                </a:moveTo>
                <a:lnTo>
                  <a:pt x="0" y="0"/>
                </a:lnTo>
                <a:lnTo>
                  <a:pt x="0" y="54864"/>
                </a:lnTo>
                <a:lnTo>
                  <a:pt x="53340" y="54864"/>
                </a:lnTo>
                <a:lnTo>
                  <a:pt x="53340" y="0"/>
                </a:lnTo>
                <a:close/>
              </a:path>
            </a:pathLst>
          </a:custGeom>
          <a:solidFill>
            <a:srgbClr val="FFFFFF">
              <a:alpha val="1960"/>
            </a:srgbClr>
          </a:solidFill>
        </p:spPr>
        <p:txBody>
          <a:bodyPr wrap="square" lIns="0" tIns="0" rIns="0" bIns="0" rtlCol="0"/>
          <a:lstStyle/>
          <a:p>
            <a:endParaRPr/>
          </a:p>
        </p:txBody>
      </p:sp>
      <p:sp>
        <p:nvSpPr>
          <p:cNvPr id="112" name="object 112"/>
          <p:cNvSpPr/>
          <p:nvPr/>
        </p:nvSpPr>
        <p:spPr>
          <a:xfrm>
            <a:off x="9945624" y="3369563"/>
            <a:ext cx="41275" cy="43180"/>
          </a:xfrm>
          <a:custGeom>
            <a:avLst/>
            <a:gdLst/>
            <a:ahLst/>
            <a:cxnLst/>
            <a:rect l="l" t="t" r="r" b="b"/>
            <a:pathLst>
              <a:path w="41275" h="43179">
                <a:moveTo>
                  <a:pt x="41148" y="0"/>
                </a:moveTo>
                <a:lnTo>
                  <a:pt x="0" y="0"/>
                </a:lnTo>
                <a:lnTo>
                  <a:pt x="0" y="42672"/>
                </a:lnTo>
                <a:lnTo>
                  <a:pt x="41148" y="42672"/>
                </a:lnTo>
                <a:lnTo>
                  <a:pt x="41148" y="0"/>
                </a:lnTo>
                <a:close/>
              </a:path>
            </a:pathLst>
          </a:custGeom>
          <a:solidFill>
            <a:srgbClr val="FFFFFF">
              <a:alpha val="1960"/>
            </a:srgbClr>
          </a:solidFill>
        </p:spPr>
        <p:txBody>
          <a:bodyPr wrap="square" lIns="0" tIns="0" rIns="0" bIns="0" rtlCol="0"/>
          <a:lstStyle/>
          <a:p>
            <a:endParaRPr/>
          </a:p>
        </p:txBody>
      </p:sp>
      <p:sp>
        <p:nvSpPr>
          <p:cNvPr id="113" name="object 113"/>
          <p:cNvSpPr/>
          <p:nvPr/>
        </p:nvSpPr>
        <p:spPr>
          <a:xfrm>
            <a:off x="10530840" y="4250435"/>
            <a:ext cx="76200" cy="71755"/>
          </a:xfrm>
          <a:custGeom>
            <a:avLst/>
            <a:gdLst/>
            <a:ahLst/>
            <a:cxnLst/>
            <a:rect l="l" t="t" r="r" b="b"/>
            <a:pathLst>
              <a:path w="76200" h="71754">
                <a:moveTo>
                  <a:pt x="76200" y="0"/>
                </a:moveTo>
                <a:lnTo>
                  <a:pt x="0" y="0"/>
                </a:lnTo>
                <a:lnTo>
                  <a:pt x="0" y="71628"/>
                </a:lnTo>
                <a:lnTo>
                  <a:pt x="76200" y="71628"/>
                </a:lnTo>
                <a:lnTo>
                  <a:pt x="76200" y="0"/>
                </a:lnTo>
                <a:close/>
              </a:path>
            </a:pathLst>
          </a:custGeom>
          <a:solidFill>
            <a:srgbClr val="FFFFFF">
              <a:alpha val="1960"/>
            </a:srgbClr>
          </a:solidFill>
        </p:spPr>
        <p:txBody>
          <a:bodyPr wrap="square" lIns="0" tIns="0" rIns="0" bIns="0" rtlCol="0"/>
          <a:lstStyle/>
          <a:p>
            <a:endParaRPr/>
          </a:p>
        </p:txBody>
      </p:sp>
      <p:sp>
        <p:nvSpPr>
          <p:cNvPr id="114" name="object 114"/>
          <p:cNvSpPr/>
          <p:nvPr/>
        </p:nvSpPr>
        <p:spPr>
          <a:xfrm>
            <a:off x="8970264" y="3820667"/>
            <a:ext cx="45720" cy="44450"/>
          </a:xfrm>
          <a:custGeom>
            <a:avLst/>
            <a:gdLst/>
            <a:ahLst/>
            <a:cxnLst/>
            <a:rect l="l" t="t" r="r" b="b"/>
            <a:pathLst>
              <a:path w="45720" h="44450">
                <a:moveTo>
                  <a:pt x="45720" y="0"/>
                </a:moveTo>
                <a:lnTo>
                  <a:pt x="0" y="0"/>
                </a:lnTo>
                <a:lnTo>
                  <a:pt x="0" y="44196"/>
                </a:lnTo>
                <a:lnTo>
                  <a:pt x="45720" y="44196"/>
                </a:lnTo>
                <a:lnTo>
                  <a:pt x="45720" y="0"/>
                </a:lnTo>
                <a:close/>
              </a:path>
            </a:pathLst>
          </a:custGeom>
          <a:solidFill>
            <a:srgbClr val="FFFFFF">
              <a:alpha val="1960"/>
            </a:srgbClr>
          </a:solidFill>
        </p:spPr>
        <p:txBody>
          <a:bodyPr wrap="square" lIns="0" tIns="0" rIns="0" bIns="0" rtlCol="0"/>
          <a:lstStyle/>
          <a:p>
            <a:endParaRPr/>
          </a:p>
        </p:txBody>
      </p:sp>
      <p:sp>
        <p:nvSpPr>
          <p:cNvPr id="115" name="object 115"/>
          <p:cNvSpPr/>
          <p:nvPr/>
        </p:nvSpPr>
        <p:spPr>
          <a:xfrm>
            <a:off x="7705344" y="3898391"/>
            <a:ext cx="79375" cy="79375"/>
          </a:xfrm>
          <a:custGeom>
            <a:avLst/>
            <a:gdLst/>
            <a:ahLst/>
            <a:cxnLst/>
            <a:rect l="l" t="t" r="r" b="b"/>
            <a:pathLst>
              <a:path w="79375" h="79375">
                <a:moveTo>
                  <a:pt x="79248" y="0"/>
                </a:moveTo>
                <a:lnTo>
                  <a:pt x="0" y="0"/>
                </a:lnTo>
                <a:lnTo>
                  <a:pt x="0" y="79248"/>
                </a:lnTo>
                <a:lnTo>
                  <a:pt x="79248" y="79248"/>
                </a:lnTo>
                <a:lnTo>
                  <a:pt x="79248" y="0"/>
                </a:lnTo>
                <a:close/>
              </a:path>
            </a:pathLst>
          </a:custGeom>
          <a:solidFill>
            <a:srgbClr val="FFFFFF">
              <a:alpha val="1960"/>
            </a:srgbClr>
          </a:solidFill>
        </p:spPr>
        <p:txBody>
          <a:bodyPr wrap="square" lIns="0" tIns="0" rIns="0" bIns="0" rtlCol="0"/>
          <a:lstStyle/>
          <a:p>
            <a:endParaRPr/>
          </a:p>
        </p:txBody>
      </p:sp>
      <p:sp>
        <p:nvSpPr>
          <p:cNvPr id="116" name="object 116"/>
          <p:cNvSpPr/>
          <p:nvPr/>
        </p:nvSpPr>
        <p:spPr>
          <a:xfrm>
            <a:off x="7499604" y="2468879"/>
            <a:ext cx="81280" cy="81280"/>
          </a:xfrm>
          <a:custGeom>
            <a:avLst/>
            <a:gdLst/>
            <a:ahLst/>
            <a:cxnLst/>
            <a:rect l="l" t="t" r="r" b="b"/>
            <a:pathLst>
              <a:path w="81279" h="81280">
                <a:moveTo>
                  <a:pt x="80772" y="0"/>
                </a:moveTo>
                <a:lnTo>
                  <a:pt x="0" y="0"/>
                </a:lnTo>
                <a:lnTo>
                  <a:pt x="0" y="80772"/>
                </a:lnTo>
                <a:lnTo>
                  <a:pt x="80772" y="80772"/>
                </a:lnTo>
                <a:lnTo>
                  <a:pt x="80772" y="0"/>
                </a:lnTo>
                <a:close/>
              </a:path>
            </a:pathLst>
          </a:custGeom>
          <a:solidFill>
            <a:srgbClr val="FFFFFF">
              <a:alpha val="1960"/>
            </a:srgbClr>
          </a:solidFill>
        </p:spPr>
        <p:txBody>
          <a:bodyPr wrap="square" lIns="0" tIns="0" rIns="0" bIns="0" rtlCol="0"/>
          <a:lstStyle/>
          <a:p>
            <a:endParaRPr/>
          </a:p>
        </p:txBody>
      </p:sp>
      <p:sp>
        <p:nvSpPr>
          <p:cNvPr id="117" name="object 117"/>
          <p:cNvSpPr/>
          <p:nvPr/>
        </p:nvSpPr>
        <p:spPr>
          <a:xfrm>
            <a:off x="6283452" y="3564635"/>
            <a:ext cx="50800" cy="47625"/>
          </a:xfrm>
          <a:custGeom>
            <a:avLst/>
            <a:gdLst/>
            <a:ahLst/>
            <a:cxnLst/>
            <a:rect l="l" t="t" r="r" b="b"/>
            <a:pathLst>
              <a:path w="50800" h="47625">
                <a:moveTo>
                  <a:pt x="50279" y="0"/>
                </a:moveTo>
                <a:lnTo>
                  <a:pt x="0" y="0"/>
                </a:lnTo>
                <a:lnTo>
                  <a:pt x="0" y="47244"/>
                </a:lnTo>
                <a:lnTo>
                  <a:pt x="50279" y="47244"/>
                </a:lnTo>
                <a:lnTo>
                  <a:pt x="50279" y="0"/>
                </a:lnTo>
                <a:close/>
              </a:path>
            </a:pathLst>
          </a:custGeom>
          <a:solidFill>
            <a:srgbClr val="FFFFFF">
              <a:alpha val="1960"/>
            </a:srgbClr>
          </a:solidFill>
        </p:spPr>
        <p:txBody>
          <a:bodyPr wrap="square" lIns="0" tIns="0" rIns="0" bIns="0" rtlCol="0"/>
          <a:lstStyle/>
          <a:p>
            <a:endParaRPr/>
          </a:p>
        </p:txBody>
      </p:sp>
      <p:sp>
        <p:nvSpPr>
          <p:cNvPr id="118" name="object 118"/>
          <p:cNvSpPr/>
          <p:nvPr/>
        </p:nvSpPr>
        <p:spPr>
          <a:xfrm>
            <a:off x="5321808" y="2346959"/>
            <a:ext cx="59690" cy="64135"/>
          </a:xfrm>
          <a:custGeom>
            <a:avLst/>
            <a:gdLst/>
            <a:ahLst/>
            <a:cxnLst/>
            <a:rect l="l" t="t" r="r" b="b"/>
            <a:pathLst>
              <a:path w="59689" h="64135">
                <a:moveTo>
                  <a:pt x="59436" y="0"/>
                </a:moveTo>
                <a:lnTo>
                  <a:pt x="0" y="0"/>
                </a:lnTo>
                <a:lnTo>
                  <a:pt x="0" y="64008"/>
                </a:lnTo>
                <a:lnTo>
                  <a:pt x="59436" y="64008"/>
                </a:lnTo>
                <a:lnTo>
                  <a:pt x="59436" y="0"/>
                </a:lnTo>
                <a:close/>
              </a:path>
            </a:pathLst>
          </a:custGeom>
          <a:solidFill>
            <a:srgbClr val="FFFFFF">
              <a:alpha val="1960"/>
            </a:srgbClr>
          </a:solidFill>
        </p:spPr>
        <p:txBody>
          <a:bodyPr wrap="square" lIns="0" tIns="0" rIns="0" bIns="0" rtlCol="0"/>
          <a:lstStyle/>
          <a:p>
            <a:endParaRPr/>
          </a:p>
        </p:txBody>
      </p:sp>
      <p:sp>
        <p:nvSpPr>
          <p:cNvPr id="119" name="object 119"/>
          <p:cNvSpPr/>
          <p:nvPr/>
        </p:nvSpPr>
        <p:spPr>
          <a:xfrm>
            <a:off x="5282184" y="3864863"/>
            <a:ext cx="113030" cy="113030"/>
          </a:xfrm>
          <a:custGeom>
            <a:avLst/>
            <a:gdLst/>
            <a:ahLst/>
            <a:cxnLst/>
            <a:rect l="l" t="t" r="r" b="b"/>
            <a:pathLst>
              <a:path w="113029" h="113029">
                <a:moveTo>
                  <a:pt x="112776" y="0"/>
                </a:moveTo>
                <a:lnTo>
                  <a:pt x="0" y="0"/>
                </a:lnTo>
                <a:lnTo>
                  <a:pt x="0" y="112776"/>
                </a:lnTo>
                <a:lnTo>
                  <a:pt x="112776" y="112776"/>
                </a:lnTo>
                <a:lnTo>
                  <a:pt x="112776" y="0"/>
                </a:lnTo>
                <a:close/>
              </a:path>
            </a:pathLst>
          </a:custGeom>
          <a:solidFill>
            <a:srgbClr val="FFFFFF">
              <a:alpha val="1960"/>
            </a:srgbClr>
          </a:solidFill>
        </p:spPr>
        <p:txBody>
          <a:bodyPr wrap="square" lIns="0" tIns="0" rIns="0" bIns="0" rtlCol="0"/>
          <a:lstStyle/>
          <a:p>
            <a:endParaRPr/>
          </a:p>
        </p:txBody>
      </p:sp>
      <p:sp>
        <p:nvSpPr>
          <p:cNvPr id="120" name="object 120"/>
          <p:cNvSpPr/>
          <p:nvPr/>
        </p:nvSpPr>
        <p:spPr>
          <a:xfrm>
            <a:off x="4407408" y="4696967"/>
            <a:ext cx="143510" cy="144780"/>
          </a:xfrm>
          <a:custGeom>
            <a:avLst/>
            <a:gdLst/>
            <a:ahLst/>
            <a:cxnLst/>
            <a:rect l="l" t="t" r="r" b="b"/>
            <a:pathLst>
              <a:path w="143510" h="144779">
                <a:moveTo>
                  <a:pt x="143256" y="0"/>
                </a:moveTo>
                <a:lnTo>
                  <a:pt x="0" y="0"/>
                </a:lnTo>
                <a:lnTo>
                  <a:pt x="0" y="144780"/>
                </a:lnTo>
                <a:lnTo>
                  <a:pt x="143256" y="144780"/>
                </a:lnTo>
                <a:lnTo>
                  <a:pt x="143256" y="0"/>
                </a:lnTo>
                <a:close/>
              </a:path>
            </a:pathLst>
          </a:custGeom>
          <a:solidFill>
            <a:srgbClr val="FFFFFF">
              <a:alpha val="1960"/>
            </a:srgbClr>
          </a:solidFill>
        </p:spPr>
        <p:txBody>
          <a:bodyPr wrap="square" lIns="0" tIns="0" rIns="0" bIns="0" rtlCol="0"/>
          <a:lstStyle/>
          <a:p>
            <a:endParaRPr/>
          </a:p>
        </p:txBody>
      </p:sp>
      <p:sp>
        <p:nvSpPr>
          <p:cNvPr id="121" name="object 121"/>
          <p:cNvSpPr/>
          <p:nvPr/>
        </p:nvSpPr>
        <p:spPr>
          <a:xfrm>
            <a:off x="3212592" y="2912363"/>
            <a:ext cx="41275" cy="45720"/>
          </a:xfrm>
          <a:custGeom>
            <a:avLst/>
            <a:gdLst/>
            <a:ahLst/>
            <a:cxnLst/>
            <a:rect l="l" t="t" r="r" b="b"/>
            <a:pathLst>
              <a:path w="41275" h="45719">
                <a:moveTo>
                  <a:pt x="41148" y="0"/>
                </a:moveTo>
                <a:lnTo>
                  <a:pt x="0" y="0"/>
                </a:lnTo>
                <a:lnTo>
                  <a:pt x="0" y="45720"/>
                </a:lnTo>
                <a:lnTo>
                  <a:pt x="41148" y="45720"/>
                </a:lnTo>
                <a:lnTo>
                  <a:pt x="41148" y="0"/>
                </a:lnTo>
                <a:close/>
              </a:path>
            </a:pathLst>
          </a:custGeom>
          <a:solidFill>
            <a:srgbClr val="FFFFFF">
              <a:alpha val="1960"/>
            </a:srgbClr>
          </a:solidFill>
        </p:spPr>
        <p:txBody>
          <a:bodyPr wrap="square" lIns="0" tIns="0" rIns="0" bIns="0" rtlCol="0"/>
          <a:lstStyle/>
          <a:p>
            <a:endParaRPr/>
          </a:p>
        </p:txBody>
      </p:sp>
      <p:sp>
        <p:nvSpPr>
          <p:cNvPr id="122" name="object 122"/>
          <p:cNvSpPr/>
          <p:nvPr/>
        </p:nvSpPr>
        <p:spPr>
          <a:xfrm>
            <a:off x="2365248" y="4040123"/>
            <a:ext cx="33655" cy="32384"/>
          </a:xfrm>
          <a:custGeom>
            <a:avLst/>
            <a:gdLst/>
            <a:ahLst/>
            <a:cxnLst/>
            <a:rect l="l" t="t" r="r" b="b"/>
            <a:pathLst>
              <a:path w="33655" h="32385">
                <a:moveTo>
                  <a:pt x="33528" y="0"/>
                </a:moveTo>
                <a:lnTo>
                  <a:pt x="0" y="0"/>
                </a:lnTo>
                <a:lnTo>
                  <a:pt x="0" y="32004"/>
                </a:lnTo>
                <a:lnTo>
                  <a:pt x="33528" y="32004"/>
                </a:lnTo>
                <a:lnTo>
                  <a:pt x="33528" y="0"/>
                </a:lnTo>
                <a:close/>
              </a:path>
            </a:pathLst>
          </a:custGeom>
          <a:solidFill>
            <a:srgbClr val="FFFFFF">
              <a:alpha val="1960"/>
            </a:srgbClr>
          </a:solidFill>
        </p:spPr>
        <p:txBody>
          <a:bodyPr wrap="square" lIns="0" tIns="0" rIns="0" bIns="0" rtlCol="0"/>
          <a:lstStyle/>
          <a:p>
            <a:endParaRPr/>
          </a:p>
        </p:txBody>
      </p:sp>
      <p:sp>
        <p:nvSpPr>
          <p:cNvPr id="123" name="object 123"/>
          <p:cNvSpPr/>
          <p:nvPr/>
        </p:nvSpPr>
        <p:spPr>
          <a:xfrm>
            <a:off x="1653527" y="4783835"/>
            <a:ext cx="109855" cy="108585"/>
          </a:xfrm>
          <a:custGeom>
            <a:avLst/>
            <a:gdLst/>
            <a:ahLst/>
            <a:cxnLst/>
            <a:rect l="l" t="t" r="r" b="b"/>
            <a:pathLst>
              <a:path w="109855" h="108585">
                <a:moveTo>
                  <a:pt x="109728" y="0"/>
                </a:moveTo>
                <a:lnTo>
                  <a:pt x="0" y="0"/>
                </a:lnTo>
                <a:lnTo>
                  <a:pt x="0" y="108204"/>
                </a:lnTo>
                <a:lnTo>
                  <a:pt x="109728" y="108204"/>
                </a:lnTo>
                <a:lnTo>
                  <a:pt x="109728" y="0"/>
                </a:lnTo>
                <a:close/>
              </a:path>
            </a:pathLst>
          </a:custGeom>
          <a:solidFill>
            <a:srgbClr val="FFFFFF">
              <a:alpha val="1960"/>
            </a:srgbClr>
          </a:solidFill>
        </p:spPr>
        <p:txBody>
          <a:bodyPr wrap="square" lIns="0" tIns="0" rIns="0" bIns="0" rtlCol="0"/>
          <a:lstStyle/>
          <a:p>
            <a:endParaRPr/>
          </a:p>
        </p:txBody>
      </p:sp>
      <p:sp>
        <p:nvSpPr>
          <p:cNvPr id="124" name="object 124"/>
          <p:cNvSpPr/>
          <p:nvPr/>
        </p:nvSpPr>
        <p:spPr>
          <a:xfrm>
            <a:off x="2694432" y="774204"/>
            <a:ext cx="71755" cy="68580"/>
          </a:xfrm>
          <a:custGeom>
            <a:avLst/>
            <a:gdLst/>
            <a:ahLst/>
            <a:cxnLst/>
            <a:rect l="l" t="t" r="r" b="b"/>
            <a:pathLst>
              <a:path w="71755" h="68580">
                <a:moveTo>
                  <a:pt x="71615" y="0"/>
                </a:moveTo>
                <a:lnTo>
                  <a:pt x="0" y="0"/>
                </a:lnTo>
                <a:lnTo>
                  <a:pt x="0" y="68567"/>
                </a:lnTo>
                <a:lnTo>
                  <a:pt x="71615" y="68567"/>
                </a:lnTo>
                <a:lnTo>
                  <a:pt x="71615" y="0"/>
                </a:lnTo>
                <a:close/>
              </a:path>
            </a:pathLst>
          </a:custGeom>
          <a:solidFill>
            <a:srgbClr val="FFFFFF">
              <a:alpha val="1960"/>
            </a:srgbClr>
          </a:solidFill>
        </p:spPr>
        <p:txBody>
          <a:bodyPr wrap="square" lIns="0" tIns="0" rIns="0" bIns="0" rtlCol="0"/>
          <a:lstStyle/>
          <a:p>
            <a:endParaRPr/>
          </a:p>
        </p:txBody>
      </p:sp>
      <p:sp>
        <p:nvSpPr>
          <p:cNvPr id="125" name="object 125"/>
          <p:cNvSpPr/>
          <p:nvPr/>
        </p:nvSpPr>
        <p:spPr>
          <a:xfrm>
            <a:off x="1741932" y="617219"/>
            <a:ext cx="71755" cy="71755"/>
          </a:xfrm>
          <a:custGeom>
            <a:avLst/>
            <a:gdLst/>
            <a:ahLst/>
            <a:cxnLst/>
            <a:rect l="l" t="t" r="r" b="b"/>
            <a:pathLst>
              <a:path w="71755" h="71754">
                <a:moveTo>
                  <a:pt x="71615" y="0"/>
                </a:moveTo>
                <a:lnTo>
                  <a:pt x="0" y="0"/>
                </a:lnTo>
                <a:lnTo>
                  <a:pt x="0" y="71628"/>
                </a:lnTo>
                <a:lnTo>
                  <a:pt x="71615" y="71628"/>
                </a:lnTo>
                <a:lnTo>
                  <a:pt x="71615" y="0"/>
                </a:lnTo>
                <a:close/>
              </a:path>
            </a:pathLst>
          </a:custGeom>
          <a:solidFill>
            <a:srgbClr val="FFFFFF">
              <a:alpha val="1960"/>
            </a:srgbClr>
          </a:solidFill>
        </p:spPr>
        <p:txBody>
          <a:bodyPr wrap="square" lIns="0" tIns="0" rIns="0" bIns="0" rtlCol="0"/>
          <a:lstStyle/>
          <a:p>
            <a:endParaRPr/>
          </a:p>
        </p:txBody>
      </p:sp>
      <p:sp>
        <p:nvSpPr>
          <p:cNvPr id="126" name="object 126"/>
          <p:cNvSpPr/>
          <p:nvPr/>
        </p:nvSpPr>
        <p:spPr>
          <a:xfrm>
            <a:off x="1380744" y="1857755"/>
            <a:ext cx="44450" cy="41275"/>
          </a:xfrm>
          <a:custGeom>
            <a:avLst/>
            <a:gdLst/>
            <a:ahLst/>
            <a:cxnLst/>
            <a:rect l="l" t="t" r="r" b="b"/>
            <a:pathLst>
              <a:path w="44450" h="41275">
                <a:moveTo>
                  <a:pt x="44196" y="0"/>
                </a:moveTo>
                <a:lnTo>
                  <a:pt x="0" y="0"/>
                </a:lnTo>
                <a:lnTo>
                  <a:pt x="0" y="41148"/>
                </a:lnTo>
                <a:lnTo>
                  <a:pt x="44196" y="41148"/>
                </a:lnTo>
                <a:lnTo>
                  <a:pt x="44196" y="0"/>
                </a:lnTo>
                <a:close/>
              </a:path>
            </a:pathLst>
          </a:custGeom>
          <a:solidFill>
            <a:srgbClr val="FFFFFF">
              <a:alpha val="1960"/>
            </a:srgbClr>
          </a:solidFill>
        </p:spPr>
        <p:txBody>
          <a:bodyPr wrap="square" lIns="0" tIns="0" rIns="0" bIns="0" rtlCol="0"/>
          <a:lstStyle/>
          <a:p>
            <a:endParaRPr/>
          </a:p>
        </p:txBody>
      </p:sp>
      <p:sp>
        <p:nvSpPr>
          <p:cNvPr id="127" name="object 127"/>
          <p:cNvSpPr/>
          <p:nvPr/>
        </p:nvSpPr>
        <p:spPr>
          <a:xfrm>
            <a:off x="2346960" y="3250691"/>
            <a:ext cx="102235" cy="104139"/>
          </a:xfrm>
          <a:custGeom>
            <a:avLst/>
            <a:gdLst/>
            <a:ahLst/>
            <a:cxnLst/>
            <a:rect l="l" t="t" r="r" b="b"/>
            <a:pathLst>
              <a:path w="102235" h="104139">
                <a:moveTo>
                  <a:pt x="102108" y="0"/>
                </a:moveTo>
                <a:lnTo>
                  <a:pt x="0" y="0"/>
                </a:lnTo>
                <a:lnTo>
                  <a:pt x="0" y="103632"/>
                </a:lnTo>
                <a:lnTo>
                  <a:pt x="102108" y="103632"/>
                </a:lnTo>
                <a:lnTo>
                  <a:pt x="102108" y="0"/>
                </a:lnTo>
                <a:close/>
              </a:path>
            </a:pathLst>
          </a:custGeom>
          <a:solidFill>
            <a:srgbClr val="FFFFFF">
              <a:alpha val="1960"/>
            </a:srgbClr>
          </a:solidFill>
        </p:spPr>
        <p:txBody>
          <a:bodyPr wrap="square" lIns="0" tIns="0" rIns="0" bIns="0" rtlCol="0"/>
          <a:lstStyle/>
          <a:p>
            <a:endParaRPr/>
          </a:p>
        </p:txBody>
      </p:sp>
      <p:sp>
        <p:nvSpPr>
          <p:cNvPr id="128" name="object 128"/>
          <p:cNvSpPr/>
          <p:nvPr/>
        </p:nvSpPr>
        <p:spPr>
          <a:xfrm>
            <a:off x="3968496" y="4165091"/>
            <a:ext cx="53340" cy="52069"/>
          </a:xfrm>
          <a:custGeom>
            <a:avLst/>
            <a:gdLst/>
            <a:ahLst/>
            <a:cxnLst/>
            <a:rect l="l" t="t" r="r" b="b"/>
            <a:pathLst>
              <a:path w="53339" h="52070">
                <a:moveTo>
                  <a:pt x="53340" y="0"/>
                </a:moveTo>
                <a:lnTo>
                  <a:pt x="0" y="0"/>
                </a:lnTo>
                <a:lnTo>
                  <a:pt x="0" y="51816"/>
                </a:lnTo>
                <a:lnTo>
                  <a:pt x="53340" y="51816"/>
                </a:lnTo>
                <a:lnTo>
                  <a:pt x="53340" y="0"/>
                </a:lnTo>
                <a:close/>
              </a:path>
            </a:pathLst>
          </a:custGeom>
          <a:solidFill>
            <a:srgbClr val="FFFFFF">
              <a:alpha val="1960"/>
            </a:srgbClr>
          </a:solidFill>
        </p:spPr>
        <p:txBody>
          <a:bodyPr wrap="square" lIns="0" tIns="0" rIns="0" bIns="0" rtlCol="0"/>
          <a:lstStyle/>
          <a:p>
            <a:endParaRPr/>
          </a:p>
        </p:txBody>
      </p:sp>
      <p:sp>
        <p:nvSpPr>
          <p:cNvPr id="129" name="object 129"/>
          <p:cNvSpPr/>
          <p:nvPr/>
        </p:nvSpPr>
        <p:spPr>
          <a:xfrm>
            <a:off x="6393180" y="4657344"/>
            <a:ext cx="85725" cy="83820"/>
          </a:xfrm>
          <a:custGeom>
            <a:avLst/>
            <a:gdLst/>
            <a:ahLst/>
            <a:cxnLst/>
            <a:rect l="l" t="t" r="r" b="b"/>
            <a:pathLst>
              <a:path w="85725" h="83820">
                <a:moveTo>
                  <a:pt x="85344" y="0"/>
                </a:moveTo>
                <a:lnTo>
                  <a:pt x="0" y="0"/>
                </a:lnTo>
                <a:lnTo>
                  <a:pt x="0" y="83820"/>
                </a:lnTo>
                <a:lnTo>
                  <a:pt x="85344" y="83820"/>
                </a:lnTo>
                <a:lnTo>
                  <a:pt x="85344" y="0"/>
                </a:lnTo>
                <a:close/>
              </a:path>
            </a:pathLst>
          </a:custGeom>
          <a:solidFill>
            <a:srgbClr val="FFFFFF">
              <a:alpha val="1960"/>
            </a:srgbClr>
          </a:solidFill>
        </p:spPr>
        <p:txBody>
          <a:bodyPr wrap="square" lIns="0" tIns="0" rIns="0" bIns="0" rtlCol="0"/>
          <a:lstStyle/>
          <a:p>
            <a:endParaRPr/>
          </a:p>
        </p:txBody>
      </p:sp>
      <p:sp>
        <p:nvSpPr>
          <p:cNvPr id="130" name="object 130"/>
          <p:cNvSpPr/>
          <p:nvPr/>
        </p:nvSpPr>
        <p:spPr>
          <a:xfrm>
            <a:off x="8695944" y="5779008"/>
            <a:ext cx="88900" cy="86995"/>
          </a:xfrm>
          <a:custGeom>
            <a:avLst/>
            <a:gdLst/>
            <a:ahLst/>
            <a:cxnLst/>
            <a:rect l="l" t="t" r="r" b="b"/>
            <a:pathLst>
              <a:path w="88900" h="86995">
                <a:moveTo>
                  <a:pt x="88392" y="0"/>
                </a:moveTo>
                <a:lnTo>
                  <a:pt x="0" y="0"/>
                </a:lnTo>
                <a:lnTo>
                  <a:pt x="0" y="86868"/>
                </a:lnTo>
                <a:lnTo>
                  <a:pt x="88392" y="86868"/>
                </a:lnTo>
                <a:lnTo>
                  <a:pt x="88392" y="0"/>
                </a:lnTo>
                <a:close/>
              </a:path>
            </a:pathLst>
          </a:custGeom>
          <a:solidFill>
            <a:srgbClr val="FFFFFF">
              <a:alpha val="1960"/>
            </a:srgbClr>
          </a:solidFill>
        </p:spPr>
        <p:txBody>
          <a:bodyPr wrap="square" lIns="0" tIns="0" rIns="0" bIns="0" rtlCol="0"/>
          <a:lstStyle/>
          <a:p>
            <a:endParaRPr/>
          </a:p>
        </p:txBody>
      </p:sp>
      <p:sp>
        <p:nvSpPr>
          <p:cNvPr id="131" name="object 131"/>
          <p:cNvSpPr/>
          <p:nvPr/>
        </p:nvSpPr>
        <p:spPr>
          <a:xfrm>
            <a:off x="8397240" y="263651"/>
            <a:ext cx="205740" cy="205740"/>
          </a:xfrm>
          <a:custGeom>
            <a:avLst/>
            <a:gdLst/>
            <a:ahLst/>
            <a:cxnLst/>
            <a:rect l="l" t="t" r="r" b="b"/>
            <a:pathLst>
              <a:path w="205740" h="205740">
                <a:moveTo>
                  <a:pt x="205740" y="0"/>
                </a:moveTo>
                <a:lnTo>
                  <a:pt x="0" y="0"/>
                </a:lnTo>
                <a:lnTo>
                  <a:pt x="0" y="205740"/>
                </a:lnTo>
                <a:lnTo>
                  <a:pt x="205740" y="205740"/>
                </a:lnTo>
                <a:lnTo>
                  <a:pt x="205740" y="0"/>
                </a:lnTo>
                <a:close/>
              </a:path>
            </a:pathLst>
          </a:custGeom>
          <a:solidFill>
            <a:srgbClr val="FFFFFF">
              <a:alpha val="1960"/>
            </a:srgbClr>
          </a:solidFill>
        </p:spPr>
        <p:txBody>
          <a:bodyPr wrap="square" lIns="0" tIns="0" rIns="0" bIns="0" rtlCol="0"/>
          <a:lstStyle/>
          <a:p>
            <a:endParaRPr/>
          </a:p>
        </p:txBody>
      </p:sp>
      <p:sp>
        <p:nvSpPr>
          <p:cNvPr id="132" name="object 132"/>
          <p:cNvSpPr/>
          <p:nvPr/>
        </p:nvSpPr>
        <p:spPr>
          <a:xfrm>
            <a:off x="8564880" y="758951"/>
            <a:ext cx="81280" cy="29209"/>
          </a:xfrm>
          <a:custGeom>
            <a:avLst/>
            <a:gdLst/>
            <a:ahLst/>
            <a:cxnLst/>
            <a:rect l="l" t="t" r="r" b="b"/>
            <a:pathLst>
              <a:path w="81279" h="29209">
                <a:moveTo>
                  <a:pt x="80772" y="0"/>
                </a:moveTo>
                <a:lnTo>
                  <a:pt x="0" y="0"/>
                </a:lnTo>
                <a:lnTo>
                  <a:pt x="0" y="28956"/>
                </a:lnTo>
                <a:lnTo>
                  <a:pt x="21246" y="24068"/>
                </a:lnTo>
                <a:lnTo>
                  <a:pt x="41576" y="18907"/>
                </a:lnTo>
                <a:lnTo>
                  <a:pt x="61311" y="13150"/>
                </a:lnTo>
                <a:lnTo>
                  <a:pt x="80772" y="6476"/>
                </a:lnTo>
                <a:lnTo>
                  <a:pt x="80772" y="0"/>
                </a:lnTo>
                <a:close/>
              </a:path>
            </a:pathLst>
          </a:custGeom>
          <a:solidFill>
            <a:srgbClr val="FFFFFF">
              <a:alpha val="1960"/>
            </a:srgbClr>
          </a:solidFill>
        </p:spPr>
        <p:txBody>
          <a:bodyPr wrap="square" lIns="0" tIns="0" rIns="0" bIns="0" rtlCol="0"/>
          <a:lstStyle/>
          <a:p>
            <a:endParaRPr/>
          </a:p>
        </p:txBody>
      </p:sp>
      <p:sp>
        <p:nvSpPr>
          <p:cNvPr id="133" name="object 133"/>
          <p:cNvSpPr/>
          <p:nvPr/>
        </p:nvSpPr>
        <p:spPr>
          <a:xfrm>
            <a:off x="10232136" y="2401823"/>
            <a:ext cx="190500" cy="189230"/>
          </a:xfrm>
          <a:custGeom>
            <a:avLst/>
            <a:gdLst/>
            <a:ahLst/>
            <a:cxnLst/>
            <a:rect l="l" t="t" r="r" b="b"/>
            <a:pathLst>
              <a:path w="190500" h="189230">
                <a:moveTo>
                  <a:pt x="190500" y="0"/>
                </a:moveTo>
                <a:lnTo>
                  <a:pt x="0" y="0"/>
                </a:lnTo>
                <a:lnTo>
                  <a:pt x="0" y="188976"/>
                </a:lnTo>
                <a:lnTo>
                  <a:pt x="190500" y="188976"/>
                </a:lnTo>
                <a:lnTo>
                  <a:pt x="190500" y="0"/>
                </a:lnTo>
                <a:close/>
              </a:path>
            </a:pathLst>
          </a:custGeom>
          <a:solidFill>
            <a:srgbClr val="FFFFFF">
              <a:alpha val="1960"/>
            </a:srgbClr>
          </a:solidFill>
        </p:spPr>
        <p:txBody>
          <a:bodyPr wrap="square" lIns="0" tIns="0" rIns="0" bIns="0" rtlCol="0"/>
          <a:lstStyle/>
          <a:p>
            <a:endParaRPr/>
          </a:p>
        </p:txBody>
      </p:sp>
      <p:sp>
        <p:nvSpPr>
          <p:cNvPr id="134" name="object 134"/>
          <p:cNvSpPr/>
          <p:nvPr/>
        </p:nvSpPr>
        <p:spPr>
          <a:xfrm>
            <a:off x="10247376" y="2148839"/>
            <a:ext cx="158750" cy="160020"/>
          </a:xfrm>
          <a:custGeom>
            <a:avLst/>
            <a:gdLst/>
            <a:ahLst/>
            <a:cxnLst/>
            <a:rect l="l" t="t" r="r" b="b"/>
            <a:pathLst>
              <a:path w="158750" h="160019">
                <a:moveTo>
                  <a:pt x="158496" y="0"/>
                </a:moveTo>
                <a:lnTo>
                  <a:pt x="0" y="0"/>
                </a:lnTo>
                <a:lnTo>
                  <a:pt x="0" y="160020"/>
                </a:lnTo>
                <a:lnTo>
                  <a:pt x="158496" y="160020"/>
                </a:lnTo>
                <a:lnTo>
                  <a:pt x="158496" y="0"/>
                </a:lnTo>
                <a:close/>
              </a:path>
            </a:pathLst>
          </a:custGeom>
          <a:solidFill>
            <a:srgbClr val="FFFFFF">
              <a:alpha val="1960"/>
            </a:srgbClr>
          </a:solidFill>
        </p:spPr>
        <p:txBody>
          <a:bodyPr wrap="square" lIns="0" tIns="0" rIns="0" bIns="0" rtlCol="0"/>
          <a:lstStyle/>
          <a:p>
            <a:endParaRPr/>
          </a:p>
        </p:txBody>
      </p:sp>
      <p:sp>
        <p:nvSpPr>
          <p:cNvPr id="135" name="object 135"/>
          <p:cNvSpPr/>
          <p:nvPr/>
        </p:nvSpPr>
        <p:spPr>
          <a:xfrm>
            <a:off x="10212324" y="1196339"/>
            <a:ext cx="135890" cy="139065"/>
          </a:xfrm>
          <a:custGeom>
            <a:avLst/>
            <a:gdLst/>
            <a:ahLst/>
            <a:cxnLst/>
            <a:rect l="l" t="t" r="r" b="b"/>
            <a:pathLst>
              <a:path w="135890" h="139065">
                <a:moveTo>
                  <a:pt x="135636" y="0"/>
                </a:moveTo>
                <a:lnTo>
                  <a:pt x="0" y="0"/>
                </a:lnTo>
                <a:lnTo>
                  <a:pt x="0" y="138684"/>
                </a:lnTo>
                <a:lnTo>
                  <a:pt x="135636" y="138684"/>
                </a:lnTo>
                <a:lnTo>
                  <a:pt x="135636" y="0"/>
                </a:lnTo>
                <a:close/>
              </a:path>
            </a:pathLst>
          </a:custGeom>
          <a:solidFill>
            <a:srgbClr val="FFFFFF">
              <a:alpha val="1960"/>
            </a:srgbClr>
          </a:solidFill>
        </p:spPr>
        <p:txBody>
          <a:bodyPr wrap="square" lIns="0" tIns="0" rIns="0" bIns="0" rtlCol="0"/>
          <a:lstStyle/>
          <a:p>
            <a:endParaRPr/>
          </a:p>
        </p:txBody>
      </p:sp>
      <p:sp>
        <p:nvSpPr>
          <p:cNvPr id="136" name="object 136"/>
          <p:cNvSpPr/>
          <p:nvPr/>
        </p:nvSpPr>
        <p:spPr>
          <a:xfrm>
            <a:off x="2417064" y="1937003"/>
            <a:ext cx="190500" cy="190500"/>
          </a:xfrm>
          <a:custGeom>
            <a:avLst/>
            <a:gdLst/>
            <a:ahLst/>
            <a:cxnLst/>
            <a:rect l="l" t="t" r="r" b="b"/>
            <a:pathLst>
              <a:path w="190500" h="190500">
                <a:moveTo>
                  <a:pt x="190500" y="0"/>
                </a:moveTo>
                <a:lnTo>
                  <a:pt x="0" y="0"/>
                </a:lnTo>
                <a:lnTo>
                  <a:pt x="0" y="190500"/>
                </a:lnTo>
                <a:lnTo>
                  <a:pt x="190500" y="190500"/>
                </a:lnTo>
                <a:lnTo>
                  <a:pt x="190500" y="0"/>
                </a:lnTo>
                <a:close/>
              </a:path>
            </a:pathLst>
          </a:custGeom>
          <a:solidFill>
            <a:srgbClr val="FFFFFF">
              <a:alpha val="1960"/>
            </a:srgbClr>
          </a:solidFill>
        </p:spPr>
        <p:txBody>
          <a:bodyPr wrap="square" lIns="0" tIns="0" rIns="0" bIns="0" rtlCol="0"/>
          <a:lstStyle/>
          <a:p>
            <a:endParaRPr/>
          </a:p>
        </p:txBody>
      </p:sp>
      <p:sp>
        <p:nvSpPr>
          <p:cNvPr id="137" name="object 137"/>
          <p:cNvSpPr/>
          <p:nvPr/>
        </p:nvSpPr>
        <p:spPr>
          <a:xfrm>
            <a:off x="2433827" y="1744979"/>
            <a:ext cx="157480" cy="99060"/>
          </a:xfrm>
          <a:custGeom>
            <a:avLst/>
            <a:gdLst/>
            <a:ahLst/>
            <a:cxnLst/>
            <a:rect l="l" t="t" r="r" b="b"/>
            <a:pathLst>
              <a:path w="157480" h="99060">
                <a:moveTo>
                  <a:pt x="73660" y="0"/>
                </a:moveTo>
                <a:lnTo>
                  <a:pt x="54935" y="595"/>
                </a:lnTo>
                <a:lnTo>
                  <a:pt x="36830" y="2381"/>
                </a:lnTo>
                <a:lnTo>
                  <a:pt x="18724" y="5357"/>
                </a:lnTo>
                <a:lnTo>
                  <a:pt x="0" y="9525"/>
                </a:lnTo>
                <a:lnTo>
                  <a:pt x="0" y="99060"/>
                </a:lnTo>
                <a:lnTo>
                  <a:pt x="156972" y="99060"/>
                </a:lnTo>
                <a:lnTo>
                  <a:pt x="156972" y="12827"/>
                </a:lnTo>
                <a:lnTo>
                  <a:pt x="137185" y="6750"/>
                </a:lnTo>
                <a:lnTo>
                  <a:pt x="116506" y="2793"/>
                </a:lnTo>
                <a:lnTo>
                  <a:pt x="95232" y="646"/>
                </a:lnTo>
                <a:lnTo>
                  <a:pt x="73660" y="0"/>
                </a:lnTo>
                <a:close/>
              </a:path>
            </a:pathLst>
          </a:custGeom>
          <a:solidFill>
            <a:srgbClr val="FFFFFF">
              <a:alpha val="1960"/>
            </a:srgbClr>
          </a:solidFill>
        </p:spPr>
        <p:txBody>
          <a:bodyPr wrap="square" lIns="0" tIns="0" rIns="0" bIns="0" rtlCol="0"/>
          <a:lstStyle/>
          <a:p>
            <a:endParaRPr/>
          </a:p>
        </p:txBody>
      </p:sp>
      <p:sp>
        <p:nvSpPr>
          <p:cNvPr id="138" name="object 138"/>
          <p:cNvSpPr/>
          <p:nvPr/>
        </p:nvSpPr>
        <p:spPr>
          <a:xfrm>
            <a:off x="7071360" y="1470659"/>
            <a:ext cx="152400" cy="152400"/>
          </a:xfrm>
          <a:custGeom>
            <a:avLst/>
            <a:gdLst/>
            <a:ahLst/>
            <a:cxnLst/>
            <a:rect l="l" t="t" r="r" b="b"/>
            <a:pathLst>
              <a:path w="152400" h="152400">
                <a:moveTo>
                  <a:pt x="152400" y="0"/>
                </a:moveTo>
                <a:lnTo>
                  <a:pt x="0" y="0"/>
                </a:lnTo>
                <a:lnTo>
                  <a:pt x="0" y="152400"/>
                </a:lnTo>
                <a:lnTo>
                  <a:pt x="152400" y="152400"/>
                </a:lnTo>
                <a:lnTo>
                  <a:pt x="152400" y="0"/>
                </a:lnTo>
                <a:close/>
              </a:path>
            </a:pathLst>
          </a:custGeom>
          <a:solidFill>
            <a:srgbClr val="FFFFFF">
              <a:alpha val="1960"/>
            </a:srgbClr>
          </a:solidFill>
        </p:spPr>
        <p:txBody>
          <a:bodyPr wrap="square" lIns="0" tIns="0" rIns="0" bIns="0" rtlCol="0"/>
          <a:lstStyle/>
          <a:p>
            <a:endParaRPr/>
          </a:p>
        </p:txBody>
      </p:sp>
      <p:sp>
        <p:nvSpPr>
          <p:cNvPr id="139" name="object 139"/>
          <p:cNvSpPr/>
          <p:nvPr/>
        </p:nvSpPr>
        <p:spPr>
          <a:xfrm>
            <a:off x="7571232" y="1460499"/>
            <a:ext cx="21590" cy="148590"/>
          </a:xfrm>
          <a:custGeom>
            <a:avLst/>
            <a:gdLst/>
            <a:ahLst/>
            <a:cxnLst/>
            <a:rect l="l" t="t" r="r" b="b"/>
            <a:pathLst>
              <a:path w="21590" h="148590">
                <a:moveTo>
                  <a:pt x="21336" y="80645"/>
                </a:moveTo>
                <a:lnTo>
                  <a:pt x="20802" y="63792"/>
                </a:lnTo>
                <a:lnTo>
                  <a:pt x="19431" y="46926"/>
                </a:lnTo>
                <a:lnTo>
                  <a:pt x="17475" y="30073"/>
                </a:lnTo>
                <a:lnTo>
                  <a:pt x="15240" y="13208"/>
                </a:lnTo>
                <a:lnTo>
                  <a:pt x="15240" y="12700"/>
                </a:lnTo>
                <a:lnTo>
                  <a:pt x="15240" y="2540"/>
                </a:lnTo>
                <a:lnTo>
                  <a:pt x="15240" y="0"/>
                </a:lnTo>
                <a:lnTo>
                  <a:pt x="0" y="0"/>
                </a:lnTo>
                <a:lnTo>
                  <a:pt x="0" y="2540"/>
                </a:lnTo>
                <a:lnTo>
                  <a:pt x="0" y="12700"/>
                </a:lnTo>
                <a:lnTo>
                  <a:pt x="0" y="148590"/>
                </a:lnTo>
                <a:lnTo>
                  <a:pt x="15240" y="148590"/>
                </a:lnTo>
                <a:lnTo>
                  <a:pt x="15240" y="135128"/>
                </a:lnTo>
                <a:lnTo>
                  <a:pt x="17475" y="122567"/>
                </a:lnTo>
                <a:lnTo>
                  <a:pt x="19431" y="109080"/>
                </a:lnTo>
                <a:lnTo>
                  <a:pt x="20802" y="95008"/>
                </a:lnTo>
                <a:lnTo>
                  <a:pt x="21336" y="80645"/>
                </a:lnTo>
                <a:close/>
              </a:path>
            </a:pathLst>
          </a:custGeom>
          <a:solidFill>
            <a:srgbClr val="FFFFFF">
              <a:alpha val="1960"/>
            </a:srgbClr>
          </a:solidFill>
        </p:spPr>
        <p:txBody>
          <a:bodyPr wrap="square" lIns="0" tIns="0" rIns="0" bIns="0" rtlCol="0"/>
          <a:lstStyle/>
          <a:p>
            <a:endParaRPr/>
          </a:p>
        </p:txBody>
      </p:sp>
      <p:sp>
        <p:nvSpPr>
          <p:cNvPr id="140" name="object 140"/>
          <p:cNvSpPr/>
          <p:nvPr/>
        </p:nvSpPr>
        <p:spPr>
          <a:xfrm>
            <a:off x="5059680" y="736599"/>
            <a:ext cx="106680" cy="109220"/>
          </a:xfrm>
          <a:custGeom>
            <a:avLst/>
            <a:gdLst/>
            <a:ahLst/>
            <a:cxnLst/>
            <a:rect l="l" t="t" r="r" b="b"/>
            <a:pathLst>
              <a:path w="106679" h="109219">
                <a:moveTo>
                  <a:pt x="106680" y="96520"/>
                </a:moveTo>
                <a:lnTo>
                  <a:pt x="100330" y="96520"/>
                </a:lnTo>
                <a:lnTo>
                  <a:pt x="92964" y="96520"/>
                </a:lnTo>
                <a:lnTo>
                  <a:pt x="92964" y="13208"/>
                </a:lnTo>
                <a:lnTo>
                  <a:pt x="12192" y="13208"/>
                </a:lnTo>
                <a:lnTo>
                  <a:pt x="12192" y="96520"/>
                </a:lnTo>
                <a:lnTo>
                  <a:pt x="0" y="96520"/>
                </a:lnTo>
                <a:lnTo>
                  <a:pt x="0" y="102870"/>
                </a:lnTo>
                <a:lnTo>
                  <a:pt x="0" y="109220"/>
                </a:lnTo>
                <a:lnTo>
                  <a:pt x="106680" y="109220"/>
                </a:lnTo>
                <a:lnTo>
                  <a:pt x="106680" y="102870"/>
                </a:lnTo>
                <a:lnTo>
                  <a:pt x="106680" y="96520"/>
                </a:lnTo>
                <a:close/>
              </a:path>
              <a:path w="106679" h="109219">
                <a:moveTo>
                  <a:pt x="106680" y="0"/>
                </a:moveTo>
                <a:lnTo>
                  <a:pt x="0" y="0"/>
                </a:lnTo>
                <a:lnTo>
                  <a:pt x="0" y="12700"/>
                </a:lnTo>
                <a:lnTo>
                  <a:pt x="106680" y="12700"/>
                </a:lnTo>
                <a:lnTo>
                  <a:pt x="106680" y="0"/>
                </a:lnTo>
                <a:close/>
              </a:path>
            </a:pathLst>
          </a:custGeom>
          <a:solidFill>
            <a:srgbClr val="FFFFFF">
              <a:alpha val="1960"/>
            </a:srgbClr>
          </a:solidFill>
        </p:spPr>
        <p:txBody>
          <a:bodyPr wrap="square" lIns="0" tIns="0" rIns="0" bIns="0" rtlCol="0"/>
          <a:lstStyle/>
          <a:p>
            <a:endParaRPr/>
          </a:p>
        </p:txBody>
      </p:sp>
      <p:sp>
        <p:nvSpPr>
          <p:cNvPr id="141" name="object 141"/>
          <p:cNvSpPr/>
          <p:nvPr/>
        </p:nvSpPr>
        <p:spPr>
          <a:xfrm>
            <a:off x="4442460" y="851915"/>
            <a:ext cx="83820" cy="85725"/>
          </a:xfrm>
          <a:custGeom>
            <a:avLst/>
            <a:gdLst/>
            <a:ahLst/>
            <a:cxnLst/>
            <a:rect l="l" t="t" r="r" b="b"/>
            <a:pathLst>
              <a:path w="83820" h="85725">
                <a:moveTo>
                  <a:pt x="83820" y="0"/>
                </a:moveTo>
                <a:lnTo>
                  <a:pt x="70866" y="0"/>
                </a:lnTo>
                <a:lnTo>
                  <a:pt x="70866" y="13081"/>
                </a:lnTo>
                <a:lnTo>
                  <a:pt x="70866" y="72263"/>
                </a:lnTo>
                <a:lnTo>
                  <a:pt x="12954" y="72263"/>
                </a:lnTo>
                <a:lnTo>
                  <a:pt x="12954" y="71628"/>
                </a:lnTo>
                <a:lnTo>
                  <a:pt x="70104" y="71628"/>
                </a:lnTo>
                <a:lnTo>
                  <a:pt x="70104" y="13716"/>
                </a:lnTo>
                <a:lnTo>
                  <a:pt x="12954" y="13716"/>
                </a:lnTo>
                <a:lnTo>
                  <a:pt x="12954" y="13081"/>
                </a:lnTo>
                <a:lnTo>
                  <a:pt x="70866" y="13081"/>
                </a:lnTo>
                <a:lnTo>
                  <a:pt x="70866" y="0"/>
                </a:lnTo>
                <a:lnTo>
                  <a:pt x="0" y="0"/>
                </a:lnTo>
                <a:lnTo>
                  <a:pt x="0" y="68961"/>
                </a:lnTo>
                <a:lnTo>
                  <a:pt x="3175" y="75438"/>
                </a:lnTo>
                <a:lnTo>
                  <a:pt x="6477" y="82042"/>
                </a:lnTo>
                <a:lnTo>
                  <a:pt x="9652" y="85344"/>
                </a:lnTo>
                <a:lnTo>
                  <a:pt x="83820" y="85344"/>
                </a:lnTo>
                <a:lnTo>
                  <a:pt x="83820" y="78740"/>
                </a:lnTo>
                <a:lnTo>
                  <a:pt x="83820" y="13081"/>
                </a:lnTo>
                <a:lnTo>
                  <a:pt x="83820" y="0"/>
                </a:lnTo>
                <a:close/>
              </a:path>
            </a:pathLst>
          </a:custGeom>
          <a:solidFill>
            <a:srgbClr val="FFFFFF">
              <a:alpha val="1960"/>
            </a:srgbClr>
          </a:solidFill>
        </p:spPr>
        <p:txBody>
          <a:bodyPr wrap="square" lIns="0" tIns="0" rIns="0" bIns="0" rtlCol="0"/>
          <a:lstStyle/>
          <a:p>
            <a:endParaRPr/>
          </a:p>
        </p:txBody>
      </p:sp>
      <p:sp>
        <p:nvSpPr>
          <p:cNvPr id="142" name="object 142"/>
          <p:cNvSpPr/>
          <p:nvPr/>
        </p:nvSpPr>
        <p:spPr>
          <a:xfrm>
            <a:off x="4721352" y="556259"/>
            <a:ext cx="190500" cy="190500"/>
          </a:xfrm>
          <a:custGeom>
            <a:avLst/>
            <a:gdLst/>
            <a:ahLst/>
            <a:cxnLst/>
            <a:rect l="l" t="t" r="r" b="b"/>
            <a:pathLst>
              <a:path w="190500" h="190500">
                <a:moveTo>
                  <a:pt x="190500" y="0"/>
                </a:moveTo>
                <a:lnTo>
                  <a:pt x="0" y="0"/>
                </a:lnTo>
                <a:lnTo>
                  <a:pt x="0" y="190500"/>
                </a:lnTo>
                <a:lnTo>
                  <a:pt x="190500" y="190500"/>
                </a:lnTo>
                <a:lnTo>
                  <a:pt x="190500" y="0"/>
                </a:lnTo>
                <a:close/>
              </a:path>
            </a:pathLst>
          </a:custGeom>
          <a:solidFill>
            <a:srgbClr val="FFFFFF">
              <a:alpha val="1960"/>
            </a:srgbClr>
          </a:solidFill>
        </p:spPr>
        <p:txBody>
          <a:bodyPr wrap="square" lIns="0" tIns="0" rIns="0" bIns="0" rtlCol="0"/>
          <a:lstStyle/>
          <a:p>
            <a:endParaRPr/>
          </a:p>
        </p:txBody>
      </p:sp>
      <p:sp>
        <p:nvSpPr>
          <p:cNvPr id="143" name="object 143"/>
          <p:cNvSpPr/>
          <p:nvPr/>
        </p:nvSpPr>
        <p:spPr>
          <a:xfrm>
            <a:off x="4738116" y="304799"/>
            <a:ext cx="158750" cy="158750"/>
          </a:xfrm>
          <a:custGeom>
            <a:avLst/>
            <a:gdLst/>
            <a:ahLst/>
            <a:cxnLst/>
            <a:rect l="l" t="t" r="r" b="b"/>
            <a:pathLst>
              <a:path w="158750" h="158750">
                <a:moveTo>
                  <a:pt x="158496" y="0"/>
                </a:moveTo>
                <a:lnTo>
                  <a:pt x="0" y="0"/>
                </a:lnTo>
                <a:lnTo>
                  <a:pt x="0" y="158496"/>
                </a:lnTo>
                <a:lnTo>
                  <a:pt x="158496" y="158496"/>
                </a:lnTo>
                <a:lnTo>
                  <a:pt x="158496" y="0"/>
                </a:lnTo>
                <a:close/>
              </a:path>
            </a:pathLst>
          </a:custGeom>
          <a:solidFill>
            <a:srgbClr val="FFFFFF">
              <a:alpha val="1960"/>
            </a:srgbClr>
          </a:solidFill>
        </p:spPr>
        <p:txBody>
          <a:bodyPr wrap="square" lIns="0" tIns="0" rIns="0" bIns="0" rtlCol="0"/>
          <a:lstStyle/>
          <a:p>
            <a:endParaRPr/>
          </a:p>
        </p:txBody>
      </p:sp>
      <p:sp>
        <p:nvSpPr>
          <p:cNvPr id="144" name="object 144"/>
          <p:cNvSpPr/>
          <p:nvPr/>
        </p:nvSpPr>
        <p:spPr>
          <a:xfrm>
            <a:off x="2330196" y="486155"/>
            <a:ext cx="135890" cy="137160"/>
          </a:xfrm>
          <a:custGeom>
            <a:avLst/>
            <a:gdLst/>
            <a:ahLst/>
            <a:cxnLst/>
            <a:rect l="l" t="t" r="r" b="b"/>
            <a:pathLst>
              <a:path w="135889" h="137159">
                <a:moveTo>
                  <a:pt x="135636" y="0"/>
                </a:moveTo>
                <a:lnTo>
                  <a:pt x="0" y="0"/>
                </a:lnTo>
                <a:lnTo>
                  <a:pt x="0" y="137160"/>
                </a:lnTo>
                <a:lnTo>
                  <a:pt x="135636" y="137160"/>
                </a:lnTo>
                <a:lnTo>
                  <a:pt x="135636" y="0"/>
                </a:lnTo>
                <a:close/>
              </a:path>
            </a:pathLst>
          </a:custGeom>
          <a:solidFill>
            <a:srgbClr val="FFFFFF">
              <a:alpha val="1960"/>
            </a:srgbClr>
          </a:solidFill>
        </p:spPr>
        <p:txBody>
          <a:bodyPr wrap="square" lIns="0" tIns="0" rIns="0" bIns="0" rtlCol="0"/>
          <a:lstStyle/>
          <a:p>
            <a:endParaRPr/>
          </a:p>
        </p:txBody>
      </p:sp>
      <p:sp>
        <p:nvSpPr>
          <p:cNvPr id="145" name="object 145"/>
          <p:cNvSpPr/>
          <p:nvPr/>
        </p:nvSpPr>
        <p:spPr>
          <a:xfrm>
            <a:off x="2161032" y="260603"/>
            <a:ext cx="59690" cy="41275"/>
          </a:xfrm>
          <a:custGeom>
            <a:avLst/>
            <a:gdLst/>
            <a:ahLst/>
            <a:cxnLst/>
            <a:rect l="l" t="t" r="r" b="b"/>
            <a:pathLst>
              <a:path w="59689" h="41275">
                <a:moveTo>
                  <a:pt x="59436" y="0"/>
                </a:moveTo>
                <a:lnTo>
                  <a:pt x="56261" y="0"/>
                </a:lnTo>
                <a:lnTo>
                  <a:pt x="50038" y="3175"/>
                </a:lnTo>
                <a:lnTo>
                  <a:pt x="46926" y="6286"/>
                </a:lnTo>
                <a:lnTo>
                  <a:pt x="38188" y="11493"/>
                </a:lnTo>
                <a:lnTo>
                  <a:pt x="30048" y="17526"/>
                </a:lnTo>
                <a:lnTo>
                  <a:pt x="22504" y="23571"/>
                </a:lnTo>
                <a:lnTo>
                  <a:pt x="15913" y="28448"/>
                </a:lnTo>
                <a:lnTo>
                  <a:pt x="15621" y="28448"/>
                </a:lnTo>
                <a:lnTo>
                  <a:pt x="9398" y="31623"/>
                </a:lnTo>
                <a:lnTo>
                  <a:pt x="6223" y="37973"/>
                </a:lnTo>
                <a:lnTo>
                  <a:pt x="0" y="41148"/>
                </a:lnTo>
                <a:lnTo>
                  <a:pt x="59436" y="41148"/>
                </a:lnTo>
                <a:lnTo>
                  <a:pt x="59436" y="34798"/>
                </a:lnTo>
                <a:lnTo>
                  <a:pt x="59436" y="0"/>
                </a:lnTo>
                <a:close/>
              </a:path>
            </a:pathLst>
          </a:custGeom>
          <a:solidFill>
            <a:srgbClr val="FFFFFF">
              <a:alpha val="1960"/>
            </a:srgbClr>
          </a:solidFill>
        </p:spPr>
        <p:txBody>
          <a:bodyPr wrap="square" lIns="0" tIns="0" rIns="0" bIns="0" rtlCol="0"/>
          <a:lstStyle/>
          <a:p>
            <a:endParaRPr/>
          </a:p>
        </p:txBody>
      </p:sp>
      <p:sp>
        <p:nvSpPr>
          <p:cNvPr id="146" name="object 146"/>
          <p:cNvSpPr/>
          <p:nvPr/>
        </p:nvSpPr>
        <p:spPr>
          <a:xfrm>
            <a:off x="124713" y="1153413"/>
            <a:ext cx="5538470" cy="523875"/>
          </a:xfrm>
          <a:custGeom>
            <a:avLst/>
            <a:gdLst/>
            <a:ahLst/>
            <a:cxnLst/>
            <a:rect l="l" t="t" r="r" b="b"/>
            <a:pathLst>
              <a:path w="5538470" h="523875">
                <a:moveTo>
                  <a:pt x="4283329" y="31369"/>
                </a:moveTo>
                <a:lnTo>
                  <a:pt x="5533898" y="523621"/>
                </a:lnTo>
                <a:lnTo>
                  <a:pt x="5538470" y="511683"/>
                </a:lnTo>
                <a:lnTo>
                  <a:pt x="4319150" y="31750"/>
                </a:lnTo>
                <a:lnTo>
                  <a:pt x="4285742" y="31750"/>
                </a:lnTo>
                <a:lnTo>
                  <a:pt x="4283329" y="31369"/>
                </a:lnTo>
                <a:close/>
              </a:path>
              <a:path w="5538470" h="523875">
                <a:moveTo>
                  <a:pt x="25400" y="0"/>
                </a:moveTo>
                <a:lnTo>
                  <a:pt x="15510" y="2004"/>
                </a:lnTo>
                <a:lnTo>
                  <a:pt x="7437" y="7461"/>
                </a:lnTo>
                <a:lnTo>
                  <a:pt x="1995" y="15537"/>
                </a:lnTo>
                <a:lnTo>
                  <a:pt x="0" y="25400"/>
                </a:lnTo>
                <a:lnTo>
                  <a:pt x="1995" y="35262"/>
                </a:lnTo>
                <a:lnTo>
                  <a:pt x="7437" y="43338"/>
                </a:lnTo>
                <a:lnTo>
                  <a:pt x="15510" y="48795"/>
                </a:lnTo>
                <a:lnTo>
                  <a:pt x="25400" y="50800"/>
                </a:lnTo>
                <a:lnTo>
                  <a:pt x="35289" y="48795"/>
                </a:lnTo>
                <a:lnTo>
                  <a:pt x="43362" y="43338"/>
                </a:lnTo>
                <a:lnTo>
                  <a:pt x="48804" y="35262"/>
                </a:lnTo>
                <a:lnTo>
                  <a:pt x="49515" y="31750"/>
                </a:lnTo>
                <a:lnTo>
                  <a:pt x="25400" y="31750"/>
                </a:lnTo>
                <a:lnTo>
                  <a:pt x="25400" y="19050"/>
                </a:lnTo>
                <a:lnTo>
                  <a:pt x="49515" y="19050"/>
                </a:lnTo>
                <a:lnTo>
                  <a:pt x="48804" y="15537"/>
                </a:lnTo>
                <a:lnTo>
                  <a:pt x="43362" y="7461"/>
                </a:lnTo>
                <a:lnTo>
                  <a:pt x="35289" y="2004"/>
                </a:lnTo>
                <a:lnTo>
                  <a:pt x="25400" y="0"/>
                </a:lnTo>
                <a:close/>
              </a:path>
              <a:path w="5538470" h="523875">
                <a:moveTo>
                  <a:pt x="49515" y="19050"/>
                </a:moveTo>
                <a:lnTo>
                  <a:pt x="25400" y="19050"/>
                </a:lnTo>
                <a:lnTo>
                  <a:pt x="25400" y="31750"/>
                </a:lnTo>
                <a:lnTo>
                  <a:pt x="49515" y="31750"/>
                </a:lnTo>
                <a:lnTo>
                  <a:pt x="50800" y="25400"/>
                </a:lnTo>
                <a:lnTo>
                  <a:pt x="49515" y="19050"/>
                </a:lnTo>
                <a:close/>
              </a:path>
              <a:path w="5538470" h="523875">
                <a:moveTo>
                  <a:pt x="4286885" y="19050"/>
                </a:moveTo>
                <a:lnTo>
                  <a:pt x="49515" y="19050"/>
                </a:lnTo>
                <a:lnTo>
                  <a:pt x="50800" y="25400"/>
                </a:lnTo>
                <a:lnTo>
                  <a:pt x="49515" y="31750"/>
                </a:lnTo>
                <a:lnTo>
                  <a:pt x="4284296" y="31750"/>
                </a:lnTo>
                <a:lnTo>
                  <a:pt x="4283329" y="31369"/>
                </a:lnTo>
                <a:lnTo>
                  <a:pt x="4318182" y="31369"/>
                </a:lnTo>
                <a:lnTo>
                  <a:pt x="4286885" y="19050"/>
                </a:lnTo>
                <a:close/>
              </a:path>
              <a:path w="5538470" h="523875">
                <a:moveTo>
                  <a:pt x="4318182" y="31369"/>
                </a:moveTo>
                <a:lnTo>
                  <a:pt x="4283329" y="31369"/>
                </a:lnTo>
                <a:lnTo>
                  <a:pt x="4285742" y="31750"/>
                </a:lnTo>
                <a:lnTo>
                  <a:pt x="4319150" y="31750"/>
                </a:lnTo>
                <a:lnTo>
                  <a:pt x="4318182" y="31369"/>
                </a:lnTo>
                <a:close/>
              </a:path>
            </a:pathLst>
          </a:custGeom>
          <a:solidFill>
            <a:srgbClr val="FFFFFF"/>
          </a:solidFill>
        </p:spPr>
        <p:txBody>
          <a:bodyPr wrap="square" lIns="0" tIns="0" rIns="0" bIns="0" rtlCol="0"/>
          <a:lstStyle/>
          <a:p>
            <a:endParaRPr/>
          </a:p>
        </p:txBody>
      </p:sp>
      <p:sp>
        <p:nvSpPr>
          <p:cNvPr id="147" name="object 147"/>
          <p:cNvSpPr/>
          <p:nvPr/>
        </p:nvSpPr>
        <p:spPr>
          <a:xfrm>
            <a:off x="6530340" y="1153413"/>
            <a:ext cx="5538470" cy="523875"/>
          </a:xfrm>
          <a:custGeom>
            <a:avLst/>
            <a:gdLst/>
            <a:ahLst/>
            <a:cxnLst/>
            <a:rect l="l" t="t" r="r" b="b"/>
            <a:pathLst>
              <a:path w="5538470" h="523875">
                <a:moveTo>
                  <a:pt x="5488960" y="19050"/>
                </a:moveTo>
                <a:lnTo>
                  <a:pt x="1251584" y="19050"/>
                </a:lnTo>
                <a:lnTo>
                  <a:pt x="0" y="511683"/>
                </a:lnTo>
                <a:lnTo>
                  <a:pt x="4571" y="523621"/>
                </a:lnTo>
                <a:lnTo>
                  <a:pt x="1254173" y="31750"/>
                </a:lnTo>
                <a:lnTo>
                  <a:pt x="1252727" y="31750"/>
                </a:lnTo>
                <a:lnTo>
                  <a:pt x="1255140" y="31369"/>
                </a:lnTo>
                <a:lnTo>
                  <a:pt x="5488883" y="31369"/>
                </a:lnTo>
                <a:lnTo>
                  <a:pt x="5487669" y="25400"/>
                </a:lnTo>
                <a:lnTo>
                  <a:pt x="5488960" y="19050"/>
                </a:lnTo>
                <a:close/>
              </a:path>
              <a:path w="5538470" h="523875">
                <a:moveTo>
                  <a:pt x="5513069" y="0"/>
                </a:moveTo>
                <a:lnTo>
                  <a:pt x="5503207" y="2004"/>
                </a:lnTo>
                <a:lnTo>
                  <a:pt x="5495131" y="7461"/>
                </a:lnTo>
                <a:lnTo>
                  <a:pt x="5489674" y="15537"/>
                </a:lnTo>
                <a:lnTo>
                  <a:pt x="5487669" y="25400"/>
                </a:lnTo>
                <a:lnTo>
                  <a:pt x="5489674" y="35262"/>
                </a:lnTo>
                <a:lnTo>
                  <a:pt x="5495131" y="43338"/>
                </a:lnTo>
                <a:lnTo>
                  <a:pt x="5503207" y="48795"/>
                </a:lnTo>
                <a:lnTo>
                  <a:pt x="5513069" y="50800"/>
                </a:lnTo>
                <a:lnTo>
                  <a:pt x="5522932" y="48795"/>
                </a:lnTo>
                <a:lnTo>
                  <a:pt x="5531008" y="43338"/>
                </a:lnTo>
                <a:lnTo>
                  <a:pt x="5536465" y="35262"/>
                </a:lnTo>
                <a:lnTo>
                  <a:pt x="5537179" y="31750"/>
                </a:lnTo>
                <a:lnTo>
                  <a:pt x="5513069" y="31750"/>
                </a:lnTo>
                <a:lnTo>
                  <a:pt x="5513069" y="19050"/>
                </a:lnTo>
                <a:lnTo>
                  <a:pt x="5537179" y="19050"/>
                </a:lnTo>
                <a:lnTo>
                  <a:pt x="5536465" y="15537"/>
                </a:lnTo>
                <a:lnTo>
                  <a:pt x="5531008" y="7461"/>
                </a:lnTo>
                <a:lnTo>
                  <a:pt x="5522932" y="2004"/>
                </a:lnTo>
                <a:lnTo>
                  <a:pt x="5513069" y="0"/>
                </a:lnTo>
                <a:close/>
              </a:path>
              <a:path w="5538470" h="523875">
                <a:moveTo>
                  <a:pt x="1255140" y="31369"/>
                </a:moveTo>
                <a:lnTo>
                  <a:pt x="1252727" y="31750"/>
                </a:lnTo>
                <a:lnTo>
                  <a:pt x="1254173" y="31750"/>
                </a:lnTo>
                <a:lnTo>
                  <a:pt x="1255140" y="31369"/>
                </a:lnTo>
                <a:close/>
              </a:path>
              <a:path w="5538470" h="523875">
                <a:moveTo>
                  <a:pt x="5488883" y="31369"/>
                </a:moveTo>
                <a:lnTo>
                  <a:pt x="1255140" y="31369"/>
                </a:lnTo>
                <a:lnTo>
                  <a:pt x="1254173" y="31750"/>
                </a:lnTo>
                <a:lnTo>
                  <a:pt x="5488960" y="31750"/>
                </a:lnTo>
                <a:lnTo>
                  <a:pt x="5488883" y="31369"/>
                </a:lnTo>
                <a:close/>
              </a:path>
              <a:path w="5538470" h="523875">
                <a:moveTo>
                  <a:pt x="5537179" y="19050"/>
                </a:moveTo>
                <a:lnTo>
                  <a:pt x="5513069" y="19050"/>
                </a:lnTo>
                <a:lnTo>
                  <a:pt x="5513069" y="31750"/>
                </a:lnTo>
                <a:lnTo>
                  <a:pt x="5537179" y="31750"/>
                </a:lnTo>
                <a:lnTo>
                  <a:pt x="5538469" y="25400"/>
                </a:lnTo>
                <a:lnTo>
                  <a:pt x="5537179" y="19050"/>
                </a:lnTo>
                <a:close/>
              </a:path>
            </a:pathLst>
          </a:custGeom>
          <a:solidFill>
            <a:srgbClr val="FFFFFF"/>
          </a:solidFill>
        </p:spPr>
        <p:txBody>
          <a:bodyPr wrap="square" lIns="0" tIns="0" rIns="0" bIns="0" rtlCol="0"/>
          <a:lstStyle/>
          <a:p>
            <a:endParaRPr/>
          </a:p>
        </p:txBody>
      </p:sp>
      <p:sp>
        <p:nvSpPr>
          <p:cNvPr id="148" name="object 148"/>
          <p:cNvSpPr/>
          <p:nvPr/>
        </p:nvSpPr>
        <p:spPr>
          <a:xfrm>
            <a:off x="22859" y="92964"/>
            <a:ext cx="6931914" cy="899921"/>
          </a:xfrm>
          <a:prstGeom prst="rect">
            <a:avLst/>
          </a:prstGeom>
          <a:blipFill>
            <a:blip r:embed="rId2" cstate="print"/>
            <a:stretch>
              <a:fillRect/>
            </a:stretch>
          </a:blipFill>
        </p:spPr>
        <p:txBody>
          <a:bodyPr wrap="square" lIns="0" tIns="0" rIns="0" bIns="0" rtlCol="0"/>
          <a:lstStyle/>
          <a:p>
            <a:endParaRPr/>
          </a:p>
        </p:txBody>
      </p:sp>
      <p:sp>
        <p:nvSpPr>
          <p:cNvPr id="149" name="object 149"/>
          <p:cNvSpPr txBox="1">
            <a:spLocks noGrp="1"/>
          </p:cNvSpPr>
          <p:nvPr>
            <p:ph type="title"/>
          </p:nvPr>
        </p:nvSpPr>
        <p:spPr>
          <a:xfrm>
            <a:off x="263753" y="204343"/>
            <a:ext cx="6423025" cy="513715"/>
          </a:xfrm>
          <a:prstGeom prst="rect">
            <a:avLst/>
          </a:prstGeom>
        </p:spPr>
        <p:txBody>
          <a:bodyPr vert="horz" wrap="square" lIns="0" tIns="12700" rIns="0" bIns="0" rtlCol="0">
            <a:spAutoFit/>
          </a:bodyPr>
          <a:lstStyle/>
          <a:p>
            <a:pPr marL="12700">
              <a:lnSpc>
                <a:spcPct val="100000"/>
              </a:lnSpc>
              <a:spcBef>
                <a:spcPts val="100"/>
              </a:spcBef>
            </a:pPr>
            <a:r>
              <a:rPr sz="3200" dirty="0"/>
              <a:t>Types </a:t>
            </a:r>
            <a:r>
              <a:rPr sz="3200" spc="-5" dirty="0"/>
              <a:t>of Reinforcement</a:t>
            </a:r>
            <a:r>
              <a:rPr sz="3200" dirty="0"/>
              <a:t> </a:t>
            </a:r>
            <a:r>
              <a:rPr sz="3200" spc="-5" dirty="0"/>
              <a:t>Learning</a:t>
            </a:r>
            <a:endParaRPr sz="3200"/>
          </a:p>
        </p:txBody>
      </p:sp>
      <p:sp>
        <p:nvSpPr>
          <p:cNvPr id="150" name="object 150"/>
          <p:cNvSpPr/>
          <p:nvPr/>
        </p:nvSpPr>
        <p:spPr>
          <a:xfrm>
            <a:off x="11778995" y="6621777"/>
            <a:ext cx="253746" cy="232397"/>
          </a:xfrm>
          <a:prstGeom prst="rect">
            <a:avLst/>
          </a:prstGeom>
          <a:blipFill>
            <a:blip r:embed="rId3" cstate="print"/>
            <a:stretch>
              <a:fillRect/>
            </a:stretch>
          </a:blipFill>
        </p:spPr>
        <p:txBody>
          <a:bodyPr wrap="square" lIns="0" tIns="0" rIns="0" bIns="0" rtlCol="0"/>
          <a:lstStyle/>
          <a:p>
            <a:endParaRPr/>
          </a:p>
        </p:txBody>
      </p:sp>
      <p:sp>
        <p:nvSpPr>
          <p:cNvPr id="151" name="object 151"/>
          <p:cNvSpPr/>
          <p:nvPr/>
        </p:nvSpPr>
        <p:spPr>
          <a:xfrm>
            <a:off x="1822704" y="3311652"/>
            <a:ext cx="1024890" cy="454914"/>
          </a:xfrm>
          <a:prstGeom prst="rect">
            <a:avLst/>
          </a:prstGeom>
          <a:blipFill>
            <a:blip r:embed="rId4" cstate="print"/>
            <a:stretch>
              <a:fillRect/>
            </a:stretch>
          </a:blipFill>
        </p:spPr>
        <p:txBody>
          <a:bodyPr wrap="square" lIns="0" tIns="0" rIns="0" bIns="0" rtlCol="0"/>
          <a:lstStyle/>
          <a:p>
            <a:endParaRPr/>
          </a:p>
        </p:txBody>
      </p:sp>
      <p:grpSp>
        <p:nvGrpSpPr>
          <p:cNvPr id="152" name="object 152"/>
          <p:cNvGrpSpPr/>
          <p:nvPr/>
        </p:nvGrpSpPr>
        <p:grpSpPr>
          <a:xfrm>
            <a:off x="3869435" y="1119886"/>
            <a:ext cx="5242560" cy="4706620"/>
            <a:chOff x="3869435" y="1119886"/>
            <a:chExt cx="5242560" cy="4706620"/>
          </a:xfrm>
        </p:grpSpPr>
        <p:sp>
          <p:nvSpPr>
            <p:cNvPr id="153" name="object 153"/>
            <p:cNvSpPr/>
            <p:nvPr/>
          </p:nvSpPr>
          <p:spPr>
            <a:xfrm>
              <a:off x="4352345" y="1119886"/>
              <a:ext cx="3409543" cy="3309014"/>
            </a:xfrm>
            <a:prstGeom prst="rect">
              <a:avLst/>
            </a:prstGeom>
            <a:blipFill>
              <a:blip r:embed="rId5" cstate="print"/>
              <a:stretch>
                <a:fillRect/>
              </a:stretch>
            </a:blipFill>
          </p:spPr>
          <p:txBody>
            <a:bodyPr wrap="square" lIns="0" tIns="0" rIns="0" bIns="0" rtlCol="0"/>
            <a:lstStyle/>
            <a:p>
              <a:endParaRPr/>
            </a:p>
          </p:txBody>
        </p:sp>
        <p:sp>
          <p:nvSpPr>
            <p:cNvPr id="154" name="object 154"/>
            <p:cNvSpPr/>
            <p:nvPr/>
          </p:nvSpPr>
          <p:spPr>
            <a:xfrm>
              <a:off x="4454651" y="1121664"/>
              <a:ext cx="3198113" cy="3198114"/>
            </a:xfrm>
            <a:prstGeom prst="rect">
              <a:avLst/>
            </a:prstGeom>
            <a:blipFill>
              <a:blip r:embed="rId6" cstate="print"/>
              <a:stretch>
                <a:fillRect/>
              </a:stretch>
            </a:blipFill>
          </p:spPr>
          <p:txBody>
            <a:bodyPr wrap="square" lIns="0" tIns="0" rIns="0" bIns="0" rtlCol="0"/>
            <a:lstStyle/>
            <a:p>
              <a:endParaRPr/>
            </a:p>
          </p:txBody>
        </p:sp>
        <p:sp>
          <p:nvSpPr>
            <p:cNvPr id="155" name="object 155"/>
            <p:cNvSpPr/>
            <p:nvPr/>
          </p:nvSpPr>
          <p:spPr>
            <a:xfrm>
              <a:off x="4604765" y="1271778"/>
              <a:ext cx="2905125" cy="2905125"/>
            </a:xfrm>
            <a:custGeom>
              <a:avLst/>
              <a:gdLst/>
              <a:ahLst/>
              <a:cxnLst/>
              <a:rect l="l" t="t" r="r" b="b"/>
              <a:pathLst>
                <a:path w="2905125" h="2905125">
                  <a:moveTo>
                    <a:pt x="1452372" y="0"/>
                  </a:moveTo>
                  <a:lnTo>
                    <a:pt x="1404430" y="776"/>
                  </a:lnTo>
                  <a:lnTo>
                    <a:pt x="1356877" y="3089"/>
                  </a:lnTo>
                  <a:lnTo>
                    <a:pt x="1309736" y="6914"/>
                  </a:lnTo>
                  <a:lnTo>
                    <a:pt x="1263031" y="12229"/>
                  </a:lnTo>
                  <a:lnTo>
                    <a:pt x="1216787" y="19008"/>
                  </a:lnTo>
                  <a:lnTo>
                    <a:pt x="1171027" y="27229"/>
                  </a:lnTo>
                  <a:lnTo>
                    <a:pt x="1125775" y="36866"/>
                  </a:lnTo>
                  <a:lnTo>
                    <a:pt x="1081055" y="47897"/>
                  </a:lnTo>
                  <a:lnTo>
                    <a:pt x="1036890" y="60296"/>
                  </a:lnTo>
                  <a:lnTo>
                    <a:pt x="993306" y="74042"/>
                  </a:lnTo>
                  <a:lnTo>
                    <a:pt x="950326" y="89108"/>
                  </a:lnTo>
                  <a:lnTo>
                    <a:pt x="907973" y="105472"/>
                  </a:lnTo>
                  <a:lnTo>
                    <a:pt x="866271" y="123109"/>
                  </a:lnTo>
                  <a:lnTo>
                    <a:pt x="825245" y="141996"/>
                  </a:lnTo>
                  <a:lnTo>
                    <a:pt x="784919" y="162109"/>
                  </a:lnTo>
                  <a:lnTo>
                    <a:pt x="745316" y="183423"/>
                  </a:lnTo>
                  <a:lnTo>
                    <a:pt x="706460" y="205916"/>
                  </a:lnTo>
                  <a:lnTo>
                    <a:pt x="668375" y="229562"/>
                  </a:lnTo>
                  <a:lnTo>
                    <a:pt x="631086" y="254338"/>
                  </a:lnTo>
                  <a:lnTo>
                    <a:pt x="594616" y="280220"/>
                  </a:lnTo>
                  <a:lnTo>
                    <a:pt x="558988" y="307185"/>
                  </a:lnTo>
                  <a:lnTo>
                    <a:pt x="524227" y="335208"/>
                  </a:lnTo>
                  <a:lnTo>
                    <a:pt x="490358" y="364265"/>
                  </a:lnTo>
                  <a:lnTo>
                    <a:pt x="457402" y="394332"/>
                  </a:lnTo>
                  <a:lnTo>
                    <a:pt x="425386" y="425386"/>
                  </a:lnTo>
                  <a:lnTo>
                    <a:pt x="394332" y="457402"/>
                  </a:lnTo>
                  <a:lnTo>
                    <a:pt x="364265" y="490358"/>
                  </a:lnTo>
                  <a:lnTo>
                    <a:pt x="335208" y="524227"/>
                  </a:lnTo>
                  <a:lnTo>
                    <a:pt x="307185" y="558988"/>
                  </a:lnTo>
                  <a:lnTo>
                    <a:pt x="280220" y="594616"/>
                  </a:lnTo>
                  <a:lnTo>
                    <a:pt x="254338" y="631086"/>
                  </a:lnTo>
                  <a:lnTo>
                    <a:pt x="229562" y="668375"/>
                  </a:lnTo>
                  <a:lnTo>
                    <a:pt x="205916" y="706460"/>
                  </a:lnTo>
                  <a:lnTo>
                    <a:pt x="183423" y="745316"/>
                  </a:lnTo>
                  <a:lnTo>
                    <a:pt x="162109" y="784919"/>
                  </a:lnTo>
                  <a:lnTo>
                    <a:pt x="141996" y="825245"/>
                  </a:lnTo>
                  <a:lnTo>
                    <a:pt x="123109" y="866271"/>
                  </a:lnTo>
                  <a:lnTo>
                    <a:pt x="105472" y="907973"/>
                  </a:lnTo>
                  <a:lnTo>
                    <a:pt x="89108" y="950326"/>
                  </a:lnTo>
                  <a:lnTo>
                    <a:pt x="74042" y="993306"/>
                  </a:lnTo>
                  <a:lnTo>
                    <a:pt x="60296" y="1036890"/>
                  </a:lnTo>
                  <a:lnTo>
                    <a:pt x="47897" y="1081055"/>
                  </a:lnTo>
                  <a:lnTo>
                    <a:pt x="36866" y="1125775"/>
                  </a:lnTo>
                  <a:lnTo>
                    <a:pt x="27229" y="1171027"/>
                  </a:lnTo>
                  <a:lnTo>
                    <a:pt x="19008" y="1216787"/>
                  </a:lnTo>
                  <a:lnTo>
                    <a:pt x="12229" y="1263031"/>
                  </a:lnTo>
                  <a:lnTo>
                    <a:pt x="6914" y="1309736"/>
                  </a:lnTo>
                  <a:lnTo>
                    <a:pt x="3089" y="1356877"/>
                  </a:lnTo>
                  <a:lnTo>
                    <a:pt x="776" y="1404430"/>
                  </a:lnTo>
                  <a:lnTo>
                    <a:pt x="0" y="1452372"/>
                  </a:lnTo>
                  <a:lnTo>
                    <a:pt x="776" y="1500313"/>
                  </a:lnTo>
                  <a:lnTo>
                    <a:pt x="3089" y="1547866"/>
                  </a:lnTo>
                  <a:lnTo>
                    <a:pt x="6914" y="1595007"/>
                  </a:lnTo>
                  <a:lnTo>
                    <a:pt x="12229" y="1641712"/>
                  </a:lnTo>
                  <a:lnTo>
                    <a:pt x="19008" y="1687956"/>
                  </a:lnTo>
                  <a:lnTo>
                    <a:pt x="27229" y="1733716"/>
                  </a:lnTo>
                  <a:lnTo>
                    <a:pt x="36866" y="1778968"/>
                  </a:lnTo>
                  <a:lnTo>
                    <a:pt x="47897" y="1823688"/>
                  </a:lnTo>
                  <a:lnTo>
                    <a:pt x="60296" y="1867853"/>
                  </a:lnTo>
                  <a:lnTo>
                    <a:pt x="74042" y="1911437"/>
                  </a:lnTo>
                  <a:lnTo>
                    <a:pt x="89108" y="1954417"/>
                  </a:lnTo>
                  <a:lnTo>
                    <a:pt x="105472" y="1996770"/>
                  </a:lnTo>
                  <a:lnTo>
                    <a:pt x="123109" y="2038472"/>
                  </a:lnTo>
                  <a:lnTo>
                    <a:pt x="141996" y="2079498"/>
                  </a:lnTo>
                  <a:lnTo>
                    <a:pt x="162109" y="2119824"/>
                  </a:lnTo>
                  <a:lnTo>
                    <a:pt x="183423" y="2159427"/>
                  </a:lnTo>
                  <a:lnTo>
                    <a:pt x="205916" y="2198283"/>
                  </a:lnTo>
                  <a:lnTo>
                    <a:pt x="229562" y="2236368"/>
                  </a:lnTo>
                  <a:lnTo>
                    <a:pt x="254338" y="2273657"/>
                  </a:lnTo>
                  <a:lnTo>
                    <a:pt x="280220" y="2310127"/>
                  </a:lnTo>
                  <a:lnTo>
                    <a:pt x="307185" y="2345755"/>
                  </a:lnTo>
                  <a:lnTo>
                    <a:pt x="335208" y="2380516"/>
                  </a:lnTo>
                  <a:lnTo>
                    <a:pt x="364265" y="2414385"/>
                  </a:lnTo>
                  <a:lnTo>
                    <a:pt x="394332" y="2447341"/>
                  </a:lnTo>
                  <a:lnTo>
                    <a:pt x="425386" y="2479357"/>
                  </a:lnTo>
                  <a:lnTo>
                    <a:pt x="457402" y="2510411"/>
                  </a:lnTo>
                  <a:lnTo>
                    <a:pt x="490358" y="2540478"/>
                  </a:lnTo>
                  <a:lnTo>
                    <a:pt x="524227" y="2569535"/>
                  </a:lnTo>
                  <a:lnTo>
                    <a:pt x="558988" y="2597558"/>
                  </a:lnTo>
                  <a:lnTo>
                    <a:pt x="594616" y="2624523"/>
                  </a:lnTo>
                  <a:lnTo>
                    <a:pt x="631086" y="2650405"/>
                  </a:lnTo>
                  <a:lnTo>
                    <a:pt x="668375" y="2675181"/>
                  </a:lnTo>
                  <a:lnTo>
                    <a:pt x="706460" y="2698827"/>
                  </a:lnTo>
                  <a:lnTo>
                    <a:pt x="745316" y="2721320"/>
                  </a:lnTo>
                  <a:lnTo>
                    <a:pt x="784919" y="2742634"/>
                  </a:lnTo>
                  <a:lnTo>
                    <a:pt x="825245" y="2762747"/>
                  </a:lnTo>
                  <a:lnTo>
                    <a:pt x="866271" y="2781634"/>
                  </a:lnTo>
                  <a:lnTo>
                    <a:pt x="907973" y="2799271"/>
                  </a:lnTo>
                  <a:lnTo>
                    <a:pt x="950326" y="2815635"/>
                  </a:lnTo>
                  <a:lnTo>
                    <a:pt x="993306" y="2830701"/>
                  </a:lnTo>
                  <a:lnTo>
                    <a:pt x="1036890" y="2844447"/>
                  </a:lnTo>
                  <a:lnTo>
                    <a:pt x="1081055" y="2856846"/>
                  </a:lnTo>
                  <a:lnTo>
                    <a:pt x="1125775" y="2867877"/>
                  </a:lnTo>
                  <a:lnTo>
                    <a:pt x="1171027" y="2877514"/>
                  </a:lnTo>
                  <a:lnTo>
                    <a:pt x="1216787" y="2885735"/>
                  </a:lnTo>
                  <a:lnTo>
                    <a:pt x="1263031" y="2892514"/>
                  </a:lnTo>
                  <a:lnTo>
                    <a:pt x="1309736" y="2897829"/>
                  </a:lnTo>
                  <a:lnTo>
                    <a:pt x="1356877" y="2901654"/>
                  </a:lnTo>
                  <a:lnTo>
                    <a:pt x="1404430" y="2903967"/>
                  </a:lnTo>
                  <a:lnTo>
                    <a:pt x="1452372" y="2904744"/>
                  </a:lnTo>
                  <a:lnTo>
                    <a:pt x="1500313" y="2903967"/>
                  </a:lnTo>
                  <a:lnTo>
                    <a:pt x="1547866" y="2901654"/>
                  </a:lnTo>
                  <a:lnTo>
                    <a:pt x="1595007" y="2897829"/>
                  </a:lnTo>
                  <a:lnTo>
                    <a:pt x="1641712" y="2892514"/>
                  </a:lnTo>
                  <a:lnTo>
                    <a:pt x="1687956" y="2885735"/>
                  </a:lnTo>
                  <a:lnTo>
                    <a:pt x="1733716" y="2877514"/>
                  </a:lnTo>
                  <a:lnTo>
                    <a:pt x="1778968" y="2867877"/>
                  </a:lnTo>
                  <a:lnTo>
                    <a:pt x="1823688" y="2856846"/>
                  </a:lnTo>
                  <a:lnTo>
                    <a:pt x="1867853" y="2844447"/>
                  </a:lnTo>
                  <a:lnTo>
                    <a:pt x="1911437" y="2830701"/>
                  </a:lnTo>
                  <a:lnTo>
                    <a:pt x="1954417" y="2815635"/>
                  </a:lnTo>
                  <a:lnTo>
                    <a:pt x="1996770" y="2799271"/>
                  </a:lnTo>
                  <a:lnTo>
                    <a:pt x="2038472" y="2781634"/>
                  </a:lnTo>
                  <a:lnTo>
                    <a:pt x="2079498" y="2762747"/>
                  </a:lnTo>
                  <a:lnTo>
                    <a:pt x="2119824" y="2742634"/>
                  </a:lnTo>
                  <a:lnTo>
                    <a:pt x="2159427" y="2721320"/>
                  </a:lnTo>
                  <a:lnTo>
                    <a:pt x="2198283" y="2698827"/>
                  </a:lnTo>
                  <a:lnTo>
                    <a:pt x="2236368" y="2675181"/>
                  </a:lnTo>
                  <a:lnTo>
                    <a:pt x="2273657" y="2650405"/>
                  </a:lnTo>
                  <a:lnTo>
                    <a:pt x="2310127" y="2624523"/>
                  </a:lnTo>
                  <a:lnTo>
                    <a:pt x="2345755" y="2597558"/>
                  </a:lnTo>
                  <a:lnTo>
                    <a:pt x="2380516" y="2569535"/>
                  </a:lnTo>
                  <a:lnTo>
                    <a:pt x="2414385" y="2540478"/>
                  </a:lnTo>
                  <a:lnTo>
                    <a:pt x="2447341" y="2510411"/>
                  </a:lnTo>
                  <a:lnTo>
                    <a:pt x="2479357" y="2479357"/>
                  </a:lnTo>
                  <a:lnTo>
                    <a:pt x="2510411" y="2447341"/>
                  </a:lnTo>
                  <a:lnTo>
                    <a:pt x="2540478" y="2414385"/>
                  </a:lnTo>
                  <a:lnTo>
                    <a:pt x="2569535" y="2380516"/>
                  </a:lnTo>
                  <a:lnTo>
                    <a:pt x="2597558" y="2345755"/>
                  </a:lnTo>
                  <a:lnTo>
                    <a:pt x="2624523" y="2310127"/>
                  </a:lnTo>
                  <a:lnTo>
                    <a:pt x="2650405" y="2273657"/>
                  </a:lnTo>
                  <a:lnTo>
                    <a:pt x="2675181" y="2236368"/>
                  </a:lnTo>
                  <a:lnTo>
                    <a:pt x="2698827" y="2198283"/>
                  </a:lnTo>
                  <a:lnTo>
                    <a:pt x="2721320" y="2159427"/>
                  </a:lnTo>
                  <a:lnTo>
                    <a:pt x="2742634" y="2119824"/>
                  </a:lnTo>
                  <a:lnTo>
                    <a:pt x="2762747" y="2079498"/>
                  </a:lnTo>
                  <a:lnTo>
                    <a:pt x="2781634" y="2038472"/>
                  </a:lnTo>
                  <a:lnTo>
                    <a:pt x="2799271" y="1996770"/>
                  </a:lnTo>
                  <a:lnTo>
                    <a:pt x="2815635" y="1954417"/>
                  </a:lnTo>
                  <a:lnTo>
                    <a:pt x="2830701" y="1911437"/>
                  </a:lnTo>
                  <a:lnTo>
                    <a:pt x="2844447" y="1867853"/>
                  </a:lnTo>
                  <a:lnTo>
                    <a:pt x="2856846" y="1823688"/>
                  </a:lnTo>
                  <a:lnTo>
                    <a:pt x="2867877" y="1778968"/>
                  </a:lnTo>
                  <a:lnTo>
                    <a:pt x="2877514" y="1733716"/>
                  </a:lnTo>
                  <a:lnTo>
                    <a:pt x="2885735" y="1687956"/>
                  </a:lnTo>
                  <a:lnTo>
                    <a:pt x="2892514" y="1641712"/>
                  </a:lnTo>
                  <a:lnTo>
                    <a:pt x="2897829" y="1595007"/>
                  </a:lnTo>
                  <a:lnTo>
                    <a:pt x="2901654" y="1547866"/>
                  </a:lnTo>
                  <a:lnTo>
                    <a:pt x="2903967" y="1500313"/>
                  </a:lnTo>
                  <a:lnTo>
                    <a:pt x="2904743" y="1452372"/>
                  </a:lnTo>
                  <a:lnTo>
                    <a:pt x="2903967" y="1404430"/>
                  </a:lnTo>
                  <a:lnTo>
                    <a:pt x="2901654" y="1356877"/>
                  </a:lnTo>
                  <a:lnTo>
                    <a:pt x="2897829" y="1309736"/>
                  </a:lnTo>
                  <a:lnTo>
                    <a:pt x="2892514" y="1263031"/>
                  </a:lnTo>
                  <a:lnTo>
                    <a:pt x="2885735" y="1216787"/>
                  </a:lnTo>
                  <a:lnTo>
                    <a:pt x="2877514" y="1171027"/>
                  </a:lnTo>
                  <a:lnTo>
                    <a:pt x="2867877" y="1125775"/>
                  </a:lnTo>
                  <a:lnTo>
                    <a:pt x="2856846" y="1081055"/>
                  </a:lnTo>
                  <a:lnTo>
                    <a:pt x="2844447" y="1036890"/>
                  </a:lnTo>
                  <a:lnTo>
                    <a:pt x="2830701" y="993306"/>
                  </a:lnTo>
                  <a:lnTo>
                    <a:pt x="2815635" y="950326"/>
                  </a:lnTo>
                  <a:lnTo>
                    <a:pt x="2799271" y="907973"/>
                  </a:lnTo>
                  <a:lnTo>
                    <a:pt x="2781634" y="866271"/>
                  </a:lnTo>
                  <a:lnTo>
                    <a:pt x="2762747" y="825245"/>
                  </a:lnTo>
                  <a:lnTo>
                    <a:pt x="2742634" y="784919"/>
                  </a:lnTo>
                  <a:lnTo>
                    <a:pt x="2721320" y="745316"/>
                  </a:lnTo>
                  <a:lnTo>
                    <a:pt x="2698827" y="706460"/>
                  </a:lnTo>
                  <a:lnTo>
                    <a:pt x="2675181" y="668375"/>
                  </a:lnTo>
                  <a:lnTo>
                    <a:pt x="2650405" y="631086"/>
                  </a:lnTo>
                  <a:lnTo>
                    <a:pt x="2624523" y="594616"/>
                  </a:lnTo>
                  <a:lnTo>
                    <a:pt x="2597558" y="558988"/>
                  </a:lnTo>
                  <a:lnTo>
                    <a:pt x="2569535" y="524227"/>
                  </a:lnTo>
                  <a:lnTo>
                    <a:pt x="2540478" y="490358"/>
                  </a:lnTo>
                  <a:lnTo>
                    <a:pt x="2510411" y="457402"/>
                  </a:lnTo>
                  <a:lnTo>
                    <a:pt x="2479357" y="425386"/>
                  </a:lnTo>
                  <a:lnTo>
                    <a:pt x="2447341" y="394332"/>
                  </a:lnTo>
                  <a:lnTo>
                    <a:pt x="2414385" y="364265"/>
                  </a:lnTo>
                  <a:lnTo>
                    <a:pt x="2380516" y="335208"/>
                  </a:lnTo>
                  <a:lnTo>
                    <a:pt x="2345755" y="307185"/>
                  </a:lnTo>
                  <a:lnTo>
                    <a:pt x="2310127" y="280220"/>
                  </a:lnTo>
                  <a:lnTo>
                    <a:pt x="2273657" y="254338"/>
                  </a:lnTo>
                  <a:lnTo>
                    <a:pt x="2236368" y="229562"/>
                  </a:lnTo>
                  <a:lnTo>
                    <a:pt x="2198283" y="205916"/>
                  </a:lnTo>
                  <a:lnTo>
                    <a:pt x="2159427" y="183423"/>
                  </a:lnTo>
                  <a:lnTo>
                    <a:pt x="2119824" y="162109"/>
                  </a:lnTo>
                  <a:lnTo>
                    <a:pt x="2079498" y="141996"/>
                  </a:lnTo>
                  <a:lnTo>
                    <a:pt x="2038472" y="123109"/>
                  </a:lnTo>
                  <a:lnTo>
                    <a:pt x="1996770" y="105472"/>
                  </a:lnTo>
                  <a:lnTo>
                    <a:pt x="1954417" y="89108"/>
                  </a:lnTo>
                  <a:lnTo>
                    <a:pt x="1911437" y="74042"/>
                  </a:lnTo>
                  <a:lnTo>
                    <a:pt x="1867853" y="60296"/>
                  </a:lnTo>
                  <a:lnTo>
                    <a:pt x="1823688" y="47897"/>
                  </a:lnTo>
                  <a:lnTo>
                    <a:pt x="1778968" y="36866"/>
                  </a:lnTo>
                  <a:lnTo>
                    <a:pt x="1733716" y="27229"/>
                  </a:lnTo>
                  <a:lnTo>
                    <a:pt x="1687956" y="19008"/>
                  </a:lnTo>
                  <a:lnTo>
                    <a:pt x="1641712" y="12229"/>
                  </a:lnTo>
                  <a:lnTo>
                    <a:pt x="1595007" y="6914"/>
                  </a:lnTo>
                  <a:lnTo>
                    <a:pt x="1547866" y="3089"/>
                  </a:lnTo>
                  <a:lnTo>
                    <a:pt x="1500313" y="776"/>
                  </a:lnTo>
                  <a:lnTo>
                    <a:pt x="1452372" y="0"/>
                  </a:lnTo>
                  <a:close/>
                </a:path>
              </a:pathLst>
            </a:custGeom>
            <a:solidFill>
              <a:srgbClr val="0F1F58"/>
            </a:solidFill>
          </p:spPr>
          <p:txBody>
            <a:bodyPr wrap="square" lIns="0" tIns="0" rIns="0" bIns="0" rtlCol="0"/>
            <a:lstStyle/>
            <a:p>
              <a:endParaRPr/>
            </a:p>
          </p:txBody>
        </p:sp>
        <p:sp>
          <p:nvSpPr>
            <p:cNvPr id="156" name="object 156"/>
            <p:cNvSpPr/>
            <p:nvPr/>
          </p:nvSpPr>
          <p:spPr>
            <a:xfrm>
              <a:off x="4604765" y="1271778"/>
              <a:ext cx="2905125" cy="2905125"/>
            </a:xfrm>
            <a:custGeom>
              <a:avLst/>
              <a:gdLst/>
              <a:ahLst/>
              <a:cxnLst/>
              <a:rect l="l" t="t" r="r" b="b"/>
              <a:pathLst>
                <a:path w="2905125" h="2905125">
                  <a:moveTo>
                    <a:pt x="0" y="1452372"/>
                  </a:moveTo>
                  <a:lnTo>
                    <a:pt x="776" y="1404430"/>
                  </a:lnTo>
                  <a:lnTo>
                    <a:pt x="3089" y="1356877"/>
                  </a:lnTo>
                  <a:lnTo>
                    <a:pt x="6914" y="1309736"/>
                  </a:lnTo>
                  <a:lnTo>
                    <a:pt x="12229" y="1263031"/>
                  </a:lnTo>
                  <a:lnTo>
                    <a:pt x="19008" y="1216787"/>
                  </a:lnTo>
                  <a:lnTo>
                    <a:pt x="27229" y="1171027"/>
                  </a:lnTo>
                  <a:lnTo>
                    <a:pt x="36866" y="1125775"/>
                  </a:lnTo>
                  <a:lnTo>
                    <a:pt x="47897" y="1081055"/>
                  </a:lnTo>
                  <a:lnTo>
                    <a:pt x="60296" y="1036890"/>
                  </a:lnTo>
                  <a:lnTo>
                    <a:pt x="74042" y="993306"/>
                  </a:lnTo>
                  <a:lnTo>
                    <a:pt x="89108" y="950326"/>
                  </a:lnTo>
                  <a:lnTo>
                    <a:pt x="105472" y="907973"/>
                  </a:lnTo>
                  <a:lnTo>
                    <a:pt x="123109" y="866271"/>
                  </a:lnTo>
                  <a:lnTo>
                    <a:pt x="141996" y="825245"/>
                  </a:lnTo>
                  <a:lnTo>
                    <a:pt x="162109" y="784919"/>
                  </a:lnTo>
                  <a:lnTo>
                    <a:pt x="183423" y="745316"/>
                  </a:lnTo>
                  <a:lnTo>
                    <a:pt x="205916" y="706460"/>
                  </a:lnTo>
                  <a:lnTo>
                    <a:pt x="229562" y="668375"/>
                  </a:lnTo>
                  <a:lnTo>
                    <a:pt x="254338" y="631086"/>
                  </a:lnTo>
                  <a:lnTo>
                    <a:pt x="280220" y="594616"/>
                  </a:lnTo>
                  <a:lnTo>
                    <a:pt x="307185" y="558988"/>
                  </a:lnTo>
                  <a:lnTo>
                    <a:pt x="335208" y="524227"/>
                  </a:lnTo>
                  <a:lnTo>
                    <a:pt x="364265" y="490358"/>
                  </a:lnTo>
                  <a:lnTo>
                    <a:pt x="394332" y="457402"/>
                  </a:lnTo>
                  <a:lnTo>
                    <a:pt x="425386" y="425386"/>
                  </a:lnTo>
                  <a:lnTo>
                    <a:pt x="457402" y="394332"/>
                  </a:lnTo>
                  <a:lnTo>
                    <a:pt x="490358" y="364265"/>
                  </a:lnTo>
                  <a:lnTo>
                    <a:pt x="524227" y="335208"/>
                  </a:lnTo>
                  <a:lnTo>
                    <a:pt x="558988" y="307185"/>
                  </a:lnTo>
                  <a:lnTo>
                    <a:pt x="594616" y="280220"/>
                  </a:lnTo>
                  <a:lnTo>
                    <a:pt x="631086" y="254338"/>
                  </a:lnTo>
                  <a:lnTo>
                    <a:pt x="668375" y="229562"/>
                  </a:lnTo>
                  <a:lnTo>
                    <a:pt x="706460" y="205916"/>
                  </a:lnTo>
                  <a:lnTo>
                    <a:pt x="745316" y="183423"/>
                  </a:lnTo>
                  <a:lnTo>
                    <a:pt x="784919" y="162109"/>
                  </a:lnTo>
                  <a:lnTo>
                    <a:pt x="825245" y="141996"/>
                  </a:lnTo>
                  <a:lnTo>
                    <a:pt x="866271" y="123109"/>
                  </a:lnTo>
                  <a:lnTo>
                    <a:pt x="907973" y="105472"/>
                  </a:lnTo>
                  <a:lnTo>
                    <a:pt x="950326" y="89108"/>
                  </a:lnTo>
                  <a:lnTo>
                    <a:pt x="993306" y="74042"/>
                  </a:lnTo>
                  <a:lnTo>
                    <a:pt x="1036890" y="60296"/>
                  </a:lnTo>
                  <a:lnTo>
                    <a:pt x="1081055" y="47897"/>
                  </a:lnTo>
                  <a:lnTo>
                    <a:pt x="1125775" y="36866"/>
                  </a:lnTo>
                  <a:lnTo>
                    <a:pt x="1171027" y="27229"/>
                  </a:lnTo>
                  <a:lnTo>
                    <a:pt x="1216787" y="19008"/>
                  </a:lnTo>
                  <a:lnTo>
                    <a:pt x="1263031" y="12229"/>
                  </a:lnTo>
                  <a:lnTo>
                    <a:pt x="1309736" y="6914"/>
                  </a:lnTo>
                  <a:lnTo>
                    <a:pt x="1356877" y="3089"/>
                  </a:lnTo>
                  <a:lnTo>
                    <a:pt x="1404430" y="776"/>
                  </a:lnTo>
                  <a:lnTo>
                    <a:pt x="1452372" y="0"/>
                  </a:lnTo>
                  <a:lnTo>
                    <a:pt x="1500313" y="776"/>
                  </a:lnTo>
                  <a:lnTo>
                    <a:pt x="1547866" y="3089"/>
                  </a:lnTo>
                  <a:lnTo>
                    <a:pt x="1595007" y="6914"/>
                  </a:lnTo>
                  <a:lnTo>
                    <a:pt x="1641712" y="12229"/>
                  </a:lnTo>
                  <a:lnTo>
                    <a:pt x="1687956" y="19008"/>
                  </a:lnTo>
                  <a:lnTo>
                    <a:pt x="1733716" y="27229"/>
                  </a:lnTo>
                  <a:lnTo>
                    <a:pt x="1778968" y="36866"/>
                  </a:lnTo>
                  <a:lnTo>
                    <a:pt x="1823688" y="47897"/>
                  </a:lnTo>
                  <a:lnTo>
                    <a:pt x="1867853" y="60296"/>
                  </a:lnTo>
                  <a:lnTo>
                    <a:pt x="1911437" y="74042"/>
                  </a:lnTo>
                  <a:lnTo>
                    <a:pt x="1954417" y="89108"/>
                  </a:lnTo>
                  <a:lnTo>
                    <a:pt x="1996770" y="105472"/>
                  </a:lnTo>
                  <a:lnTo>
                    <a:pt x="2038472" y="123109"/>
                  </a:lnTo>
                  <a:lnTo>
                    <a:pt x="2079498" y="141996"/>
                  </a:lnTo>
                  <a:lnTo>
                    <a:pt x="2119824" y="162109"/>
                  </a:lnTo>
                  <a:lnTo>
                    <a:pt x="2159427" y="183423"/>
                  </a:lnTo>
                  <a:lnTo>
                    <a:pt x="2198283" y="205916"/>
                  </a:lnTo>
                  <a:lnTo>
                    <a:pt x="2236368" y="229562"/>
                  </a:lnTo>
                  <a:lnTo>
                    <a:pt x="2273657" y="254338"/>
                  </a:lnTo>
                  <a:lnTo>
                    <a:pt x="2310127" y="280220"/>
                  </a:lnTo>
                  <a:lnTo>
                    <a:pt x="2345755" y="307185"/>
                  </a:lnTo>
                  <a:lnTo>
                    <a:pt x="2380516" y="335208"/>
                  </a:lnTo>
                  <a:lnTo>
                    <a:pt x="2414385" y="364265"/>
                  </a:lnTo>
                  <a:lnTo>
                    <a:pt x="2447341" y="394332"/>
                  </a:lnTo>
                  <a:lnTo>
                    <a:pt x="2479357" y="425386"/>
                  </a:lnTo>
                  <a:lnTo>
                    <a:pt x="2510411" y="457402"/>
                  </a:lnTo>
                  <a:lnTo>
                    <a:pt x="2540478" y="490358"/>
                  </a:lnTo>
                  <a:lnTo>
                    <a:pt x="2569535" y="524227"/>
                  </a:lnTo>
                  <a:lnTo>
                    <a:pt x="2597558" y="558988"/>
                  </a:lnTo>
                  <a:lnTo>
                    <a:pt x="2624523" y="594616"/>
                  </a:lnTo>
                  <a:lnTo>
                    <a:pt x="2650405" y="631086"/>
                  </a:lnTo>
                  <a:lnTo>
                    <a:pt x="2675181" y="668375"/>
                  </a:lnTo>
                  <a:lnTo>
                    <a:pt x="2698827" y="706460"/>
                  </a:lnTo>
                  <a:lnTo>
                    <a:pt x="2721320" y="745316"/>
                  </a:lnTo>
                  <a:lnTo>
                    <a:pt x="2742634" y="784919"/>
                  </a:lnTo>
                  <a:lnTo>
                    <a:pt x="2762747" y="825245"/>
                  </a:lnTo>
                  <a:lnTo>
                    <a:pt x="2781634" y="866271"/>
                  </a:lnTo>
                  <a:lnTo>
                    <a:pt x="2799271" y="907973"/>
                  </a:lnTo>
                  <a:lnTo>
                    <a:pt x="2815635" y="950326"/>
                  </a:lnTo>
                  <a:lnTo>
                    <a:pt x="2830701" y="993306"/>
                  </a:lnTo>
                  <a:lnTo>
                    <a:pt x="2844447" y="1036890"/>
                  </a:lnTo>
                  <a:lnTo>
                    <a:pt x="2856846" y="1081055"/>
                  </a:lnTo>
                  <a:lnTo>
                    <a:pt x="2867877" y="1125775"/>
                  </a:lnTo>
                  <a:lnTo>
                    <a:pt x="2877514" y="1171027"/>
                  </a:lnTo>
                  <a:lnTo>
                    <a:pt x="2885735" y="1216787"/>
                  </a:lnTo>
                  <a:lnTo>
                    <a:pt x="2892514" y="1263031"/>
                  </a:lnTo>
                  <a:lnTo>
                    <a:pt x="2897829" y="1309736"/>
                  </a:lnTo>
                  <a:lnTo>
                    <a:pt x="2901654" y="1356877"/>
                  </a:lnTo>
                  <a:lnTo>
                    <a:pt x="2903967" y="1404430"/>
                  </a:lnTo>
                  <a:lnTo>
                    <a:pt x="2904743" y="1452372"/>
                  </a:lnTo>
                  <a:lnTo>
                    <a:pt x="2903967" y="1500313"/>
                  </a:lnTo>
                  <a:lnTo>
                    <a:pt x="2901654" y="1547866"/>
                  </a:lnTo>
                  <a:lnTo>
                    <a:pt x="2897829" y="1595007"/>
                  </a:lnTo>
                  <a:lnTo>
                    <a:pt x="2892514" y="1641712"/>
                  </a:lnTo>
                  <a:lnTo>
                    <a:pt x="2885735" y="1687956"/>
                  </a:lnTo>
                  <a:lnTo>
                    <a:pt x="2877514" y="1733716"/>
                  </a:lnTo>
                  <a:lnTo>
                    <a:pt x="2867877" y="1778968"/>
                  </a:lnTo>
                  <a:lnTo>
                    <a:pt x="2856846" y="1823688"/>
                  </a:lnTo>
                  <a:lnTo>
                    <a:pt x="2844447" y="1867853"/>
                  </a:lnTo>
                  <a:lnTo>
                    <a:pt x="2830701" y="1911437"/>
                  </a:lnTo>
                  <a:lnTo>
                    <a:pt x="2815635" y="1954417"/>
                  </a:lnTo>
                  <a:lnTo>
                    <a:pt x="2799271" y="1996770"/>
                  </a:lnTo>
                  <a:lnTo>
                    <a:pt x="2781634" y="2038472"/>
                  </a:lnTo>
                  <a:lnTo>
                    <a:pt x="2762747" y="2079498"/>
                  </a:lnTo>
                  <a:lnTo>
                    <a:pt x="2742634" y="2119824"/>
                  </a:lnTo>
                  <a:lnTo>
                    <a:pt x="2721320" y="2159427"/>
                  </a:lnTo>
                  <a:lnTo>
                    <a:pt x="2698827" y="2198283"/>
                  </a:lnTo>
                  <a:lnTo>
                    <a:pt x="2675181" y="2236368"/>
                  </a:lnTo>
                  <a:lnTo>
                    <a:pt x="2650405" y="2273657"/>
                  </a:lnTo>
                  <a:lnTo>
                    <a:pt x="2624523" y="2310127"/>
                  </a:lnTo>
                  <a:lnTo>
                    <a:pt x="2597558" y="2345755"/>
                  </a:lnTo>
                  <a:lnTo>
                    <a:pt x="2569535" y="2380516"/>
                  </a:lnTo>
                  <a:lnTo>
                    <a:pt x="2540478" y="2414385"/>
                  </a:lnTo>
                  <a:lnTo>
                    <a:pt x="2510411" y="2447341"/>
                  </a:lnTo>
                  <a:lnTo>
                    <a:pt x="2479357" y="2479357"/>
                  </a:lnTo>
                  <a:lnTo>
                    <a:pt x="2447341" y="2510411"/>
                  </a:lnTo>
                  <a:lnTo>
                    <a:pt x="2414385" y="2540478"/>
                  </a:lnTo>
                  <a:lnTo>
                    <a:pt x="2380516" y="2569535"/>
                  </a:lnTo>
                  <a:lnTo>
                    <a:pt x="2345755" y="2597558"/>
                  </a:lnTo>
                  <a:lnTo>
                    <a:pt x="2310127" y="2624523"/>
                  </a:lnTo>
                  <a:lnTo>
                    <a:pt x="2273657" y="2650405"/>
                  </a:lnTo>
                  <a:lnTo>
                    <a:pt x="2236368" y="2675181"/>
                  </a:lnTo>
                  <a:lnTo>
                    <a:pt x="2198283" y="2698827"/>
                  </a:lnTo>
                  <a:lnTo>
                    <a:pt x="2159427" y="2721320"/>
                  </a:lnTo>
                  <a:lnTo>
                    <a:pt x="2119824" y="2742634"/>
                  </a:lnTo>
                  <a:lnTo>
                    <a:pt x="2079498" y="2762747"/>
                  </a:lnTo>
                  <a:lnTo>
                    <a:pt x="2038472" y="2781634"/>
                  </a:lnTo>
                  <a:lnTo>
                    <a:pt x="1996770" y="2799271"/>
                  </a:lnTo>
                  <a:lnTo>
                    <a:pt x="1954417" y="2815635"/>
                  </a:lnTo>
                  <a:lnTo>
                    <a:pt x="1911437" y="2830701"/>
                  </a:lnTo>
                  <a:lnTo>
                    <a:pt x="1867853" y="2844447"/>
                  </a:lnTo>
                  <a:lnTo>
                    <a:pt x="1823688" y="2856846"/>
                  </a:lnTo>
                  <a:lnTo>
                    <a:pt x="1778968" y="2867877"/>
                  </a:lnTo>
                  <a:lnTo>
                    <a:pt x="1733716" y="2877514"/>
                  </a:lnTo>
                  <a:lnTo>
                    <a:pt x="1687956" y="2885735"/>
                  </a:lnTo>
                  <a:lnTo>
                    <a:pt x="1641712" y="2892514"/>
                  </a:lnTo>
                  <a:lnTo>
                    <a:pt x="1595007" y="2897829"/>
                  </a:lnTo>
                  <a:lnTo>
                    <a:pt x="1547866" y="2901654"/>
                  </a:lnTo>
                  <a:lnTo>
                    <a:pt x="1500313" y="2903967"/>
                  </a:lnTo>
                  <a:lnTo>
                    <a:pt x="1452372" y="2904744"/>
                  </a:lnTo>
                  <a:lnTo>
                    <a:pt x="1404430" y="2903967"/>
                  </a:lnTo>
                  <a:lnTo>
                    <a:pt x="1356877" y="2901654"/>
                  </a:lnTo>
                  <a:lnTo>
                    <a:pt x="1309736" y="2897829"/>
                  </a:lnTo>
                  <a:lnTo>
                    <a:pt x="1263031" y="2892514"/>
                  </a:lnTo>
                  <a:lnTo>
                    <a:pt x="1216787" y="2885735"/>
                  </a:lnTo>
                  <a:lnTo>
                    <a:pt x="1171027" y="2877514"/>
                  </a:lnTo>
                  <a:lnTo>
                    <a:pt x="1125775" y="2867877"/>
                  </a:lnTo>
                  <a:lnTo>
                    <a:pt x="1081055" y="2856846"/>
                  </a:lnTo>
                  <a:lnTo>
                    <a:pt x="1036890" y="2844447"/>
                  </a:lnTo>
                  <a:lnTo>
                    <a:pt x="993306" y="2830701"/>
                  </a:lnTo>
                  <a:lnTo>
                    <a:pt x="950326" y="2815635"/>
                  </a:lnTo>
                  <a:lnTo>
                    <a:pt x="907973" y="2799271"/>
                  </a:lnTo>
                  <a:lnTo>
                    <a:pt x="866271" y="2781634"/>
                  </a:lnTo>
                  <a:lnTo>
                    <a:pt x="825245" y="2762747"/>
                  </a:lnTo>
                  <a:lnTo>
                    <a:pt x="784919" y="2742634"/>
                  </a:lnTo>
                  <a:lnTo>
                    <a:pt x="745316" y="2721320"/>
                  </a:lnTo>
                  <a:lnTo>
                    <a:pt x="706460" y="2698827"/>
                  </a:lnTo>
                  <a:lnTo>
                    <a:pt x="668375" y="2675181"/>
                  </a:lnTo>
                  <a:lnTo>
                    <a:pt x="631086" y="2650405"/>
                  </a:lnTo>
                  <a:lnTo>
                    <a:pt x="594616" y="2624523"/>
                  </a:lnTo>
                  <a:lnTo>
                    <a:pt x="558988" y="2597558"/>
                  </a:lnTo>
                  <a:lnTo>
                    <a:pt x="524227" y="2569535"/>
                  </a:lnTo>
                  <a:lnTo>
                    <a:pt x="490358" y="2540478"/>
                  </a:lnTo>
                  <a:lnTo>
                    <a:pt x="457402" y="2510411"/>
                  </a:lnTo>
                  <a:lnTo>
                    <a:pt x="425386" y="2479357"/>
                  </a:lnTo>
                  <a:lnTo>
                    <a:pt x="394332" y="2447341"/>
                  </a:lnTo>
                  <a:lnTo>
                    <a:pt x="364265" y="2414385"/>
                  </a:lnTo>
                  <a:lnTo>
                    <a:pt x="335208" y="2380516"/>
                  </a:lnTo>
                  <a:lnTo>
                    <a:pt x="307185" y="2345755"/>
                  </a:lnTo>
                  <a:lnTo>
                    <a:pt x="280220" y="2310127"/>
                  </a:lnTo>
                  <a:lnTo>
                    <a:pt x="254338" y="2273657"/>
                  </a:lnTo>
                  <a:lnTo>
                    <a:pt x="229562" y="2236368"/>
                  </a:lnTo>
                  <a:lnTo>
                    <a:pt x="205916" y="2198283"/>
                  </a:lnTo>
                  <a:lnTo>
                    <a:pt x="183423" y="2159427"/>
                  </a:lnTo>
                  <a:lnTo>
                    <a:pt x="162109" y="2119824"/>
                  </a:lnTo>
                  <a:lnTo>
                    <a:pt x="141996" y="2079498"/>
                  </a:lnTo>
                  <a:lnTo>
                    <a:pt x="123109" y="2038472"/>
                  </a:lnTo>
                  <a:lnTo>
                    <a:pt x="105472" y="1996770"/>
                  </a:lnTo>
                  <a:lnTo>
                    <a:pt x="89108" y="1954417"/>
                  </a:lnTo>
                  <a:lnTo>
                    <a:pt x="74042" y="1911437"/>
                  </a:lnTo>
                  <a:lnTo>
                    <a:pt x="60296" y="1867853"/>
                  </a:lnTo>
                  <a:lnTo>
                    <a:pt x="47897" y="1823688"/>
                  </a:lnTo>
                  <a:lnTo>
                    <a:pt x="36866" y="1778968"/>
                  </a:lnTo>
                  <a:lnTo>
                    <a:pt x="27229" y="1733716"/>
                  </a:lnTo>
                  <a:lnTo>
                    <a:pt x="19008" y="1687956"/>
                  </a:lnTo>
                  <a:lnTo>
                    <a:pt x="12229" y="1641712"/>
                  </a:lnTo>
                  <a:lnTo>
                    <a:pt x="6914" y="1595007"/>
                  </a:lnTo>
                  <a:lnTo>
                    <a:pt x="3089" y="1547866"/>
                  </a:lnTo>
                  <a:lnTo>
                    <a:pt x="776" y="1500313"/>
                  </a:lnTo>
                  <a:lnTo>
                    <a:pt x="0" y="1452372"/>
                  </a:lnTo>
                  <a:close/>
                </a:path>
              </a:pathLst>
            </a:custGeom>
            <a:ln w="3175">
              <a:solidFill>
                <a:srgbClr val="FFFFFF"/>
              </a:solidFill>
            </a:ln>
          </p:spPr>
          <p:txBody>
            <a:bodyPr wrap="square" lIns="0" tIns="0" rIns="0" bIns="0" rtlCol="0"/>
            <a:lstStyle/>
            <a:p>
              <a:endParaRPr/>
            </a:p>
          </p:txBody>
        </p:sp>
        <p:sp>
          <p:nvSpPr>
            <p:cNvPr id="157" name="object 157"/>
            <p:cNvSpPr/>
            <p:nvPr/>
          </p:nvSpPr>
          <p:spPr>
            <a:xfrm>
              <a:off x="4908676" y="1362329"/>
              <a:ext cx="100837" cy="102362"/>
            </a:xfrm>
            <a:prstGeom prst="rect">
              <a:avLst/>
            </a:prstGeom>
            <a:blipFill>
              <a:blip r:embed="rId7" cstate="print"/>
              <a:stretch>
                <a:fillRect/>
              </a:stretch>
            </a:blipFill>
          </p:spPr>
          <p:txBody>
            <a:bodyPr wrap="square" lIns="0" tIns="0" rIns="0" bIns="0" rtlCol="0"/>
            <a:lstStyle/>
            <a:p>
              <a:endParaRPr/>
            </a:p>
          </p:txBody>
        </p:sp>
        <p:sp>
          <p:nvSpPr>
            <p:cNvPr id="158" name="object 158"/>
            <p:cNvSpPr/>
            <p:nvPr/>
          </p:nvSpPr>
          <p:spPr>
            <a:xfrm>
              <a:off x="7100188" y="1360804"/>
              <a:ext cx="100838" cy="102361"/>
            </a:xfrm>
            <a:prstGeom prst="rect">
              <a:avLst/>
            </a:prstGeom>
            <a:blipFill>
              <a:blip r:embed="rId8" cstate="print"/>
              <a:stretch>
                <a:fillRect/>
              </a:stretch>
            </a:blipFill>
          </p:spPr>
          <p:txBody>
            <a:bodyPr wrap="square" lIns="0" tIns="0" rIns="0" bIns="0" rtlCol="0"/>
            <a:lstStyle/>
            <a:p>
              <a:endParaRPr/>
            </a:p>
          </p:txBody>
        </p:sp>
        <p:sp>
          <p:nvSpPr>
            <p:cNvPr id="159" name="object 159"/>
            <p:cNvSpPr/>
            <p:nvPr/>
          </p:nvSpPr>
          <p:spPr>
            <a:xfrm>
              <a:off x="4127753" y="4371720"/>
              <a:ext cx="630555" cy="638810"/>
            </a:xfrm>
            <a:custGeom>
              <a:avLst/>
              <a:gdLst/>
              <a:ahLst/>
              <a:cxnLst/>
              <a:rect l="l" t="t" r="r" b="b"/>
              <a:pathLst>
                <a:path w="630554" h="638810">
                  <a:moveTo>
                    <a:pt x="630301" y="0"/>
                  </a:moveTo>
                  <a:lnTo>
                    <a:pt x="0" y="638682"/>
                  </a:lnTo>
                </a:path>
              </a:pathLst>
            </a:custGeom>
            <a:ln w="3175">
              <a:solidFill>
                <a:srgbClr val="FFFFFF"/>
              </a:solidFill>
            </a:ln>
          </p:spPr>
          <p:txBody>
            <a:bodyPr wrap="square" lIns="0" tIns="0" rIns="0" bIns="0" rtlCol="0"/>
            <a:lstStyle/>
            <a:p>
              <a:endParaRPr/>
            </a:p>
          </p:txBody>
        </p:sp>
        <p:sp>
          <p:nvSpPr>
            <p:cNvPr id="160" name="object 160"/>
            <p:cNvSpPr/>
            <p:nvPr/>
          </p:nvSpPr>
          <p:spPr>
            <a:xfrm>
              <a:off x="4726066" y="4241355"/>
              <a:ext cx="150971" cy="150971"/>
            </a:xfrm>
            <a:prstGeom prst="rect">
              <a:avLst/>
            </a:prstGeom>
            <a:blipFill>
              <a:blip r:embed="rId9" cstate="print"/>
              <a:stretch>
                <a:fillRect/>
              </a:stretch>
            </a:blipFill>
          </p:spPr>
          <p:txBody>
            <a:bodyPr wrap="square" lIns="0" tIns="0" rIns="0" bIns="0" rtlCol="0"/>
            <a:lstStyle/>
            <a:p>
              <a:endParaRPr/>
            </a:p>
          </p:txBody>
        </p:sp>
        <p:sp>
          <p:nvSpPr>
            <p:cNvPr id="161" name="object 161"/>
            <p:cNvSpPr/>
            <p:nvPr/>
          </p:nvSpPr>
          <p:spPr>
            <a:xfrm>
              <a:off x="3869435" y="4556759"/>
              <a:ext cx="721360" cy="719455"/>
            </a:xfrm>
            <a:custGeom>
              <a:avLst/>
              <a:gdLst/>
              <a:ahLst/>
              <a:cxnLst/>
              <a:rect l="l" t="t" r="r" b="b"/>
              <a:pathLst>
                <a:path w="721360" h="719454">
                  <a:moveTo>
                    <a:pt x="360425" y="0"/>
                  </a:moveTo>
                  <a:lnTo>
                    <a:pt x="311528" y="3283"/>
                  </a:lnTo>
                  <a:lnTo>
                    <a:pt x="264627" y="12848"/>
                  </a:lnTo>
                  <a:lnTo>
                    <a:pt x="220152" y="28265"/>
                  </a:lnTo>
                  <a:lnTo>
                    <a:pt x="178533" y="49106"/>
                  </a:lnTo>
                  <a:lnTo>
                    <a:pt x="140201" y="74943"/>
                  </a:lnTo>
                  <a:lnTo>
                    <a:pt x="105584" y="105346"/>
                  </a:lnTo>
                  <a:lnTo>
                    <a:pt x="75114" y="139887"/>
                  </a:lnTo>
                  <a:lnTo>
                    <a:pt x="49219" y="178138"/>
                  </a:lnTo>
                  <a:lnTo>
                    <a:pt x="28330" y="219670"/>
                  </a:lnTo>
                  <a:lnTo>
                    <a:pt x="12878" y="264054"/>
                  </a:lnTo>
                  <a:lnTo>
                    <a:pt x="3291" y="310861"/>
                  </a:lnTo>
                  <a:lnTo>
                    <a:pt x="0" y="359663"/>
                  </a:lnTo>
                  <a:lnTo>
                    <a:pt x="3291" y="408466"/>
                  </a:lnTo>
                  <a:lnTo>
                    <a:pt x="12878" y="455273"/>
                  </a:lnTo>
                  <a:lnTo>
                    <a:pt x="28330" y="499657"/>
                  </a:lnTo>
                  <a:lnTo>
                    <a:pt x="49219" y="541189"/>
                  </a:lnTo>
                  <a:lnTo>
                    <a:pt x="75114" y="579440"/>
                  </a:lnTo>
                  <a:lnTo>
                    <a:pt x="105584" y="613981"/>
                  </a:lnTo>
                  <a:lnTo>
                    <a:pt x="140201" y="644384"/>
                  </a:lnTo>
                  <a:lnTo>
                    <a:pt x="178533" y="670221"/>
                  </a:lnTo>
                  <a:lnTo>
                    <a:pt x="220152" y="691062"/>
                  </a:lnTo>
                  <a:lnTo>
                    <a:pt x="264627" y="706479"/>
                  </a:lnTo>
                  <a:lnTo>
                    <a:pt x="311528" y="716044"/>
                  </a:lnTo>
                  <a:lnTo>
                    <a:pt x="360425" y="719327"/>
                  </a:lnTo>
                  <a:lnTo>
                    <a:pt x="409323" y="716044"/>
                  </a:lnTo>
                  <a:lnTo>
                    <a:pt x="456224" y="706479"/>
                  </a:lnTo>
                  <a:lnTo>
                    <a:pt x="500699" y="691062"/>
                  </a:lnTo>
                  <a:lnTo>
                    <a:pt x="542318" y="670221"/>
                  </a:lnTo>
                  <a:lnTo>
                    <a:pt x="580650" y="644384"/>
                  </a:lnTo>
                  <a:lnTo>
                    <a:pt x="615267" y="613981"/>
                  </a:lnTo>
                  <a:lnTo>
                    <a:pt x="645737" y="579440"/>
                  </a:lnTo>
                  <a:lnTo>
                    <a:pt x="671632" y="541189"/>
                  </a:lnTo>
                  <a:lnTo>
                    <a:pt x="692521" y="499657"/>
                  </a:lnTo>
                  <a:lnTo>
                    <a:pt x="707973" y="455273"/>
                  </a:lnTo>
                  <a:lnTo>
                    <a:pt x="717560" y="408466"/>
                  </a:lnTo>
                  <a:lnTo>
                    <a:pt x="720851" y="359663"/>
                  </a:lnTo>
                  <a:lnTo>
                    <a:pt x="717560" y="310861"/>
                  </a:lnTo>
                  <a:lnTo>
                    <a:pt x="707973" y="264054"/>
                  </a:lnTo>
                  <a:lnTo>
                    <a:pt x="692521" y="219670"/>
                  </a:lnTo>
                  <a:lnTo>
                    <a:pt x="671632" y="178138"/>
                  </a:lnTo>
                  <a:lnTo>
                    <a:pt x="645737" y="139887"/>
                  </a:lnTo>
                  <a:lnTo>
                    <a:pt x="615267" y="105346"/>
                  </a:lnTo>
                  <a:lnTo>
                    <a:pt x="580650" y="74943"/>
                  </a:lnTo>
                  <a:lnTo>
                    <a:pt x="542318" y="49106"/>
                  </a:lnTo>
                  <a:lnTo>
                    <a:pt x="500699" y="28265"/>
                  </a:lnTo>
                  <a:lnTo>
                    <a:pt x="456224" y="12848"/>
                  </a:lnTo>
                  <a:lnTo>
                    <a:pt x="409323" y="3283"/>
                  </a:lnTo>
                  <a:lnTo>
                    <a:pt x="360425" y="0"/>
                  </a:lnTo>
                  <a:close/>
                </a:path>
              </a:pathLst>
            </a:custGeom>
            <a:solidFill>
              <a:srgbClr val="FF8E01"/>
            </a:solidFill>
          </p:spPr>
          <p:txBody>
            <a:bodyPr wrap="square" lIns="0" tIns="0" rIns="0" bIns="0" rtlCol="0"/>
            <a:lstStyle/>
            <a:p>
              <a:endParaRPr/>
            </a:p>
          </p:txBody>
        </p:sp>
        <p:sp>
          <p:nvSpPr>
            <p:cNvPr id="162" name="object 162"/>
            <p:cNvSpPr/>
            <p:nvPr/>
          </p:nvSpPr>
          <p:spPr>
            <a:xfrm>
              <a:off x="3902963" y="4588764"/>
              <a:ext cx="654050" cy="655320"/>
            </a:xfrm>
            <a:custGeom>
              <a:avLst/>
              <a:gdLst/>
              <a:ahLst/>
              <a:cxnLst/>
              <a:rect l="l" t="t" r="r" b="b"/>
              <a:pathLst>
                <a:path w="654050" h="655320">
                  <a:moveTo>
                    <a:pt x="326898" y="0"/>
                  </a:moveTo>
                  <a:lnTo>
                    <a:pt x="278579" y="3552"/>
                  </a:lnTo>
                  <a:lnTo>
                    <a:pt x="232466" y="13871"/>
                  </a:lnTo>
                  <a:lnTo>
                    <a:pt x="189063" y="30451"/>
                  </a:lnTo>
                  <a:lnTo>
                    <a:pt x="148875" y="52784"/>
                  </a:lnTo>
                  <a:lnTo>
                    <a:pt x="112407" y="80364"/>
                  </a:lnTo>
                  <a:lnTo>
                    <a:pt x="80164" y="112685"/>
                  </a:lnTo>
                  <a:lnTo>
                    <a:pt x="52651" y="149239"/>
                  </a:lnTo>
                  <a:lnTo>
                    <a:pt x="30374" y="189521"/>
                  </a:lnTo>
                  <a:lnTo>
                    <a:pt x="13836" y="233022"/>
                  </a:lnTo>
                  <a:lnTo>
                    <a:pt x="3543" y="279237"/>
                  </a:lnTo>
                  <a:lnTo>
                    <a:pt x="0" y="327660"/>
                  </a:lnTo>
                  <a:lnTo>
                    <a:pt x="3543" y="376082"/>
                  </a:lnTo>
                  <a:lnTo>
                    <a:pt x="13836" y="422297"/>
                  </a:lnTo>
                  <a:lnTo>
                    <a:pt x="30374" y="465798"/>
                  </a:lnTo>
                  <a:lnTo>
                    <a:pt x="52651" y="506080"/>
                  </a:lnTo>
                  <a:lnTo>
                    <a:pt x="80164" y="542634"/>
                  </a:lnTo>
                  <a:lnTo>
                    <a:pt x="112407" y="574955"/>
                  </a:lnTo>
                  <a:lnTo>
                    <a:pt x="148875" y="602535"/>
                  </a:lnTo>
                  <a:lnTo>
                    <a:pt x="189063" y="624868"/>
                  </a:lnTo>
                  <a:lnTo>
                    <a:pt x="232466" y="641448"/>
                  </a:lnTo>
                  <a:lnTo>
                    <a:pt x="278579" y="651767"/>
                  </a:lnTo>
                  <a:lnTo>
                    <a:pt x="326898" y="655320"/>
                  </a:lnTo>
                  <a:lnTo>
                    <a:pt x="375216" y="651767"/>
                  </a:lnTo>
                  <a:lnTo>
                    <a:pt x="421329" y="641448"/>
                  </a:lnTo>
                  <a:lnTo>
                    <a:pt x="464732" y="624868"/>
                  </a:lnTo>
                  <a:lnTo>
                    <a:pt x="504920" y="602535"/>
                  </a:lnTo>
                  <a:lnTo>
                    <a:pt x="541388" y="574955"/>
                  </a:lnTo>
                  <a:lnTo>
                    <a:pt x="573631" y="542634"/>
                  </a:lnTo>
                  <a:lnTo>
                    <a:pt x="601144" y="506080"/>
                  </a:lnTo>
                  <a:lnTo>
                    <a:pt x="623421" y="465798"/>
                  </a:lnTo>
                  <a:lnTo>
                    <a:pt x="639959" y="422297"/>
                  </a:lnTo>
                  <a:lnTo>
                    <a:pt x="650252" y="376082"/>
                  </a:lnTo>
                  <a:lnTo>
                    <a:pt x="653796" y="327660"/>
                  </a:lnTo>
                  <a:lnTo>
                    <a:pt x="650252" y="279237"/>
                  </a:lnTo>
                  <a:lnTo>
                    <a:pt x="639959" y="233022"/>
                  </a:lnTo>
                  <a:lnTo>
                    <a:pt x="623421" y="189521"/>
                  </a:lnTo>
                  <a:lnTo>
                    <a:pt x="601144" y="149239"/>
                  </a:lnTo>
                  <a:lnTo>
                    <a:pt x="573631" y="112685"/>
                  </a:lnTo>
                  <a:lnTo>
                    <a:pt x="541388" y="80364"/>
                  </a:lnTo>
                  <a:lnTo>
                    <a:pt x="504920" y="52784"/>
                  </a:lnTo>
                  <a:lnTo>
                    <a:pt x="464732" y="30451"/>
                  </a:lnTo>
                  <a:lnTo>
                    <a:pt x="421329" y="13871"/>
                  </a:lnTo>
                  <a:lnTo>
                    <a:pt x="375216" y="3552"/>
                  </a:lnTo>
                  <a:lnTo>
                    <a:pt x="326898" y="0"/>
                  </a:lnTo>
                  <a:close/>
                </a:path>
              </a:pathLst>
            </a:custGeom>
            <a:solidFill>
              <a:srgbClr val="152B77"/>
            </a:solidFill>
          </p:spPr>
          <p:txBody>
            <a:bodyPr wrap="square" lIns="0" tIns="0" rIns="0" bIns="0" rtlCol="0"/>
            <a:lstStyle/>
            <a:p>
              <a:endParaRPr/>
            </a:p>
          </p:txBody>
        </p:sp>
        <p:sp>
          <p:nvSpPr>
            <p:cNvPr id="163" name="object 163"/>
            <p:cNvSpPr/>
            <p:nvPr/>
          </p:nvSpPr>
          <p:spPr>
            <a:xfrm>
              <a:off x="4024884" y="4832603"/>
              <a:ext cx="410209" cy="289560"/>
            </a:xfrm>
            <a:custGeom>
              <a:avLst/>
              <a:gdLst/>
              <a:ahLst/>
              <a:cxnLst/>
              <a:rect l="l" t="t" r="r" b="b"/>
              <a:pathLst>
                <a:path w="410210" h="289560">
                  <a:moveTo>
                    <a:pt x="259080" y="56515"/>
                  </a:moveTo>
                  <a:lnTo>
                    <a:pt x="253631" y="51714"/>
                  </a:lnTo>
                  <a:lnTo>
                    <a:pt x="247980" y="47167"/>
                  </a:lnTo>
                  <a:lnTo>
                    <a:pt x="242163" y="42900"/>
                  </a:lnTo>
                  <a:lnTo>
                    <a:pt x="236220" y="38862"/>
                  </a:lnTo>
                  <a:lnTo>
                    <a:pt x="239522" y="34798"/>
                  </a:lnTo>
                  <a:lnTo>
                    <a:pt x="241681" y="29845"/>
                  </a:lnTo>
                  <a:lnTo>
                    <a:pt x="241681" y="24130"/>
                  </a:lnTo>
                  <a:lnTo>
                    <a:pt x="239776" y="14744"/>
                  </a:lnTo>
                  <a:lnTo>
                    <a:pt x="234632" y="7073"/>
                  </a:lnTo>
                  <a:lnTo>
                    <a:pt x="226999" y="1905"/>
                  </a:lnTo>
                  <a:lnTo>
                    <a:pt x="217678" y="0"/>
                  </a:lnTo>
                  <a:lnTo>
                    <a:pt x="193421" y="0"/>
                  </a:lnTo>
                  <a:lnTo>
                    <a:pt x="193421" y="136271"/>
                  </a:lnTo>
                  <a:lnTo>
                    <a:pt x="193421" y="142875"/>
                  </a:lnTo>
                  <a:lnTo>
                    <a:pt x="188087" y="148336"/>
                  </a:lnTo>
                  <a:lnTo>
                    <a:pt x="174752" y="148336"/>
                  </a:lnTo>
                  <a:lnTo>
                    <a:pt x="169291" y="142875"/>
                  </a:lnTo>
                  <a:lnTo>
                    <a:pt x="169291" y="129540"/>
                  </a:lnTo>
                  <a:lnTo>
                    <a:pt x="163957" y="124206"/>
                  </a:lnTo>
                  <a:lnTo>
                    <a:pt x="150622" y="124206"/>
                  </a:lnTo>
                  <a:lnTo>
                    <a:pt x="145288" y="129540"/>
                  </a:lnTo>
                  <a:lnTo>
                    <a:pt x="145288" y="142875"/>
                  </a:lnTo>
                  <a:lnTo>
                    <a:pt x="150622" y="148336"/>
                  </a:lnTo>
                  <a:lnTo>
                    <a:pt x="157226" y="148336"/>
                  </a:lnTo>
                  <a:lnTo>
                    <a:pt x="171284" y="151193"/>
                  </a:lnTo>
                  <a:lnTo>
                    <a:pt x="182791" y="158965"/>
                  </a:lnTo>
                  <a:lnTo>
                    <a:pt x="190563" y="170472"/>
                  </a:lnTo>
                  <a:lnTo>
                    <a:pt x="193421" y="184531"/>
                  </a:lnTo>
                  <a:lnTo>
                    <a:pt x="191630" y="195707"/>
                  </a:lnTo>
                  <a:lnTo>
                    <a:pt x="186651" y="205447"/>
                  </a:lnTo>
                  <a:lnTo>
                    <a:pt x="179057" y="213207"/>
                  </a:lnTo>
                  <a:lnTo>
                    <a:pt x="169418" y="218440"/>
                  </a:lnTo>
                  <a:lnTo>
                    <a:pt x="169418" y="235839"/>
                  </a:lnTo>
                  <a:lnTo>
                    <a:pt x="164084" y="241300"/>
                  </a:lnTo>
                  <a:lnTo>
                    <a:pt x="150749" y="241300"/>
                  </a:lnTo>
                  <a:lnTo>
                    <a:pt x="145415" y="235839"/>
                  </a:lnTo>
                  <a:lnTo>
                    <a:pt x="145415" y="218567"/>
                  </a:lnTo>
                  <a:lnTo>
                    <a:pt x="135674" y="213385"/>
                  </a:lnTo>
                  <a:lnTo>
                    <a:pt x="127990" y="205600"/>
                  </a:lnTo>
                  <a:lnTo>
                    <a:pt x="122961" y="195808"/>
                  </a:lnTo>
                  <a:lnTo>
                    <a:pt x="121158" y="184531"/>
                  </a:lnTo>
                  <a:lnTo>
                    <a:pt x="121158" y="177800"/>
                  </a:lnTo>
                  <a:lnTo>
                    <a:pt x="126492" y="172466"/>
                  </a:lnTo>
                  <a:lnTo>
                    <a:pt x="139827" y="172466"/>
                  </a:lnTo>
                  <a:lnTo>
                    <a:pt x="145288" y="177800"/>
                  </a:lnTo>
                  <a:lnTo>
                    <a:pt x="145288" y="191135"/>
                  </a:lnTo>
                  <a:lnTo>
                    <a:pt x="150622" y="196596"/>
                  </a:lnTo>
                  <a:lnTo>
                    <a:pt x="163957" y="196596"/>
                  </a:lnTo>
                  <a:lnTo>
                    <a:pt x="169291" y="191135"/>
                  </a:lnTo>
                  <a:lnTo>
                    <a:pt x="169291" y="177800"/>
                  </a:lnTo>
                  <a:lnTo>
                    <a:pt x="163957" y="172466"/>
                  </a:lnTo>
                  <a:lnTo>
                    <a:pt x="157226" y="172466"/>
                  </a:lnTo>
                  <a:lnTo>
                    <a:pt x="143167" y="169621"/>
                  </a:lnTo>
                  <a:lnTo>
                    <a:pt x="131711" y="161848"/>
                  </a:lnTo>
                  <a:lnTo>
                    <a:pt x="123977" y="150342"/>
                  </a:lnTo>
                  <a:lnTo>
                    <a:pt x="121158" y="136271"/>
                  </a:lnTo>
                  <a:lnTo>
                    <a:pt x="122961" y="125006"/>
                  </a:lnTo>
                  <a:lnTo>
                    <a:pt x="127990" y="115214"/>
                  </a:lnTo>
                  <a:lnTo>
                    <a:pt x="135674" y="107429"/>
                  </a:lnTo>
                  <a:lnTo>
                    <a:pt x="145415" y="102235"/>
                  </a:lnTo>
                  <a:lnTo>
                    <a:pt x="145415" y="77851"/>
                  </a:lnTo>
                  <a:lnTo>
                    <a:pt x="150749" y="72390"/>
                  </a:lnTo>
                  <a:lnTo>
                    <a:pt x="164084" y="72390"/>
                  </a:lnTo>
                  <a:lnTo>
                    <a:pt x="169418" y="77851"/>
                  </a:lnTo>
                  <a:lnTo>
                    <a:pt x="169418" y="102362"/>
                  </a:lnTo>
                  <a:lnTo>
                    <a:pt x="179057" y="107556"/>
                  </a:lnTo>
                  <a:lnTo>
                    <a:pt x="186651" y="115328"/>
                  </a:lnTo>
                  <a:lnTo>
                    <a:pt x="191630" y="125082"/>
                  </a:lnTo>
                  <a:lnTo>
                    <a:pt x="193421" y="136271"/>
                  </a:lnTo>
                  <a:lnTo>
                    <a:pt x="193421" y="0"/>
                  </a:lnTo>
                  <a:lnTo>
                    <a:pt x="97155" y="0"/>
                  </a:lnTo>
                  <a:lnTo>
                    <a:pt x="87757" y="1905"/>
                  </a:lnTo>
                  <a:lnTo>
                    <a:pt x="80086" y="7073"/>
                  </a:lnTo>
                  <a:lnTo>
                    <a:pt x="74917" y="14744"/>
                  </a:lnTo>
                  <a:lnTo>
                    <a:pt x="73025" y="24130"/>
                  </a:lnTo>
                  <a:lnTo>
                    <a:pt x="73075" y="29845"/>
                  </a:lnTo>
                  <a:lnTo>
                    <a:pt x="75311" y="34798"/>
                  </a:lnTo>
                  <a:lnTo>
                    <a:pt x="78613" y="38862"/>
                  </a:lnTo>
                  <a:lnTo>
                    <a:pt x="46558" y="65773"/>
                  </a:lnTo>
                  <a:lnTo>
                    <a:pt x="21729" y="99783"/>
                  </a:lnTo>
                  <a:lnTo>
                    <a:pt x="5689" y="138861"/>
                  </a:lnTo>
                  <a:lnTo>
                    <a:pt x="0" y="180975"/>
                  </a:lnTo>
                  <a:lnTo>
                    <a:pt x="9906" y="229628"/>
                  </a:lnTo>
                  <a:lnTo>
                    <a:pt x="36029" y="261226"/>
                  </a:lnTo>
                  <a:lnTo>
                    <a:pt x="72936" y="279361"/>
                  </a:lnTo>
                  <a:lnTo>
                    <a:pt x="115189" y="287616"/>
                  </a:lnTo>
                  <a:lnTo>
                    <a:pt x="157353" y="289560"/>
                  </a:lnTo>
                  <a:lnTo>
                    <a:pt x="182562" y="288925"/>
                  </a:lnTo>
                  <a:lnTo>
                    <a:pt x="205003" y="286981"/>
                  </a:lnTo>
                  <a:lnTo>
                    <a:pt x="224929" y="283730"/>
                  </a:lnTo>
                  <a:lnTo>
                    <a:pt x="242570" y="279146"/>
                  </a:lnTo>
                  <a:lnTo>
                    <a:pt x="242062" y="276733"/>
                  </a:lnTo>
                  <a:lnTo>
                    <a:pt x="241681" y="274066"/>
                  </a:lnTo>
                  <a:lnTo>
                    <a:pt x="241681" y="271399"/>
                  </a:lnTo>
                  <a:lnTo>
                    <a:pt x="242570" y="262788"/>
                  </a:lnTo>
                  <a:lnTo>
                    <a:pt x="245135" y="254787"/>
                  </a:lnTo>
                  <a:lnTo>
                    <a:pt x="249174" y="247561"/>
                  </a:lnTo>
                  <a:lnTo>
                    <a:pt x="254508" y="241300"/>
                  </a:lnTo>
                  <a:lnTo>
                    <a:pt x="249174" y="235051"/>
                  </a:lnTo>
                  <a:lnTo>
                    <a:pt x="245135" y="227812"/>
                  </a:lnTo>
                  <a:lnTo>
                    <a:pt x="242570" y="219773"/>
                  </a:lnTo>
                  <a:lnTo>
                    <a:pt x="241681" y="211074"/>
                  </a:lnTo>
                  <a:lnTo>
                    <a:pt x="242570" y="202463"/>
                  </a:lnTo>
                  <a:lnTo>
                    <a:pt x="245135" y="194462"/>
                  </a:lnTo>
                  <a:lnTo>
                    <a:pt x="249174" y="187236"/>
                  </a:lnTo>
                  <a:lnTo>
                    <a:pt x="254508" y="180975"/>
                  </a:lnTo>
                  <a:lnTo>
                    <a:pt x="249174" y="174726"/>
                  </a:lnTo>
                  <a:lnTo>
                    <a:pt x="245135" y="167487"/>
                  </a:lnTo>
                  <a:lnTo>
                    <a:pt x="242570" y="159448"/>
                  </a:lnTo>
                  <a:lnTo>
                    <a:pt x="241719" y="151193"/>
                  </a:lnTo>
                  <a:lnTo>
                    <a:pt x="241719" y="150342"/>
                  </a:lnTo>
                  <a:lnTo>
                    <a:pt x="242570" y="142138"/>
                  </a:lnTo>
                  <a:lnTo>
                    <a:pt x="245135" y="134137"/>
                  </a:lnTo>
                  <a:lnTo>
                    <a:pt x="249174" y="126911"/>
                  </a:lnTo>
                  <a:lnTo>
                    <a:pt x="254508" y="120650"/>
                  </a:lnTo>
                  <a:lnTo>
                    <a:pt x="249174" y="114401"/>
                  </a:lnTo>
                  <a:lnTo>
                    <a:pt x="245135" y="107162"/>
                  </a:lnTo>
                  <a:lnTo>
                    <a:pt x="242570" y="99123"/>
                  </a:lnTo>
                  <a:lnTo>
                    <a:pt x="241681" y="90424"/>
                  </a:lnTo>
                  <a:lnTo>
                    <a:pt x="242925" y="80378"/>
                  </a:lnTo>
                  <a:lnTo>
                    <a:pt x="245999" y="72390"/>
                  </a:lnTo>
                  <a:lnTo>
                    <a:pt x="246468" y="71183"/>
                  </a:lnTo>
                  <a:lnTo>
                    <a:pt x="251968" y="63144"/>
                  </a:lnTo>
                  <a:lnTo>
                    <a:pt x="259080" y="56515"/>
                  </a:lnTo>
                  <a:close/>
                </a:path>
                <a:path w="410210" h="289560">
                  <a:moveTo>
                    <a:pt x="409956" y="271272"/>
                  </a:moveTo>
                  <a:lnTo>
                    <a:pt x="408546" y="264134"/>
                  </a:lnTo>
                  <a:lnTo>
                    <a:pt x="404698" y="258318"/>
                  </a:lnTo>
                  <a:lnTo>
                    <a:pt x="398970" y="254419"/>
                  </a:lnTo>
                  <a:lnTo>
                    <a:pt x="391922" y="252984"/>
                  </a:lnTo>
                  <a:lnTo>
                    <a:pt x="283210" y="252984"/>
                  </a:lnTo>
                  <a:lnTo>
                    <a:pt x="276148" y="254419"/>
                  </a:lnTo>
                  <a:lnTo>
                    <a:pt x="270421" y="258318"/>
                  </a:lnTo>
                  <a:lnTo>
                    <a:pt x="266573" y="264134"/>
                  </a:lnTo>
                  <a:lnTo>
                    <a:pt x="265176" y="271272"/>
                  </a:lnTo>
                  <a:lnTo>
                    <a:pt x="266573" y="278422"/>
                  </a:lnTo>
                  <a:lnTo>
                    <a:pt x="270421" y="284226"/>
                  </a:lnTo>
                  <a:lnTo>
                    <a:pt x="276148" y="288137"/>
                  </a:lnTo>
                  <a:lnTo>
                    <a:pt x="283210" y="289560"/>
                  </a:lnTo>
                  <a:lnTo>
                    <a:pt x="391922" y="289560"/>
                  </a:lnTo>
                  <a:lnTo>
                    <a:pt x="398970" y="288137"/>
                  </a:lnTo>
                  <a:lnTo>
                    <a:pt x="404698" y="284226"/>
                  </a:lnTo>
                  <a:lnTo>
                    <a:pt x="408546" y="278422"/>
                  </a:lnTo>
                  <a:lnTo>
                    <a:pt x="409956" y="271272"/>
                  </a:lnTo>
                  <a:close/>
                </a:path>
                <a:path w="410210" h="289560">
                  <a:moveTo>
                    <a:pt x="409956" y="210312"/>
                  </a:moveTo>
                  <a:lnTo>
                    <a:pt x="408546" y="203174"/>
                  </a:lnTo>
                  <a:lnTo>
                    <a:pt x="404698" y="197358"/>
                  </a:lnTo>
                  <a:lnTo>
                    <a:pt x="398970" y="193459"/>
                  </a:lnTo>
                  <a:lnTo>
                    <a:pt x="391922" y="192024"/>
                  </a:lnTo>
                  <a:lnTo>
                    <a:pt x="283210" y="192024"/>
                  </a:lnTo>
                  <a:lnTo>
                    <a:pt x="276148" y="193459"/>
                  </a:lnTo>
                  <a:lnTo>
                    <a:pt x="270421" y="197358"/>
                  </a:lnTo>
                  <a:lnTo>
                    <a:pt x="266573" y="203174"/>
                  </a:lnTo>
                  <a:lnTo>
                    <a:pt x="265176" y="210312"/>
                  </a:lnTo>
                  <a:lnTo>
                    <a:pt x="266573" y="217462"/>
                  </a:lnTo>
                  <a:lnTo>
                    <a:pt x="270421" y="223278"/>
                  </a:lnTo>
                  <a:lnTo>
                    <a:pt x="276148" y="227177"/>
                  </a:lnTo>
                  <a:lnTo>
                    <a:pt x="283210" y="228600"/>
                  </a:lnTo>
                  <a:lnTo>
                    <a:pt x="391922" y="228600"/>
                  </a:lnTo>
                  <a:lnTo>
                    <a:pt x="398970" y="227177"/>
                  </a:lnTo>
                  <a:lnTo>
                    <a:pt x="404698" y="223266"/>
                  </a:lnTo>
                  <a:lnTo>
                    <a:pt x="408546" y="217462"/>
                  </a:lnTo>
                  <a:lnTo>
                    <a:pt x="409956" y="210312"/>
                  </a:lnTo>
                  <a:close/>
                </a:path>
                <a:path w="410210" h="289560">
                  <a:moveTo>
                    <a:pt x="409956" y="150876"/>
                  </a:moveTo>
                  <a:lnTo>
                    <a:pt x="408546" y="143738"/>
                  </a:lnTo>
                  <a:lnTo>
                    <a:pt x="404698" y="137922"/>
                  </a:lnTo>
                  <a:lnTo>
                    <a:pt x="398970" y="134023"/>
                  </a:lnTo>
                  <a:lnTo>
                    <a:pt x="391922" y="132588"/>
                  </a:lnTo>
                  <a:lnTo>
                    <a:pt x="283210" y="132588"/>
                  </a:lnTo>
                  <a:lnTo>
                    <a:pt x="276148" y="134023"/>
                  </a:lnTo>
                  <a:lnTo>
                    <a:pt x="270421" y="137934"/>
                  </a:lnTo>
                  <a:lnTo>
                    <a:pt x="266573" y="143738"/>
                  </a:lnTo>
                  <a:lnTo>
                    <a:pt x="265176" y="150876"/>
                  </a:lnTo>
                  <a:lnTo>
                    <a:pt x="266573" y="158026"/>
                  </a:lnTo>
                  <a:lnTo>
                    <a:pt x="270421" y="163842"/>
                  </a:lnTo>
                  <a:lnTo>
                    <a:pt x="276148" y="167741"/>
                  </a:lnTo>
                  <a:lnTo>
                    <a:pt x="283210" y="169164"/>
                  </a:lnTo>
                  <a:lnTo>
                    <a:pt x="391922" y="169164"/>
                  </a:lnTo>
                  <a:lnTo>
                    <a:pt x="398970" y="167741"/>
                  </a:lnTo>
                  <a:lnTo>
                    <a:pt x="404698" y="163830"/>
                  </a:lnTo>
                  <a:lnTo>
                    <a:pt x="408546" y="158026"/>
                  </a:lnTo>
                  <a:lnTo>
                    <a:pt x="409956" y="150876"/>
                  </a:lnTo>
                  <a:close/>
                </a:path>
                <a:path w="410210" h="289560">
                  <a:moveTo>
                    <a:pt x="409956" y="81026"/>
                  </a:moveTo>
                  <a:lnTo>
                    <a:pt x="401955" y="73152"/>
                  </a:lnTo>
                  <a:lnTo>
                    <a:pt x="273177" y="73152"/>
                  </a:lnTo>
                  <a:lnTo>
                    <a:pt x="265176" y="81026"/>
                  </a:lnTo>
                  <a:lnTo>
                    <a:pt x="265176" y="100330"/>
                  </a:lnTo>
                  <a:lnTo>
                    <a:pt x="273177" y="108204"/>
                  </a:lnTo>
                  <a:lnTo>
                    <a:pt x="401955" y="108204"/>
                  </a:lnTo>
                  <a:lnTo>
                    <a:pt x="409956" y="100330"/>
                  </a:lnTo>
                  <a:lnTo>
                    <a:pt x="409956" y="81026"/>
                  </a:lnTo>
                  <a:close/>
                </a:path>
              </a:pathLst>
            </a:custGeom>
            <a:solidFill>
              <a:srgbClr val="FF8E01"/>
            </a:solidFill>
          </p:spPr>
          <p:txBody>
            <a:bodyPr wrap="square" lIns="0" tIns="0" rIns="0" bIns="0" rtlCol="0"/>
            <a:lstStyle/>
            <a:p>
              <a:endParaRPr/>
            </a:p>
          </p:txBody>
        </p:sp>
        <p:sp>
          <p:nvSpPr>
            <p:cNvPr id="164" name="object 164"/>
            <p:cNvSpPr/>
            <p:nvPr/>
          </p:nvSpPr>
          <p:spPr>
            <a:xfrm>
              <a:off x="4097400" y="4710683"/>
              <a:ext cx="168910" cy="99060"/>
            </a:xfrm>
            <a:prstGeom prst="rect">
              <a:avLst/>
            </a:prstGeom>
            <a:blipFill>
              <a:blip r:embed="rId10" cstate="print"/>
              <a:stretch>
                <a:fillRect/>
              </a:stretch>
            </a:blipFill>
          </p:spPr>
          <p:txBody>
            <a:bodyPr wrap="square" lIns="0" tIns="0" rIns="0" bIns="0" rtlCol="0"/>
            <a:lstStyle/>
            <a:p>
              <a:endParaRPr/>
            </a:p>
          </p:txBody>
        </p:sp>
        <p:sp>
          <p:nvSpPr>
            <p:cNvPr id="165" name="object 165"/>
            <p:cNvSpPr/>
            <p:nvPr/>
          </p:nvSpPr>
          <p:spPr>
            <a:xfrm>
              <a:off x="6053073" y="4714113"/>
              <a:ext cx="6350" cy="897890"/>
            </a:xfrm>
            <a:custGeom>
              <a:avLst/>
              <a:gdLst/>
              <a:ahLst/>
              <a:cxnLst/>
              <a:rect l="l" t="t" r="r" b="b"/>
              <a:pathLst>
                <a:path w="6350" h="897889">
                  <a:moveTo>
                    <a:pt x="0" y="0"/>
                  </a:moveTo>
                  <a:lnTo>
                    <a:pt x="5841" y="897369"/>
                  </a:lnTo>
                </a:path>
              </a:pathLst>
            </a:custGeom>
            <a:ln w="3175">
              <a:solidFill>
                <a:srgbClr val="FFFFFF"/>
              </a:solidFill>
            </a:ln>
          </p:spPr>
          <p:txBody>
            <a:bodyPr wrap="square" lIns="0" tIns="0" rIns="0" bIns="0" rtlCol="0"/>
            <a:lstStyle/>
            <a:p>
              <a:endParaRPr/>
            </a:p>
          </p:txBody>
        </p:sp>
        <p:sp>
          <p:nvSpPr>
            <p:cNvPr id="166" name="object 166"/>
            <p:cNvSpPr/>
            <p:nvPr/>
          </p:nvSpPr>
          <p:spPr>
            <a:xfrm>
              <a:off x="5979921" y="4568697"/>
              <a:ext cx="151383" cy="151383"/>
            </a:xfrm>
            <a:prstGeom prst="rect">
              <a:avLst/>
            </a:prstGeom>
            <a:blipFill>
              <a:blip r:embed="rId11" cstate="print"/>
              <a:stretch>
                <a:fillRect/>
              </a:stretch>
            </a:blipFill>
          </p:spPr>
          <p:txBody>
            <a:bodyPr wrap="square" lIns="0" tIns="0" rIns="0" bIns="0" rtlCol="0"/>
            <a:lstStyle/>
            <a:p>
              <a:endParaRPr/>
            </a:p>
          </p:txBody>
        </p:sp>
        <p:sp>
          <p:nvSpPr>
            <p:cNvPr id="167" name="object 167"/>
            <p:cNvSpPr/>
            <p:nvPr/>
          </p:nvSpPr>
          <p:spPr>
            <a:xfrm>
              <a:off x="5696711" y="5105400"/>
              <a:ext cx="719455" cy="721360"/>
            </a:xfrm>
            <a:custGeom>
              <a:avLst/>
              <a:gdLst/>
              <a:ahLst/>
              <a:cxnLst/>
              <a:rect l="l" t="t" r="r" b="b"/>
              <a:pathLst>
                <a:path w="719454" h="721360">
                  <a:moveTo>
                    <a:pt x="359663" y="0"/>
                  </a:moveTo>
                  <a:lnTo>
                    <a:pt x="310861" y="3291"/>
                  </a:lnTo>
                  <a:lnTo>
                    <a:pt x="264054" y="12878"/>
                  </a:lnTo>
                  <a:lnTo>
                    <a:pt x="219670" y="28330"/>
                  </a:lnTo>
                  <a:lnTo>
                    <a:pt x="178138" y="49219"/>
                  </a:lnTo>
                  <a:lnTo>
                    <a:pt x="139887" y="75114"/>
                  </a:lnTo>
                  <a:lnTo>
                    <a:pt x="105346" y="105584"/>
                  </a:lnTo>
                  <a:lnTo>
                    <a:pt x="74943" y="140201"/>
                  </a:lnTo>
                  <a:lnTo>
                    <a:pt x="49106" y="178533"/>
                  </a:lnTo>
                  <a:lnTo>
                    <a:pt x="28265" y="220152"/>
                  </a:lnTo>
                  <a:lnTo>
                    <a:pt x="12848" y="264627"/>
                  </a:lnTo>
                  <a:lnTo>
                    <a:pt x="3283" y="311528"/>
                  </a:lnTo>
                  <a:lnTo>
                    <a:pt x="0" y="360425"/>
                  </a:lnTo>
                  <a:lnTo>
                    <a:pt x="3283" y="409334"/>
                  </a:lnTo>
                  <a:lnTo>
                    <a:pt x="12848" y="456242"/>
                  </a:lnTo>
                  <a:lnTo>
                    <a:pt x="28265" y="500720"/>
                  </a:lnTo>
                  <a:lnTo>
                    <a:pt x="49106" y="542340"/>
                  </a:lnTo>
                  <a:lnTo>
                    <a:pt x="74943" y="580672"/>
                  </a:lnTo>
                  <a:lnTo>
                    <a:pt x="105346" y="615286"/>
                  </a:lnTo>
                  <a:lnTo>
                    <a:pt x="139887" y="645753"/>
                  </a:lnTo>
                  <a:lnTo>
                    <a:pt x="178138" y="671643"/>
                  </a:lnTo>
                  <a:lnTo>
                    <a:pt x="219670" y="692528"/>
                  </a:lnTo>
                  <a:lnTo>
                    <a:pt x="264054" y="707977"/>
                  </a:lnTo>
                  <a:lnTo>
                    <a:pt x="310861" y="717561"/>
                  </a:lnTo>
                  <a:lnTo>
                    <a:pt x="359663" y="720852"/>
                  </a:lnTo>
                  <a:lnTo>
                    <a:pt x="408466" y="717561"/>
                  </a:lnTo>
                  <a:lnTo>
                    <a:pt x="455273" y="707977"/>
                  </a:lnTo>
                  <a:lnTo>
                    <a:pt x="499657" y="692528"/>
                  </a:lnTo>
                  <a:lnTo>
                    <a:pt x="541189" y="671643"/>
                  </a:lnTo>
                  <a:lnTo>
                    <a:pt x="579440" y="645753"/>
                  </a:lnTo>
                  <a:lnTo>
                    <a:pt x="613981" y="615286"/>
                  </a:lnTo>
                  <a:lnTo>
                    <a:pt x="644384" y="580672"/>
                  </a:lnTo>
                  <a:lnTo>
                    <a:pt x="670221" y="542340"/>
                  </a:lnTo>
                  <a:lnTo>
                    <a:pt x="691062" y="500720"/>
                  </a:lnTo>
                  <a:lnTo>
                    <a:pt x="706479" y="456242"/>
                  </a:lnTo>
                  <a:lnTo>
                    <a:pt x="716044" y="409334"/>
                  </a:lnTo>
                  <a:lnTo>
                    <a:pt x="719327" y="360425"/>
                  </a:lnTo>
                  <a:lnTo>
                    <a:pt x="716044" y="311528"/>
                  </a:lnTo>
                  <a:lnTo>
                    <a:pt x="706479" y="264627"/>
                  </a:lnTo>
                  <a:lnTo>
                    <a:pt x="691062" y="220152"/>
                  </a:lnTo>
                  <a:lnTo>
                    <a:pt x="670221" y="178533"/>
                  </a:lnTo>
                  <a:lnTo>
                    <a:pt x="644384" y="140201"/>
                  </a:lnTo>
                  <a:lnTo>
                    <a:pt x="613981" y="105584"/>
                  </a:lnTo>
                  <a:lnTo>
                    <a:pt x="579440" y="75114"/>
                  </a:lnTo>
                  <a:lnTo>
                    <a:pt x="541189" y="49219"/>
                  </a:lnTo>
                  <a:lnTo>
                    <a:pt x="499657" y="28330"/>
                  </a:lnTo>
                  <a:lnTo>
                    <a:pt x="455273" y="12878"/>
                  </a:lnTo>
                  <a:lnTo>
                    <a:pt x="408466" y="3291"/>
                  </a:lnTo>
                  <a:lnTo>
                    <a:pt x="359663" y="0"/>
                  </a:lnTo>
                  <a:close/>
                </a:path>
              </a:pathLst>
            </a:custGeom>
            <a:solidFill>
              <a:srgbClr val="00D9CE"/>
            </a:solidFill>
          </p:spPr>
          <p:txBody>
            <a:bodyPr wrap="square" lIns="0" tIns="0" rIns="0" bIns="0" rtlCol="0"/>
            <a:lstStyle/>
            <a:p>
              <a:endParaRPr/>
            </a:p>
          </p:txBody>
        </p:sp>
        <p:sp>
          <p:nvSpPr>
            <p:cNvPr id="168" name="object 168"/>
            <p:cNvSpPr/>
            <p:nvPr/>
          </p:nvSpPr>
          <p:spPr>
            <a:xfrm>
              <a:off x="5728715" y="5138927"/>
              <a:ext cx="654050" cy="654050"/>
            </a:xfrm>
            <a:custGeom>
              <a:avLst/>
              <a:gdLst/>
              <a:ahLst/>
              <a:cxnLst/>
              <a:rect l="l" t="t" r="r" b="b"/>
              <a:pathLst>
                <a:path w="654050" h="654050">
                  <a:moveTo>
                    <a:pt x="326898" y="0"/>
                  </a:moveTo>
                  <a:lnTo>
                    <a:pt x="278579" y="3543"/>
                  </a:lnTo>
                  <a:lnTo>
                    <a:pt x="232466" y="13836"/>
                  </a:lnTo>
                  <a:lnTo>
                    <a:pt x="189063" y="30374"/>
                  </a:lnTo>
                  <a:lnTo>
                    <a:pt x="148875" y="52651"/>
                  </a:lnTo>
                  <a:lnTo>
                    <a:pt x="112407" y="80164"/>
                  </a:lnTo>
                  <a:lnTo>
                    <a:pt x="80164" y="112407"/>
                  </a:lnTo>
                  <a:lnTo>
                    <a:pt x="52651" y="148875"/>
                  </a:lnTo>
                  <a:lnTo>
                    <a:pt x="30374" y="189063"/>
                  </a:lnTo>
                  <a:lnTo>
                    <a:pt x="13836" y="232466"/>
                  </a:lnTo>
                  <a:lnTo>
                    <a:pt x="3543" y="278579"/>
                  </a:lnTo>
                  <a:lnTo>
                    <a:pt x="0" y="326898"/>
                  </a:lnTo>
                  <a:lnTo>
                    <a:pt x="3543" y="375205"/>
                  </a:lnTo>
                  <a:lnTo>
                    <a:pt x="13836" y="421311"/>
                  </a:lnTo>
                  <a:lnTo>
                    <a:pt x="30374" y="464710"/>
                  </a:lnTo>
                  <a:lnTo>
                    <a:pt x="52651" y="504898"/>
                  </a:lnTo>
                  <a:lnTo>
                    <a:pt x="80164" y="541368"/>
                  </a:lnTo>
                  <a:lnTo>
                    <a:pt x="112407" y="573614"/>
                  </a:lnTo>
                  <a:lnTo>
                    <a:pt x="148875" y="601131"/>
                  </a:lnTo>
                  <a:lnTo>
                    <a:pt x="189063" y="623413"/>
                  </a:lnTo>
                  <a:lnTo>
                    <a:pt x="232466" y="639955"/>
                  </a:lnTo>
                  <a:lnTo>
                    <a:pt x="278579" y="650251"/>
                  </a:lnTo>
                  <a:lnTo>
                    <a:pt x="326898" y="653796"/>
                  </a:lnTo>
                  <a:lnTo>
                    <a:pt x="375216" y="650251"/>
                  </a:lnTo>
                  <a:lnTo>
                    <a:pt x="421329" y="639955"/>
                  </a:lnTo>
                  <a:lnTo>
                    <a:pt x="464732" y="623413"/>
                  </a:lnTo>
                  <a:lnTo>
                    <a:pt x="504920" y="601131"/>
                  </a:lnTo>
                  <a:lnTo>
                    <a:pt x="541388" y="573614"/>
                  </a:lnTo>
                  <a:lnTo>
                    <a:pt x="573631" y="541368"/>
                  </a:lnTo>
                  <a:lnTo>
                    <a:pt x="601144" y="504898"/>
                  </a:lnTo>
                  <a:lnTo>
                    <a:pt x="623421" y="464710"/>
                  </a:lnTo>
                  <a:lnTo>
                    <a:pt x="639959" y="421311"/>
                  </a:lnTo>
                  <a:lnTo>
                    <a:pt x="650252" y="375205"/>
                  </a:lnTo>
                  <a:lnTo>
                    <a:pt x="653796" y="326898"/>
                  </a:lnTo>
                  <a:lnTo>
                    <a:pt x="650252" y="278579"/>
                  </a:lnTo>
                  <a:lnTo>
                    <a:pt x="639959" y="232466"/>
                  </a:lnTo>
                  <a:lnTo>
                    <a:pt x="623421" y="189063"/>
                  </a:lnTo>
                  <a:lnTo>
                    <a:pt x="601144" y="148875"/>
                  </a:lnTo>
                  <a:lnTo>
                    <a:pt x="573631" y="112407"/>
                  </a:lnTo>
                  <a:lnTo>
                    <a:pt x="541388" y="80164"/>
                  </a:lnTo>
                  <a:lnTo>
                    <a:pt x="504920" y="52651"/>
                  </a:lnTo>
                  <a:lnTo>
                    <a:pt x="464732" y="30374"/>
                  </a:lnTo>
                  <a:lnTo>
                    <a:pt x="421329" y="13836"/>
                  </a:lnTo>
                  <a:lnTo>
                    <a:pt x="375216" y="3543"/>
                  </a:lnTo>
                  <a:lnTo>
                    <a:pt x="326898" y="0"/>
                  </a:lnTo>
                  <a:close/>
                </a:path>
              </a:pathLst>
            </a:custGeom>
            <a:solidFill>
              <a:srgbClr val="152B77"/>
            </a:solidFill>
          </p:spPr>
          <p:txBody>
            <a:bodyPr wrap="square" lIns="0" tIns="0" rIns="0" bIns="0" rtlCol="0"/>
            <a:lstStyle/>
            <a:p>
              <a:endParaRPr/>
            </a:p>
          </p:txBody>
        </p:sp>
        <p:sp>
          <p:nvSpPr>
            <p:cNvPr id="169" name="object 169"/>
            <p:cNvSpPr/>
            <p:nvPr/>
          </p:nvSpPr>
          <p:spPr>
            <a:xfrm>
              <a:off x="5864351" y="5274564"/>
              <a:ext cx="384048" cy="382524"/>
            </a:xfrm>
            <a:prstGeom prst="rect">
              <a:avLst/>
            </a:prstGeom>
            <a:blipFill>
              <a:blip r:embed="rId12" cstate="print"/>
              <a:stretch>
                <a:fillRect/>
              </a:stretch>
            </a:blipFill>
          </p:spPr>
          <p:txBody>
            <a:bodyPr wrap="square" lIns="0" tIns="0" rIns="0" bIns="0" rtlCol="0"/>
            <a:lstStyle/>
            <a:p>
              <a:endParaRPr/>
            </a:p>
          </p:txBody>
        </p:sp>
        <p:sp>
          <p:nvSpPr>
            <p:cNvPr id="170" name="object 170"/>
            <p:cNvSpPr/>
            <p:nvPr/>
          </p:nvSpPr>
          <p:spPr>
            <a:xfrm>
              <a:off x="7447533" y="4207763"/>
              <a:ext cx="638810" cy="630555"/>
            </a:xfrm>
            <a:custGeom>
              <a:avLst/>
              <a:gdLst/>
              <a:ahLst/>
              <a:cxnLst/>
              <a:rect l="l" t="t" r="r" b="b"/>
              <a:pathLst>
                <a:path w="638809" h="630554">
                  <a:moveTo>
                    <a:pt x="0" y="0"/>
                  </a:moveTo>
                  <a:lnTo>
                    <a:pt x="638683" y="630428"/>
                  </a:lnTo>
                </a:path>
              </a:pathLst>
            </a:custGeom>
            <a:ln w="6350">
              <a:solidFill>
                <a:srgbClr val="FFFFFF"/>
              </a:solidFill>
            </a:ln>
          </p:spPr>
          <p:txBody>
            <a:bodyPr wrap="square" lIns="0" tIns="0" rIns="0" bIns="0" rtlCol="0"/>
            <a:lstStyle/>
            <a:p>
              <a:endParaRPr/>
            </a:p>
          </p:txBody>
        </p:sp>
        <p:sp>
          <p:nvSpPr>
            <p:cNvPr id="171" name="object 171"/>
            <p:cNvSpPr/>
            <p:nvPr/>
          </p:nvSpPr>
          <p:spPr>
            <a:xfrm>
              <a:off x="7327788" y="4077985"/>
              <a:ext cx="150971" cy="150971"/>
            </a:xfrm>
            <a:prstGeom prst="rect">
              <a:avLst/>
            </a:prstGeom>
            <a:blipFill>
              <a:blip r:embed="rId13" cstate="print"/>
              <a:stretch>
                <a:fillRect/>
              </a:stretch>
            </a:blipFill>
          </p:spPr>
          <p:txBody>
            <a:bodyPr wrap="square" lIns="0" tIns="0" rIns="0" bIns="0" rtlCol="0"/>
            <a:lstStyle/>
            <a:p>
              <a:endParaRPr/>
            </a:p>
          </p:txBody>
        </p:sp>
        <p:sp>
          <p:nvSpPr>
            <p:cNvPr id="172" name="object 172"/>
            <p:cNvSpPr/>
            <p:nvPr/>
          </p:nvSpPr>
          <p:spPr>
            <a:xfrm>
              <a:off x="7623047" y="4375403"/>
              <a:ext cx="719455" cy="721360"/>
            </a:xfrm>
            <a:custGeom>
              <a:avLst/>
              <a:gdLst/>
              <a:ahLst/>
              <a:cxnLst/>
              <a:rect l="l" t="t" r="r" b="b"/>
              <a:pathLst>
                <a:path w="719454" h="721360">
                  <a:moveTo>
                    <a:pt x="359663" y="0"/>
                  </a:moveTo>
                  <a:lnTo>
                    <a:pt x="310861" y="3291"/>
                  </a:lnTo>
                  <a:lnTo>
                    <a:pt x="264054" y="12878"/>
                  </a:lnTo>
                  <a:lnTo>
                    <a:pt x="219670" y="28330"/>
                  </a:lnTo>
                  <a:lnTo>
                    <a:pt x="178138" y="49219"/>
                  </a:lnTo>
                  <a:lnTo>
                    <a:pt x="139887" y="75114"/>
                  </a:lnTo>
                  <a:lnTo>
                    <a:pt x="105346" y="105584"/>
                  </a:lnTo>
                  <a:lnTo>
                    <a:pt x="74943" y="140201"/>
                  </a:lnTo>
                  <a:lnTo>
                    <a:pt x="49106" y="178533"/>
                  </a:lnTo>
                  <a:lnTo>
                    <a:pt x="28265" y="220152"/>
                  </a:lnTo>
                  <a:lnTo>
                    <a:pt x="12848" y="264627"/>
                  </a:lnTo>
                  <a:lnTo>
                    <a:pt x="3283" y="311528"/>
                  </a:lnTo>
                  <a:lnTo>
                    <a:pt x="0" y="360426"/>
                  </a:lnTo>
                  <a:lnTo>
                    <a:pt x="3283" y="409323"/>
                  </a:lnTo>
                  <a:lnTo>
                    <a:pt x="12848" y="456224"/>
                  </a:lnTo>
                  <a:lnTo>
                    <a:pt x="28265" y="500699"/>
                  </a:lnTo>
                  <a:lnTo>
                    <a:pt x="49106" y="542318"/>
                  </a:lnTo>
                  <a:lnTo>
                    <a:pt x="74943" y="580650"/>
                  </a:lnTo>
                  <a:lnTo>
                    <a:pt x="105346" y="615267"/>
                  </a:lnTo>
                  <a:lnTo>
                    <a:pt x="139887" y="645737"/>
                  </a:lnTo>
                  <a:lnTo>
                    <a:pt x="178138" y="671632"/>
                  </a:lnTo>
                  <a:lnTo>
                    <a:pt x="219670" y="692521"/>
                  </a:lnTo>
                  <a:lnTo>
                    <a:pt x="264054" y="707973"/>
                  </a:lnTo>
                  <a:lnTo>
                    <a:pt x="310861" y="717560"/>
                  </a:lnTo>
                  <a:lnTo>
                    <a:pt x="359663" y="720852"/>
                  </a:lnTo>
                  <a:lnTo>
                    <a:pt x="408466" y="717560"/>
                  </a:lnTo>
                  <a:lnTo>
                    <a:pt x="455273" y="707973"/>
                  </a:lnTo>
                  <a:lnTo>
                    <a:pt x="499657" y="692521"/>
                  </a:lnTo>
                  <a:lnTo>
                    <a:pt x="541189" y="671632"/>
                  </a:lnTo>
                  <a:lnTo>
                    <a:pt x="579440" y="645737"/>
                  </a:lnTo>
                  <a:lnTo>
                    <a:pt x="613981" y="615267"/>
                  </a:lnTo>
                  <a:lnTo>
                    <a:pt x="644384" y="580650"/>
                  </a:lnTo>
                  <a:lnTo>
                    <a:pt x="670221" y="542318"/>
                  </a:lnTo>
                  <a:lnTo>
                    <a:pt x="691062" y="500699"/>
                  </a:lnTo>
                  <a:lnTo>
                    <a:pt x="706479" y="456224"/>
                  </a:lnTo>
                  <a:lnTo>
                    <a:pt x="716044" y="409323"/>
                  </a:lnTo>
                  <a:lnTo>
                    <a:pt x="719327" y="360426"/>
                  </a:lnTo>
                  <a:lnTo>
                    <a:pt x="716044" y="311528"/>
                  </a:lnTo>
                  <a:lnTo>
                    <a:pt x="706479" y="264627"/>
                  </a:lnTo>
                  <a:lnTo>
                    <a:pt x="691062" y="220152"/>
                  </a:lnTo>
                  <a:lnTo>
                    <a:pt x="670221" y="178533"/>
                  </a:lnTo>
                  <a:lnTo>
                    <a:pt x="644384" y="140201"/>
                  </a:lnTo>
                  <a:lnTo>
                    <a:pt x="613981" y="105584"/>
                  </a:lnTo>
                  <a:lnTo>
                    <a:pt x="579440" y="75114"/>
                  </a:lnTo>
                  <a:lnTo>
                    <a:pt x="541189" y="49219"/>
                  </a:lnTo>
                  <a:lnTo>
                    <a:pt x="499657" y="28330"/>
                  </a:lnTo>
                  <a:lnTo>
                    <a:pt x="455273" y="12878"/>
                  </a:lnTo>
                  <a:lnTo>
                    <a:pt x="408466" y="3291"/>
                  </a:lnTo>
                  <a:lnTo>
                    <a:pt x="359663" y="0"/>
                  </a:lnTo>
                  <a:close/>
                </a:path>
              </a:pathLst>
            </a:custGeom>
            <a:solidFill>
              <a:srgbClr val="FF8E01"/>
            </a:solidFill>
          </p:spPr>
          <p:txBody>
            <a:bodyPr wrap="square" lIns="0" tIns="0" rIns="0" bIns="0" rtlCol="0"/>
            <a:lstStyle/>
            <a:p>
              <a:endParaRPr/>
            </a:p>
          </p:txBody>
        </p:sp>
        <p:sp>
          <p:nvSpPr>
            <p:cNvPr id="173" name="object 173"/>
            <p:cNvSpPr/>
            <p:nvPr/>
          </p:nvSpPr>
          <p:spPr>
            <a:xfrm>
              <a:off x="7655051" y="4408932"/>
              <a:ext cx="655320" cy="654050"/>
            </a:xfrm>
            <a:custGeom>
              <a:avLst/>
              <a:gdLst/>
              <a:ahLst/>
              <a:cxnLst/>
              <a:rect l="l" t="t" r="r" b="b"/>
              <a:pathLst>
                <a:path w="655320" h="654050">
                  <a:moveTo>
                    <a:pt x="327659" y="0"/>
                  </a:moveTo>
                  <a:lnTo>
                    <a:pt x="279237" y="3543"/>
                  </a:lnTo>
                  <a:lnTo>
                    <a:pt x="233022" y="13836"/>
                  </a:lnTo>
                  <a:lnTo>
                    <a:pt x="189521" y="30374"/>
                  </a:lnTo>
                  <a:lnTo>
                    <a:pt x="149239" y="52651"/>
                  </a:lnTo>
                  <a:lnTo>
                    <a:pt x="112685" y="80164"/>
                  </a:lnTo>
                  <a:lnTo>
                    <a:pt x="80364" y="112407"/>
                  </a:lnTo>
                  <a:lnTo>
                    <a:pt x="52784" y="148875"/>
                  </a:lnTo>
                  <a:lnTo>
                    <a:pt x="30451" y="189063"/>
                  </a:lnTo>
                  <a:lnTo>
                    <a:pt x="13871" y="232466"/>
                  </a:lnTo>
                  <a:lnTo>
                    <a:pt x="3552" y="278579"/>
                  </a:lnTo>
                  <a:lnTo>
                    <a:pt x="0" y="326898"/>
                  </a:lnTo>
                  <a:lnTo>
                    <a:pt x="3552" y="375216"/>
                  </a:lnTo>
                  <a:lnTo>
                    <a:pt x="13871" y="421329"/>
                  </a:lnTo>
                  <a:lnTo>
                    <a:pt x="30451" y="464732"/>
                  </a:lnTo>
                  <a:lnTo>
                    <a:pt x="52784" y="504920"/>
                  </a:lnTo>
                  <a:lnTo>
                    <a:pt x="80364" y="541388"/>
                  </a:lnTo>
                  <a:lnTo>
                    <a:pt x="112685" y="573631"/>
                  </a:lnTo>
                  <a:lnTo>
                    <a:pt x="149239" y="601144"/>
                  </a:lnTo>
                  <a:lnTo>
                    <a:pt x="189521" y="623421"/>
                  </a:lnTo>
                  <a:lnTo>
                    <a:pt x="233022" y="639959"/>
                  </a:lnTo>
                  <a:lnTo>
                    <a:pt x="279237" y="650252"/>
                  </a:lnTo>
                  <a:lnTo>
                    <a:pt x="327659" y="653796"/>
                  </a:lnTo>
                  <a:lnTo>
                    <a:pt x="376082" y="650252"/>
                  </a:lnTo>
                  <a:lnTo>
                    <a:pt x="422297" y="639959"/>
                  </a:lnTo>
                  <a:lnTo>
                    <a:pt x="465798" y="623421"/>
                  </a:lnTo>
                  <a:lnTo>
                    <a:pt x="506080" y="601144"/>
                  </a:lnTo>
                  <a:lnTo>
                    <a:pt x="542634" y="573631"/>
                  </a:lnTo>
                  <a:lnTo>
                    <a:pt x="574955" y="541388"/>
                  </a:lnTo>
                  <a:lnTo>
                    <a:pt x="602535" y="504920"/>
                  </a:lnTo>
                  <a:lnTo>
                    <a:pt x="624868" y="464732"/>
                  </a:lnTo>
                  <a:lnTo>
                    <a:pt x="641448" y="421329"/>
                  </a:lnTo>
                  <a:lnTo>
                    <a:pt x="651767" y="375216"/>
                  </a:lnTo>
                  <a:lnTo>
                    <a:pt x="655320" y="326898"/>
                  </a:lnTo>
                  <a:lnTo>
                    <a:pt x="651767" y="278579"/>
                  </a:lnTo>
                  <a:lnTo>
                    <a:pt x="641448" y="232466"/>
                  </a:lnTo>
                  <a:lnTo>
                    <a:pt x="624868" y="189063"/>
                  </a:lnTo>
                  <a:lnTo>
                    <a:pt x="602535" y="148875"/>
                  </a:lnTo>
                  <a:lnTo>
                    <a:pt x="574955" y="112407"/>
                  </a:lnTo>
                  <a:lnTo>
                    <a:pt x="542634" y="80164"/>
                  </a:lnTo>
                  <a:lnTo>
                    <a:pt x="506080" y="52651"/>
                  </a:lnTo>
                  <a:lnTo>
                    <a:pt x="465798" y="30374"/>
                  </a:lnTo>
                  <a:lnTo>
                    <a:pt x="422297" y="13836"/>
                  </a:lnTo>
                  <a:lnTo>
                    <a:pt x="376082" y="3543"/>
                  </a:lnTo>
                  <a:lnTo>
                    <a:pt x="327659" y="0"/>
                  </a:lnTo>
                  <a:close/>
                </a:path>
              </a:pathLst>
            </a:custGeom>
            <a:solidFill>
              <a:srgbClr val="152B77"/>
            </a:solidFill>
          </p:spPr>
          <p:txBody>
            <a:bodyPr wrap="square" lIns="0" tIns="0" rIns="0" bIns="0" rtlCol="0"/>
            <a:lstStyle/>
            <a:p>
              <a:endParaRPr/>
            </a:p>
          </p:txBody>
        </p:sp>
        <p:sp>
          <p:nvSpPr>
            <p:cNvPr id="174" name="object 174"/>
            <p:cNvSpPr/>
            <p:nvPr/>
          </p:nvSpPr>
          <p:spPr>
            <a:xfrm>
              <a:off x="7776971" y="4549139"/>
              <a:ext cx="411480" cy="373380"/>
            </a:xfrm>
            <a:custGeom>
              <a:avLst/>
              <a:gdLst/>
              <a:ahLst/>
              <a:cxnLst/>
              <a:rect l="l" t="t" r="r" b="b"/>
              <a:pathLst>
                <a:path w="411479" h="373379">
                  <a:moveTo>
                    <a:pt x="406146" y="351536"/>
                  </a:moveTo>
                  <a:lnTo>
                    <a:pt x="5333" y="351536"/>
                  </a:lnTo>
                  <a:lnTo>
                    <a:pt x="0" y="356362"/>
                  </a:lnTo>
                  <a:lnTo>
                    <a:pt x="0" y="368427"/>
                  </a:lnTo>
                  <a:lnTo>
                    <a:pt x="5333" y="373380"/>
                  </a:lnTo>
                  <a:lnTo>
                    <a:pt x="406146" y="373380"/>
                  </a:lnTo>
                  <a:lnTo>
                    <a:pt x="411479" y="368427"/>
                  </a:lnTo>
                  <a:lnTo>
                    <a:pt x="411479" y="356362"/>
                  </a:lnTo>
                  <a:lnTo>
                    <a:pt x="406146" y="351536"/>
                  </a:lnTo>
                  <a:close/>
                </a:path>
                <a:path w="411479" h="373379">
                  <a:moveTo>
                    <a:pt x="96393" y="328930"/>
                  </a:moveTo>
                  <a:lnTo>
                    <a:pt x="24129" y="328930"/>
                  </a:lnTo>
                  <a:lnTo>
                    <a:pt x="24129" y="351536"/>
                  </a:lnTo>
                  <a:lnTo>
                    <a:pt x="96393" y="351536"/>
                  </a:lnTo>
                  <a:lnTo>
                    <a:pt x="96393" y="328930"/>
                  </a:lnTo>
                  <a:close/>
                </a:path>
                <a:path w="411479" h="373379">
                  <a:moveTo>
                    <a:pt x="241807" y="328930"/>
                  </a:moveTo>
                  <a:lnTo>
                    <a:pt x="169545" y="328930"/>
                  </a:lnTo>
                  <a:lnTo>
                    <a:pt x="169545" y="351536"/>
                  </a:lnTo>
                  <a:lnTo>
                    <a:pt x="241807" y="351536"/>
                  </a:lnTo>
                  <a:lnTo>
                    <a:pt x="241807" y="328930"/>
                  </a:lnTo>
                  <a:close/>
                </a:path>
                <a:path w="411479" h="373379">
                  <a:moveTo>
                    <a:pt x="387350" y="328930"/>
                  </a:moveTo>
                  <a:lnTo>
                    <a:pt x="314959" y="328930"/>
                  </a:lnTo>
                  <a:lnTo>
                    <a:pt x="314959" y="351536"/>
                  </a:lnTo>
                  <a:lnTo>
                    <a:pt x="387350" y="351536"/>
                  </a:lnTo>
                  <a:lnTo>
                    <a:pt x="387350" y="328930"/>
                  </a:lnTo>
                  <a:close/>
                </a:path>
                <a:path w="411479" h="373379">
                  <a:moveTo>
                    <a:pt x="406019" y="306959"/>
                  </a:moveTo>
                  <a:lnTo>
                    <a:pt x="5333" y="306959"/>
                  </a:lnTo>
                  <a:lnTo>
                    <a:pt x="0" y="311912"/>
                  </a:lnTo>
                  <a:lnTo>
                    <a:pt x="0" y="323977"/>
                  </a:lnTo>
                  <a:lnTo>
                    <a:pt x="5333" y="328930"/>
                  </a:lnTo>
                  <a:lnTo>
                    <a:pt x="406019" y="328930"/>
                  </a:lnTo>
                  <a:lnTo>
                    <a:pt x="411352" y="323977"/>
                  </a:lnTo>
                  <a:lnTo>
                    <a:pt x="411352" y="311912"/>
                  </a:lnTo>
                  <a:lnTo>
                    <a:pt x="406019" y="306959"/>
                  </a:lnTo>
                  <a:close/>
                </a:path>
                <a:path w="411479" h="373379">
                  <a:moveTo>
                    <a:pt x="135762" y="0"/>
                  </a:moveTo>
                  <a:lnTo>
                    <a:pt x="41528" y="0"/>
                  </a:lnTo>
                  <a:lnTo>
                    <a:pt x="36195" y="4953"/>
                  </a:lnTo>
                  <a:lnTo>
                    <a:pt x="36195" y="218059"/>
                  </a:lnTo>
                  <a:lnTo>
                    <a:pt x="83566" y="218059"/>
                  </a:lnTo>
                  <a:lnTo>
                    <a:pt x="83566" y="124460"/>
                  </a:lnTo>
                  <a:lnTo>
                    <a:pt x="89026" y="119634"/>
                  </a:lnTo>
                  <a:lnTo>
                    <a:pt x="196087" y="119634"/>
                  </a:lnTo>
                  <a:lnTo>
                    <a:pt x="196087" y="69850"/>
                  </a:lnTo>
                  <a:lnTo>
                    <a:pt x="201422" y="64897"/>
                  </a:lnTo>
                  <a:lnTo>
                    <a:pt x="259587" y="64897"/>
                  </a:lnTo>
                  <a:lnTo>
                    <a:pt x="259587" y="36449"/>
                  </a:lnTo>
                  <a:lnTo>
                    <a:pt x="141224" y="36449"/>
                  </a:lnTo>
                  <a:lnTo>
                    <a:pt x="135762" y="31623"/>
                  </a:lnTo>
                  <a:lnTo>
                    <a:pt x="135762" y="0"/>
                  </a:lnTo>
                  <a:close/>
                </a:path>
                <a:path w="411479" h="373379">
                  <a:moveTo>
                    <a:pt x="139826" y="141478"/>
                  </a:moveTo>
                  <a:lnTo>
                    <a:pt x="113156" y="141478"/>
                  </a:lnTo>
                  <a:lnTo>
                    <a:pt x="107696" y="146431"/>
                  </a:lnTo>
                  <a:lnTo>
                    <a:pt x="107696" y="213106"/>
                  </a:lnTo>
                  <a:lnTo>
                    <a:pt x="113156" y="218059"/>
                  </a:lnTo>
                  <a:lnTo>
                    <a:pt x="190626" y="218059"/>
                  </a:lnTo>
                  <a:lnTo>
                    <a:pt x="196087" y="213106"/>
                  </a:lnTo>
                  <a:lnTo>
                    <a:pt x="196087" y="168783"/>
                  </a:lnTo>
                  <a:lnTo>
                    <a:pt x="145160" y="168783"/>
                  </a:lnTo>
                  <a:lnTo>
                    <a:pt x="139826" y="163957"/>
                  </a:lnTo>
                  <a:lnTo>
                    <a:pt x="139826" y="141478"/>
                  </a:lnTo>
                  <a:close/>
                </a:path>
                <a:path w="411479" h="373379">
                  <a:moveTo>
                    <a:pt x="281177" y="86741"/>
                  </a:moveTo>
                  <a:lnTo>
                    <a:pt x="225551" y="86741"/>
                  </a:lnTo>
                  <a:lnTo>
                    <a:pt x="220218" y="91693"/>
                  </a:lnTo>
                  <a:lnTo>
                    <a:pt x="220218" y="213106"/>
                  </a:lnTo>
                  <a:lnTo>
                    <a:pt x="225551" y="218059"/>
                  </a:lnTo>
                  <a:lnTo>
                    <a:pt x="360933" y="218059"/>
                  </a:lnTo>
                  <a:lnTo>
                    <a:pt x="366395" y="213106"/>
                  </a:lnTo>
                  <a:lnTo>
                    <a:pt x="366395" y="117348"/>
                  </a:lnTo>
                  <a:lnTo>
                    <a:pt x="286638" y="117348"/>
                  </a:lnTo>
                  <a:lnTo>
                    <a:pt x="281177" y="112522"/>
                  </a:lnTo>
                  <a:lnTo>
                    <a:pt x="281177" y="86741"/>
                  </a:lnTo>
                  <a:close/>
                </a:path>
                <a:path w="411479" h="373379">
                  <a:moveTo>
                    <a:pt x="190626" y="141478"/>
                  </a:moveTo>
                  <a:lnTo>
                    <a:pt x="163956" y="141478"/>
                  </a:lnTo>
                  <a:lnTo>
                    <a:pt x="163956" y="163957"/>
                  </a:lnTo>
                  <a:lnTo>
                    <a:pt x="158496" y="168783"/>
                  </a:lnTo>
                  <a:lnTo>
                    <a:pt x="196087" y="168783"/>
                  </a:lnTo>
                  <a:lnTo>
                    <a:pt x="196087" y="146431"/>
                  </a:lnTo>
                  <a:lnTo>
                    <a:pt x="190626" y="141478"/>
                  </a:lnTo>
                  <a:close/>
                </a:path>
                <a:path w="411479" h="373379">
                  <a:moveTo>
                    <a:pt x="361060" y="86741"/>
                  </a:moveTo>
                  <a:lnTo>
                    <a:pt x="305307" y="86741"/>
                  </a:lnTo>
                  <a:lnTo>
                    <a:pt x="305307" y="112522"/>
                  </a:lnTo>
                  <a:lnTo>
                    <a:pt x="299974" y="117348"/>
                  </a:lnTo>
                  <a:lnTo>
                    <a:pt x="366395" y="117348"/>
                  </a:lnTo>
                  <a:lnTo>
                    <a:pt x="366395" y="91693"/>
                  </a:lnTo>
                  <a:lnTo>
                    <a:pt x="361060" y="86741"/>
                  </a:lnTo>
                  <a:close/>
                </a:path>
                <a:path w="411479" h="373379">
                  <a:moveTo>
                    <a:pt x="254126" y="0"/>
                  </a:moveTo>
                  <a:lnTo>
                    <a:pt x="159893" y="0"/>
                  </a:lnTo>
                  <a:lnTo>
                    <a:pt x="159893" y="31623"/>
                  </a:lnTo>
                  <a:lnTo>
                    <a:pt x="154558" y="36449"/>
                  </a:lnTo>
                  <a:lnTo>
                    <a:pt x="259587" y="36449"/>
                  </a:lnTo>
                  <a:lnTo>
                    <a:pt x="259587" y="4953"/>
                  </a:lnTo>
                  <a:lnTo>
                    <a:pt x="254126" y="0"/>
                  </a:lnTo>
                  <a:close/>
                </a:path>
                <a:path w="411479" h="373379">
                  <a:moveTo>
                    <a:pt x="314578" y="239903"/>
                  </a:moveTo>
                  <a:lnTo>
                    <a:pt x="260984" y="239903"/>
                  </a:lnTo>
                  <a:lnTo>
                    <a:pt x="255524" y="244856"/>
                  </a:lnTo>
                  <a:lnTo>
                    <a:pt x="255524" y="280289"/>
                  </a:lnTo>
                  <a:lnTo>
                    <a:pt x="260984" y="285115"/>
                  </a:lnTo>
                  <a:lnTo>
                    <a:pt x="392302" y="285115"/>
                  </a:lnTo>
                  <a:lnTo>
                    <a:pt x="397763" y="280289"/>
                  </a:lnTo>
                  <a:lnTo>
                    <a:pt x="397763" y="266192"/>
                  </a:lnTo>
                  <a:lnTo>
                    <a:pt x="320039" y="266192"/>
                  </a:lnTo>
                  <a:lnTo>
                    <a:pt x="314578" y="261239"/>
                  </a:lnTo>
                  <a:lnTo>
                    <a:pt x="314578" y="239903"/>
                  </a:lnTo>
                  <a:close/>
                </a:path>
                <a:path w="411479" h="373379">
                  <a:moveTo>
                    <a:pt x="392302" y="239903"/>
                  </a:moveTo>
                  <a:lnTo>
                    <a:pt x="338708" y="239903"/>
                  </a:lnTo>
                  <a:lnTo>
                    <a:pt x="338708" y="261239"/>
                  </a:lnTo>
                  <a:lnTo>
                    <a:pt x="333248" y="266192"/>
                  </a:lnTo>
                  <a:lnTo>
                    <a:pt x="397763" y="266192"/>
                  </a:lnTo>
                  <a:lnTo>
                    <a:pt x="397763" y="244856"/>
                  </a:lnTo>
                  <a:lnTo>
                    <a:pt x="392302" y="239903"/>
                  </a:lnTo>
                  <a:close/>
                </a:path>
                <a:path w="411479" h="373379">
                  <a:moveTo>
                    <a:pt x="226059" y="239903"/>
                  </a:moveTo>
                  <a:lnTo>
                    <a:pt x="21589" y="239903"/>
                  </a:lnTo>
                  <a:lnTo>
                    <a:pt x="16128" y="244856"/>
                  </a:lnTo>
                  <a:lnTo>
                    <a:pt x="16128" y="280289"/>
                  </a:lnTo>
                  <a:lnTo>
                    <a:pt x="21589" y="285115"/>
                  </a:lnTo>
                  <a:lnTo>
                    <a:pt x="226059" y="285115"/>
                  </a:lnTo>
                  <a:lnTo>
                    <a:pt x="231394" y="280289"/>
                  </a:lnTo>
                  <a:lnTo>
                    <a:pt x="231394" y="244856"/>
                  </a:lnTo>
                  <a:lnTo>
                    <a:pt x="226059" y="239903"/>
                  </a:lnTo>
                  <a:close/>
                </a:path>
              </a:pathLst>
            </a:custGeom>
            <a:solidFill>
              <a:srgbClr val="FF8E01"/>
            </a:solidFill>
          </p:spPr>
          <p:txBody>
            <a:bodyPr wrap="square" lIns="0" tIns="0" rIns="0" bIns="0" rtlCol="0"/>
            <a:lstStyle/>
            <a:p>
              <a:endParaRPr/>
            </a:p>
          </p:txBody>
        </p:sp>
        <p:sp>
          <p:nvSpPr>
            <p:cNvPr id="175" name="object 175"/>
            <p:cNvSpPr/>
            <p:nvPr/>
          </p:nvSpPr>
          <p:spPr>
            <a:xfrm>
              <a:off x="8024876" y="3292475"/>
              <a:ext cx="868680" cy="226695"/>
            </a:xfrm>
            <a:custGeom>
              <a:avLst/>
              <a:gdLst/>
              <a:ahLst/>
              <a:cxnLst/>
              <a:rect l="l" t="t" r="r" b="b"/>
              <a:pathLst>
                <a:path w="868679" h="226695">
                  <a:moveTo>
                    <a:pt x="0" y="0"/>
                  </a:moveTo>
                  <a:lnTo>
                    <a:pt x="868172" y="226567"/>
                  </a:lnTo>
                </a:path>
              </a:pathLst>
            </a:custGeom>
            <a:ln w="3175">
              <a:solidFill>
                <a:srgbClr val="FFFFFF"/>
              </a:solidFill>
            </a:ln>
          </p:spPr>
          <p:txBody>
            <a:bodyPr wrap="square" lIns="0" tIns="0" rIns="0" bIns="0" rtlCol="0"/>
            <a:lstStyle/>
            <a:p>
              <a:endParaRPr/>
            </a:p>
          </p:txBody>
        </p:sp>
        <p:sp>
          <p:nvSpPr>
            <p:cNvPr id="176" name="object 176"/>
            <p:cNvSpPr/>
            <p:nvPr/>
          </p:nvSpPr>
          <p:spPr>
            <a:xfrm>
              <a:off x="7884641" y="3192647"/>
              <a:ext cx="149530" cy="149619"/>
            </a:xfrm>
            <a:prstGeom prst="rect">
              <a:avLst/>
            </a:prstGeom>
            <a:blipFill>
              <a:blip r:embed="rId14" cstate="print"/>
              <a:stretch>
                <a:fillRect/>
              </a:stretch>
            </a:blipFill>
          </p:spPr>
          <p:txBody>
            <a:bodyPr wrap="square" lIns="0" tIns="0" rIns="0" bIns="0" rtlCol="0"/>
            <a:lstStyle/>
            <a:p>
              <a:endParaRPr/>
            </a:p>
          </p:txBody>
        </p:sp>
        <p:sp>
          <p:nvSpPr>
            <p:cNvPr id="177" name="object 177"/>
            <p:cNvSpPr/>
            <p:nvPr/>
          </p:nvSpPr>
          <p:spPr>
            <a:xfrm>
              <a:off x="8392667" y="3113531"/>
              <a:ext cx="719455" cy="719455"/>
            </a:xfrm>
            <a:custGeom>
              <a:avLst/>
              <a:gdLst/>
              <a:ahLst/>
              <a:cxnLst/>
              <a:rect l="l" t="t" r="r" b="b"/>
              <a:pathLst>
                <a:path w="719454" h="719454">
                  <a:moveTo>
                    <a:pt x="359663" y="0"/>
                  </a:moveTo>
                  <a:lnTo>
                    <a:pt x="310861" y="3283"/>
                  </a:lnTo>
                  <a:lnTo>
                    <a:pt x="264054" y="12848"/>
                  </a:lnTo>
                  <a:lnTo>
                    <a:pt x="219670" y="28265"/>
                  </a:lnTo>
                  <a:lnTo>
                    <a:pt x="178138" y="49106"/>
                  </a:lnTo>
                  <a:lnTo>
                    <a:pt x="139887" y="74943"/>
                  </a:lnTo>
                  <a:lnTo>
                    <a:pt x="105346" y="105346"/>
                  </a:lnTo>
                  <a:lnTo>
                    <a:pt x="74943" y="139887"/>
                  </a:lnTo>
                  <a:lnTo>
                    <a:pt x="49106" y="178138"/>
                  </a:lnTo>
                  <a:lnTo>
                    <a:pt x="28265" y="219670"/>
                  </a:lnTo>
                  <a:lnTo>
                    <a:pt x="12848" y="264054"/>
                  </a:lnTo>
                  <a:lnTo>
                    <a:pt x="3283" y="310861"/>
                  </a:lnTo>
                  <a:lnTo>
                    <a:pt x="0" y="359663"/>
                  </a:lnTo>
                  <a:lnTo>
                    <a:pt x="3283" y="408466"/>
                  </a:lnTo>
                  <a:lnTo>
                    <a:pt x="12848" y="455273"/>
                  </a:lnTo>
                  <a:lnTo>
                    <a:pt x="28265" y="499657"/>
                  </a:lnTo>
                  <a:lnTo>
                    <a:pt x="49106" y="541189"/>
                  </a:lnTo>
                  <a:lnTo>
                    <a:pt x="74943" y="579440"/>
                  </a:lnTo>
                  <a:lnTo>
                    <a:pt x="105346" y="613981"/>
                  </a:lnTo>
                  <a:lnTo>
                    <a:pt x="139887" y="644384"/>
                  </a:lnTo>
                  <a:lnTo>
                    <a:pt x="178138" y="670221"/>
                  </a:lnTo>
                  <a:lnTo>
                    <a:pt x="219670" y="691062"/>
                  </a:lnTo>
                  <a:lnTo>
                    <a:pt x="264054" y="706479"/>
                  </a:lnTo>
                  <a:lnTo>
                    <a:pt x="310861" y="716044"/>
                  </a:lnTo>
                  <a:lnTo>
                    <a:pt x="359663" y="719327"/>
                  </a:lnTo>
                  <a:lnTo>
                    <a:pt x="408466" y="716044"/>
                  </a:lnTo>
                  <a:lnTo>
                    <a:pt x="455273" y="706479"/>
                  </a:lnTo>
                  <a:lnTo>
                    <a:pt x="499657" y="691062"/>
                  </a:lnTo>
                  <a:lnTo>
                    <a:pt x="541189" y="670221"/>
                  </a:lnTo>
                  <a:lnTo>
                    <a:pt x="579440" y="644384"/>
                  </a:lnTo>
                  <a:lnTo>
                    <a:pt x="613981" y="613981"/>
                  </a:lnTo>
                  <a:lnTo>
                    <a:pt x="644384" y="579440"/>
                  </a:lnTo>
                  <a:lnTo>
                    <a:pt x="670221" y="541189"/>
                  </a:lnTo>
                  <a:lnTo>
                    <a:pt x="691062" y="499657"/>
                  </a:lnTo>
                  <a:lnTo>
                    <a:pt x="706479" y="455273"/>
                  </a:lnTo>
                  <a:lnTo>
                    <a:pt x="716044" y="408466"/>
                  </a:lnTo>
                  <a:lnTo>
                    <a:pt x="719327" y="359663"/>
                  </a:lnTo>
                  <a:lnTo>
                    <a:pt x="716044" y="310861"/>
                  </a:lnTo>
                  <a:lnTo>
                    <a:pt x="706479" y="264054"/>
                  </a:lnTo>
                  <a:lnTo>
                    <a:pt x="691062" y="219670"/>
                  </a:lnTo>
                  <a:lnTo>
                    <a:pt x="670221" y="178138"/>
                  </a:lnTo>
                  <a:lnTo>
                    <a:pt x="644384" y="139887"/>
                  </a:lnTo>
                  <a:lnTo>
                    <a:pt x="613981" y="105346"/>
                  </a:lnTo>
                  <a:lnTo>
                    <a:pt x="579440" y="74943"/>
                  </a:lnTo>
                  <a:lnTo>
                    <a:pt x="541189" y="49106"/>
                  </a:lnTo>
                  <a:lnTo>
                    <a:pt x="499657" y="28265"/>
                  </a:lnTo>
                  <a:lnTo>
                    <a:pt x="455273" y="12848"/>
                  </a:lnTo>
                  <a:lnTo>
                    <a:pt x="408466" y="3283"/>
                  </a:lnTo>
                  <a:lnTo>
                    <a:pt x="359663" y="0"/>
                  </a:lnTo>
                  <a:close/>
                </a:path>
              </a:pathLst>
            </a:custGeom>
            <a:solidFill>
              <a:srgbClr val="00D9CE"/>
            </a:solidFill>
          </p:spPr>
          <p:txBody>
            <a:bodyPr wrap="square" lIns="0" tIns="0" rIns="0" bIns="0" rtlCol="0"/>
            <a:lstStyle/>
            <a:p>
              <a:endParaRPr/>
            </a:p>
          </p:txBody>
        </p:sp>
        <p:sp>
          <p:nvSpPr>
            <p:cNvPr id="178" name="object 178"/>
            <p:cNvSpPr/>
            <p:nvPr/>
          </p:nvSpPr>
          <p:spPr>
            <a:xfrm>
              <a:off x="8424671" y="3145536"/>
              <a:ext cx="655320" cy="654050"/>
            </a:xfrm>
            <a:custGeom>
              <a:avLst/>
              <a:gdLst/>
              <a:ahLst/>
              <a:cxnLst/>
              <a:rect l="l" t="t" r="r" b="b"/>
              <a:pathLst>
                <a:path w="655320" h="654050">
                  <a:moveTo>
                    <a:pt x="327659" y="0"/>
                  </a:moveTo>
                  <a:lnTo>
                    <a:pt x="279237" y="3543"/>
                  </a:lnTo>
                  <a:lnTo>
                    <a:pt x="233022" y="13836"/>
                  </a:lnTo>
                  <a:lnTo>
                    <a:pt x="189521" y="30374"/>
                  </a:lnTo>
                  <a:lnTo>
                    <a:pt x="149239" y="52651"/>
                  </a:lnTo>
                  <a:lnTo>
                    <a:pt x="112685" y="80164"/>
                  </a:lnTo>
                  <a:lnTo>
                    <a:pt x="80364" y="112407"/>
                  </a:lnTo>
                  <a:lnTo>
                    <a:pt x="52784" y="148875"/>
                  </a:lnTo>
                  <a:lnTo>
                    <a:pt x="30451" y="189063"/>
                  </a:lnTo>
                  <a:lnTo>
                    <a:pt x="13871" y="232466"/>
                  </a:lnTo>
                  <a:lnTo>
                    <a:pt x="3552" y="278579"/>
                  </a:lnTo>
                  <a:lnTo>
                    <a:pt x="0" y="326898"/>
                  </a:lnTo>
                  <a:lnTo>
                    <a:pt x="3552" y="375216"/>
                  </a:lnTo>
                  <a:lnTo>
                    <a:pt x="13871" y="421329"/>
                  </a:lnTo>
                  <a:lnTo>
                    <a:pt x="30451" y="464732"/>
                  </a:lnTo>
                  <a:lnTo>
                    <a:pt x="52784" y="504920"/>
                  </a:lnTo>
                  <a:lnTo>
                    <a:pt x="80364" y="541388"/>
                  </a:lnTo>
                  <a:lnTo>
                    <a:pt x="112685" y="573631"/>
                  </a:lnTo>
                  <a:lnTo>
                    <a:pt x="149239" y="601144"/>
                  </a:lnTo>
                  <a:lnTo>
                    <a:pt x="189521" y="623421"/>
                  </a:lnTo>
                  <a:lnTo>
                    <a:pt x="233022" y="639959"/>
                  </a:lnTo>
                  <a:lnTo>
                    <a:pt x="279237" y="650252"/>
                  </a:lnTo>
                  <a:lnTo>
                    <a:pt x="327659" y="653795"/>
                  </a:lnTo>
                  <a:lnTo>
                    <a:pt x="376082" y="650252"/>
                  </a:lnTo>
                  <a:lnTo>
                    <a:pt x="422297" y="639959"/>
                  </a:lnTo>
                  <a:lnTo>
                    <a:pt x="465798" y="623421"/>
                  </a:lnTo>
                  <a:lnTo>
                    <a:pt x="506080" y="601144"/>
                  </a:lnTo>
                  <a:lnTo>
                    <a:pt x="542634" y="573631"/>
                  </a:lnTo>
                  <a:lnTo>
                    <a:pt x="574955" y="541388"/>
                  </a:lnTo>
                  <a:lnTo>
                    <a:pt x="602535" y="504920"/>
                  </a:lnTo>
                  <a:lnTo>
                    <a:pt x="624868" y="464732"/>
                  </a:lnTo>
                  <a:lnTo>
                    <a:pt x="641448" y="421329"/>
                  </a:lnTo>
                  <a:lnTo>
                    <a:pt x="651767" y="375216"/>
                  </a:lnTo>
                  <a:lnTo>
                    <a:pt x="655320" y="326898"/>
                  </a:lnTo>
                  <a:lnTo>
                    <a:pt x="651767" y="278579"/>
                  </a:lnTo>
                  <a:lnTo>
                    <a:pt x="641448" y="232466"/>
                  </a:lnTo>
                  <a:lnTo>
                    <a:pt x="624868" y="189063"/>
                  </a:lnTo>
                  <a:lnTo>
                    <a:pt x="602535" y="148875"/>
                  </a:lnTo>
                  <a:lnTo>
                    <a:pt x="574955" y="112407"/>
                  </a:lnTo>
                  <a:lnTo>
                    <a:pt x="542634" y="80164"/>
                  </a:lnTo>
                  <a:lnTo>
                    <a:pt x="506080" y="52651"/>
                  </a:lnTo>
                  <a:lnTo>
                    <a:pt x="465798" y="30374"/>
                  </a:lnTo>
                  <a:lnTo>
                    <a:pt x="422297" y="13836"/>
                  </a:lnTo>
                  <a:lnTo>
                    <a:pt x="376082" y="3543"/>
                  </a:lnTo>
                  <a:lnTo>
                    <a:pt x="327659" y="0"/>
                  </a:lnTo>
                  <a:close/>
                </a:path>
              </a:pathLst>
            </a:custGeom>
            <a:solidFill>
              <a:srgbClr val="152B77"/>
            </a:solidFill>
          </p:spPr>
          <p:txBody>
            <a:bodyPr wrap="square" lIns="0" tIns="0" rIns="0" bIns="0" rtlCol="0"/>
            <a:lstStyle/>
            <a:p>
              <a:endParaRPr/>
            </a:p>
          </p:txBody>
        </p:sp>
        <p:sp>
          <p:nvSpPr>
            <p:cNvPr id="179" name="object 179"/>
            <p:cNvSpPr/>
            <p:nvPr/>
          </p:nvSpPr>
          <p:spPr>
            <a:xfrm>
              <a:off x="8549639" y="3287268"/>
              <a:ext cx="406907" cy="370332"/>
            </a:xfrm>
            <a:prstGeom prst="rect">
              <a:avLst/>
            </a:prstGeom>
            <a:blipFill>
              <a:blip r:embed="rId15" cstate="print"/>
              <a:stretch>
                <a:fillRect/>
              </a:stretch>
            </a:blipFill>
          </p:spPr>
          <p:txBody>
            <a:bodyPr wrap="square" lIns="0" tIns="0" rIns="0" bIns="0" rtlCol="0"/>
            <a:lstStyle/>
            <a:p>
              <a:endParaRPr/>
            </a:p>
          </p:txBody>
        </p:sp>
        <p:sp>
          <p:nvSpPr>
            <p:cNvPr id="180" name="object 180"/>
            <p:cNvSpPr/>
            <p:nvPr/>
          </p:nvSpPr>
          <p:spPr>
            <a:xfrm>
              <a:off x="5239512" y="1673351"/>
              <a:ext cx="1633855" cy="1222375"/>
            </a:xfrm>
            <a:custGeom>
              <a:avLst/>
              <a:gdLst/>
              <a:ahLst/>
              <a:cxnLst/>
              <a:rect l="l" t="t" r="r" b="b"/>
              <a:pathLst>
                <a:path w="1633854" h="1222375">
                  <a:moveTo>
                    <a:pt x="391668" y="1078357"/>
                  </a:moveTo>
                  <a:lnTo>
                    <a:pt x="390118" y="1064590"/>
                  </a:lnTo>
                  <a:lnTo>
                    <a:pt x="389331" y="1051293"/>
                  </a:lnTo>
                  <a:lnTo>
                    <a:pt x="389039" y="1037983"/>
                  </a:lnTo>
                  <a:lnTo>
                    <a:pt x="389001" y="1024128"/>
                  </a:lnTo>
                  <a:lnTo>
                    <a:pt x="331851" y="1024128"/>
                  </a:lnTo>
                  <a:lnTo>
                    <a:pt x="326390" y="1026795"/>
                  </a:lnTo>
                  <a:lnTo>
                    <a:pt x="242062" y="1110996"/>
                  </a:lnTo>
                  <a:lnTo>
                    <a:pt x="168656" y="1110996"/>
                  </a:lnTo>
                  <a:lnTo>
                    <a:pt x="165684" y="1105535"/>
                  </a:lnTo>
                  <a:lnTo>
                    <a:pt x="155511" y="1086777"/>
                  </a:lnTo>
                  <a:lnTo>
                    <a:pt x="137007" y="1067917"/>
                  </a:lnTo>
                  <a:lnTo>
                    <a:pt x="116967" y="1057300"/>
                  </a:lnTo>
                  <a:lnTo>
                    <a:pt x="116967" y="1138174"/>
                  </a:lnTo>
                  <a:lnTo>
                    <a:pt x="114579" y="1149705"/>
                  </a:lnTo>
                  <a:lnTo>
                    <a:pt x="108115" y="1159192"/>
                  </a:lnTo>
                  <a:lnTo>
                    <a:pt x="98577" y="1165644"/>
                  </a:lnTo>
                  <a:lnTo>
                    <a:pt x="86995" y="1168019"/>
                  </a:lnTo>
                  <a:lnTo>
                    <a:pt x="75425" y="1165250"/>
                  </a:lnTo>
                  <a:lnTo>
                    <a:pt x="65620" y="1158151"/>
                  </a:lnTo>
                  <a:lnTo>
                    <a:pt x="58343" y="1148524"/>
                  </a:lnTo>
                  <a:lnTo>
                    <a:pt x="54356" y="1138174"/>
                  </a:lnTo>
                  <a:lnTo>
                    <a:pt x="57162" y="1125042"/>
                  </a:lnTo>
                  <a:lnTo>
                    <a:pt x="64579" y="1114717"/>
                  </a:lnTo>
                  <a:lnTo>
                    <a:pt x="75031" y="1107960"/>
                  </a:lnTo>
                  <a:lnTo>
                    <a:pt x="86995" y="1105535"/>
                  </a:lnTo>
                  <a:lnTo>
                    <a:pt x="98577" y="1108341"/>
                  </a:lnTo>
                  <a:lnTo>
                    <a:pt x="108115" y="1115720"/>
                  </a:lnTo>
                  <a:lnTo>
                    <a:pt x="114579" y="1126172"/>
                  </a:lnTo>
                  <a:lnTo>
                    <a:pt x="116967" y="1138174"/>
                  </a:lnTo>
                  <a:lnTo>
                    <a:pt x="116967" y="1057300"/>
                  </a:lnTo>
                  <a:lnTo>
                    <a:pt x="113906" y="1055674"/>
                  </a:lnTo>
                  <a:lnTo>
                    <a:pt x="86995" y="1051306"/>
                  </a:lnTo>
                  <a:lnTo>
                    <a:pt x="54267" y="1058011"/>
                  </a:lnTo>
                  <a:lnTo>
                    <a:pt x="27152" y="1076413"/>
                  </a:lnTo>
                  <a:lnTo>
                    <a:pt x="8216" y="1103985"/>
                  </a:lnTo>
                  <a:lnTo>
                    <a:pt x="0" y="1138174"/>
                  </a:lnTo>
                  <a:lnTo>
                    <a:pt x="7086" y="1170762"/>
                  </a:lnTo>
                  <a:lnTo>
                    <a:pt x="26162" y="1197508"/>
                  </a:lnTo>
                  <a:lnTo>
                    <a:pt x="53898" y="1215605"/>
                  </a:lnTo>
                  <a:lnTo>
                    <a:pt x="86995" y="1222248"/>
                  </a:lnTo>
                  <a:lnTo>
                    <a:pt x="114287" y="1217930"/>
                  </a:lnTo>
                  <a:lnTo>
                    <a:pt x="138010" y="1205979"/>
                  </a:lnTo>
                  <a:lnTo>
                    <a:pt x="156641" y="1187907"/>
                  </a:lnTo>
                  <a:lnTo>
                    <a:pt x="167170" y="1168019"/>
                  </a:lnTo>
                  <a:lnTo>
                    <a:pt x="168656" y="1165225"/>
                  </a:lnTo>
                  <a:lnTo>
                    <a:pt x="263779" y="1165225"/>
                  </a:lnTo>
                  <a:lnTo>
                    <a:pt x="269240" y="1162558"/>
                  </a:lnTo>
                  <a:lnTo>
                    <a:pt x="320878" y="1110996"/>
                  </a:lnTo>
                  <a:lnTo>
                    <a:pt x="353568" y="1078357"/>
                  </a:lnTo>
                  <a:lnTo>
                    <a:pt x="391668" y="1078357"/>
                  </a:lnTo>
                  <a:close/>
                </a:path>
                <a:path w="1633854" h="1222375">
                  <a:moveTo>
                    <a:pt x="409956" y="887857"/>
                  </a:moveTo>
                  <a:lnTo>
                    <a:pt x="271653" y="887857"/>
                  </a:lnTo>
                  <a:lnTo>
                    <a:pt x="270116" y="885190"/>
                  </a:lnTo>
                  <a:lnTo>
                    <a:pt x="258610" y="865085"/>
                  </a:lnTo>
                  <a:lnTo>
                    <a:pt x="240195" y="846937"/>
                  </a:lnTo>
                  <a:lnTo>
                    <a:pt x="220218" y="836510"/>
                  </a:lnTo>
                  <a:lnTo>
                    <a:pt x="220218" y="915162"/>
                  </a:lnTo>
                  <a:lnTo>
                    <a:pt x="217830" y="926757"/>
                  </a:lnTo>
                  <a:lnTo>
                    <a:pt x="211391" y="936294"/>
                  </a:lnTo>
                  <a:lnTo>
                    <a:pt x="201891" y="942759"/>
                  </a:lnTo>
                  <a:lnTo>
                    <a:pt x="190373" y="945134"/>
                  </a:lnTo>
                  <a:lnTo>
                    <a:pt x="177342" y="942759"/>
                  </a:lnTo>
                  <a:lnTo>
                    <a:pt x="167347" y="936294"/>
                  </a:lnTo>
                  <a:lnTo>
                    <a:pt x="161404" y="926757"/>
                  </a:lnTo>
                  <a:lnTo>
                    <a:pt x="160528" y="915162"/>
                  </a:lnTo>
                  <a:lnTo>
                    <a:pt x="162902" y="903579"/>
                  </a:lnTo>
                  <a:lnTo>
                    <a:pt x="169354" y="894041"/>
                  </a:lnTo>
                  <a:lnTo>
                    <a:pt x="178841" y="887577"/>
                  </a:lnTo>
                  <a:lnTo>
                    <a:pt x="190373" y="885190"/>
                  </a:lnTo>
                  <a:lnTo>
                    <a:pt x="201891" y="887577"/>
                  </a:lnTo>
                  <a:lnTo>
                    <a:pt x="211391" y="894041"/>
                  </a:lnTo>
                  <a:lnTo>
                    <a:pt x="217830" y="903579"/>
                  </a:lnTo>
                  <a:lnTo>
                    <a:pt x="220218" y="915162"/>
                  </a:lnTo>
                  <a:lnTo>
                    <a:pt x="220218" y="836510"/>
                  </a:lnTo>
                  <a:lnTo>
                    <a:pt x="217195" y="834923"/>
                  </a:lnTo>
                  <a:lnTo>
                    <a:pt x="190373" y="830580"/>
                  </a:lnTo>
                  <a:lnTo>
                    <a:pt x="156235" y="837285"/>
                  </a:lnTo>
                  <a:lnTo>
                    <a:pt x="128714" y="855497"/>
                  </a:lnTo>
                  <a:lnTo>
                    <a:pt x="110324" y="882396"/>
                  </a:lnTo>
                  <a:lnTo>
                    <a:pt x="103632" y="915162"/>
                  </a:lnTo>
                  <a:lnTo>
                    <a:pt x="110274" y="947940"/>
                  </a:lnTo>
                  <a:lnTo>
                    <a:pt x="128371" y="974839"/>
                  </a:lnTo>
                  <a:lnTo>
                    <a:pt x="155117" y="993051"/>
                  </a:lnTo>
                  <a:lnTo>
                    <a:pt x="187706" y="999744"/>
                  </a:lnTo>
                  <a:lnTo>
                    <a:pt x="214896" y="995781"/>
                  </a:lnTo>
                  <a:lnTo>
                    <a:pt x="238531" y="984402"/>
                  </a:lnTo>
                  <a:lnTo>
                    <a:pt x="257060" y="966368"/>
                  </a:lnTo>
                  <a:lnTo>
                    <a:pt x="267652" y="945134"/>
                  </a:lnTo>
                  <a:lnTo>
                    <a:pt x="268986" y="942467"/>
                  </a:lnTo>
                  <a:lnTo>
                    <a:pt x="396367" y="942467"/>
                  </a:lnTo>
                  <a:lnTo>
                    <a:pt x="398894" y="928547"/>
                  </a:lnTo>
                  <a:lnTo>
                    <a:pt x="402158" y="915162"/>
                  </a:lnTo>
                  <a:lnTo>
                    <a:pt x="405917" y="901788"/>
                  </a:lnTo>
                  <a:lnTo>
                    <a:pt x="409956" y="887857"/>
                  </a:lnTo>
                  <a:close/>
                </a:path>
                <a:path w="1633854" h="1222375">
                  <a:moveTo>
                    <a:pt x="472440" y="752094"/>
                  </a:moveTo>
                  <a:lnTo>
                    <a:pt x="352679" y="752094"/>
                  </a:lnTo>
                  <a:lnTo>
                    <a:pt x="296265" y="692658"/>
                  </a:lnTo>
                  <a:lnTo>
                    <a:pt x="262890" y="657479"/>
                  </a:lnTo>
                  <a:lnTo>
                    <a:pt x="266890" y="647268"/>
                  </a:lnTo>
                  <a:lnTo>
                    <a:pt x="267093" y="646684"/>
                  </a:lnTo>
                  <a:lnTo>
                    <a:pt x="270395" y="636828"/>
                  </a:lnTo>
                  <a:lnTo>
                    <a:pt x="272872" y="625894"/>
                  </a:lnTo>
                  <a:lnTo>
                    <a:pt x="273812" y="614172"/>
                  </a:lnTo>
                  <a:lnTo>
                    <a:pt x="267703" y="584454"/>
                  </a:lnTo>
                  <a:lnTo>
                    <a:pt x="267131" y="581685"/>
                  </a:lnTo>
                  <a:lnTo>
                    <a:pt x="248983" y="555028"/>
                  </a:lnTo>
                  <a:lnTo>
                    <a:pt x="222161" y="536994"/>
                  </a:lnTo>
                  <a:lnTo>
                    <a:pt x="219456" y="536448"/>
                  </a:lnTo>
                  <a:lnTo>
                    <a:pt x="219456" y="614172"/>
                  </a:lnTo>
                  <a:lnTo>
                    <a:pt x="217068" y="627240"/>
                  </a:lnTo>
                  <a:lnTo>
                    <a:pt x="210604" y="637527"/>
                  </a:lnTo>
                  <a:lnTo>
                    <a:pt x="201066" y="644271"/>
                  </a:lnTo>
                  <a:lnTo>
                    <a:pt x="189484" y="646684"/>
                  </a:lnTo>
                  <a:lnTo>
                    <a:pt x="177939" y="643890"/>
                  </a:lnTo>
                  <a:lnTo>
                    <a:pt x="168402" y="636524"/>
                  </a:lnTo>
                  <a:lnTo>
                    <a:pt x="161899" y="626110"/>
                  </a:lnTo>
                  <a:lnTo>
                    <a:pt x="159512" y="614172"/>
                  </a:lnTo>
                  <a:lnTo>
                    <a:pt x="161899" y="602678"/>
                  </a:lnTo>
                  <a:lnTo>
                    <a:pt x="168402" y="593217"/>
                  </a:lnTo>
                  <a:lnTo>
                    <a:pt x="177939" y="586816"/>
                  </a:lnTo>
                  <a:lnTo>
                    <a:pt x="189484" y="584454"/>
                  </a:lnTo>
                  <a:lnTo>
                    <a:pt x="201066" y="586816"/>
                  </a:lnTo>
                  <a:lnTo>
                    <a:pt x="210604" y="593217"/>
                  </a:lnTo>
                  <a:lnTo>
                    <a:pt x="217068" y="602678"/>
                  </a:lnTo>
                  <a:lnTo>
                    <a:pt x="219456" y="614172"/>
                  </a:lnTo>
                  <a:lnTo>
                    <a:pt x="219456" y="536448"/>
                  </a:lnTo>
                  <a:lnTo>
                    <a:pt x="156794" y="536994"/>
                  </a:lnTo>
                  <a:lnTo>
                    <a:pt x="111823" y="581685"/>
                  </a:lnTo>
                  <a:lnTo>
                    <a:pt x="105156" y="614172"/>
                  </a:lnTo>
                  <a:lnTo>
                    <a:pt x="111823" y="648233"/>
                  </a:lnTo>
                  <a:lnTo>
                    <a:pt x="129984" y="675728"/>
                  </a:lnTo>
                  <a:lnTo>
                    <a:pt x="156794" y="694093"/>
                  </a:lnTo>
                  <a:lnTo>
                    <a:pt x="189484" y="700786"/>
                  </a:lnTo>
                  <a:lnTo>
                    <a:pt x="197650" y="700278"/>
                  </a:lnTo>
                  <a:lnTo>
                    <a:pt x="205803" y="698728"/>
                  </a:lnTo>
                  <a:lnTo>
                    <a:pt x="213944" y="696188"/>
                  </a:lnTo>
                  <a:lnTo>
                    <a:pt x="222123" y="692658"/>
                  </a:lnTo>
                  <a:lnTo>
                    <a:pt x="320040" y="795401"/>
                  </a:lnTo>
                  <a:lnTo>
                    <a:pt x="325501" y="800735"/>
                  </a:lnTo>
                  <a:lnTo>
                    <a:pt x="330962" y="803529"/>
                  </a:lnTo>
                  <a:lnTo>
                    <a:pt x="339090" y="803529"/>
                  </a:lnTo>
                  <a:lnTo>
                    <a:pt x="339090" y="806196"/>
                  </a:lnTo>
                  <a:lnTo>
                    <a:pt x="442468" y="806196"/>
                  </a:lnTo>
                  <a:lnTo>
                    <a:pt x="449097" y="792048"/>
                  </a:lnTo>
                  <a:lnTo>
                    <a:pt x="456450" y="778154"/>
                  </a:lnTo>
                  <a:lnTo>
                    <a:pt x="464299" y="764755"/>
                  </a:lnTo>
                  <a:lnTo>
                    <a:pt x="472440" y="752094"/>
                  </a:lnTo>
                  <a:close/>
                </a:path>
                <a:path w="1633854" h="1222375">
                  <a:moveTo>
                    <a:pt x="909828" y="374650"/>
                  </a:moveTo>
                  <a:lnTo>
                    <a:pt x="907884" y="363575"/>
                  </a:lnTo>
                  <a:lnTo>
                    <a:pt x="902398" y="355028"/>
                  </a:lnTo>
                  <a:lnTo>
                    <a:pt x="893851" y="349542"/>
                  </a:lnTo>
                  <a:lnTo>
                    <a:pt x="882777" y="347599"/>
                  </a:lnTo>
                  <a:lnTo>
                    <a:pt x="733679" y="347599"/>
                  </a:lnTo>
                  <a:lnTo>
                    <a:pt x="732167" y="344805"/>
                  </a:lnTo>
                  <a:lnTo>
                    <a:pt x="720636" y="323456"/>
                  </a:lnTo>
                  <a:lnTo>
                    <a:pt x="702221" y="304634"/>
                  </a:lnTo>
                  <a:lnTo>
                    <a:pt x="684911" y="295440"/>
                  </a:lnTo>
                  <a:lnTo>
                    <a:pt x="684911" y="377317"/>
                  </a:lnTo>
                  <a:lnTo>
                    <a:pt x="682117" y="388823"/>
                  </a:lnTo>
                  <a:lnTo>
                    <a:pt x="674751" y="398272"/>
                  </a:lnTo>
                  <a:lnTo>
                    <a:pt x="664337" y="404685"/>
                  </a:lnTo>
                  <a:lnTo>
                    <a:pt x="652399" y="407035"/>
                  </a:lnTo>
                  <a:lnTo>
                    <a:pt x="640892" y="404685"/>
                  </a:lnTo>
                  <a:lnTo>
                    <a:pt x="631444" y="398272"/>
                  </a:lnTo>
                  <a:lnTo>
                    <a:pt x="625030" y="388823"/>
                  </a:lnTo>
                  <a:lnTo>
                    <a:pt x="622681" y="377317"/>
                  </a:lnTo>
                  <a:lnTo>
                    <a:pt x="625030" y="364261"/>
                  </a:lnTo>
                  <a:lnTo>
                    <a:pt x="631444" y="353974"/>
                  </a:lnTo>
                  <a:lnTo>
                    <a:pt x="640892" y="347230"/>
                  </a:lnTo>
                  <a:lnTo>
                    <a:pt x="652399" y="344805"/>
                  </a:lnTo>
                  <a:lnTo>
                    <a:pt x="665505" y="347230"/>
                  </a:lnTo>
                  <a:lnTo>
                    <a:pt x="675792" y="353974"/>
                  </a:lnTo>
                  <a:lnTo>
                    <a:pt x="682498" y="364261"/>
                  </a:lnTo>
                  <a:lnTo>
                    <a:pt x="684911" y="377317"/>
                  </a:lnTo>
                  <a:lnTo>
                    <a:pt x="684911" y="295440"/>
                  </a:lnTo>
                  <a:lnTo>
                    <a:pt x="679221" y="292404"/>
                  </a:lnTo>
                  <a:lnTo>
                    <a:pt x="652399" y="288036"/>
                  </a:lnTo>
                  <a:lnTo>
                    <a:pt x="619887" y="295109"/>
                  </a:lnTo>
                  <a:lnTo>
                    <a:pt x="593178" y="314109"/>
                  </a:lnTo>
                  <a:lnTo>
                    <a:pt x="575094" y="341731"/>
                  </a:lnTo>
                  <a:lnTo>
                    <a:pt x="568452" y="374650"/>
                  </a:lnTo>
                  <a:lnTo>
                    <a:pt x="575094" y="407149"/>
                  </a:lnTo>
                  <a:lnTo>
                    <a:pt x="593178" y="433806"/>
                  </a:lnTo>
                  <a:lnTo>
                    <a:pt x="619887" y="451840"/>
                  </a:lnTo>
                  <a:lnTo>
                    <a:pt x="652399" y="458470"/>
                  </a:lnTo>
                  <a:lnTo>
                    <a:pt x="679589" y="454164"/>
                  </a:lnTo>
                  <a:lnTo>
                    <a:pt x="703224" y="442239"/>
                  </a:lnTo>
                  <a:lnTo>
                    <a:pt x="721753" y="424243"/>
                  </a:lnTo>
                  <a:lnTo>
                    <a:pt x="730846" y="407035"/>
                  </a:lnTo>
                  <a:lnTo>
                    <a:pt x="733679" y="401701"/>
                  </a:lnTo>
                  <a:lnTo>
                    <a:pt x="855599" y="401701"/>
                  </a:lnTo>
                  <a:lnTo>
                    <a:pt x="855599" y="504444"/>
                  </a:lnTo>
                  <a:lnTo>
                    <a:pt x="869442" y="502475"/>
                  </a:lnTo>
                  <a:lnTo>
                    <a:pt x="882751" y="500722"/>
                  </a:lnTo>
                  <a:lnTo>
                    <a:pt x="896048" y="499465"/>
                  </a:lnTo>
                  <a:lnTo>
                    <a:pt x="909828" y="498983"/>
                  </a:lnTo>
                  <a:lnTo>
                    <a:pt x="909828" y="401701"/>
                  </a:lnTo>
                  <a:lnTo>
                    <a:pt x="909828" y="374650"/>
                  </a:lnTo>
                  <a:close/>
                </a:path>
                <a:path w="1633854" h="1222375">
                  <a:moveTo>
                    <a:pt x="1059180" y="309753"/>
                  </a:moveTo>
                  <a:lnTo>
                    <a:pt x="1056513" y="304292"/>
                  </a:lnTo>
                  <a:lnTo>
                    <a:pt x="1053719" y="298958"/>
                  </a:lnTo>
                  <a:lnTo>
                    <a:pt x="968883" y="171196"/>
                  </a:lnTo>
                  <a:lnTo>
                    <a:pt x="950849" y="144018"/>
                  </a:lnTo>
                  <a:lnTo>
                    <a:pt x="959967" y="131305"/>
                  </a:lnTo>
                  <a:lnTo>
                    <a:pt x="966800" y="117563"/>
                  </a:lnTo>
                  <a:lnTo>
                    <a:pt x="967003" y="116840"/>
                  </a:lnTo>
                  <a:lnTo>
                    <a:pt x="971080" y="102781"/>
                  </a:lnTo>
                  <a:lnTo>
                    <a:pt x="972566" y="86995"/>
                  </a:lnTo>
                  <a:lnTo>
                    <a:pt x="966216" y="54356"/>
                  </a:lnTo>
                  <a:lnTo>
                    <a:pt x="965911" y="52781"/>
                  </a:lnTo>
                  <a:lnTo>
                    <a:pt x="947826" y="25171"/>
                  </a:lnTo>
                  <a:lnTo>
                    <a:pt x="921131" y="6718"/>
                  </a:lnTo>
                  <a:lnTo>
                    <a:pt x="918337" y="6146"/>
                  </a:lnTo>
                  <a:lnTo>
                    <a:pt x="918337" y="84201"/>
                  </a:lnTo>
                  <a:lnTo>
                    <a:pt x="915974" y="97345"/>
                  </a:lnTo>
                  <a:lnTo>
                    <a:pt x="909574" y="107670"/>
                  </a:lnTo>
                  <a:lnTo>
                    <a:pt x="900112" y="114427"/>
                  </a:lnTo>
                  <a:lnTo>
                    <a:pt x="888619" y="116840"/>
                  </a:lnTo>
                  <a:lnTo>
                    <a:pt x="877087" y="114846"/>
                  </a:lnTo>
                  <a:lnTo>
                    <a:pt x="867600" y="109016"/>
                  </a:lnTo>
                  <a:lnTo>
                    <a:pt x="861148" y="99644"/>
                  </a:lnTo>
                  <a:lnTo>
                    <a:pt x="858774" y="86995"/>
                  </a:lnTo>
                  <a:lnTo>
                    <a:pt x="861148" y="73863"/>
                  </a:lnTo>
                  <a:lnTo>
                    <a:pt x="867600" y="63538"/>
                  </a:lnTo>
                  <a:lnTo>
                    <a:pt x="877087" y="56781"/>
                  </a:lnTo>
                  <a:lnTo>
                    <a:pt x="888619" y="54356"/>
                  </a:lnTo>
                  <a:lnTo>
                    <a:pt x="901242" y="56362"/>
                  </a:lnTo>
                  <a:lnTo>
                    <a:pt x="910564" y="62191"/>
                  </a:lnTo>
                  <a:lnTo>
                    <a:pt x="916343" y="71564"/>
                  </a:lnTo>
                  <a:lnTo>
                    <a:pt x="918337" y="84201"/>
                  </a:lnTo>
                  <a:lnTo>
                    <a:pt x="918337" y="6146"/>
                  </a:lnTo>
                  <a:lnTo>
                    <a:pt x="856043" y="7099"/>
                  </a:lnTo>
                  <a:lnTo>
                    <a:pt x="811301" y="53911"/>
                  </a:lnTo>
                  <a:lnTo>
                    <a:pt x="804672" y="86995"/>
                  </a:lnTo>
                  <a:lnTo>
                    <a:pt x="811301" y="121196"/>
                  </a:lnTo>
                  <a:lnTo>
                    <a:pt x="829348" y="148767"/>
                  </a:lnTo>
                  <a:lnTo>
                    <a:pt x="856043" y="167170"/>
                  </a:lnTo>
                  <a:lnTo>
                    <a:pt x="888619" y="173863"/>
                  </a:lnTo>
                  <a:lnTo>
                    <a:pt x="894080" y="173863"/>
                  </a:lnTo>
                  <a:lnTo>
                    <a:pt x="899414" y="171196"/>
                  </a:lnTo>
                  <a:lnTo>
                    <a:pt x="904875" y="171196"/>
                  </a:lnTo>
                  <a:lnTo>
                    <a:pt x="1002284" y="320675"/>
                  </a:lnTo>
                  <a:lnTo>
                    <a:pt x="1005078" y="320675"/>
                  </a:lnTo>
                  <a:lnTo>
                    <a:pt x="1005078" y="502666"/>
                  </a:lnTo>
                  <a:lnTo>
                    <a:pt x="1019225" y="504786"/>
                  </a:lnTo>
                  <a:lnTo>
                    <a:pt x="1033119" y="507136"/>
                  </a:lnTo>
                  <a:lnTo>
                    <a:pt x="1046518" y="509981"/>
                  </a:lnTo>
                  <a:lnTo>
                    <a:pt x="1059180" y="513588"/>
                  </a:lnTo>
                  <a:lnTo>
                    <a:pt x="1059180" y="309753"/>
                  </a:lnTo>
                  <a:close/>
                </a:path>
                <a:path w="1633854" h="1222375">
                  <a:moveTo>
                    <a:pt x="1298435" y="165100"/>
                  </a:moveTo>
                  <a:lnTo>
                    <a:pt x="1291932" y="135128"/>
                  </a:lnTo>
                  <a:lnTo>
                    <a:pt x="1291348" y="132422"/>
                  </a:lnTo>
                  <a:lnTo>
                    <a:pt x="1272298" y="105600"/>
                  </a:lnTo>
                  <a:lnTo>
                    <a:pt x="1244600" y="87452"/>
                  </a:lnTo>
                  <a:lnTo>
                    <a:pt x="1244092" y="87350"/>
                  </a:lnTo>
                  <a:lnTo>
                    <a:pt x="1244092" y="165100"/>
                  </a:lnTo>
                  <a:lnTo>
                    <a:pt x="1241285" y="176631"/>
                  </a:lnTo>
                  <a:lnTo>
                    <a:pt x="1233919" y="186118"/>
                  </a:lnTo>
                  <a:lnTo>
                    <a:pt x="1223518" y="192570"/>
                  </a:lnTo>
                  <a:lnTo>
                    <a:pt x="1211580" y="194945"/>
                  </a:lnTo>
                  <a:lnTo>
                    <a:pt x="1198435" y="192570"/>
                  </a:lnTo>
                  <a:lnTo>
                    <a:pt x="1188110" y="186118"/>
                  </a:lnTo>
                  <a:lnTo>
                    <a:pt x="1181354" y="176631"/>
                  </a:lnTo>
                  <a:lnTo>
                    <a:pt x="1178941" y="165100"/>
                  </a:lnTo>
                  <a:lnTo>
                    <a:pt x="1181747" y="153517"/>
                  </a:lnTo>
                  <a:lnTo>
                    <a:pt x="1189164" y="143979"/>
                  </a:lnTo>
                  <a:lnTo>
                    <a:pt x="1199616" y="137515"/>
                  </a:lnTo>
                  <a:lnTo>
                    <a:pt x="1211580" y="135128"/>
                  </a:lnTo>
                  <a:lnTo>
                    <a:pt x="1223518" y="137515"/>
                  </a:lnTo>
                  <a:lnTo>
                    <a:pt x="1233932" y="143979"/>
                  </a:lnTo>
                  <a:lnTo>
                    <a:pt x="1241298" y="153517"/>
                  </a:lnTo>
                  <a:lnTo>
                    <a:pt x="1244092" y="165100"/>
                  </a:lnTo>
                  <a:lnTo>
                    <a:pt x="1244092" y="87350"/>
                  </a:lnTo>
                  <a:lnTo>
                    <a:pt x="1177378" y="87452"/>
                  </a:lnTo>
                  <a:lnTo>
                    <a:pt x="1131404" y="132422"/>
                  </a:lnTo>
                  <a:lnTo>
                    <a:pt x="1124712" y="165100"/>
                  </a:lnTo>
                  <a:lnTo>
                    <a:pt x="1129461" y="192328"/>
                  </a:lnTo>
                  <a:lnTo>
                    <a:pt x="1142365" y="216014"/>
                  </a:lnTo>
                  <a:lnTo>
                    <a:pt x="1161351" y="234632"/>
                  </a:lnTo>
                  <a:lnTo>
                    <a:pt x="1184402" y="246634"/>
                  </a:lnTo>
                  <a:lnTo>
                    <a:pt x="1184402" y="562102"/>
                  </a:lnTo>
                  <a:lnTo>
                    <a:pt x="1198638" y="570268"/>
                  </a:lnTo>
                  <a:lnTo>
                    <a:pt x="1212621" y="578713"/>
                  </a:lnTo>
                  <a:lnTo>
                    <a:pt x="1226083" y="587679"/>
                  </a:lnTo>
                  <a:lnTo>
                    <a:pt x="1238758" y="597408"/>
                  </a:lnTo>
                  <a:lnTo>
                    <a:pt x="1238758" y="246634"/>
                  </a:lnTo>
                  <a:lnTo>
                    <a:pt x="1261414" y="234632"/>
                  </a:lnTo>
                  <a:lnTo>
                    <a:pt x="1279791" y="216014"/>
                  </a:lnTo>
                  <a:lnTo>
                    <a:pt x="1291145" y="194945"/>
                  </a:lnTo>
                  <a:lnTo>
                    <a:pt x="1292567" y="192328"/>
                  </a:lnTo>
                  <a:lnTo>
                    <a:pt x="1298435" y="165100"/>
                  </a:lnTo>
                  <a:close/>
                </a:path>
                <a:path w="1633854" h="1222375">
                  <a:moveTo>
                    <a:pt x="1633728" y="288290"/>
                  </a:moveTo>
                  <a:lnTo>
                    <a:pt x="1628152" y="261112"/>
                  </a:lnTo>
                  <a:lnTo>
                    <a:pt x="1627047" y="255714"/>
                  </a:lnTo>
                  <a:lnTo>
                    <a:pt x="1608874" y="228968"/>
                  </a:lnTo>
                  <a:lnTo>
                    <a:pt x="1582013" y="210870"/>
                  </a:lnTo>
                  <a:lnTo>
                    <a:pt x="1579245" y="210312"/>
                  </a:lnTo>
                  <a:lnTo>
                    <a:pt x="1579245" y="290957"/>
                  </a:lnTo>
                  <a:lnTo>
                    <a:pt x="1576857" y="302488"/>
                  </a:lnTo>
                  <a:lnTo>
                    <a:pt x="1570393" y="311975"/>
                  </a:lnTo>
                  <a:lnTo>
                    <a:pt x="1560855" y="318427"/>
                  </a:lnTo>
                  <a:lnTo>
                    <a:pt x="1549273" y="320802"/>
                  </a:lnTo>
                  <a:lnTo>
                    <a:pt x="1536128" y="318427"/>
                  </a:lnTo>
                  <a:lnTo>
                    <a:pt x="1525803" y="311975"/>
                  </a:lnTo>
                  <a:lnTo>
                    <a:pt x="1519047" y="302488"/>
                  </a:lnTo>
                  <a:lnTo>
                    <a:pt x="1516634" y="290957"/>
                  </a:lnTo>
                  <a:lnTo>
                    <a:pt x="1519428" y="279438"/>
                  </a:lnTo>
                  <a:lnTo>
                    <a:pt x="1526806" y="269938"/>
                  </a:lnTo>
                  <a:lnTo>
                    <a:pt x="1537258" y="263499"/>
                  </a:lnTo>
                  <a:lnTo>
                    <a:pt x="1549273" y="261112"/>
                  </a:lnTo>
                  <a:lnTo>
                    <a:pt x="1560855" y="263499"/>
                  </a:lnTo>
                  <a:lnTo>
                    <a:pt x="1570393" y="269938"/>
                  </a:lnTo>
                  <a:lnTo>
                    <a:pt x="1576857" y="279438"/>
                  </a:lnTo>
                  <a:lnTo>
                    <a:pt x="1579245" y="290957"/>
                  </a:lnTo>
                  <a:lnTo>
                    <a:pt x="1579245" y="210312"/>
                  </a:lnTo>
                  <a:lnTo>
                    <a:pt x="1514970" y="210870"/>
                  </a:lnTo>
                  <a:lnTo>
                    <a:pt x="1468869" y="255714"/>
                  </a:lnTo>
                  <a:lnTo>
                    <a:pt x="1462151" y="288290"/>
                  </a:lnTo>
                  <a:lnTo>
                    <a:pt x="1462646" y="298424"/>
                  </a:lnTo>
                  <a:lnTo>
                    <a:pt x="1464157" y="308279"/>
                  </a:lnTo>
                  <a:lnTo>
                    <a:pt x="1466697" y="317639"/>
                  </a:lnTo>
                  <a:lnTo>
                    <a:pt x="1470279" y="326263"/>
                  </a:lnTo>
                  <a:lnTo>
                    <a:pt x="1334008" y="461899"/>
                  </a:lnTo>
                  <a:lnTo>
                    <a:pt x="1328534" y="467233"/>
                  </a:lnTo>
                  <a:lnTo>
                    <a:pt x="1325880" y="472694"/>
                  </a:lnTo>
                  <a:lnTo>
                    <a:pt x="1325880" y="681482"/>
                  </a:lnTo>
                  <a:lnTo>
                    <a:pt x="1341297" y="700214"/>
                  </a:lnTo>
                  <a:lnTo>
                    <a:pt x="1355166" y="719455"/>
                  </a:lnTo>
                  <a:lnTo>
                    <a:pt x="1368005" y="738708"/>
                  </a:lnTo>
                  <a:lnTo>
                    <a:pt x="1380363" y="757428"/>
                  </a:lnTo>
                  <a:lnTo>
                    <a:pt x="1383030" y="757428"/>
                  </a:lnTo>
                  <a:lnTo>
                    <a:pt x="1383030" y="494411"/>
                  </a:lnTo>
                  <a:lnTo>
                    <a:pt x="1511173" y="364236"/>
                  </a:lnTo>
                  <a:lnTo>
                    <a:pt x="1519758" y="367817"/>
                  </a:lnTo>
                  <a:lnTo>
                    <a:pt x="1529168" y="370357"/>
                  </a:lnTo>
                  <a:lnTo>
                    <a:pt x="1539100" y="371868"/>
                  </a:lnTo>
                  <a:lnTo>
                    <a:pt x="1549273" y="372364"/>
                  </a:lnTo>
                  <a:lnTo>
                    <a:pt x="1582013" y="365721"/>
                  </a:lnTo>
                  <a:lnTo>
                    <a:pt x="1584210" y="364236"/>
                  </a:lnTo>
                  <a:lnTo>
                    <a:pt x="1608874" y="347624"/>
                  </a:lnTo>
                  <a:lnTo>
                    <a:pt x="1627047" y="320878"/>
                  </a:lnTo>
                  <a:lnTo>
                    <a:pt x="1633728" y="288290"/>
                  </a:lnTo>
                  <a:close/>
                </a:path>
              </a:pathLst>
            </a:custGeom>
            <a:solidFill>
              <a:srgbClr val="F1F1F1"/>
            </a:solidFill>
          </p:spPr>
          <p:txBody>
            <a:bodyPr wrap="square" lIns="0" tIns="0" rIns="0" bIns="0" rtlCol="0"/>
            <a:lstStyle/>
            <a:p>
              <a:endParaRPr/>
            </a:p>
          </p:txBody>
        </p:sp>
        <p:sp>
          <p:nvSpPr>
            <p:cNvPr id="181" name="object 181"/>
            <p:cNvSpPr/>
            <p:nvPr/>
          </p:nvSpPr>
          <p:spPr>
            <a:xfrm>
              <a:off x="5972555" y="2485644"/>
              <a:ext cx="179832" cy="179831"/>
            </a:xfrm>
            <a:prstGeom prst="rect">
              <a:avLst/>
            </a:prstGeom>
            <a:blipFill>
              <a:blip r:embed="rId16" cstate="print"/>
              <a:stretch>
                <a:fillRect/>
              </a:stretch>
            </a:blipFill>
          </p:spPr>
          <p:txBody>
            <a:bodyPr wrap="square" lIns="0" tIns="0" rIns="0" bIns="0" rtlCol="0"/>
            <a:lstStyle/>
            <a:p>
              <a:endParaRPr/>
            </a:p>
          </p:txBody>
        </p:sp>
        <p:sp>
          <p:nvSpPr>
            <p:cNvPr id="182" name="object 182"/>
            <p:cNvSpPr/>
            <p:nvPr/>
          </p:nvSpPr>
          <p:spPr>
            <a:xfrm>
              <a:off x="5598286" y="2227325"/>
              <a:ext cx="1048385" cy="1184910"/>
            </a:xfrm>
            <a:custGeom>
              <a:avLst/>
              <a:gdLst/>
              <a:ahLst/>
              <a:cxnLst/>
              <a:rect l="l" t="t" r="r" b="b"/>
              <a:pathLst>
                <a:path w="1048384" h="1184910">
                  <a:moveTo>
                    <a:pt x="587074" y="0"/>
                  </a:moveTo>
                  <a:lnTo>
                    <a:pt x="535108" y="1270"/>
                  </a:lnTo>
                  <a:lnTo>
                    <a:pt x="480822" y="6350"/>
                  </a:lnTo>
                  <a:lnTo>
                    <a:pt x="434523" y="17779"/>
                  </a:lnTo>
                  <a:lnTo>
                    <a:pt x="389590" y="33020"/>
                  </a:lnTo>
                  <a:lnTo>
                    <a:pt x="346374" y="53340"/>
                  </a:lnTo>
                  <a:lnTo>
                    <a:pt x="305228" y="77470"/>
                  </a:lnTo>
                  <a:lnTo>
                    <a:pt x="266505" y="105410"/>
                  </a:lnTo>
                  <a:lnTo>
                    <a:pt x="230558" y="137160"/>
                  </a:lnTo>
                  <a:lnTo>
                    <a:pt x="197739" y="172720"/>
                  </a:lnTo>
                  <a:lnTo>
                    <a:pt x="168401" y="210820"/>
                  </a:lnTo>
                  <a:lnTo>
                    <a:pt x="140814" y="256540"/>
                  </a:lnTo>
                  <a:lnTo>
                    <a:pt x="118641" y="304800"/>
                  </a:lnTo>
                  <a:lnTo>
                    <a:pt x="101978" y="355600"/>
                  </a:lnTo>
                  <a:lnTo>
                    <a:pt x="90919" y="406400"/>
                  </a:lnTo>
                  <a:lnTo>
                    <a:pt x="85561" y="458470"/>
                  </a:lnTo>
                  <a:lnTo>
                    <a:pt x="85999" y="510539"/>
                  </a:lnTo>
                  <a:lnTo>
                    <a:pt x="92328" y="563880"/>
                  </a:lnTo>
                  <a:lnTo>
                    <a:pt x="5334" y="731520"/>
                  </a:lnTo>
                  <a:lnTo>
                    <a:pt x="0" y="737870"/>
                  </a:lnTo>
                  <a:lnTo>
                    <a:pt x="0" y="745489"/>
                  </a:lnTo>
                  <a:lnTo>
                    <a:pt x="2666" y="753110"/>
                  </a:lnTo>
                  <a:lnTo>
                    <a:pt x="5334" y="762000"/>
                  </a:lnTo>
                  <a:lnTo>
                    <a:pt x="10795" y="767080"/>
                  </a:lnTo>
                  <a:lnTo>
                    <a:pt x="18923" y="769620"/>
                  </a:lnTo>
                  <a:lnTo>
                    <a:pt x="135762" y="816610"/>
                  </a:lnTo>
                  <a:lnTo>
                    <a:pt x="135762" y="946150"/>
                  </a:lnTo>
                  <a:lnTo>
                    <a:pt x="143835" y="985520"/>
                  </a:lnTo>
                  <a:lnTo>
                    <a:pt x="165671" y="1017270"/>
                  </a:lnTo>
                  <a:lnTo>
                    <a:pt x="197699" y="1038860"/>
                  </a:lnTo>
                  <a:lnTo>
                    <a:pt x="236347" y="1046480"/>
                  </a:lnTo>
                  <a:lnTo>
                    <a:pt x="331342" y="1046480"/>
                  </a:lnTo>
                  <a:lnTo>
                    <a:pt x="331342" y="1158239"/>
                  </a:lnTo>
                  <a:lnTo>
                    <a:pt x="333303" y="1169670"/>
                  </a:lnTo>
                  <a:lnTo>
                    <a:pt x="338835" y="1178560"/>
                  </a:lnTo>
                  <a:lnTo>
                    <a:pt x="347416" y="1183639"/>
                  </a:lnTo>
                  <a:lnTo>
                    <a:pt x="358521" y="1184910"/>
                  </a:lnTo>
                  <a:lnTo>
                    <a:pt x="795909" y="1184910"/>
                  </a:lnTo>
                  <a:lnTo>
                    <a:pt x="807067" y="1183639"/>
                  </a:lnTo>
                  <a:lnTo>
                    <a:pt x="815641" y="1178560"/>
                  </a:lnTo>
                  <a:lnTo>
                    <a:pt x="821144" y="1169670"/>
                  </a:lnTo>
                  <a:lnTo>
                    <a:pt x="823087" y="1158239"/>
                  </a:lnTo>
                  <a:lnTo>
                    <a:pt x="823087" y="1027430"/>
                  </a:lnTo>
                  <a:lnTo>
                    <a:pt x="526923" y="1027430"/>
                  </a:lnTo>
                  <a:lnTo>
                    <a:pt x="517392" y="1026160"/>
                  </a:lnTo>
                  <a:lnTo>
                    <a:pt x="509349" y="1022350"/>
                  </a:lnTo>
                  <a:lnTo>
                    <a:pt x="503330" y="1016000"/>
                  </a:lnTo>
                  <a:lnTo>
                    <a:pt x="499872" y="1005839"/>
                  </a:lnTo>
                  <a:lnTo>
                    <a:pt x="498195" y="994410"/>
                  </a:lnTo>
                  <a:lnTo>
                    <a:pt x="445833" y="994410"/>
                  </a:lnTo>
                  <a:lnTo>
                    <a:pt x="388492" y="946150"/>
                  </a:lnTo>
                  <a:lnTo>
                    <a:pt x="380952" y="928370"/>
                  </a:lnTo>
                  <a:lnTo>
                    <a:pt x="381545" y="919480"/>
                  </a:lnTo>
                  <a:lnTo>
                    <a:pt x="385699" y="910589"/>
                  </a:lnTo>
                  <a:lnTo>
                    <a:pt x="396621" y="895350"/>
                  </a:lnTo>
                  <a:lnTo>
                    <a:pt x="393826" y="889000"/>
                  </a:lnTo>
                  <a:lnTo>
                    <a:pt x="388492" y="878839"/>
                  </a:lnTo>
                  <a:lnTo>
                    <a:pt x="369442" y="876300"/>
                  </a:lnTo>
                  <a:lnTo>
                    <a:pt x="360316" y="872489"/>
                  </a:lnTo>
                  <a:lnTo>
                    <a:pt x="353488" y="866139"/>
                  </a:lnTo>
                  <a:lnTo>
                    <a:pt x="349208" y="858520"/>
                  </a:lnTo>
                  <a:lnTo>
                    <a:pt x="347725" y="848360"/>
                  </a:lnTo>
                  <a:lnTo>
                    <a:pt x="347725" y="791210"/>
                  </a:lnTo>
                  <a:lnTo>
                    <a:pt x="388492" y="762000"/>
                  </a:lnTo>
                  <a:lnTo>
                    <a:pt x="393826" y="750570"/>
                  </a:lnTo>
                  <a:lnTo>
                    <a:pt x="396621" y="745489"/>
                  </a:lnTo>
                  <a:lnTo>
                    <a:pt x="385699" y="728980"/>
                  </a:lnTo>
                  <a:lnTo>
                    <a:pt x="381545" y="720089"/>
                  </a:lnTo>
                  <a:lnTo>
                    <a:pt x="429133" y="652780"/>
                  </a:lnTo>
                  <a:lnTo>
                    <a:pt x="446833" y="645160"/>
                  </a:lnTo>
                  <a:lnTo>
                    <a:pt x="498195" y="645160"/>
                  </a:lnTo>
                  <a:lnTo>
                    <a:pt x="499872" y="633730"/>
                  </a:lnTo>
                  <a:lnTo>
                    <a:pt x="503330" y="626110"/>
                  </a:lnTo>
                  <a:lnTo>
                    <a:pt x="509349" y="619760"/>
                  </a:lnTo>
                  <a:lnTo>
                    <a:pt x="517392" y="614680"/>
                  </a:lnTo>
                  <a:lnTo>
                    <a:pt x="526923" y="612139"/>
                  </a:lnTo>
                  <a:lnTo>
                    <a:pt x="1031973" y="612139"/>
                  </a:lnTo>
                  <a:lnTo>
                    <a:pt x="1040114" y="576580"/>
                  </a:lnTo>
                  <a:lnTo>
                    <a:pt x="1043074" y="554989"/>
                  </a:lnTo>
                  <a:lnTo>
                    <a:pt x="434593" y="554989"/>
                  </a:lnTo>
                  <a:lnTo>
                    <a:pt x="425007" y="553720"/>
                  </a:lnTo>
                  <a:lnTo>
                    <a:pt x="416956" y="549910"/>
                  </a:lnTo>
                  <a:lnTo>
                    <a:pt x="410930" y="542289"/>
                  </a:lnTo>
                  <a:lnTo>
                    <a:pt x="407415" y="533400"/>
                  </a:lnTo>
                  <a:lnTo>
                    <a:pt x="405815" y="521970"/>
                  </a:lnTo>
                  <a:lnTo>
                    <a:pt x="353456" y="521970"/>
                  </a:lnTo>
                  <a:lnTo>
                    <a:pt x="296037" y="473710"/>
                  </a:lnTo>
                  <a:lnTo>
                    <a:pt x="288607" y="455930"/>
                  </a:lnTo>
                  <a:lnTo>
                    <a:pt x="289214" y="447039"/>
                  </a:lnTo>
                  <a:lnTo>
                    <a:pt x="293370" y="438150"/>
                  </a:lnTo>
                  <a:lnTo>
                    <a:pt x="304164" y="421639"/>
                  </a:lnTo>
                  <a:lnTo>
                    <a:pt x="298830" y="411480"/>
                  </a:lnTo>
                  <a:lnTo>
                    <a:pt x="296037" y="406400"/>
                  </a:lnTo>
                  <a:lnTo>
                    <a:pt x="277113" y="403860"/>
                  </a:lnTo>
                  <a:lnTo>
                    <a:pt x="269093" y="400050"/>
                  </a:lnTo>
                  <a:lnTo>
                    <a:pt x="262096" y="393700"/>
                  </a:lnTo>
                  <a:lnTo>
                    <a:pt x="257147" y="386080"/>
                  </a:lnTo>
                  <a:lnTo>
                    <a:pt x="255270" y="375920"/>
                  </a:lnTo>
                  <a:lnTo>
                    <a:pt x="255270" y="318770"/>
                  </a:lnTo>
                  <a:lnTo>
                    <a:pt x="296037" y="289560"/>
                  </a:lnTo>
                  <a:lnTo>
                    <a:pt x="298830" y="283210"/>
                  </a:lnTo>
                  <a:lnTo>
                    <a:pt x="304164" y="273050"/>
                  </a:lnTo>
                  <a:lnTo>
                    <a:pt x="293370" y="256540"/>
                  </a:lnTo>
                  <a:lnTo>
                    <a:pt x="289214" y="247650"/>
                  </a:lnTo>
                  <a:lnTo>
                    <a:pt x="336803" y="180340"/>
                  </a:lnTo>
                  <a:lnTo>
                    <a:pt x="354504" y="172720"/>
                  </a:lnTo>
                  <a:lnTo>
                    <a:pt x="405815" y="172720"/>
                  </a:lnTo>
                  <a:lnTo>
                    <a:pt x="407415" y="161290"/>
                  </a:lnTo>
                  <a:lnTo>
                    <a:pt x="410930" y="152400"/>
                  </a:lnTo>
                  <a:lnTo>
                    <a:pt x="416956" y="146050"/>
                  </a:lnTo>
                  <a:lnTo>
                    <a:pt x="425007" y="140970"/>
                  </a:lnTo>
                  <a:lnTo>
                    <a:pt x="434593" y="139700"/>
                  </a:lnTo>
                  <a:lnTo>
                    <a:pt x="903911" y="139700"/>
                  </a:lnTo>
                  <a:lnTo>
                    <a:pt x="879802" y="116840"/>
                  </a:lnTo>
                  <a:lnTo>
                    <a:pt x="846098" y="88900"/>
                  </a:lnTo>
                  <a:lnTo>
                    <a:pt x="809569" y="64770"/>
                  </a:lnTo>
                  <a:lnTo>
                    <a:pt x="770288" y="44450"/>
                  </a:lnTo>
                  <a:lnTo>
                    <a:pt x="728326" y="26670"/>
                  </a:lnTo>
                  <a:lnTo>
                    <a:pt x="683754" y="13970"/>
                  </a:lnTo>
                  <a:lnTo>
                    <a:pt x="636646" y="5079"/>
                  </a:lnTo>
                  <a:lnTo>
                    <a:pt x="587074" y="0"/>
                  </a:lnTo>
                  <a:close/>
                </a:path>
                <a:path w="1048384" h="1184910">
                  <a:moveTo>
                    <a:pt x="632967" y="979170"/>
                  </a:moveTo>
                  <a:lnTo>
                    <a:pt x="624839" y="981710"/>
                  </a:lnTo>
                  <a:lnTo>
                    <a:pt x="613917" y="986789"/>
                  </a:lnTo>
                  <a:lnTo>
                    <a:pt x="611251" y="1005839"/>
                  </a:lnTo>
                  <a:lnTo>
                    <a:pt x="607736" y="1014730"/>
                  </a:lnTo>
                  <a:lnTo>
                    <a:pt x="601710" y="1021080"/>
                  </a:lnTo>
                  <a:lnTo>
                    <a:pt x="593659" y="1026160"/>
                  </a:lnTo>
                  <a:lnTo>
                    <a:pt x="584073" y="1027430"/>
                  </a:lnTo>
                  <a:lnTo>
                    <a:pt x="823087" y="1027430"/>
                  </a:lnTo>
                  <a:lnTo>
                    <a:pt x="823087" y="994410"/>
                  </a:lnTo>
                  <a:lnTo>
                    <a:pt x="657830" y="994410"/>
                  </a:lnTo>
                  <a:lnTo>
                    <a:pt x="649224" y="989330"/>
                  </a:lnTo>
                  <a:lnTo>
                    <a:pt x="632967" y="979170"/>
                  </a:lnTo>
                  <a:close/>
                </a:path>
                <a:path w="1048384" h="1184910">
                  <a:moveTo>
                    <a:pt x="480822" y="979170"/>
                  </a:moveTo>
                  <a:lnTo>
                    <a:pt x="464438" y="989330"/>
                  </a:lnTo>
                  <a:lnTo>
                    <a:pt x="455529" y="994410"/>
                  </a:lnTo>
                  <a:lnTo>
                    <a:pt x="498195" y="994410"/>
                  </a:lnTo>
                  <a:lnTo>
                    <a:pt x="497077" y="986789"/>
                  </a:lnTo>
                  <a:lnTo>
                    <a:pt x="491616" y="984250"/>
                  </a:lnTo>
                  <a:lnTo>
                    <a:pt x="486283" y="981710"/>
                  </a:lnTo>
                  <a:lnTo>
                    <a:pt x="480822" y="979170"/>
                  </a:lnTo>
                  <a:close/>
                </a:path>
                <a:path w="1048384" h="1184910">
                  <a:moveTo>
                    <a:pt x="1021764" y="645160"/>
                  </a:moveTo>
                  <a:lnTo>
                    <a:pt x="667924" y="645160"/>
                  </a:lnTo>
                  <a:lnTo>
                    <a:pt x="677120" y="646430"/>
                  </a:lnTo>
                  <a:lnTo>
                    <a:pt x="684529" y="652780"/>
                  </a:lnTo>
                  <a:lnTo>
                    <a:pt x="725297" y="693420"/>
                  </a:lnTo>
                  <a:lnTo>
                    <a:pt x="730303" y="702310"/>
                  </a:lnTo>
                  <a:lnTo>
                    <a:pt x="732774" y="711200"/>
                  </a:lnTo>
                  <a:lnTo>
                    <a:pt x="732172" y="720089"/>
                  </a:lnTo>
                  <a:lnTo>
                    <a:pt x="727963" y="728980"/>
                  </a:lnTo>
                  <a:lnTo>
                    <a:pt x="717168" y="745489"/>
                  </a:lnTo>
                  <a:lnTo>
                    <a:pt x="719836" y="750570"/>
                  </a:lnTo>
                  <a:lnTo>
                    <a:pt x="722629" y="756920"/>
                  </a:lnTo>
                  <a:lnTo>
                    <a:pt x="725297" y="762000"/>
                  </a:lnTo>
                  <a:lnTo>
                    <a:pt x="744347" y="764539"/>
                  </a:lnTo>
                  <a:lnTo>
                    <a:pt x="752294" y="768350"/>
                  </a:lnTo>
                  <a:lnTo>
                    <a:pt x="759253" y="774700"/>
                  </a:lnTo>
                  <a:lnTo>
                    <a:pt x="764188" y="782320"/>
                  </a:lnTo>
                  <a:lnTo>
                    <a:pt x="766063" y="791210"/>
                  </a:lnTo>
                  <a:lnTo>
                    <a:pt x="766063" y="848360"/>
                  </a:lnTo>
                  <a:lnTo>
                    <a:pt x="725297" y="878839"/>
                  </a:lnTo>
                  <a:lnTo>
                    <a:pt x="722629" y="883920"/>
                  </a:lnTo>
                  <a:lnTo>
                    <a:pt x="719836" y="889000"/>
                  </a:lnTo>
                  <a:lnTo>
                    <a:pt x="717168" y="895350"/>
                  </a:lnTo>
                  <a:lnTo>
                    <a:pt x="727963" y="910589"/>
                  </a:lnTo>
                  <a:lnTo>
                    <a:pt x="732172" y="920750"/>
                  </a:lnTo>
                  <a:lnTo>
                    <a:pt x="684529" y="986789"/>
                  </a:lnTo>
                  <a:lnTo>
                    <a:pt x="666924" y="994410"/>
                  </a:lnTo>
                  <a:lnTo>
                    <a:pt x="823087" y="994410"/>
                  </a:lnTo>
                  <a:lnTo>
                    <a:pt x="823087" y="889000"/>
                  </a:lnTo>
                  <a:lnTo>
                    <a:pt x="868540" y="857250"/>
                  </a:lnTo>
                  <a:lnTo>
                    <a:pt x="908365" y="822960"/>
                  </a:lnTo>
                  <a:lnTo>
                    <a:pt x="942759" y="786130"/>
                  </a:lnTo>
                  <a:lnTo>
                    <a:pt x="971917" y="746760"/>
                  </a:lnTo>
                  <a:lnTo>
                    <a:pt x="996036" y="706120"/>
                  </a:lnTo>
                  <a:lnTo>
                    <a:pt x="1015310" y="664210"/>
                  </a:lnTo>
                  <a:lnTo>
                    <a:pt x="1021764" y="645160"/>
                  </a:lnTo>
                  <a:close/>
                </a:path>
                <a:path w="1048384" h="1184910">
                  <a:moveTo>
                    <a:pt x="498195" y="645160"/>
                  </a:moveTo>
                  <a:lnTo>
                    <a:pt x="446833" y="645160"/>
                  </a:lnTo>
                  <a:lnTo>
                    <a:pt x="455904" y="646430"/>
                  </a:lnTo>
                  <a:lnTo>
                    <a:pt x="464438" y="650239"/>
                  </a:lnTo>
                  <a:lnTo>
                    <a:pt x="480822" y="661670"/>
                  </a:lnTo>
                  <a:lnTo>
                    <a:pt x="486283" y="659130"/>
                  </a:lnTo>
                  <a:lnTo>
                    <a:pt x="491616" y="656589"/>
                  </a:lnTo>
                  <a:lnTo>
                    <a:pt x="497077" y="652780"/>
                  </a:lnTo>
                  <a:lnTo>
                    <a:pt x="498195" y="645160"/>
                  </a:lnTo>
                  <a:close/>
                </a:path>
                <a:path w="1048384" h="1184910">
                  <a:moveTo>
                    <a:pt x="1031973" y="612139"/>
                  </a:moveTo>
                  <a:lnTo>
                    <a:pt x="584073" y="612139"/>
                  </a:lnTo>
                  <a:lnTo>
                    <a:pt x="593659" y="613410"/>
                  </a:lnTo>
                  <a:lnTo>
                    <a:pt x="601710" y="618489"/>
                  </a:lnTo>
                  <a:lnTo>
                    <a:pt x="607736" y="624839"/>
                  </a:lnTo>
                  <a:lnTo>
                    <a:pt x="611251" y="633730"/>
                  </a:lnTo>
                  <a:lnTo>
                    <a:pt x="613917" y="652780"/>
                  </a:lnTo>
                  <a:lnTo>
                    <a:pt x="632967" y="661670"/>
                  </a:lnTo>
                  <a:lnTo>
                    <a:pt x="649224" y="650239"/>
                  </a:lnTo>
                  <a:lnTo>
                    <a:pt x="658205" y="646430"/>
                  </a:lnTo>
                  <a:lnTo>
                    <a:pt x="667924" y="645160"/>
                  </a:lnTo>
                  <a:lnTo>
                    <a:pt x="1021764" y="645160"/>
                  </a:lnTo>
                  <a:lnTo>
                    <a:pt x="1029938" y="621030"/>
                  </a:lnTo>
                  <a:lnTo>
                    <a:pt x="1031973" y="612139"/>
                  </a:lnTo>
                  <a:close/>
                </a:path>
                <a:path w="1048384" h="1184910">
                  <a:moveTo>
                    <a:pt x="537845" y="506730"/>
                  </a:moveTo>
                  <a:lnTo>
                    <a:pt x="526923" y="511810"/>
                  </a:lnTo>
                  <a:lnTo>
                    <a:pt x="521588" y="514350"/>
                  </a:lnTo>
                  <a:lnTo>
                    <a:pt x="518795" y="533400"/>
                  </a:lnTo>
                  <a:lnTo>
                    <a:pt x="515334" y="542289"/>
                  </a:lnTo>
                  <a:lnTo>
                    <a:pt x="509301" y="549910"/>
                  </a:lnTo>
                  <a:lnTo>
                    <a:pt x="501221" y="553720"/>
                  </a:lnTo>
                  <a:lnTo>
                    <a:pt x="491616" y="554989"/>
                  </a:lnTo>
                  <a:lnTo>
                    <a:pt x="1043074" y="554989"/>
                  </a:lnTo>
                  <a:lnTo>
                    <a:pt x="1046034" y="533400"/>
                  </a:lnTo>
                  <a:lnTo>
                    <a:pt x="1046513" y="521970"/>
                  </a:lnTo>
                  <a:lnTo>
                    <a:pt x="562707" y="521970"/>
                  </a:lnTo>
                  <a:lnTo>
                    <a:pt x="554101" y="516889"/>
                  </a:lnTo>
                  <a:lnTo>
                    <a:pt x="537845" y="506730"/>
                  </a:lnTo>
                  <a:close/>
                </a:path>
                <a:path w="1048384" h="1184910">
                  <a:moveTo>
                    <a:pt x="388492" y="506730"/>
                  </a:moveTo>
                  <a:lnTo>
                    <a:pt x="372110" y="516889"/>
                  </a:lnTo>
                  <a:lnTo>
                    <a:pt x="363182" y="521970"/>
                  </a:lnTo>
                  <a:lnTo>
                    <a:pt x="405815" y="521970"/>
                  </a:lnTo>
                  <a:lnTo>
                    <a:pt x="404749" y="514350"/>
                  </a:lnTo>
                  <a:lnTo>
                    <a:pt x="393826" y="509270"/>
                  </a:lnTo>
                  <a:lnTo>
                    <a:pt x="388492" y="506730"/>
                  </a:lnTo>
                  <a:close/>
                </a:path>
                <a:path w="1048384" h="1184910">
                  <a:moveTo>
                    <a:pt x="933992" y="172720"/>
                  </a:moveTo>
                  <a:lnTo>
                    <a:pt x="571801" y="172720"/>
                  </a:lnTo>
                  <a:lnTo>
                    <a:pt x="580872" y="175260"/>
                  </a:lnTo>
                  <a:lnTo>
                    <a:pt x="589407" y="180340"/>
                  </a:lnTo>
                  <a:lnTo>
                    <a:pt x="630174" y="220979"/>
                  </a:lnTo>
                  <a:lnTo>
                    <a:pt x="635236" y="229870"/>
                  </a:lnTo>
                  <a:lnTo>
                    <a:pt x="637714" y="238760"/>
                  </a:lnTo>
                  <a:lnTo>
                    <a:pt x="637121" y="247650"/>
                  </a:lnTo>
                  <a:lnTo>
                    <a:pt x="632967" y="256540"/>
                  </a:lnTo>
                  <a:lnTo>
                    <a:pt x="622046" y="273050"/>
                  </a:lnTo>
                  <a:lnTo>
                    <a:pt x="624839" y="278129"/>
                  </a:lnTo>
                  <a:lnTo>
                    <a:pt x="630174" y="289560"/>
                  </a:lnTo>
                  <a:lnTo>
                    <a:pt x="649224" y="292100"/>
                  </a:lnTo>
                  <a:lnTo>
                    <a:pt x="658350" y="295910"/>
                  </a:lnTo>
                  <a:lnTo>
                    <a:pt x="665178" y="300990"/>
                  </a:lnTo>
                  <a:lnTo>
                    <a:pt x="669458" y="309879"/>
                  </a:lnTo>
                  <a:lnTo>
                    <a:pt x="670940" y="318770"/>
                  </a:lnTo>
                  <a:lnTo>
                    <a:pt x="670940" y="375920"/>
                  </a:lnTo>
                  <a:lnTo>
                    <a:pt x="630174" y="408939"/>
                  </a:lnTo>
                  <a:lnTo>
                    <a:pt x="624839" y="419100"/>
                  </a:lnTo>
                  <a:lnTo>
                    <a:pt x="622046" y="425450"/>
                  </a:lnTo>
                  <a:lnTo>
                    <a:pt x="632967" y="438150"/>
                  </a:lnTo>
                  <a:lnTo>
                    <a:pt x="637121" y="447039"/>
                  </a:lnTo>
                  <a:lnTo>
                    <a:pt x="589407" y="514350"/>
                  </a:lnTo>
                  <a:lnTo>
                    <a:pt x="571801" y="521970"/>
                  </a:lnTo>
                  <a:lnTo>
                    <a:pt x="1046513" y="521970"/>
                  </a:lnTo>
                  <a:lnTo>
                    <a:pt x="1045893" y="445770"/>
                  </a:lnTo>
                  <a:lnTo>
                    <a:pt x="1040223" y="402589"/>
                  </a:lnTo>
                  <a:lnTo>
                    <a:pt x="1031082" y="361950"/>
                  </a:lnTo>
                  <a:lnTo>
                    <a:pt x="1018666" y="321310"/>
                  </a:lnTo>
                  <a:lnTo>
                    <a:pt x="1003425" y="284479"/>
                  </a:lnTo>
                  <a:lnTo>
                    <a:pt x="984926" y="247650"/>
                  </a:lnTo>
                  <a:lnTo>
                    <a:pt x="963243" y="212090"/>
                  </a:lnTo>
                  <a:lnTo>
                    <a:pt x="938446" y="177800"/>
                  </a:lnTo>
                  <a:lnTo>
                    <a:pt x="933992" y="172720"/>
                  </a:lnTo>
                  <a:close/>
                </a:path>
                <a:path w="1048384" h="1184910">
                  <a:moveTo>
                    <a:pt x="405815" y="172720"/>
                  </a:moveTo>
                  <a:lnTo>
                    <a:pt x="354504" y="172720"/>
                  </a:lnTo>
                  <a:lnTo>
                    <a:pt x="363575" y="173990"/>
                  </a:lnTo>
                  <a:lnTo>
                    <a:pt x="372110" y="177800"/>
                  </a:lnTo>
                  <a:lnTo>
                    <a:pt x="388492" y="189229"/>
                  </a:lnTo>
                  <a:lnTo>
                    <a:pt x="393826" y="186690"/>
                  </a:lnTo>
                  <a:lnTo>
                    <a:pt x="399288" y="182879"/>
                  </a:lnTo>
                  <a:lnTo>
                    <a:pt x="404749" y="180340"/>
                  </a:lnTo>
                  <a:lnTo>
                    <a:pt x="405815" y="172720"/>
                  </a:lnTo>
                  <a:close/>
                </a:path>
                <a:path w="1048384" h="1184910">
                  <a:moveTo>
                    <a:pt x="903911" y="139700"/>
                  </a:moveTo>
                  <a:lnTo>
                    <a:pt x="491616" y="139700"/>
                  </a:lnTo>
                  <a:lnTo>
                    <a:pt x="501221" y="140970"/>
                  </a:lnTo>
                  <a:lnTo>
                    <a:pt x="509301" y="146050"/>
                  </a:lnTo>
                  <a:lnTo>
                    <a:pt x="515334" y="152400"/>
                  </a:lnTo>
                  <a:lnTo>
                    <a:pt x="518795" y="161290"/>
                  </a:lnTo>
                  <a:lnTo>
                    <a:pt x="521588" y="180340"/>
                  </a:lnTo>
                  <a:lnTo>
                    <a:pt x="526923" y="182879"/>
                  </a:lnTo>
                  <a:lnTo>
                    <a:pt x="532384" y="186690"/>
                  </a:lnTo>
                  <a:lnTo>
                    <a:pt x="537845" y="189229"/>
                  </a:lnTo>
                  <a:lnTo>
                    <a:pt x="554101" y="177800"/>
                  </a:lnTo>
                  <a:lnTo>
                    <a:pt x="562707" y="173990"/>
                  </a:lnTo>
                  <a:lnTo>
                    <a:pt x="571801" y="172720"/>
                  </a:lnTo>
                  <a:lnTo>
                    <a:pt x="933992" y="172720"/>
                  </a:lnTo>
                  <a:lnTo>
                    <a:pt x="910608" y="146050"/>
                  </a:lnTo>
                  <a:lnTo>
                    <a:pt x="903911" y="139700"/>
                  </a:lnTo>
                  <a:close/>
                </a:path>
              </a:pathLst>
            </a:custGeom>
            <a:solidFill>
              <a:srgbClr val="00D9CE"/>
            </a:solidFill>
          </p:spPr>
          <p:txBody>
            <a:bodyPr wrap="square" lIns="0" tIns="0" rIns="0" bIns="0" rtlCol="0"/>
            <a:lstStyle/>
            <a:p>
              <a:endParaRPr/>
            </a:p>
          </p:txBody>
        </p:sp>
        <p:sp>
          <p:nvSpPr>
            <p:cNvPr id="183" name="object 183"/>
            <p:cNvSpPr/>
            <p:nvPr/>
          </p:nvSpPr>
          <p:spPr>
            <a:xfrm>
              <a:off x="6079235" y="2968752"/>
              <a:ext cx="152400" cy="155448"/>
            </a:xfrm>
            <a:prstGeom prst="rect">
              <a:avLst/>
            </a:prstGeom>
            <a:blipFill>
              <a:blip r:embed="rId17" cstate="print"/>
              <a:stretch>
                <a:fillRect/>
              </a:stretch>
            </a:blipFill>
          </p:spPr>
          <p:txBody>
            <a:bodyPr wrap="square" lIns="0" tIns="0" rIns="0" bIns="0" rtlCol="0"/>
            <a:lstStyle/>
            <a:p>
              <a:endParaRPr/>
            </a:p>
          </p:txBody>
        </p:sp>
        <p:sp>
          <p:nvSpPr>
            <p:cNvPr id="184" name="object 184"/>
            <p:cNvSpPr/>
            <p:nvPr/>
          </p:nvSpPr>
          <p:spPr>
            <a:xfrm>
              <a:off x="5094732" y="3720083"/>
              <a:ext cx="919480" cy="32384"/>
            </a:xfrm>
            <a:custGeom>
              <a:avLst/>
              <a:gdLst/>
              <a:ahLst/>
              <a:cxnLst/>
              <a:rect l="l" t="t" r="r" b="b"/>
              <a:pathLst>
                <a:path w="919479" h="32385">
                  <a:moveTo>
                    <a:pt x="33528" y="0"/>
                  </a:moveTo>
                  <a:lnTo>
                    <a:pt x="0" y="0"/>
                  </a:lnTo>
                  <a:lnTo>
                    <a:pt x="0" y="32004"/>
                  </a:lnTo>
                  <a:lnTo>
                    <a:pt x="33528" y="32004"/>
                  </a:lnTo>
                  <a:lnTo>
                    <a:pt x="33528" y="0"/>
                  </a:lnTo>
                  <a:close/>
                </a:path>
                <a:path w="919479" h="32385">
                  <a:moveTo>
                    <a:pt x="91427" y="0"/>
                  </a:moveTo>
                  <a:lnTo>
                    <a:pt x="59436" y="0"/>
                  </a:lnTo>
                  <a:lnTo>
                    <a:pt x="59436" y="32004"/>
                  </a:lnTo>
                  <a:lnTo>
                    <a:pt x="91427" y="32004"/>
                  </a:lnTo>
                  <a:lnTo>
                    <a:pt x="91427" y="0"/>
                  </a:lnTo>
                  <a:close/>
                </a:path>
                <a:path w="919479" h="32385">
                  <a:moveTo>
                    <a:pt x="150863" y="0"/>
                  </a:moveTo>
                  <a:lnTo>
                    <a:pt x="118872" y="0"/>
                  </a:lnTo>
                  <a:lnTo>
                    <a:pt x="118872" y="32004"/>
                  </a:lnTo>
                  <a:lnTo>
                    <a:pt x="150863" y="32004"/>
                  </a:lnTo>
                  <a:lnTo>
                    <a:pt x="150863" y="0"/>
                  </a:lnTo>
                  <a:close/>
                </a:path>
                <a:path w="919479" h="32385">
                  <a:moveTo>
                    <a:pt x="210299" y="0"/>
                  </a:moveTo>
                  <a:lnTo>
                    <a:pt x="178308" y="0"/>
                  </a:lnTo>
                  <a:lnTo>
                    <a:pt x="178308" y="32004"/>
                  </a:lnTo>
                  <a:lnTo>
                    <a:pt x="210299" y="32004"/>
                  </a:lnTo>
                  <a:lnTo>
                    <a:pt x="210299" y="0"/>
                  </a:lnTo>
                  <a:close/>
                </a:path>
                <a:path w="919479" h="32385">
                  <a:moveTo>
                    <a:pt x="269748" y="0"/>
                  </a:moveTo>
                  <a:lnTo>
                    <a:pt x="236220" y="0"/>
                  </a:lnTo>
                  <a:lnTo>
                    <a:pt x="236220" y="32004"/>
                  </a:lnTo>
                  <a:lnTo>
                    <a:pt x="269748" y="32004"/>
                  </a:lnTo>
                  <a:lnTo>
                    <a:pt x="269748" y="0"/>
                  </a:lnTo>
                  <a:close/>
                </a:path>
                <a:path w="919479" h="32385">
                  <a:moveTo>
                    <a:pt x="327660" y="0"/>
                  </a:moveTo>
                  <a:lnTo>
                    <a:pt x="295656" y="0"/>
                  </a:lnTo>
                  <a:lnTo>
                    <a:pt x="295656" y="32004"/>
                  </a:lnTo>
                  <a:lnTo>
                    <a:pt x="327660" y="32004"/>
                  </a:lnTo>
                  <a:lnTo>
                    <a:pt x="327660" y="0"/>
                  </a:lnTo>
                  <a:close/>
                </a:path>
                <a:path w="919479" h="32385">
                  <a:moveTo>
                    <a:pt x="387096" y="0"/>
                  </a:moveTo>
                  <a:lnTo>
                    <a:pt x="355092" y="0"/>
                  </a:lnTo>
                  <a:lnTo>
                    <a:pt x="355092" y="32004"/>
                  </a:lnTo>
                  <a:lnTo>
                    <a:pt x="387096" y="32004"/>
                  </a:lnTo>
                  <a:lnTo>
                    <a:pt x="387096" y="0"/>
                  </a:lnTo>
                  <a:close/>
                </a:path>
                <a:path w="919479" h="32385">
                  <a:moveTo>
                    <a:pt x="446532" y="0"/>
                  </a:moveTo>
                  <a:lnTo>
                    <a:pt x="413004" y="0"/>
                  </a:lnTo>
                  <a:lnTo>
                    <a:pt x="413004" y="32004"/>
                  </a:lnTo>
                  <a:lnTo>
                    <a:pt x="446532" y="32004"/>
                  </a:lnTo>
                  <a:lnTo>
                    <a:pt x="446532" y="0"/>
                  </a:lnTo>
                  <a:close/>
                </a:path>
                <a:path w="919479" h="32385">
                  <a:moveTo>
                    <a:pt x="505968" y="0"/>
                  </a:moveTo>
                  <a:lnTo>
                    <a:pt x="472440" y="0"/>
                  </a:lnTo>
                  <a:lnTo>
                    <a:pt x="472440" y="32004"/>
                  </a:lnTo>
                  <a:lnTo>
                    <a:pt x="505968" y="32004"/>
                  </a:lnTo>
                  <a:lnTo>
                    <a:pt x="505968" y="0"/>
                  </a:lnTo>
                  <a:close/>
                </a:path>
                <a:path w="919479" h="32385">
                  <a:moveTo>
                    <a:pt x="563880" y="0"/>
                  </a:moveTo>
                  <a:lnTo>
                    <a:pt x="531876" y="0"/>
                  </a:lnTo>
                  <a:lnTo>
                    <a:pt x="531876" y="32004"/>
                  </a:lnTo>
                  <a:lnTo>
                    <a:pt x="563880" y="32004"/>
                  </a:lnTo>
                  <a:lnTo>
                    <a:pt x="563880" y="0"/>
                  </a:lnTo>
                  <a:close/>
                </a:path>
                <a:path w="919479" h="32385">
                  <a:moveTo>
                    <a:pt x="623316" y="0"/>
                  </a:moveTo>
                  <a:lnTo>
                    <a:pt x="591312" y="0"/>
                  </a:lnTo>
                  <a:lnTo>
                    <a:pt x="591312" y="32004"/>
                  </a:lnTo>
                  <a:lnTo>
                    <a:pt x="623316" y="32004"/>
                  </a:lnTo>
                  <a:lnTo>
                    <a:pt x="623316" y="0"/>
                  </a:lnTo>
                  <a:close/>
                </a:path>
                <a:path w="919479" h="32385">
                  <a:moveTo>
                    <a:pt x="682739" y="0"/>
                  </a:moveTo>
                  <a:lnTo>
                    <a:pt x="649224" y="0"/>
                  </a:lnTo>
                  <a:lnTo>
                    <a:pt x="649224" y="32004"/>
                  </a:lnTo>
                  <a:lnTo>
                    <a:pt x="682739" y="32004"/>
                  </a:lnTo>
                  <a:lnTo>
                    <a:pt x="682739" y="0"/>
                  </a:lnTo>
                  <a:close/>
                </a:path>
                <a:path w="919479" h="32385">
                  <a:moveTo>
                    <a:pt x="742175" y="0"/>
                  </a:moveTo>
                  <a:lnTo>
                    <a:pt x="708660" y="0"/>
                  </a:lnTo>
                  <a:lnTo>
                    <a:pt x="708660" y="32004"/>
                  </a:lnTo>
                  <a:lnTo>
                    <a:pt x="742175" y="32004"/>
                  </a:lnTo>
                  <a:lnTo>
                    <a:pt x="742175" y="0"/>
                  </a:lnTo>
                  <a:close/>
                </a:path>
                <a:path w="919479" h="32385">
                  <a:moveTo>
                    <a:pt x="800087" y="0"/>
                  </a:moveTo>
                  <a:lnTo>
                    <a:pt x="768096" y="0"/>
                  </a:lnTo>
                  <a:lnTo>
                    <a:pt x="768096" y="32004"/>
                  </a:lnTo>
                  <a:lnTo>
                    <a:pt x="800087" y="32004"/>
                  </a:lnTo>
                  <a:lnTo>
                    <a:pt x="800087" y="0"/>
                  </a:lnTo>
                  <a:close/>
                </a:path>
                <a:path w="919479" h="32385">
                  <a:moveTo>
                    <a:pt x="859536" y="0"/>
                  </a:moveTo>
                  <a:lnTo>
                    <a:pt x="827532" y="0"/>
                  </a:lnTo>
                  <a:lnTo>
                    <a:pt x="827532" y="32004"/>
                  </a:lnTo>
                  <a:lnTo>
                    <a:pt x="859536" y="32004"/>
                  </a:lnTo>
                  <a:lnTo>
                    <a:pt x="859536" y="0"/>
                  </a:lnTo>
                  <a:close/>
                </a:path>
                <a:path w="919479" h="32385">
                  <a:moveTo>
                    <a:pt x="918972" y="0"/>
                  </a:moveTo>
                  <a:lnTo>
                    <a:pt x="885444" y="0"/>
                  </a:lnTo>
                  <a:lnTo>
                    <a:pt x="885444" y="32004"/>
                  </a:lnTo>
                  <a:lnTo>
                    <a:pt x="918972" y="32004"/>
                  </a:lnTo>
                  <a:lnTo>
                    <a:pt x="918972" y="0"/>
                  </a:lnTo>
                  <a:close/>
                </a:path>
              </a:pathLst>
            </a:custGeom>
            <a:solidFill>
              <a:srgbClr val="FF8E01">
                <a:alpha val="14901"/>
              </a:srgbClr>
            </a:solidFill>
          </p:spPr>
          <p:txBody>
            <a:bodyPr wrap="square" lIns="0" tIns="0" rIns="0" bIns="0" rtlCol="0"/>
            <a:lstStyle/>
            <a:p>
              <a:endParaRPr/>
            </a:p>
          </p:txBody>
        </p:sp>
        <p:sp>
          <p:nvSpPr>
            <p:cNvPr id="185" name="object 185"/>
            <p:cNvSpPr/>
            <p:nvPr/>
          </p:nvSpPr>
          <p:spPr>
            <a:xfrm>
              <a:off x="5094732" y="3590556"/>
              <a:ext cx="1579245" cy="137160"/>
            </a:xfrm>
            <a:custGeom>
              <a:avLst/>
              <a:gdLst/>
              <a:ahLst/>
              <a:cxnLst/>
              <a:rect l="l" t="t" r="r" b="b"/>
              <a:pathLst>
                <a:path w="1579245" h="137160">
                  <a:moveTo>
                    <a:pt x="33528" y="60947"/>
                  </a:moveTo>
                  <a:lnTo>
                    <a:pt x="0" y="60947"/>
                  </a:lnTo>
                  <a:lnTo>
                    <a:pt x="0" y="94475"/>
                  </a:lnTo>
                  <a:lnTo>
                    <a:pt x="33528" y="94475"/>
                  </a:lnTo>
                  <a:lnTo>
                    <a:pt x="33528" y="60947"/>
                  </a:lnTo>
                  <a:close/>
                </a:path>
                <a:path w="1579245" h="137160">
                  <a:moveTo>
                    <a:pt x="91427" y="60947"/>
                  </a:moveTo>
                  <a:lnTo>
                    <a:pt x="59436" y="60947"/>
                  </a:lnTo>
                  <a:lnTo>
                    <a:pt x="59436" y="94475"/>
                  </a:lnTo>
                  <a:lnTo>
                    <a:pt x="91427" y="94475"/>
                  </a:lnTo>
                  <a:lnTo>
                    <a:pt x="91427" y="60947"/>
                  </a:lnTo>
                  <a:close/>
                </a:path>
                <a:path w="1579245" h="137160">
                  <a:moveTo>
                    <a:pt x="150863" y="60947"/>
                  </a:moveTo>
                  <a:lnTo>
                    <a:pt x="118872" y="60947"/>
                  </a:lnTo>
                  <a:lnTo>
                    <a:pt x="118872" y="94475"/>
                  </a:lnTo>
                  <a:lnTo>
                    <a:pt x="150863" y="94475"/>
                  </a:lnTo>
                  <a:lnTo>
                    <a:pt x="150863" y="60947"/>
                  </a:lnTo>
                  <a:close/>
                </a:path>
                <a:path w="1579245" h="137160">
                  <a:moveTo>
                    <a:pt x="210299" y="60947"/>
                  </a:moveTo>
                  <a:lnTo>
                    <a:pt x="178308" y="60947"/>
                  </a:lnTo>
                  <a:lnTo>
                    <a:pt x="178308" y="94475"/>
                  </a:lnTo>
                  <a:lnTo>
                    <a:pt x="210299" y="94475"/>
                  </a:lnTo>
                  <a:lnTo>
                    <a:pt x="210299" y="60947"/>
                  </a:lnTo>
                  <a:close/>
                </a:path>
                <a:path w="1579245" h="137160">
                  <a:moveTo>
                    <a:pt x="269748" y="60947"/>
                  </a:moveTo>
                  <a:lnTo>
                    <a:pt x="236220" y="60947"/>
                  </a:lnTo>
                  <a:lnTo>
                    <a:pt x="236220" y="94475"/>
                  </a:lnTo>
                  <a:lnTo>
                    <a:pt x="269748" y="94475"/>
                  </a:lnTo>
                  <a:lnTo>
                    <a:pt x="269748" y="60947"/>
                  </a:lnTo>
                  <a:close/>
                </a:path>
                <a:path w="1579245" h="137160">
                  <a:moveTo>
                    <a:pt x="327660" y="60947"/>
                  </a:moveTo>
                  <a:lnTo>
                    <a:pt x="295656" y="60947"/>
                  </a:lnTo>
                  <a:lnTo>
                    <a:pt x="295656" y="94475"/>
                  </a:lnTo>
                  <a:lnTo>
                    <a:pt x="327660" y="94475"/>
                  </a:lnTo>
                  <a:lnTo>
                    <a:pt x="327660" y="60947"/>
                  </a:lnTo>
                  <a:close/>
                </a:path>
                <a:path w="1579245" h="137160">
                  <a:moveTo>
                    <a:pt x="387096" y="60947"/>
                  </a:moveTo>
                  <a:lnTo>
                    <a:pt x="355092" y="60947"/>
                  </a:lnTo>
                  <a:lnTo>
                    <a:pt x="355092" y="94475"/>
                  </a:lnTo>
                  <a:lnTo>
                    <a:pt x="387096" y="94475"/>
                  </a:lnTo>
                  <a:lnTo>
                    <a:pt x="387096" y="60947"/>
                  </a:lnTo>
                  <a:close/>
                </a:path>
                <a:path w="1579245" h="137160">
                  <a:moveTo>
                    <a:pt x="390144" y="0"/>
                  </a:moveTo>
                  <a:lnTo>
                    <a:pt x="356616" y="0"/>
                  </a:lnTo>
                  <a:lnTo>
                    <a:pt x="356616" y="31991"/>
                  </a:lnTo>
                  <a:lnTo>
                    <a:pt x="390144" y="31991"/>
                  </a:lnTo>
                  <a:lnTo>
                    <a:pt x="390144" y="0"/>
                  </a:lnTo>
                  <a:close/>
                </a:path>
                <a:path w="1579245" h="137160">
                  <a:moveTo>
                    <a:pt x="446532" y="60947"/>
                  </a:moveTo>
                  <a:lnTo>
                    <a:pt x="413004" y="60947"/>
                  </a:lnTo>
                  <a:lnTo>
                    <a:pt x="413004" y="94475"/>
                  </a:lnTo>
                  <a:lnTo>
                    <a:pt x="446532" y="94475"/>
                  </a:lnTo>
                  <a:lnTo>
                    <a:pt x="446532" y="60947"/>
                  </a:lnTo>
                  <a:close/>
                </a:path>
                <a:path w="1579245" h="137160">
                  <a:moveTo>
                    <a:pt x="448056" y="0"/>
                  </a:moveTo>
                  <a:lnTo>
                    <a:pt x="416052" y="0"/>
                  </a:lnTo>
                  <a:lnTo>
                    <a:pt x="416052" y="31991"/>
                  </a:lnTo>
                  <a:lnTo>
                    <a:pt x="448056" y="31991"/>
                  </a:lnTo>
                  <a:lnTo>
                    <a:pt x="448056" y="0"/>
                  </a:lnTo>
                  <a:close/>
                </a:path>
                <a:path w="1579245" h="137160">
                  <a:moveTo>
                    <a:pt x="507492" y="0"/>
                  </a:moveTo>
                  <a:lnTo>
                    <a:pt x="475488" y="0"/>
                  </a:lnTo>
                  <a:lnTo>
                    <a:pt x="475488" y="31991"/>
                  </a:lnTo>
                  <a:lnTo>
                    <a:pt x="507492" y="31991"/>
                  </a:lnTo>
                  <a:lnTo>
                    <a:pt x="507492" y="0"/>
                  </a:lnTo>
                  <a:close/>
                </a:path>
                <a:path w="1579245" h="137160">
                  <a:moveTo>
                    <a:pt x="566928" y="0"/>
                  </a:moveTo>
                  <a:lnTo>
                    <a:pt x="533400" y="0"/>
                  </a:lnTo>
                  <a:lnTo>
                    <a:pt x="533400" y="31991"/>
                  </a:lnTo>
                  <a:lnTo>
                    <a:pt x="566928" y="31991"/>
                  </a:lnTo>
                  <a:lnTo>
                    <a:pt x="566928" y="0"/>
                  </a:lnTo>
                  <a:close/>
                </a:path>
                <a:path w="1579245" h="137160">
                  <a:moveTo>
                    <a:pt x="626351" y="0"/>
                  </a:moveTo>
                  <a:lnTo>
                    <a:pt x="592836" y="0"/>
                  </a:lnTo>
                  <a:lnTo>
                    <a:pt x="592836" y="31991"/>
                  </a:lnTo>
                  <a:lnTo>
                    <a:pt x="626351" y="31991"/>
                  </a:lnTo>
                  <a:lnTo>
                    <a:pt x="626351" y="0"/>
                  </a:lnTo>
                  <a:close/>
                </a:path>
                <a:path w="1579245" h="137160">
                  <a:moveTo>
                    <a:pt x="684263" y="0"/>
                  </a:moveTo>
                  <a:lnTo>
                    <a:pt x="652272" y="0"/>
                  </a:lnTo>
                  <a:lnTo>
                    <a:pt x="652272" y="31991"/>
                  </a:lnTo>
                  <a:lnTo>
                    <a:pt x="684263" y="31991"/>
                  </a:lnTo>
                  <a:lnTo>
                    <a:pt x="684263" y="0"/>
                  </a:lnTo>
                  <a:close/>
                </a:path>
                <a:path w="1579245" h="137160">
                  <a:moveTo>
                    <a:pt x="743699" y="0"/>
                  </a:moveTo>
                  <a:lnTo>
                    <a:pt x="711708" y="0"/>
                  </a:lnTo>
                  <a:lnTo>
                    <a:pt x="711708" y="31991"/>
                  </a:lnTo>
                  <a:lnTo>
                    <a:pt x="743699" y="31991"/>
                  </a:lnTo>
                  <a:lnTo>
                    <a:pt x="743699" y="0"/>
                  </a:lnTo>
                  <a:close/>
                </a:path>
                <a:path w="1579245" h="137160">
                  <a:moveTo>
                    <a:pt x="803148" y="0"/>
                  </a:moveTo>
                  <a:lnTo>
                    <a:pt x="769620" y="0"/>
                  </a:lnTo>
                  <a:lnTo>
                    <a:pt x="769620" y="31991"/>
                  </a:lnTo>
                  <a:lnTo>
                    <a:pt x="803148" y="31991"/>
                  </a:lnTo>
                  <a:lnTo>
                    <a:pt x="803148" y="0"/>
                  </a:lnTo>
                  <a:close/>
                </a:path>
                <a:path w="1579245" h="137160">
                  <a:moveTo>
                    <a:pt x="1042416" y="111252"/>
                  </a:moveTo>
                  <a:lnTo>
                    <a:pt x="1014984" y="111252"/>
                  </a:lnTo>
                  <a:lnTo>
                    <a:pt x="1014984" y="137147"/>
                  </a:lnTo>
                  <a:lnTo>
                    <a:pt x="1042416" y="137147"/>
                  </a:lnTo>
                  <a:lnTo>
                    <a:pt x="1042416" y="111252"/>
                  </a:lnTo>
                  <a:close/>
                </a:path>
                <a:path w="1579245" h="137160">
                  <a:moveTo>
                    <a:pt x="1091184" y="111252"/>
                  </a:moveTo>
                  <a:lnTo>
                    <a:pt x="1063752" y="111252"/>
                  </a:lnTo>
                  <a:lnTo>
                    <a:pt x="1063752" y="137147"/>
                  </a:lnTo>
                  <a:lnTo>
                    <a:pt x="1091184" y="137147"/>
                  </a:lnTo>
                  <a:lnTo>
                    <a:pt x="1091184" y="111252"/>
                  </a:lnTo>
                  <a:close/>
                </a:path>
                <a:path w="1579245" h="137160">
                  <a:moveTo>
                    <a:pt x="1139952" y="111252"/>
                  </a:moveTo>
                  <a:lnTo>
                    <a:pt x="1112520" y="111252"/>
                  </a:lnTo>
                  <a:lnTo>
                    <a:pt x="1112520" y="137147"/>
                  </a:lnTo>
                  <a:lnTo>
                    <a:pt x="1139952" y="137147"/>
                  </a:lnTo>
                  <a:lnTo>
                    <a:pt x="1139952" y="111252"/>
                  </a:lnTo>
                  <a:close/>
                </a:path>
                <a:path w="1579245" h="137160">
                  <a:moveTo>
                    <a:pt x="1188720" y="111252"/>
                  </a:moveTo>
                  <a:lnTo>
                    <a:pt x="1161288" y="111252"/>
                  </a:lnTo>
                  <a:lnTo>
                    <a:pt x="1161288" y="137147"/>
                  </a:lnTo>
                  <a:lnTo>
                    <a:pt x="1188720" y="137147"/>
                  </a:lnTo>
                  <a:lnTo>
                    <a:pt x="1188720" y="111252"/>
                  </a:lnTo>
                  <a:close/>
                </a:path>
                <a:path w="1579245" h="137160">
                  <a:moveTo>
                    <a:pt x="1237488" y="111252"/>
                  </a:moveTo>
                  <a:lnTo>
                    <a:pt x="1210056" y="111252"/>
                  </a:lnTo>
                  <a:lnTo>
                    <a:pt x="1210056" y="137147"/>
                  </a:lnTo>
                  <a:lnTo>
                    <a:pt x="1237488" y="137147"/>
                  </a:lnTo>
                  <a:lnTo>
                    <a:pt x="1237488" y="111252"/>
                  </a:lnTo>
                  <a:close/>
                </a:path>
                <a:path w="1579245" h="137160">
                  <a:moveTo>
                    <a:pt x="1286256" y="111252"/>
                  </a:moveTo>
                  <a:lnTo>
                    <a:pt x="1258824" y="111252"/>
                  </a:lnTo>
                  <a:lnTo>
                    <a:pt x="1258824" y="137147"/>
                  </a:lnTo>
                  <a:lnTo>
                    <a:pt x="1286256" y="137147"/>
                  </a:lnTo>
                  <a:lnTo>
                    <a:pt x="1286256" y="111252"/>
                  </a:lnTo>
                  <a:close/>
                </a:path>
                <a:path w="1579245" h="137160">
                  <a:moveTo>
                    <a:pt x="1335024" y="111252"/>
                  </a:moveTo>
                  <a:lnTo>
                    <a:pt x="1307592" y="111252"/>
                  </a:lnTo>
                  <a:lnTo>
                    <a:pt x="1307592" y="137147"/>
                  </a:lnTo>
                  <a:lnTo>
                    <a:pt x="1335024" y="137147"/>
                  </a:lnTo>
                  <a:lnTo>
                    <a:pt x="1335024" y="111252"/>
                  </a:lnTo>
                  <a:close/>
                </a:path>
                <a:path w="1579245" h="137160">
                  <a:moveTo>
                    <a:pt x="1383792" y="111252"/>
                  </a:moveTo>
                  <a:lnTo>
                    <a:pt x="1356360" y="111252"/>
                  </a:lnTo>
                  <a:lnTo>
                    <a:pt x="1356360" y="137147"/>
                  </a:lnTo>
                  <a:lnTo>
                    <a:pt x="1383792" y="137147"/>
                  </a:lnTo>
                  <a:lnTo>
                    <a:pt x="1383792" y="111252"/>
                  </a:lnTo>
                  <a:close/>
                </a:path>
                <a:path w="1579245" h="137160">
                  <a:moveTo>
                    <a:pt x="1432560" y="111252"/>
                  </a:moveTo>
                  <a:lnTo>
                    <a:pt x="1405128" y="111252"/>
                  </a:lnTo>
                  <a:lnTo>
                    <a:pt x="1405128" y="137147"/>
                  </a:lnTo>
                  <a:lnTo>
                    <a:pt x="1432560" y="137147"/>
                  </a:lnTo>
                  <a:lnTo>
                    <a:pt x="1432560" y="111252"/>
                  </a:lnTo>
                  <a:close/>
                </a:path>
                <a:path w="1579245" h="137160">
                  <a:moveTo>
                    <a:pt x="1481315" y="111252"/>
                  </a:moveTo>
                  <a:lnTo>
                    <a:pt x="1453896" y="111252"/>
                  </a:lnTo>
                  <a:lnTo>
                    <a:pt x="1453896" y="137147"/>
                  </a:lnTo>
                  <a:lnTo>
                    <a:pt x="1481315" y="137147"/>
                  </a:lnTo>
                  <a:lnTo>
                    <a:pt x="1481315" y="111252"/>
                  </a:lnTo>
                  <a:close/>
                </a:path>
                <a:path w="1579245" h="137160">
                  <a:moveTo>
                    <a:pt x="1530096" y="111252"/>
                  </a:moveTo>
                  <a:lnTo>
                    <a:pt x="1502664" y="111252"/>
                  </a:lnTo>
                  <a:lnTo>
                    <a:pt x="1502664" y="137147"/>
                  </a:lnTo>
                  <a:lnTo>
                    <a:pt x="1530096" y="137147"/>
                  </a:lnTo>
                  <a:lnTo>
                    <a:pt x="1530096" y="111252"/>
                  </a:lnTo>
                  <a:close/>
                </a:path>
                <a:path w="1579245" h="137160">
                  <a:moveTo>
                    <a:pt x="1578864" y="111252"/>
                  </a:moveTo>
                  <a:lnTo>
                    <a:pt x="1551432" y="111252"/>
                  </a:lnTo>
                  <a:lnTo>
                    <a:pt x="1551432" y="137147"/>
                  </a:lnTo>
                  <a:lnTo>
                    <a:pt x="1578864" y="137147"/>
                  </a:lnTo>
                  <a:lnTo>
                    <a:pt x="1578864" y="111252"/>
                  </a:lnTo>
                  <a:close/>
                </a:path>
              </a:pathLst>
            </a:custGeom>
            <a:solidFill>
              <a:srgbClr val="00D9CE">
                <a:alpha val="14901"/>
              </a:srgbClr>
            </a:solidFill>
          </p:spPr>
          <p:txBody>
            <a:bodyPr wrap="square" lIns="0" tIns="0" rIns="0" bIns="0" rtlCol="0"/>
            <a:lstStyle/>
            <a:p>
              <a:endParaRPr/>
            </a:p>
          </p:txBody>
        </p:sp>
        <p:sp>
          <p:nvSpPr>
            <p:cNvPr id="186" name="object 186"/>
            <p:cNvSpPr/>
            <p:nvPr/>
          </p:nvSpPr>
          <p:spPr>
            <a:xfrm>
              <a:off x="6109716" y="3645407"/>
              <a:ext cx="906780" cy="128270"/>
            </a:xfrm>
            <a:custGeom>
              <a:avLst/>
              <a:gdLst/>
              <a:ahLst/>
              <a:cxnLst/>
              <a:rect l="l" t="t" r="r" b="b"/>
              <a:pathLst>
                <a:path w="906779" h="128270">
                  <a:moveTo>
                    <a:pt x="27432" y="0"/>
                  </a:moveTo>
                  <a:lnTo>
                    <a:pt x="0" y="0"/>
                  </a:lnTo>
                  <a:lnTo>
                    <a:pt x="0" y="27432"/>
                  </a:lnTo>
                  <a:lnTo>
                    <a:pt x="27432" y="27432"/>
                  </a:lnTo>
                  <a:lnTo>
                    <a:pt x="27432" y="0"/>
                  </a:lnTo>
                  <a:close/>
                </a:path>
                <a:path w="906779" h="128270">
                  <a:moveTo>
                    <a:pt x="76200" y="0"/>
                  </a:moveTo>
                  <a:lnTo>
                    <a:pt x="48768" y="0"/>
                  </a:lnTo>
                  <a:lnTo>
                    <a:pt x="48768" y="27432"/>
                  </a:lnTo>
                  <a:lnTo>
                    <a:pt x="76200" y="27432"/>
                  </a:lnTo>
                  <a:lnTo>
                    <a:pt x="76200" y="0"/>
                  </a:lnTo>
                  <a:close/>
                </a:path>
                <a:path w="906779" h="128270">
                  <a:moveTo>
                    <a:pt x="124968" y="0"/>
                  </a:moveTo>
                  <a:lnTo>
                    <a:pt x="97536" y="0"/>
                  </a:lnTo>
                  <a:lnTo>
                    <a:pt x="97536" y="27432"/>
                  </a:lnTo>
                  <a:lnTo>
                    <a:pt x="124968" y="27432"/>
                  </a:lnTo>
                  <a:lnTo>
                    <a:pt x="124968" y="0"/>
                  </a:lnTo>
                  <a:close/>
                </a:path>
                <a:path w="906779" h="128270">
                  <a:moveTo>
                    <a:pt x="173736" y="0"/>
                  </a:moveTo>
                  <a:lnTo>
                    <a:pt x="146304" y="0"/>
                  </a:lnTo>
                  <a:lnTo>
                    <a:pt x="146304" y="27432"/>
                  </a:lnTo>
                  <a:lnTo>
                    <a:pt x="173736" y="27432"/>
                  </a:lnTo>
                  <a:lnTo>
                    <a:pt x="173736" y="0"/>
                  </a:lnTo>
                  <a:close/>
                </a:path>
                <a:path w="906779" h="128270">
                  <a:moveTo>
                    <a:pt x="222504" y="0"/>
                  </a:moveTo>
                  <a:lnTo>
                    <a:pt x="195072" y="0"/>
                  </a:lnTo>
                  <a:lnTo>
                    <a:pt x="195072" y="27432"/>
                  </a:lnTo>
                  <a:lnTo>
                    <a:pt x="222504" y="27432"/>
                  </a:lnTo>
                  <a:lnTo>
                    <a:pt x="222504" y="0"/>
                  </a:lnTo>
                  <a:close/>
                </a:path>
                <a:path w="906779" h="128270">
                  <a:moveTo>
                    <a:pt x="271272" y="0"/>
                  </a:moveTo>
                  <a:lnTo>
                    <a:pt x="243840" y="0"/>
                  </a:lnTo>
                  <a:lnTo>
                    <a:pt x="243840" y="27432"/>
                  </a:lnTo>
                  <a:lnTo>
                    <a:pt x="271272" y="27432"/>
                  </a:lnTo>
                  <a:lnTo>
                    <a:pt x="271272" y="0"/>
                  </a:lnTo>
                  <a:close/>
                </a:path>
                <a:path w="906779" h="128270">
                  <a:moveTo>
                    <a:pt x="320040" y="0"/>
                  </a:moveTo>
                  <a:lnTo>
                    <a:pt x="292608" y="0"/>
                  </a:lnTo>
                  <a:lnTo>
                    <a:pt x="292608" y="27432"/>
                  </a:lnTo>
                  <a:lnTo>
                    <a:pt x="320040" y="27432"/>
                  </a:lnTo>
                  <a:lnTo>
                    <a:pt x="320040" y="0"/>
                  </a:lnTo>
                  <a:close/>
                </a:path>
                <a:path w="906779" h="128270">
                  <a:moveTo>
                    <a:pt x="368808" y="0"/>
                  </a:moveTo>
                  <a:lnTo>
                    <a:pt x="341376" y="0"/>
                  </a:lnTo>
                  <a:lnTo>
                    <a:pt x="341376" y="27432"/>
                  </a:lnTo>
                  <a:lnTo>
                    <a:pt x="368808" y="27432"/>
                  </a:lnTo>
                  <a:lnTo>
                    <a:pt x="368808" y="0"/>
                  </a:lnTo>
                  <a:close/>
                </a:path>
                <a:path w="906779" h="128270">
                  <a:moveTo>
                    <a:pt x="417576" y="0"/>
                  </a:moveTo>
                  <a:lnTo>
                    <a:pt x="390144" y="0"/>
                  </a:lnTo>
                  <a:lnTo>
                    <a:pt x="390144" y="27432"/>
                  </a:lnTo>
                  <a:lnTo>
                    <a:pt x="417576" y="27432"/>
                  </a:lnTo>
                  <a:lnTo>
                    <a:pt x="417576" y="0"/>
                  </a:lnTo>
                  <a:close/>
                </a:path>
                <a:path w="906779" h="128270">
                  <a:moveTo>
                    <a:pt x="466331" y="0"/>
                  </a:moveTo>
                  <a:lnTo>
                    <a:pt x="438912" y="0"/>
                  </a:lnTo>
                  <a:lnTo>
                    <a:pt x="438912" y="27432"/>
                  </a:lnTo>
                  <a:lnTo>
                    <a:pt x="466331" y="27432"/>
                  </a:lnTo>
                  <a:lnTo>
                    <a:pt x="466331" y="0"/>
                  </a:lnTo>
                  <a:close/>
                </a:path>
                <a:path w="906779" h="128270">
                  <a:moveTo>
                    <a:pt x="515112" y="0"/>
                  </a:moveTo>
                  <a:lnTo>
                    <a:pt x="487680" y="0"/>
                  </a:lnTo>
                  <a:lnTo>
                    <a:pt x="487680" y="27432"/>
                  </a:lnTo>
                  <a:lnTo>
                    <a:pt x="515112" y="27432"/>
                  </a:lnTo>
                  <a:lnTo>
                    <a:pt x="515112" y="0"/>
                  </a:lnTo>
                  <a:close/>
                </a:path>
                <a:path w="906779" h="128270">
                  <a:moveTo>
                    <a:pt x="563880" y="0"/>
                  </a:moveTo>
                  <a:lnTo>
                    <a:pt x="536448" y="0"/>
                  </a:lnTo>
                  <a:lnTo>
                    <a:pt x="536448" y="27432"/>
                  </a:lnTo>
                  <a:lnTo>
                    <a:pt x="563880" y="27432"/>
                  </a:lnTo>
                  <a:lnTo>
                    <a:pt x="563880" y="0"/>
                  </a:lnTo>
                  <a:close/>
                </a:path>
                <a:path w="906779" h="128270">
                  <a:moveTo>
                    <a:pt x="565404" y="102108"/>
                  </a:moveTo>
                  <a:lnTo>
                    <a:pt x="537972" y="102108"/>
                  </a:lnTo>
                  <a:lnTo>
                    <a:pt x="537972" y="128016"/>
                  </a:lnTo>
                  <a:lnTo>
                    <a:pt x="565404" y="128016"/>
                  </a:lnTo>
                  <a:lnTo>
                    <a:pt x="565404" y="102108"/>
                  </a:lnTo>
                  <a:close/>
                </a:path>
                <a:path w="906779" h="128270">
                  <a:moveTo>
                    <a:pt x="612635" y="0"/>
                  </a:moveTo>
                  <a:lnTo>
                    <a:pt x="585216" y="0"/>
                  </a:lnTo>
                  <a:lnTo>
                    <a:pt x="585216" y="27432"/>
                  </a:lnTo>
                  <a:lnTo>
                    <a:pt x="612635" y="27432"/>
                  </a:lnTo>
                  <a:lnTo>
                    <a:pt x="612635" y="0"/>
                  </a:lnTo>
                  <a:close/>
                </a:path>
                <a:path w="906779" h="128270">
                  <a:moveTo>
                    <a:pt x="614159" y="102108"/>
                  </a:moveTo>
                  <a:lnTo>
                    <a:pt x="586740" y="102108"/>
                  </a:lnTo>
                  <a:lnTo>
                    <a:pt x="586740" y="128016"/>
                  </a:lnTo>
                  <a:lnTo>
                    <a:pt x="614159" y="128016"/>
                  </a:lnTo>
                  <a:lnTo>
                    <a:pt x="614159" y="102108"/>
                  </a:lnTo>
                  <a:close/>
                </a:path>
                <a:path w="906779" h="128270">
                  <a:moveTo>
                    <a:pt x="661416" y="0"/>
                  </a:moveTo>
                  <a:lnTo>
                    <a:pt x="633984" y="0"/>
                  </a:lnTo>
                  <a:lnTo>
                    <a:pt x="633984" y="27432"/>
                  </a:lnTo>
                  <a:lnTo>
                    <a:pt x="661416" y="27432"/>
                  </a:lnTo>
                  <a:lnTo>
                    <a:pt x="661416" y="0"/>
                  </a:lnTo>
                  <a:close/>
                </a:path>
                <a:path w="906779" h="128270">
                  <a:moveTo>
                    <a:pt x="662940" y="102108"/>
                  </a:moveTo>
                  <a:lnTo>
                    <a:pt x="637032" y="102108"/>
                  </a:lnTo>
                  <a:lnTo>
                    <a:pt x="637032" y="128016"/>
                  </a:lnTo>
                  <a:lnTo>
                    <a:pt x="662940" y="128016"/>
                  </a:lnTo>
                  <a:lnTo>
                    <a:pt x="662940" y="102108"/>
                  </a:lnTo>
                  <a:close/>
                </a:path>
                <a:path w="906779" h="128270">
                  <a:moveTo>
                    <a:pt x="710184" y="0"/>
                  </a:moveTo>
                  <a:lnTo>
                    <a:pt x="682752" y="0"/>
                  </a:lnTo>
                  <a:lnTo>
                    <a:pt x="682752" y="27432"/>
                  </a:lnTo>
                  <a:lnTo>
                    <a:pt x="710184" y="27432"/>
                  </a:lnTo>
                  <a:lnTo>
                    <a:pt x="710184" y="0"/>
                  </a:lnTo>
                  <a:close/>
                </a:path>
                <a:path w="906779" h="128270">
                  <a:moveTo>
                    <a:pt x="711708" y="102108"/>
                  </a:moveTo>
                  <a:lnTo>
                    <a:pt x="685800" y="102108"/>
                  </a:lnTo>
                  <a:lnTo>
                    <a:pt x="685800" y="128016"/>
                  </a:lnTo>
                  <a:lnTo>
                    <a:pt x="711708" y="128016"/>
                  </a:lnTo>
                  <a:lnTo>
                    <a:pt x="711708" y="102108"/>
                  </a:lnTo>
                  <a:close/>
                </a:path>
                <a:path w="906779" h="128270">
                  <a:moveTo>
                    <a:pt x="758939" y="0"/>
                  </a:moveTo>
                  <a:lnTo>
                    <a:pt x="731520" y="0"/>
                  </a:lnTo>
                  <a:lnTo>
                    <a:pt x="731520" y="27432"/>
                  </a:lnTo>
                  <a:lnTo>
                    <a:pt x="758939" y="27432"/>
                  </a:lnTo>
                  <a:lnTo>
                    <a:pt x="758939" y="0"/>
                  </a:lnTo>
                  <a:close/>
                </a:path>
                <a:path w="906779" h="128270">
                  <a:moveTo>
                    <a:pt x="760463" y="102108"/>
                  </a:moveTo>
                  <a:lnTo>
                    <a:pt x="734568" y="102108"/>
                  </a:lnTo>
                  <a:lnTo>
                    <a:pt x="734568" y="128016"/>
                  </a:lnTo>
                  <a:lnTo>
                    <a:pt x="760463" y="128016"/>
                  </a:lnTo>
                  <a:lnTo>
                    <a:pt x="760463" y="102108"/>
                  </a:lnTo>
                  <a:close/>
                </a:path>
                <a:path w="906779" h="128270">
                  <a:moveTo>
                    <a:pt x="809244" y="102108"/>
                  </a:moveTo>
                  <a:lnTo>
                    <a:pt x="783336" y="102108"/>
                  </a:lnTo>
                  <a:lnTo>
                    <a:pt x="783336" y="128016"/>
                  </a:lnTo>
                  <a:lnTo>
                    <a:pt x="809244" y="128016"/>
                  </a:lnTo>
                  <a:lnTo>
                    <a:pt x="809244" y="102108"/>
                  </a:lnTo>
                  <a:close/>
                </a:path>
                <a:path w="906779" h="128270">
                  <a:moveTo>
                    <a:pt x="858012" y="102108"/>
                  </a:moveTo>
                  <a:lnTo>
                    <a:pt x="832104" y="102108"/>
                  </a:lnTo>
                  <a:lnTo>
                    <a:pt x="832104" y="128016"/>
                  </a:lnTo>
                  <a:lnTo>
                    <a:pt x="858012" y="128016"/>
                  </a:lnTo>
                  <a:lnTo>
                    <a:pt x="858012" y="102108"/>
                  </a:lnTo>
                  <a:close/>
                </a:path>
                <a:path w="906779" h="128270">
                  <a:moveTo>
                    <a:pt x="906780" y="102108"/>
                  </a:moveTo>
                  <a:lnTo>
                    <a:pt x="880872" y="102108"/>
                  </a:lnTo>
                  <a:lnTo>
                    <a:pt x="880872" y="128016"/>
                  </a:lnTo>
                  <a:lnTo>
                    <a:pt x="906780" y="128016"/>
                  </a:lnTo>
                  <a:lnTo>
                    <a:pt x="906780" y="102108"/>
                  </a:lnTo>
                  <a:close/>
                </a:path>
              </a:pathLst>
            </a:custGeom>
            <a:solidFill>
              <a:srgbClr val="FF8E01">
                <a:alpha val="14901"/>
              </a:srgbClr>
            </a:solidFill>
          </p:spPr>
          <p:txBody>
            <a:bodyPr wrap="square" lIns="0" tIns="0" rIns="0" bIns="0" rtlCol="0"/>
            <a:lstStyle/>
            <a:p>
              <a:endParaRPr/>
            </a:p>
          </p:txBody>
        </p:sp>
      </p:grpSp>
      <p:sp>
        <p:nvSpPr>
          <p:cNvPr id="187" name="object 187"/>
          <p:cNvSpPr txBox="1"/>
          <p:nvPr/>
        </p:nvSpPr>
        <p:spPr>
          <a:xfrm>
            <a:off x="1938020" y="3361131"/>
            <a:ext cx="779145" cy="269240"/>
          </a:xfrm>
          <a:prstGeom prst="rect">
            <a:avLst/>
          </a:prstGeom>
        </p:spPr>
        <p:txBody>
          <a:bodyPr vert="horz" wrap="square" lIns="0" tIns="12065" rIns="0" bIns="0" rtlCol="0">
            <a:spAutoFit/>
          </a:bodyPr>
          <a:lstStyle/>
          <a:p>
            <a:pPr marL="12700">
              <a:lnSpc>
                <a:spcPct val="100000"/>
              </a:lnSpc>
              <a:spcBef>
                <a:spcPts val="95"/>
              </a:spcBef>
            </a:pPr>
            <a:r>
              <a:rPr sz="1600" b="1" spc="-10" dirty="0">
                <a:solidFill>
                  <a:srgbClr val="FFFFFF"/>
                </a:solidFill>
                <a:latin typeface="Arial"/>
                <a:cs typeface="Arial"/>
              </a:rPr>
              <a:t>Gaming</a:t>
            </a:r>
            <a:endParaRPr sz="1600">
              <a:latin typeface="Arial"/>
              <a:cs typeface="Arial"/>
            </a:endParaRPr>
          </a:p>
        </p:txBody>
      </p:sp>
      <p:sp>
        <p:nvSpPr>
          <p:cNvPr id="188" name="object 188"/>
          <p:cNvSpPr/>
          <p:nvPr/>
        </p:nvSpPr>
        <p:spPr>
          <a:xfrm>
            <a:off x="2033016" y="4748784"/>
            <a:ext cx="1727454" cy="454913"/>
          </a:xfrm>
          <a:prstGeom prst="rect">
            <a:avLst/>
          </a:prstGeom>
          <a:blipFill>
            <a:blip r:embed="rId18" cstate="print"/>
            <a:stretch>
              <a:fillRect/>
            </a:stretch>
          </a:blipFill>
        </p:spPr>
        <p:txBody>
          <a:bodyPr wrap="square" lIns="0" tIns="0" rIns="0" bIns="0" rtlCol="0"/>
          <a:lstStyle/>
          <a:p>
            <a:endParaRPr/>
          </a:p>
        </p:txBody>
      </p:sp>
      <p:sp>
        <p:nvSpPr>
          <p:cNvPr id="189" name="object 189"/>
          <p:cNvSpPr txBox="1"/>
          <p:nvPr/>
        </p:nvSpPr>
        <p:spPr>
          <a:xfrm>
            <a:off x="2148077" y="4798822"/>
            <a:ext cx="1480820" cy="269240"/>
          </a:xfrm>
          <a:prstGeom prst="rect">
            <a:avLst/>
          </a:prstGeom>
        </p:spPr>
        <p:txBody>
          <a:bodyPr vert="horz" wrap="square" lIns="0" tIns="12065" rIns="0" bIns="0" rtlCol="0">
            <a:spAutoFit/>
          </a:bodyPr>
          <a:lstStyle/>
          <a:p>
            <a:pPr marL="12700">
              <a:lnSpc>
                <a:spcPct val="100000"/>
              </a:lnSpc>
              <a:spcBef>
                <a:spcPts val="95"/>
              </a:spcBef>
            </a:pPr>
            <a:r>
              <a:rPr sz="1600" b="1" spc="-5" dirty="0">
                <a:solidFill>
                  <a:srgbClr val="FFFFFF"/>
                </a:solidFill>
                <a:latin typeface="Arial"/>
                <a:cs typeface="Arial"/>
              </a:rPr>
              <a:t>Finance</a:t>
            </a:r>
            <a:r>
              <a:rPr sz="1600" b="1" spc="-45" dirty="0">
                <a:solidFill>
                  <a:srgbClr val="FFFFFF"/>
                </a:solidFill>
                <a:latin typeface="Arial"/>
                <a:cs typeface="Arial"/>
              </a:rPr>
              <a:t> </a:t>
            </a:r>
            <a:r>
              <a:rPr sz="1600" b="1" spc="-5" dirty="0">
                <a:solidFill>
                  <a:srgbClr val="FFFFFF"/>
                </a:solidFill>
                <a:latin typeface="Arial"/>
                <a:cs typeface="Arial"/>
              </a:rPr>
              <a:t>Sector</a:t>
            </a:r>
            <a:endParaRPr sz="1600">
              <a:latin typeface="Arial"/>
              <a:cs typeface="Arial"/>
            </a:endParaRPr>
          </a:p>
        </p:txBody>
      </p:sp>
      <p:sp>
        <p:nvSpPr>
          <p:cNvPr id="190" name="object 190"/>
          <p:cNvSpPr/>
          <p:nvPr/>
        </p:nvSpPr>
        <p:spPr>
          <a:xfrm>
            <a:off x="8406383" y="4614671"/>
            <a:ext cx="2480310" cy="454913"/>
          </a:xfrm>
          <a:prstGeom prst="rect">
            <a:avLst/>
          </a:prstGeom>
          <a:blipFill>
            <a:blip r:embed="rId19" cstate="print"/>
            <a:stretch>
              <a:fillRect/>
            </a:stretch>
          </a:blipFill>
        </p:spPr>
        <p:txBody>
          <a:bodyPr wrap="square" lIns="0" tIns="0" rIns="0" bIns="0" rtlCol="0"/>
          <a:lstStyle/>
          <a:p>
            <a:endParaRPr/>
          </a:p>
        </p:txBody>
      </p:sp>
      <p:sp>
        <p:nvSpPr>
          <p:cNvPr id="191" name="object 191"/>
          <p:cNvSpPr txBox="1"/>
          <p:nvPr/>
        </p:nvSpPr>
        <p:spPr>
          <a:xfrm>
            <a:off x="8521700" y="4665421"/>
            <a:ext cx="2233930" cy="269240"/>
          </a:xfrm>
          <a:prstGeom prst="rect">
            <a:avLst/>
          </a:prstGeom>
        </p:spPr>
        <p:txBody>
          <a:bodyPr vert="horz" wrap="square" lIns="0" tIns="12065" rIns="0" bIns="0" rtlCol="0">
            <a:spAutoFit/>
          </a:bodyPr>
          <a:lstStyle/>
          <a:p>
            <a:pPr marL="12700">
              <a:lnSpc>
                <a:spcPct val="100000"/>
              </a:lnSpc>
              <a:spcBef>
                <a:spcPts val="95"/>
              </a:spcBef>
            </a:pPr>
            <a:r>
              <a:rPr sz="1600" b="1" spc="-10" dirty="0">
                <a:solidFill>
                  <a:srgbClr val="FFFFFF"/>
                </a:solidFill>
                <a:latin typeface="Arial"/>
                <a:cs typeface="Arial"/>
              </a:rPr>
              <a:t>Inventory</a:t>
            </a:r>
            <a:r>
              <a:rPr sz="1600" b="1" spc="-5" dirty="0">
                <a:solidFill>
                  <a:srgbClr val="FFFFFF"/>
                </a:solidFill>
                <a:latin typeface="Arial"/>
                <a:cs typeface="Arial"/>
              </a:rPr>
              <a:t> Management</a:t>
            </a:r>
            <a:endParaRPr sz="1600">
              <a:latin typeface="Arial"/>
              <a:cs typeface="Arial"/>
            </a:endParaRPr>
          </a:p>
        </p:txBody>
      </p:sp>
      <p:sp>
        <p:nvSpPr>
          <p:cNvPr id="192" name="object 192"/>
          <p:cNvSpPr/>
          <p:nvPr/>
        </p:nvSpPr>
        <p:spPr>
          <a:xfrm>
            <a:off x="5247132" y="5922264"/>
            <a:ext cx="1666493" cy="454914"/>
          </a:xfrm>
          <a:prstGeom prst="rect">
            <a:avLst/>
          </a:prstGeom>
          <a:blipFill>
            <a:blip r:embed="rId20" cstate="print"/>
            <a:stretch>
              <a:fillRect/>
            </a:stretch>
          </a:blipFill>
        </p:spPr>
        <p:txBody>
          <a:bodyPr wrap="square" lIns="0" tIns="0" rIns="0" bIns="0" rtlCol="0"/>
          <a:lstStyle/>
          <a:p>
            <a:endParaRPr/>
          </a:p>
        </p:txBody>
      </p:sp>
      <p:sp>
        <p:nvSpPr>
          <p:cNvPr id="193" name="object 193"/>
          <p:cNvSpPr txBox="1"/>
          <p:nvPr/>
        </p:nvSpPr>
        <p:spPr>
          <a:xfrm>
            <a:off x="5362702" y="5973267"/>
            <a:ext cx="1420495" cy="269240"/>
          </a:xfrm>
          <a:prstGeom prst="rect">
            <a:avLst/>
          </a:prstGeom>
        </p:spPr>
        <p:txBody>
          <a:bodyPr vert="horz" wrap="square" lIns="0" tIns="12065" rIns="0" bIns="0" rtlCol="0">
            <a:spAutoFit/>
          </a:bodyPr>
          <a:lstStyle/>
          <a:p>
            <a:pPr marL="12700">
              <a:lnSpc>
                <a:spcPct val="100000"/>
              </a:lnSpc>
              <a:spcBef>
                <a:spcPts val="95"/>
              </a:spcBef>
            </a:pPr>
            <a:r>
              <a:rPr sz="1600" b="1" spc="-5" dirty="0">
                <a:solidFill>
                  <a:srgbClr val="FFFFFF"/>
                </a:solidFill>
                <a:latin typeface="Arial"/>
                <a:cs typeface="Arial"/>
              </a:rPr>
              <a:t>Manu</a:t>
            </a:r>
            <a:r>
              <a:rPr sz="1600" b="1" spc="-15" dirty="0">
                <a:solidFill>
                  <a:srgbClr val="FFFFFF"/>
                </a:solidFill>
                <a:latin typeface="Arial"/>
                <a:cs typeface="Arial"/>
              </a:rPr>
              <a:t>f</a:t>
            </a:r>
            <a:r>
              <a:rPr sz="1600" b="1" spc="-5" dirty="0">
                <a:solidFill>
                  <a:srgbClr val="FFFFFF"/>
                </a:solidFill>
                <a:latin typeface="Arial"/>
                <a:cs typeface="Arial"/>
              </a:rPr>
              <a:t>act</a:t>
            </a:r>
            <a:r>
              <a:rPr sz="1600" b="1" spc="-10" dirty="0">
                <a:solidFill>
                  <a:srgbClr val="FFFFFF"/>
                </a:solidFill>
                <a:latin typeface="Arial"/>
                <a:cs typeface="Arial"/>
              </a:rPr>
              <a:t>u</a:t>
            </a:r>
            <a:r>
              <a:rPr sz="1600" b="1" spc="-5" dirty="0">
                <a:solidFill>
                  <a:srgbClr val="FFFFFF"/>
                </a:solidFill>
                <a:latin typeface="Arial"/>
                <a:cs typeface="Arial"/>
              </a:rPr>
              <a:t>ring</a:t>
            </a:r>
            <a:endParaRPr sz="1600">
              <a:latin typeface="Arial"/>
              <a:cs typeface="Arial"/>
            </a:endParaRPr>
          </a:p>
        </p:txBody>
      </p:sp>
      <p:sp>
        <p:nvSpPr>
          <p:cNvPr id="194" name="object 194"/>
          <p:cNvSpPr/>
          <p:nvPr/>
        </p:nvSpPr>
        <p:spPr>
          <a:xfrm>
            <a:off x="9192768" y="3311652"/>
            <a:ext cx="1945385" cy="454914"/>
          </a:xfrm>
          <a:prstGeom prst="rect">
            <a:avLst/>
          </a:prstGeom>
          <a:blipFill>
            <a:blip r:embed="rId21" cstate="print"/>
            <a:stretch>
              <a:fillRect/>
            </a:stretch>
          </a:blipFill>
        </p:spPr>
        <p:txBody>
          <a:bodyPr wrap="square" lIns="0" tIns="0" rIns="0" bIns="0" rtlCol="0"/>
          <a:lstStyle/>
          <a:p>
            <a:endParaRPr/>
          </a:p>
        </p:txBody>
      </p:sp>
      <p:sp>
        <p:nvSpPr>
          <p:cNvPr id="195" name="object 195"/>
          <p:cNvSpPr txBox="1"/>
          <p:nvPr/>
        </p:nvSpPr>
        <p:spPr>
          <a:xfrm>
            <a:off x="9308972" y="3361131"/>
            <a:ext cx="1699260" cy="269240"/>
          </a:xfrm>
          <a:prstGeom prst="rect">
            <a:avLst/>
          </a:prstGeom>
        </p:spPr>
        <p:txBody>
          <a:bodyPr vert="horz" wrap="square" lIns="0" tIns="12065" rIns="0" bIns="0" rtlCol="0">
            <a:spAutoFit/>
          </a:bodyPr>
          <a:lstStyle/>
          <a:p>
            <a:pPr marL="12700">
              <a:lnSpc>
                <a:spcPct val="100000"/>
              </a:lnSpc>
              <a:spcBef>
                <a:spcPts val="95"/>
              </a:spcBef>
            </a:pPr>
            <a:r>
              <a:rPr sz="1600" b="1" spc="-5" dirty="0">
                <a:solidFill>
                  <a:srgbClr val="FFFFFF"/>
                </a:solidFill>
                <a:latin typeface="Arial"/>
                <a:cs typeface="Arial"/>
              </a:rPr>
              <a:t>Robot</a:t>
            </a:r>
            <a:r>
              <a:rPr sz="1600" b="1" spc="-40" dirty="0">
                <a:solidFill>
                  <a:srgbClr val="FFFFFF"/>
                </a:solidFill>
                <a:latin typeface="Arial"/>
                <a:cs typeface="Arial"/>
              </a:rPr>
              <a:t> </a:t>
            </a:r>
            <a:r>
              <a:rPr sz="1600" b="1" spc="-10" dirty="0">
                <a:solidFill>
                  <a:srgbClr val="FFFFFF"/>
                </a:solidFill>
                <a:latin typeface="Arial"/>
                <a:cs typeface="Arial"/>
              </a:rPr>
              <a:t>Navigation</a:t>
            </a:r>
            <a:endParaRPr sz="1600">
              <a:latin typeface="Arial"/>
              <a:cs typeface="Arial"/>
            </a:endParaRPr>
          </a:p>
        </p:txBody>
      </p:sp>
      <p:grpSp>
        <p:nvGrpSpPr>
          <p:cNvPr id="196" name="object 196"/>
          <p:cNvGrpSpPr/>
          <p:nvPr/>
        </p:nvGrpSpPr>
        <p:grpSpPr>
          <a:xfrm>
            <a:off x="3009900" y="3157727"/>
            <a:ext cx="1225550" cy="719455"/>
            <a:chOff x="3009900" y="3157727"/>
            <a:chExt cx="1225550" cy="719455"/>
          </a:xfrm>
        </p:grpSpPr>
        <p:sp>
          <p:nvSpPr>
            <p:cNvPr id="197" name="object 197"/>
            <p:cNvSpPr/>
            <p:nvPr/>
          </p:nvSpPr>
          <p:spPr>
            <a:xfrm>
              <a:off x="3229736" y="3318128"/>
              <a:ext cx="865505" cy="238125"/>
            </a:xfrm>
            <a:custGeom>
              <a:avLst/>
              <a:gdLst/>
              <a:ahLst/>
              <a:cxnLst/>
              <a:rect l="l" t="t" r="r" b="b"/>
              <a:pathLst>
                <a:path w="865504" h="238125">
                  <a:moveTo>
                    <a:pt x="865251" y="0"/>
                  </a:moveTo>
                  <a:lnTo>
                    <a:pt x="0" y="237871"/>
                  </a:lnTo>
                </a:path>
              </a:pathLst>
            </a:custGeom>
            <a:ln w="3175">
              <a:solidFill>
                <a:srgbClr val="FFFFFF"/>
              </a:solidFill>
            </a:ln>
          </p:spPr>
          <p:txBody>
            <a:bodyPr wrap="square" lIns="0" tIns="0" rIns="0" bIns="0" rtlCol="0"/>
            <a:lstStyle/>
            <a:p>
              <a:endParaRPr/>
            </a:p>
          </p:txBody>
        </p:sp>
        <p:sp>
          <p:nvSpPr>
            <p:cNvPr id="198" name="object 198"/>
            <p:cNvSpPr/>
            <p:nvPr/>
          </p:nvSpPr>
          <p:spPr>
            <a:xfrm>
              <a:off x="4085189" y="3217416"/>
              <a:ext cx="149826" cy="149808"/>
            </a:xfrm>
            <a:prstGeom prst="rect">
              <a:avLst/>
            </a:prstGeom>
            <a:blipFill>
              <a:blip r:embed="rId22" cstate="print"/>
              <a:stretch>
                <a:fillRect/>
              </a:stretch>
            </a:blipFill>
          </p:spPr>
          <p:txBody>
            <a:bodyPr wrap="square" lIns="0" tIns="0" rIns="0" bIns="0" rtlCol="0"/>
            <a:lstStyle/>
            <a:p>
              <a:endParaRPr/>
            </a:p>
          </p:txBody>
        </p:sp>
        <p:sp>
          <p:nvSpPr>
            <p:cNvPr id="199" name="object 199"/>
            <p:cNvSpPr/>
            <p:nvPr/>
          </p:nvSpPr>
          <p:spPr>
            <a:xfrm>
              <a:off x="3009900" y="3157727"/>
              <a:ext cx="719455" cy="719455"/>
            </a:xfrm>
            <a:custGeom>
              <a:avLst/>
              <a:gdLst/>
              <a:ahLst/>
              <a:cxnLst/>
              <a:rect l="l" t="t" r="r" b="b"/>
              <a:pathLst>
                <a:path w="719454" h="719454">
                  <a:moveTo>
                    <a:pt x="359663" y="0"/>
                  </a:moveTo>
                  <a:lnTo>
                    <a:pt x="310861" y="3283"/>
                  </a:lnTo>
                  <a:lnTo>
                    <a:pt x="264054" y="12848"/>
                  </a:lnTo>
                  <a:lnTo>
                    <a:pt x="219670" y="28265"/>
                  </a:lnTo>
                  <a:lnTo>
                    <a:pt x="178138" y="49106"/>
                  </a:lnTo>
                  <a:lnTo>
                    <a:pt x="139887" y="74943"/>
                  </a:lnTo>
                  <a:lnTo>
                    <a:pt x="105346" y="105346"/>
                  </a:lnTo>
                  <a:lnTo>
                    <a:pt x="74943" y="139887"/>
                  </a:lnTo>
                  <a:lnTo>
                    <a:pt x="49106" y="178138"/>
                  </a:lnTo>
                  <a:lnTo>
                    <a:pt x="28265" y="219670"/>
                  </a:lnTo>
                  <a:lnTo>
                    <a:pt x="12848" y="264054"/>
                  </a:lnTo>
                  <a:lnTo>
                    <a:pt x="3283" y="310861"/>
                  </a:lnTo>
                  <a:lnTo>
                    <a:pt x="0" y="359663"/>
                  </a:lnTo>
                  <a:lnTo>
                    <a:pt x="3283" y="408466"/>
                  </a:lnTo>
                  <a:lnTo>
                    <a:pt x="12848" y="455273"/>
                  </a:lnTo>
                  <a:lnTo>
                    <a:pt x="28265" y="499657"/>
                  </a:lnTo>
                  <a:lnTo>
                    <a:pt x="49106" y="541189"/>
                  </a:lnTo>
                  <a:lnTo>
                    <a:pt x="74943" y="579440"/>
                  </a:lnTo>
                  <a:lnTo>
                    <a:pt x="105346" y="613981"/>
                  </a:lnTo>
                  <a:lnTo>
                    <a:pt x="139887" y="644384"/>
                  </a:lnTo>
                  <a:lnTo>
                    <a:pt x="178138" y="670221"/>
                  </a:lnTo>
                  <a:lnTo>
                    <a:pt x="219670" y="691062"/>
                  </a:lnTo>
                  <a:lnTo>
                    <a:pt x="264054" y="706479"/>
                  </a:lnTo>
                  <a:lnTo>
                    <a:pt x="310861" y="716044"/>
                  </a:lnTo>
                  <a:lnTo>
                    <a:pt x="359663" y="719328"/>
                  </a:lnTo>
                  <a:lnTo>
                    <a:pt x="408466" y="716044"/>
                  </a:lnTo>
                  <a:lnTo>
                    <a:pt x="455273" y="706479"/>
                  </a:lnTo>
                  <a:lnTo>
                    <a:pt x="499657" y="691062"/>
                  </a:lnTo>
                  <a:lnTo>
                    <a:pt x="541189" y="670221"/>
                  </a:lnTo>
                  <a:lnTo>
                    <a:pt x="579440" y="644384"/>
                  </a:lnTo>
                  <a:lnTo>
                    <a:pt x="613981" y="613981"/>
                  </a:lnTo>
                  <a:lnTo>
                    <a:pt x="644384" y="579440"/>
                  </a:lnTo>
                  <a:lnTo>
                    <a:pt x="670221" y="541189"/>
                  </a:lnTo>
                  <a:lnTo>
                    <a:pt x="691062" y="499657"/>
                  </a:lnTo>
                  <a:lnTo>
                    <a:pt x="706479" y="455273"/>
                  </a:lnTo>
                  <a:lnTo>
                    <a:pt x="716044" y="408466"/>
                  </a:lnTo>
                  <a:lnTo>
                    <a:pt x="719327" y="359663"/>
                  </a:lnTo>
                  <a:lnTo>
                    <a:pt x="716044" y="310861"/>
                  </a:lnTo>
                  <a:lnTo>
                    <a:pt x="706479" y="264054"/>
                  </a:lnTo>
                  <a:lnTo>
                    <a:pt x="691062" y="219670"/>
                  </a:lnTo>
                  <a:lnTo>
                    <a:pt x="670221" y="178138"/>
                  </a:lnTo>
                  <a:lnTo>
                    <a:pt x="644384" y="139887"/>
                  </a:lnTo>
                  <a:lnTo>
                    <a:pt x="613981" y="105346"/>
                  </a:lnTo>
                  <a:lnTo>
                    <a:pt x="579440" y="74943"/>
                  </a:lnTo>
                  <a:lnTo>
                    <a:pt x="541189" y="49106"/>
                  </a:lnTo>
                  <a:lnTo>
                    <a:pt x="499657" y="28265"/>
                  </a:lnTo>
                  <a:lnTo>
                    <a:pt x="455273" y="12848"/>
                  </a:lnTo>
                  <a:lnTo>
                    <a:pt x="408466" y="3283"/>
                  </a:lnTo>
                  <a:lnTo>
                    <a:pt x="359663" y="0"/>
                  </a:lnTo>
                  <a:close/>
                </a:path>
              </a:pathLst>
            </a:custGeom>
            <a:solidFill>
              <a:srgbClr val="00D9CE"/>
            </a:solidFill>
          </p:spPr>
          <p:txBody>
            <a:bodyPr wrap="square" lIns="0" tIns="0" rIns="0" bIns="0" rtlCol="0"/>
            <a:lstStyle/>
            <a:p>
              <a:endParaRPr/>
            </a:p>
          </p:txBody>
        </p:sp>
        <p:sp>
          <p:nvSpPr>
            <p:cNvPr id="200" name="object 200"/>
            <p:cNvSpPr/>
            <p:nvPr/>
          </p:nvSpPr>
          <p:spPr>
            <a:xfrm>
              <a:off x="3043428" y="3189731"/>
              <a:ext cx="654050" cy="655320"/>
            </a:xfrm>
            <a:custGeom>
              <a:avLst/>
              <a:gdLst/>
              <a:ahLst/>
              <a:cxnLst/>
              <a:rect l="l" t="t" r="r" b="b"/>
              <a:pathLst>
                <a:path w="654050" h="655320">
                  <a:moveTo>
                    <a:pt x="326898" y="0"/>
                  </a:moveTo>
                  <a:lnTo>
                    <a:pt x="278579" y="3552"/>
                  </a:lnTo>
                  <a:lnTo>
                    <a:pt x="232466" y="13871"/>
                  </a:lnTo>
                  <a:lnTo>
                    <a:pt x="189063" y="30451"/>
                  </a:lnTo>
                  <a:lnTo>
                    <a:pt x="148875" y="52784"/>
                  </a:lnTo>
                  <a:lnTo>
                    <a:pt x="112407" y="80364"/>
                  </a:lnTo>
                  <a:lnTo>
                    <a:pt x="80164" y="112685"/>
                  </a:lnTo>
                  <a:lnTo>
                    <a:pt x="52651" y="149239"/>
                  </a:lnTo>
                  <a:lnTo>
                    <a:pt x="30374" y="189521"/>
                  </a:lnTo>
                  <a:lnTo>
                    <a:pt x="13836" y="233022"/>
                  </a:lnTo>
                  <a:lnTo>
                    <a:pt x="3543" y="279237"/>
                  </a:lnTo>
                  <a:lnTo>
                    <a:pt x="0" y="327659"/>
                  </a:lnTo>
                  <a:lnTo>
                    <a:pt x="3543" y="376082"/>
                  </a:lnTo>
                  <a:lnTo>
                    <a:pt x="13836" y="422297"/>
                  </a:lnTo>
                  <a:lnTo>
                    <a:pt x="30374" y="465798"/>
                  </a:lnTo>
                  <a:lnTo>
                    <a:pt x="52651" y="506080"/>
                  </a:lnTo>
                  <a:lnTo>
                    <a:pt x="80164" y="542634"/>
                  </a:lnTo>
                  <a:lnTo>
                    <a:pt x="112407" y="574955"/>
                  </a:lnTo>
                  <a:lnTo>
                    <a:pt x="148875" y="602535"/>
                  </a:lnTo>
                  <a:lnTo>
                    <a:pt x="189063" y="624868"/>
                  </a:lnTo>
                  <a:lnTo>
                    <a:pt x="232466" y="641448"/>
                  </a:lnTo>
                  <a:lnTo>
                    <a:pt x="278579" y="651767"/>
                  </a:lnTo>
                  <a:lnTo>
                    <a:pt x="326898" y="655319"/>
                  </a:lnTo>
                  <a:lnTo>
                    <a:pt x="375216" y="651767"/>
                  </a:lnTo>
                  <a:lnTo>
                    <a:pt x="421329" y="641448"/>
                  </a:lnTo>
                  <a:lnTo>
                    <a:pt x="464732" y="624868"/>
                  </a:lnTo>
                  <a:lnTo>
                    <a:pt x="504920" y="602535"/>
                  </a:lnTo>
                  <a:lnTo>
                    <a:pt x="541388" y="574955"/>
                  </a:lnTo>
                  <a:lnTo>
                    <a:pt x="573631" y="542634"/>
                  </a:lnTo>
                  <a:lnTo>
                    <a:pt x="601144" y="506080"/>
                  </a:lnTo>
                  <a:lnTo>
                    <a:pt x="623421" y="465798"/>
                  </a:lnTo>
                  <a:lnTo>
                    <a:pt x="639959" y="422297"/>
                  </a:lnTo>
                  <a:lnTo>
                    <a:pt x="650252" y="376082"/>
                  </a:lnTo>
                  <a:lnTo>
                    <a:pt x="653796" y="327659"/>
                  </a:lnTo>
                  <a:lnTo>
                    <a:pt x="650252" y="279237"/>
                  </a:lnTo>
                  <a:lnTo>
                    <a:pt x="639959" y="233022"/>
                  </a:lnTo>
                  <a:lnTo>
                    <a:pt x="623421" y="189521"/>
                  </a:lnTo>
                  <a:lnTo>
                    <a:pt x="601144" y="149239"/>
                  </a:lnTo>
                  <a:lnTo>
                    <a:pt x="573631" y="112685"/>
                  </a:lnTo>
                  <a:lnTo>
                    <a:pt x="541388" y="80364"/>
                  </a:lnTo>
                  <a:lnTo>
                    <a:pt x="504920" y="52784"/>
                  </a:lnTo>
                  <a:lnTo>
                    <a:pt x="464732" y="30451"/>
                  </a:lnTo>
                  <a:lnTo>
                    <a:pt x="421329" y="13871"/>
                  </a:lnTo>
                  <a:lnTo>
                    <a:pt x="375216" y="3552"/>
                  </a:lnTo>
                  <a:lnTo>
                    <a:pt x="326898" y="0"/>
                  </a:lnTo>
                  <a:close/>
                </a:path>
              </a:pathLst>
            </a:custGeom>
            <a:solidFill>
              <a:srgbClr val="152B77"/>
            </a:solidFill>
          </p:spPr>
          <p:txBody>
            <a:bodyPr wrap="square" lIns="0" tIns="0" rIns="0" bIns="0" rtlCol="0"/>
            <a:lstStyle/>
            <a:p>
              <a:endParaRPr/>
            </a:p>
          </p:txBody>
        </p:sp>
        <p:sp>
          <p:nvSpPr>
            <p:cNvPr id="201" name="object 201"/>
            <p:cNvSpPr/>
            <p:nvPr/>
          </p:nvSpPr>
          <p:spPr>
            <a:xfrm>
              <a:off x="3186709" y="3334511"/>
              <a:ext cx="365760" cy="365760"/>
            </a:xfrm>
            <a:custGeom>
              <a:avLst/>
              <a:gdLst/>
              <a:ahLst/>
              <a:cxnLst/>
              <a:rect l="l" t="t" r="r" b="b"/>
              <a:pathLst>
                <a:path w="365760" h="365760">
                  <a:moveTo>
                    <a:pt x="73126" y="0"/>
                  </a:moveTo>
                  <a:lnTo>
                    <a:pt x="60934" y="0"/>
                  </a:lnTo>
                  <a:lnTo>
                    <a:pt x="53835" y="1447"/>
                  </a:lnTo>
                  <a:lnTo>
                    <a:pt x="48018" y="5384"/>
                  </a:lnTo>
                  <a:lnTo>
                    <a:pt x="44081" y="11201"/>
                  </a:lnTo>
                  <a:lnTo>
                    <a:pt x="42646" y="18288"/>
                  </a:lnTo>
                  <a:lnTo>
                    <a:pt x="42646" y="140208"/>
                  </a:lnTo>
                  <a:lnTo>
                    <a:pt x="44081" y="147307"/>
                  </a:lnTo>
                  <a:lnTo>
                    <a:pt x="48018" y="153123"/>
                  </a:lnTo>
                  <a:lnTo>
                    <a:pt x="53835" y="157060"/>
                  </a:lnTo>
                  <a:lnTo>
                    <a:pt x="60934" y="158496"/>
                  </a:lnTo>
                  <a:lnTo>
                    <a:pt x="73126" y="158496"/>
                  </a:lnTo>
                  <a:lnTo>
                    <a:pt x="73126" y="0"/>
                  </a:lnTo>
                  <a:close/>
                </a:path>
                <a:path w="365760" h="365760">
                  <a:moveTo>
                    <a:pt x="127990" y="249936"/>
                  </a:moveTo>
                  <a:lnTo>
                    <a:pt x="112356" y="249936"/>
                  </a:lnTo>
                  <a:lnTo>
                    <a:pt x="109702" y="247142"/>
                  </a:lnTo>
                  <a:lnTo>
                    <a:pt x="109702" y="231648"/>
                  </a:lnTo>
                  <a:lnTo>
                    <a:pt x="97510" y="231648"/>
                  </a:lnTo>
                  <a:lnTo>
                    <a:pt x="97510" y="247142"/>
                  </a:lnTo>
                  <a:lnTo>
                    <a:pt x="94843" y="249936"/>
                  </a:lnTo>
                  <a:lnTo>
                    <a:pt x="79222" y="249936"/>
                  </a:lnTo>
                  <a:lnTo>
                    <a:pt x="79222" y="262128"/>
                  </a:lnTo>
                  <a:lnTo>
                    <a:pt x="94843" y="262128"/>
                  </a:lnTo>
                  <a:lnTo>
                    <a:pt x="97510" y="264934"/>
                  </a:lnTo>
                  <a:lnTo>
                    <a:pt x="97510" y="280416"/>
                  </a:lnTo>
                  <a:lnTo>
                    <a:pt x="109702" y="280416"/>
                  </a:lnTo>
                  <a:lnTo>
                    <a:pt x="109702" y="264934"/>
                  </a:lnTo>
                  <a:lnTo>
                    <a:pt x="112356" y="262128"/>
                  </a:lnTo>
                  <a:lnTo>
                    <a:pt x="127990" y="262128"/>
                  </a:lnTo>
                  <a:lnTo>
                    <a:pt x="127990" y="249936"/>
                  </a:lnTo>
                  <a:close/>
                </a:path>
                <a:path w="365760" h="365760">
                  <a:moveTo>
                    <a:pt x="173075" y="73406"/>
                  </a:moveTo>
                  <a:lnTo>
                    <a:pt x="166344" y="67183"/>
                  </a:lnTo>
                  <a:lnTo>
                    <a:pt x="162026" y="61468"/>
                  </a:lnTo>
                  <a:lnTo>
                    <a:pt x="161010" y="60960"/>
                  </a:lnTo>
                  <a:lnTo>
                    <a:pt x="156565" y="61087"/>
                  </a:lnTo>
                  <a:lnTo>
                    <a:pt x="151612" y="61849"/>
                  </a:lnTo>
                  <a:lnTo>
                    <a:pt x="147294" y="65913"/>
                  </a:lnTo>
                  <a:lnTo>
                    <a:pt x="145897" y="74549"/>
                  </a:lnTo>
                  <a:lnTo>
                    <a:pt x="146786" y="78105"/>
                  </a:lnTo>
                  <a:lnTo>
                    <a:pt x="151866" y="84201"/>
                  </a:lnTo>
                  <a:lnTo>
                    <a:pt x="156692" y="86106"/>
                  </a:lnTo>
                  <a:lnTo>
                    <a:pt x="161264" y="84963"/>
                  </a:lnTo>
                  <a:lnTo>
                    <a:pt x="162026" y="84582"/>
                  </a:lnTo>
                  <a:lnTo>
                    <a:pt x="163423" y="83439"/>
                  </a:lnTo>
                  <a:lnTo>
                    <a:pt x="164566" y="81280"/>
                  </a:lnTo>
                  <a:lnTo>
                    <a:pt x="168884" y="76581"/>
                  </a:lnTo>
                  <a:lnTo>
                    <a:pt x="171805" y="73914"/>
                  </a:lnTo>
                  <a:lnTo>
                    <a:pt x="173075" y="73406"/>
                  </a:lnTo>
                  <a:close/>
                </a:path>
                <a:path w="365760" h="365760">
                  <a:moveTo>
                    <a:pt x="195046" y="95123"/>
                  </a:moveTo>
                  <a:lnTo>
                    <a:pt x="194284" y="93091"/>
                  </a:lnTo>
                  <a:lnTo>
                    <a:pt x="192379" y="89662"/>
                  </a:lnTo>
                  <a:lnTo>
                    <a:pt x="186410" y="82677"/>
                  </a:lnTo>
                  <a:lnTo>
                    <a:pt x="182473" y="80010"/>
                  </a:lnTo>
                  <a:lnTo>
                    <a:pt x="181457" y="81280"/>
                  </a:lnTo>
                  <a:lnTo>
                    <a:pt x="176504" y="85852"/>
                  </a:lnTo>
                  <a:lnTo>
                    <a:pt x="172186" y="90932"/>
                  </a:lnTo>
                  <a:lnTo>
                    <a:pt x="170154" y="94742"/>
                  </a:lnTo>
                  <a:lnTo>
                    <a:pt x="171551" y="104394"/>
                  </a:lnTo>
                  <a:lnTo>
                    <a:pt x="175615" y="108712"/>
                  </a:lnTo>
                  <a:lnTo>
                    <a:pt x="184251" y="110236"/>
                  </a:lnTo>
                  <a:lnTo>
                    <a:pt x="187934" y="109220"/>
                  </a:lnTo>
                  <a:lnTo>
                    <a:pt x="193395" y="104521"/>
                  </a:lnTo>
                  <a:lnTo>
                    <a:pt x="195046" y="100965"/>
                  </a:lnTo>
                  <a:lnTo>
                    <a:pt x="195046" y="95123"/>
                  </a:lnTo>
                  <a:close/>
                </a:path>
                <a:path w="365760" h="365760">
                  <a:moveTo>
                    <a:pt x="195046" y="45212"/>
                  </a:moveTo>
                  <a:lnTo>
                    <a:pt x="193395" y="41783"/>
                  </a:lnTo>
                  <a:lnTo>
                    <a:pt x="188442" y="37592"/>
                  </a:lnTo>
                  <a:lnTo>
                    <a:pt x="185775" y="36576"/>
                  </a:lnTo>
                  <a:lnTo>
                    <a:pt x="180568" y="36830"/>
                  </a:lnTo>
                  <a:lnTo>
                    <a:pt x="175615" y="37592"/>
                  </a:lnTo>
                  <a:lnTo>
                    <a:pt x="171551" y="41910"/>
                  </a:lnTo>
                  <a:lnTo>
                    <a:pt x="170408" y="49530"/>
                  </a:lnTo>
                  <a:lnTo>
                    <a:pt x="170916" y="51943"/>
                  </a:lnTo>
                  <a:lnTo>
                    <a:pt x="174091" y="58420"/>
                  </a:lnTo>
                  <a:lnTo>
                    <a:pt x="181711" y="64897"/>
                  </a:lnTo>
                  <a:lnTo>
                    <a:pt x="182727" y="65532"/>
                  </a:lnTo>
                  <a:lnTo>
                    <a:pt x="183743" y="65659"/>
                  </a:lnTo>
                  <a:lnTo>
                    <a:pt x="186537" y="62738"/>
                  </a:lnTo>
                  <a:lnTo>
                    <a:pt x="190728" y="58674"/>
                  </a:lnTo>
                  <a:lnTo>
                    <a:pt x="193014" y="55880"/>
                  </a:lnTo>
                  <a:lnTo>
                    <a:pt x="195046" y="52578"/>
                  </a:lnTo>
                  <a:lnTo>
                    <a:pt x="195046" y="45212"/>
                  </a:lnTo>
                  <a:close/>
                </a:path>
                <a:path w="365760" h="365760">
                  <a:moveTo>
                    <a:pt x="219938" y="74549"/>
                  </a:moveTo>
                  <a:lnTo>
                    <a:pt x="218414" y="66040"/>
                  </a:lnTo>
                  <a:lnTo>
                    <a:pt x="214096" y="61849"/>
                  </a:lnTo>
                  <a:lnTo>
                    <a:pt x="205206" y="60706"/>
                  </a:lnTo>
                  <a:lnTo>
                    <a:pt x="202793" y="62230"/>
                  </a:lnTo>
                  <a:lnTo>
                    <a:pt x="201904" y="64008"/>
                  </a:lnTo>
                  <a:lnTo>
                    <a:pt x="196189" y="70358"/>
                  </a:lnTo>
                  <a:lnTo>
                    <a:pt x="195300" y="71120"/>
                  </a:lnTo>
                  <a:lnTo>
                    <a:pt x="193776" y="71882"/>
                  </a:lnTo>
                  <a:lnTo>
                    <a:pt x="193522" y="73152"/>
                  </a:lnTo>
                  <a:lnTo>
                    <a:pt x="193649" y="73660"/>
                  </a:lnTo>
                  <a:lnTo>
                    <a:pt x="197205" y="76835"/>
                  </a:lnTo>
                  <a:lnTo>
                    <a:pt x="201015" y="80899"/>
                  </a:lnTo>
                  <a:lnTo>
                    <a:pt x="205968" y="87630"/>
                  </a:lnTo>
                  <a:lnTo>
                    <a:pt x="213715" y="84328"/>
                  </a:lnTo>
                  <a:lnTo>
                    <a:pt x="218922" y="78105"/>
                  </a:lnTo>
                  <a:lnTo>
                    <a:pt x="219938" y="74549"/>
                  </a:lnTo>
                  <a:close/>
                </a:path>
                <a:path w="365760" h="365760">
                  <a:moveTo>
                    <a:pt x="243814" y="249936"/>
                  </a:moveTo>
                  <a:lnTo>
                    <a:pt x="231622" y="249936"/>
                  </a:lnTo>
                  <a:lnTo>
                    <a:pt x="231622" y="262128"/>
                  </a:lnTo>
                  <a:lnTo>
                    <a:pt x="243814" y="262128"/>
                  </a:lnTo>
                  <a:lnTo>
                    <a:pt x="243814" y="249936"/>
                  </a:lnTo>
                  <a:close/>
                </a:path>
                <a:path w="365760" h="365760">
                  <a:moveTo>
                    <a:pt x="286486" y="249936"/>
                  </a:moveTo>
                  <a:lnTo>
                    <a:pt x="274294" y="249936"/>
                  </a:lnTo>
                  <a:lnTo>
                    <a:pt x="274294" y="262128"/>
                  </a:lnTo>
                  <a:lnTo>
                    <a:pt x="286486" y="262128"/>
                  </a:lnTo>
                  <a:lnTo>
                    <a:pt x="286486" y="249936"/>
                  </a:lnTo>
                  <a:close/>
                </a:path>
                <a:path w="365760" h="365760">
                  <a:moveTo>
                    <a:pt x="323062" y="18288"/>
                  </a:moveTo>
                  <a:lnTo>
                    <a:pt x="321614" y="11201"/>
                  </a:lnTo>
                  <a:lnTo>
                    <a:pt x="317677" y="5384"/>
                  </a:lnTo>
                  <a:lnTo>
                    <a:pt x="311861" y="1447"/>
                  </a:lnTo>
                  <a:lnTo>
                    <a:pt x="304774" y="0"/>
                  </a:lnTo>
                  <a:lnTo>
                    <a:pt x="298551" y="0"/>
                  </a:lnTo>
                  <a:lnTo>
                    <a:pt x="298551" y="75946"/>
                  </a:lnTo>
                  <a:lnTo>
                    <a:pt x="298551" y="82550"/>
                  </a:lnTo>
                  <a:lnTo>
                    <a:pt x="295884" y="85344"/>
                  </a:lnTo>
                  <a:lnTo>
                    <a:pt x="289153" y="85344"/>
                  </a:lnTo>
                  <a:lnTo>
                    <a:pt x="286486" y="82550"/>
                  </a:lnTo>
                  <a:lnTo>
                    <a:pt x="286486" y="75946"/>
                  </a:lnTo>
                  <a:lnTo>
                    <a:pt x="289153" y="73152"/>
                  </a:lnTo>
                  <a:lnTo>
                    <a:pt x="295884" y="73152"/>
                  </a:lnTo>
                  <a:lnTo>
                    <a:pt x="298551" y="75946"/>
                  </a:lnTo>
                  <a:lnTo>
                    <a:pt x="298551" y="0"/>
                  </a:lnTo>
                  <a:lnTo>
                    <a:pt x="274294" y="0"/>
                  </a:lnTo>
                  <a:lnTo>
                    <a:pt x="274294" y="158496"/>
                  </a:lnTo>
                  <a:lnTo>
                    <a:pt x="304774" y="158496"/>
                  </a:lnTo>
                  <a:lnTo>
                    <a:pt x="311861" y="157060"/>
                  </a:lnTo>
                  <a:lnTo>
                    <a:pt x="317677" y="153123"/>
                  </a:lnTo>
                  <a:lnTo>
                    <a:pt x="321614" y="147307"/>
                  </a:lnTo>
                  <a:lnTo>
                    <a:pt x="323062" y="140208"/>
                  </a:lnTo>
                  <a:lnTo>
                    <a:pt x="323062" y="85344"/>
                  </a:lnTo>
                  <a:lnTo>
                    <a:pt x="323062" y="73152"/>
                  </a:lnTo>
                  <a:lnTo>
                    <a:pt x="323062" y="18288"/>
                  </a:lnTo>
                  <a:close/>
                </a:path>
                <a:path w="365760" h="365760">
                  <a:moveTo>
                    <a:pt x="365760" y="332460"/>
                  </a:moveTo>
                  <a:lnTo>
                    <a:pt x="355714" y="292608"/>
                  </a:lnTo>
                  <a:lnTo>
                    <a:pt x="335381" y="249174"/>
                  </a:lnTo>
                  <a:lnTo>
                    <a:pt x="333730" y="246253"/>
                  </a:lnTo>
                  <a:lnTo>
                    <a:pt x="332460" y="243586"/>
                  </a:lnTo>
                  <a:lnTo>
                    <a:pt x="301777" y="207264"/>
                  </a:lnTo>
                  <a:lnTo>
                    <a:pt x="298805" y="204914"/>
                  </a:lnTo>
                  <a:lnTo>
                    <a:pt x="298805" y="243205"/>
                  </a:lnTo>
                  <a:lnTo>
                    <a:pt x="298805" y="268871"/>
                  </a:lnTo>
                  <a:lnTo>
                    <a:pt x="293344" y="274320"/>
                  </a:lnTo>
                  <a:lnTo>
                    <a:pt x="267690" y="274320"/>
                  </a:lnTo>
                  <a:lnTo>
                    <a:pt x="262229" y="268871"/>
                  </a:lnTo>
                  <a:lnTo>
                    <a:pt x="262229" y="243205"/>
                  </a:lnTo>
                  <a:lnTo>
                    <a:pt x="267690" y="237744"/>
                  </a:lnTo>
                  <a:lnTo>
                    <a:pt x="293344" y="237744"/>
                  </a:lnTo>
                  <a:lnTo>
                    <a:pt x="298805" y="243205"/>
                  </a:lnTo>
                  <a:lnTo>
                    <a:pt x="298805" y="204914"/>
                  </a:lnTo>
                  <a:lnTo>
                    <a:pt x="295224" y="202069"/>
                  </a:lnTo>
                  <a:lnTo>
                    <a:pt x="268325" y="195084"/>
                  </a:lnTo>
                  <a:lnTo>
                    <a:pt x="256133" y="195872"/>
                  </a:lnTo>
                  <a:lnTo>
                    <a:pt x="256133" y="243205"/>
                  </a:lnTo>
                  <a:lnTo>
                    <a:pt x="256133" y="268871"/>
                  </a:lnTo>
                  <a:lnTo>
                    <a:pt x="250545" y="274320"/>
                  </a:lnTo>
                  <a:lnTo>
                    <a:pt x="224891" y="274320"/>
                  </a:lnTo>
                  <a:lnTo>
                    <a:pt x="219430" y="268871"/>
                  </a:lnTo>
                  <a:lnTo>
                    <a:pt x="219430" y="243205"/>
                  </a:lnTo>
                  <a:lnTo>
                    <a:pt x="224891" y="237744"/>
                  </a:lnTo>
                  <a:lnTo>
                    <a:pt x="250545" y="237744"/>
                  </a:lnTo>
                  <a:lnTo>
                    <a:pt x="256133" y="243205"/>
                  </a:lnTo>
                  <a:lnTo>
                    <a:pt x="256133" y="195872"/>
                  </a:lnTo>
                  <a:lnTo>
                    <a:pt x="249364" y="196303"/>
                  </a:lnTo>
                  <a:lnTo>
                    <a:pt x="236080" y="199364"/>
                  </a:lnTo>
                  <a:lnTo>
                    <a:pt x="227469" y="203327"/>
                  </a:lnTo>
                  <a:lnTo>
                    <a:pt x="222605" y="207264"/>
                  </a:lnTo>
                  <a:lnTo>
                    <a:pt x="213334" y="207264"/>
                  </a:lnTo>
                  <a:lnTo>
                    <a:pt x="213334" y="158496"/>
                  </a:lnTo>
                  <a:lnTo>
                    <a:pt x="262229" y="158496"/>
                  </a:lnTo>
                  <a:lnTo>
                    <a:pt x="262229" y="23495"/>
                  </a:lnTo>
                  <a:lnTo>
                    <a:pt x="262229" y="0"/>
                  </a:lnTo>
                  <a:lnTo>
                    <a:pt x="232511" y="0"/>
                  </a:lnTo>
                  <a:lnTo>
                    <a:pt x="232511" y="76073"/>
                  </a:lnTo>
                  <a:lnTo>
                    <a:pt x="230606" y="83312"/>
                  </a:lnTo>
                  <a:lnTo>
                    <a:pt x="225907" y="88773"/>
                  </a:lnTo>
                  <a:lnTo>
                    <a:pt x="221335" y="94361"/>
                  </a:lnTo>
                  <a:lnTo>
                    <a:pt x="214477" y="97536"/>
                  </a:lnTo>
                  <a:lnTo>
                    <a:pt x="207238" y="97536"/>
                  </a:lnTo>
                  <a:lnTo>
                    <a:pt x="207238" y="104775"/>
                  </a:lnTo>
                  <a:lnTo>
                    <a:pt x="204063" y="111506"/>
                  </a:lnTo>
                  <a:lnTo>
                    <a:pt x="201142" y="114020"/>
                  </a:lnTo>
                  <a:lnTo>
                    <a:pt x="201142" y="158496"/>
                  </a:lnTo>
                  <a:lnTo>
                    <a:pt x="201142" y="207264"/>
                  </a:lnTo>
                  <a:lnTo>
                    <a:pt x="164566" y="207264"/>
                  </a:lnTo>
                  <a:lnTo>
                    <a:pt x="164566" y="158496"/>
                  </a:lnTo>
                  <a:lnTo>
                    <a:pt x="201142" y="158496"/>
                  </a:lnTo>
                  <a:lnTo>
                    <a:pt x="201142" y="114020"/>
                  </a:lnTo>
                  <a:lnTo>
                    <a:pt x="198602" y="116205"/>
                  </a:lnTo>
                  <a:lnTo>
                    <a:pt x="194157" y="119888"/>
                  </a:lnTo>
                  <a:lnTo>
                    <a:pt x="188569" y="121920"/>
                  </a:lnTo>
                  <a:lnTo>
                    <a:pt x="181457" y="121920"/>
                  </a:lnTo>
                  <a:lnTo>
                    <a:pt x="158470" y="98806"/>
                  </a:lnTo>
                  <a:lnTo>
                    <a:pt x="158470" y="97536"/>
                  </a:lnTo>
                  <a:lnTo>
                    <a:pt x="151231" y="97536"/>
                  </a:lnTo>
                  <a:lnTo>
                    <a:pt x="144500" y="94361"/>
                  </a:lnTo>
                  <a:lnTo>
                    <a:pt x="139801" y="88773"/>
                  </a:lnTo>
                  <a:lnTo>
                    <a:pt x="135102" y="83312"/>
                  </a:lnTo>
                  <a:lnTo>
                    <a:pt x="133197" y="76073"/>
                  </a:lnTo>
                  <a:lnTo>
                    <a:pt x="134467" y="68834"/>
                  </a:lnTo>
                  <a:lnTo>
                    <a:pt x="136956" y="61671"/>
                  </a:lnTo>
                  <a:lnTo>
                    <a:pt x="141478" y="55702"/>
                  </a:lnTo>
                  <a:lnTo>
                    <a:pt x="147574" y="51333"/>
                  </a:lnTo>
                  <a:lnTo>
                    <a:pt x="154787" y="49022"/>
                  </a:lnTo>
                  <a:lnTo>
                    <a:pt x="157327" y="48768"/>
                  </a:lnTo>
                  <a:lnTo>
                    <a:pt x="158470" y="48768"/>
                  </a:lnTo>
                  <a:lnTo>
                    <a:pt x="158470" y="47498"/>
                  </a:lnTo>
                  <a:lnTo>
                    <a:pt x="185775" y="23495"/>
                  </a:lnTo>
                  <a:lnTo>
                    <a:pt x="193014" y="25400"/>
                  </a:lnTo>
                  <a:lnTo>
                    <a:pt x="198602" y="30099"/>
                  </a:lnTo>
                  <a:lnTo>
                    <a:pt x="204063" y="34798"/>
                  </a:lnTo>
                  <a:lnTo>
                    <a:pt x="207238" y="41529"/>
                  </a:lnTo>
                  <a:lnTo>
                    <a:pt x="207238" y="48768"/>
                  </a:lnTo>
                  <a:lnTo>
                    <a:pt x="208508" y="48768"/>
                  </a:lnTo>
                  <a:lnTo>
                    <a:pt x="232511" y="76073"/>
                  </a:lnTo>
                  <a:lnTo>
                    <a:pt x="232511" y="0"/>
                  </a:lnTo>
                  <a:lnTo>
                    <a:pt x="85318" y="0"/>
                  </a:lnTo>
                  <a:lnTo>
                    <a:pt x="85318" y="97536"/>
                  </a:lnTo>
                  <a:lnTo>
                    <a:pt x="119100" y="97536"/>
                  </a:lnTo>
                  <a:lnTo>
                    <a:pt x="121881" y="100203"/>
                  </a:lnTo>
                  <a:lnTo>
                    <a:pt x="121881" y="106934"/>
                  </a:lnTo>
                  <a:lnTo>
                    <a:pt x="119100" y="109728"/>
                  </a:lnTo>
                  <a:lnTo>
                    <a:pt x="85318" y="109728"/>
                  </a:lnTo>
                  <a:lnTo>
                    <a:pt x="85318" y="121920"/>
                  </a:lnTo>
                  <a:lnTo>
                    <a:pt x="106895" y="121920"/>
                  </a:lnTo>
                  <a:lnTo>
                    <a:pt x="109702" y="124587"/>
                  </a:lnTo>
                  <a:lnTo>
                    <a:pt x="109702" y="131318"/>
                  </a:lnTo>
                  <a:lnTo>
                    <a:pt x="106895" y="134112"/>
                  </a:lnTo>
                  <a:lnTo>
                    <a:pt x="85318" y="134112"/>
                  </a:lnTo>
                  <a:lnTo>
                    <a:pt x="85318" y="158496"/>
                  </a:lnTo>
                  <a:lnTo>
                    <a:pt x="152374" y="158496"/>
                  </a:lnTo>
                  <a:lnTo>
                    <a:pt x="152374" y="207264"/>
                  </a:lnTo>
                  <a:lnTo>
                    <a:pt x="143103" y="207264"/>
                  </a:lnTo>
                  <a:lnTo>
                    <a:pt x="140169" y="204927"/>
                  </a:lnTo>
                  <a:lnTo>
                    <a:pt x="140169" y="240411"/>
                  </a:lnTo>
                  <a:lnTo>
                    <a:pt x="140169" y="271526"/>
                  </a:lnTo>
                  <a:lnTo>
                    <a:pt x="137515" y="274320"/>
                  </a:lnTo>
                  <a:lnTo>
                    <a:pt x="121881" y="274320"/>
                  </a:lnTo>
                  <a:lnTo>
                    <a:pt x="121881" y="289814"/>
                  </a:lnTo>
                  <a:lnTo>
                    <a:pt x="119100" y="292608"/>
                  </a:lnTo>
                  <a:lnTo>
                    <a:pt x="87985" y="292608"/>
                  </a:lnTo>
                  <a:lnTo>
                    <a:pt x="85318" y="289814"/>
                  </a:lnTo>
                  <a:lnTo>
                    <a:pt x="85318" y="274320"/>
                  </a:lnTo>
                  <a:lnTo>
                    <a:pt x="69697" y="274320"/>
                  </a:lnTo>
                  <a:lnTo>
                    <a:pt x="67030" y="271526"/>
                  </a:lnTo>
                  <a:lnTo>
                    <a:pt x="67030" y="240411"/>
                  </a:lnTo>
                  <a:lnTo>
                    <a:pt x="69697" y="237744"/>
                  </a:lnTo>
                  <a:lnTo>
                    <a:pt x="85318" y="237744"/>
                  </a:lnTo>
                  <a:lnTo>
                    <a:pt x="85318" y="222123"/>
                  </a:lnTo>
                  <a:lnTo>
                    <a:pt x="87985" y="219456"/>
                  </a:lnTo>
                  <a:lnTo>
                    <a:pt x="119100" y="219456"/>
                  </a:lnTo>
                  <a:lnTo>
                    <a:pt x="121881" y="222123"/>
                  </a:lnTo>
                  <a:lnTo>
                    <a:pt x="121881" y="237744"/>
                  </a:lnTo>
                  <a:lnTo>
                    <a:pt x="137515" y="237744"/>
                  </a:lnTo>
                  <a:lnTo>
                    <a:pt x="140169" y="240411"/>
                  </a:lnTo>
                  <a:lnTo>
                    <a:pt x="140169" y="204927"/>
                  </a:lnTo>
                  <a:lnTo>
                    <a:pt x="138163" y="203327"/>
                  </a:lnTo>
                  <a:lnTo>
                    <a:pt x="129578" y="199364"/>
                  </a:lnTo>
                  <a:lnTo>
                    <a:pt x="116306" y="196303"/>
                  </a:lnTo>
                  <a:lnTo>
                    <a:pt x="97370" y="195084"/>
                  </a:lnTo>
                  <a:lnTo>
                    <a:pt x="70459" y="202069"/>
                  </a:lnTo>
                  <a:lnTo>
                    <a:pt x="38836" y="233489"/>
                  </a:lnTo>
                  <a:lnTo>
                    <a:pt x="17424" y="274485"/>
                  </a:lnTo>
                  <a:lnTo>
                    <a:pt x="0" y="332460"/>
                  </a:lnTo>
                  <a:lnTo>
                    <a:pt x="6959" y="354965"/>
                  </a:lnTo>
                  <a:lnTo>
                    <a:pt x="18288" y="362902"/>
                  </a:lnTo>
                  <a:lnTo>
                    <a:pt x="34683" y="365734"/>
                  </a:lnTo>
                  <a:lnTo>
                    <a:pt x="56299" y="363474"/>
                  </a:lnTo>
                  <a:lnTo>
                    <a:pt x="101587" y="346265"/>
                  </a:lnTo>
                  <a:lnTo>
                    <a:pt x="131406" y="316992"/>
                  </a:lnTo>
                  <a:lnTo>
                    <a:pt x="234289" y="316992"/>
                  </a:lnTo>
                  <a:lnTo>
                    <a:pt x="264160" y="346290"/>
                  </a:lnTo>
                  <a:lnTo>
                    <a:pt x="308724" y="363385"/>
                  </a:lnTo>
                  <a:lnTo>
                    <a:pt x="329793" y="365760"/>
                  </a:lnTo>
                  <a:lnTo>
                    <a:pt x="339026" y="365099"/>
                  </a:lnTo>
                  <a:lnTo>
                    <a:pt x="346938" y="363080"/>
                  </a:lnTo>
                  <a:lnTo>
                    <a:pt x="353504" y="359714"/>
                  </a:lnTo>
                  <a:lnTo>
                    <a:pt x="358749" y="354965"/>
                  </a:lnTo>
                  <a:lnTo>
                    <a:pt x="365760" y="332460"/>
                  </a:lnTo>
                  <a:close/>
                </a:path>
              </a:pathLst>
            </a:custGeom>
            <a:solidFill>
              <a:srgbClr val="00D9CE"/>
            </a:solidFill>
          </p:spPr>
          <p:txBody>
            <a:bodyPr wrap="square" lIns="0" tIns="0" rIns="0" bIns="0" rtlCol="0"/>
            <a:lstStyle/>
            <a:p>
              <a:endParaRPr/>
            </a:p>
          </p:txBody>
        </p:sp>
      </p:grpSp>
      <p:sp>
        <p:nvSpPr>
          <p:cNvPr id="202" name="object 202"/>
          <p:cNvSpPr/>
          <p:nvPr/>
        </p:nvSpPr>
        <p:spPr>
          <a:xfrm>
            <a:off x="0" y="0"/>
            <a:ext cx="12192000" cy="6858000"/>
          </a:xfrm>
          <a:prstGeom prst="rect">
            <a:avLst/>
          </a:prstGeom>
          <a:blipFill>
            <a:blip r:embed="rId23" cstate="print"/>
            <a:stretch>
              <a:fillRect/>
            </a:stretch>
          </a:blipFill>
        </p:spPr>
        <p:txBody>
          <a:bodyPr wrap="square" lIns="0" tIns="0" rIns="0" bIns="0" rtlCol="0"/>
          <a:lstStyle/>
          <a:p>
            <a:endParaRPr/>
          </a:p>
        </p:txBody>
      </p:sp>
      <p:sp>
        <p:nvSpPr>
          <p:cNvPr id="203" name="object 203"/>
          <p:cNvSpPr txBox="1">
            <a:spLocks noGrp="1"/>
          </p:cNvSpPr>
          <p:nvPr>
            <p:ph type="sldNum" sz="quarter" idx="7"/>
          </p:nvPr>
        </p:nvSpPr>
        <p:spPr>
          <a:prstGeom prst="rect">
            <a:avLst/>
          </a:prstGeom>
        </p:spPr>
        <p:txBody>
          <a:bodyPr vert="horz" wrap="square" lIns="0" tIns="3175" rIns="0" bIns="0" rtlCol="0">
            <a:spAutoFit/>
          </a:bodyPr>
          <a:lstStyle/>
          <a:p>
            <a:pPr marL="38100">
              <a:lnSpc>
                <a:spcPct val="100000"/>
              </a:lnSpc>
              <a:spcBef>
                <a:spcPts val="25"/>
              </a:spcBef>
            </a:pPr>
            <a:fld id="{81D60167-4931-47E6-BA6A-407CBD079E47}" type="slidenum">
              <a:rPr dirty="0"/>
              <a:pPr marL="38100">
                <a:lnSpc>
                  <a:spcPct val="100000"/>
                </a:lnSpc>
                <a:spcBef>
                  <a:spcPts val="25"/>
                </a:spcBef>
              </a:pPr>
              <a:t>37</a:t>
            </a:fld>
            <a:endParaRPr dirty="0"/>
          </a:p>
        </p:txBody>
      </p:sp>
      <p:sp>
        <p:nvSpPr>
          <p:cNvPr id="204" name="object 204"/>
          <p:cNvSpPr txBox="1">
            <a:spLocks noGrp="1"/>
          </p:cNvSpPr>
          <p:nvPr>
            <p:ph type="ftr" sz="quarter" idx="5"/>
          </p:nvPr>
        </p:nvSpPr>
        <p:spPr>
          <a:prstGeom prst="rect">
            <a:avLst/>
          </a:prstGeom>
        </p:spPr>
        <p:txBody>
          <a:bodyPr vert="horz" wrap="square" lIns="0" tIns="3175" rIns="0" bIns="0" rtlCol="0">
            <a:spAutoFit/>
          </a:bodyPr>
          <a:lstStyle/>
          <a:p>
            <a:pPr marL="12700">
              <a:lnSpc>
                <a:spcPct val="100000"/>
              </a:lnSpc>
              <a:spcBef>
                <a:spcPts val="25"/>
              </a:spcBef>
            </a:pPr>
            <a:r>
              <a:rPr dirty="0"/>
              <a:t>This slide</a:t>
            </a:r>
            <a:r>
              <a:rPr spc="65" dirty="0"/>
              <a:t> </a:t>
            </a:r>
            <a:r>
              <a:rPr dirty="0"/>
              <a:t>is </a:t>
            </a:r>
            <a:r>
              <a:rPr spc="-5" dirty="0"/>
              <a:t>100% editable. Adapt </a:t>
            </a:r>
            <a:r>
              <a:rPr dirty="0"/>
              <a:t>it to </a:t>
            </a:r>
            <a:r>
              <a:rPr spc="-5" dirty="0"/>
              <a:t>your needs and capture your audience's attention.</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22859" y="92964"/>
            <a:ext cx="7703058" cy="899921"/>
          </a:xfrm>
          <a:prstGeom prst="rect">
            <a:avLst/>
          </a:prstGeom>
          <a:blipFill>
            <a:blip r:embed="rId2" cstate="print"/>
            <a:stretch>
              <a:fillRect/>
            </a:stretch>
          </a:blipFill>
        </p:spPr>
        <p:txBody>
          <a:bodyPr wrap="square" lIns="0" tIns="0" rIns="0" bIns="0" rtlCol="0"/>
          <a:lstStyle/>
          <a:p>
            <a:endParaRPr/>
          </a:p>
        </p:txBody>
      </p:sp>
      <p:sp>
        <p:nvSpPr>
          <p:cNvPr id="3" name="object 3"/>
          <p:cNvSpPr txBox="1">
            <a:spLocks noGrp="1"/>
          </p:cNvSpPr>
          <p:nvPr>
            <p:ph type="title"/>
          </p:nvPr>
        </p:nvSpPr>
        <p:spPr>
          <a:xfrm>
            <a:off x="263753" y="204343"/>
            <a:ext cx="7193915" cy="513715"/>
          </a:xfrm>
          <a:prstGeom prst="rect">
            <a:avLst/>
          </a:prstGeom>
        </p:spPr>
        <p:txBody>
          <a:bodyPr vert="horz" wrap="square" lIns="0" tIns="12700" rIns="0" bIns="0" rtlCol="0">
            <a:spAutoFit/>
          </a:bodyPr>
          <a:lstStyle/>
          <a:p>
            <a:pPr marL="12700">
              <a:lnSpc>
                <a:spcPct val="100000"/>
              </a:lnSpc>
              <a:spcBef>
                <a:spcPts val="100"/>
              </a:spcBef>
            </a:pPr>
            <a:r>
              <a:rPr sz="3200" spc="-5" dirty="0"/>
              <a:t>How Reinforcement </a:t>
            </a:r>
            <a:r>
              <a:rPr sz="3200" dirty="0"/>
              <a:t>Learning</a:t>
            </a:r>
            <a:r>
              <a:rPr sz="3200" spc="-15" dirty="0"/>
              <a:t> </a:t>
            </a:r>
            <a:r>
              <a:rPr sz="3200" dirty="0"/>
              <a:t>Works?</a:t>
            </a:r>
            <a:endParaRPr sz="3200"/>
          </a:p>
        </p:txBody>
      </p:sp>
      <p:sp>
        <p:nvSpPr>
          <p:cNvPr id="4" name="object 4"/>
          <p:cNvSpPr/>
          <p:nvPr/>
        </p:nvSpPr>
        <p:spPr>
          <a:xfrm>
            <a:off x="11778995" y="6621777"/>
            <a:ext cx="253746" cy="232397"/>
          </a:xfrm>
          <a:prstGeom prst="rect">
            <a:avLst/>
          </a:prstGeom>
          <a:blipFill>
            <a:blip r:embed="rId3" cstate="print"/>
            <a:stretch>
              <a:fillRect/>
            </a:stretch>
          </a:blipFill>
        </p:spPr>
        <p:txBody>
          <a:bodyPr wrap="square" lIns="0" tIns="0" rIns="0" bIns="0" rtlCol="0"/>
          <a:lstStyle/>
          <a:p>
            <a:endParaRPr/>
          </a:p>
        </p:txBody>
      </p:sp>
      <p:grpSp>
        <p:nvGrpSpPr>
          <p:cNvPr id="5" name="object 5"/>
          <p:cNvGrpSpPr/>
          <p:nvPr/>
        </p:nvGrpSpPr>
        <p:grpSpPr>
          <a:xfrm>
            <a:off x="2286" y="1333372"/>
            <a:ext cx="4204335" cy="311150"/>
            <a:chOff x="2286" y="1333372"/>
            <a:chExt cx="4204335" cy="311150"/>
          </a:xfrm>
        </p:grpSpPr>
        <p:sp>
          <p:nvSpPr>
            <p:cNvPr id="6" name="object 6"/>
            <p:cNvSpPr/>
            <p:nvPr/>
          </p:nvSpPr>
          <p:spPr>
            <a:xfrm>
              <a:off x="2286" y="1488185"/>
              <a:ext cx="3849370" cy="0"/>
            </a:xfrm>
            <a:custGeom>
              <a:avLst/>
              <a:gdLst/>
              <a:ahLst/>
              <a:cxnLst/>
              <a:rect l="l" t="t" r="r" b="b"/>
              <a:pathLst>
                <a:path w="3849370">
                  <a:moveTo>
                    <a:pt x="0" y="0"/>
                  </a:moveTo>
                  <a:lnTo>
                    <a:pt x="3848862" y="0"/>
                  </a:lnTo>
                </a:path>
              </a:pathLst>
            </a:custGeom>
            <a:ln w="3175">
              <a:solidFill>
                <a:srgbClr val="BEBEBE"/>
              </a:solidFill>
            </a:ln>
          </p:spPr>
          <p:txBody>
            <a:bodyPr wrap="square" lIns="0" tIns="0" rIns="0" bIns="0" rtlCol="0"/>
            <a:lstStyle/>
            <a:p>
              <a:endParaRPr/>
            </a:p>
          </p:txBody>
        </p:sp>
        <p:sp>
          <p:nvSpPr>
            <p:cNvPr id="7" name="object 7"/>
            <p:cNvSpPr/>
            <p:nvPr/>
          </p:nvSpPr>
          <p:spPr>
            <a:xfrm>
              <a:off x="3666744" y="1463039"/>
              <a:ext cx="415925" cy="0"/>
            </a:xfrm>
            <a:custGeom>
              <a:avLst/>
              <a:gdLst/>
              <a:ahLst/>
              <a:cxnLst/>
              <a:rect l="l" t="t" r="r" b="b"/>
              <a:pathLst>
                <a:path w="415925">
                  <a:moveTo>
                    <a:pt x="415797" y="0"/>
                  </a:moveTo>
                  <a:lnTo>
                    <a:pt x="0" y="0"/>
                  </a:lnTo>
                </a:path>
              </a:pathLst>
            </a:custGeom>
            <a:ln w="6350">
              <a:solidFill>
                <a:srgbClr val="BEBEBE"/>
              </a:solidFill>
            </a:ln>
          </p:spPr>
          <p:txBody>
            <a:bodyPr wrap="square" lIns="0" tIns="0" rIns="0" bIns="0" rtlCol="0"/>
            <a:lstStyle/>
            <a:p>
              <a:endParaRPr/>
            </a:p>
          </p:txBody>
        </p:sp>
        <p:sp>
          <p:nvSpPr>
            <p:cNvPr id="8" name="object 8"/>
            <p:cNvSpPr/>
            <p:nvPr/>
          </p:nvSpPr>
          <p:spPr>
            <a:xfrm>
              <a:off x="4081145" y="1333372"/>
              <a:ext cx="125221" cy="129412"/>
            </a:xfrm>
            <a:prstGeom prst="rect">
              <a:avLst/>
            </a:prstGeom>
            <a:blipFill>
              <a:blip r:embed="rId4" cstate="print"/>
              <a:stretch>
                <a:fillRect/>
              </a:stretch>
            </a:blipFill>
          </p:spPr>
          <p:txBody>
            <a:bodyPr wrap="square" lIns="0" tIns="0" rIns="0" bIns="0" rtlCol="0"/>
            <a:lstStyle/>
            <a:p>
              <a:endParaRPr/>
            </a:p>
          </p:txBody>
        </p:sp>
        <p:sp>
          <p:nvSpPr>
            <p:cNvPr id="9" name="object 9"/>
            <p:cNvSpPr/>
            <p:nvPr/>
          </p:nvSpPr>
          <p:spPr>
            <a:xfrm>
              <a:off x="3666744" y="1513331"/>
              <a:ext cx="415925" cy="0"/>
            </a:xfrm>
            <a:custGeom>
              <a:avLst/>
              <a:gdLst/>
              <a:ahLst/>
              <a:cxnLst/>
              <a:rect l="l" t="t" r="r" b="b"/>
              <a:pathLst>
                <a:path w="415925">
                  <a:moveTo>
                    <a:pt x="415797" y="0"/>
                  </a:moveTo>
                  <a:lnTo>
                    <a:pt x="0" y="0"/>
                  </a:lnTo>
                </a:path>
              </a:pathLst>
            </a:custGeom>
            <a:ln w="6350">
              <a:solidFill>
                <a:srgbClr val="BEBEBE"/>
              </a:solidFill>
            </a:ln>
          </p:spPr>
          <p:txBody>
            <a:bodyPr wrap="square" lIns="0" tIns="0" rIns="0" bIns="0" rtlCol="0"/>
            <a:lstStyle/>
            <a:p>
              <a:endParaRPr/>
            </a:p>
          </p:txBody>
        </p:sp>
        <p:sp>
          <p:nvSpPr>
            <p:cNvPr id="10" name="object 10"/>
            <p:cNvSpPr/>
            <p:nvPr/>
          </p:nvSpPr>
          <p:spPr>
            <a:xfrm>
              <a:off x="4081145" y="1513204"/>
              <a:ext cx="125221" cy="131318"/>
            </a:xfrm>
            <a:prstGeom prst="rect">
              <a:avLst/>
            </a:prstGeom>
            <a:blipFill>
              <a:blip r:embed="rId5" cstate="print"/>
              <a:stretch>
                <a:fillRect/>
              </a:stretch>
            </a:blipFill>
          </p:spPr>
          <p:txBody>
            <a:bodyPr wrap="square" lIns="0" tIns="0" rIns="0" bIns="0" rtlCol="0"/>
            <a:lstStyle/>
            <a:p>
              <a:endParaRPr/>
            </a:p>
          </p:txBody>
        </p:sp>
      </p:grpSp>
      <p:grpSp>
        <p:nvGrpSpPr>
          <p:cNvPr id="11" name="object 11"/>
          <p:cNvGrpSpPr/>
          <p:nvPr/>
        </p:nvGrpSpPr>
        <p:grpSpPr>
          <a:xfrm>
            <a:off x="4521708" y="1275600"/>
            <a:ext cx="3152140" cy="511809"/>
            <a:chOff x="4521708" y="1275600"/>
            <a:chExt cx="3152140" cy="511809"/>
          </a:xfrm>
        </p:grpSpPr>
        <p:sp>
          <p:nvSpPr>
            <p:cNvPr id="12" name="object 12"/>
            <p:cNvSpPr/>
            <p:nvPr/>
          </p:nvSpPr>
          <p:spPr>
            <a:xfrm>
              <a:off x="4521708" y="1298448"/>
              <a:ext cx="3152140" cy="379730"/>
            </a:xfrm>
            <a:custGeom>
              <a:avLst/>
              <a:gdLst/>
              <a:ahLst/>
              <a:cxnLst/>
              <a:rect l="l" t="t" r="r" b="b"/>
              <a:pathLst>
                <a:path w="3152140" h="379730">
                  <a:moveTo>
                    <a:pt x="2961893" y="0"/>
                  </a:moveTo>
                  <a:lnTo>
                    <a:pt x="189737" y="0"/>
                  </a:lnTo>
                  <a:lnTo>
                    <a:pt x="139303" y="6778"/>
                  </a:lnTo>
                  <a:lnTo>
                    <a:pt x="93979" y="25908"/>
                  </a:lnTo>
                  <a:lnTo>
                    <a:pt x="55578" y="55578"/>
                  </a:lnTo>
                  <a:lnTo>
                    <a:pt x="25908" y="93980"/>
                  </a:lnTo>
                  <a:lnTo>
                    <a:pt x="6778" y="139303"/>
                  </a:lnTo>
                  <a:lnTo>
                    <a:pt x="0" y="189737"/>
                  </a:lnTo>
                  <a:lnTo>
                    <a:pt x="6778" y="240172"/>
                  </a:lnTo>
                  <a:lnTo>
                    <a:pt x="25908" y="285496"/>
                  </a:lnTo>
                  <a:lnTo>
                    <a:pt x="55578" y="323897"/>
                  </a:lnTo>
                  <a:lnTo>
                    <a:pt x="93980" y="353568"/>
                  </a:lnTo>
                  <a:lnTo>
                    <a:pt x="139303" y="372697"/>
                  </a:lnTo>
                  <a:lnTo>
                    <a:pt x="189737" y="379475"/>
                  </a:lnTo>
                  <a:lnTo>
                    <a:pt x="2961893" y="379475"/>
                  </a:lnTo>
                  <a:lnTo>
                    <a:pt x="3012328" y="372697"/>
                  </a:lnTo>
                  <a:lnTo>
                    <a:pt x="3057651" y="353568"/>
                  </a:lnTo>
                  <a:lnTo>
                    <a:pt x="3096053" y="323897"/>
                  </a:lnTo>
                  <a:lnTo>
                    <a:pt x="3125723" y="285496"/>
                  </a:lnTo>
                  <a:lnTo>
                    <a:pt x="3144853" y="240172"/>
                  </a:lnTo>
                  <a:lnTo>
                    <a:pt x="3151632" y="189737"/>
                  </a:lnTo>
                  <a:lnTo>
                    <a:pt x="3144853" y="139303"/>
                  </a:lnTo>
                  <a:lnTo>
                    <a:pt x="3125724" y="93980"/>
                  </a:lnTo>
                  <a:lnTo>
                    <a:pt x="3096053" y="55578"/>
                  </a:lnTo>
                  <a:lnTo>
                    <a:pt x="3057652" y="25908"/>
                  </a:lnTo>
                  <a:lnTo>
                    <a:pt x="3012328" y="6778"/>
                  </a:lnTo>
                  <a:lnTo>
                    <a:pt x="2961893" y="0"/>
                  </a:lnTo>
                  <a:close/>
                </a:path>
              </a:pathLst>
            </a:custGeom>
            <a:solidFill>
              <a:srgbClr val="00D9CE"/>
            </a:solidFill>
          </p:spPr>
          <p:txBody>
            <a:bodyPr wrap="square" lIns="0" tIns="0" rIns="0" bIns="0" rtlCol="0"/>
            <a:lstStyle/>
            <a:p>
              <a:endParaRPr/>
            </a:p>
          </p:txBody>
        </p:sp>
        <p:sp>
          <p:nvSpPr>
            <p:cNvPr id="13" name="object 13"/>
            <p:cNvSpPr/>
            <p:nvPr/>
          </p:nvSpPr>
          <p:spPr>
            <a:xfrm>
              <a:off x="4640580" y="1275600"/>
              <a:ext cx="2931414" cy="511289"/>
            </a:xfrm>
            <a:prstGeom prst="rect">
              <a:avLst/>
            </a:prstGeom>
            <a:blipFill>
              <a:blip r:embed="rId6" cstate="print"/>
              <a:stretch>
                <a:fillRect/>
              </a:stretch>
            </a:blipFill>
          </p:spPr>
          <p:txBody>
            <a:bodyPr wrap="square" lIns="0" tIns="0" rIns="0" bIns="0" rtlCol="0"/>
            <a:lstStyle/>
            <a:p>
              <a:endParaRPr/>
            </a:p>
          </p:txBody>
        </p:sp>
      </p:grpSp>
      <p:sp>
        <p:nvSpPr>
          <p:cNvPr id="14" name="object 14"/>
          <p:cNvSpPr txBox="1"/>
          <p:nvPr/>
        </p:nvSpPr>
        <p:spPr>
          <a:xfrm>
            <a:off x="4772025" y="1333880"/>
            <a:ext cx="2651125" cy="299720"/>
          </a:xfrm>
          <a:prstGeom prst="rect">
            <a:avLst/>
          </a:prstGeom>
        </p:spPr>
        <p:txBody>
          <a:bodyPr vert="horz" wrap="square" lIns="0" tIns="12700" rIns="0" bIns="0" rtlCol="0">
            <a:spAutoFit/>
          </a:bodyPr>
          <a:lstStyle/>
          <a:p>
            <a:pPr marL="12700">
              <a:lnSpc>
                <a:spcPct val="100000"/>
              </a:lnSpc>
              <a:spcBef>
                <a:spcPts val="100"/>
              </a:spcBef>
            </a:pPr>
            <a:r>
              <a:rPr sz="1800" b="1" spc="-5" dirty="0">
                <a:solidFill>
                  <a:srgbClr val="FFFFFF"/>
                </a:solidFill>
                <a:latin typeface="Gothic Uralic"/>
                <a:cs typeface="Gothic Uralic"/>
              </a:rPr>
              <a:t>Reinforcement</a:t>
            </a:r>
            <a:r>
              <a:rPr sz="1800" b="1" spc="-100" dirty="0">
                <a:solidFill>
                  <a:srgbClr val="FFFFFF"/>
                </a:solidFill>
                <a:latin typeface="Gothic Uralic"/>
                <a:cs typeface="Gothic Uralic"/>
              </a:rPr>
              <a:t> </a:t>
            </a:r>
            <a:r>
              <a:rPr sz="1800" b="1" dirty="0">
                <a:solidFill>
                  <a:srgbClr val="FFFFFF"/>
                </a:solidFill>
                <a:latin typeface="Gothic Uralic"/>
                <a:cs typeface="Gothic Uralic"/>
              </a:rPr>
              <a:t>Learning</a:t>
            </a:r>
            <a:endParaRPr sz="1800">
              <a:latin typeface="Gothic Uralic"/>
              <a:cs typeface="Gothic Uralic"/>
            </a:endParaRPr>
          </a:p>
        </p:txBody>
      </p:sp>
      <p:grpSp>
        <p:nvGrpSpPr>
          <p:cNvPr id="15" name="object 15"/>
          <p:cNvGrpSpPr/>
          <p:nvPr/>
        </p:nvGrpSpPr>
        <p:grpSpPr>
          <a:xfrm>
            <a:off x="7990205" y="1333372"/>
            <a:ext cx="4201795" cy="311150"/>
            <a:chOff x="7990205" y="1333372"/>
            <a:chExt cx="4201795" cy="311150"/>
          </a:xfrm>
        </p:grpSpPr>
        <p:sp>
          <p:nvSpPr>
            <p:cNvPr id="16" name="object 16"/>
            <p:cNvSpPr/>
            <p:nvPr/>
          </p:nvSpPr>
          <p:spPr>
            <a:xfrm>
              <a:off x="8346186" y="1488185"/>
              <a:ext cx="3846195" cy="0"/>
            </a:xfrm>
            <a:custGeom>
              <a:avLst/>
              <a:gdLst/>
              <a:ahLst/>
              <a:cxnLst/>
              <a:rect l="l" t="t" r="r" b="b"/>
              <a:pathLst>
                <a:path w="3846195">
                  <a:moveTo>
                    <a:pt x="3845814" y="0"/>
                  </a:moveTo>
                  <a:lnTo>
                    <a:pt x="0" y="0"/>
                  </a:lnTo>
                </a:path>
              </a:pathLst>
            </a:custGeom>
            <a:ln w="3175">
              <a:solidFill>
                <a:srgbClr val="BEBEBE"/>
              </a:solidFill>
            </a:ln>
          </p:spPr>
          <p:txBody>
            <a:bodyPr wrap="square" lIns="0" tIns="0" rIns="0" bIns="0" rtlCol="0"/>
            <a:lstStyle/>
            <a:p>
              <a:endParaRPr/>
            </a:p>
          </p:txBody>
        </p:sp>
        <p:sp>
          <p:nvSpPr>
            <p:cNvPr id="17" name="object 17"/>
            <p:cNvSpPr/>
            <p:nvPr/>
          </p:nvSpPr>
          <p:spPr>
            <a:xfrm>
              <a:off x="8112252" y="1463039"/>
              <a:ext cx="415925" cy="0"/>
            </a:xfrm>
            <a:custGeom>
              <a:avLst/>
              <a:gdLst/>
              <a:ahLst/>
              <a:cxnLst/>
              <a:rect l="l" t="t" r="r" b="b"/>
              <a:pathLst>
                <a:path w="415925">
                  <a:moveTo>
                    <a:pt x="0" y="0"/>
                  </a:moveTo>
                  <a:lnTo>
                    <a:pt x="415798" y="0"/>
                  </a:lnTo>
                </a:path>
              </a:pathLst>
            </a:custGeom>
            <a:ln w="6350">
              <a:solidFill>
                <a:srgbClr val="BEBEBE"/>
              </a:solidFill>
            </a:ln>
          </p:spPr>
          <p:txBody>
            <a:bodyPr wrap="square" lIns="0" tIns="0" rIns="0" bIns="0" rtlCol="0"/>
            <a:lstStyle/>
            <a:p>
              <a:endParaRPr/>
            </a:p>
          </p:txBody>
        </p:sp>
        <p:sp>
          <p:nvSpPr>
            <p:cNvPr id="18" name="object 18"/>
            <p:cNvSpPr/>
            <p:nvPr/>
          </p:nvSpPr>
          <p:spPr>
            <a:xfrm>
              <a:off x="7990205" y="1333372"/>
              <a:ext cx="123698" cy="129412"/>
            </a:xfrm>
            <a:prstGeom prst="rect">
              <a:avLst/>
            </a:prstGeom>
            <a:blipFill>
              <a:blip r:embed="rId7" cstate="print"/>
              <a:stretch>
                <a:fillRect/>
              </a:stretch>
            </a:blipFill>
          </p:spPr>
          <p:txBody>
            <a:bodyPr wrap="square" lIns="0" tIns="0" rIns="0" bIns="0" rtlCol="0"/>
            <a:lstStyle/>
            <a:p>
              <a:endParaRPr/>
            </a:p>
          </p:txBody>
        </p:sp>
        <p:sp>
          <p:nvSpPr>
            <p:cNvPr id="19" name="object 19"/>
            <p:cNvSpPr/>
            <p:nvPr/>
          </p:nvSpPr>
          <p:spPr>
            <a:xfrm>
              <a:off x="8112252" y="1513331"/>
              <a:ext cx="415925" cy="0"/>
            </a:xfrm>
            <a:custGeom>
              <a:avLst/>
              <a:gdLst/>
              <a:ahLst/>
              <a:cxnLst/>
              <a:rect l="l" t="t" r="r" b="b"/>
              <a:pathLst>
                <a:path w="415925">
                  <a:moveTo>
                    <a:pt x="0" y="0"/>
                  </a:moveTo>
                  <a:lnTo>
                    <a:pt x="415798" y="0"/>
                  </a:lnTo>
                </a:path>
              </a:pathLst>
            </a:custGeom>
            <a:ln w="6350">
              <a:solidFill>
                <a:srgbClr val="BEBEBE"/>
              </a:solidFill>
            </a:ln>
          </p:spPr>
          <p:txBody>
            <a:bodyPr wrap="square" lIns="0" tIns="0" rIns="0" bIns="0" rtlCol="0"/>
            <a:lstStyle/>
            <a:p>
              <a:endParaRPr/>
            </a:p>
          </p:txBody>
        </p:sp>
        <p:sp>
          <p:nvSpPr>
            <p:cNvPr id="20" name="object 20"/>
            <p:cNvSpPr/>
            <p:nvPr/>
          </p:nvSpPr>
          <p:spPr>
            <a:xfrm>
              <a:off x="7990205" y="1513204"/>
              <a:ext cx="123698" cy="131318"/>
            </a:xfrm>
            <a:prstGeom prst="rect">
              <a:avLst/>
            </a:prstGeom>
            <a:blipFill>
              <a:blip r:embed="rId8" cstate="print"/>
              <a:stretch>
                <a:fillRect/>
              </a:stretch>
            </a:blipFill>
          </p:spPr>
          <p:txBody>
            <a:bodyPr wrap="square" lIns="0" tIns="0" rIns="0" bIns="0" rtlCol="0"/>
            <a:lstStyle/>
            <a:p>
              <a:endParaRPr/>
            </a:p>
          </p:txBody>
        </p:sp>
      </p:grpSp>
      <p:grpSp>
        <p:nvGrpSpPr>
          <p:cNvPr id="21" name="object 21"/>
          <p:cNvGrpSpPr/>
          <p:nvPr/>
        </p:nvGrpSpPr>
        <p:grpSpPr>
          <a:xfrm>
            <a:off x="865377" y="2386329"/>
            <a:ext cx="1722755" cy="447675"/>
            <a:chOff x="865377" y="2386329"/>
            <a:chExt cx="1722755" cy="447675"/>
          </a:xfrm>
        </p:grpSpPr>
        <p:sp>
          <p:nvSpPr>
            <p:cNvPr id="22" name="object 22"/>
            <p:cNvSpPr/>
            <p:nvPr/>
          </p:nvSpPr>
          <p:spPr>
            <a:xfrm>
              <a:off x="871727" y="2392679"/>
              <a:ext cx="1710055" cy="408940"/>
            </a:xfrm>
            <a:custGeom>
              <a:avLst/>
              <a:gdLst/>
              <a:ahLst/>
              <a:cxnLst/>
              <a:rect l="l" t="t" r="r" b="b"/>
              <a:pathLst>
                <a:path w="1710055" h="408939">
                  <a:moveTo>
                    <a:pt x="1641855" y="0"/>
                  </a:moveTo>
                  <a:lnTo>
                    <a:pt x="68072" y="0"/>
                  </a:lnTo>
                  <a:lnTo>
                    <a:pt x="41576" y="5349"/>
                  </a:lnTo>
                  <a:lnTo>
                    <a:pt x="19939" y="19938"/>
                  </a:lnTo>
                  <a:lnTo>
                    <a:pt x="5349" y="41576"/>
                  </a:lnTo>
                  <a:lnTo>
                    <a:pt x="0" y="68072"/>
                  </a:lnTo>
                  <a:lnTo>
                    <a:pt x="0" y="340360"/>
                  </a:lnTo>
                  <a:lnTo>
                    <a:pt x="5349" y="366855"/>
                  </a:lnTo>
                  <a:lnTo>
                    <a:pt x="19939" y="388493"/>
                  </a:lnTo>
                  <a:lnTo>
                    <a:pt x="41576" y="403082"/>
                  </a:lnTo>
                  <a:lnTo>
                    <a:pt x="68072" y="408432"/>
                  </a:lnTo>
                  <a:lnTo>
                    <a:pt x="1641855" y="408432"/>
                  </a:lnTo>
                  <a:lnTo>
                    <a:pt x="1668351" y="403082"/>
                  </a:lnTo>
                  <a:lnTo>
                    <a:pt x="1689989" y="388493"/>
                  </a:lnTo>
                  <a:lnTo>
                    <a:pt x="1704578" y="366855"/>
                  </a:lnTo>
                  <a:lnTo>
                    <a:pt x="1709927" y="340360"/>
                  </a:lnTo>
                  <a:lnTo>
                    <a:pt x="1709927" y="68072"/>
                  </a:lnTo>
                  <a:lnTo>
                    <a:pt x="1704578" y="41576"/>
                  </a:lnTo>
                  <a:lnTo>
                    <a:pt x="1689989" y="19938"/>
                  </a:lnTo>
                  <a:lnTo>
                    <a:pt x="1668351" y="5349"/>
                  </a:lnTo>
                  <a:lnTo>
                    <a:pt x="1641855" y="0"/>
                  </a:lnTo>
                  <a:close/>
                </a:path>
              </a:pathLst>
            </a:custGeom>
            <a:solidFill>
              <a:srgbClr val="0F1F58"/>
            </a:solidFill>
          </p:spPr>
          <p:txBody>
            <a:bodyPr wrap="square" lIns="0" tIns="0" rIns="0" bIns="0" rtlCol="0"/>
            <a:lstStyle/>
            <a:p>
              <a:endParaRPr/>
            </a:p>
          </p:txBody>
        </p:sp>
        <p:sp>
          <p:nvSpPr>
            <p:cNvPr id="23" name="object 23"/>
            <p:cNvSpPr/>
            <p:nvPr/>
          </p:nvSpPr>
          <p:spPr>
            <a:xfrm>
              <a:off x="871727" y="2392679"/>
              <a:ext cx="1710055" cy="408940"/>
            </a:xfrm>
            <a:custGeom>
              <a:avLst/>
              <a:gdLst/>
              <a:ahLst/>
              <a:cxnLst/>
              <a:rect l="l" t="t" r="r" b="b"/>
              <a:pathLst>
                <a:path w="1710055" h="408939">
                  <a:moveTo>
                    <a:pt x="0" y="68072"/>
                  </a:moveTo>
                  <a:lnTo>
                    <a:pt x="5349" y="41576"/>
                  </a:lnTo>
                  <a:lnTo>
                    <a:pt x="19939" y="19938"/>
                  </a:lnTo>
                  <a:lnTo>
                    <a:pt x="41576" y="5349"/>
                  </a:lnTo>
                  <a:lnTo>
                    <a:pt x="68072" y="0"/>
                  </a:lnTo>
                  <a:lnTo>
                    <a:pt x="1641855" y="0"/>
                  </a:lnTo>
                  <a:lnTo>
                    <a:pt x="1668351" y="5349"/>
                  </a:lnTo>
                  <a:lnTo>
                    <a:pt x="1689989" y="19938"/>
                  </a:lnTo>
                  <a:lnTo>
                    <a:pt x="1704578" y="41576"/>
                  </a:lnTo>
                  <a:lnTo>
                    <a:pt x="1709927" y="68072"/>
                  </a:lnTo>
                  <a:lnTo>
                    <a:pt x="1709927" y="340360"/>
                  </a:lnTo>
                  <a:lnTo>
                    <a:pt x="1704578" y="366855"/>
                  </a:lnTo>
                  <a:lnTo>
                    <a:pt x="1689989" y="388493"/>
                  </a:lnTo>
                  <a:lnTo>
                    <a:pt x="1668351" y="403082"/>
                  </a:lnTo>
                  <a:lnTo>
                    <a:pt x="1641855" y="408432"/>
                  </a:lnTo>
                  <a:lnTo>
                    <a:pt x="68072" y="408432"/>
                  </a:lnTo>
                  <a:lnTo>
                    <a:pt x="41576" y="403082"/>
                  </a:lnTo>
                  <a:lnTo>
                    <a:pt x="19939" y="388493"/>
                  </a:lnTo>
                  <a:lnTo>
                    <a:pt x="5349" y="366855"/>
                  </a:lnTo>
                  <a:lnTo>
                    <a:pt x="0" y="340360"/>
                  </a:lnTo>
                  <a:lnTo>
                    <a:pt x="0" y="68072"/>
                  </a:lnTo>
                  <a:close/>
                </a:path>
              </a:pathLst>
            </a:custGeom>
            <a:ln w="12699">
              <a:solidFill>
                <a:srgbClr val="8197E9"/>
              </a:solidFill>
            </a:ln>
          </p:spPr>
          <p:txBody>
            <a:bodyPr wrap="square" lIns="0" tIns="0" rIns="0" bIns="0" rtlCol="0"/>
            <a:lstStyle/>
            <a:p>
              <a:endParaRPr/>
            </a:p>
          </p:txBody>
        </p:sp>
        <p:sp>
          <p:nvSpPr>
            <p:cNvPr id="24" name="object 24"/>
            <p:cNvSpPr/>
            <p:nvPr/>
          </p:nvSpPr>
          <p:spPr>
            <a:xfrm>
              <a:off x="960119" y="2432316"/>
              <a:ext cx="1549145" cy="401561"/>
            </a:xfrm>
            <a:prstGeom prst="rect">
              <a:avLst/>
            </a:prstGeom>
            <a:blipFill>
              <a:blip r:embed="rId9" cstate="print"/>
              <a:stretch>
                <a:fillRect/>
              </a:stretch>
            </a:blipFill>
          </p:spPr>
          <p:txBody>
            <a:bodyPr wrap="square" lIns="0" tIns="0" rIns="0" bIns="0" rtlCol="0"/>
            <a:lstStyle/>
            <a:p>
              <a:endParaRPr/>
            </a:p>
          </p:txBody>
        </p:sp>
      </p:grpSp>
      <p:sp>
        <p:nvSpPr>
          <p:cNvPr id="25" name="object 25"/>
          <p:cNvSpPr txBox="1"/>
          <p:nvPr/>
        </p:nvSpPr>
        <p:spPr>
          <a:xfrm>
            <a:off x="1060805" y="2475102"/>
            <a:ext cx="1334135" cy="239395"/>
          </a:xfrm>
          <a:prstGeom prst="rect">
            <a:avLst/>
          </a:prstGeom>
        </p:spPr>
        <p:txBody>
          <a:bodyPr vert="horz" wrap="square" lIns="0" tIns="13335" rIns="0" bIns="0" rtlCol="0">
            <a:spAutoFit/>
          </a:bodyPr>
          <a:lstStyle/>
          <a:p>
            <a:pPr marL="12700">
              <a:lnSpc>
                <a:spcPct val="100000"/>
              </a:lnSpc>
              <a:spcBef>
                <a:spcPts val="105"/>
              </a:spcBef>
            </a:pPr>
            <a:r>
              <a:rPr sz="1400" b="1" dirty="0">
                <a:solidFill>
                  <a:srgbClr val="FFFFFF"/>
                </a:solidFill>
                <a:latin typeface="Gothic Uralic"/>
                <a:cs typeface="Gothic Uralic"/>
              </a:rPr>
              <a:t>Input </a:t>
            </a:r>
            <a:r>
              <a:rPr sz="1400" b="1" spc="-5" dirty="0">
                <a:solidFill>
                  <a:srgbClr val="FFFFFF"/>
                </a:solidFill>
                <a:latin typeface="Gothic Uralic"/>
                <a:cs typeface="Gothic Uralic"/>
              </a:rPr>
              <a:t>Raw</a:t>
            </a:r>
            <a:r>
              <a:rPr sz="1400" b="1" spc="-95" dirty="0">
                <a:solidFill>
                  <a:srgbClr val="FFFFFF"/>
                </a:solidFill>
                <a:latin typeface="Gothic Uralic"/>
                <a:cs typeface="Gothic Uralic"/>
              </a:rPr>
              <a:t> </a:t>
            </a:r>
            <a:r>
              <a:rPr sz="1400" b="1" spc="-5" dirty="0">
                <a:solidFill>
                  <a:srgbClr val="FFFFFF"/>
                </a:solidFill>
                <a:latin typeface="Gothic Uralic"/>
                <a:cs typeface="Gothic Uralic"/>
              </a:rPr>
              <a:t>Data</a:t>
            </a:r>
            <a:endParaRPr sz="1400">
              <a:latin typeface="Gothic Uralic"/>
              <a:cs typeface="Gothic Uralic"/>
            </a:endParaRPr>
          </a:p>
        </p:txBody>
      </p:sp>
      <p:grpSp>
        <p:nvGrpSpPr>
          <p:cNvPr id="26" name="object 26"/>
          <p:cNvGrpSpPr/>
          <p:nvPr/>
        </p:nvGrpSpPr>
        <p:grpSpPr>
          <a:xfrm>
            <a:off x="9902697" y="2386329"/>
            <a:ext cx="1722755" cy="447675"/>
            <a:chOff x="9902697" y="2386329"/>
            <a:chExt cx="1722755" cy="447675"/>
          </a:xfrm>
        </p:grpSpPr>
        <p:sp>
          <p:nvSpPr>
            <p:cNvPr id="27" name="object 27"/>
            <p:cNvSpPr/>
            <p:nvPr/>
          </p:nvSpPr>
          <p:spPr>
            <a:xfrm>
              <a:off x="9909047" y="2392679"/>
              <a:ext cx="1710055" cy="408940"/>
            </a:xfrm>
            <a:custGeom>
              <a:avLst/>
              <a:gdLst/>
              <a:ahLst/>
              <a:cxnLst/>
              <a:rect l="l" t="t" r="r" b="b"/>
              <a:pathLst>
                <a:path w="1710054" h="408939">
                  <a:moveTo>
                    <a:pt x="1641855" y="0"/>
                  </a:moveTo>
                  <a:lnTo>
                    <a:pt x="68072" y="0"/>
                  </a:lnTo>
                  <a:lnTo>
                    <a:pt x="41576" y="5349"/>
                  </a:lnTo>
                  <a:lnTo>
                    <a:pt x="19938" y="19938"/>
                  </a:lnTo>
                  <a:lnTo>
                    <a:pt x="5349" y="41576"/>
                  </a:lnTo>
                  <a:lnTo>
                    <a:pt x="0" y="68072"/>
                  </a:lnTo>
                  <a:lnTo>
                    <a:pt x="0" y="340360"/>
                  </a:lnTo>
                  <a:lnTo>
                    <a:pt x="5349" y="366855"/>
                  </a:lnTo>
                  <a:lnTo>
                    <a:pt x="19938" y="388493"/>
                  </a:lnTo>
                  <a:lnTo>
                    <a:pt x="41576" y="403082"/>
                  </a:lnTo>
                  <a:lnTo>
                    <a:pt x="68072" y="408432"/>
                  </a:lnTo>
                  <a:lnTo>
                    <a:pt x="1641855" y="408432"/>
                  </a:lnTo>
                  <a:lnTo>
                    <a:pt x="1668351" y="403082"/>
                  </a:lnTo>
                  <a:lnTo>
                    <a:pt x="1689989" y="388493"/>
                  </a:lnTo>
                  <a:lnTo>
                    <a:pt x="1704578" y="366855"/>
                  </a:lnTo>
                  <a:lnTo>
                    <a:pt x="1709927" y="340360"/>
                  </a:lnTo>
                  <a:lnTo>
                    <a:pt x="1709927" y="68072"/>
                  </a:lnTo>
                  <a:lnTo>
                    <a:pt x="1704578" y="41576"/>
                  </a:lnTo>
                  <a:lnTo>
                    <a:pt x="1689989" y="19938"/>
                  </a:lnTo>
                  <a:lnTo>
                    <a:pt x="1668351" y="5349"/>
                  </a:lnTo>
                  <a:lnTo>
                    <a:pt x="1641855" y="0"/>
                  </a:lnTo>
                  <a:close/>
                </a:path>
              </a:pathLst>
            </a:custGeom>
            <a:solidFill>
              <a:srgbClr val="0F1F58"/>
            </a:solidFill>
          </p:spPr>
          <p:txBody>
            <a:bodyPr wrap="square" lIns="0" tIns="0" rIns="0" bIns="0" rtlCol="0"/>
            <a:lstStyle/>
            <a:p>
              <a:endParaRPr/>
            </a:p>
          </p:txBody>
        </p:sp>
        <p:sp>
          <p:nvSpPr>
            <p:cNvPr id="28" name="object 28"/>
            <p:cNvSpPr/>
            <p:nvPr/>
          </p:nvSpPr>
          <p:spPr>
            <a:xfrm>
              <a:off x="9909047" y="2392679"/>
              <a:ext cx="1710055" cy="408940"/>
            </a:xfrm>
            <a:custGeom>
              <a:avLst/>
              <a:gdLst/>
              <a:ahLst/>
              <a:cxnLst/>
              <a:rect l="l" t="t" r="r" b="b"/>
              <a:pathLst>
                <a:path w="1710054" h="408939">
                  <a:moveTo>
                    <a:pt x="0" y="68072"/>
                  </a:moveTo>
                  <a:lnTo>
                    <a:pt x="5349" y="41576"/>
                  </a:lnTo>
                  <a:lnTo>
                    <a:pt x="19938" y="19938"/>
                  </a:lnTo>
                  <a:lnTo>
                    <a:pt x="41576" y="5349"/>
                  </a:lnTo>
                  <a:lnTo>
                    <a:pt x="68072" y="0"/>
                  </a:lnTo>
                  <a:lnTo>
                    <a:pt x="1641855" y="0"/>
                  </a:lnTo>
                  <a:lnTo>
                    <a:pt x="1668351" y="5349"/>
                  </a:lnTo>
                  <a:lnTo>
                    <a:pt x="1689989" y="19938"/>
                  </a:lnTo>
                  <a:lnTo>
                    <a:pt x="1704578" y="41576"/>
                  </a:lnTo>
                  <a:lnTo>
                    <a:pt x="1709927" y="68072"/>
                  </a:lnTo>
                  <a:lnTo>
                    <a:pt x="1709927" y="340360"/>
                  </a:lnTo>
                  <a:lnTo>
                    <a:pt x="1704578" y="366855"/>
                  </a:lnTo>
                  <a:lnTo>
                    <a:pt x="1689989" y="388493"/>
                  </a:lnTo>
                  <a:lnTo>
                    <a:pt x="1668351" y="403082"/>
                  </a:lnTo>
                  <a:lnTo>
                    <a:pt x="1641855" y="408432"/>
                  </a:lnTo>
                  <a:lnTo>
                    <a:pt x="68072" y="408432"/>
                  </a:lnTo>
                  <a:lnTo>
                    <a:pt x="41576" y="403082"/>
                  </a:lnTo>
                  <a:lnTo>
                    <a:pt x="19938" y="388493"/>
                  </a:lnTo>
                  <a:lnTo>
                    <a:pt x="5349" y="366855"/>
                  </a:lnTo>
                  <a:lnTo>
                    <a:pt x="0" y="340360"/>
                  </a:lnTo>
                  <a:lnTo>
                    <a:pt x="0" y="68072"/>
                  </a:lnTo>
                  <a:close/>
                </a:path>
              </a:pathLst>
            </a:custGeom>
            <a:ln w="12699">
              <a:solidFill>
                <a:srgbClr val="8197E9"/>
              </a:solidFill>
            </a:ln>
          </p:spPr>
          <p:txBody>
            <a:bodyPr wrap="square" lIns="0" tIns="0" rIns="0" bIns="0" rtlCol="0"/>
            <a:lstStyle/>
            <a:p>
              <a:endParaRPr/>
            </a:p>
          </p:txBody>
        </p:sp>
        <p:sp>
          <p:nvSpPr>
            <p:cNvPr id="29" name="object 29"/>
            <p:cNvSpPr/>
            <p:nvPr/>
          </p:nvSpPr>
          <p:spPr>
            <a:xfrm>
              <a:off x="10357103" y="2432316"/>
              <a:ext cx="828294" cy="401561"/>
            </a:xfrm>
            <a:prstGeom prst="rect">
              <a:avLst/>
            </a:prstGeom>
            <a:blipFill>
              <a:blip r:embed="rId10" cstate="print"/>
              <a:stretch>
                <a:fillRect/>
              </a:stretch>
            </a:blipFill>
          </p:spPr>
          <p:txBody>
            <a:bodyPr wrap="square" lIns="0" tIns="0" rIns="0" bIns="0" rtlCol="0"/>
            <a:lstStyle/>
            <a:p>
              <a:endParaRPr/>
            </a:p>
          </p:txBody>
        </p:sp>
      </p:grpSp>
      <p:sp>
        <p:nvSpPr>
          <p:cNvPr id="30" name="object 30"/>
          <p:cNvSpPr txBox="1"/>
          <p:nvPr/>
        </p:nvSpPr>
        <p:spPr>
          <a:xfrm>
            <a:off x="10458450" y="2475102"/>
            <a:ext cx="612775" cy="239395"/>
          </a:xfrm>
          <a:prstGeom prst="rect">
            <a:avLst/>
          </a:prstGeom>
        </p:spPr>
        <p:txBody>
          <a:bodyPr vert="horz" wrap="square" lIns="0" tIns="13335" rIns="0" bIns="0" rtlCol="0">
            <a:spAutoFit/>
          </a:bodyPr>
          <a:lstStyle/>
          <a:p>
            <a:pPr marL="12700">
              <a:lnSpc>
                <a:spcPct val="100000"/>
              </a:lnSpc>
              <a:spcBef>
                <a:spcPts val="105"/>
              </a:spcBef>
            </a:pPr>
            <a:r>
              <a:rPr sz="1400" b="1" dirty="0">
                <a:solidFill>
                  <a:srgbClr val="FFFFFF"/>
                </a:solidFill>
                <a:latin typeface="Gothic Uralic"/>
                <a:cs typeface="Gothic Uralic"/>
              </a:rPr>
              <a:t>O</a:t>
            </a:r>
            <a:r>
              <a:rPr sz="1400" b="1" spc="-10" dirty="0">
                <a:solidFill>
                  <a:srgbClr val="FFFFFF"/>
                </a:solidFill>
                <a:latin typeface="Gothic Uralic"/>
                <a:cs typeface="Gothic Uralic"/>
              </a:rPr>
              <a:t>u</a:t>
            </a:r>
            <a:r>
              <a:rPr sz="1400" b="1" dirty="0">
                <a:solidFill>
                  <a:srgbClr val="FFFFFF"/>
                </a:solidFill>
                <a:latin typeface="Gothic Uralic"/>
                <a:cs typeface="Gothic Uralic"/>
              </a:rPr>
              <a:t>tp</a:t>
            </a:r>
            <a:r>
              <a:rPr sz="1400" b="1" spc="-10" dirty="0">
                <a:solidFill>
                  <a:srgbClr val="FFFFFF"/>
                </a:solidFill>
                <a:latin typeface="Gothic Uralic"/>
                <a:cs typeface="Gothic Uralic"/>
              </a:rPr>
              <a:t>u</a:t>
            </a:r>
            <a:r>
              <a:rPr sz="1400" b="1" dirty="0">
                <a:solidFill>
                  <a:srgbClr val="FFFFFF"/>
                </a:solidFill>
                <a:latin typeface="Gothic Uralic"/>
                <a:cs typeface="Gothic Uralic"/>
              </a:rPr>
              <a:t>t</a:t>
            </a:r>
            <a:endParaRPr sz="1400">
              <a:latin typeface="Gothic Uralic"/>
              <a:cs typeface="Gothic Uralic"/>
            </a:endParaRPr>
          </a:p>
        </p:txBody>
      </p:sp>
      <p:grpSp>
        <p:nvGrpSpPr>
          <p:cNvPr id="31" name="object 31"/>
          <p:cNvGrpSpPr/>
          <p:nvPr/>
        </p:nvGrpSpPr>
        <p:grpSpPr>
          <a:xfrm>
            <a:off x="1661160" y="4552188"/>
            <a:ext cx="215265" cy="111760"/>
            <a:chOff x="1661160" y="4552188"/>
            <a:chExt cx="215265" cy="111760"/>
          </a:xfrm>
        </p:grpSpPr>
        <p:sp>
          <p:nvSpPr>
            <p:cNvPr id="32" name="object 32"/>
            <p:cNvSpPr/>
            <p:nvPr/>
          </p:nvSpPr>
          <p:spPr>
            <a:xfrm>
              <a:off x="1775460" y="4562856"/>
              <a:ext cx="100965" cy="100965"/>
            </a:xfrm>
            <a:custGeom>
              <a:avLst/>
              <a:gdLst/>
              <a:ahLst/>
              <a:cxnLst/>
              <a:rect l="l" t="t" r="r" b="b"/>
              <a:pathLst>
                <a:path w="100964" h="100964">
                  <a:moveTo>
                    <a:pt x="50291" y="0"/>
                  </a:moveTo>
                  <a:lnTo>
                    <a:pt x="30700" y="3946"/>
                  </a:lnTo>
                  <a:lnTo>
                    <a:pt x="14716" y="14716"/>
                  </a:lnTo>
                  <a:lnTo>
                    <a:pt x="3946" y="30700"/>
                  </a:lnTo>
                  <a:lnTo>
                    <a:pt x="0" y="50292"/>
                  </a:lnTo>
                  <a:lnTo>
                    <a:pt x="3946" y="69883"/>
                  </a:lnTo>
                  <a:lnTo>
                    <a:pt x="14716" y="85867"/>
                  </a:lnTo>
                  <a:lnTo>
                    <a:pt x="30700" y="96637"/>
                  </a:lnTo>
                  <a:lnTo>
                    <a:pt x="50291" y="100584"/>
                  </a:lnTo>
                  <a:lnTo>
                    <a:pt x="69883" y="96637"/>
                  </a:lnTo>
                  <a:lnTo>
                    <a:pt x="85867" y="85867"/>
                  </a:lnTo>
                  <a:lnTo>
                    <a:pt x="96637" y="69883"/>
                  </a:lnTo>
                  <a:lnTo>
                    <a:pt x="100583" y="50292"/>
                  </a:lnTo>
                  <a:lnTo>
                    <a:pt x="96637" y="30700"/>
                  </a:lnTo>
                  <a:lnTo>
                    <a:pt x="85867" y="14716"/>
                  </a:lnTo>
                  <a:lnTo>
                    <a:pt x="69883" y="3946"/>
                  </a:lnTo>
                  <a:lnTo>
                    <a:pt x="50291" y="0"/>
                  </a:lnTo>
                  <a:close/>
                </a:path>
              </a:pathLst>
            </a:custGeom>
            <a:solidFill>
              <a:srgbClr val="00D9CE"/>
            </a:solidFill>
          </p:spPr>
          <p:txBody>
            <a:bodyPr wrap="square" lIns="0" tIns="0" rIns="0" bIns="0" rtlCol="0"/>
            <a:lstStyle/>
            <a:p>
              <a:endParaRPr/>
            </a:p>
          </p:txBody>
        </p:sp>
        <p:sp>
          <p:nvSpPr>
            <p:cNvPr id="33" name="object 33"/>
            <p:cNvSpPr/>
            <p:nvPr/>
          </p:nvSpPr>
          <p:spPr>
            <a:xfrm>
              <a:off x="1661160" y="4552188"/>
              <a:ext cx="100965" cy="100965"/>
            </a:xfrm>
            <a:custGeom>
              <a:avLst/>
              <a:gdLst/>
              <a:ahLst/>
              <a:cxnLst/>
              <a:rect l="l" t="t" r="r" b="b"/>
              <a:pathLst>
                <a:path w="100964" h="100964">
                  <a:moveTo>
                    <a:pt x="100583" y="0"/>
                  </a:moveTo>
                  <a:lnTo>
                    <a:pt x="0" y="0"/>
                  </a:lnTo>
                  <a:lnTo>
                    <a:pt x="0" y="100583"/>
                  </a:lnTo>
                  <a:lnTo>
                    <a:pt x="100583" y="100583"/>
                  </a:lnTo>
                  <a:lnTo>
                    <a:pt x="100583" y="0"/>
                  </a:lnTo>
                  <a:close/>
                </a:path>
              </a:pathLst>
            </a:custGeom>
            <a:solidFill>
              <a:srgbClr val="FF8E01"/>
            </a:solidFill>
          </p:spPr>
          <p:txBody>
            <a:bodyPr wrap="square" lIns="0" tIns="0" rIns="0" bIns="0" rtlCol="0"/>
            <a:lstStyle/>
            <a:p>
              <a:endParaRPr/>
            </a:p>
          </p:txBody>
        </p:sp>
      </p:grpSp>
      <p:grpSp>
        <p:nvGrpSpPr>
          <p:cNvPr id="34" name="object 34"/>
          <p:cNvGrpSpPr/>
          <p:nvPr/>
        </p:nvGrpSpPr>
        <p:grpSpPr>
          <a:xfrm>
            <a:off x="1510283" y="4387596"/>
            <a:ext cx="234950" cy="100965"/>
            <a:chOff x="1510283" y="4387596"/>
            <a:chExt cx="234950" cy="100965"/>
          </a:xfrm>
        </p:grpSpPr>
        <p:sp>
          <p:nvSpPr>
            <p:cNvPr id="35" name="object 35"/>
            <p:cNvSpPr/>
            <p:nvPr/>
          </p:nvSpPr>
          <p:spPr>
            <a:xfrm>
              <a:off x="1510283" y="4387596"/>
              <a:ext cx="100965" cy="100965"/>
            </a:xfrm>
            <a:custGeom>
              <a:avLst/>
              <a:gdLst/>
              <a:ahLst/>
              <a:cxnLst/>
              <a:rect l="l" t="t" r="r" b="b"/>
              <a:pathLst>
                <a:path w="100965" h="100964">
                  <a:moveTo>
                    <a:pt x="50291" y="0"/>
                  </a:moveTo>
                  <a:lnTo>
                    <a:pt x="0" y="100583"/>
                  </a:lnTo>
                  <a:lnTo>
                    <a:pt x="100584" y="100583"/>
                  </a:lnTo>
                  <a:lnTo>
                    <a:pt x="50291" y="0"/>
                  </a:lnTo>
                  <a:close/>
                </a:path>
              </a:pathLst>
            </a:custGeom>
            <a:solidFill>
              <a:srgbClr val="8197E9"/>
            </a:solidFill>
          </p:spPr>
          <p:txBody>
            <a:bodyPr wrap="square" lIns="0" tIns="0" rIns="0" bIns="0" rtlCol="0"/>
            <a:lstStyle/>
            <a:p>
              <a:endParaRPr/>
            </a:p>
          </p:txBody>
        </p:sp>
        <p:sp>
          <p:nvSpPr>
            <p:cNvPr id="36" name="object 36"/>
            <p:cNvSpPr/>
            <p:nvPr/>
          </p:nvSpPr>
          <p:spPr>
            <a:xfrm>
              <a:off x="1644395" y="4387596"/>
              <a:ext cx="100584" cy="100584"/>
            </a:xfrm>
            <a:prstGeom prst="rect">
              <a:avLst/>
            </a:prstGeom>
            <a:blipFill>
              <a:blip r:embed="rId11" cstate="print"/>
              <a:stretch>
                <a:fillRect/>
              </a:stretch>
            </a:blipFill>
          </p:spPr>
          <p:txBody>
            <a:bodyPr wrap="square" lIns="0" tIns="0" rIns="0" bIns="0" rtlCol="0"/>
            <a:lstStyle/>
            <a:p>
              <a:endParaRPr/>
            </a:p>
          </p:txBody>
        </p:sp>
      </p:grpSp>
      <p:grpSp>
        <p:nvGrpSpPr>
          <p:cNvPr id="37" name="object 37"/>
          <p:cNvGrpSpPr/>
          <p:nvPr/>
        </p:nvGrpSpPr>
        <p:grpSpPr>
          <a:xfrm>
            <a:off x="1371600" y="5487923"/>
            <a:ext cx="215265" cy="111760"/>
            <a:chOff x="1371600" y="5487923"/>
            <a:chExt cx="215265" cy="111760"/>
          </a:xfrm>
        </p:grpSpPr>
        <p:sp>
          <p:nvSpPr>
            <p:cNvPr id="38" name="object 38"/>
            <p:cNvSpPr/>
            <p:nvPr/>
          </p:nvSpPr>
          <p:spPr>
            <a:xfrm>
              <a:off x="1487423" y="5498591"/>
              <a:ext cx="99060" cy="100965"/>
            </a:xfrm>
            <a:custGeom>
              <a:avLst/>
              <a:gdLst/>
              <a:ahLst/>
              <a:cxnLst/>
              <a:rect l="l" t="t" r="r" b="b"/>
              <a:pathLst>
                <a:path w="99059" h="100964">
                  <a:moveTo>
                    <a:pt x="49529" y="0"/>
                  </a:moveTo>
                  <a:lnTo>
                    <a:pt x="30271" y="3946"/>
                  </a:lnTo>
                  <a:lnTo>
                    <a:pt x="14525" y="14716"/>
                  </a:lnTo>
                  <a:lnTo>
                    <a:pt x="3899" y="30700"/>
                  </a:lnTo>
                  <a:lnTo>
                    <a:pt x="0" y="50292"/>
                  </a:lnTo>
                  <a:lnTo>
                    <a:pt x="3899" y="69883"/>
                  </a:lnTo>
                  <a:lnTo>
                    <a:pt x="14525" y="85867"/>
                  </a:lnTo>
                  <a:lnTo>
                    <a:pt x="30271" y="96637"/>
                  </a:lnTo>
                  <a:lnTo>
                    <a:pt x="49529" y="100584"/>
                  </a:lnTo>
                  <a:lnTo>
                    <a:pt x="68788" y="96637"/>
                  </a:lnTo>
                  <a:lnTo>
                    <a:pt x="84534" y="85867"/>
                  </a:lnTo>
                  <a:lnTo>
                    <a:pt x="95160" y="69883"/>
                  </a:lnTo>
                  <a:lnTo>
                    <a:pt x="99059" y="50292"/>
                  </a:lnTo>
                  <a:lnTo>
                    <a:pt x="95160" y="30700"/>
                  </a:lnTo>
                  <a:lnTo>
                    <a:pt x="84534" y="14716"/>
                  </a:lnTo>
                  <a:lnTo>
                    <a:pt x="68788" y="3946"/>
                  </a:lnTo>
                  <a:lnTo>
                    <a:pt x="49529" y="0"/>
                  </a:lnTo>
                  <a:close/>
                </a:path>
              </a:pathLst>
            </a:custGeom>
            <a:solidFill>
              <a:srgbClr val="00D9CE"/>
            </a:solidFill>
          </p:spPr>
          <p:txBody>
            <a:bodyPr wrap="square" lIns="0" tIns="0" rIns="0" bIns="0" rtlCol="0"/>
            <a:lstStyle/>
            <a:p>
              <a:endParaRPr/>
            </a:p>
          </p:txBody>
        </p:sp>
        <p:sp>
          <p:nvSpPr>
            <p:cNvPr id="39" name="object 39"/>
            <p:cNvSpPr/>
            <p:nvPr/>
          </p:nvSpPr>
          <p:spPr>
            <a:xfrm>
              <a:off x="1371600" y="5487923"/>
              <a:ext cx="100965" cy="100965"/>
            </a:xfrm>
            <a:custGeom>
              <a:avLst/>
              <a:gdLst/>
              <a:ahLst/>
              <a:cxnLst/>
              <a:rect l="l" t="t" r="r" b="b"/>
              <a:pathLst>
                <a:path w="100965" h="100964">
                  <a:moveTo>
                    <a:pt x="100584" y="0"/>
                  </a:moveTo>
                  <a:lnTo>
                    <a:pt x="0" y="0"/>
                  </a:lnTo>
                  <a:lnTo>
                    <a:pt x="0" y="100584"/>
                  </a:lnTo>
                  <a:lnTo>
                    <a:pt x="100584" y="100584"/>
                  </a:lnTo>
                  <a:lnTo>
                    <a:pt x="100584" y="0"/>
                  </a:lnTo>
                  <a:close/>
                </a:path>
              </a:pathLst>
            </a:custGeom>
            <a:solidFill>
              <a:srgbClr val="FF8E01"/>
            </a:solidFill>
          </p:spPr>
          <p:txBody>
            <a:bodyPr wrap="square" lIns="0" tIns="0" rIns="0" bIns="0" rtlCol="0"/>
            <a:lstStyle/>
            <a:p>
              <a:endParaRPr/>
            </a:p>
          </p:txBody>
        </p:sp>
      </p:grpSp>
      <p:sp>
        <p:nvSpPr>
          <p:cNvPr id="40" name="object 40"/>
          <p:cNvSpPr/>
          <p:nvPr/>
        </p:nvSpPr>
        <p:spPr>
          <a:xfrm>
            <a:off x="1220724" y="5522976"/>
            <a:ext cx="100584" cy="100584"/>
          </a:xfrm>
          <a:prstGeom prst="rect">
            <a:avLst/>
          </a:prstGeom>
          <a:blipFill>
            <a:blip r:embed="rId12" cstate="print"/>
            <a:stretch>
              <a:fillRect/>
            </a:stretch>
          </a:blipFill>
        </p:spPr>
        <p:txBody>
          <a:bodyPr wrap="square" lIns="0" tIns="0" rIns="0" bIns="0" rtlCol="0"/>
          <a:lstStyle/>
          <a:p>
            <a:endParaRPr/>
          </a:p>
        </p:txBody>
      </p:sp>
      <p:grpSp>
        <p:nvGrpSpPr>
          <p:cNvPr id="41" name="object 41"/>
          <p:cNvGrpSpPr/>
          <p:nvPr/>
        </p:nvGrpSpPr>
        <p:grpSpPr>
          <a:xfrm>
            <a:off x="1220724" y="5323332"/>
            <a:ext cx="234950" cy="100965"/>
            <a:chOff x="1220724" y="5323332"/>
            <a:chExt cx="234950" cy="100965"/>
          </a:xfrm>
        </p:grpSpPr>
        <p:sp>
          <p:nvSpPr>
            <p:cNvPr id="42" name="object 42"/>
            <p:cNvSpPr/>
            <p:nvPr/>
          </p:nvSpPr>
          <p:spPr>
            <a:xfrm>
              <a:off x="1220724" y="5323332"/>
              <a:ext cx="100965" cy="99060"/>
            </a:xfrm>
            <a:custGeom>
              <a:avLst/>
              <a:gdLst/>
              <a:ahLst/>
              <a:cxnLst/>
              <a:rect l="l" t="t" r="r" b="b"/>
              <a:pathLst>
                <a:path w="100965" h="99060">
                  <a:moveTo>
                    <a:pt x="50291" y="0"/>
                  </a:moveTo>
                  <a:lnTo>
                    <a:pt x="0" y="99060"/>
                  </a:lnTo>
                  <a:lnTo>
                    <a:pt x="100584" y="99060"/>
                  </a:lnTo>
                  <a:lnTo>
                    <a:pt x="50291" y="0"/>
                  </a:lnTo>
                  <a:close/>
                </a:path>
              </a:pathLst>
            </a:custGeom>
            <a:solidFill>
              <a:srgbClr val="8197E9"/>
            </a:solidFill>
          </p:spPr>
          <p:txBody>
            <a:bodyPr wrap="square" lIns="0" tIns="0" rIns="0" bIns="0" rtlCol="0"/>
            <a:lstStyle/>
            <a:p>
              <a:endParaRPr/>
            </a:p>
          </p:txBody>
        </p:sp>
        <p:sp>
          <p:nvSpPr>
            <p:cNvPr id="43" name="object 43"/>
            <p:cNvSpPr/>
            <p:nvPr/>
          </p:nvSpPr>
          <p:spPr>
            <a:xfrm>
              <a:off x="1354836" y="5323332"/>
              <a:ext cx="100583" cy="100584"/>
            </a:xfrm>
            <a:prstGeom prst="rect">
              <a:avLst/>
            </a:prstGeom>
            <a:blipFill>
              <a:blip r:embed="rId13" cstate="print"/>
              <a:stretch>
                <a:fillRect/>
              </a:stretch>
            </a:blipFill>
          </p:spPr>
          <p:txBody>
            <a:bodyPr wrap="square" lIns="0" tIns="0" rIns="0" bIns="0" rtlCol="0"/>
            <a:lstStyle/>
            <a:p>
              <a:endParaRPr/>
            </a:p>
          </p:txBody>
        </p:sp>
      </p:grpSp>
      <p:grpSp>
        <p:nvGrpSpPr>
          <p:cNvPr id="44" name="object 44"/>
          <p:cNvGrpSpPr/>
          <p:nvPr/>
        </p:nvGrpSpPr>
        <p:grpSpPr>
          <a:xfrm>
            <a:off x="432816" y="3756659"/>
            <a:ext cx="1849120" cy="1842770"/>
            <a:chOff x="432816" y="3756659"/>
            <a:chExt cx="1849120" cy="1842770"/>
          </a:xfrm>
        </p:grpSpPr>
        <p:sp>
          <p:nvSpPr>
            <p:cNvPr id="45" name="object 45"/>
            <p:cNvSpPr/>
            <p:nvPr/>
          </p:nvSpPr>
          <p:spPr>
            <a:xfrm>
              <a:off x="1394460" y="4096511"/>
              <a:ext cx="304800" cy="128270"/>
            </a:xfrm>
            <a:custGeom>
              <a:avLst/>
              <a:gdLst/>
              <a:ahLst/>
              <a:cxnLst/>
              <a:rect l="l" t="t" r="r" b="b"/>
              <a:pathLst>
                <a:path w="304800" h="128270">
                  <a:moveTo>
                    <a:pt x="100584" y="49530"/>
                  </a:moveTo>
                  <a:lnTo>
                    <a:pt x="96634" y="30276"/>
                  </a:lnTo>
                  <a:lnTo>
                    <a:pt x="85864" y="14528"/>
                  </a:lnTo>
                  <a:lnTo>
                    <a:pt x="69875" y="3911"/>
                  </a:lnTo>
                  <a:lnTo>
                    <a:pt x="50292" y="0"/>
                  </a:lnTo>
                  <a:lnTo>
                    <a:pt x="30695" y="3911"/>
                  </a:lnTo>
                  <a:lnTo>
                    <a:pt x="14706" y="14528"/>
                  </a:lnTo>
                  <a:lnTo>
                    <a:pt x="3937" y="30276"/>
                  </a:lnTo>
                  <a:lnTo>
                    <a:pt x="0" y="49530"/>
                  </a:lnTo>
                  <a:lnTo>
                    <a:pt x="3937" y="68795"/>
                  </a:lnTo>
                  <a:lnTo>
                    <a:pt x="14706" y="84543"/>
                  </a:lnTo>
                  <a:lnTo>
                    <a:pt x="30695" y="95161"/>
                  </a:lnTo>
                  <a:lnTo>
                    <a:pt x="50292" y="99060"/>
                  </a:lnTo>
                  <a:lnTo>
                    <a:pt x="69875" y="95161"/>
                  </a:lnTo>
                  <a:lnTo>
                    <a:pt x="85864" y="84543"/>
                  </a:lnTo>
                  <a:lnTo>
                    <a:pt x="96634" y="68795"/>
                  </a:lnTo>
                  <a:lnTo>
                    <a:pt x="100584" y="49530"/>
                  </a:lnTo>
                  <a:close/>
                </a:path>
                <a:path w="304800" h="128270">
                  <a:moveTo>
                    <a:pt x="304800" y="77724"/>
                  </a:moveTo>
                  <a:lnTo>
                    <a:pt x="300888" y="58140"/>
                  </a:lnTo>
                  <a:lnTo>
                    <a:pt x="290271" y="42151"/>
                  </a:lnTo>
                  <a:lnTo>
                    <a:pt x="274523" y="31381"/>
                  </a:lnTo>
                  <a:lnTo>
                    <a:pt x="255270" y="27432"/>
                  </a:lnTo>
                  <a:lnTo>
                    <a:pt x="236004" y="31381"/>
                  </a:lnTo>
                  <a:lnTo>
                    <a:pt x="220256" y="42151"/>
                  </a:lnTo>
                  <a:lnTo>
                    <a:pt x="209638" y="58140"/>
                  </a:lnTo>
                  <a:lnTo>
                    <a:pt x="205740" y="77724"/>
                  </a:lnTo>
                  <a:lnTo>
                    <a:pt x="209638" y="97320"/>
                  </a:lnTo>
                  <a:lnTo>
                    <a:pt x="220256" y="113309"/>
                  </a:lnTo>
                  <a:lnTo>
                    <a:pt x="236004" y="124079"/>
                  </a:lnTo>
                  <a:lnTo>
                    <a:pt x="255270" y="128016"/>
                  </a:lnTo>
                  <a:lnTo>
                    <a:pt x="274523" y="124079"/>
                  </a:lnTo>
                  <a:lnTo>
                    <a:pt x="290271" y="113309"/>
                  </a:lnTo>
                  <a:lnTo>
                    <a:pt x="300888" y="97320"/>
                  </a:lnTo>
                  <a:lnTo>
                    <a:pt x="304800" y="77724"/>
                  </a:lnTo>
                  <a:close/>
                </a:path>
              </a:pathLst>
            </a:custGeom>
            <a:solidFill>
              <a:srgbClr val="00D9CE"/>
            </a:solidFill>
          </p:spPr>
          <p:txBody>
            <a:bodyPr wrap="square" lIns="0" tIns="0" rIns="0" bIns="0" rtlCol="0"/>
            <a:lstStyle/>
            <a:p>
              <a:endParaRPr/>
            </a:p>
          </p:txBody>
        </p:sp>
        <p:sp>
          <p:nvSpPr>
            <p:cNvPr id="46" name="object 46"/>
            <p:cNvSpPr/>
            <p:nvPr/>
          </p:nvSpPr>
          <p:spPr>
            <a:xfrm>
              <a:off x="1286255" y="4059935"/>
              <a:ext cx="100965" cy="100965"/>
            </a:xfrm>
            <a:custGeom>
              <a:avLst/>
              <a:gdLst/>
              <a:ahLst/>
              <a:cxnLst/>
              <a:rect l="l" t="t" r="r" b="b"/>
              <a:pathLst>
                <a:path w="100965" h="100964">
                  <a:moveTo>
                    <a:pt x="100584" y="0"/>
                  </a:moveTo>
                  <a:lnTo>
                    <a:pt x="0" y="0"/>
                  </a:lnTo>
                  <a:lnTo>
                    <a:pt x="0" y="100583"/>
                  </a:lnTo>
                  <a:lnTo>
                    <a:pt x="100584" y="100583"/>
                  </a:lnTo>
                  <a:lnTo>
                    <a:pt x="100584" y="0"/>
                  </a:lnTo>
                  <a:close/>
                </a:path>
              </a:pathLst>
            </a:custGeom>
            <a:solidFill>
              <a:srgbClr val="FF8E01"/>
            </a:solidFill>
          </p:spPr>
          <p:txBody>
            <a:bodyPr wrap="square" lIns="0" tIns="0" rIns="0" bIns="0" rtlCol="0"/>
            <a:lstStyle/>
            <a:p>
              <a:endParaRPr/>
            </a:p>
          </p:txBody>
        </p:sp>
        <p:sp>
          <p:nvSpPr>
            <p:cNvPr id="47" name="object 47"/>
            <p:cNvSpPr/>
            <p:nvPr/>
          </p:nvSpPr>
          <p:spPr>
            <a:xfrm>
              <a:off x="1318260" y="4230623"/>
              <a:ext cx="100965" cy="99060"/>
            </a:xfrm>
            <a:custGeom>
              <a:avLst/>
              <a:gdLst/>
              <a:ahLst/>
              <a:cxnLst/>
              <a:rect l="l" t="t" r="r" b="b"/>
              <a:pathLst>
                <a:path w="100965" h="99060">
                  <a:moveTo>
                    <a:pt x="50292" y="0"/>
                  </a:moveTo>
                  <a:lnTo>
                    <a:pt x="0" y="99059"/>
                  </a:lnTo>
                  <a:lnTo>
                    <a:pt x="100584" y="99059"/>
                  </a:lnTo>
                  <a:lnTo>
                    <a:pt x="50292" y="0"/>
                  </a:lnTo>
                  <a:close/>
                </a:path>
              </a:pathLst>
            </a:custGeom>
            <a:solidFill>
              <a:srgbClr val="8197E9"/>
            </a:solidFill>
          </p:spPr>
          <p:txBody>
            <a:bodyPr wrap="square" lIns="0" tIns="0" rIns="0" bIns="0" rtlCol="0"/>
            <a:lstStyle/>
            <a:p>
              <a:endParaRPr/>
            </a:p>
          </p:txBody>
        </p:sp>
        <p:sp>
          <p:nvSpPr>
            <p:cNvPr id="48" name="object 48"/>
            <p:cNvSpPr/>
            <p:nvPr/>
          </p:nvSpPr>
          <p:spPr>
            <a:xfrm>
              <a:off x="1150620" y="3962399"/>
              <a:ext cx="661670" cy="367665"/>
            </a:xfrm>
            <a:custGeom>
              <a:avLst/>
              <a:gdLst/>
              <a:ahLst/>
              <a:cxnLst/>
              <a:rect l="l" t="t" r="r" b="b"/>
              <a:pathLst>
                <a:path w="661669" h="367664">
                  <a:moveTo>
                    <a:pt x="100584" y="266700"/>
                  </a:moveTo>
                  <a:lnTo>
                    <a:pt x="0" y="266700"/>
                  </a:lnTo>
                  <a:lnTo>
                    <a:pt x="0" y="367284"/>
                  </a:lnTo>
                  <a:lnTo>
                    <a:pt x="100584" y="367284"/>
                  </a:lnTo>
                  <a:lnTo>
                    <a:pt x="100584" y="266700"/>
                  </a:lnTo>
                  <a:close/>
                </a:path>
                <a:path w="661669" h="367664">
                  <a:moveTo>
                    <a:pt x="429768" y="266700"/>
                  </a:moveTo>
                  <a:lnTo>
                    <a:pt x="329184" y="266700"/>
                  </a:lnTo>
                  <a:lnTo>
                    <a:pt x="329184" y="367284"/>
                  </a:lnTo>
                  <a:lnTo>
                    <a:pt x="429768" y="367284"/>
                  </a:lnTo>
                  <a:lnTo>
                    <a:pt x="429768" y="266700"/>
                  </a:lnTo>
                  <a:close/>
                </a:path>
                <a:path w="661669" h="367664">
                  <a:moveTo>
                    <a:pt x="661403" y="0"/>
                  </a:moveTo>
                  <a:lnTo>
                    <a:pt x="560832" y="0"/>
                  </a:lnTo>
                  <a:lnTo>
                    <a:pt x="560832" y="99060"/>
                  </a:lnTo>
                  <a:lnTo>
                    <a:pt x="661403" y="99060"/>
                  </a:lnTo>
                  <a:lnTo>
                    <a:pt x="661403" y="0"/>
                  </a:lnTo>
                  <a:close/>
                </a:path>
              </a:pathLst>
            </a:custGeom>
            <a:solidFill>
              <a:srgbClr val="FF8E01"/>
            </a:solidFill>
          </p:spPr>
          <p:txBody>
            <a:bodyPr wrap="square" lIns="0" tIns="0" rIns="0" bIns="0" rtlCol="0"/>
            <a:lstStyle/>
            <a:p>
              <a:endParaRPr/>
            </a:p>
          </p:txBody>
        </p:sp>
        <p:sp>
          <p:nvSpPr>
            <p:cNvPr id="49" name="object 49"/>
            <p:cNvSpPr/>
            <p:nvPr/>
          </p:nvSpPr>
          <p:spPr>
            <a:xfrm>
              <a:off x="1837944" y="3924299"/>
              <a:ext cx="230504" cy="216535"/>
            </a:xfrm>
            <a:custGeom>
              <a:avLst/>
              <a:gdLst/>
              <a:ahLst/>
              <a:cxnLst/>
              <a:rect l="l" t="t" r="r" b="b"/>
              <a:pathLst>
                <a:path w="230505" h="216535">
                  <a:moveTo>
                    <a:pt x="100584" y="216408"/>
                  </a:moveTo>
                  <a:lnTo>
                    <a:pt x="50292" y="115824"/>
                  </a:lnTo>
                  <a:lnTo>
                    <a:pt x="0" y="216408"/>
                  </a:lnTo>
                  <a:lnTo>
                    <a:pt x="100584" y="216408"/>
                  </a:lnTo>
                  <a:close/>
                </a:path>
                <a:path w="230505" h="216535">
                  <a:moveTo>
                    <a:pt x="230124" y="99060"/>
                  </a:moveTo>
                  <a:lnTo>
                    <a:pt x="179832" y="0"/>
                  </a:lnTo>
                  <a:lnTo>
                    <a:pt x="129540" y="99060"/>
                  </a:lnTo>
                  <a:lnTo>
                    <a:pt x="230124" y="99060"/>
                  </a:lnTo>
                  <a:close/>
                </a:path>
              </a:pathLst>
            </a:custGeom>
            <a:solidFill>
              <a:srgbClr val="8197E9"/>
            </a:solidFill>
          </p:spPr>
          <p:txBody>
            <a:bodyPr wrap="square" lIns="0" tIns="0" rIns="0" bIns="0" rtlCol="0"/>
            <a:lstStyle/>
            <a:p>
              <a:endParaRPr/>
            </a:p>
          </p:txBody>
        </p:sp>
        <p:sp>
          <p:nvSpPr>
            <p:cNvPr id="50" name="object 50"/>
            <p:cNvSpPr/>
            <p:nvPr/>
          </p:nvSpPr>
          <p:spPr>
            <a:xfrm>
              <a:off x="1970532" y="4131563"/>
              <a:ext cx="100965" cy="99060"/>
            </a:xfrm>
            <a:custGeom>
              <a:avLst/>
              <a:gdLst/>
              <a:ahLst/>
              <a:cxnLst/>
              <a:rect l="l" t="t" r="r" b="b"/>
              <a:pathLst>
                <a:path w="100964" h="99060">
                  <a:moveTo>
                    <a:pt x="100583" y="0"/>
                  </a:moveTo>
                  <a:lnTo>
                    <a:pt x="0" y="0"/>
                  </a:lnTo>
                  <a:lnTo>
                    <a:pt x="0" y="99060"/>
                  </a:lnTo>
                  <a:lnTo>
                    <a:pt x="100583" y="99060"/>
                  </a:lnTo>
                  <a:lnTo>
                    <a:pt x="100583" y="0"/>
                  </a:lnTo>
                  <a:close/>
                </a:path>
              </a:pathLst>
            </a:custGeom>
            <a:solidFill>
              <a:srgbClr val="FF8E01"/>
            </a:solidFill>
          </p:spPr>
          <p:txBody>
            <a:bodyPr wrap="square" lIns="0" tIns="0" rIns="0" bIns="0" rtlCol="0"/>
            <a:lstStyle/>
            <a:p>
              <a:endParaRPr/>
            </a:p>
          </p:txBody>
        </p:sp>
        <p:sp>
          <p:nvSpPr>
            <p:cNvPr id="51" name="object 51"/>
            <p:cNvSpPr/>
            <p:nvPr/>
          </p:nvSpPr>
          <p:spPr>
            <a:xfrm>
              <a:off x="2104644" y="4029455"/>
              <a:ext cx="99060" cy="100965"/>
            </a:xfrm>
            <a:custGeom>
              <a:avLst/>
              <a:gdLst/>
              <a:ahLst/>
              <a:cxnLst/>
              <a:rect l="l" t="t" r="r" b="b"/>
              <a:pathLst>
                <a:path w="99060" h="100964">
                  <a:moveTo>
                    <a:pt x="49530" y="0"/>
                  </a:moveTo>
                  <a:lnTo>
                    <a:pt x="30271" y="3946"/>
                  </a:lnTo>
                  <a:lnTo>
                    <a:pt x="14525" y="14716"/>
                  </a:lnTo>
                  <a:lnTo>
                    <a:pt x="3899" y="30700"/>
                  </a:lnTo>
                  <a:lnTo>
                    <a:pt x="0" y="50292"/>
                  </a:lnTo>
                  <a:lnTo>
                    <a:pt x="3899" y="69883"/>
                  </a:lnTo>
                  <a:lnTo>
                    <a:pt x="14525" y="85867"/>
                  </a:lnTo>
                  <a:lnTo>
                    <a:pt x="30271" y="96637"/>
                  </a:lnTo>
                  <a:lnTo>
                    <a:pt x="49530" y="100584"/>
                  </a:lnTo>
                  <a:lnTo>
                    <a:pt x="68788" y="96637"/>
                  </a:lnTo>
                  <a:lnTo>
                    <a:pt x="84534" y="85867"/>
                  </a:lnTo>
                  <a:lnTo>
                    <a:pt x="95160" y="69883"/>
                  </a:lnTo>
                  <a:lnTo>
                    <a:pt x="99060" y="50292"/>
                  </a:lnTo>
                  <a:lnTo>
                    <a:pt x="95160" y="30700"/>
                  </a:lnTo>
                  <a:lnTo>
                    <a:pt x="84534" y="14716"/>
                  </a:lnTo>
                  <a:lnTo>
                    <a:pt x="68788" y="3946"/>
                  </a:lnTo>
                  <a:lnTo>
                    <a:pt x="49530" y="0"/>
                  </a:lnTo>
                  <a:close/>
                </a:path>
              </a:pathLst>
            </a:custGeom>
            <a:solidFill>
              <a:srgbClr val="00D9CE"/>
            </a:solidFill>
          </p:spPr>
          <p:txBody>
            <a:bodyPr wrap="square" lIns="0" tIns="0" rIns="0" bIns="0" rtlCol="0"/>
            <a:lstStyle/>
            <a:p>
              <a:endParaRPr/>
            </a:p>
          </p:txBody>
        </p:sp>
        <p:sp>
          <p:nvSpPr>
            <p:cNvPr id="52" name="object 52"/>
            <p:cNvSpPr/>
            <p:nvPr/>
          </p:nvSpPr>
          <p:spPr>
            <a:xfrm>
              <a:off x="1741932" y="3805427"/>
              <a:ext cx="100584" cy="100584"/>
            </a:xfrm>
            <a:prstGeom prst="rect">
              <a:avLst/>
            </a:prstGeom>
            <a:blipFill>
              <a:blip r:embed="rId11" cstate="print"/>
              <a:stretch>
                <a:fillRect/>
              </a:stretch>
            </a:blipFill>
          </p:spPr>
          <p:txBody>
            <a:bodyPr wrap="square" lIns="0" tIns="0" rIns="0" bIns="0" rtlCol="0"/>
            <a:lstStyle/>
            <a:p>
              <a:endParaRPr/>
            </a:p>
          </p:txBody>
        </p:sp>
        <p:sp>
          <p:nvSpPr>
            <p:cNvPr id="53" name="object 53"/>
            <p:cNvSpPr/>
            <p:nvPr/>
          </p:nvSpPr>
          <p:spPr>
            <a:xfrm>
              <a:off x="1915668" y="3784091"/>
              <a:ext cx="100965" cy="100965"/>
            </a:xfrm>
            <a:custGeom>
              <a:avLst/>
              <a:gdLst/>
              <a:ahLst/>
              <a:cxnLst/>
              <a:rect l="l" t="t" r="r" b="b"/>
              <a:pathLst>
                <a:path w="100964" h="100964">
                  <a:moveTo>
                    <a:pt x="100583" y="0"/>
                  </a:moveTo>
                  <a:lnTo>
                    <a:pt x="0" y="0"/>
                  </a:lnTo>
                  <a:lnTo>
                    <a:pt x="0" y="100583"/>
                  </a:lnTo>
                  <a:lnTo>
                    <a:pt x="100583" y="100583"/>
                  </a:lnTo>
                  <a:lnTo>
                    <a:pt x="100583" y="0"/>
                  </a:lnTo>
                  <a:close/>
                </a:path>
              </a:pathLst>
            </a:custGeom>
            <a:solidFill>
              <a:srgbClr val="FF8E01"/>
            </a:solidFill>
          </p:spPr>
          <p:txBody>
            <a:bodyPr wrap="square" lIns="0" tIns="0" rIns="0" bIns="0" rtlCol="0"/>
            <a:lstStyle/>
            <a:p>
              <a:endParaRPr/>
            </a:p>
          </p:txBody>
        </p:sp>
        <p:sp>
          <p:nvSpPr>
            <p:cNvPr id="54" name="object 54"/>
            <p:cNvSpPr/>
            <p:nvPr/>
          </p:nvSpPr>
          <p:spPr>
            <a:xfrm>
              <a:off x="1594104" y="3887723"/>
              <a:ext cx="100965" cy="99060"/>
            </a:xfrm>
            <a:custGeom>
              <a:avLst/>
              <a:gdLst/>
              <a:ahLst/>
              <a:cxnLst/>
              <a:rect l="l" t="t" r="r" b="b"/>
              <a:pathLst>
                <a:path w="100964" h="99060">
                  <a:moveTo>
                    <a:pt x="50291" y="0"/>
                  </a:moveTo>
                  <a:lnTo>
                    <a:pt x="0" y="99059"/>
                  </a:lnTo>
                  <a:lnTo>
                    <a:pt x="100584" y="99059"/>
                  </a:lnTo>
                  <a:lnTo>
                    <a:pt x="50291" y="0"/>
                  </a:lnTo>
                  <a:close/>
                </a:path>
              </a:pathLst>
            </a:custGeom>
            <a:solidFill>
              <a:srgbClr val="8197E9"/>
            </a:solidFill>
          </p:spPr>
          <p:txBody>
            <a:bodyPr wrap="square" lIns="0" tIns="0" rIns="0" bIns="0" rtlCol="0"/>
            <a:lstStyle/>
            <a:p>
              <a:endParaRPr/>
            </a:p>
          </p:txBody>
        </p:sp>
        <p:sp>
          <p:nvSpPr>
            <p:cNvPr id="55" name="object 55"/>
            <p:cNvSpPr/>
            <p:nvPr/>
          </p:nvSpPr>
          <p:spPr>
            <a:xfrm>
              <a:off x="1392936" y="3860291"/>
              <a:ext cx="100965" cy="100965"/>
            </a:xfrm>
            <a:custGeom>
              <a:avLst/>
              <a:gdLst/>
              <a:ahLst/>
              <a:cxnLst/>
              <a:rect l="l" t="t" r="r" b="b"/>
              <a:pathLst>
                <a:path w="100965" h="100964">
                  <a:moveTo>
                    <a:pt x="50291" y="0"/>
                  </a:moveTo>
                  <a:lnTo>
                    <a:pt x="30700" y="3946"/>
                  </a:lnTo>
                  <a:lnTo>
                    <a:pt x="14716" y="14716"/>
                  </a:lnTo>
                  <a:lnTo>
                    <a:pt x="3946" y="30700"/>
                  </a:lnTo>
                  <a:lnTo>
                    <a:pt x="0" y="50291"/>
                  </a:lnTo>
                  <a:lnTo>
                    <a:pt x="3946" y="69883"/>
                  </a:lnTo>
                  <a:lnTo>
                    <a:pt x="14716" y="85867"/>
                  </a:lnTo>
                  <a:lnTo>
                    <a:pt x="30700" y="96637"/>
                  </a:lnTo>
                  <a:lnTo>
                    <a:pt x="50291" y="100583"/>
                  </a:lnTo>
                  <a:lnTo>
                    <a:pt x="69883" y="96637"/>
                  </a:lnTo>
                  <a:lnTo>
                    <a:pt x="85867" y="85867"/>
                  </a:lnTo>
                  <a:lnTo>
                    <a:pt x="96637" y="69883"/>
                  </a:lnTo>
                  <a:lnTo>
                    <a:pt x="100583" y="50291"/>
                  </a:lnTo>
                  <a:lnTo>
                    <a:pt x="96637" y="30700"/>
                  </a:lnTo>
                  <a:lnTo>
                    <a:pt x="85867" y="14716"/>
                  </a:lnTo>
                  <a:lnTo>
                    <a:pt x="69883" y="3946"/>
                  </a:lnTo>
                  <a:lnTo>
                    <a:pt x="50291" y="0"/>
                  </a:lnTo>
                  <a:close/>
                </a:path>
              </a:pathLst>
            </a:custGeom>
            <a:solidFill>
              <a:srgbClr val="00D9CE"/>
            </a:solidFill>
          </p:spPr>
          <p:txBody>
            <a:bodyPr wrap="square" lIns="0" tIns="0" rIns="0" bIns="0" rtlCol="0"/>
            <a:lstStyle/>
            <a:p>
              <a:endParaRPr/>
            </a:p>
          </p:txBody>
        </p:sp>
        <p:sp>
          <p:nvSpPr>
            <p:cNvPr id="56" name="object 56"/>
            <p:cNvSpPr/>
            <p:nvPr/>
          </p:nvSpPr>
          <p:spPr>
            <a:xfrm>
              <a:off x="1493519" y="3979163"/>
              <a:ext cx="100965" cy="100965"/>
            </a:xfrm>
            <a:custGeom>
              <a:avLst/>
              <a:gdLst/>
              <a:ahLst/>
              <a:cxnLst/>
              <a:rect l="l" t="t" r="r" b="b"/>
              <a:pathLst>
                <a:path w="100965" h="100964">
                  <a:moveTo>
                    <a:pt x="50292" y="0"/>
                  </a:moveTo>
                  <a:lnTo>
                    <a:pt x="0" y="100584"/>
                  </a:lnTo>
                  <a:lnTo>
                    <a:pt x="100584" y="100584"/>
                  </a:lnTo>
                  <a:lnTo>
                    <a:pt x="50292" y="0"/>
                  </a:lnTo>
                  <a:close/>
                </a:path>
              </a:pathLst>
            </a:custGeom>
            <a:solidFill>
              <a:srgbClr val="8197E9"/>
            </a:solidFill>
          </p:spPr>
          <p:txBody>
            <a:bodyPr wrap="square" lIns="0" tIns="0" rIns="0" bIns="0" rtlCol="0"/>
            <a:lstStyle/>
            <a:p>
              <a:endParaRPr/>
            </a:p>
          </p:txBody>
        </p:sp>
        <p:sp>
          <p:nvSpPr>
            <p:cNvPr id="57" name="object 57"/>
            <p:cNvSpPr/>
            <p:nvPr/>
          </p:nvSpPr>
          <p:spPr>
            <a:xfrm>
              <a:off x="2164080" y="4274819"/>
              <a:ext cx="99060" cy="100965"/>
            </a:xfrm>
            <a:custGeom>
              <a:avLst/>
              <a:gdLst/>
              <a:ahLst/>
              <a:cxnLst/>
              <a:rect l="l" t="t" r="r" b="b"/>
              <a:pathLst>
                <a:path w="99060" h="100964">
                  <a:moveTo>
                    <a:pt x="49530" y="0"/>
                  </a:moveTo>
                  <a:lnTo>
                    <a:pt x="30271" y="3946"/>
                  </a:lnTo>
                  <a:lnTo>
                    <a:pt x="14525" y="14716"/>
                  </a:lnTo>
                  <a:lnTo>
                    <a:pt x="3899" y="30700"/>
                  </a:lnTo>
                  <a:lnTo>
                    <a:pt x="0" y="50291"/>
                  </a:lnTo>
                  <a:lnTo>
                    <a:pt x="3899" y="69883"/>
                  </a:lnTo>
                  <a:lnTo>
                    <a:pt x="14525" y="85867"/>
                  </a:lnTo>
                  <a:lnTo>
                    <a:pt x="30271" y="96637"/>
                  </a:lnTo>
                  <a:lnTo>
                    <a:pt x="49530" y="100583"/>
                  </a:lnTo>
                  <a:lnTo>
                    <a:pt x="68788" y="96637"/>
                  </a:lnTo>
                  <a:lnTo>
                    <a:pt x="84534" y="85867"/>
                  </a:lnTo>
                  <a:lnTo>
                    <a:pt x="95160" y="69883"/>
                  </a:lnTo>
                  <a:lnTo>
                    <a:pt x="99059" y="50291"/>
                  </a:lnTo>
                  <a:lnTo>
                    <a:pt x="95160" y="30700"/>
                  </a:lnTo>
                  <a:lnTo>
                    <a:pt x="84534" y="14716"/>
                  </a:lnTo>
                  <a:lnTo>
                    <a:pt x="68788" y="3946"/>
                  </a:lnTo>
                  <a:lnTo>
                    <a:pt x="49530" y="0"/>
                  </a:lnTo>
                  <a:close/>
                </a:path>
              </a:pathLst>
            </a:custGeom>
            <a:solidFill>
              <a:srgbClr val="00D9CE"/>
            </a:solidFill>
          </p:spPr>
          <p:txBody>
            <a:bodyPr wrap="square" lIns="0" tIns="0" rIns="0" bIns="0" rtlCol="0"/>
            <a:lstStyle/>
            <a:p>
              <a:endParaRPr/>
            </a:p>
          </p:txBody>
        </p:sp>
        <p:sp>
          <p:nvSpPr>
            <p:cNvPr id="58" name="object 58"/>
            <p:cNvSpPr/>
            <p:nvPr/>
          </p:nvSpPr>
          <p:spPr>
            <a:xfrm>
              <a:off x="1807464" y="4384547"/>
              <a:ext cx="358140" cy="100965"/>
            </a:xfrm>
            <a:custGeom>
              <a:avLst/>
              <a:gdLst/>
              <a:ahLst/>
              <a:cxnLst/>
              <a:rect l="l" t="t" r="r" b="b"/>
              <a:pathLst>
                <a:path w="358139" h="100964">
                  <a:moveTo>
                    <a:pt x="100584" y="100584"/>
                  </a:moveTo>
                  <a:lnTo>
                    <a:pt x="50292" y="0"/>
                  </a:lnTo>
                  <a:lnTo>
                    <a:pt x="0" y="100584"/>
                  </a:lnTo>
                  <a:lnTo>
                    <a:pt x="100584" y="100584"/>
                  </a:lnTo>
                  <a:close/>
                </a:path>
                <a:path w="358139" h="100964">
                  <a:moveTo>
                    <a:pt x="358140" y="100584"/>
                  </a:moveTo>
                  <a:lnTo>
                    <a:pt x="308610" y="0"/>
                  </a:lnTo>
                  <a:lnTo>
                    <a:pt x="259080" y="100584"/>
                  </a:lnTo>
                  <a:lnTo>
                    <a:pt x="358140" y="100584"/>
                  </a:lnTo>
                  <a:close/>
                </a:path>
              </a:pathLst>
            </a:custGeom>
            <a:solidFill>
              <a:srgbClr val="8197E9"/>
            </a:solidFill>
          </p:spPr>
          <p:txBody>
            <a:bodyPr wrap="square" lIns="0" tIns="0" rIns="0" bIns="0" rtlCol="0"/>
            <a:lstStyle/>
            <a:p>
              <a:endParaRPr/>
            </a:p>
          </p:txBody>
        </p:sp>
        <p:sp>
          <p:nvSpPr>
            <p:cNvPr id="59" name="object 59"/>
            <p:cNvSpPr/>
            <p:nvPr/>
          </p:nvSpPr>
          <p:spPr>
            <a:xfrm>
              <a:off x="1938527" y="4512563"/>
              <a:ext cx="100965" cy="100965"/>
            </a:xfrm>
            <a:custGeom>
              <a:avLst/>
              <a:gdLst/>
              <a:ahLst/>
              <a:cxnLst/>
              <a:rect l="l" t="t" r="r" b="b"/>
              <a:pathLst>
                <a:path w="100964" h="100964">
                  <a:moveTo>
                    <a:pt x="100583" y="0"/>
                  </a:moveTo>
                  <a:lnTo>
                    <a:pt x="0" y="0"/>
                  </a:lnTo>
                  <a:lnTo>
                    <a:pt x="0" y="100583"/>
                  </a:lnTo>
                  <a:lnTo>
                    <a:pt x="100583" y="100583"/>
                  </a:lnTo>
                  <a:lnTo>
                    <a:pt x="100583" y="0"/>
                  </a:lnTo>
                  <a:close/>
                </a:path>
              </a:pathLst>
            </a:custGeom>
            <a:solidFill>
              <a:srgbClr val="FF8E01"/>
            </a:solidFill>
          </p:spPr>
          <p:txBody>
            <a:bodyPr wrap="square" lIns="0" tIns="0" rIns="0" bIns="0" rtlCol="0"/>
            <a:lstStyle/>
            <a:p>
              <a:endParaRPr/>
            </a:p>
          </p:txBody>
        </p:sp>
        <p:sp>
          <p:nvSpPr>
            <p:cNvPr id="60" name="object 60"/>
            <p:cNvSpPr/>
            <p:nvPr/>
          </p:nvSpPr>
          <p:spPr>
            <a:xfrm>
              <a:off x="1676400" y="4236719"/>
              <a:ext cx="100965" cy="99060"/>
            </a:xfrm>
            <a:custGeom>
              <a:avLst/>
              <a:gdLst/>
              <a:ahLst/>
              <a:cxnLst/>
              <a:rect l="l" t="t" r="r" b="b"/>
              <a:pathLst>
                <a:path w="100964" h="99060">
                  <a:moveTo>
                    <a:pt x="50292" y="0"/>
                  </a:moveTo>
                  <a:lnTo>
                    <a:pt x="0" y="99059"/>
                  </a:lnTo>
                  <a:lnTo>
                    <a:pt x="100583" y="99059"/>
                  </a:lnTo>
                  <a:lnTo>
                    <a:pt x="50292" y="0"/>
                  </a:lnTo>
                  <a:close/>
                </a:path>
              </a:pathLst>
            </a:custGeom>
            <a:solidFill>
              <a:srgbClr val="8197E9"/>
            </a:solidFill>
          </p:spPr>
          <p:txBody>
            <a:bodyPr wrap="square" lIns="0" tIns="0" rIns="0" bIns="0" rtlCol="0"/>
            <a:lstStyle/>
            <a:p>
              <a:endParaRPr/>
            </a:p>
          </p:txBody>
        </p:sp>
        <p:sp>
          <p:nvSpPr>
            <p:cNvPr id="61" name="object 61"/>
            <p:cNvSpPr/>
            <p:nvPr/>
          </p:nvSpPr>
          <p:spPr>
            <a:xfrm>
              <a:off x="1813560" y="4204715"/>
              <a:ext cx="100965" cy="100965"/>
            </a:xfrm>
            <a:custGeom>
              <a:avLst/>
              <a:gdLst/>
              <a:ahLst/>
              <a:cxnLst/>
              <a:rect l="l" t="t" r="r" b="b"/>
              <a:pathLst>
                <a:path w="100964" h="100964">
                  <a:moveTo>
                    <a:pt x="100583" y="0"/>
                  </a:moveTo>
                  <a:lnTo>
                    <a:pt x="0" y="0"/>
                  </a:lnTo>
                  <a:lnTo>
                    <a:pt x="0" y="100583"/>
                  </a:lnTo>
                  <a:lnTo>
                    <a:pt x="100583" y="100583"/>
                  </a:lnTo>
                  <a:lnTo>
                    <a:pt x="100583" y="0"/>
                  </a:lnTo>
                  <a:close/>
                </a:path>
              </a:pathLst>
            </a:custGeom>
            <a:solidFill>
              <a:srgbClr val="FF8E01"/>
            </a:solidFill>
          </p:spPr>
          <p:txBody>
            <a:bodyPr wrap="square" lIns="0" tIns="0" rIns="0" bIns="0" rtlCol="0"/>
            <a:lstStyle/>
            <a:p>
              <a:endParaRPr/>
            </a:p>
          </p:txBody>
        </p:sp>
        <p:sp>
          <p:nvSpPr>
            <p:cNvPr id="62" name="object 62"/>
            <p:cNvSpPr/>
            <p:nvPr/>
          </p:nvSpPr>
          <p:spPr>
            <a:xfrm>
              <a:off x="1200912" y="4413503"/>
              <a:ext cx="99059" cy="99059"/>
            </a:xfrm>
            <a:prstGeom prst="rect">
              <a:avLst/>
            </a:prstGeom>
            <a:blipFill>
              <a:blip r:embed="rId14" cstate="print"/>
              <a:stretch>
                <a:fillRect/>
              </a:stretch>
            </a:blipFill>
          </p:spPr>
          <p:txBody>
            <a:bodyPr wrap="square" lIns="0" tIns="0" rIns="0" bIns="0" rtlCol="0"/>
            <a:lstStyle/>
            <a:p>
              <a:endParaRPr/>
            </a:p>
          </p:txBody>
        </p:sp>
        <p:sp>
          <p:nvSpPr>
            <p:cNvPr id="63" name="object 63"/>
            <p:cNvSpPr/>
            <p:nvPr/>
          </p:nvSpPr>
          <p:spPr>
            <a:xfrm>
              <a:off x="1342644" y="4562855"/>
              <a:ext cx="99060" cy="100965"/>
            </a:xfrm>
            <a:custGeom>
              <a:avLst/>
              <a:gdLst/>
              <a:ahLst/>
              <a:cxnLst/>
              <a:rect l="l" t="t" r="r" b="b"/>
              <a:pathLst>
                <a:path w="99059" h="100964">
                  <a:moveTo>
                    <a:pt x="49530" y="0"/>
                  </a:moveTo>
                  <a:lnTo>
                    <a:pt x="0" y="100584"/>
                  </a:lnTo>
                  <a:lnTo>
                    <a:pt x="99059" y="100584"/>
                  </a:lnTo>
                  <a:lnTo>
                    <a:pt x="49530" y="0"/>
                  </a:lnTo>
                  <a:close/>
                </a:path>
              </a:pathLst>
            </a:custGeom>
            <a:solidFill>
              <a:srgbClr val="8197E9"/>
            </a:solidFill>
          </p:spPr>
          <p:txBody>
            <a:bodyPr wrap="square" lIns="0" tIns="0" rIns="0" bIns="0" rtlCol="0"/>
            <a:lstStyle/>
            <a:p>
              <a:endParaRPr/>
            </a:p>
          </p:txBody>
        </p:sp>
        <p:sp>
          <p:nvSpPr>
            <p:cNvPr id="64" name="object 64"/>
            <p:cNvSpPr/>
            <p:nvPr/>
          </p:nvSpPr>
          <p:spPr>
            <a:xfrm>
              <a:off x="1363980" y="4419599"/>
              <a:ext cx="100965" cy="100965"/>
            </a:xfrm>
            <a:custGeom>
              <a:avLst/>
              <a:gdLst/>
              <a:ahLst/>
              <a:cxnLst/>
              <a:rect l="l" t="t" r="r" b="b"/>
              <a:pathLst>
                <a:path w="100965" h="100964">
                  <a:moveTo>
                    <a:pt x="100584" y="0"/>
                  </a:moveTo>
                  <a:lnTo>
                    <a:pt x="0" y="0"/>
                  </a:lnTo>
                  <a:lnTo>
                    <a:pt x="0" y="100583"/>
                  </a:lnTo>
                  <a:lnTo>
                    <a:pt x="100584" y="100583"/>
                  </a:lnTo>
                  <a:lnTo>
                    <a:pt x="100584" y="0"/>
                  </a:lnTo>
                  <a:close/>
                </a:path>
              </a:pathLst>
            </a:custGeom>
            <a:solidFill>
              <a:srgbClr val="FF8E01"/>
            </a:solidFill>
          </p:spPr>
          <p:txBody>
            <a:bodyPr wrap="square" lIns="0" tIns="0" rIns="0" bIns="0" rtlCol="0"/>
            <a:lstStyle/>
            <a:p>
              <a:endParaRPr/>
            </a:p>
          </p:txBody>
        </p:sp>
        <p:sp>
          <p:nvSpPr>
            <p:cNvPr id="65" name="object 65"/>
            <p:cNvSpPr/>
            <p:nvPr/>
          </p:nvSpPr>
          <p:spPr>
            <a:xfrm>
              <a:off x="1933955" y="4320539"/>
              <a:ext cx="100965" cy="99060"/>
            </a:xfrm>
            <a:custGeom>
              <a:avLst/>
              <a:gdLst/>
              <a:ahLst/>
              <a:cxnLst/>
              <a:rect l="l" t="t" r="r" b="b"/>
              <a:pathLst>
                <a:path w="100964" h="99060">
                  <a:moveTo>
                    <a:pt x="50292" y="0"/>
                  </a:moveTo>
                  <a:lnTo>
                    <a:pt x="30700" y="3899"/>
                  </a:lnTo>
                  <a:lnTo>
                    <a:pt x="14716" y="14525"/>
                  </a:lnTo>
                  <a:lnTo>
                    <a:pt x="3946" y="30271"/>
                  </a:lnTo>
                  <a:lnTo>
                    <a:pt x="0" y="49530"/>
                  </a:lnTo>
                  <a:lnTo>
                    <a:pt x="3946" y="68788"/>
                  </a:lnTo>
                  <a:lnTo>
                    <a:pt x="14716" y="84534"/>
                  </a:lnTo>
                  <a:lnTo>
                    <a:pt x="30700" y="95160"/>
                  </a:lnTo>
                  <a:lnTo>
                    <a:pt x="50292" y="99060"/>
                  </a:lnTo>
                  <a:lnTo>
                    <a:pt x="69883" y="95160"/>
                  </a:lnTo>
                  <a:lnTo>
                    <a:pt x="85867" y="84534"/>
                  </a:lnTo>
                  <a:lnTo>
                    <a:pt x="96637" y="68788"/>
                  </a:lnTo>
                  <a:lnTo>
                    <a:pt x="100583" y="49530"/>
                  </a:lnTo>
                  <a:lnTo>
                    <a:pt x="96637" y="30271"/>
                  </a:lnTo>
                  <a:lnTo>
                    <a:pt x="85867" y="14525"/>
                  </a:lnTo>
                  <a:lnTo>
                    <a:pt x="69883" y="3899"/>
                  </a:lnTo>
                  <a:lnTo>
                    <a:pt x="50292" y="0"/>
                  </a:lnTo>
                  <a:close/>
                </a:path>
              </a:pathLst>
            </a:custGeom>
            <a:solidFill>
              <a:srgbClr val="00D9CE"/>
            </a:solidFill>
          </p:spPr>
          <p:txBody>
            <a:bodyPr wrap="square" lIns="0" tIns="0" rIns="0" bIns="0" rtlCol="0"/>
            <a:lstStyle/>
            <a:p>
              <a:endParaRPr/>
            </a:p>
          </p:txBody>
        </p:sp>
        <p:sp>
          <p:nvSpPr>
            <p:cNvPr id="66" name="object 66"/>
            <p:cNvSpPr/>
            <p:nvPr/>
          </p:nvSpPr>
          <p:spPr>
            <a:xfrm>
              <a:off x="2042160" y="4148327"/>
              <a:ext cx="239395" cy="181610"/>
            </a:xfrm>
            <a:custGeom>
              <a:avLst/>
              <a:gdLst/>
              <a:ahLst/>
              <a:cxnLst/>
              <a:rect l="l" t="t" r="r" b="b"/>
              <a:pathLst>
                <a:path w="239394" h="181610">
                  <a:moveTo>
                    <a:pt x="100584" y="181356"/>
                  </a:moveTo>
                  <a:lnTo>
                    <a:pt x="50292" y="80772"/>
                  </a:lnTo>
                  <a:lnTo>
                    <a:pt x="0" y="181356"/>
                  </a:lnTo>
                  <a:lnTo>
                    <a:pt x="100584" y="181356"/>
                  </a:lnTo>
                  <a:close/>
                </a:path>
                <a:path w="239394" h="181610">
                  <a:moveTo>
                    <a:pt x="239268" y="100584"/>
                  </a:moveTo>
                  <a:lnTo>
                    <a:pt x="189738" y="0"/>
                  </a:lnTo>
                  <a:lnTo>
                    <a:pt x="140208" y="100584"/>
                  </a:lnTo>
                  <a:lnTo>
                    <a:pt x="239268" y="100584"/>
                  </a:lnTo>
                  <a:close/>
                </a:path>
              </a:pathLst>
            </a:custGeom>
            <a:solidFill>
              <a:srgbClr val="8197E9"/>
            </a:solidFill>
          </p:spPr>
          <p:txBody>
            <a:bodyPr wrap="square" lIns="0" tIns="0" rIns="0" bIns="0" rtlCol="0"/>
            <a:lstStyle/>
            <a:p>
              <a:endParaRPr/>
            </a:p>
          </p:txBody>
        </p:sp>
        <p:sp>
          <p:nvSpPr>
            <p:cNvPr id="67" name="object 67"/>
            <p:cNvSpPr/>
            <p:nvPr/>
          </p:nvSpPr>
          <p:spPr>
            <a:xfrm>
              <a:off x="2161032" y="4485131"/>
              <a:ext cx="99060" cy="99060"/>
            </a:xfrm>
            <a:custGeom>
              <a:avLst/>
              <a:gdLst/>
              <a:ahLst/>
              <a:cxnLst/>
              <a:rect l="l" t="t" r="r" b="b"/>
              <a:pathLst>
                <a:path w="99060" h="99060">
                  <a:moveTo>
                    <a:pt x="99060" y="0"/>
                  </a:moveTo>
                  <a:lnTo>
                    <a:pt x="0" y="0"/>
                  </a:lnTo>
                  <a:lnTo>
                    <a:pt x="0" y="99060"/>
                  </a:lnTo>
                  <a:lnTo>
                    <a:pt x="99060" y="99060"/>
                  </a:lnTo>
                  <a:lnTo>
                    <a:pt x="99060" y="0"/>
                  </a:lnTo>
                  <a:close/>
                </a:path>
              </a:pathLst>
            </a:custGeom>
            <a:solidFill>
              <a:srgbClr val="FF8E01"/>
            </a:solidFill>
          </p:spPr>
          <p:txBody>
            <a:bodyPr wrap="square" lIns="0" tIns="0" rIns="0" bIns="0" rtlCol="0"/>
            <a:lstStyle/>
            <a:p>
              <a:endParaRPr/>
            </a:p>
          </p:txBody>
        </p:sp>
        <p:sp>
          <p:nvSpPr>
            <p:cNvPr id="68" name="object 68"/>
            <p:cNvSpPr/>
            <p:nvPr/>
          </p:nvSpPr>
          <p:spPr>
            <a:xfrm>
              <a:off x="1165860" y="4059935"/>
              <a:ext cx="99060" cy="100965"/>
            </a:xfrm>
            <a:custGeom>
              <a:avLst/>
              <a:gdLst/>
              <a:ahLst/>
              <a:cxnLst/>
              <a:rect l="l" t="t" r="r" b="b"/>
              <a:pathLst>
                <a:path w="99059" h="100964">
                  <a:moveTo>
                    <a:pt x="49530" y="0"/>
                  </a:moveTo>
                  <a:lnTo>
                    <a:pt x="0" y="100583"/>
                  </a:lnTo>
                  <a:lnTo>
                    <a:pt x="99059" y="100583"/>
                  </a:lnTo>
                  <a:lnTo>
                    <a:pt x="49530" y="0"/>
                  </a:lnTo>
                  <a:close/>
                </a:path>
              </a:pathLst>
            </a:custGeom>
            <a:solidFill>
              <a:srgbClr val="8197E9"/>
            </a:solidFill>
          </p:spPr>
          <p:txBody>
            <a:bodyPr wrap="square" lIns="0" tIns="0" rIns="0" bIns="0" rtlCol="0"/>
            <a:lstStyle/>
            <a:p>
              <a:endParaRPr/>
            </a:p>
          </p:txBody>
        </p:sp>
        <p:sp>
          <p:nvSpPr>
            <p:cNvPr id="69" name="object 69"/>
            <p:cNvSpPr/>
            <p:nvPr/>
          </p:nvSpPr>
          <p:spPr>
            <a:xfrm>
              <a:off x="1289304" y="3756659"/>
              <a:ext cx="386080" cy="155575"/>
            </a:xfrm>
            <a:custGeom>
              <a:avLst/>
              <a:gdLst/>
              <a:ahLst/>
              <a:cxnLst/>
              <a:rect l="l" t="t" r="r" b="b"/>
              <a:pathLst>
                <a:path w="386080" h="155575">
                  <a:moveTo>
                    <a:pt x="100584" y="54864"/>
                  </a:moveTo>
                  <a:lnTo>
                    <a:pt x="0" y="54864"/>
                  </a:lnTo>
                  <a:lnTo>
                    <a:pt x="0" y="155448"/>
                  </a:lnTo>
                  <a:lnTo>
                    <a:pt x="100584" y="155448"/>
                  </a:lnTo>
                  <a:lnTo>
                    <a:pt x="100584" y="54864"/>
                  </a:lnTo>
                  <a:close/>
                </a:path>
                <a:path w="386080" h="155575">
                  <a:moveTo>
                    <a:pt x="385572" y="0"/>
                  </a:moveTo>
                  <a:lnTo>
                    <a:pt x="284988" y="0"/>
                  </a:lnTo>
                  <a:lnTo>
                    <a:pt x="284988" y="99060"/>
                  </a:lnTo>
                  <a:lnTo>
                    <a:pt x="385572" y="99060"/>
                  </a:lnTo>
                  <a:lnTo>
                    <a:pt x="385572" y="0"/>
                  </a:lnTo>
                  <a:close/>
                </a:path>
              </a:pathLst>
            </a:custGeom>
            <a:solidFill>
              <a:srgbClr val="FF8E01"/>
            </a:solidFill>
          </p:spPr>
          <p:txBody>
            <a:bodyPr wrap="square" lIns="0" tIns="0" rIns="0" bIns="0" rtlCol="0"/>
            <a:lstStyle/>
            <a:p>
              <a:endParaRPr/>
            </a:p>
          </p:txBody>
        </p:sp>
        <p:sp>
          <p:nvSpPr>
            <p:cNvPr id="70" name="object 70"/>
            <p:cNvSpPr/>
            <p:nvPr/>
          </p:nvSpPr>
          <p:spPr>
            <a:xfrm>
              <a:off x="1307591" y="3941063"/>
              <a:ext cx="99060" cy="99060"/>
            </a:xfrm>
            <a:custGeom>
              <a:avLst/>
              <a:gdLst/>
              <a:ahLst/>
              <a:cxnLst/>
              <a:rect l="l" t="t" r="r" b="b"/>
              <a:pathLst>
                <a:path w="99059" h="99060">
                  <a:moveTo>
                    <a:pt x="49530" y="0"/>
                  </a:moveTo>
                  <a:lnTo>
                    <a:pt x="0" y="99060"/>
                  </a:lnTo>
                  <a:lnTo>
                    <a:pt x="99060" y="99060"/>
                  </a:lnTo>
                  <a:lnTo>
                    <a:pt x="49530" y="0"/>
                  </a:lnTo>
                  <a:close/>
                </a:path>
              </a:pathLst>
            </a:custGeom>
            <a:solidFill>
              <a:srgbClr val="8197E9"/>
            </a:solidFill>
          </p:spPr>
          <p:txBody>
            <a:bodyPr wrap="square" lIns="0" tIns="0" rIns="0" bIns="0" rtlCol="0"/>
            <a:lstStyle/>
            <a:p>
              <a:endParaRPr/>
            </a:p>
          </p:txBody>
        </p:sp>
        <p:sp>
          <p:nvSpPr>
            <p:cNvPr id="71" name="object 71"/>
            <p:cNvSpPr/>
            <p:nvPr/>
          </p:nvSpPr>
          <p:spPr>
            <a:xfrm>
              <a:off x="1510283" y="4587239"/>
              <a:ext cx="100584" cy="100584"/>
            </a:xfrm>
            <a:prstGeom prst="rect">
              <a:avLst/>
            </a:prstGeom>
            <a:blipFill>
              <a:blip r:embed="rId11" cstate="print"/>
              <a:stretch>
                <a:fillRect/>
              </a:stretch>
            </a:blipFill>
          </p:spPr>
          <p:txBody>
            <a:bodyPr wrap="square" lIns="0" tIns="0" rIns="0" bIns="0" rtlCol="0"/>
            <a:lstStyle/>
            <a:p>
              <a:endParaRPr/>
            </a:p>
          </p:txBody>
        </p:sp>
        <p:sp>
          <p:nvSpPr>
            <p:cNvPr id="72" name="object 72"/>
            <p:cNvSpPr/>
            <p:nvPr/>
          </p:nvSpPr>
          <p:spPr>
            <a:xfrm>
              <a:off x="1421891" y="4896611"/>
              <a:ext cx="100965" cy="100965"/>
            </a:xfrm>
            <a:custGeom>
              <a:avLst/>
              <a:gdLst/>
              <a:ahLst/>
              <a:cxnLst/>
              <a:rect l="l" t="t" r="r" b="b"/>
              <a:pathLst>
                <a:path w="100965" h="100964">
                  <a:moveTo>
                    <a:pt x="100584" y="0"/>
                  </a:moveTo>
                  <a:lnTo>
                    <a:pt x="0" y="0"/>
                  </a:lnTo>
                  <a:lnTo>
                    <a:pt x="0" y="100583"/>
                  </a:lnTo>
                  <a:lnTo>
                    <a:pt x="100584" y="100583"/>
                  </a:lnTo>
                  <a:lnTo>
                    <a:pt x="100584" y="0"/>
                  </a:lnTo>
                  <a:close/>
                </a:path>
              </a:pathLst>
            </a:custGeom>
            <a:solidFill>
              <a:srgbClr val="FF8E01"/>
            </a:solidFill>
          </p:spPr>
          <p:txBody>
            <a:bodyPr wrap="square" lIns="0" tIns="0" rIns="0" bIns="0" rtlCol="0"/>
            <a:lstStyle/>
            <a:p>
              <a:endParaRPr/>
            </a:p>
          </p:txBody>
        </p:sp>
        <p:sp>
          <p:nvSpPr>
            <p:cNvPr id="73" name="object 73"/>
            <p:cNvSpPr/>
            <p:nvPr/>
          </p:nvSpPr>
          <p:spPr>
            <a:xfrm>
              <a:off x="1549908" y="4858511"/>
              <a:ext cx="228600" cy="218440"/>
            </a:xfrm>
            <a:custGeom>
              <a:avLst/>
              <a:gdLst/>
              <a:ahLst/>
              <a:cxnLst/>
              <a:rect l="l" t="t" r="r" b="b"/>
              <a:pathLst>
                <a:path w="228600" h="218439">
                  <a:moveTo>
                    <a:pt x="99060" y="217932"/>
                  </a:moveTo>
                  <a:lnTo>
                    <a:pt x="49530" y="117348"/>
                  </a:lnTo>
                  <a:lnTo>
                    <a:pt x="0" y="217932"/>
                  </a:lnTo>
                  <a:lnTo>
                    <a:pt x="99060" y="217932"/>
                  </a:lnTo>
                  <a:close/>
                </a:path>
                <a:path w="228600" h="218439">
                  <a:moveTo>
                    <a:pt x="228600" y="100584"/>
                  </a:moveTo>
                  <a:lnTo>
                    <a:pt x="178308" y="0"/>
                  </a:lnTo>
                  <a:lnTo>
                    <a:pt x="128016" y="100584"/>
                  </a:lnTo>
                  <a:lnTo>
                    <a:pt x="228600" y="100584"/>
                  </a:lnTo>
                  <a:close/>
                </a:path>
              </a:pathLst>
            </a:custGeom>
            <a:solidFill>
              <a:srgbClr val="8197E9"/>
            </a:solidFill>
          </p:spPr>
          <p:txBody>
            <a:bodyPr wrap="square" lIns="0" tIns="0" rIns="0" bIns="0" rtlCol="0"/>
            <a:lstStyle/>
            <a:p>
              <a:endParaRPr/>
            </a:p>
          </p:txBody>
        </p:sp>
        <p:sp>
          <p:nvSpPr>
            <p:cNvPr id="74" name="object 74"/>
            <p:cNvSpPr/>
            <p:nvPr/>
          </p:nvSpPr>
          <p:spPr>
            <a:xfrm>
              <a:off x="1682496" y="5065775"/>
              <a:ext cx="100965" cy="100965"/>
            </a:xfrm>
            <a:custGeom>
              <a:avLst/>
              <a:gdLst/>
              <a:ahLst/>
              <a:cxnLst/>
              <a:rect l="l" t="t" r="r" b="b"/>
              <a:pathLst>
                <a:path w="100964" h="100964">
                  <a:moveTo>
                    <a:pt x="100583" y="0"/>
                  </a:moveTo>
                  <a:lnTo>
                    <a:pt x="0" y="0"/>
                  </a:lnTo>
                  <a:lnTo>
                    <a:pt x="0" y="100584"/>
                  </a:lnTo>
                  <a:lnTo>
                    <a:pt x="100583" y="100584"/>
                  </a:lnTo>
                  <a:lnTo>
                    <a:pt x="100583" y="0"/>
                  </a:lnTo>
                  <a:close/>
                </a:path>
              </a:pathLst>
            </a:custGeom>
            <a:solidFill>
              <a:srgbClr val="FF8E01"/>
            </a:solidFill>
          </p:spPr>
          <p:txBody>
            <a:bodyPr wrap="square" lIns="0" tIns="0" rIns="0" bIns="0" rtlCol="0"/>
            <a:lstStyle/>
            <a:p>
              <a:endParaRPr/>
            </a:p>
          </p:txBody>
        </p:sp>
        <p:sp>
          <p:nvSpPr>
            <p:cNvPr id="75" name="object 75"/>
            <p:cNvSpPr/>
            <p:nvPr/>
          </p:nvSpPr>
          <p:spPr>
            <a:xfrm>
              <a:off x="1815083" y="4965191"/>
              <a:ext cx="100584" cy="99059"/>
            </a:xfrm>
            <a:prstGeom prst="rect">
              <a:avLst/>
            </a:prstGeom>
            <a:blipFill>
              <a:blip r:embed="rId15" cstate="print"/>
              <a:stretch>
                <a:fillRect/>
              </a:stretch>
            </a:blipFill>
          </p:spPr>
          <p:txBody>
            <a:bodyPr wrap="square" lIns="0" tIns="0" rIns="0" bIns="0" rtlCol="0"/>
            <a:lstStyle/>
            <a:p>
              <a:endParaRPr/>
            </a:p>
          </p:txBody>
        </p:sp>
        <p:sp>
          <p:nvSpPr>
            <p:cNvPr id="76" name="object 76"/>
            <p:cNvSpPr/>
            <p:nvPr/>
          </p:nvSpPr>
          <p:spPr>
            <a:xfrm>
              <a:off x="1452372" y="4741163"/>
              <a:ext cx="100584" cy="100584"/>
            </a:xfrm>
            <a:prstGeom prst="rect">
              <a:avLst/>
            </a:prstGeom>
            <a:blipFill>
              <a:blip r:embed="rId11" cstate="print"/>
              <a:stretch>
                <a:fillRect/>
              </a:stretch>
            </a:blipFill>
          </p:spPr>
          <p:txBody>
            <a:bodyPr wrap="square" lIns="0" tIns="0" rIns="0" bIns="0" rtlCol="0"/>
            <a:lstStyle/>
            <a:p>
              <a:endParaRPr/>
            </a:p>
          </p:txBody>
        </p:sp>
        <p:sp>
          <p:nvSpPr>
            <p:cNvPr id="77" name="object 77"/>
            <p:cNvSpPr/>
            <p:nvPr/>
          </p:nvSpPr>
          <p:spPr>
            <a:xfrm>
              <a:off x="1627632" y="4719827"/>
              <a:ext cx="100965" cy="100965"/>
            </a:xfrm>
            <a:custGeom>
              <a:avLst/>
              <a:gdLst/>
              <a:ahLst/>
              <a:cxnLst/>
              <a:rect l="l" t="t" r="r" b="b"/>
              <a:pathLst>
                <a:path w="100964" h="100964">
                  <a:moveTo>
                    <a:pt x="100583" y="0"/>
                  </a:moveTo>
                  <a:lnTo>
                    <a:pt x="0" y="0"/>
                  </a:lnTo>
                  <a:lnTo>
                    <a:pt x="0" y="100584"/>
                  </a:lnTo>
                  <a:lnTo>
                    <a:pt x="100583" y="100584"/>
                  </a:lnTo>
                  <a:lnTo>
                    <a:pt x="100583" y="0"/>
                  </a:lnTo>
                  <a:close/>
                </a:path>
              </a:pathLst>
            </a:custGeom>
            <a:solidFill>
              <a:srgbClr val="FF8E01"/>
            </a:solidFill>
          </p:spPr>
          <p:txBody>
            <a:bodyPr wrap="square" lIns="0" tIns="0" rIns="0" bIns="0" rtlCol="0"/>
            <a:lstStyle/>
            <a:p>
              <a:endParaRPr/>
            </a:p>
          </p:txBody>
        </p:sp>
        <p:sp>
          <p:nvSpPr>
            <p:cNvPr id="78" name="object 78"/>
            <p:cNvSpPr/>
            <p:nvPr/>
          </p:nvSpPr>
          <p:spPr>
            <a:xfrm>
              <a:off x="1304544" y="4823459"/>
              <a:ext cx="100965" cy="99060"/>
            </a:xfrm>
            <a:custGeom>
              <a:avLst/>
              <a:gdLst/>
              <a:ahLst/>
              <a:cxnLst/>
              <a:rect l="l" t="t" r="r" b="b"/>
              <a:pathLst>
                <a:path w="100965" h="99060">
                  <a:moveTo>
                    <a:pt x="50292" y="0"/>
                  </a:moveTo>
                  <a:lnTo>
                    <a:pt x="0" y="99059"/>
                  </a:lnTo>
                  <a:lnTo>
                    <a:pt x="100584" y="99059"/>
                  </a:lnTo>
                  <a:lnTo>
                    <a:pt x="50292" y="0"/>
                  </a:lnTo>
                  <a:close/>
                </a:path>
              </a:pathLst>
            </a:custGeom>
            <a:solidFill>
              <a:srgbClr val="8197E9"/>
            </a:solidFill>
          </p:spPr>
          <p:txBody>
            <a:bodyPr wrap="square" lIns="0" tIns="0" rIns="0" bIns="0" rtlCol="0"/>
            <a:lstStyle/>
            <a:p>
              <a:endParaRPr/>
            </a:p>
          </p:txBody>
        </p:sp>
        <p:sp>
          <p:nvSpPr>
            <p:cNvPr id="79" name="object 79"/>
            <p:cNvSpPr/>
            <p:nvPr/>
          </p:nvSpPr>
          <p:spPr>
            <a:xfrm>
              <a:off x="1104900" y="5030723"/>
              <a:ext cx="306705" cy="129539"/>
            </a:xfrm>
            <a:custGeom>
              <a:avLst/>
              <a:gdLst/>
              <a:ahLst/>
              <a:cxnLst/>
              <a:rect l="l" t="t" r="r" b="b"/>
              <a:pathLst>
                <a:path w="306705" h="129539">
                  <a:moveTo>
                    <a:pt x="100584" y="50292"/>
                  </a:moveTo>
                  <a:lnTo>
                    <a:pt x="96621" y="30708"/>
                  </a:lnTo>
                  <a:lnTo>
                    <a:pt x="85852" y="14719"/>
                  </a:lnTo>
                  <a:lnTo>
                    <a:pt x="69862" y="3949"/>
                  </a:lnTo>
                  <a:lnTo>
                    <a:pt x="50292" y="0"/>
                  </a:lnTo>
                  <a:lnTo>
                    <a:pt x="30708" y="3949"/>
                  </a:lnTo>
                  <a:lnTo>
                    <a:pt x="14719" y="14719"/>
                  </a:lnTo>
                  <a:lnTo>
                    <a:pt x="3949" y="30708"/>
                  </a:lnTo>
                  <a:lnTo>
                    <a:pt x="0" y="50292"/>
                  </a:lnTo>
                  <a:lnTo>
                    <a:pt x="3949" y="69888"/>
                  </a:lnTo>
                  <a:lnTo>
                    <a:pt x="14719" y="85877"/>
                  </a:lnTo>
                  <a:lnTo>
                    <a:pt x="30708" y="96647"/>
                  </a:lnTo>
                  <a:lnTo>
                    <a:pt x="50292" y="100584"/>
                  </a:lnTo>
                  <a:lnTo>
                    <a:pt x="69862" y="96647"/>
                  </a:lnTo>
                  <a:lnTo>
                    <a:pt x="85852" y="85877"/>
                  </a:lnTo>
                  <a:lnTo>
                    <a:pt x="96621" y="69888"/>
                  </a:lnTo>
                  <a:lnTo>
                    <a:pt x="100584" y="50292"/>
                  </a:lnTo>
                  <a:close/>
                </a:path>
                <a:path w="306705" h="129539">
                  <a:moveTo>
                    <a:pt x="306324" y="79248"/>
                  </a:moveTo>
                  <a:lnTo>
                    <a:pt x="302374" y="59664"/>
                  </a:lnTo>
                  <a:lnTo>
                    <a:pt x="291604" y="43675"/>
                  </a:lnTo>
                  <a:lnTo>
                    <a:pt x="275615" y="32905"/>
                  </a:lnTo>
                  <a:lnTo>
                    <a:pt x="256032" y="28956"/>
                  </a:lnTo>
                  <a:lnTo>
                    <a:pt x="236435" y="32905"/>
                  </a:lnTo>
                  <a:lnTo>
                    <a:pt x="220446" y="43675"/>
                  </a:lnTo>
                  <a:lnTo>
                    <a:pt x="209677" y="59664"/>
                  </a:lnTo>
                  <a:lnTo>
                    <a:pt x="205740" y="79248"/>
                  </a:lnTo>
                  <a:lnTo>
                    <a:pt x="209677" y="98844"/>
                  </a:lnTo>
                  <a:lnTo>
                    <a:pt x="220446" y="114833"/>
                  </a:lnTo>
                  <a:lnTo>
                    <a:pt x="236435" y="125603"/>
                  </a:lnTo>
                  <a:lnTo>
                    <a:pt x="256032" y="129540"/>
                  </a:lnTo>
                  <a:lnTo>
                    <a:pt x="275615" y="125603"/>
                  </a:lnTo>
                  <a:lnTo>
                    <a:pt x="291604" y="114833"/>
                  </a:lnTo>
                  <a:lnTo>
                    <a:pt x="302374" y="98844"/>
                  </a:lnTo>
                  <a:lnTo>
                    <a:pt x="306324" y="79248"/>
                  </a:lnTo>
                  <a:close/>
                </a:path>
              </a:pathLst>
            </a:custGeom>
            <a:solidFill>
              <a:srgbClr val="00D9CE"/>
            </a:solidFill>
          </p:spPr>
          <p:txBody>
            <a:bodyPr wrap="square" lIns="0" tIns="0" rIns="0" bIns="0" rtlCol="0"/>
            <a:lstStyle/>
            <a:p>
              <a:endParaRPr/>
            </a:p>
          </p:txBody>
        </p:sp>
        <p:sp>
          <p:nvSpPr>
            <p:cNvPr id="80" name="object 80"/>
            <p:cNvSpPr/>
            <p:nvPr/>
          </p:nvSpPr>
          <p:spPr>
            <a:xfrm>
              <a:off x="996696" y="4995671"/>
              <a:ext cx="100965" cy="99060"/>
            </a:xfrm>
            <a:custGeom>
              <a:avLst/>
              <a:gdLst/>
              <a:ahLst/>
              <a:cxnLst/>
              <a:rect l="l" t="t" r="r" b="b"/>
              <a:pathLst>
                <a:path w="100965" h="99060">
                  <a:moveTo>
                    <a:pt x="100584" y="0"/>
                  </a:moveTo>
                  <a:lnTo>
                    <a:pt x="0" y="0"/>
                  </a:lnTo>
                  <a:lnTo>
                    <a:pt x="0" y="99059"/>
                  </a:lnTo>
                  <a:lnTo>
                    <a:pt x="100584" y="99059"/>
                  </a:lnTo>
                  <a:lnTo>
                    <a:pt x="100584" y="0"/>
                  </a:lnTo>
                  <a:close/>
                </a:path>
              </a:pathLst>
            </a:custGeom>
            <a:solidFill>
              <a:srgbClr val="FF8E01"/>
            </a:solidFill>
          </p:spPr>
          <p:txBody>
            <a:bodyPr wrap="square" lIns="0" tIns="0" rIns="0" bIns="0" rtlCol="0"/>
            <a:lstStyle/>
            <a:p>
              <a:endParaRPr/>
            </a:p>
          </p:txBody>
        </p:sp>
        <p:sp>
          <p:nvSpPr>
            <p:cNvPr id="81" name="object 81"/>
            <p:cNvSpPr/>
            <p:nvPr/>
          </p:nvSpPr>
          <p:spPr>
            <a:xfrm>
              <a:off x="1028700" y="5164835"/>
              <a:ext cx="100965" cy="100965"/>
            </a:xfrm>
            <a:custGeom>
              <a:avLst/>
              <a:gdLst/>
              <a:ahLst/>
              <a:cxnLst/>
              <a:rect l="l" t="t" r="r" b="b"/>
              <a:pathLst>
                <a:path w="100965" h="100964">
                  <a:moveTo>
                    <a:pt x="50291" y="0"/>
                  </a:moveTo>
                  <a:lnTo>
                    <a:pt x="0" y="100583"/>
                  </a:lnTo>
                  <a:lnTo>
                    <a:pt x="100584" y="100583"/>
                  </a:lnTo>
                  <a:lnTo>
                    <a:pt x="50291" y="0"/>
                  </a:lnTo>
                  <a:close/>
                </a:path>
              </a:pathLst>
            </a:custGeom>
            <a:solidFill>
              <a:srgbClr val="8197E9"/>
            </a:solidFill>
          </p:spPr>
          <p:txBody>
            <a:bodyPr wrap="square" lIns="0" tIns="0" rIns="0" bIns="0" rtlCol="0"/>
            <a:lstStyle/>
            <a:p>
              <a:endParaRPr/>
            </a:p>
          </p:txBody>
        </p:sp>
        <p:sp>
          <p:nvSpPr>
            <p:cNvPr id="82" name="object 82"/>
            <p:cNvSpPr/>
            <p:nvPr/>
          </p:nvSpPr>
          <p:spPr>
            <a:xfrm>
              <a:off x="862584" y="5164835"/>
              <a:ext cx="428625" cy="99060"/>
            </a:xfrm>
            <a:custGeom>
              <a:avLst/>
              <a:gdLst/>
              <a:ahLst/>
              <a:cxnLst/>
              <a:rect l="l" t="t" r="r" b="b"/>
              <a:pathLst>
                <a:path w="428625" h="99060">
                  <a:moveTo>
                    <a:pt x="99060" y="0"/>
                  </a:moveTo>
                  <a:lnTo>
                    <a:pt x="0" y="0"/>
                  </a:lnTo>
                  <a:lnTo>
                    <a:pt x="0" y="99060"/>
                  </a:lnTo>
                  <a:lnTo>
                    <a:pt x="99060" y="99060"/>
                  </a:lnTo>
                  <a:lnTo>
                    <a:pt x="99060" y="0"/>
                  </a:lnTo>
                  <a:close/>
                </a:path>
                <a:path w="428625" h="99060">
                  <a:moveTo>
                    <a:pt x="428244" y="0"/>
                  </a:moveTo>
                  <a:lnTo>
                    <a:pt x="327660" y="0"/>
                  </a:lnTo>
                  <a:lnTo>
                    <a:pt x="327660" y="99060"/>
                  </a:lnTo>
                  <a:lnTo>
                    <a:pt x="428244" y="99060"/>
                  </a:lnTo>
                  <a:lnTo>
                    <a:pt x="428244" y="0"/>
                  </a:lnTo>
                  <a:close/>
                </a:path>
              </a:pathLst>
            </a:custGeom>
            <a:solidFill>
              <a:srgbClr val="FF8E01"/>
            </a:solidFill>
          </p:spPr>
          <p:txBody>
            <a:bodyPr wrap="square" lIns="0" tIns="0" rIns="0" bIns="0" rtlCol="0"/>
            <a:lstStyle/>
            <a:p>
              <a:endParaRPr/>
            </a:p>
          </p:txBody>
        </p:sp>
        <p:sp>
          <p:nvSpPr>
            <p:cNvPr id="83" name="object 83"/>
            <p:cNvSpPr/>
            <p:nvPr/>
          </p:nvSpPr>
          <p:spPr>
            <a:xfrm>
              <a:off x="1103376" y="4796027"/>
              <a:ext cx="100965" cy="99060"/>
            </a:xfrm>
            <a:custGeom>
              <a:avLst/>
              <a:gdLst/>
              <a:ahLst/>
              <a:cxnLst/>
              <a:rect l="l" t="t" r="r" b="b"/>
              <a:pathLst>
                <a:path w="100965" h="99060">
                  <a:moveTo>
                    <a:pt x="50292" y="0"/>
                  </a:moveTo>
                  <a:lnTo>
                    <a:pt x="30716" y="3899"/>
                  </a:lnTo>
                  <a:lnTo>
                    <a:pt x="14730" y="14525"/>
                  </a:lnTo>
                  <a:lnTo>
                    <a:pt x="3952" y="30271"/>
                  </a:lnTo>
                  <a:lnTo>
                    <a:pt x="0" y="49530"/>
                  </a:lnTo>
                  <a:lnTo>
                    <a:pt x="3952" y="68788"/>
                  </a:lnTo>
                  <a:lnTo>
                    <a:pt x="14730" y="84534"/>
                  </a:lnTo>
                  <a:lnTo>
                    <a:pt x="30716" y="95160"/>
                  </a:lnTo>
                  <a:lnTo>
                    <a:pt x="50292" y="99060"/>
                  </a:lnTo>
                  <a:lnTo>
                    <a:pt x="69867" y="95160"/>
                  </a:lnTo>
                  <a:lnTo>
                    <a:pt x="85853" y="84534"/>
                  </a:lnTo>
                  <a:lnTo>
                    <a:pt x="96631" y="68788"/>
                  </a:lnTo>
                  <a:lnTo>
                    <a:pt x="100584" y="49530"/>
                  </a:lnTo>
                  <a:lnTo>
                    <a:pt x="96631" y="30271"/>
                  </a:lnTo>
                  <a:lnTo>
                    <a:pt x="85853" y="14525"/>
                  </a:lnTo>
                  <a:lnTo>
                    <a:pt x="69867" y="3899"/>
                  </a:lnTo>
                  <a:lnTo>
                    <a:pt x="50292" y="0"/>
                  </a:lnTo>
                  <a:close/>
                </a:path>
              </a:pathLst>
            </a:custGeom>
            <a:solidFill>
              <a:srgbClr val="00D9CE"/>
            </a:solidFill>
          </p:spPr>
          <p:txBody>
            <a:bodyPr wrap="square" lIns="0" tIns="0" rIns="0" bIns="0" rtlCol="0"/>
            <a:lstStyle/>
            <a:p>
              <a:endParaRPr/>
            </a:p>
          </p:txBody>
        </p:sp>
        <p:sp>
          <p:nvSpPr>
            <p:cNvPr id="84" name="object 84"/>
            <p:cNvSpPr/>
            <p:nvPr/>
          </p:nvSpPr>
          <p:spPr>
            <a:xfrm>
              <a:off x="1203960" y="4914899"/>
              <a:ext cx="100965" cy="99060"/>
            </a:xfrm>
            <a:custGeom>
              <a:avLst/>
              <a:gdLst/>
              <a:ahLst/>
              <a:cxnLst/>
              <a:rect l="l" t="t" r="r" b="b"/>
              <a:pathLst>
                <a:path w="100965" h="99060">
                  <a:moveTo>
                    <a:pt x="50292" y="0"/>
                  </a:moveTo>
                  <a:lnTo>
                    <a:pt x="0" y="99060"/>
                  </a:lnTo>
                  <a:lnTo>
                    <a:pt x="100584" y="99060"/>
                  </a:lnTo>
                  <a:lnTo>
                    <a:pt x="50292" y="0"/>
                  </a:lnTo>
                  <a:close/>
                </a:path>
              </a:pathLst>
            </a:custGeom>
            <a:solidFill>
              <a:srgbClr val="8197E9"/>
            </a:solidFill>
          </p:spPr>
          <p:txBody>
            <a:bodyPr wrap="square" lIns="0" tIns="0" rIns="0" bIns="0" rtlCol="0"/>
            <a:lstStyle/>
            <a:p>
              <a:endParaRPr/>
            </a:p>
          </p:txBody>
        </p:sp>
        <p:sp>
          <p:nvSpPr>
            <p:cNvPr id="85" name="object 85"/>
            <p:cNvSpPr/>
            <p:nvPr/>
          </p:nvSpPr>
          <p:spPr>
            <a:xfrm>
              <a:off x="1874519" y="5210555"/>
              <a:ext cx="100965" cy="100965"/>
            </a:xfrm>
            <a:custGeom>
              <a:avLst/>
              <a:gdLst/>
              <a:ahLst/>
              <a:cxnLst/>
              <a:rect l="l" t="t" r="r" b="b"/>
              <a:pathLst>
                <a:path w="100964" h="100964">
                  <a:moveTo>
                    <a:pt x="50292" y="0"/>
                  </a:moveTo>
                  <a:lnTo>
                    <a:pt x="30700" y="3946"/>
                  </a:lnTo>
                  <a:lnTo>
                    <a:pt x="14716" y="14716"/>
                  </a:lnTo>
                  <a:lnTo>
                    <a:pt x="3946" y="30700"/>
                  </a:lnTo>
                  <a:lnTo>
                    <a:pt x="0" y="50292"/>
                  </a:lnTo>
                  <a:lnTo>
                    <a:pt x="3946" y="69883"/>
                  </a:lnTo>
                  <a:lnTo>
                    <a:pt x="14716" y="85867"/>
                  </a:lnTo>
                  <a:lnTo>
                    <a:pt x="30700" y="96637"/>
                  </a:lnTo>
                  <a:lnTo>
                    <a:pt x="50292" y="100584"/>
                  </a:lnTo>
                  <a:lnTo>
                    <a:pt x="69883" y="96637"/>
                  </a:lnTo>
                  <a:lnTo>
                    <a:pt x="85867" y="85867"/>
                  </a:lnTo>
                  <a:lnTo>
                    <a:pt x="96637" y="69883"/>
                  </a:lnTo>
                  <a:lnTo>
                    <a:pt x="100584" y="50292"/>
                  </a:lnTo>
                  <a:lnTo>
                    <a:pt x="96637" y="30700"/>
                  </a:lnTo>
                  <a:lnTo>
                    <a:pt x="85867" y="14716"/>
                  </a:lnTo>
                  <a:lnTo>
                    <a:pt x="69883" y="3946"/>
                  </a:lnTo>
                  <a:lnTo>
                    <a:pt x="50292" y="0"/>
                  </a:lnTo>
                  <a:close/>
                </a:path>
              </a:pathLst>
            </a:custGeom>
            <a:solidFill>
              <a:srgbClr val="00D9CE"/>
            </a:solidFill>
          </p:spPr>
          <p:txBody>
            <a:bodyPr wrap="square" lIns="0" tIns="0" rIns="0" bIns="0" rtlCol="0"/>
            <a:lstStyle/>
            <a:p>
              <a:endParaRPr/>
            </a:p>
          </p:txBody>
        </p:sp>
        <p:sp>
          <p:nvSpPr>
            <p:cNvPr id="86" name="object 86"/>
            <p:cNvSpPr/>
            <p:nvPr/>
          </p:nvSpPr>
          <p:spPr>
            <a:xfrm>
              <a:off x="1517904" y="5320283"/>
              <a:ext cx="358140" cy="99060"/>
            </a:xfrm>
            <a:custGeom>
              <a:avLst/>
              <a:gdLst/>
              <a:ahLst/>
              <a:cxnLst/>
              <a:rect l="l" t="t" r="r" b="b"/>
              <a:pathLst>
                <a:path w="358139" h="99060">
                  <a:moveTo>
                    <a:pt x="100584" y="99060"/>
                  </a:moveTo>
                  <a:lnTo>
                    <a:pt x="50292" y="0"/>
                  </a:lnTo>
                  <a:lnTo>
                    <a:pt x="0" y="99060"/>
                  </a:lnTo>
                  <a:lnTo>
                    <a:pt x="100584" y="99060"/>
                  </a:lnTo>
                  <a:close/>
                </a:path>
                <a:path w="358139" h="99060">
                  <a:moveTo>
                    <a:pt x="358140" y="99060"/>
                  </a:moveTo>
                  <a:lnTo>
                    <a:pt x="308610" y="0"/>
                  </a:lnTo>
                  <a:lnTo>
                    <a:pt x="259080" y="99060"/>
                  </a:lnTo>
                  <a:lnTo>
                    <a:pt x="358140" y="99060"/>
                  </a:lnTo>
                  <a:close/>
                </a:path>
              </a:pathLst>
            </a:custGeom>
            <a:solidFill>
              <a:srgbClr val="8197E9"/>
            </a:solidFill>
          </p:spPr>
          <p:txBody>
            <a:bodyPr wrap="square" lIns="0" tIns="0" rIns="0" bIns="0" rtlCol="0"/>
            <a:lstStyle/>
            <a:p>
              <a:endParaRPr/>
            </a:p>
          </p:txBody>
        </p:sp>
        <p:sp>
          <p:nvSpPr>
            <p:cNvPr id="87" name="object 87"/>
            <p:cNvSpPr/>
            <p:nvPr/>
          </p:nvSpPr>
          <p:spPr>
            <a:xfrm>
              <a:off x="1648968" y="5448299"/>
              <a:ext cx="100965" cy="100965"/>
            </a:xfrm>
            <a:custGeom>
              <a:avLst/>
              <a:gdLst/>
              <a:ahLst/>
              <a:cxnLst/>
              <a:rect l="l" t="t" r="r" b="b"/>
              <a:pathLst>
                <a:path w="100964" h="100964">
                  <a:moveTo>
                    <a:pt x="100583" y="0"/>
                  </a:moveTo>
                  <a:lnTo>
                    <a:pt x="0" y="0"/>
                  </a:lnTo>
                  <a:lnTo>
                    <a:pt x="0" y="100584"/>
                  </a:lnTo>
                  <a:lnTo>
                    <a:pt x="100583" y="100584"/>
                  </a:lnTo>
                  <a:lnTo>
                    <a:pt x="100583" y="0"/>
                  </a:lnTo>
                  <a:close/>
                </a:path>
              </a:pathLst>
            </a:custGeom>
            <a:solidFill>
              <a:srgbClr val="FF8E01"/>
            </a:solidFill>
          </p:spPr>
          <p:txBody>
            <a:bodyPr wrap="square" lIns="0" tIns="0" rIns="0" bIns="0" rtlCol="0"/>
            <a:lstStyle/>
            <a:p>
              <a:endParaRPr/>
            </a:p>
          </p:txBody>
        </p:sp>
        <p:sp>
          <p:nvSpPr>
            <p:cNvPr id="88" name="object 88"/>
            <p:cNvSpPr/>
            <p:nvPr/>
          </p:nvSpPr>
          <p:spPr>
            <a:xfrm>
              <a:off x="1388363" y="5170931"/>
              <a:ext cx="99060" cy="100965"/>
            </a:xfrm>
            <a:custGeom>
              <a:avLst/>
              <a:gdLst/>
              <a:ahLst/>
              <a:cxnLst/>
              <a:rect l="l" t="t" r="r" b="b"/>
              <a:pathLst>
                <a:path w="99059" h="100964">
                  <a:moveTo>
                    <a:pt x="49530" y="0"/>
                  </a:moveTo>
                  <a:lnTo>
                    <a:pt x="0" y="100584"/>
                  </a:lnTo>
                  <a:lnTo>
                    <a:pt x="99060" y="100584"/>
                  </a:lnTo>
                  <a:lnTo>
                    <a:pt x="49530" y="0"/>
                  </a:lnTo>
                  <a:close/>
                </a:path>
              </a:pathLst>
            </a:custGeom>
            <a:solidFill>
              <a:srgbClr val="8197E9"/>
            </a:solidFill>
          </p:spPr>
          <p:txBody>
            <a:bodyPr wrap="square" lIns="0" tIns="0" rIns="0" bIns="0" rtlCol="0"/>
            <a:lstStyle/>
            <a:p>
              <a:endParaRPr/>
            </a:p>
          </p:txBody>
        </p:sp>
        <p:sp>
          <p:nvSpPr>
            <p:cNvPr id="89" name="object 89"/>
            <p:cNvSpPr/>
            <p:nvPr/>
          </p:nvSpPr>
          <p:spPr>
            <a:xfrm>
              <a:off x="1525524" y="5140451"/>
              <a:ext cx="99060" cy="100965"/>
            </a:xfrm>
            <a:custGeom>
              <a:avLst/>
              <a:gdLst/>
              <a:ahLst/>
              <a:cxnLst/>
              <a:rect l="l" t="t" r="r" b="b"/>
              <a:pathLst>
                <a:path w="99059" h="100964">
                  <a:moveTo>
                    <a:pt x="99059" y="0"/>
                  </a:moveTo>
                  <a:lnTo>
                    <a:pt x="0" y="0"/>
                  </a:lnTo>
                  <a:lnTo>
                    <a:pt x="0" y="100584"/>
                  </a:lnTo>
                  <a:lnTo>
                    <a:pt x="99059" y="100584"/>
                  </a:lnTo>
                  <a:lnTo>
                    <a:pt x="99059" y="0"/>
                  </a:lnTo>
                  <a:close/>
                </a:path>
              </a:pathLst>
            </a:custGeom>
            <a:solidFill>
              <a:srgbClr val="FF8E01"/>
            </a:solidFill>
          </p:spPr>
          <p:txBody>
            <a:bodyPr wrap="square" lIns="0" tIns="0" rIns="0" bIns="0" rtlCol="0"/>
            <a:lstStyle/>
            <a:p>
              <a:endParaRPr/>
            </a:p>
          </p:txBody>
        </p:sp>
        <p:sp>
          <p:nvSpPr>
            <p:cNvPr id="90" name="object 90"/>
            <p:cNvSpPr/>
            <p:nvPr/>
          </p:nvSpPr>
          <p:spPr>
            <a:xfrm>
              <a:off x="911352" y="5347715"/>
              <a:ext cx="100584" cy="100584"/>
            </a:xfrm>
            <a:prstGeom prst="rect">
              <a:avLst/>
            </a:prstGeom>
            <a:blipFill>
              <a:blip r:embed="rId16" cstate="print"/>
              <a:stretch>
                <a:fillRect/>
              </a:stretch>
            </a:blipFill>
          </p:spPr>
          <p:txBody>
            <a:bodyPr wrap="square" lIns="0" tIns="0" rIns="0" bIns="0" rtlCol="0"/>
            <a:lstStyle/>
            <a:p>
              <a:endParaRPr/>
            </a:p>
          </p:txBody>
        </p:sp>
        <p:sp>
          <p:nvSpPr>
            <p:cNvPr id="91" name="object 91"/>
            <p:cNvSpPr/>
            <p:nvPr/>
          </p:nvSpPr>
          <p:spPr>
            <a:xfrm>
              <a:off x="1053084" y="5498591"/>
              <a:ext cx="100965" cy="100965"/>
            </a:xfrm>
            <a:custGeom>
              <a:avLst/>
              <a:gdLst/>
              <a:ahLst/>
              <a:cxnLst/>
              <a:rect l="l" t="t" r="r" b="b"/>
              <a:pathLst>
                <a:path w="100965" h="100964">
                  <a:moveTo>
                    <a:pt x="50291" y="0"/>
                  </a:moveTo>
                  <a:lnTo>
                    <a:pt x="0" y="100584"/>
                  </a:lnTo>
                  <a:lnTo>
                    <a:pt x="100584" y="100584"/>
                  </a:lnTo>
                  <a:lnTo>
                    <a:pt x="50291" y="0"/>
                  </a:lnTo>
                  <a:close/>
                </a:path>
              </a:pathLst>
            </a:custGeom>
            <a:solidFill>
              <a:srgbClr val="8197E9"/>
            </a:solidFill>
          </p:spPr>
          <p:txBody>
            <a:bodyPr wrap="square" lIns="0" tIns="0" rIns="0" bIns="0" rtlCol="0"/>
            <a:lstStyle/>
            <a:p>
              <a:endParaRPr/>
            </a:p>
          </p:txBody>
        </p:sp>
        <p:sp>
          <p:nvSpPr>
            <p:cNvPr id="92" name="object 92"/>
            <p:cNvSpPr/>
            <p:nvPr/>
          </p:nvSpPr>
          <p:spPr>
            <a:xfrm>
              <a:off x="1074420" y="5355335"/>
              <a:ext cx="100965" cy="100965"/>
            </a:xfrm>
            <a:custGeom>
              <a:avLst/>
              <a:gdLst/>
              <a:ahLst/>
              <a:cxnLst/>
              <a:rect l="l" t="t" r="r" b="b"/>
              <a:pathLst>
                <a:path w="100965" h="100964">
                  <a:moveTo>
                    <a:pt x="100584" y="0"/>
                  </a:moveTo>
                  <a:lnTo>
                    <a:pt x="0" y="0"/>
                  </a:lnTo>
                  <a:lnTo>
                    <a:pt x="0" y="100583"/>
                  </a:lnTo>
                  <a:lnTo>
                    <a:pt x="100584" y="100583"/>
                  </a:lnTo>
                  <a:lnTo>
                    <a:pt x="100584" y="0"/>
                  </a:lnTo>
                  <a:close/>
                </a:path>
              </a:pathLst>
            </a:custGeom>
            <a:solidFill>
              <a:srgbClr val="FF8E01"/>
            </a:solidFill>
          </p:spPr>
          <p:txBody>
            <a:bodyPr wrap="square" lIns="0" tIns="0" rIns="0" bIns="0" rtlCol="0"/>
            <a:lstStyle/>
            <a:p>
              <a:endParaRPr/>
            </a:p>
          </p:txBody>
        </p:sp>
        <p:sp>
          <p:nvSpPr>
            <p:cNvPr id="93" name="object 93"/>
            <p:cNvSpPr/>
            <p:nvPr/>
          </p:nvSpPr>
          <p:spPr>
            <a:xfrm>
              <a:off x="1644396" y="5254751"/>
              <a:ext cx="100965" cy="100965"/>
            </a:xfrm>
            <a:custGeom>
              <a:avLst/>
              <a:gdLst/>
              <a:ahLst/>
              <a:cxnLst/>
              <a:rect l="l" t="t" r="r" b="b"/>
              <a:pathLst>
                <a:path w="100964" h="100964">
                  <a:moveTo>
                    <a:pt x="50292" y="0"/>
                  </a:moveTo>
                  <a:lnTo>
                    <a:pt x="30700" y="3946"/>
                  </a:lnTo>
                  <a:lnTo>
                    <a:pt x="14716" y="14716"/>
                  </a:lnTo>
                  <a:lnTo>
                    <a:pt x="3946" y="30700"/>
                  </a:lnTo>
                  <a:lnTo>
                    <a:pt x="0" y="50292"/>
                  </a:lnTo>
                  <a:lnTo>
                    <a:pt x="3946" y="69883"/>
                  </a:lnTo>
                  <a:lnTo>
                    <a:pt x="14716" y="85867"/>
                  </a:lnTo>
                  <a:lnTo>
                    <a:pt x="30700" y="96637"/>
                  </a:lnTo>
                  <a:lnTo>
                    <a:pt x="50292" y="100584"/>
                  </a:lnTo>
                  <a:lnTo>
                    <a:pt x="69883" y="96637"/>
                  </a:lnTo>
                  <a:lnTo>
                    <a:pt x="85867" y="85867"/>
                  </a:lnTo>
                  <a:lnTo>
                    <a:pt x="96637" y="69883"/>
                  </a:lnTo>
                  <a:lnTo>
                    <a:pt x="100584" y="50292"/>
                  </a:lnTo>
                  <a:lnTo>
                    <a:pt x="96637" y="30700"/>
                  </a:lnTo>
                  <a:lnTo>
                    <a:pt x="85867" y="14716"/>
                  </a:lnTo>
                  <a:lnTo>
                    <a:pt x="69883" y="3946"/>
                  </a:lnTo>
                  <a:lnTo>
                    <a:pt x="50292" y="0"/>
                  </a:lnTo>
                  <a:close/>
                </a:path>
              </a:pathLst>
            </a:custGeom>
            <a:solidFill>
              <a:srgbClr val="00D9CE"/>
            </a:solidFill>
          </p:spPr>
          <p:txBody>
            <a:bodyPr wrap="square" lIns="0" tIns="0" rIns="0" bIns="0" rtlCol="0"/>
            <a:lstStyle/>
            <a:p>
              <a:endParaRPr/>
            </a:p>
          </p:txBody>
        </p:sp>
        <p:sp>
          <p:nvSpPr>
            <p:cNvPr id="94" name="object 94"/>
            <p:cNvSpPr/>
            <p:nvPr/>
          </p:nvSpPr>
          <p:spPr>
            <a:xfrm>
              <a:off x="1752600" y="5084063"/>
              <a:ext cx="239395" cy="180340"/>
            </a:xfrm>
            <a:custGeom>
              <a:avLst/>
              <a:gdLst/>
              <a:ahLst/>
              <a:cxnLst/>
              <a:rect l="l" t="t" r="r" b="b"/>
              <a:pathLst>
                <a:path w="239394" h="180339">
                  <a:moveTo>
                    <a:pt x="100584" y="179832"/>
                  </a:moveTo>
                  <a:lnTo>
                    <a:pt x="50292" y="80772"/>
                  </a:lnTo>
                  <a:lnTo>
                    <a:pt x="0" y="179832"/>
                  </a:lnTo>
                  <a:lnTo>
                    <a:pt x="100584" y="179832"/>
                  </a:lnTo>
                  <a:close/>
                </a:path>
                <a:path w="239394" h="180339">
                  <a:moveTo>
                    <a:pt x="239268" y="100584"/>
                  </a:moveTo>
                  <a:lnTo>
                    <a:pt x="189738" y="0"/>
                  </a:lnTo>
                  <a:lnTo>
                    <a:pt x="140208" y="100584"/>
                  </a:lnTo>
                  <a:lnTo>
                    <a:pt x="239268" y="100584"/>
                  </a:lnTo>
                  <a:close/>
                </a:path>
              </a:pathLst>
            </a:custGeom>
            <a:solidFill>
              <a:srgbClr val="8197E9"/>
            </a:solidFill>
          </p:spPr>
          <p:txBody>
            <a:bodyPr wrap="square" lIns="0" tIns="0" rIns="0" bIns="0" rtlCol="0"/>
            <a:lstStyle/>
            <a:p>
              <a:endParaRPr/>
            </a:p>
          </p:txBody>
        </p:sp>
        <p:sp>
          <p:nvSpPr>
            <p:cNvPr id="95" name="object 95"/>
            <p:cNvSpPr/>
            <p:nvPr/>
          </p:nvSpPr>
          <p:spPr>
            <a:xfrm>
              <a:off x="1871472" y="5419343"/>
              <a:ext cx="100965" cy="100965"/>
            </a:xfrm>
            <a:custGeom>
              <a:avLst/>
              <a:gdLst/>
              <a:ahLst/>
              <a:cxnLst/>
              <a:rect l="l" t="t" r="r" b="b"/>
              <a:pathLst>
                <a:path w="100964" h="100964">
                  <a:moveTo>
                    <a:pt x="100583" y="0"/>
                  </a:moveTo>
                  <a:lnTo>
                    <a:pt x="0" y="0"/>
                  </a:lnTo>
                  <a:lnTo>
                    <a:pt x="0" y="100583"/>
                  </a:lnTo>
                  <a:lnTo>
                    <a:pt x="100583" y="100583"/>
                  </a:lnTo>
                  <a:lnTo>
                    <a:pt x="100583" y="0"/>
                  </a:lnTo>
                  <a:close/>
                </a:path>
              </a:pathLst>
            </a:custGeom>
            <a:solidFill>
              <a:srgbClr val="FF8E01"/>
            </a:solidFill>
          </p:spPr>
          <p:txBody>
            <a:bodyPr wrap="square" lIns="0" tIns="0" rIns="0" bIns="0" rtlCol="0"/>
            <a:lstStyle/>
            <a:p>
              <a:endParaRPr/>
            </a:p>
          </p:txBody>
        </p:sp>
        <p:sp>
          <p:nvSpPr>
            <p:cNvPr id="96" name="object 96"/>
            <p:cNvSpPr/>
            <p:nvPr/>
          </p:nvSpPr>
          <p:spPr>
            <a:xfrm>
              <a:off x="876300" y="4995671"/>
              <a:ext cx="100965" cy="99060"/>
            </a:xfrm>
            <a:custGeom>
              <a:avLst/>
              <a:gdLst/>
              <a:ahLst/>
              <a:cxnLst/>
              <a:rect l="l" t="t" r="r" b="b"/>
              <a:pathLst>
                <a:path w="100965" h="99060">
                  <a:moveTo>
                    <a:pt x="50291" y="0"/>
                  </a:moveTo>
                  <a:lnTo>
                    <a:pt x="0" y="99059"/>
                  </a:lnTo>
                  <a:lnTo>
                    <a:pt x="100584" y="99059"/>
                  </a:lnTo>
                  <a:lnTo>
                    <a:pt x="50291" y="0"/>
                  </a:lnTo>
                  <a:close/>
                </a:path>
              </a:pathLst>
            </a:custGeom>
            <a:solidFill>
              <a:srgbClr val="8197E9"/>
            </a:solidFill>
          </p:spPr>
          <p:txBody>
            <a:bodyPr wrap="square" lIns="0" tIns="0" rIns="0" bIns="0" rtlCol="0"/>
            <a:lstStyle/>
            <a:p>
              <a:endParaRPr/>
            </a:p>
          </p:txBody>
        </p:sp>
        <p:sp>
          <p:nvSpPr>
            <p:cNvPr id="97" name="object 97"/>
            <p:cNvSpPr/>
            <p:nvPr/>
          </p:nvSpPr>
          <p:spPr>
            <a:xfrm>
              <a:off x="1001268" y="4690871"/>
              <a:ext cx="384175" cy="157480"/>
            </a:xfrm>
            <a:custGeom>
              <a:avLst/>
              <a:gdLst/>
              <a:ahLst/>
              <a:cxnLst/>
              <a:rect l="l" t="t" r="r" b="b"/>
              <a:pathLst>
                <a:path w="384175" h="157479">
                  <a:moveTo>
                    <a:pt x="100584" y="56388"/>
                  </a:moveTo>
                  <a:lnTo>
                    <a:pt x="0" y="56388"/>
                  </a:lnTo>
                  <a:lnTo>
                    <a:pt x="0" y="156972"/>
                  </a:lnTo>
                  <a:lnTo>
                    <a:pt x="100584" y="156972"/>
                  </a:lnTo>
                  <a:lnTo>
                    <a:pt x="100584" y="56388"/>
                  </a:lnTo>
                  <a:close/>
                </a:path>
                <a:path w="384175" h="157479">
                  <a:moveTo>
                    <a:pt x="384048" y="0"/>
                  </a:moveTo>
                  <a:lnTo>
                    <a:pt x="283464" y="0"/>
                  </a:lnTo>
                  <a:lnTo>
                    <a:pt x="283464" y="100584"/>
                  </a:lnTo>
                  <a:lnTo>
                    <a:pt x="384048" y="100584"/>
                  </a:lnTo>
                  <a:lnTo>
                    <a:pt x="384048" y="0"/>
                  </a:lnTo>
                  <a:close/>
                </a:path>
              </a:pathLst>
            </a:custGeom>
            <a:solidFill>
              <a:srgbClr val="FF8E01"/>
            </a:solidFill>
          </p:spPr>
          <p:txBody>
            <a:bodyPr wrap="square" lIns="0" tIns="0" rIns="0" bIns="0" rtlCol="0"/>
            <a:lstStyle/>
            <a:p>
              <a:endParaRPr/>
            </a:p>
          </p:txBody>
        </p:sp>
        <p:sp>
          <p:nvSpPr>
            <p:cNvPr id="98" name="object 98"/>
            <p:cNvSpPr/>
            <p:nvPr/>
          </p:nvSpPr>
          <p:spPr>
            <a:xfrm>
              <a:off x="1018032" y="4875275"/>
              <a:ext cx="100965" cy="100965"/>
            </a:xfrm>
            <a:custGeom>
              <a:avLst/>
              <a:gdLst/>
              <a:ahLst/>
              <a:cxnLst/>
              <a:rect l="l" t="t" r="r" b="b"/>
              <a:pathLst>
                <a:path w="100965" h="100964">
                  <a:moveTo>
                    <a:pt x="50292" y="0"/>
                  </a:moveTo>
                  <a:lnTo>
                    <a:pt x="0" y="100584"/>
                  </a:lnTo>
                  <a:lnTo>
                    <a:pt x="100584" y="100584"/>
                  </a:lnTo>
                  <a:lnTo>
                    <a:pt x="50292" y="0"/>
                  </a:lnTo>
                  <a:close/>
                </a:path>
              </a:pathLst>
            </a:custGeom>
            <a:solidFill>
              <a:srgbClr val="8197E9"/>
            </a:solidFill>
          </p:spPr>
          <p:txBody>
            <a:bodyPr wrap="square" lIns="0" tIns="0" rIns="0" bIns="0" rtlCol="0"/>
            <a:lstStyle/>
            <a:p>
              <a:endParaRPr/>
            </a:p>
          </p:txBody>
        </p:sp>
        <p:sp>
          <p:nvSpPr>
            <p:cNvPr id="99" name="object 99"/>
            <p:cNvSpPr/>
            <p:nvPr/>
          </p:nvSpPr>
          <p:spPr>
            <a:xfrm>
              <a:off x="1033272" y="4579619"/>
              <a:ext cx="100965" cy="100965"/>
            </a:xfrm>
            <a:custGeom>
              <a:avLst/>
              <a:gdLst/>
              <a:ahLst/>
              <a:cxnLst/>
              <a:rect l="l" t="t" r="r" b="b"/>
              <a:pathLst>
                <a:path w="100965" h="100964">
                  <a:moveTo>
                    <a:pt x="100584" y="0"/>
                  </a:moveTo>
                  <a:lnTo>
                    <a:pt x="0" y="0"/>
                  </a:lnTo>
                  <a:lnTo>
                    <a:pt x="0" y="100583"/>
                  </a:lnTo>
                  <a:lnTo>
                    <a:pt x="100584" y="100583"/>
                  </a:lnTo>
                  <a:lnTo>
                    <a:pt x="100584" y="0"/>
                  </a:lnTo>
                  <a:close/>
                </a:path>
              </a:pathLst>
            </a:custGeom>
            <a:solidFill>
              <a:srgbClr val="FF8E01"/>
            </a:solidFill>
          </p:spPr>
          <p:txBody>
            <a:bodyPr wrap="square" lIns="0" tIns="0" rIns="0" bIns="0" rtlCol="0"/>
            <a:lstStyle/>
            <a:p>
              <a:endParaRPr/>
            </a:p>
          </p:txBody>
        </p:sp>
        <p:sp>
          <p:nvSpPr>
            <p:cNvPr id="100" name="object 100"/>
            <p:cNvSpPr/>
            <p:nvPr/>
          </p:nvSpPr>
          <p:spPr>
            <a:xfrm>
              <a:off x="867156" y="4200143"/>
              <a:ext cx="100965" cy="100965"/>
            </a:xfrm>
            <a:custGeom>
              <a:avLst/>
              <a:gdLst/>
              <a:ahLst/>
              <a:cxnLst/>
              <a:rect l="l" t="t" r="r" b="b"/>
              <a:pathLst>
                <a:path w="100965" h="100964">
                  <a:moveTo>
                    <a:pt x="50291" y="0"/>
                  </a:moveTo>
                  <a:lnTo>
                    <a:pt x="30716" y="3946"/>
                  </a:lnTo>
                  <a:lnTo>
                    <a:pt x="14730" y="14716"/>
                  </a:lnTo>
                  <a:lnTo>
                    <a:pt x="3952" y="30700"/>
                  </a:lnTo>
                  <a:lnTo>
                    <a:pt x="0" y="50291"/>
                  </a:lnTo>
                  <a:lnTo>
                    <a:pt x="3952" y="69883"/>
                  </a:lnTo>
                  <a:lnTo>
                    <a:pt x="14730" y="85867"/>
                  </a:lnTo>
                  <a:lnTo>
                    <a:pt x="30716" y="96637"/>
                  </a:lnTo>
                  <a:lnTo>
                    <a:pt x="50291" y="100583"/>
                  </a:lnTo>
                  <a:lnTo>
                    <a:pt x="69867" y="96637"/>
                  </a:lnTo>
                  <a:lnTo>
                    <a:pt x="85853" y="85867"/>
                  </a:lnTo>
                  <a:lnTo>
                    <a:pt x="96631" y="69883"/>
                  </a:lnTo>
                  <a:lnTo>
                    <a:pt x="100584" y="50291"/>
                  </a:lnTo>
                  <a:lnTo>
                    <a:pt x="96631" y="30700"/>
                  </a:lnTo>
                  <a:lnTo>
                    <a:pt x="85853" y="14716"/>
                  </a:lnTo>
                  <a:lnTo>
                    <a:pt x="69867" y="3946"/>
                  </a:lnTo>
                  <a:lnTo>
                    <a:pt x="50291" y="0"/>
                  </a:lnTo>
                  <a:close/>
                </a:path>
              </a:pathLst>
            </a:custGeom>
            <a:solidFill>
              <a:srgbClr val="00D9CE"/>
            </a:solidFill>
          </p:spPr>
          <p:txBody>
            <a:bodyPr wrap="square" lIns="0" tIns="0" rIns="0" bIns="0" rtlCol="0"/>
            <a:lstStyle/>
            <a:p>
              <a:endParaRPr/>
            </a:p>
          </p:txBody>
        </p:sp>
        <p:sp>
          <p:nvSpPr>
            <p:cNvPr id="101" name="object 101"/>
            <p:cNvSpPr/>
            <p:nvPr/>
          </p:nvSpPr>
          <p:spPr>
            <a:xfrm>
              <a:off x="978408" y="4037075"/>
              <a:ext cx="100965" cy="100965"/>
            </a:xfrm>
            <a:custGeom>
              <a:avLst/>
              <a:gdLst/>
              <a:ahLst/>
              <a:cxnLst/>
              <a:rect l="l" t="t" r="r" b="b"/>
              <a:pathLst>
                <a:path w="100965" h="100964">
                  <a:moveTo>
                    <a:pt x="100584" y="0"/>
                  </a:moveTo>
                  <a:lnTo>
                    <a:pt x="0" y="0"/>
                  </a:lnTo>
                  <a:lnTo>
                    <a:pt x="0" y="100584"/>
                  </a:lnTo>
                  <a:lnTo>
                    <a:pt x="100584" y="100584"/>
                  </a:lnTo>
                  <a:lnTo>
                    <a:pt x="100584" y="0"/>
                  </a:lnTo>
                  <a:close/>
                </a:path>
              </a:pathLst>
            </a:custGeom>
            <a:solidFill>
              <a:srgbClr val="FF8E01"/>
            </a:solidFill>
          </p:spPr>
          <p:txBody>
            <a:bodyPr wrap="square" lIns="0" tIns="0" rIns="0" bIns="0" rtlCol="0"/>
            <a:lstStyle/>
            <a:p>
              <a:endParaRPr/>
            </a:p>
          </p:txBody>
        </p:sp>
        <p:sp>
          <p:nvSpPr>
            <p:cNvPr id="102" name="object 102"/>
            <p:cNvSpPr/>
            <p:nvPr/>
          </p:nvSpPr>
          <p:spPr>
            <a:xfrm>
              <a:off x="777240" y="4463795"/>
              <a:ext cx="100965" cy="99060"/>
            </a:xfrm>
            <a:custGeom>
              <a:avLst/>
              <a:gdLst/>
              <a:ahLst/>
              <a:cxnLst/>
              <a:rect l="l" t="t" r="r" b="b"/>
              <a:pathLst>
                <a:path w="100965" h="99060">
                  <a:moveTo>
                    <a:pt x="50291" y="0"/>
                  </a:moveTo>
                  <a:lnTo>
                    <a:pt x="0" y="99059"/>
                  </a:lnTo>
                  <a:lnTo>
                    <a:pt x="100584" y="99059"/>
                  </a:lnTo>
                  <a:lnTo>
                    <a:pt x="50291" y="0"/>
                  </a:lnTo>
                  <a:close/>
                </a:path>
              </a:pathLst>
            </a:custGeom>
            <a:solidFill>
              <a:srgbClr val="8197E9"/>
            </a:solidFill>
          </p:spPr>
          <p:txBody>
            <a:bodyPr wrap="square" lIns="0" tIns="0" rIns="0" bIns="0" rtlCol="0"/>
            <a:lstStyle/>
            <a:p>
              <a:endParaRPr/>
            </a:p>
          </p:txBody>
        </p:sp>
        <p:sp>
          <p:nvSpPr>
            <p:cNvPr id="103" name="object 103"/>
            <p:cNvSpPr/>
            <p:nvPr/>
          </p:nvSpPr>
          <p:spPr>
            <a:xfrm>
              <a:off x="661416" y="4171187"/>
              <a:ext cx="100965" cy="100965"/>
            </a:xfrm>
            <a:custGeom>
              <a:avLst/>
              <a:gdLst/>
              <a:ahLst/>
              <a:cxnLst/>
              <a:rect l="l" t="t" r="r" b="b"/>
              <a:pathLst>
                <a:path w="100965" h="100964">
                  <a:moveTo>
                    <a:pt x="50292" y="0"/>
                  </a:moveTo>
                  <a:lnTo>
                    <a:pt x="30716" y="3946"/>
                  </a:lnTo>
                  <a:lnTo>
                    <a:pt x="14730" y="14716"/>
                  </a:lnTo>
                  <a:lnTo>
                    <a:pt x="3952" y="30700"/>
                  </a:lnTo>
                  <a:lnTo>
                    <a:pt x="0" y="50292"/>
                  </a:lnTo>
                  <a:lnTo>
                    <a:pt x="3952" y="69883"/>
                  </a:lnTo>
                  <a:lnTo>
                    <a:pt x="14730" y="85867"/>
                  </a:lnTo>
                  <a:lnTo>
                    <a:pt x="30716" y="96637"/>
                  </a:lnTo>
                  <a:lnTo>
                    <a:pt x="50292" y="100584"/>
                  </a:lnTo>
                  <a:lnTo>
                    <a:pt x="69867" y="96637"/>
                  </a:lnTo>
                  <a:lnTo>
                    <a:pt x="85853" y="85867"/>
                  </a:lnTo>
                  <a:lnTo>
                    <a:pt x="96631" y="69883"/>
                  </a:lnTo>
                  <a:lnTo>
                    <a:pt x="100584" y="50292"/>
                  </a:lnTo>
                  <a:lnTo>
                    <a:pt x="96631" y="30700"/>
                  </a:lnTo>
                  <a:lnTo>
                    <a:pt x="85853" y="14716"/>
                  </a:lnTo>
                  <a:lnTo>
                    <a:pt x="69867" y="3946"/>
                  </a:lnTo>
                  <a:lnTo>
                    <a:pt x="50292" y="0"/>
                  </a:lnTo>
                  <a:close/>
                </a:path>
              </a:pathLst>
            </a:custGeom>
            <a:solidFill>
              <a:srgbClr val="00D9CE"/>
            </a:solidFill>
          </p:spPr>
          <p:txBody>
            <a:bodyPr wrap="square" lIns="0" tIns="0" rIns="0" bIns="0" rtlCol="0"/>
            <a:lstStyle/>
            <a:p>
              <a:endParaRPr/>
            </a:p>
          </p:txBody>
        </p:sp>
        <p:sp>
          <p:nvSpPr>
            <p:cNvPr id="104" name="object 104"/>
            <p:cNvSpPr/>
            <p:nvPr/>
          </p:nvSpPr>
          <p:spPr>
            <a:xfrm>
              <a:off x="553212" y="4136135"/>
              <a:ext cx="100965" cy="100965"/>
            </a:xfrm>
            <a:custGeom>
              <a:avLst/>
              <a:gdLst/>
              <a:ahLst/>
              <a:cxnLst/>
              <a:rect l="l" t="t" r="r" b="b"/>
              <a:pathLst>
                <a:path w="100965" h="100964">
                  <a:moveTo>
                    <a:pt x="100584" y="0"/>
                  </a:moveTo>
                  <a:lnTo>
                    <a:pt x="0" y="0"/>
                  </a:lnTo>
                  <a:lnTo>
                    <a:pt x="0" y="100583"/>
                  </a:lnTo>
                  <a:lnTo>
                    <a:pt x="100584" y="100583"/>
                  </a:lnTo>
                  <a:lnTo>
                    <a:pt x="100584" y="0"/>
                  </a:lnTo>
                  <a:close/>
                </a:path>
              </a:pathLst>
            </a:custGeom>
            <a:solidFill>
              <a:srgbClr val="FF8E01"/>
            </a:solidFill>
          </p:spPr>
          <p:txBody>
            <a:bodyPr wrap="square" lIns="0" tIns="0" rIns="0" bIns="0" rtlCol="0"/>
            <a:lstStyle/>
            <a:p>
              <a:endParaRPr/>
            </a:p>
          </p:txBody>
        </p:sp>
        <p:sp>
          <p:nvSpPr>
            <p:cNvPr id="105" name="object 105"/>
            <p:cNvSpPr/>
            <p:nvPr/>
          </p:nvSpPr>
          <p:spPr>
            <a:xfrm>
              <a:off x="1008888" y="3881627"/>
              <a:ext cx="100584" cy="100584"/>
            </a:xfrm>
            <a:prstGeom prst="rect">
              <a:avLst/>
            </a:prstGeom>
            <a:blipFill>
              <a:blip r:embed="rId16" cstate="print"/>
              <a:stretch>
                <a:fillRect/>
              </a:stretch>
            </a:blipFill>
          </p:spPr>
          <p:txBody>
            <a:bodyPr wrap="square" lIns="0" tIns="0" rIns="0" bIns="0" rtlCol="0"/>
            <a:lstStyle/>
            <a:p>
              <a:endParaRPr/>
            </a:p>
          </p:txBody>
        </p:sp>
        <p:sp>
          <p:nvSpPr>
            <p:cNvPr id="106" name="object 106"/>
            <p:cNvSpPr/>
            <p:nvPr/>
          </p:nvSpPr>
          <p:spPr>
            <a:xfrm>
              <a:off x="585216" y="4305299"/>
              <a:ext cx="100965" cy="100965"/>
            </a:xfrm>
            <a:custGeom>
              <a:avLst/>
              <a:gdLst/>
              <a:ahLst/>
              <a:cxnLst/>
              <a:rect l="l" t="t" r="r" b="b"/>
              <a:pathLst>
                <a:path w="100965" h="100964">
                  <a:moveTo>
                    <a:pt x="50292" y="0"/>
                  </a:moveTo>
                  <a:lnTo>
                    <a:pt x="0" y="100583"/>
                  </a:lnTo>
                  <a:lnTo>
                    <a:pt x="100584" y="100583"/>
                  </a:lnTo>
                  <a:lnTo>
                    <a:pt x="50292" y="0"/>
                  </a:lnTo>
                  <a:close/>
                </a:path>
              </a:pathLst>
            </a:custGeom>
            <a:solidFill>
              <a:srgbClr val="8197E9"/>
            </a:solidFill>
          </p:spPr>
          <p:txBody>
            <a:bodyPr wrap="square" lIns="0" tIns="0" rIns="0" bIns="0" rtlCol="0"/>
            <a:lstStyle/>
            <a:p>
              <a:endParaRPr/>
            </a:p>
          </p:txBody>
        </p:sp>
        <p:sp>
          <p:nvSpPr>
            <p:cNvPr id="107" name="object 107"/>
            <p:cNvSpPr/>
            <p:nvPr/>
          </p:nvSpPr>
          <p:spPr>
            <a:xfrm>
              <a:off x="777240" y="4663439"/>
              <a:ext cx="100584" cy="100584"/>
            </a:xfrm>
            <a:prstGeom prst="rect">
              <a:avLst/>
            </a:prstGeom>
            <a:blipFill>
              <a:blip r:embed="rId16" cstate="print"/>
              <a:stretch>
                <a:fillRect/>
              </a:stretch>
            </a:blipFill>
          </p:spPr>
          <p:txBody>
            <a:bodyPr wrap="square" lIns="0" tIns="0" rIns="0" bIns="0" rtlCol="0"/>
            <a:lstStyle/>
            <a:p>
              <a:endParaRPr/>
            </a:p>
          </p:txBody>
        </p:sp>
        <p:sp>
          <p:nvSpPr>
            <p:cNvPr id="108" name="object 108"/>
            <p:cNvSpPr/>
            <p:nvPr/>
          </p:nvSpPr>
          <p:spPr>
            <a:xfrm>
              <a:off x="911352" y="4463795"/>
              <a:ext cx="100584" cy="100584"/>
            </a:xfrm>
            <a:prstGeom prst="rect">
              <a:avLst/>
            </a:prstGeom>
            <a:blipFill>
              <a:blip r:embed="rId16" cstate="print"/>
              <a:stretch>
                <a:fillRect/>
              </a:stretch>
            </a:blipFill>
          </p:spPr>
          <p:txBody>
            <a:bodyPr wrap="square" lIns="0" tIns="0" rIns="0" bIns="0" rtlCol="0"/>
            <a:lstStyle/>
            <a:p>
              <a:endParaRPr/>
            </a:p>
          </p:txBody>
        </p:sp>
        <p:sp>
          <p:nvSpPr>
            <p:cNvPr id="109" name="object 109"/>
            <p:cNvSpPr/>
            <p:nvPr/>
          </p:nvSpPr>
          <p:spPr>
            <a:xfrm>
              <a:off x="746760" y="4305299"/>
              <a:ext cx="100965" cy="100965"/>
            </a:xfrm>
            <a:custGeom>
              <a:avLst/>
              <a:gdLst/>
              <a:ahLst/>
              <a:cxnLst/>
              <a:rect l="l" t="t" r="r" b="b"/>
              <a:pathLst>
                <a:path w="100965" h="100964">
                  <a:moveTo>
                    <a:pt x="100584" y="0"/>
                  </a:moveTo>
                  <a:lnTo>
                    <a:pt x="0" y="0"/>
                  </a:lnTo>
                  <a:lnTo>
                    <a:pt x="0" y="100583"/>
                  </a:lnTo>
                  <a:lnTo>
                    <a:pt x="100584" y="100583"/>
                  </a:lnTo>
                  <a:lnTo>
                    <a:pt x="100584" y="0"/>
                  </a:lnTo>
                  <a:close/>
                </a:path>
              </a:pathLst>
            </a:custGeom>
            <a:solidFill>
              <a:srgbClr val="FF8E01"/>
            </a:solidFill>
          </p:spPr>
          <p:txBody>
            <a:bodyPr wrap="square" lIns="0" tIns="0" rIns="0" bIns="0" rtlCol="0"/>
            <a:lstStyle/>
            <a:p>
              <a:endParaRPr/>
            </a:p>
          </p:txBody>
        </p:sp>
        <p:sp>
          <p:nvSpPr>
            <p:cNvPr id="110" name="object 110"/>
            <p:cNvSpPr/>
            <p:nvPr/>
          </p:nvSpPr>
          <p:spPr>
            <a:xfrm>
              <a:off x="609600" y="3963923"/>
              <a:ext cx="352425" cy="775970"/>
            </a:xfrm>
            <a:custGeom>
              <a:avLst/>
              <a:gdLst/>
              <a:ahLst/>
              <a:cxnLst/>
              <a:rect l="l" t="t" r="r" b="b"/>
              <a:pathLst>
                <a:path w="352425" h="775970">
                  <a:moveTo>
                    <a:pt x="99060" y="775716"/>
                  </a:moveTo>
                  <a:lnTo>
                    <a:pt x="49530" y="675132"/>
                  </a:lnTo>
                  <a:lnTo>
                    <a:pt x="0" y="775716"/>
                  </a:lnTo>
                  <a:lnTo>
                    <a:pt x="99060" y="775716"/>
                  </a:lnTo>
                  <a:close/>
                </a:path>
                <a:path w="352425" h="775970">
                  <a:moveTo>
                    <a:pt x="352044" y="99060"/>
                  </a:moveTo>
                  <a:lnTo>
                    <a:pt x="301752" y="0"/>
                  </a:lnTo>
                  <a:lnTo>
                    <a:pt x="251460" y="99060"/>
                  </a:lnTo>
                  <a:lnTo>
                    <a:pt x="352044" y="99060"/>
                  </a:lnTo>
                  <a:close/>
                </a:path>
              </a:pathLst>
            </a:custGeom>
            <a:solidFill>
              <a:srgbClr val="8197E9"/>
            </a:solidFill>
          </p:spPr>
          <p:txBody>
            <a:bodyPr wrap="square" lIns="0" tIns="0" rIns="0" bIns="0" rtlCol="0"/>
            <a:lstStyle/>
            <a:p>
              <a:endParaRPr/>
            </a:p>
          </p:txBody>
        </p:sp>
        <p:sp>
          <p:nvSpPr>
            <p:cNvPr id="111" name="object 111"/>
            <p:cNvSpPr/>
            <p:nvPr/>
          </p:nvSpPr>
          <p:spPr>
            <a:xfrm>
              <a:off x="659892" y="3936491"/>
              <a:ext cx="100965" cy="99060"/>
            </a:xfrm>
            <a:custGeom>
              <a:avLst/>
              <a:gdLst/>
              <a:ahLst/>
              <a:cxnLst/>
              <a:rect l="l" t="t" r="r" b="b"/>
              <a:pathLst>
                <a:path w="100965" h="99060">
                  <a:moveTo>
                    <a:pt x="50292" y="0"/>
                  </a:moveTo>
                  <a:lnTo>
                    <a:pt x="30716" y="3899"/>
                  </a:lnTo>
                  <a:lnTo>
                    <a:pt x="14730" y="14525"/>
                  </a:lnTo>
                  <a:lnTo>
                    <a:pt x="3952" y="30271"/>
                  </a:lnTo>
                  <a:lnTo>
                    <a:pt x="0" y="49529"/>
                  </a:lnTo>
                  <a:lnTo>
                    <a:pt x="3952" y="68788"/>
                  </a:lnTo>
                  <a:lnTo>
                    <a:pt x="14730" y="84534"/>
                  </a:lnTo>
                  <a:lnTo>
                    <a:pt x="30716" y="95160"/>
                  </a:lnTo>
                  <a:lnTo>
                    <a:pt x="50292" y="99059"/>
                  </a:lnTo>
                  <a:lnTo>
                    <a:pt x="69867" y="95160"/>
                  </a:lnTo>
                  <a:lnTo>
                    <a:pt x="85853" y="84534"/>
                  </a:lnTo>
                  <a:lnTo>
                    <a:pt x="96631" y="68788"/>
                  </a:lnTo>
                  <a:lnTo>
                    <a:pt x="100584" y="49529"/>
                  </a:lnTo>
                  <a:lnTo>
                    <a:pt x="96631" y="30271"/>
                  </a:lnTo>
                  <a:lnTo>
                    <a:pt x="85853" y="14525"/>
                  </a:lnTo>
                  <a:lnTo>
                    <a:pt x="69867" y="3899"/>
                  </a:lnTo>
                  <a:lnTo>
                    <a:pt x="50292" y="0"/>
                  </a:lnTo>
                  <a:close/>
                </a:path>
              </a:pathLst>
            </a:custGeom>
            <a:solidFill>
              <a:srgbClr val="00D9CE"/>
            </a:solidFill>
          </p:spPr>
          <p:txBody>
            <a:bodyPr wrap="square" lIns="0" tIns="0" rIns="0" bIns="0" rtlCol="0"/>
            <a:lstStyle/>
            <a:p>
              <a:endParaRPr/>
            </a:p>
          </p:txBody>
        </p:sp>
        <p:sp>
          <p:nvSpPr>
            <p:cNvPr id="112" name="object 112"/>
            <p:cNvSpPr/>
            <p:nvPr/>
          </p:nvSpPr>
          <p:spPr>
            <a:xfrm>
              <a:off x="760476" y="4055363"/>
              <a:ext cx="283845" cy="356870"/>
            </a:xfrm>
            <a:custGeom>
              <a:avLst/>
              <a:gdLst/>
              <a:ahLst/>
              <a:cxnLst/>
              <a:rect l="l" t="t" r="r" b="b"/>
              <a:pathLst>
                <a:path w="283844" h="356870">
                  <a:moveTo>
                    <a:pt x="100584" y="99060"/>
                  </a:moveTo>
                  <a:lnTo>
                    <a:pt x="50292" y="0"/>
                  </a:lnTo>
                  <a:lnTo>
                    <a:pt x="0" y="99060"/>
                  </a:lnTo>
                  <a:lnTo>
                    <a:pt x="100584" y="99060"/>
                  </a:lnTo>
                  <a:close/>
                </a:path>
                <a:path w="283844" h="356870">
                  <a:moveTo>
                    <a:pt x="283464" y="356616"/>
                  </a:moveTo>
                  <a:lnTo>
                    <a:pt x="233172" y="256032"/>
                  </a:lnTo>
                  <a:lnTo>
                    <a:pt x="182880" y="356616"/>
                  </a:lnTo>
                  <a:lnTo>
                    <a:pt x="283464" y="356616"/>
                  </a:lnTo>
                  <a:close/>
                </a:path>
              </a:pathLst>
            </a:custGeom>
            <a:solidFill>
              <a:srgbClr val="8197E9"/>
            </a:solidFill>
          </p:spPr>
          <p:txBody>
            <a:bodyPr wrap="square" lIns="0" tIns="0" rIns="0" bIns="0" rtlCol="0"/>
            <a:lstStyle/>
            <a:p>
              <a:endParaRPr/>
            </a:p>
          </p:txBody>
        </p:sp>
        <p:sp>
          <p:nvSpPr>
            <p:cNvPr id="113" name="object 113"/>
            <p:cNvSpPr/>
            <p:nvPr/>
          </p:nvSpPr>
          <p:spPr>
            <a:xfrm>
              <a:off x="467868" y="4488179"/>
              <a:ext cx="99059" cy="100583"/>
            </a:xfrm>
            <a:prstGeom prst="rect">
              <a:avLst/>
            </a:prstGeom>
            <a:blipFill>
              <a:blip r:embed="rId17" cstate="print"/>
              <a:stretch>
                <a:fillRect/>
              </a:stretch>
            </a:blipFill>
          </p:spPr>
          <p:txBody>
            <a:bodyPr wrap="square" lIns="0" tIns="0" rIns="0" bIns="0" rtlCol="0"/>
            <a:lstStyle/>
            <a:p>
              <a:endParaRPr/>
            </a:p>
          </p:txBody>
        </p:sp>
        <p:sp>
          <p:nvSpPr>
            <p:cNvPr id="114" name="object 114"/>
            <p:cNvSpPr/>
            <p:nvPr/>
          </p:nvSpPr>
          <p:spPr>
            <a:xfrm>
              <a:off x="630936" y="4495799"/>
              <a:ext cx="100965" cy="100965"/>
            </a:xfrm>
            <a:custGeom>
              <a:avLst/>
              <a:gdLst/>
              <a:ahLst/>
              <a:cxnLst/>
              <a:rect l="l" t="t" r="r" b="b"/>
              <a:pathLst>
                <a:path w="100965" h="100964">
                  <a:moveTo>
                    <a:pt x="100584" y="0"/>
                  </a:moveTo>
                  <a:lnTo>
                    <a:pt x="0" y="0"/>
                  </a:lnTo>
                  <a:lnTo>
                    <a:pt x="0" y="100583"/>
                  </a:lnTo>
                  <a:lnTo>
                    <a:pt x="100584" y="100583"/>
                  </a:lnTo>
                  <a:lnTo>
                    <a:pt x="100584" y="0"/>
                  </a:lnTo>
                  <a:close/>
                </a:path>
              </a:pathLst>
            </a:custGeom>
            <a:solidFill>
              <a:srgbClr val="FF8E01"/>
            </a:solidFill>
          </p:spPr>
          <p:txBody>
            <a:bodyPr wrap="square" lIns="0" tIns="0" rIns="0" bIns="0" rtlCol="0"/>
            <a:lstStyle/>
            <a:p>
              <a:endParaRPr/>
            </a:p>
          </p:txBody>
        </p:sp>
        <p:sp>
          <p:nvSpPr>
            <p:cNvPr id="115" name="object 115"/>
            <p:cNvSpPr/>
            <p:nvPr/>
          </p:nvSpPr>
          <p:spPr>
            <a:xfrm>
              <a:off x="432816" y="4136135"/>
              <a:ext cx="100965" cy="100965"/>
            </a:xfrm>
            <a:custGeom>
              <a:avLst/>
              <a:gdLst/>
              <a:ahLst/>
              <a:cxnLst/>
              <a:rect l="l" t="t" r="r" b="b"/>
              <a:pathLst>
                <a:path w="100965" h="100964">
                  <a:moveTo>
                    <a:pt x="50292" y="0"/>
                  </a:moveTo>
                  <a:lnTo>
                    <a:pt x="0" y="100583"/>
                  </a:lnTo>
                  <a:lnTo>
                    <a:pt x="100584" y="100583"/>
                  </a:lnTo>
                  <a:lnTo>
                    <a:pt x="50292" y="0"/>
                  </a:lnTo>
                  <a:close/>
                </a:path>
              </a:pathLst>
            </a:custGeom>
            <a:solidFill>
              <a:srgbClr val="8197E9"/>
            </a:solidFill>
          </p:spPr>
          <p:txBody>
            <a:bodyPr wrap="square" lIns="0" tIns="0" rIns="0" bIns="0" rtlCol="0"/>
            <a:lstStyle/>
            <a:p>
              <a:endParaRPr/>
            </a:p>
          </p:txBody>
        </p:sp>
        <p:sp>
          <p:nvSpPr>
            <p:cNvPr id="116" name="object 116"/>
            <p:cNvSpPr/>
            <p:nvPr/>
          </p:nvSpPr>
          <p:spPr>
            <a:xfrm>
              <a:off x="557784" y="3831335"/>
              <a:ext cx="384175" cy="157480"/>
            </a:xfrm>
            <a:custGeom>
              <a:avLst/>
              <a:gdLst/>
              <a:ahLst/>
              <a:cxnLst/>
              <a:rect l="l" t="t" r="r" b="b"/>
              <a:pathLst>
                <a:path w="384175" h="157479">
                  <a:moveTo>
                    <a:pt x="99060" y="56388"/>
                  </a:moveTo>
                  <a:lnTo>
                    <a:pt x="0" y="56388"/>
                  </a:lnTo>
                  <a:lnTo>
                    <a:pt x="0" y="156972"/>
                  </a:lnTo>
                  <a:lnTo>
                    <a:pt x="99060" y="156972"/>
                  </a:lnTo>
                  <a:lnTo>
                    <a:pt x="99060" y="56388"/>
                  </a:lnTo>
                  <a:close/>
                </a:path>
                <a:path w="384175" h="157479">
                  <a:moveTo>
                    <a:pt x="384048" y="0"/>
                  </a:moveTo>
                  <a:lnTo>
                    <a:pt x="283464" y="0"/>
                  </a:lnTo>
                  <a:lnTo>
                    <a:pt x="283464" y="100584"/>
                  </a:lnTo>
                  <a:lnTo>
                    <a:pt x="384048" y="100584"/>
                  </a:lnTo>
                  <a:lnTo>
                    <a:pt x="384048" y="0"/>
                  </a:lnTo>
                  <a:close/>
                </a:path>
              </a:pathLst>
            </a:custGeom>
            <a:solidFill>
              <a:srgbClr val="FF8E01"/>
            </a:solidFill>
          </p:spPr>
          <p:txBody>
            <a:bodyPr wrap="square" lIns="0" tIns="0" rIns="0" bIns="0" rtlCol="0"/>
            <a:lstStyle/>
            <a:p>
              <a:endParaRPr/>
            </a:p>
          </p:txBody>
        </p:sp>
        <p:sp>
          <p:nvSpPr>
            <p:cNvPr id="117" name="object 117"/>
            <p:cNvSpPr/>
            <p:nvPr/>
          </p:nvSpPr>
          <p:spPr>
            <a:xfrm>
              <a:off x="574548" y="4015739"/>
              <a:ext cx="99060" cy="100965"/>
            </a:xfrm>
            <a:custGeom>
              <a:avLst/>
              <a:gdLst/>
              <a:ahLst/>
              <a:cxnLst/>
              <a:rect l="l" t="t" r="r" b="b"/>
              <a:pathLst>
                <a:path w="99059" h="100964">
                  <a:moveTo>
                    <a:pt x="49529" y="0"/>
                  </a:moveTo>
                  <a:lnTo>
                    <a:pt x="0" y="100584"/>
                  </a:lnTo>
                  <a:lnTo>
                    <a:pt x="99059" y="100584"/>
                  </a:lnTo>
                  <a:lnTo>
                    <a:pt x="49529" y="0"/>
                  </a:lnTo>
                  <a:close/>
                </a:path>
              </a:pathLst>
            </a:custGeom>
            <a:solidFill>
              <a:srgbClr val="8197E9"/>
            </a:solidFill>
          </p:spPr>
          <p:txBody>
            <a:bodyPr wrap="square" lIns="0" tIns="0" rIns="0" bIns="0" rtlCol="0"/>
            <a:lstStyle/>
            <a:p>
              <a:endParaRPr/>
            </a:p>
          </p:txBody>
        </p:sp>
      </p:grpSp>
      <p:grpSp>
        <p:nvGrpSpPr>
          <p:cNvPr id="118" name="object 118"/>
          <p:cNvGrpSpPr/>
          <p:nvPr/>
        </p:nvGrpSpPr>
        <p:grpSpPr>
          <a:xfrm>
            <a:off x="10605261" y="3116326"/>
            <a:ext cx="768985" cy="770255"/>
            <a:chOff x="10605261" y="3116326"/>
            <a:chExt cx="768985" cy="770255"/>
          </a:xfrm>
        </p:grpSpPr>
        <p:sp>
          <p:nvSpPr>
            <p:cNvPr id="119" name="object 119"/>
            <p:cNvSpPr/>
            <p:nvPr/>
          </p:nvSpPr>
          <p:spPr>
            <a:xfrm>
              <a:off x="10611611" y="3122676"/>
              <a:ext cx="756285" cy="757555"/>
            </a:xfrm>
            <a:custGeom>
              <a:avLst/>
              <a:gdLst/>
              <a:ahLst/>
              <a:cxnLst/>
              <a:rect l="l" t="t" r="r" b="b"/>
              <a:pathLst>
                <a:path w="756284" h="757554">
                  <a:moveTo>
                    <a:pt x="377952" y="0"/>
                  </a:moveTo>
                  <a:lnTo>
                    <a:pt x="330532" y="2950"/>
                  </a:lnTo>
                  <a:lnTo>
                    <a:pt x="284873" y="11565"/>
                  </a:lnTo>
                  <a:lnTo>
                    <a:pt x="241328" y="25490"/>
                  </a:lnTo>
                  <a:lnTo>
                    <a:pt x="200252" y="44370"/>
                  </a:lnTo>
                  <a:lnTo>
                    <a:pt x="161997" y="67849"/>
                  </a:lnTo>
                  <a:lnTo>
                    <a:pt x="126918" y="95574"/>
                  </a:lnTo>
                  <a:lnTo>
                    <a:pt x="95368" y="127190"/>
                  </a:lnTo>
                  <a:lnTo>
                    <a:pt x="67702" y="162341"/>
                  </a:lnTo>
                  <a:lnTo>
                    <a:pt x="44272" y="200673"/>
                  </a:lnTo>
                  <a:lnTo>
                    <a:pt x="25434" y="241831"/>
                  </a:lnTo>
                  <a:lnTo>
                    <a:pt x="11539" y="285461"/>
                  </a:lnTo>
                  <a:lnTo>
                    <a:pt x="2943" y="331206"/>
                  </a:lnTo>
                  <a:lnTo>
                    <a:pt x="0" y="378713"/>
                  </a:lnTo>
                  <a:lnTo>
                    <a:pt x="2943" y="426221"/>
                  </a:lnTo>
                  <a:lnTo>
                    <a:pt x="11539" y="471966"/>
                  </a:lnTo>
                  <a:lnTo>
                    <a:pt x="25434" y="515596"/>
                  </a:lnTo>
                  <a:lnTo>
                    <a:pt x="44272" y="556754"/>
                  </a:lnTo>
                  <a:lnTo>
                    <a:pt x="67702" y="595086"/>
                  </a:lnTo>
                  <a:lnTo>
                    <a:pt x="95368" y="630237"/>
                  </a:lnTo>
                  <a:lnTo>
                    <a:pt x="126918" y="661853"/>
                  </a:lnTo>
                  <a:lnTo>
                    <a:pt x="161997" y="689578"/>
                  </a:lnTo>
                  <a:lnTo>
                    <a:pt x="200252" y="713057"/>
                  </a:lnTo>
                  <a:lnTo>
                    <a:pt x="241328" y="731937"/>
                  </a:lnTo>
                  <a:lnTo>
                    <a:pt x="284873" y="745862"/>
                  </a:lnTo>
                  <a:lnTo>
                    <a:pt x="330532" y="754477"/>
                  </a:lnTo>
                  <a:lnTo>
                    <a:pt x="377952" y="757428"/>
                  </a:lnTo>
                  <a:lnTo>
                    <a:pt x="425371" y="754477"/>
                  </a:lnTo>
                  <a:lnTo>
                    <a:pt x="471030" y="745862"/>
                  </a:lnTo>
                  <a:lnTo>
                    <a:pt x="514575" y="731937"/>
                  </a:lnTo>
                  <a:lnTo>
                    <a:pt x="555651" y="713057"/>
                  </a:lnTo>
                  <a:lnTo>
                    <a:pt x="593906" y="689578"/>
                  </a:lnTo>
                  <a:lnTo>
                    <a:pt x="628985" y="661853"/>
                  </a:lnTo>
                  <a:lnTo>
                    <a:pt x="660535" y="630237"/>
                  </a:lnTo>
                  <a:lnTo>
                    <a:pt x="688201" y="595086"/>
                  </a:lnTo>
                  <a:lnTo>
                    <a:pt x="711631" y="556754"/>
                  </a:lnTo>
                  <a:lnTo>
                    <a:pt x="730469" y="515596"/>
                  </a:lnTo>
                  <a:lnTo>
                    <a:pt x="744364" y="471966"/>
                  </a:lnTo>
                  <a:lnTo>
                    <a:pt x="752960" y="426221"/>
                  </a:lnTo>
                  <a:lnTo>
                    <a:pt x="755904" y="378713"/>
                  </a:lnTo>
                  <a:lnTo>
                    <a:pt x="752960" y="331206"/>
                  </a:lnTo>
                  <a:lnTo>
                    <a:pt x="744364" y="285461"/>
                  </a:lnTo>
                  <a:lnTo>
                    <a:pt x="730469" y="241831"/>
                  </a:lnTo>
                  <a:lnTo>
                    <a:pt x="711631" y="200673"/>
                  </a:lnTo>
                  <a:lnTo>
                    <a:pt x="688201" y="162341"/>
                  </a:lnTo>
                  <a:lnTo>
                    <a:pt x="660535" y="127190"/>
                  </a:lnTo>
                  <a:lnTo>
                    <a:pt x="628985" y="95574"/>
                  </a:lnTo>
                  <a:lnTo>
                    <a:pt x="593906" y="67849"/>
                  </a:lnTo>
                  <a:lnTo>
                    <a:pt x="555651" y="44370"/>
                  </a:lnTo>
                  <a:lnTo>
                    <a:pt x="514575" y="25490"/>
                  </a:lnTo>
                  <a:lnTo>
                    <a:pt x="471030" y="11565"/>
                  </a:lnTo>
                  <a:lnTo>
                    <a:pt x="425371" y="2950"/>
                  </a:lnTo>
                  <a:lnTo>
                    <a:pt x="377952" y="0"/>
                  </a:lnTo>
                  <a:close/>
                </a:path>
              </a:pathLst>
            </a:custGeom>
            <a:solidFill>
              <a:srgbClr val="152B77"/>
            </a:solidFill>
          </p:spPr>
          <p:txBody>
            <a:bodyPr wrap="square" lIns="0" tIns="0" rIns="0" bIns="0" rtlCol="0"/>
            <a:lstStyle/>
            <a:p>
              <a:endParaRPr/>
            </a:p>
          </p:txBody>
        </p:sp>
        <p:sp>
          <p:nvSpPr>
            <p:cNvPr id="120" name="object 120"/>
            <p:cNvSpPr/>
            <p:nvPr/>
          </p:nvSpPr>
          <p:spPr>
            <a:xfrm>
              <a:off x="10611611" y="3122676"/>
              <a:ext cx="756285" cy="757555"/>
            </a:xfrm>
            <a:custGeom>
              <a:avLst/>
              <a:gdLst/>
              <a:ahLst/>
              <a:cxnLst/>
              <a:rect l="l" t="t" r="r" b="b"/>
              <a:pathLst>
                <a:path w="756284" h="757554">
                  <a:moveTo>
                    <a:pt x="0" y="378713"/>
                  </a:moveTo>
                  <a:lnTo>
                    <a:pt x="2943" y="331206"/>
                  </a:lnTo>
                  <a:lnTo>
                    <a:pt x="11539" y="285461"/>
                  </a:lnTo>
                  <a:lnTo>
                    <a:pt x="25434" y="241831"/>
                  </a:lnTo>
                  <a:lnTo>
                    <a:pt x="44272" y="200673"/>
                  </a:lnTo>
                  <a:lnTo>
                    <a:pt x="67702" y="162341"/>
                  </a:lnTo>
                  <a:lnTo>
                    <a:pt x="95368" y="127190"/>
                  </a:lnTo>
                  <a:lnTo>
                    <a:pt x="126918" y="95574"/>
                  </a:lnTo>
                  <a:lnTo>
                    <a:pt x="161997" y="67849"/>
                  </a:lnTo>
                  <a:lnTo>
                    <a:pt x="200252" y="44370"/>
                  </a:lnTo>
                  <a:lnTo>
                    <a:pt x="241328" y="25490"/>
                  </a:lnTo>
                  <a:lnTo>
                    <a:pt x="284873" y="11565"/>
                  </a:lnTo>
                  <a:lnTo>
                    <a:pt x="330532" y="2950"/>
                  </a:lnTo>
                  <a:lnTo>
                    <a:pt x="377952" y="0"/>
                  </a:lnTo>
                  <a:lnTo>
                    <a:pt x="425371" y="2950"/>
                  </a:lnTo>
                  <a:lnTo>
                    <a:pt x="471030" y="11565"/>
                  </a:lnTo>
                  <a:lnTo>
                    <a:pt x="514575" y="25490"/>
                  </a:lnTo>
                  <a:lnTo>
                    <a:pt x="555651" y="44370"/>
                  </a:lnTo>
                  <a:lnTo>
                    <a:pt x="593906" y="67849"/>
                  </a:lnTo>
                  <a:lnTo>
                    <a:pt x="628985" y="95574"/>
                  </a:lnTo>
                  <a:lnTo>
                    <a:pt x="660535" y="127190"/>
                  </a:lnTo>
                  <a:lnTo>
                    <a:pt x="688201" y="162341"/>
                  </a:lnTo>
                  <a:lnTo>
                    <a:pt x="711631" y="200673"/>
                  </a:lnTo>
                  <a:lnTo>
                    <a:pt x="730469" y="241831"/>
                  </a:lnTo>
                  <a:lnTo>
                    <a:pt x="744364" y="285461"/>
                  </a:lnTo>
                  <a:lnTo>
                    <a:pt x="752960" y="331206"/>
                  </a:lnTo>
                  <a:lnTo>
                    <a:pt x="755904" y="378713"/>
                  </a:lnTo>
                  <a:lnTo>
                    <a:pt x="752960" y="426221"/>
                  </a:lnTo>
                  <a:lnTo>
                    <a:pt x="744364" y="471966"/>
                  </a:lnTo>
                  <a:lnTo>
                    <a:pt x="730469" y="515596"/>
                  </a:lnTo>
                  <a:lnTo>
                    <a:pt x="711631" y="556754"/>
                  </a:lnTo>
                  <a:lnTo>
                    <a:pt x="688201" y="595086"/>
                  </a:lnTo>
                  <a:lnTo>
                    <a:pt x="660535" y="630237"/>
                  </a:lnTo>
                  <a:lnTo>
                    <a:pt x="628985" y="661853"/>
                  </a:lnTo>
                  <a:lnTo>
                    <a:pt x="593906" y="689578"/>
                  </a:lnTo>
                  <a:lnTo>
                    <a:pt x="555651" y="713057"/>
                  </a:lnTo>
                  <a:lnTo>
                    <a:pt x="514575" y="731937"/>
                  </a:lnTo>
                  <a:lnTo>
                    <a:pt x="471030" y="745862"/>
                  </a:lnTo>
                  <a:lnTo>
                    <a:pt x="425371" y="754477"/>
                  </a:lnTo>
                  <a:lnTo>
                    <a:pt x="377952" y="757428"/>
                  </a:lnTo>
                  <a:lnTo>
                    <a:pt x="330532" y="754477"/>
                  </a:lnTo>
                  <a:lnTo>
                    <a:pt x="284873" y="745862"/>
                  </a:lnTo>
                  <a:lnTo>
                    <a:pt x="241328" y="731937"/>
                  </a:lnTo>
                  <a:lnTo>
                    <a:pt x="200252" y="713057"/>
                  </a:lnTo>
                  <a:lnTo>
                    <a:pt x="161997" y="689578"/>
                  </a:lnTo>
                  <a:lnTo>
                    <a:pt x="126918" y="661853"/>
                  </a:lnTo>
                  <a:lnTo>
                    <a:pt x="95368" y="630237"/>
                  </a:lnTo>
                  <a:lnTo>
                    <a:pt x="67702" y="595086"/>
                  </a:lnTo>
                  <a:lnTo>
                    <a:pt x="44272" y="556754"/>
                  </a:lnTo>
                  <a:lnTo>
                    <a:pt x="25434" y="515596"/>
                  </a:lnTo>
                  <a:lnTo>
                    <a:pt x="11539" y="471966"/>
                  </a:lnTo>
                  <a:lnTo>
                    <a:pt x="2943" y="426221"/>
                  </a:lnTo>
                  <a:lnTo>
                    <a:pt x="0" y="378713"/>
                  </a:lnTo>
                  <a:close/>
                </a:path>
              </a:pathLst>
            </a:custGeom>
            <a:ln w="12700">
              <a:solidFill>
                <a:srgbClr val="00D9CE"/>
              </a:solidFill>
            </a:ln>
          </p:spPr>
          <p:txBody>
            <a:bodyPr wrap="square" lIns="0" tIns="0" rIns="0" bIns="0" rtlCol="0"/>
            <a:lstStyle/>
            <a:p>
              <a:endParaRPr/>
            </a:p>
          </p:txBody>
        </p:sp>
        <p:sp>
          <p:nvSpPr>
            <p:cNvPr id="121" name="object 121"/>
            <p:cNvSpPr/>
            <p:nvPr/>
          </p:nvSpPr>
          <p:spPr>
            <a:xfrm>
              <a:off x="10716768" y="3270503"/>
              <a:ext cx="544195" cy="460375"/>
            </a:xfrm>
            <a:custGeom>
              <a:avLst/>
              <a:gdLst/>
              <a:ahLst/>
              <a:cxnLst/>
              <a:rect l="l" t="t" r="r" b="b"/>
              <a:pathLst>
                <a:path w="544195" h="460375">
                  <a:moveTo>
                    <a:pt x="435864" y="460248"/>
                  </a:moveTo>
                  <a:lnTo>
                    <a:pt x="381000" y="350520"/>
                  </a:lnTo>
                  <a:lnTo>
                    <a:pt x="326898" y="458724"/>
                  </a:lnTo>
                  <a:lnTo>
                    <a:pt x="272796" y="350520"/>
                  </a:lnTo>
                  <a:lnTo>
                    <a:pt x="218681" y="458736"/>
                  </a:lnTo>
                  <a:lnTo>
                    <a:pt x="163830" y="350520"/>
                  </a:lnTo>
                  <a:lnTo>
                    <a:pt x="108204" y="460248"/>
                  </a:lnTo>
                  <a:lnTo>
                    <a:pt x="217932" y="460248"/>
                  </a:lnTo>
                  <a:lnTo>
                    <a:pt x="219456" y="460248"/>
                  </a:lnTo>
                  <a:lnTo>
                    <a:pt x="326136" y="460248"/>
                  </a:lnTo>
                  <a:lnTo>
                    <a:pt x="327660" y="460248"/>
                  </a:lnTo>
                  <a:lnTo>
                    <a:pt x="435864" y="460248"/>
                  </a:lnTo>
                  <a:close/>
                </a:path>
                <a:path w="544195" h="460375">
                  <a:moveTo>
                    <a:pt x="435864" y="109728"/>
                  </a:moveTo>
                  <a:lnTo>
                    <a:pt x="381000" y="0"/>
                  </a:lnTo>
                  <a:lnTo>
                    <a:pt x="326898" y="108204"/>
                  </a:lnTo>
                  <a:lnTo>
                    <a:pt x="272796" y="0"/>
                  </a:lnTo>
                  <a:lnTo>
                    <a:pt x="218681" y="108216"/>
                  </a:lnTo>
                  <a:lnTo>
                    <a:pt x="163830" y="0"/>
                  </a:lnTo>
                  <a:lnTo>
                    <a:pt x="108204" y="109728"/>
                  </a:lnTo>
                  <a:lnTo>
                    <a:pt x="381000" y="109728"/>
                  </a:lnTo>
                  <a:lnTo>
                    <a:pt x="435864" y="109728"/>
                  </a:lnTo>
                  <a:close/>
                </a:path>
                <a:path w="544195" h="460375">
                  <a:moveTo>
                    <a:pt x="544068" y="342900"/>
                  </a:moveTo>
                  <a:lnTo>
                    <a:pt x="489204" y="233172"/>
                  </a:lnTo>
                  <a:lnTo>
                    <a:pt x="435102" y="341376"/>
                  </a:lnTo>
                  <a:lnTo>
                    <a:pt x="381000" y="233172"/>
                  </a:lnTo>
                  <a:lnTo>
                    <a:pt x="326898" y="341376"/>
                  </a:lnTo>
                  <a:lnTo>
                    <a:pt x="272796" y="233172"/>
                  </a:lnTo>
                  <a:lnTo>
                    <a:pt x="218681" y="341388"/>
                  </a:lnTo>
                  <a:lnTo>
                    <a:pt x="163830" y="233172"/>
                  </a:lnTo>
                  <a:lnTo>
                    <a:pt x="108966" y="341388"/>
                  </a:lnTo>
                  <a:lnTo>
                    <a:pt x="54864" y="233172"/>
                  </a:lnTo>
                  <a:lnTo>
                    <a:pt x="0" y="342900"/>
                  </a:lnTo>
                  <a:lnTo>
                    <a:pt x="108204" y="342900"/>
                  </a:lnTo>
                  <a:lnTo>
                    <a:pt x="109728" y="342900"/>
                  </a:lnTo>
                  <a:lnTo>
                    <a:pt x="435864" y="342900"/>
                  </a:lnTo>
                  <a:lnTo>
                    <a:pt x="544068" y="342900"/>
                  </a:lnTo>
                  <a:close/>
                </a:path>
                <a:path w="544195" h="460375">
                  <a:moveTo>
                    <a:pt x="544068" y="219456"/>
                  </a:moveTo>
                  <a:lnTo>
                    <a:pt x="489204" y="109728"/>
                  </a:lnTo>
                  <a:lnTo>
                    <a:pt x="435102" y="217932"/>
                  </a:lnTo>
                  <a:lnTo>
                    <a:pt x="381000" y="109728"/>
                  </a:lnTo>
                  <a:lnTo>
                    <a:pt x="326898" y="217932"/>
                  </a:lnTo>
                  <a:lnTo>
                    <a:pt x="272796" y="109728"/>
                  </a:lnTo>
                  <a:lnTo>
                    <a:pt x="218681" y="217944"/>
                  </a:lnTo>
                  <a:lnTo>
                    <a:pt x="163830" y="109728"/>
                  </a:lnTo>
                  <a:lnTo>
                    <a:pt x="108966" y="217944"/>
                  </a:lnTo>
                  <a:lnTo>
                    <a:pt x="54864" y="109728"/>
                  </a:lnTo>
                  <a:lnTo>
                    <a:pt x="0" y="219456"/>
                  </a:lnTo>
                  <a:lnTo>
                    <a:pt x="108204" y="219456"/>
                  </a:lnTo>
                  <a:lnTo>
                    <a:pt x="109728" y="219456"/>
                  </a:lnTo>
                  <a:lnTo>
                    <a:pt x="435864" y="219456"/>
                  </a:lnTo>
                  <a:lnTo>
                    <a:pt x="544068" y="219456"/>
                  </a:lnTo>
                  <a:close/>
                </a:path>
              </a:pathLst>
            </a:custGeom>
            <a:solidFill>
              <a:srgbClr val="00D9CE"/>
            </a:solidFill>
          </p:spPr>
          <p:txBody>
            <a:bodyPr wrap="square" lIns="0" tIns="0" rIns="0" bIns="0" rtlCol="0"/>
            <a:lstStyle/>
            <a:p>
              <a:endParaRPr/>
            </a:p>
          </p:txBody>
        </p:sp>
      </p:grpSp>
      <p:grpSp>
        <p:nvGrpSpPr>
          <p:cNvPr id="122" name="object 122"/>
          <p:cNvGrpSpPr/>
          <p:nvPr/>
        </p:nvGrpSpPr>
        <p:grpSpPr>
          <a:xfrm>
            <a:off x="10605261" y="4289805"/>
            <a:ext cx="768985" cy="770255"/>
            <a:chOff x="10605261" y="4289805"/>
            <a:chExt cx="768985" cy="770255"/>
          </a:xfrm>
        </p:grpSpPr>
        <p:sp>
          <p:nvSpPr>
            <p:cNvPr id="123" name="object 123"/>
            <p:cNvSpPr/>
            <p:nvPr/>
          </p:nvSpPr>
          <p:spPr>
            <a:xfrm>
              <a:off x="10611611" y="4296155"/>
              <a:ext cx="756285" cy="757555"/>
            </a:xfrm>
            <a:custGeom>
              <a:avLst/>
              <a:gdLst/>
              <a:ahLst/>
              <a:cxnLst/>
              <a:rect l="l" t="t" r="r" b="b"/>
              <a:pathLst>
                <a:path w="756284" h="757554">
                  <a:moveTo>
                    <a:pt x="377952" y="0"/>
                  </a:moveTo>
                  <a:lnTo>
                    <a:pt x="330532" y="2950"/>
                  </a:lnTo>
                  <a:lnTo>
                    <a:pt x="284873" y="11565"/>
                  </a:lnTo>
                  <a:lnTo>
                    <a:pt x="241328" y="25490"/>
                  </a:lnTo>
                  <a:lnTo>
                    <a:pt x="200252" y="44370"/>
                  </a:lnTo>
                  <a:lnTo>
                    <a:pt x="161997" y="67849"/>
                  </a:lnTo>
                  <a:lnTo>
                    <a:pt x="126918" y="95574"/>
                  </a:lnTo>
                  <a:lnTo>
                    <a:pt x="95368" y="127190"/>
                  </a:lnTo>
                  <a:lnTo>
                    <a:pt x="67702" y="162341"/>
                  </a:lnTo>
                  <a:lnTo>
                    <a:pt x="44272" y="200673"/>
                  </a:lnTo>
                  <a:lnTo>
                    <a:pt x="25434" y="241831"/>
                  </a:lnTo>
                  <a:lnTo>
                    <a:pt x="11539" y="285461"/>
                  </a:lnTo>
                  <a:lnTo>
                    <a:pt x="2943" y="331206"/>
                  </a:lnTo>
                  <a:lnTo>
                    <a:pt x="0" y="378714"/>
                  </a:lnTo>
                  <a:lnTo>
                    <a:pt x="2943" y="426221"/>
                  </a:lnTo>
                  <a:lnTo>
                    <a:pt x="11539" y="471966"/>
                  </a:lnTo>
                  <a:lnTo>
                    <a:pt x="25434" y="515596"/>
                  </a:lnTo>
                  <a:lnTo>
                    <a:pt x="44272" y="556754"/>
                  </a:lnTo>
                  <a:lnTo>
                    <a:pt x="67702" y="595086"/>
                  </a:lnTo>
                  <a:lnTo>
                    <a:pt x="95368" y="630237"/>
                  </a:lnTo>
                  <a:lnTo>
                    <a:pt x="126918" y="661853"/>
                  </a:lnTo>
                  <a:lnTo>
                    <a:pt x="161997" y="689578"/>
                  </a:lnTo>
                  <a:lnTo>
                    <a:pt x="200252" y="713057"/>
                  </a:lnTo>
                  <a:lnTo>
                    <a:pt x="241328" y="731937"/>
                  </a:lnTo>
                  <a:lnTo>
                    <a:pt x="284873" y="745862"/>
                  </a:lnTo>
                  <a:lnTo>
                    <a:pt x="330532" y="754477"/>
                  </a:lnTo>
                  <a:lnTo>
                    <a:pt x="377952" y="757428"/>
                  </a:lnTo>
                  <a:lnTo>
                    <a:pt x="425371" y="754477"/>
                  </a:lnTo>
                  <a:lnTo>
                    <a:pt x="471030" y="745862"/>
                  </a:lnTo>
                  <a:lnTo>
                    <a:pt x="514575" y="731937"/>
                  </a:lnTo>
                  <a:lnTo>
                    <a:pt x="555651" y="713057"/>
                  </a:lnTo>
                  <a:lnTo>
                    <a:pt x="593906" y="689578"/>
                  </a:lnTo>
                  <a:lnTo>
                    <a:pt x="628985" y="661853"/>
                  </a:lnTo>
                  <a:lnTo>
                    <a:pt x="660535" y="630237"/>
                  </a:lnTo>
                  <a:lnTo>
                    <a:pt x="688201" y="595086"/>
                  </a:lnTo>
                  <a:lnTo>
                    <a:pt x="711631" y="556754"/>
                  </a:lnTo>
                  <a:lnTo>
                    <a:pt x="730469" y="515596"/>
                  </a:lnTo>
                  <a:lnTo>
                    <a:pt x="744364" y="471966"/>
                  </a:lnTo>
                  <a:lnTo>
                    <a:pt x="752960" y="426221"/>
                  </a:lnTo>
                  <a:lnTo>
                    <a:pt x="755904" y="378714"/>
                  </a:lnTo>
                  <a:lnTo>
                    <a:pt x="752960" y="331206"/>
                  </a:lnTo>
                  <a:lnTo>
                    <a:pt x="744364" y="285461"/>
                  </a:lnTo>
                  <a:lnTo>
                    <a:pt x="730469" y="241831"/>
                  </a:lnTo>
                  <a:lnTo>
                    <a:pt x="711631" y="200673"/>
                  </a:lnTo>
                  <a:lnTo>
                    <a:pt x="688201" y="162341"/>
                  </a:lnTo>
                  <a:lnTo>
                    <a:pt x="660535" y="127190"/>
                  </a:lnTo>
                  <a:lnTo>
                    <a:pt x="628985" y="95574"/>
                  </a:lnTo>
                  <a:lnTo>
                    <a:pt x="593906" y="67849"/>
                  </a:lnTo>
                  <a:lnTo>
                    <a:pt x="555651" y="44370"/>
                  </a:lnTo>
                  <a:lnTo>
                    <a:pt x="514575" y="25490"/>
                  </a:lnTo>
                  <a:lnTo>
                    <a:pt x="471030" y="11565"/>
                  </a:lnTo>
                  <a:lnTo>
                    <a:pt x="425371" y="2950"/>
                  </a:lnTo>
                  <a:lnTo>
                    <a:pt x="377952" y="0"/>
                  </a:lnTo>
                  <a:close/>
                </a:path>
              </a:pathLst>
            </a:custGeom>
            <a:solidFill>
              <a:srgbClr val="152B77"/>
            </a:solidFill>
          </p:spPr>
          <p:txBody>
            <a:bodyPr wrap="square" lIns="0" tIns="0" rIns="0" bIns="0" rtlCol="0"/>
            <a:lstStyle/>
            <a:p>
              <a:endParaRPr/>
            </a:p>
          </p:txBody>
        </p:sp>
        <p:sp>
          <p:nvSpPr>
            <p:cNvPr id="124" name="object 124"/>
            <p:cNvSpPr/>
            <p:nvPr/>
          </p:nvSpPr>
          <p:spPr>
            <a:xfrm>
              <a:off x="10611611" y="4296155"/>
              <a:ext cx="756285" cy="757555"/>
            </a:xfrm>
            <a:custGeom>
              <a:avLst/>
              <a:gdLst/>
              <a:ahLst/>
              <a:cxnLst/>
              <a:rect l="l" t="t" r="r" b="b"/>
              <a:pathLst>
                <a:path w="756284" h="757554">
                  <a:moveTo>
                    <a:pt x="0" y="378714"/>
                  </a:moveTo>
                  <a:lnTo>
                    <a:pt x="2943" y="331206"/>
                  </a:lnTo>
                  <a:lnTo>
                    <a:pt x="11539" y="285461"/>
                  </a:lnTo>
                  <a:lnTo>
                    <a:pt x="25434" y="241831"/>
                  </a:lnTo>
                  <a:lnTo>
                    <a:pt x="44272" y="200673"/>
                  </a:lnTo>
                  <a:lnTo>
                    <a:pt x="67702" y="162341"/>
                  </a:lnTo>
                  <a:lnTo>
                    <a:pt x="95368" y="127190"/>
                  </a:lnTo>
                  <a:lnTo>
                    <a:pt x="126918" y="95574"/>
                  </a:lnTo>
                  <a:lnTo>
                    <a:pt x="161997" y="67849"/>
                  </a:lnTo>
                  <a:lnTo>
                    <a:pt x="200252" y="44370"/>
                  </a:lnTo>
                  <a:lnTo>
                    <a:pt x="241328" y="25490"/>
                  </a:lnTo>
                  <a:lnTo>
                    <a:pt x="284873" y="11565"/>
                  </a:lnTo>
                  <a:lnTo>
                    <a:pt x="330532" y="2950"/>
                  </a:lnTo>
                  <a:lnTo>
                    <a:pt x="377952" y="0"/>
                  </a:lnTo>
                  <a:lnTo>
                    <a:pt x="425371" y="2950"/>
                  </a:lnTo>
                  <a:lnTo>
                    <a:pt x="471030" y="11565"/>
                  </a:lnTo>
                  <a:lnTo>
                    <a:pt x="514575" y="25490"/>
                  </a:lnTo>
                  <a:lnTo>
                    <a:pt x="555651" y="44370"/>
                  </a:lnTo>
                  <a:lnTo>
                    <a:pt x="593906" y="67849"/>
                  </a:lnTo>
                  <a:lnTo>
                    <a:pt x="628985" y="95574"/>
                  </a:lnTo>
                  <a:lnTo>
                    <a:pt x="660535" y="127190"/>
                  </a:lnTo>
                  <a:lnTo>
                    <a:pt x="688201" y="162341"/>
                  </a:lnTo>
                  <a:lnTo>
                    <a:pt x="711631" y="200673"/>
                  </a:lnTo>
                  <a:lnTo>
                    <a:pt x="730469" y="241831"/>
                  </a:lnTo>
                  <a:lnTo>
                    <a:pt x="744364" y="285461"/>
                  </a:lnTo>
                  <a:lnTo>
                    <a:pt x="752960" y="331206"/>
                  </a:lnTo>
                  <a:lnTo>
                    <a:pt x="755904" y="378714"/>
                  </a:lnTo>
                  <a:lnTo>
                    <a:pt x="752960" y="426221"/>
                  </a:lnTo>
                  <a:lnTo>
                    <a:pt x="744364" y="471966"/>
                  </a:lnTo>
                  <a:lnTo>
                    <a:pt x="730469" y="515596"/>
                  </a:lnTo>
                  <a:lnTo>
                    <a:pt x="711631" y="556754"/>
                  </a:lnTo>
                  <a:lnTo>
                    <a:pt x="688201" y="595086"/>
                  </a:lnTo>
                  <a:lnTo>
                    <a:pt x="660535" y="630237"/>
                  </a:lnTo>
                  <a:lnTo>
                    <a:pt x="628985" y="661853"/>
                  </a:lnTo>
                  <a:lnTo>
                    <a:pt x="593906" y="689578"/>
                  </a:lnTo>
                  <a:lnTo>
                    <a:pt x="555651" y="713057"/>
                  </a:lnTo>
                  <a:lnTo>
                    <a:pt x="514575" y="731937"/>
                  </a:lnTo>
                  <a:lnTo>
                    <a:pt x="471030" y="745862"/>
                  </a:lnTo>
                  <a:lnTo>
                    <a:pt x="425371" y="754477"/>
                  </a:lnTo>
                  <a:lnTo>
                    <a:pt x="377952" y="757428"/>
                  </a:lnTo>
                  <a:lnTo>
                    <a:pt x="330532" y="754477"/>
                  </a:lnTo>
                  <a:lnTo>
                    <a:pt x="284873" y="745862"/>
                  </a:lnTo>
                  <a:lnTo>
                    <a:pt x="241328" y="731937"/>
                  </a:lnTo>
                  <a:lnTo>
                    <a:pt x="200252" y="713057"/>
                  </a:lnTo>
                  <a:lnTo>
                    <a:pt x="161997" y="689578"/>
                  </a:lnTo>
                  <a:lnTo>
                    <a:pt x="126918" y="661853"/>
                  </a:lnTo>
                  <a:lnTo>
                    <a:pt x="95368" y="630237"/>
                  </a:lnTo>
                  <a:lnTo>
                    <a:pt x="67702" y="595086"/>
                  </a:lnTo>
                  <a:lnTo>
                    <a:pt x="44272" y="556754"/>
                  </a:lnTo>
                  <a:lnTo>
                    <a:pt x="25434" y="515596"/>
                  </a:lnTo>
                  <a:lnTo>
                    <a:pt x="11539" y="471966"/>
                  </a:lnTo>
                  <a:lnTo>
                    <a:pt x="2943" y="426221"/>
                  </a:lnTo>
                  <a:lnTo>
                    <a:pt x="0" y="378714"/>
                  </a:lnTo>
                  <a:close/>
                </a:path>
              </a:pathLst>
            </a:custGeom>
            <a:ln w="12700">
              <a:solidFill>
                <a:srgbClr val="FF8E01"/>
              </a:solidFill>
            </a:ln>
          </p:spPr>
          <p:txBody>
            <a:bodyPr wrap="square" lIns="0" tIns="0" rIns="0" bIns="0" rtlCol="0"/>
            <a:lstStyle/>
            <a:p>
              <a:endParaRPr/>
            </a:p>
          </p:txBody>
        </p:sp>
        <p:sp>
          <p:nvSpPr>
            <p:cNvPr id="125" name="object 125"/>
            <p:cNvSpPr/>
            <p:nvPr/>
          </p:nvSpPr>
          <p:spPr>
            <a:xfrm>
              <a:off x="10716768" y="4337303"/>
              <a:ext cx="544195" cy="675640"/>
            </a:xfrm>
            <a:custGeom>
              <a:avLst/>
              <a:gdLst/>
              <a:ahLst/>
              <a:cxnLst/>
              <a:rect l="l" t="t" r="r" b="b"/>
              <a:pathLst>
                <a:path w="544195" h="675639">
                  <a:moveTo>
                    <a:pt x="381000" y="620268"/>
                  </a:moveTo>
                  <a:lnTo>
                    <a:pt x="376694" y="598893"/>
                  </a:lnTo>
                  <a:lnTo>
                    <a:pt x="364947" y="581456"/>
                  </a:lnTo>
                  <a:lnTo>
                    <a:pt x="347510" y="569709"/>
                  </a:lnTo>
                  <a:lnTo>
                    <a:pt x="326136" y="565404"/>
                  </a:lnTo>
                  <a:lnTo>
                    <a:pt x="304749" y="569709"/>
                  </a:lnTo>
                  <a:lnTo>
                    <a:pt x="287312" y="581456"/>
                  </a:lnTo>
                  <a:lnTo>
                    <a:pt x="275564" y="598893"/>
                  </a:lnTo>
                  <a:lnTo>
                    <a:pt x="272021" y="616483"/>
                  </a:lnTo>
                  <a:lnTo>
                    <a:pt x="268490" y="598893"/>
                  </a:lnTo>
                  <a:lnTo>
                    <a:pt x="256743" y="581456"/>
                  </a:lnTo>
                  <a:lnTo>
                    <a:pt x="239306" y="569709"/>
                  </a:lnTo>
                  <a:lnTo>
                    <a:pt x="217932" y="565404"/>
                  </a:lnTo>
                  <a:lnTo>
                    <a:pt x="196545" y="569709"/>
                  </a:lnTo>
                  <a:lnTo>
                    <a:pt x="179108" y="581456"/>
                  </a:lnTo>
                  <a:lnTo>
                    <a:pt x="167360" y="598893"/>
                  </a:lnTo>
                  <a:lnTo>
                    <a:pt x="163068" y="620268"/>
                  </a:lnTo>
                  <a:lnTo>
                    <a:pt x="167360" y="641654"/>
                  </a:lnTo>
                  <a:lnTo>
                    <a:pt x="179108" y="659091"/>
                  </a:lnTo>
                  <a:lnTo>
                    <a:pt x="196545" y="670839"/>
                  </a:lnTo>
                  <a:lnTo>
                    <a:pt x="217932" y="675132"/>
                  </a:lnTo>
                  <a:lnTo>
                    <a:pt x="239306" y="670839"/>
                  </a:lnTo>
                  <a:lnTo>
                    <a:pt x="256743" y="659091"/>
                  </a:lnTo>
                  <a:lnTo>
                    <a:pt x="268490" y="641654"/>
                  </a:lnTo>
                  <a:lnTo>
                    <a:pt x="272021" y="624065"/>
                  </a:lnTo>
                  <a:lnTo>
                    <a:pt x="275564" y="641654"/>
                  </a:lnTo>
                  <a:lnTo>
                    <a:pt x="287312" y="659091"/>
                  </a:lnTo>
                  <a:lnTo>
                    <a:pt x="304749" y="670839"/>
                  </a:lnTo>
                  <a:lnTo>
                    <a:pt x="326136" y="675132"/>
                  </a:lnTo>
                  <a:lnTo>
                    <a:pt x="347510" y="670839"/>
                  </a:lnTo>
                  <a:lnTo>
                    <a:pt x="364947" y="659091"/>
                  </a:lnTo>
                  <a:lnTo>
                    <a:pt x="376694" y="641654"/>
                  </a:lnTo>
                  <a:lnTo>
                    <a:pt x="381000" y="620268"/>
                  </a:lnTo>
                  <a:close/>
                </a:path>
                <a:path w="544195" h="675639">
                  <a:moveTo>
                    <a:pt x="381000" y="54864"/>
                  </a:moveTo>
                  <a:lnTo>
                    <a:pt x="376694" y="33489"/>
                  </a:lnTo>
                  <a:lnTo>
                    <a:pt x="364947" y="16052"/>
                  </a:lnTo>
                  <a:lnTo>
                    <a:pt x="347510" y="4305"/>
                  </a:lnTo>
                  <a:lnTo>
                    <a:pt x="326136" y="0"/>
                  </a:lnTo>
                  <a:lnTo>
                    <a:pt x="304749" y="4305"/>
                  </a:lnTo>
                  <a:lnTo>
                    <a:pt x="287312" y="16052"/>
                  </a:lnTo>
                  <a:lnTo>
                    <a:pt x="275564" y="33489"/>
                  </a:lnTo>
                  <a:lnTo>
                    <a:pt x="272021" y="51079"/>
                  </a:lnTo>
                  <a:lnTo>
                    <a:pt x="268490" y="33489"/>
                  </a:lnTo>
                  <a:lnTo>
                    <a:pt x="256743" y="16052"/>
                  </a:lnTo>
                  <a:lnTo>
                    <a:pt x="239306" y="4305"/>
                  </a:lnTo>
                  <a:lnTo>
                    <a:pt x="217932" y="0"/>
                  </a:lnTo>
                  <a:lnTo>
                    <a:pt x="196545" y="4305"/>
                  </a:lnTo>
                  <a:lnTo>
                    <a:pt x="179108" y="16052"/>
                  </a:lnTo>
                  <a:lnTo>
                    <a:pt x="167360" y="33489"/>
                  </a:lnTo>
                  <a:lnTo>
                    <a:pt x="163068" y="54864"/>
                  </a:lnTo>
                  <a:lnTo>
                    <a:pt x="167360" y="76250"/>
                  </a:lnTo>
                  <a:lnTo>
                    <a:pt x="179108" y="93687"/>
                  </a:lnTo>
                  <a:lnTo>
                    <a:pt x="196545" y="105435"/>
                  </a:lnTo>
                  <a:lnTo>
                    <a:pt x="217932" y="109728"/>
                  </a:lnTo>
                  <a:lnTo>
                    <a:pt x="239306" y="105435"/>
                  </a:lnTo>
                  <a:lnTo>
                    <a:pt x="256743" y="93687"/>
                  </a:lnTo>
                  <a:lnTo>
                    <a:pt x="268490" y="76250"/>
                  </a:lnTo>
                  <a:lnTo>
                    <a:pt x="272021" y="58661"/>
                  </a:lnTo>
                  <a:lnTo>
                    <a:pt x="275564" y="76250"/>
                  </a:lnTo>
                  <a:lnTo>
                    <a:pt x="287312" y="93687"/>
                  </a:lnTo>
                  <a:lnTo>
                    <a:pt x="304749" y="105435"/>
                  </a:lnTo>
                  <a:lnTo>
                    <a:pt x="326136" y="109728"/>
                  </a:lnTo>
                  <a:lnTo>
                    <a:pt x="347510" y="105435"/>
                  </a:lnTo>
                  <a:lnTo>
                    <a:pt x="364947" y="93687"/>
                  </a:lnTo>
                  <a:lnTo>
                    <a:pt x="376694" y="76250"/>
                  </a:lnTo>
                  <a:lnTo>
                    <a:pt x="381000" y="54864"/>
                  </a:lnTo>
                  <a:close/>
                </a:path>
                <a:path w="544195" h="675639">
                  <a:moveTo>
                    <a:pt x="435864" y="516636"/>
                  </a:moveTo>
                  <a:lnTo>
                    <a:pt x="431558" y="495261"/>
                  </a:lnTo>
                  <a:lnTo>
                    <a:pt x="419811" y="477824"/>
                  </a:lnTo>
                  <a:lnTo>
                    <a:pt x="402374" y="466077"/>
                  </a:lnTo>
                  <a:lnTo>
                    <a:pt x="381000" y="461772"/>
                  </a:lnTo>
                  <a:lnTo>
                    <a:pt x="359613" y="466077"/>
                  </a:lnTo>
                  <a:lnTo>
                    <a:pt x="342176" y="477824"/>
                  </a:lnTo>
                  <a:lnTo>
                    <a:pt x="330428" y="495261"/>
                  </a:lnTo>
                  <a:lnTo>
                    <a:pt x="326885" y="512851"/>
                  </a:lnTo>
                  <a:lnTo>
                    <a:pt x="323354" y="495261"/>
                  </a:lnTo>
                  <a:lnTo>
                    <a:pt x="311607" y="477824"/>
                  </a:lnTo>
                  <a:lnTo>
                    <a:pt x="294170" y="466077"/>
                  </a:lnTo>
                  <a:lnTo>
                    <a:pt x="272796" y="461772"/>
                  </a:lnTo>
                  <a:lnTo>
                    <a:pt x="251409" y="466077"/>
                  </a:lnTo>
                  <a:lnTo>
                    <a:pt x="233972" y="477824"/>
                  </a:lnTo>
                  <a:lnTo>
                    <a:pt x="222224" y="495261"/>
                  </a:lnTo>
                  <a:lnTo>
                    <a:pt x="218681" y="512889"/>
                  </a:lnTo>
                  <a:lnTo>
                    <a:pt x="215074" y="495261"/>
                  </a:lnTo>
                  <a:lnTo>
                    <a:pt x="203161" y="477824"/>
                  </a:lnTo>
                  <a:lnTo>
                    <a:pt x="185483" y="466077"/>
                  </a:lnTo>
                  <a:lnTo>
                    <a:pt x="163830" y="461772"/>
                  </a:lnTo>
                  <a:lnTo>
                    <a:pt x="142163" y="466077"/>
                  </a:lnTo>
                  <a:lnTo>
                    <a:pt x="124485" y="477824"/>
                  </a:lnTo>
                  <a:lnTo>
                    <a:pt x="112572" y="495261"/>
                  </a:lnTo>
                  <a:lnTo>
                    <a:pt x="108204" y="516636"/>
                  </a:lnTo>
                  <a:lnTo>
                    <a:pt x="112572" y="538022"/>
                  </a:lnTo>
                  <a:lnTo>
                    <a:pt x="124485" y="555459"/>
                  </a:lnTo>
                  <a:lnTo>
                    <a:pt x="142163" y="567207"/>
                  </a:lnTo>
                  <a:lnTo>
                    <a:pt x="163830" y="571500"/>
                  </a:lnTo>
                  <a:lnTo>
                    <a:pt x="185483" y="567207"/>
                  </a:lnTo>
                  <a:lnTo>
                    <a:pt x="203161" y="555459"/>
                  </a:lnTo>
                  <a:lnTo>
                    <a:pt x="215074" y="538022"/>
                  </a:lnTo>
                  <a:lnTo>
                    <a:pt x="218681" y="520395"/>
                  </a:lnTo>
                  <a:lnTo>
                    <a:pt x="222224" y="538022"/>
                  </a:lnTo>
                  <a:lnTo>
                    <a:pt x="233972" y="555459"/>
                  </a:lnTo>
                  <a:lnTo>
                    <a:pt x="251409" y="567207"/>
                  </a:lnTo>
                  <a:lnTo>
                    <a:pt x="272796" y="571500"/>
                  </a:lnTo>
                  <a:lnTo>
                    <a:pt x="294170" y="567207"/>
                  </a:lnTo>
                  <a:lnTo>
                    <a:pt x="311607" y="555459"/>
                  </a:lnTo>
                  <a:lnTo>
                    <a:pt x="323354" y="538022"/>
                  </a:lnTo>
                  <a:lnTo>
                    <a:pt x="326885" y="520433"/>
                  </a:lnTo>
                  <a:lnTo>
                    <a:pt x="330428" y="538022"/>
                  </a:lnTo>
                  <a:lnTo>
                    <a:pt x="342176" y="555459"/>
                  </a:lnTo>
                  <a:lnTo>
                    <a:pt x="359613" y="567207"/>
                  </a:lnTo>
                  <a:lnTo>
                    <a:pt x="381000" y="571500"/>
                  </a:lnTo>
                  <a:lnTo>
                    <a:pt x="402374" y="567207"/>
                  </a:lnTo>
                  <a:lnTo>
                    <a:pt x="419811" y="555459"/>
                  </a:lnTo>
                  <a:lnTo>
                    <a:pt x="431558" y="538022"/>
                  </a:lnTo>
                  <a:lnTo>
                    <a:pt x="435864" y="516636"/>
                  </a:lnTo>
                  <a:close/>
                </a:path>
                <a:path w="544195" h="675639">
                  <a:moveTo>
                    <a:pt x="435864" y="166116"/>
                  </a:moveTo>
                  <a:lnTo>
                    <a:pt x="431558" y="144741"/>
                  </a:lnTo>
                  <a:lnTo>
                    <a:pt x="419811" y="127304"/>
                  </a:lnTo>
                  <a:lnTo>
                    <a:pt x="402374" y="115557"/>
                  </a:lnTo>
                  <a:lnTo>
                    <a:pt x="381000" y="111252"/>
                  </a:lnTo>
                  <a:lnTo>
                    <a:pt x="359613" y="115557"/>
                  </a:lnTo>
                  <a:lnTo>
                    <a:pt x="342176" y="127304"/>
                  </a:lnTo>
                  <a:lnTo>
                    <a:pt x="330428" y="144741"/>
                  </a:lnTo>
                  <a:lnTo>
                    <a:pt x="326885" y="162331"/>
                  </a:lnTo>
                  <a:lnTo>
                    <a:pt x="323354" y="144741"/>
                  </a:lnTo>
                  <a:lnTo>
                    <a:pt x="311607" y="127304"/>
                  </a:lnTo>
                  <a:lnTo>
                    <a:pt x="294170" y="115557"/>
                  </a:lnTo>
                  <a:lnTo>
                    <a:pt x="272796" y="111252"/>
                  </a:lnTo>
                  <a:lnTo>
                    <a:pt x="251409" y="115557"/>
                  </a:lnTo>
                  <a:lnTo>
                    <a:pt x="233972" y="127304"/>
                  </a:lnTo>
                  <a:lnTo>
                    <a:pt x="222224" y="144741"/>
                  </a:lnTo>
                  <a:lnTo>
                    <a:pt x="218681" y="162369"/>
                  </a:lnTo>
                  <a:lnTo>
                    <a:pt x="215074" y="144741"/>
                  </a:lnTo>
                  <a:lnTo>
                    <a:pt x="203161" y="127304"/>
                  </a:lnTo>
                  <a:lnTo>
                    <a:pt x="185483" y="115557"/>
                  </a:lnTo>
                  <a:lnTo>
                    <a:pt x="163830" y="111252"/>
                  </a:lnTo>
                  <a:lnTo>
                    <a:pt x="142163" y="115557"/>
                  </a:lnTo>
                  <a:lnTo>
                    <a:pt x="124485" y="127304"/>
                  </a:lnTo>
                  <a:lnTo>
                    <a:pt x="112572" y="144741"/>
                  </a:lnTo>
                  <a:lnTo>
                    <a:pt x="108204" y="166116"/>
                  </a:lnTo>
                  <a:lnTo>
                    <a:pt x="112572" y="187502"/>
                  </a:lnTo>
                  <a:lnTo>
                    <a:pt x="124485" y="204939"/>
                  </a:lnTo>
                  <a:lnTo>
                    <a:pt x="142163" y="216687"/>
                  </a:lnTo>
                  <a:lnTo>
                    <a:pt x="163830" y="220980"/>
                  </a:lnTo>
                  <a:lnTo>
                    <a:pt x="185483" y="216687"/>
                  </a:lnTo>
                  <a:lnTo>
                    <a:pt x="203161" y="204939"/>
                  </a:lnTo>
                  <a:lnTo>
                    <a:pt x="215074" y="187502"/>
                  </a:lnTo>
                  <a:lnTo>
                    <a:pt x="218681" y="169875"/>
                  </a:lnTo>
                  <a:lnTo>
                    <a:pt x="222224" y="187502"/>
                  </a:lnTo>
                  <a:lnTo>
                    <a:pt x="233972" y="204939"/>
                  </a:lnTo>
                  <a:lnTo>
                    <a:pt x="251409" y="216687"/>
                  </a:lnTo>
                  <a:lnTo>
                    <a:pt x="272796" y="220980"/>
                  </a:lnTo>
                  <a:lnTo>
                    <a:pt x="294170" y="216687"/>
                  </a:lnTo>
                  <a:lnTo>
                    <a:pt x="311607" y="204939"/>
                  </a:lnTo>
                  <a:lnTo>
                    <a:pt x="323354" y="187502"/>
                  </a:lnTo>
                  <a:lnTo>
                    <a:pt x="326885" y="169913"/>
                  </a:lnTo>
                  <a:lnTo>
                    <a:pt x="330428" y="187502"/>
                  </a:lnTo>
                  <a:lnTo>
                    <a:pt x="342176" y="204939"/>
                  </a:lnTo>
                  <a:lnTo>
                    <a:pt x="359613" y="216687"/>
                  </a:lnTo>
                  <a:lnTo>
                    <a:pt x="381000" y="220980"/>
                  </a:lnTo>
                  <a:lnTo>
                    <a:pt x="402374" y="216687"/>
                  </a:lnTo>
                  <a:lnTo>
                    <a:pt x="419811" y="204939"/>
                  </a:lnTo>
                  <a:lnTo>
                    <a:pt x="431558" y="187502"/>
                  </a:lnTo>
                  <a:lnTo>
                    <a:pt x="435864" y="166116"/>
                  </a:lnTo>
                  <a:close/>
                </a:path>
                <a:path w="544195" h="675639">
                  <a:moveTo>
                    <a:pt x="544068" y="399288"/>
                  </a:moveTo>
                  <a:lnTo>
                    <a:pt x="539762" y="377913"/>
                  </a:lnTo>
                  <a:lnTo>
                    <a:pt x="528015" y="360476"/>
                  </a:lnTo>
                  <a:lnTo>
                    <a:pt x="510578" y="348729"/>
                  </a:lnTo>
                  <a:lnTo>
                    <a:pt x="489204" y="344424"/>
                  </a:lnTo>
                  <a:lnTo>
                    <a:pt x="467817" y="348729"/>
                  </a:lnTo>
                  <a:lnTo>
                    <a:pt x="450380" y="360476"/>
                  </a:lnTo>
                  <a:lnTo>
                    <a:pt x="438632" y="377913"/>
                  </a:lnTo>
                  <a:lnTo>
                    <a:pt x="435089" y="395503"/>
                  </a:lnTo>
                  <a:lnTo>
                    <a:pt x="431558" y="377913"/>
                  </a:lnTo>
                  <a:lnTo>
                    <a:pt x="419811" y="360476"/>
                  </a:lnTo>
                  <a:lnTo>
                    <a:pt x="402374" y="348729"/>
                  </a:lnTo>
                  <a:lnTo>
                    <a:pt x="381000" y="344424"/>
                  </a:lnTo>
                  <a:lnTo>
                    <a:pt x="359613" y="348729"/>
                  </a:lnTo>
                  <a:lnTo>
                    <a:pt x="342176" y="360476"/>
                  </a:lnTo>
                  <a:lnTo>
                    <a:pt x="330428" y="377913"/>
                  </a:lnTo>
                  <a:lnTo>
                    <a:pt x="326885" y="395503"/>
                  </a:lnTo>
                  <a:lnTo>
                    <a:pt x="323354" y="377913"/>
                  </a:lnTo>
                  <a:lnTo>
                    <a:pt x="311607" y="360476"/>
                  </a:lnTo>
                  <a:lnTo>
                    <a:pt x="294170" y="348729"/>
                  </a:lnTo>
                  <a:lnTo>
                    <a:pt x="272796" y="344424"/>
                  </a:lnTo>
                  <a:lnTo>
                    <a:pt x="251409" y="348729"/>
                  </a:lnTo>
                  <a:lnTo>
                    <a:pt x="233972" y="360476"/>
                  </a:lnTo>
                  <a:lnTo>
                    <a:pt x="222224" y="377913"/>
                  </a:lnTo>
                  <a:lnTo>
                    <a:pt x="218681" y="395541"/>
                  </a:lnTo>
                  <a:lnTo>
                    <a:pt x="215074" y="377913"/>
                  </a:lnTo>
                  <a:lnTo>
                    <a:pt x="203161" y="360476"/>
                  </a:lnTo>
                  <a:lnTo>
                    <a:pt x="185483" y="348729"/>
                  </a:lnTo>
                  <a:lnTo>
                    <a:pt x="163830" y="344424"/>
                  </a:lnTo>
                  <a:lnTo>
                    <a:pt x="142163" y="348729"/>
                  </a:lnTo>
                  <a:lnTo>
                    <a:pt x="124485" y="360476"/>
                  </a:lnTo>
                  <a:lnTo>
                    <a:pt x="112572" y="377913"/>
                  </a:lnTo>
                  <a:lnTo>
                    <a:pt x="108966" y="395541"/>
                  </a:lnTo>
                  <a:lnTo>
                    <a:pt x="105422" y="377913"/>
                  </a:lnTo>
                  <a:lnTo>
                    <a:pt x="93675" y="360476"/>
                  </a:lnTo>
                  <a:lnTo>
                    <a:pt x="76238" y="348729"/>
                  </a:lnTo>
                  <a:lnTo>
                    <a:pt x="54864" y="344424"/>
                  </a:lnTo>
                  <a:lnTo>
                    <a:pt x="33477" y="348729"/>
                  </a:lnTo>
                  <a:lnTo>
                    <a:pt x="16040" y="360476"/>
                  </a:lnTo>
                  <a:lnTo>
                    <a:pt x="4292" y="377913"/>
                  </a:lnTo>
                  <a:lnTo>
                    <a:pt x="0" y="399288"/>
                  </a:lnTo>
                  <a:lnTo>
                    <a:pt x="4292" y="420674"/>
                  </a:lnTo>
                  <a:lnTo>
                    <a:pt x="16040" y="438111"/>
                  </a:lnTo>
                  <a:lnTo>
                    <a:pt x="33477" y="449859"/>
                  </a:lnTo>
                  <a:lnTo>
                    <a:pt x="54864" y="454152"/>
                  </a:lnTo>
                  <a:lnTo>
                    <a:pt x="76238" y="449859"/>
                  </a:lnTo>
                  <a:lnTo>
                    <a:pt x="93675" y="438111"/>
                  </a:lnTo>
                  <a:lnTo>
                    <a:pt x="105422" y="420674"/>
                  </a:lnTo>
                  <a:lnTo>
                    <a:pt x="108966" y="403047"/>
                  </a:lnTo>
                  <a:lnTo>
                    <a:pt x="112572" y="420674"/>
                  </a:lnTo>
                  <a:lnTo>
                    <a:pt x="124485" y="438111"/>
                  </a:lnTo>
                  <a:lnTo>
                    <a:pt x="142163" y="449859"/>
                  </a:lnTo>
                  <a:lnTo>
                    <a:pt x="163830" y="454152"/>
                  </a:lnTo>
                  <a:lnTo>
                    <a:pt x="185483" y="449859"/>
                  </a:lnTo>
                  <a:lnTo>
                    <a:pt x="203161" y="438111"/>
                  </a:lnTo>
                  <a:lnTo>
                    <a:pt x="215074" y="420674"/>
                  </a:lnTo>
                  <a:lnTo>
                    <a:pt x="218681" y="403047"/>
                  </a:lnTo>
                  <a:lnTo>
                    <a:pt x="222224" y="420674"/>
                  </a:lnTo>
                  <a:lnTo>
                    <a:pt x="233972" y="438111"/>
                  </a:lnTo>
                  <a:lnTo>
                    <a:pt x="251409" y="449859"/>
                  </a:lnTo>
                  <a:lnTo>
                    <a:pt x="272796" y="454152"/>
                  </a:lnTo>
                  <a:lnTo>
                    <a:pt x="294170" y="449859"/>
                  </a:lnTo>
                  <a:lnTo>
                    <a:pt x="311607" y="438111"/>
                  </a:lnTo>
                  <a:lnTo>
                    <a:pt x="323354" y="420674"/>
                  </a:lnTo>
                  <a:lnTo>
                    <a:pt x="326885" y="403085"/>
                  </a:lnTo>
                  <a:lnTo>
                    <a:pt x="330428" y="420674"/>
                  </a:lnTo>
                  <a:lnTo>
                    <a:pt x="342176" y="438111"/>
                  </a:lnTo>
                  <a:lnTo>
                    <a:pt x="359613" y="449859"/>
                  </a:lnTo>
                  <a:lnTo>
                    <a:pt x="381000" y="454152"/>
                  </a:lnTo>
                  <a:lnTo>
                    <a:pt x="402374" y="449859"/>
                  </a:lnTo>
                  <a:lnTo>
                    <a:pt x="419811" y="438111"/>
                  </a:lnTo>
                  <a:lnTo>
                    <a:pt x="431558" y="420674"/>
                  </a:lnTo>
                  <a:lnTo>
                    <a:pt x="435089" y="403085"/>
                  </a:lnTo>
                  <a:lnTo>
                    <a:pt x="438632" y="420674"/>
                  </a:lnTo>
                  <a:lnTo>
                    <a:pt x="450380" y="438111"/>
                  </a:lnTo>
                  <a:lnTo>
                    <a:pt x="467817" y="449859"/>
                  </a:lnTo>
                  <a:lnTo>
                    <a:pt x="489204" y="454152"/>
                  </a:lnTo>
                  <a:lnTo>
                    <a:pt x="510578" y="449859"/>
                  </a:lnTo>
                  <a:lnTo>
                    <a:pt x="528015" y="438111"/>
                  </a:lnTo>
                  <a:lnTo>
                    <a:pt x="539762" y="420674"/>
                  </a:lnTo>
                  <a:lnTo>
                    <a:pt x="544068" y="399288"/>
                  </a:lnTo>
                  <a:close/>
                </a:path>
                <a:path w="544195" h="675639">
                  <a:moveTo>
                    <a:pt x="544068" y="275844"/>
                  </a:moveTo>
                  <a:lnTo>
                    <a:pt x="539762" y="254469"/>
                  </a:lnTo>
                  <a:lnTo>
                    <a:pt x="528015" y="237032"/>
                  </a:lnTo>
                  <a:lnTo>
                    <a:pt x="510578" y="225285"/>
                  </a:lnTo>
                  <a:lnTo>
                    <a:pt x="489204" y="220980"/>
                  </a:lnTo>
                  <a:lnTo>
                    <a:pt x="467817" y="225285"/>
                  </a:lnTo>
                  <a:lnTo>
                    <a:pt x="450380" y="237032"/>
                  </a:lnTo>
                  <a:lnTo>
                    <a:pt x="438632" y="254469"/>
                  </a:lnTo>
                  <a:lnTo>
                    <a:pt x="435089" y="272059"/>
                  </a:lnTo>
                  <a:lnTo>
                    <a:pt x="431558" y="254469"/>
                  </a:lnTo>
                  <a:lnTo>
                    <a:pt x="419811" y="237032"/>
                  </a:lnTo>
                  <a:lnTo>
                    <a:pt x="402374" y="225285"/>
                  </a:lnTo>
                  <a:lnTo>
                    <a:pt x="381000" y="220980"/>
                  </a:lnTo>
                  <a:lnTo>
                    <a:pt x="359613" y="225285"/>
                  </a:lnTo>
                  <a:lnTo>
                    <a:pt x="342176" y="237032"/>
                  </a:lnTo>
                  <a:lnTo>
                    <a:pt x="330428" y="254469"/>
                  </a:lnTo>
                  <a:lnTo>
                    <a:pt x="326885" y="272059"/>
                  </a:lnTo>
                  <a:lnTo>
                    <a:pt x="323354" y="254469"/>
                  </a:lnTo>
                  <a:lnTo>
                    <a:pt x="311607" y="237032"/>
                  </a:lnTo>
                  <a:lnTo>
                    <a:pt x="294170" y="225285"/>
                  </a:lnTo>
                  <a:lnTo>
                    <a:pt x="272796" y="220980"/>
                  </a:lnTo>
                  <a:lnTo>
                    <a:pt x="251409" y="225285"/>
                  </a:lnTo>
                  <a:lnTo>
                    <a:pt x="233972" y="237032"/>
                  </a:lnTo>
                  <a:lnTo>
                    <a:pt x="222224" y="254469"/>
                  </a:lnTo>
                  <a:lnTo>
                    <a:pt x="218681" y="272097"/>
                  </a:lnTo>
                  <a:lnTo>
                    <a:pt x="215074" y="254469"/>
                  </a:lnTo>
                  <a:lnTo>
                    <a:pt x="203161" y="237032"/>
                  </a:lnTo>
                  <a:lnTo>
                    <a:pt x="185483" y="225285"/>
                  </a:lnTo>
                  <a:lnTo>
                    <a:pt x="163830" y="220980"/>
                  </a:lnTo>
                  <a:lnTo>
                    <a:pt x="142163" y="225285"/>
                  </a:lnTo>
                  <a:lnTo>
                    <a:pt x="124485" y="237032"/>
                  </a:lnTo>
                  <a:lnTo>
                    <a:pt x="112572" y="254469"/>
                  </a:lnTo>
                  <a:lnTo>
                    <a:pt x="108966" y="272097"/>
                  </a:lnTo>
                  <a:lnTo>
                    <a:pt x="105422" y="254469"/>
                  </a:lnTo>
                  <a:lnTo>
                    <a:pt x="93675" y="237032"/>
                  </a:lnTo>
                  <a:lnTo>
                    <a:pt x="76238" y="225285"/>
                  </a:lnTo>
                  <a:lnTo>
                    <a:pt x="54864" y="220980"/>
                  </a:lnTo>
                  <a:lnTo>
                    <a:pt x="33477" y="225285"/>
                  </a:lnTo>
                  <a:lnTo>
                    <a:pt x="16040" y="237032"/>
                  </a:lnTo>
                  <a:lnTo>
                    <a:pt x="4292" y="254469"/>
                  </a:lnTo>
                  <a:lnTo>
                    <a:pt x="0" y="275844"/>
                  </a:lnTo>
                  <a:lnTo>
                    <a:pt x="4292" y="297230"/>
                  </a:lnTo>
                  <a:lnTo>
                    <a:pt x="16040" y="314667"/>
                  </a:lnTo>
                  <a:lnTo>
                    <a:pt x="33477" y="326415"/>
                  </a:lnTo>
                  <a:lnTo>
                    <a:pt x="54864" y="330708"/>
                  </a:lnTo>
                  <a:lnTo>
                    <a:pt x="76238" y="326415"/>
                  </a:lnTo>
                  <a:lnTo>
                    <a:pt x="93675" y="314667"/>
                  </a:lnTo>
                  <a:lnTo>
                    <a:pt x="105422" y="297230"/>
                  </a:lnTo>
                  <a:lnTo>
                    <a:pt x="108966" y="279603"/>
                  </a:lnTo>
                  <a:lnTo>
                    <a:pt x="112572" y="297230"/>
                  </a:lnTo>
                  <a:lnTo>
                    <a:pt x="124485" y="314667"/>
                  </a:lnTo>
                  <a:lnTo>
                    <a:pt x="142163" y="326415"/>
                  </a:lnTo>
                  <a:lnTo>
                    <a:pt x="163830" y="330708"/>
                  </a:lnTo>
                  <a:lnTo>
                    <a:pt x="185483" y="326415"/>
                  </a:lnTo>
                  <a:lnTo>
                    <a:pt x="203161" y="314667"/>
                  </a:lnTo>
                  <a:lnTo>
                    <a:pt x="215074" y="297230"/>
                  </a:lnTo>
                  <a:lnTo>
                    <a:pt x="218681" y="279603"/>
                  </a:lnTo>
                  <a:lnTo>
                    <a:pt x="222224" y="297230"/>
                  </a:lnTo>
                  <a:lnTo>
                    <a:pt x="233972" y="314667"/>
                  </a:lnTo>
                  <a:lnTo>
                    <a:pt x="251409" y="326415"/>
                  </a:lnTo>
                  <a:lnTo>
                    <a:pt x="272796" y="330708"/>
                  </a:lnTo>
                  <a:lnTo>
                    <a:pt x="294170" y="326415"/>
                  </a:lnTo>
                  <a:lnTo>
                    <a:pt x="311607" y="314667"/>
                  </a:lnTo>
                  <a:lnTo>
                    <a:pt x="323354" y="297230"/>
                  </a:lnTo>
                  <a:lnTo>
                    <a:pt x="326885" y="279641"/>
                  </a:lnTo>
                  <a:lnTo>
                    <a:pt x="330428" y="297230"/>
                  </a:lnTo>
                  <a:lnTo>
                    <a:pt x="342176" y="314667"/>
                  </a:lnTo>
                  <a:lnTo>
                    <a:pt x="359613" y="326415"/>
                  </a:lnTo>
                  <a:lnTo>
                    <a:pt x="381000" y="330708"/>
                  </a:lnTo>
                  <a:lnTo>
                    <a:pt x="402374" y="326415"/>
                  </a:lnTo>
                  <a:lnTo>
                    <a:pt x="419811" y="314667"/>
                  </a:lnTo>
                  <a:lnTo>
                    <a:pt x="431558" y="297230"/>
                  </a:lnTo>
                  <a:lnTo>
                    <a:pt x="435089" y="279641"/>
                  </a:lnTo>
                  <a:lnTo>
                    <a:pt x="438632" y="297230"/>
                  </a:lnTo>
                  <a:lnTo>
                    <a:pt x="450380" y="314667"/>
                  </a:lnTo>
                  <a:lnTo>
                    <a:pt x="467817" y="326415"/>
                  </a:lnTo>
                  <a:lnTo>
                    <a:pt x="489204" y="330708"/>
                  </a:lnTo>
                  <a:lnTo>
                    <a:pt x="510578" y="326415"/>
                  </a:lnTo>
                  <a:lnTo>
                    <a:pt x="528015" y="314667"/>
                  </a:lnTo>
                  <a:lnTo>
                    <a:pt x="539762" y="297230"/>
                  </a:lnTo>
                  <a:lnTo>
                    <a:pt x="544068" y="275844"/>
                  </a:lnTo>
                  <a:close/>
                </a:path>
              </a:pathLst>
            </a:custGeom>
            <a:solidFill>
              <a:srgbClr val="FF8E01"/>
            </a:solidFill>
          </p:spPr>
          <p:txBody>
            <a:bodyPr wrap="square" lIns="0" tIns="0" rIns="0" bIns="0" rtlCol="0"/>
            <a:lstStyle/>
            <a:p>
              <a:endParaRPr/>
            </a:p>
          </p:txBody>
        </p:sp>
      </p:grpSp>
      <p:grpSp>
        <p:nvGrpSpPr>
          <p:cNvPr id="126" name="object 126"/>
          <p:cNvGrpSpPr/>
          <p:nvPr/>
        </p:nvGrpSpPr>
        <p:grpSpPr>
          <a:xfrm>
            <a:off x="10605261" y="5463285"/>
            <a:ext cx="768985" cy="770255"/>
            <a:chOff x="10605261" y="5463285"/>
            <a:chExt cx="768985" cy="770255"/>
          </a:xfrm>
        </p:grpSpPr>
        <p:sp>
          <p:nvSpPr>
            <p:cNvPr id="127" name="object 127"/>
            <p:cNvSpPr/>
            <p:nvPr/>
          </p:nvSpPr>
          <p:spPr>
            <a:xfrm>
              <a:off x="10611611" y="5469635"/>
              <a:ext cx="756285" cy="757555"/>
            </a:xfrm>
            <a:custGeom>
              <a:avLst/>
              <a:gdLst/>
              <a:ahLst/>
              <a:cxnLst/>
              <a:rect l="l" t="t" r="r" b="b"/>
              <a:pathLst>
                <a:path w="756284" h="757554">
                  <a:moveTo>
                    <a:pt x="377952" y="0"/>
                  </a:moveTo>
                  <a:lnTo>
                    <a:pt x="330532" y="2950"/>
                  </a:lnTo>
                  <a:lnTo>
                    <a:pt x="284873" y="11566"/>
                  </a:lnTo>
                  <a:lnTo>
                    <a:pt x="241328" y="25491"/>
                  </a:lnTo>
                  <a:lnTo>
                    <a:pt x="200252" y="44372"/>
                  </a:lnTo>
                  <a:lnTo>
                    <a:pt x="161997" y="67853"/>
                  </a:lnTo>
                  <a:lnTo>
                    <a:pt x="126918" y="95579"/>
                  </a:lnTo>
                  <a:lnTo>
                    <a:pt x="95368" y="127195"/>
                  </a:lnTo>
                  <a:lnTo>
                    <a:pt x="67702" y="162347"/>
                  </a:lnTo>
                  <a:lnTo>
                    <a:pt x="44272" y="200679"/>
                  </a:lnTo>
                  <a:lnTo>
                    <a:pt x="25434" y="241837"/>
                  </a:lnTo>
                  <a:lnTo>
                    <a:pt x="11539" y="285465"/>
                  </a:lnTo>
                  <a:lnTo>
                    <a:pt x="2943" y="331209"/>
                  </a:lnTo>
                  <a:lnTo>
                    <a:pt x="0" y="378713"/>
                  </a:lnTo>
                  <a:lnTo>
                    <a:pt x="2943" y="426218"/>
                  </a:lnTo>
                  <a:lnTo>
                    <a:pt x="11539" y="471962"/>
                  </a:lnTo>
                  <a:lnTo>
                    <a:pt x="25434" y="515590"/>
                  </a:lnTo>
                  <a:lnTo>
                    <a:pt x="44272" y="556748"/>
                  </a:lnTo>
                  <a:lnTo>
                    <a:pt x="67702" y="595080"/>
                  </a:lnTo>
                  <a:lnTo>
                    <a:pt x="95368" y="630232"/>
                  </a:lnTo>
                  <a:lnTo>
                    <a:pt x="126918" y="661848"/>
                  </a:lnTo>
                  <a:lnTo>
                    <a:pt x="161997" y="689574"/>
                  </a:lnTo>
                  <a:lnTo>
                    <a:pt x="200252" y="713055"/>
                  </a:lnTo>
                  <a:lnTo>
                    <a:pt x="241328" y="731936"/>
                  </a:lnTo>
                  <a:lnTo>
                    <a:pt x="284873" y="745861"/>
                  </a:lnTo>
                  <a:lnTo>
                    <a:pt x="330532" y="754477"/>
                  </a:lnTo>
                  <a:lnTo>
                    <a:pt x="377952" y="757427"/>
                  </a:lnTo>
                  <a:lnTo>
                    <a:pt x="425371" y="754477"/>
                  </a:lnTo>
                  <a:lnTo>
                    <a:pt x="471030" y="745861"/>
                  </a:lnTo>
                  <a:lnTo>
                    <a:pt x="514575" y="731936"/>
                  </a:lnTo>
                  <a:lnTo>
                    <a:pt x="555651" y="713055"/>
                  </a:lnTo>
                  <a:lnTo>
                    <a:pt x="593906" y="689574"/>
                  </a:lnTo>
                  <a:lnTo>
                    <a:pt x="628985" y="661848"/>
                  </a:lnTo>
                  <a:lnTo>
                    <a:pt x="660535" y="630232"/>
                  </a:lnTo>
                  <a:lnTo>
                    <a:pt x="688201" y="595080"/>
                  </a:lnTo>
                  <a:lnTo>
                    <a:pt x="711631" y="556748"/>
                  </a:lnTo>
                  <a:lnTo>
                    <a:pt x="730469" y="515590"/>
                  </a:lnTo>
                  <a:lnTo>
                    <a:pt x="744364" y="471962"/>
                  </a:lnTo>
                  <a:lnTo>
                    <a:pt x="752960" y="426218"/>
                  </a:lnTo>
                  <a:lnTo>
                    <a:pt x="755904" y="378713"/>
                  </a:lnTo>
                  <a:lnTo>
                    <a:pt x="752960" y="331209"/>
                  </a:lnTo>
                  <a:lnTo>
                    <a:pt x="744364" y="285465"/>
                  </a:lnTo>
                  <a:lnTo>
                    <a:pt x="730469" y="241837"/>
                  </a:lnTo>
                  <a:lnTo>
                    <a:pt x="711631" y="200679"/>
                  </a:lnTo>
                  <a:lnTo>
                    <a:pt x="688201" y="162347"/>
                  </a:lnTo>
                  <a:lnTo>
                    <a:pt x="660535" y="127195"/>
                  </a:lnTo>
                  <a:lnTo>
                    <a:pt x="628985" y="95579"/>
                  </a:lnTo>
                  <a:lnTo>
                    <a:pt x="593906" y="67853"/>
                  </a:lnTo>
                  <a:lnTo>
                    <a:pt x="555651" y="44372"/>
                  </a:lnTo>
                  <a:lnTo>
                    <a:pt x="514575" y="25491"/>
                  </a:lnTo>
                  <a:lnTo>
                    <a:pt x="471030" y="11566"/>
                  </a:lnTo>
                  <a:lnTo>
                    <a:pt x="425371" y="2950"/>
                  </a:lnTo>
                  <a:lnTo>
                    <a:pt x="377952" y="0"/>
                  </a:lnTo>
                  <a:close/>
                </a:path>
              </a:pathLst>
            </a:custGeom>
            <a:solidFill>
              <a:srgbClr val="152B77"/>
            </a:solidFill>
          </p:spPr>
          <p:txBody>
            <a:bodyPr wrap="square" lIns="0" tIns="0" rIns="0" bIns="0" rtlCol="0"/>
            <a:lstStyle/>
            <a:p>
              <a:endParaRPr/>
            </a:p>
          </p:txBody>
        </p:sp>
        <p:sp>
          <p:nvSpPr>
            <p:cNvPr id="128" name="object 128"/>
            <p:cNvSpPr/>
            <p:nvPr/>
          </p:nvSpPr>
          <p:spPr>
            <a:xfrm>
              <a:off x="10611611" y="5469635"/>
              <a:ext cx="756285" cy="757555"/>
            </a:xfrm>
            <a:custGeom>
              <a:avLst/>
              <a:gdLst/>
              <a:ahLst/>
              <a:cxnLst/>
              <a:rect l="l" t="t" r="r" b="b"/>
              <a:pathLst>
                <a:path w="756284" h="757554">
                  <a:moveTo>
                    <a:pt x="0" y="378713"/>
                  </a:moveTo>
                  <a:lnTo>
                    <a:pt x="2943" y="331209"/>
                  </a:lnTo>
                  <a:lnTo>
                    <a:pt x="11539" y="285465"/>
                  </a:lnTo>
                  <a:lnTo>
                    <a:pt x="25434" y="241837"/>
                  </a:lnTo>
                  <a:lnTo>
                    <a:pt x="44272" y="200679"/>
                  </a:lnTo>
                  <a:lnTo>
                    <a:pt x="67702" y="162347"/>
                  </a:lnTo>
                  <a:lnTo>
                    <a:pt x="95368" y="127195"/>
                  </a:lnTo>
                  <a:lnTo>
                    <a:pt x="126918" y="95579"/>
                  </a:lnTo>
                  <a:lnTo>
                    <a:pt x="161997" y="67853"/>
                  </a:lnTo>
                  <a:lnTo>
                    <a:pt x="200252" y="44372"/>
                  </a:lnTo>
                  <a:lnTo>
                    <a:pt x="241328" y="25491"/>
                  </a:lnTo>
                  <a:lnTo>
                    <a:pt x="284873" y="11566"/>
                  </a:lnTo>
                  <a:lnTo>
                    <a:pt x="330532" y="2950"/>
                  </a:lnTo>
                  <a:lnTo>
                    <a:pt x="377952" y="0"/>
                  </a:lnTo>
                  <a:lnTo>
                    <a:pt x="425371" y="2950"/>
                  </a:lnTo>
                  <a:lnTo>
                    <a:pt x="471030" y="11566"/>
                  </a:lnTo>
                  <a:lnTo>
                    <a:pt x="514575" y="25491"/>
                  </a:lnTo>
                  <a:lnTo>
                    <a:pt x="555651" y="44372"/>
                  </a:lnTo>
                  <a:lnTo>
                    <a:pt x="593906" y="67853"/>
                  </a:lnTo>
                  <a:lnTo>
                    <a:pt x="628985" y="95579"/>
                  </a:lnTo>
                  <a:lnTo>
                    <a:pt x="660535" y="127195"/>
                  </a:lnTo>
                  <a:lnTo>
                    <a:pt x="688201" y="162347"/>
                  </a:lnTo>
                  <a:lnTo>
                    <a:pt x="711631" y="200679"/>
                  </a:lnTo>
                  <a:lnTo>
                    <a:pt x="730469" y="241837"/>
                  </a:lnTo>
                  <a:lnTo>
                    <a:pt x="744364" y="285465"/>
                  </a:lnTo>
                  <a:lnTo>
                    <a:pt x="752960" y="331209"/>
                  </a:lnTo>
                  <a:lnTo>
                    <a:pt x="755904" y="378713"/>
                  </a:lnTo>
                  <a:lnTo>
                    <a:pt x="752960" y="426218"/>
                  </a:lnTo>
                  <a:lnTo>
                    <a:pt x="744364" y="471962"/>
                  </a:lnTo>
                  <a:lnTo>
                    <a:pt x="730469" y="515590"/>
                  </a:lnTo>
                  <a:lnTo>
                    <a:pt x="711631" y="556748"/>
                  </a:lnTo>
                  <a:lnTo>
                    <a:pt x="688201" y="595080"/>
                  </a:lnTo>
                  <a:lnTo>
                    <a:pt x="660535" y="630232"/>
                  </a:lnTo>
                  <a:lnTo>
                    <a:pt x="628985" y="661848"/>
                  </a:lnTo>
                  <a:lnTo>
                    <a:pt x="593906" y="689574"/>
                  </a:lnTo>
                  <a:lnTo>
                    <a:pt x="555651" y="713055"/>
                  </a:lnTo>
                  <a:lnTo>
                    <a:pt x="514575" y="731936"/>
                  </a:lnTo>
                  <a:lnTo>
                    <a:pt x="471030" y="745861"/>
                  </a:lnTo>
                  <a:lnTo>
                    <a:pt x="425371" y="754477"/>
                  </a:lnTo>
                  <a:lnTo>
                    <a:pt x="377952" y="757427"/>
                  </a:lnTo>
                  <a:lnTo>
                    <a:pt x="330532" y="754477"/>
                  </a:lnTo>
                  <a:lnTo>
                    <a:pt x="284873" y="745861"/>
                  </a:lnTo>
                  <a:lnTo>
                    <a:pt x="241328" y="731936"/>
                  </a:lnTo>
                  <a:lnTo>
                    <a:pt x="200252" y="713055"/>
                  </a:lnTo>
                  <a:lnTo>
                    <a:pt x="161997" y="689574"/>
                  </a:lnTo>
                  <a:lnTo>
                    <a:pt x="126918" y="661848"/>
                  </a:lnTo>
                  <a:lnTo>
                    <a:pt x="95368" y="630232"/>
                  </a:lnTo>
                  <a:lnTo>
                    <a:pt x="67702" y="595080"/>
                  </a:lnTo>
                  <a:lnTo>
                    <a:pt x="44272" y="556748"/>
                  </a:lnTo>
                  <a:lnTo>
                    <a:pt x="25434" y="515590"/>
                  </a:lnTo>
                  <a:lnTo>
                    <a:pt x="11539" y="471962"/>
                  </a:lnTo>
                  <a:lnTo>
                    <a:pt x="2943" y="426218"/>
                  </a:lnTo>
                  <a:lnTo>
                    <a:pt x="0" y="378713"/>
                  </a:lnTo>
                  <a:close/>
                </a:path>
              </a:pathLst>
            </a:custGeom>
            <a:ln w="12700">
              <a:solidFill>
                <a:srgbClr val="8197E9"/>
              </a:solidFill>
            </a:ln>
          </p:spPr>
          <p:txBody>
            <a:bodyPr wrap="square" lIns="0" tIns="0" rIns="0" bIns="0" rtlCol="0"/>
            <a:lstStyle/>
            <a:p>
              <a:endParaRPr/>
            </a:p>
          </p:txBody>
        </p:sp>
        <p:sp>
          <p:nvSpPr>
            <p:cNvPr id="129" name="object 129"/>
            <p:cNvSpPr/>
            <p:nvPr/>
          </p:nvSpPr>
          <p:spPr>
            <a:xfrm>
              <a:off x="10713720" y="5522988"/>
              <a:ext cx="550545" cy="650875"/>
            </a:xfrm>
            <a:custGeom>
              <a:avLst/>
              <a:gdLst/>
              <a:ahLst/>
              <a:cxnLst/>
              <a:rect l="l" t="t" r="r" b="b"/>
              <a:pathLst>
                <a:path w="550545" h="650875">
                  <a:moveTo>
                    <a:pt x="100584" y="330695"/>
                  </a:moveTo>
                  <a:lnTo>
                    <a:pt x="0" y="330695"/>
                  </a:lnTo>
                  <a:lnTo>
                    <a:pt x="0" y="429755"/>
                  </a:lnTo>
                  <a:lnTo>
                    <a:pt x="100584" y="429755"/>
                  </a:lnTo>
                  <a:lnTo>
                    <a:pt x="100584" y="330695"/>
                  </a:lnTo>
                  <a:close/>
                </a:path>
                <a:path w="550545" h="650875">
                  <a:moveTo>
                    <a:pt x="100584" y="219443"/>
                  </a:moveTo>
                  <a:lnTo>
                    <a:pt x="0" y="219443"/>
                  </a:lnTo>
                  <a:lnTo>
                    <a:pt x="0" y="320027"/>
                  </a:lnTo>
                  <a:lnTo>
                    <a:pt x="100584" y="320027"/>
                  </a:lnTo>
                  <a:lnTo>
                    <a:pt x="100584" y="219443"/>
                  </a:lnTo>
                  <a:close/>
                </a:path>
                <a:path w="550545" h="650875">
                  <a:moveTo>
                    <a:pt x="213360" y="440423"/>
                  </a:moveTo>
                  <a:lnTo>
                    <a:pt x="112776" y="440423"/>
                  </a:lnTo>
                  <a:lnTo>
                    <a:pt x="112776" y="541007"/>
                  </a:lnTo>
                  <a:lnTo>
                    <a:pt x="213360" y="541007"/>
                  </a:lnTo>
                  <a:lnTo>
                    <a:pt x="213360" y="440423"/>
                  </a:lnTo>
                  <a:close/>
                </a:path>
                <a:path w="550545" h="650875">
                  <a:moveTo>
                    <a:pt x="213360" y="330695"/>
                  </a:moveTo>
                  <a:lnTo>
                    <a:pt x="112776" y="330695"/>
                  </a:lnTo>
                  <a:lnTo>
                    <a:pt x="112776" y="429755"/>
                  </a:lnTo>
                  <a:lnTo>
                    <a:pt x="213360" y="429755"/>
                  </a:lnTo>
                  <a:lnTo>
                    <a:pt x="213360" y="330695"/>
                  </a:lnTo>
                  <a:close/>
                </a:path>
                <a:path w="550545" h="650875">
                  <a:moveTo>
                    <a:pt x="213360" y="219443"/>
                  </a:moveTo>
                  <a:lnTo>
                    <a:pt x="112776" y="219443"/>
                  </a:lnTo>
                  <a:lnTo>
                    <a:pt x="112776" y="320027"/>
                  </a:lnTo>
                  <a:lnTo>
                    <a:pt x="213360" y="320027"/>
                  </a:lnTo>
                  <a:lnTo>
                    <a:pt x="213360" y="219443"/>
                  </a:lnTo>
                  <a:close/>
                </a:path>
                <a:path w="550545" h="650875">
                  <a:moveTo>
                    <a:pt x="213360" y="109715"/>
                  </a:moveTo>
                  <a:lnTo>
                    <a:pt x="112776" y="109715"/>
                  </a:lnTo>
                  <a:lnTo>
                    <a:pt x="112776" y="210299"/>
                  </a:lnTo>
                  <a:lnTo>
                    <a:pt x="213360" y="210299"/>
                  </a:lnTo>
                  <a:lnTo>
                    <a:pt x="213360" y="109715"/>
                  </a:lnTo>
                  <a:close/>
                </a:path>
                <a:path w="550545" h="650875">
                  <a:moveTo>
                    <a:pt x="260604" y="550151"/>
                  </a:moveTo>
                  <a:lnTo>
                    <a:pt x="160020" y="550151"/>
                  </a:lnTo>
                  <a:lnTo>
                    <a:pt x="160020" y="650735"/>
                  </a:lnTo>
                  <a:lnTo>
                    <a:pt x="260604" y="650735"/>
                  </a:lnTo>
                  <a:lnTo>
                    <a:pt x="260604" y="550151"/>
                  </a:lnTo>
                  <a:close/>
                </a:path>
                <a:path w="550545" h="650875">
                  <a:moveTo>
                    <a:pt x="260604" y="0"/>
                  </a:moveTo>
                  <a:lnTo>
                    <a:pt x="160020" y="0"/>
                  </a:lnTo>
                  <a:lnTo>
                    <a:pt x="160020" y="99047"/>
                  </a:lnTo>
                  <a:lnTo>
                    <a:pt x="260604" y="99047"/>
                  </a:lnTo>
                  <a:lnTo>
                    <a:pt x="260604" y="0"/>
                  </a:lnTo>
                  <a:close/>
                </a:path>
                <a:path w="550545" h="650875">
                  <a:moveTo>
                    <a:pt x="326136" y="440423"/>
                  </a:moveTo>
                  <a:lnTo>
                    <a:pt x="225552" y="440423"/>
                  </a:lnTo>
                  <a:lnTo>
                    <a:pt x="225552" y="541007"/>
                  </a:lnTo>
                  <a:lnTo>
                    <a:pt x="326136" y="541007"/>
                  </a:lnTo>
                  <a:lnTo>
                    <a:pt x="326136" y="440423"/>
                  </a:lnTo>
                  <a:close/>
                </a:path>
                <a:path w="550545" h="650875">
                  <a:moveTo>
                    <a:pt x="326136" y="330695"/>
                  </a:moveTo>
                  <a:lnTo>
                    <a:pt x="225552" y="330695"/>
                  </a:lnTo>
                  <a:lnTo>
                    <a:pt x="225552" y="429755"/>
                  </a:lnTo>
                  <a:lnTo>
                    <a:pt x="326136" y="429755"/>
                  </a:lnTo>
                  <a:lnTo>
                    <a:pt x="326136" y="330695"/>
                  </a:lnTo>
                  <a:close/>
                </a:path>
                <a:path w="550545" h="650875">
                  <a:moveTo>
                    <a:pt x="326136" y="219443"/>
                  </a:moveTo>
                  <a:lnTo>
                    <a:pt x="225552" y="219443"/>
                  </a:lnTo>
                  <a:lnTo>
                    <a:pt x="225552" y="320027"/>
                  </a:lnTo>
                  <a:lnTo>
                    <a:pt x="326136" y="320027"/>
                  </a:lnTo>
                  <a:lnTo>
                    <a:pt x="326136" y="219443"/>
                  </a:lnTo>
                  <a:close/>
                </a:path>
                <a:path w="550545" h="650875">
                  <a:moveTo>
                    <a:pt x="326136" y="109715"/>
                  </a:moveTo>
                  <a:lnTo>
                    <a:pt x="225552" y="109715"/>
                  </a:lnTo>
                  <a:lnTo>
                    <a:pt x="225552" y="210299"/>
                  </a:lnTo>
                  <a:lnTo>
                    <a:pt x="326136" y="210299"/>
                  </a:lnTo>
                  <a:lnTo>
                    <a:pt x="326136" y="109715"/>
                  </a:lnTo>
                  <a:close/>
                </a:path>
                <a:path w="550545" h="650875">
                  <a:moveTo>
                    <a:pt x="385559" y="550151"/>
                  </a:moveTo>
                  <a:lnTo>
                    <a:pt x="286512" y="550151"/>
                  </a:lnTo>
                  <a:lnTo>
                    <a:pt x="286512" y="650735"/>
                  </a:lnTo>
                  <a:lnTo>
                    <a:pt x="385559" y="650735"/>
                  </a:lnTo>
                  <a:lnTo>
                    <a:pt x="385559" y="550151"/>
                  </a:lnTo>
                  <a:close/>
                </a:path>
                <a:path w="550545" h="650875">
                  <a:moveTo>
                    <a:pt x="385559" y="0"/>
                  </a:moveTo>
                  <a:lnTo>
                    <a:pt x="286512" y="0"/>
                  </a:lnTo>
                  <a:lnTo>
                    <a:pt x="286512" y="99047"/>
                  </a:lnTo>
                  <a:lnTo>
                    <a:pt x="385559" y="99047"/>
                  </a:lnTo>
                  <a:lnTo>
                    <a:pt x="385559" y="0"/>
                  </a:lnTo>
                  <a:close/>
                </a:path>
                <a:path w="550545" h="650875">
                  <a:moveTo>
                    <a:pt x="437388" y="440423"/>
                  </a:moveTo>
                  <a:lnTo>
                    <a:pt x="338328" y="440423"/>
                  </a:lnTo>
                  <a:lnTo>
                    <a:pt x="338328" y="541007"/>
                  </a:lnTo>
                  <a:lnTo>
                    <a:pt x="437388" y="541007"/>
                  </a:lnTo>
                  <a:lnTo>
                    <a:pt x="437388" y="440423"/>
                  </a:lnTo>
                  <a:close/>
                </a:path>
                <a:path w="550545" h="650875">
                  <a:moveTo>
                    <a:pt x="437388" y="330695"/>
                  </a:moveTo>
                  <a:lnTo>
                    <a:pt x="338328" y="330695"/>
                  </a:lnTo>
                  <a:lnTo>
                    <a:pt x="338328" y="429755"/>
                  </a:lnTo>
                  <a:lnTo>
                    <a:pt x="437388" y="429755"/>
                  </a:lnTo>
                  <a:lnTo>
                    <a:pt x="437388" y="330695"/>
                  </a:lnTo>
                  <a:close/>
                </a:path>
                <a:path w="550545" h="650875">
                  <a:moveTo>
                    <a:pt x="437388" y="219443"/>
                  </a:moveTo>
                  <a:lnTo>
                    <a:pt x="338328" y="219443"/>
                  </a:lnTo>
                  <a:lnTo>
                    <a:pt x="338328" y="320027"/>
                  </a:lnTo>
                  <a:lnTo>
                    <a:pt x="437388" y="320027"/>
                  </a:lnTo>
                  <a:lnTo>
                    <a:pt x="437388" y="219443"/>
                  </a:lnTo>
                  <a:close/>
                </a:path>
                <a:path w="550545" h="650875">
                  <a:moveTo>
                    <a:pt x="437388" y="109715"/>
                  </a:moveTo>
                  <a:lnTo>
                    <a:pt x="338328" y="109715"/>
                  </a:lnTo>
                  <a:lnTo>
                    <a:pt x="338328" y="210299"/>
                  </a:lnTo>
                  <a:lnTo>
                    <a:pt x="437388" y="210299"/>
                  </a:lnTo>
                  <a:lnTo>
                    <a:pt x="437388" y="109715"/>
                  </a:lnTo>
                  <a:close/>
                </a:path>
                <a:path w="550545" h="650875">
                  <a:moveTo>
                    <a:pt x="550164" y="330695"/>
                  </a:moveTo>
                  <a:lnTo>
                    <a:pt x="451104" y="330695"/>
                  </a:lnTo>
                  <a:lnTo>
                    <a:pt x="451104" y="429755"/>
                  </a:lnTo>
                  <a:lnTo>
                    <a:pt x="550164" y="429755"/>
                  </a:lnTo>
                  <a:lnTo>
                    <a:pt x="550164" y="330695"/>
                  </a:lnTo>
                  <a:close/>
                </a:path>
                <a:path w="550545" h="650875">
                  <a:moveTo>
                    <a:pt x="550164" y="219443"/>
                  </a:moveTo>
                  <a:lnTo>
                    <a:pt x="451104" y="219443"/>
                  </a:lnTo>
                  <a:lnTo>
                    <a:pt x="451104" y="320027"/>
                  </a:lnTo>
                  <a:lnTo>
                    <a:pt x="550164" y="320027"/>
                  </a:lnTo>
                  <a:lnTo>
                    <a:pt x="550164" y="219443"/>
                  </a:lnTo>
                  <a:close/>
                </a:path>
              </a:pathLst>
            </a:custGeom>
            <a:solidFill>
              <a:srgbClr val="8197E9"/>
            </a:solidFill>
          </p:spPr>
          <p:txBody>
            <a:bodyPr wrap="square" lIns="0" tIns="0" rIns="0" bIns="0" rtlCol="0"/>
            <a:lstStyle/>
            <a:p>
              <a:endParaRPr/>
            </a:p>
          </p:txBody>
        </p:sp>
      </p:grpSp>
      <p:sp>
        <p:nvSpPr>
          <p:cNvPr id="130" name="object 130"/>
          <p:cNvSpPr/>
          <p:nvPr/>
        </p:nvSpPr>
        <p:spPr>
          <a:xfrm>
            <a:off x="4251959" y="3105911"/>
            <a:ext cx="732282" cy="345186"/>
          </a:xfrm>
          <a:prstGeom prst="rect">
            <a:avLst/>
          </a:prstGeom>
          <a:blipFill>
            <a:blip r:embed="rId18" cstate="print"/>
            <a:stretch>
              <a:fillRect/>
            </a:stretch>
          </a:blipFill>
        </p:spPr>
        <p:txBody>
          <a:bodyPr wrap="square" lIns="0" tIns="0" rIns="0" bIns="0" rtlCol="0"/>
          <a:lstStyle/>
          <a:p>
            <a:endParaRPr/>
          </a:p>
        </p:txBody>
      </p:sp>
      <p:grpSp>
        <p:nvGrpSpPr>
          <p:cNvPr id="131" name="object 131"/>
          <p:cNvGrpSpPr/>
          <p:nvPr/>
        </p:nvGrpSpPr>
        <p:grpSpPr>
          <a:xfrm>
            <a:off x="4084446" y="2386329"/>
            <a:ext cx="3578860" cy="3810635"/>
            <a:chOff x="4084446" y="2386329"/>
            <a:chExt cx="3578860" cy="3810635"/>
          </a:xfrm>
        </p:grpSpPr>
        <p:sp>
          <p:nvSpPr>
            <p:cNvPr id="132" name="object 132"/>
            <p:cNvSpPr/>
            <p:nvPr/>
          </p:nvSpPr>
          <p:spPr>
            <a:xfrm>
              <a:off x="4605527" y="2596895"/>
              <a:ext cx="289560" cy="0"/>
            </a:xfrm>
            <a:custGeom>
              <a:avLst/>
              <a:gdLst/>
              <a:ahLst/>
              <a:cxnLst/>
              <a:rect l="l" t="t" r="r" b="b"/>
              <a:pathLst>
                <a:path w="289560">
                  <a:moveTo>
                    <a:pt x="0" y="0"/>
                  </a:moveTo>
                  <a:lnTo>
                    <a:pt x="289560" y="0"/>
                  </a:lnTo>
                </a:path>
              </a:pathLst>
            </a:custGeom>
            <a:ln w="6350">
              <a:solidFill>
                <a:srgbClr val="FFFFFF"/>
              </a:solidFill>
            </a:ln>
          </p:spPr>
          <p:txBody>
            <a:bodyPr wrap="square" lIns="0" tIns="0" rIns="0" bIns="0" rtlCol="0"/>
            <a:lstStyle/>
            <a:p>
              <a:endParaRPr/>
            </a:p>
          </p:txBody>
        </p:sp>
        <p:sp>
          <p:nvSpPr>
            <p:cNvPr id="133" name="object 133"/>
            <p:cNvSpPr/>
            <p:nvPr/>
          </p:nvSpPr>
          <p:spPr>
            <a:xfrm>
              <a:off x="4128515" y="2688335"/>
              <a:ext cx="0" cy="624205"/>
            </a:xfrm>
            <a:custGeom>
              <a:avLst/>
              <a:gdLst/>
              <a:ahLst/>
              <a:cxnLst/>
              <a:rect l="l" t="t" r="r" b="b"/>
              <a:pathLst>
                <a:path h="624204">
                  <a:moveTo>
                    <a:pt x="0" y="0"/>
                  </a:moveTo>
                  <a:lnTo>
                    <a:pt x="0" y="623697"/>
                  </a:lnTo>
                </a:path>
              </a:pathLst>
            </a:custGeom>
            <a:ln w="6350">
              <a:solidFill>
                <a:srgbClr val="FFFFFF"/>
              </a:solidFill>
              <a:prstDash val="sysDash"/>
            </a:ln>
          </p:spPr>
          <p:txBody>
            <a:bodyPr wrap="square" lIns="0" tIns="0" rIns="0" bIns="0" rtlCol="0"/>
            <a:lstStyle/>
            <a:p>
              <a:endParaRPr/>
            </a:p>
          </p:txBody>
        </p:sp>
        <p:sp>
          <p:nvSpPr>
            <p:cNvPr id="134" name="object 134"/>
            <p:cNvSpPr/>
            <p:nvPr/>
          </p:nvSpPr>
          <p:spPr>
            <a:xfrm>
              <a:off x="4128515" y="2598419"/>
              <a:ext cx="78105" cy="76200"/>
            </a:xfrm>
            <a:custGeom>
              <a:avLst/>
              <a:gdLst/>
              <a:ahLst/>
              <a:cxnLst/>
              <a:rect l="l" t="t" r="r" b="b"/>
              <a:pathLst>
                <a:path w="78104" h="76200">
                  <a:moveTo>
                    <a:pt x="77724" y="0"/>
                  </a:moveTo>
                  <a:lnTo>
                    <a:pt x="47470" y="5994"/>
                  </a:lnTo>
                  <a:lnTo>
                    <a:pt x="22764" y="22336"/>
                  </a:lnTo>
                  <a:lnTo>
                    <a:pt x="6107" y="46559"/>
                  </a:lnTo>
                  <a:lnTo>
                    <a:pt x="0" y="76200"/>
                  </a:lnTo>
                </a:path>
              </a:pathLst>
            </a:custGeom>
            <a:ln w="6350">
              <a:solidFill>
                <a:srgbClr val="FFFFFF"/>
              </a:solidFill>
              <a:prstDash val="sysDash"/>
            </a:ln>
          </p:spPr>
          <p:txBody>
            <a:bodyPr wrap="square" lIns="0" tIns="0" rIns="0" bIns="0" rtlCol="0"/>
            <a:lstStyle/>
            <a:p>
              <a:endParaRPr/>
            </a:p>
          </p:txBody>
        </p:sp>
        <p:sp>
          <p:nvSpPr>
            <p:cNvPr id="135" name="object 135"/>
            <p:cNvSpPr/>
            <p:nvPr/>
          </p:nvSpPr>
          <p:spPr>
            <a:xfrm>
              <a:off x="4203191" y="2595371"/>
              <a:ext cx="692150" cy="0"/>
            </a:xfrm>
            <a:custGeom>
              <a:avLst/>
              <a:gdLst/>
              <a:ahLst/>
              <a:cxnLst/>
              <a:rect l="l" t="t" r="r" b="b"/>
              <a:pathLst>
                <a:path w="692150">
                  <a:moveTo>
                    <a:pt x="0" y="0"/>
                  </a:moveTo>
                  <a:lnTo>
                    <a:pt x="691896" y="0"/>
                  </a:lnTo>
                </a:path>
              </a:pathLst>
            </a:custGeom>
            <a:ln w="6350">
              <a:solidFill>
                <a:srgbClr val="FFFFFF"/>
              </a:solidFill>
              <a:prstDash val="sysDash"/>
            </a:ln>
          </p:spPr>
          <p:txBody>
            <a:bodyPr wrap="square" lIns="0" tIns="0" rIns="0" bIns="0" rtlCol="0"/>
            <a:lstStyle/>
            <a:p>
              <a:endParaRPr/>
            </a:p>
          </p:txBody>
        </p:sp>
        <p:sp>
          <p:nvSpPr>
            <p:cNvPr id="136" name="object 136"/>
            <p:cNvSpPr/>
            <p:nvPr/>
          </p:nvSpPr>
          <p:spPr>
            <a:xfrm>
              <a:off x="4128515" y="3006851"/>
              <a:ext cx="0" cy="1175385"/>
            </a:xfrm>
            <a:custGeom>
              <a:avLst/>
              <a:gdLst/>
              <a:ahLst/>
              <a:cxnLst/>
              <a:rect l="l" t="t" r="r" b="b"/>
              <a:pathLst>
                <a:path h="1175385">
                  <a:moveTo>
                    <a:pt x="0" y="0"/>
                  </a:moveTo>
                  <a:lnTo>
                    <a:pt x="0" y="1175004"/>
                  </a:lnTo>
                </a:path>
              </a:pathLst>
            </a:custGeom>
            <a:ln w="6350">
              <a:solidFill>
                <a:srgbClr val="FFFFFF"/>
              </a:solidFill>
            </a:ln>
          </p:spPr>
          <p:txBody>
            <a:bodyPr wrap="square" lIns="0" tIns="0" rIns="0" bIns="0" rtlCol="0"/>
            <a:lstStyle/>
            <a:p>
              <a:endParaRPr/>
            </a:p>
          </p:txBody>
        </p:sp>
        <p:sp>
          <p:nvSpPr>
            <p:cNvPr id="137" name="object 137"/>
            <p:cNvSpPr/>
            <p:nvPr/>
          </p:nvSpPr>
          <p:spPr>
            <a:xfrm>
              <a:off x="4084446" y="4214113"/>
              <a:ext cx="119506" cy="75437"/>
            </a:xfrm>
            <a:prstGeom prst="rect">
              <a:avLst/>
            </a:prstGeom>
            <a:blipFill>
              <a:blip r:embed="rId19" cstate="print"/>
              <a:stretch>
                <a:fillRect/>
              </a:stretch>
            </a:blipFill>
          </p:spPr>
          <p:txBody>
            <a:bodyPr wrap="square" lIns="0" tIns="0" rIns="0" bIns="0" rtlCol="0"/>
            <a:lstStyle/>
            <a:p>
              <a:endParaRPr/>
            </a:p>
          </p:txBody>
        </p:sp>
        <p:sp>
          <p:nvSpPr>
            <p:cNvPr id="138" name="object 138"/>
            <p:cNvSpPr/>
            <p:nvPr/>
          </p:nvSpPr>
          <p:spPr>
            <a:xfrm>
              <a:off x="4084446" y="4310125"/>
              <a:ext cx="119506" cy="75437"/>
            </a:xfrm>
            <a:prstGeom prst="rect">
              <a:avLst/>
            </a:prstGeom>
            <a:blipFill>
              <a:blip r:embed="rId19" cstate="print"/>
              <a:stretch>
                <a:fillRect/>
              </a:stretch>
            </a:blipFill>
          </p:spPr>
          <p:txBody>
            <a:bodyPr wrap="square" lIns="0" tIns="0" rIns="0" bIns="0" rtlCol="0"/>
            <a:lstStyle/>
            <a:p>
              <a:endParaRPr/>
            </a:p>
          </p:txBody>
        </p:sp>
        <p:sp>
          <p:nvSpPr>
            <p:cNvPr id="139" name="object 139"/>
            <p:cNvSpPr/>
            <p:nvPr/>
          </p:nvSpPr>
          <p:spPr>
            <a:xfrm>
              <a:off x="4084446" y="4406137"/>
              <a:ext cx="119506" cy="75437"/>
            </a:xfrm>
            <a:prstGeom prst="rect">
              <a:avLst/>
            </a:prstGeom>
            <a:blipFill>
              <a:blip r:embed="rId19" cstate="print"/>
              <a:stretch>
                <a:fillRect/>
              </a:stretch>
            </a:blipFill>
          </p:spPr>
          <p:txBody>
            <a:bodyPr wrap="square" lIns="0" tIns="0" rIns="0" bIns="0" rtlCol="0"/>
            <a:lstStyle/>
            <a:p>
              <a:endParaRPr/>
            </a:p>
          </p:txBody>
        </p:sp>
        <p:sp>
          <p:nvSpPr>
            <p:cNvPr id="140" name="object 140"/>
            <p:cNvSpPr/>
            <p:nvPr/>
          </p:nvSpPr>
          <p:spPr>
            <a:xfrm>
              <a:off x="4128515" y="5538215"/>
              <a:ext cx="716915" cy="655320"/>
            </a:xfrm>
            <a:custGeom>
              <a:avLst/>
              <a:gdLst/>
              <a:ahLst/>
              <a:cxnLst/>
              <a:rect l="l" t="t" r="r" b="b"/>
              <a:pathLst>
                <a:path w="716914" h="655320">
                  <a:moveTo>
                    <a:pt x="92963" y="655320"/>
                  </a:moveTo>
                  <a:lnTo>
                    <a:pt x="716661" y="655320"/>
                  </a:lnTo>
                </a:path>
                <a:path w="716914" h="655320">
                  <a:moveTo>
                    <a:pt x="3048" y="577596"/>
                  </a:moveTo>
                  <a:lnTo>
                    <a:pt x="9042" y="607849"/>
                  </a:lnTo>
                  <a:lnTo>
                    <a:pt x="25384" y="632555"/>
                  </a:lnTo>
                  <a:lnTo>
                    <a:pt x="49607" y="649212"/>
                  </a:lnTo>
                  <a:lnTo>
                    <a:pt x="79248" y="655320"/>
                  </a:lnTo>
                </a:path>
                <a:path w="716914" h="655320">
                  <a:moveTo>
                    <a:pt x="0" y="0"/>
                  </a:moveTo>
                  <a:lnTo>
                    <a:pt x="0" y="566928"/>
                  </a:lnTo>
                </a:path>
              </a:pathLst>
            </a:custGeom>
            <a:ln w="6350">
              <a:solidFill>
                <a:srgbClr val="FFFFFF"/>
              </a:solidFill>
              <a:prstDash val="sysDash"/>
            </a:ln>
          </p:spPr>
          <p:txBody>
            <a:bodyPr wrap="square" lIns="0" tIns="0" rIns="0" bIns="0" rtlCol="0"/>
            <a:lstStyle/>
            <a:p>
              <a:endParaRPr/>
            </a:p>
          </p:txBody>
        </p:sp>
        <p:sp>
          <p:nvSpPr>
            <p:cNvPr id="141" name="object 141"/>
            <p:cNvSpPr/>
            <p:nvPr/>
          </p:nvSpPr>
          <p:spPr>
            <a:xfrm>
              <a:off x="4605527" y="6193535"/>
              <a:ext cx="289560" cy="0"/>
            </a:xfrm>
            <a:custGeom>
              <a:avLst/>
              <a:gdLst/>
              <a:ahLst/>
              <a:cxnLst/>
              <a:rect l="l" t="t" r="r" b="b"/>
              <a:pathLst>
                <a:path w="289560">
                  <a:moveTo>
                    <a:pt x="0" y="0"/>
                  </a:moveTo>
                  <a:lnTo>
                    <a:pt x="289560" y="0"/>
                  </a:lnTo>
                </a:path>
              </a:pathLst>
            </a:custGeom>
            <a:ln w="6350">
              <a:solidFill>
                <a:srgbClr val="FFFFFF"/>
              </a:solidFill>
            </a:ln>
          </p:spPr>
          <p:txBody>
            <a:bodyPr wrap="square" lIns="0" tIns="0" rIns="0" bIns="0" rtlCol="0"/>
            <a:lstStyle/>
            <a:p>
              <a:endParaRPr/>
            </a:p>
          </p:txBody>
        </p:sp>
        <p:sp>
          <p:nvSpPr>
            <p:cNvPr id="142" name="object 142"/>
            <p:cNvSpPr/>
            <p:nvPr/>
          </p:nvSpPr>
          <p:spPr>
            <a:xfrm>
              <a:off x="4128515" y="4607051"/>
              <a:ext cx="0" cy="1176655"/>
            </a:xfrm>
            <a:custGeom>
              <a:avLst/>
              <a:gdLst/>
              <a:ahLst/>
              <a:cxnLst/>
              <a:rect l="l" t="t" r="r" b="b"/>
              <a:pathLst>
                <a:path h="1176654">
                  <a:moveTo>
                    <a:pt x="0" y="0"/>
                  </a:moveTo>
                  <a:lnTo>
                    <a:pt x="0" y="1176616"/>
                  </a:lnTo>
                </a:path>
              </a:pathLst>
            </a:custGeom>
            <a:ln w="6350">
              <a:solidFill>
                <a:srgbClr val="FFFFFF"/>
              </a:solidFill>
            </a:ln>
          </p:spPr>
          <p:txBody>
            <a:bodyPr wrap="square" lIns="0" tIns="0" rIns="0" bIns="0" rtlCol="0"/>
            <a:lstStyle/>
            <a:p>
              <a:endParaRPr/>
            </a:p>
          </p:txBody>
        </p:sp>
        <p:sp>
          <p:nvSpPr>
            <p:cNvPr id="143" name="object 143"/>
            <p:cNvSpPr/>
            <p:nvPr/>
          </p:nvSpPr>
          <p:spPr>
            <a:xfrm>
              <a:off x="4084446" y="4503547"/>
              <a:ext cx="119506" cy="74040"/>
            </a:xfrm>
            <a:prstGeom prst="rect">
              <a:avLst/>
            </a:prstGeom>
            <a:blipFill>
              <a:blip r:embed="rId20" cstate="print"/>
              <a:stretch>
                <a:fillRect/>
              </a:stretch>
            </a:blipFill>
          </p:spPr>
          <p:txBody>
            <a:bodyPr wrap="square" lIns="0" tIns="0" rIns="0" bIns="0" rtlCol="0"/>
            <a:lstStyle/>
            <a:p>
              <a:endParaRPr/>
            </a:p>
          </p:txBody>
        </p:sp>
        <p:sp>
          <p:nvSpPr>
            <p:cNvPr id="144" name="object 144"/>
            <p:cNvSpPr/>
            <p:nvPr/>
          </p:nvSpPr>
          <p:spPr>
            <a:xfrm>
              <a:off x="4907533" y="2539745"/>
              <a:ext cx="75437" cy="119506"/>
            </a:xfrm>
            <a:prstGeom prst="rect">
              <a:avLst/>
            </a:prstGeom>
            <a:blipFill>
              <a:blip r:embed="rId21" cstate="print"/>
              <a:stretch>
                <a:fillRect/>
              </a:stretch>
            </a:blipFill>
          </p:spPr>
          <p:txBody>
            <a:bodyPr wrap="square" lIns="0" tIns="0" rIns="0" bIns="0" rtlCol="0"/>
            <a:lstStyle/>
            <a:p>
              <a:endParaRPr/>
            </a:p>
          </p:txBody>
        </p:sp>
        <p:sp>
          <p:nvSpPr>
            <p:cNvPr id="145" name="object 145"/>
            <p:cNvSpPr/>
            <p:nvPr/>
          </p:nvSpPr>
          <p:spPr>
            <a:xfrm>
              <a:off x="5003545" y="2539745"/>
              <a:ext cx="75437" cy="119506"/>
            </a:xfrm>
            <a:prstGeom prst="rect">
              <a:avLst/>
            </a:prstGeom>
            <a:blipFill>
              <a:blip r:embed="rId22" cstate="print"/>
              <a:stretch>
                <a:fillRect/>
              </a:stretch>
            </a:blipFill>
          </p:spPr>
          <p:txBody>
            <a:bodyPr wrap="square" lIns="0" tIns="0" rIns="0" bIns="0" rtlCol="0"/>
            <a:lstStyle/>
            <a:p>
              <a:endParaRPr/>
            </a:p>
          </p:txBody>
        </p:sp>
        <p:sp>
          <p:nvSpPr>
            <p:cNvPr id="146" name="object 146"/>
            <p:cNvSpPr/>
            <p:nvPr/>
          </p:nvSpPr>
          <p:spPr>
            <a:xfrm>
              <a:off x="5099557" y="2539745"/>
              <a:ext cx="75437" cy="119506"/>
            </a:xfrm>
            <a:prstGeom prst="rect">
              <a:avLst/>
            </a:prstGeom>
            <a:blipFill>
              <a:blip r:embed="rId21" cstate="print"/>
              <a:stretch>
                <a:fillRect/>
              </a:stretch>
            </a:blipFill>
          </p:spPr>
          <p:txBody>
            <a:bodyPr wrap="square" lIns="0" tIns="0" rIns="0" bIns="0" rtlCol="0"/>
            <a:lstStyle/>
            <a:p>
              <a:endParaRPr/>
            </a:p>
          </p:txBody>
        </p:sp>
        <p:sp>
          <p:nvSpPr>
            <p:cNvPr id="147" name="object 147"/>
            <p:cNvSpPr/>
            <p:nvPr/>
          </p:nvSpPr>
          <p:spPr>
            <a:xfrm>
              <a:off x="5282183" y="2596895"/>
              <a:ext cx="1719580" cy="0"/>
            </a:xfrm>
            <a:custGeom>
              <a:avLst/>
              <a:gdLst/>
              <a:ahLst/>
              <a:cxnLst/>
              <a:rect l="l" t="t" r="r" b="b"/>
              <a:pathLst>
                <a:path w="1719579">
                  <a:moveTo>
                    <a:pt x="0" y="0"/>
                  </a:moveTo>
                  <a:lnTo>
                    <a:pt x="1719071" y="0"/>
                  </a:lnTo>
                </a:path>
              </a:pathLst>
            </a:custGeom>
            <a:ln w="6350">
              <a:solidFill>
                <a:srgbClr val="FFFFFF"/>
              </a:solidFill>
            </a:ln>
          </p:spPr>
          <p:txBody>
            <a:bodyPr wrap="square" lIns="0" tIns="0" rIns="0" bIns="0" rtlCol="0"/>
            <a:lstStyle/>
            <a:p>
              <a:endParaRPr/>
            </a:p>
          </p:txBody>
        </p:sp>
        <p:sp>
          <p:nvSpPr>
            <p:cNvPr id="148" name="object 148"/>
            <p:cNvSpPr/>
            <p:nvPr/>
          </p:nvSpPr>
          <p:spPr>
            <a:xfrm>
              <a:off x="5196966" y="2539745"/>
              <a:ext cx="74041" cy="119506"/>
            </a:xfrm>
            <a:prstGeom prst="rect">
              <a:avLst/>
            </a:prstGeom>
            <a:blipFill>
              <a:blip r:embed="rId23" cstate="print"/>
              <a:stretch>
                <a:fillRect/>
              </a:stretch>
            </a:blipFill>
          </p:spPr>
          <p:txBody>
            <a:bodyPr wrap="square" lIns="0" tIns="0" rIns="0" bIns="0" rtlCol="0"/>
            <a:lstStyle/>
            <a:p>
              <a:endParaRPr/>
            </a:p>
          </p:txBody>
        </p:sp>
        <p:sp>
          <p:nvSpPr>
            <p:cNvPr id="149" name="object 149"/>
            <p:cNvSpPr/>
            <p:nvPr/>
          </p:nvSpPr>
          <p:spPr>
            <a:xfrm>
              <a:off x="7388351" y="2596895"/>
              <a:ext cx="271780" cy="0"/>
            </a:xfrm>
            <a:custGeom>
              <a:avLst/>
              <a:gdLst/>
              <a:ahLst/>
              <a:cxnLst/>
              <a:rect l="l" t="t" r="r" b="b"/>
              <a:pathLst>
                <a:path w="271779">
                  <a:moveTo>
                    <a:pt x="0" y="0"/>
                  </a:moveTo>
                  <a:lnTo>
                    <a:pt x="271652" y="0"/>
                  </a:lnTo>
                </a:path>
              </a:pathLst>
            </a:custGeom>
            <a:ln w="6350">
              <a:solidFill>
                <a:srgbClr val="FFFFFF"/>
              </a:solidFill>
            </a:ln>
          </p:spPr>
          <p:txBody>
            <a:bodyPr wrap="square" lIns="0" tIns="0" rIns="0" bIns="0" rtlCol="0"/>
            <a:lstStyle/>
            <a:p>
              <a:endParaRPr/>
            </a:p>
          </p:txBody>
        </p:sp>
        <p:sp>
          <p:nvSpPr>
            <p:cNvPr id="150" name="object 150"/>
            <p:cNvSpPr/>
            <p:nvPr/>
          </p:nvSpPr>
          <p:spPr>
            <a:xfrm>
              <a:off x="7300467" y="2539745"/>
              <a:ext cx="74040" cy="119506"/>
            </a:xfrm>
            <a:prstGeom prst="rect">
              <a:avLst/>
            </a:prstGeom>
            <a:blipFill>
              <a:blip r:embed="rId24" cstate="print"/>
              <a:stretch>
                <a:fillRect/>
              </a:stretch>
            </a:blipFill>
          </p:spPr>
          <p:txBody>
            <a:bodyPr wrap="square" lIns="0" tIns="0" rIns="0" bIns="0" rtlCol="0"/>
            <a:lstStyle/>
            <a:p>
              <a:endParaRPr/>
            </a:p>
          </p:txBody>
        </p:sp>
        <p:sp>
          <p:nvSpPr>
            <p:cNvPr id="151" name="object 151"/>
            <p:cNvSpPr/>
            <p:nvPr/>
          </p:nvSpPr>
          <p:spPr>
            <a:xfrm>
              <a:off x="7202931" y="2539745"/>
              <a:ext cx="75438" cy="119506"/>
            </a:xfrm>
            <a:prstGeom prst="rect">
              <a:avLst/>
            </a:prstGeom>
            <a:blipFill>
              <a:blip r:embed="rId25" cstate="print"/>
              <a:stretch>
                <a:fillRect/>
              </a:stretch>
            </a:blipFill>
          </p:spPr>
          <p:txBody>
            <a:bodyPr wrap="square" lIns="0" tIns="0" rIns="0" bIns="0" rtlCol="0"/>
            <a:lstStyle/>
            <a:p>
              <a:endParaRPr/>
            </a:p>
          </p:txBody>
        </p:sp>
        <p:sp>
          <p:nvSpPr>
            <p:cNvPr id="152" name="object 152"/>
            <p:cNvSpPr/>
            <p:nvPr/>
          </p:nvSpPr>
          <p:spPr>
            <a:xfrm>
              <a:off x="7106919" y="2539745"/>
              <a:ext cx="75437" cy="119506"/>
            </a:xfrm>
            <a:prstGeom prst="rect">
              <a:avLst/>
            </a:prstGeom>
            <a:blipFill>
              <a:blip r:embed="rId25" cstate="print"/>
              <a:stretch>
                <a:fillRect/>
              </a:stretch>
            </a:blipFill>
          </p:spPr>
          <p:txBody>
            <a:bodyPr wrap="square" lIns="0" tIns="0" rIns="0" bIns="0" rtlCol="0"/>
            <a:lstStyle/>
            <a:p>
              <a:endParaRPr/>
            </a:p>
          </p:txBody>
        </p:sp>
        <p:sp>
          <p:nvSpPr>
            <p:cNvPr id="153" name="object 153"/>
            <p:cNvSpPr/>
            <p:nvPr/>
          </p:nvSpPr>
          <p:spPr>
            <a:xfrm>
              <a:off x="7010907" y="2539745"/>
              <a:ext cx="75438" cy="119506"/>
            </a:xfrm>
            <a:prstGeom prst="rect">
              <a:avLst/>
            </a:prstGeom>
            <a:blipFill>
              <a:blip r:embed="rId25" cstate="print"/>
              <a:stretch>
                <a:fillRect/>
              </a:stretch>
            </a:blipFill>
          </p:spPr>
          <p:txBody>
            <a:bodyPr wrap="square" lIns="0" tIns="0" rIns="0" bIns="0" rtlCol="0"/>
            <a:lstStyle/>
            <a:p>
              <a:endParaRPr/>
            </a:p>
          </p:txBody>
        </p:sp>
        <p:sp>
          <p:nvSpPr>
            <p:cNvPr id="154" name="object 154"/>
            <p:cNvSpPr/>
            <p:nvPr/>
          </p:nvSpPr>
          <p:spPr>
            <a:xfrm>
              <a:off x="5285231" y="2392679"/>
              <a:ext cx="1710055" cy="408940"/>
            </a:xfrm>
            <a:custGeom>
              <a:avLst/>
              <a:gdLst/>
              <a:ahLst/>
              <a:cxnLst/>
              <a:rect l="l" t="t" r="r" b="b"/>
              <a:pathLst>
                <a:path w="1710054" h="408939">
                  <a:moveTo>
                    <a:pt x="1641856" y="0"/>
                  </a:moveTo>
                  <a:lnTo>
                    <a:pt x="68071" y="0"/>
                  </a:lnTo>
                  <a:lnTo>
                    <a:pt x="41576" y="5349"/>
                  </a:lnTo>
                  <a:lnTo>
                    <a:pt x="19938" y="19938"/>
                  </a:lnTo>
                  <a:lnTo>
                    <a:pt x="5349" y="41576"/>
                  </a:lnTo>
                  <a:lnTo>
                    <a:pt x="0" y="68072"/>
                  </a:lnTo>
                  <a:lnTo>
                    <a:pt x="0" y="340360"/>
                  </a:lnTo>
                  <a:lnTo>
                    <a:pt x="5349" y="366855"/>
                  </a:lnTo>
                  <a:lnTo>
                    <a:pt x="19938" y="388493"/>
                  </a:lnTo>
                  <a:lnTo>
                    <a:pt x="41576" y="403082"/>
                  </a:lnTo>
                  <a:lnTo>
                    <a:pt x="68071" y="408432"/>
                  </a:lnTo>
                  <a:lnTo>
                    <a:pt x="1641856" y="408432"/>
                  </a:lnTo>
                  <a:lnTo>
                    <a:pt x="1668351" y="403082"/>
                  </a:lnTo>
                  <a:lnTo>
                    <a:pt x="1689989" y="388493"/>
                  </a:lnTo>
                  <a:lnTo>
                    <a:pt x="1704578" y="366855"/>
                  </a:lnTo>
                  <a:lnTo>
                    <a:pt x="1709927" y="340360"/>
                  </a:lnTo>
                  <a:lnTo>
                    <a:pt x="1709927" y="68072"/>
                  </a:lnTo>
                  <a:lnTo>
                    <a:pt x="1704578" y="41576"/>
                  </a:lnTo>
                  <a:lnTo>
                    <a:pt x="1689989" y="19938"/>
                  </a:lnTo>
                  <a:lnTo>
                    <a:pt x="1668351" y="5349"/>
                  </a:lnTo>
                  <a:lnTo>
                    <a:pt x="1641856" y="0"/>
                  </a:lnTo>
                  <a:close/>
                </a:path>
              </a:pathLst>
            </a:custGeom>
            <a:solidFill>
              <a:srgbClr val="0F1F58"/>
            </a:solidFill>
          </p:spPr>
          <p:txBody>
            <a:bodyPr wrap="square" lIns="0" tIns="0" rIns="0" bIns="0" rtlCol="0"/>
            <a:lstStyle/>
            <a:p>
              <a:endParaRPr/>
            </a:p>
          </p:txBody>
        </p:sp>
        <p:sp>
          <p:nvSpPr>
            <p:cNvPr id="155" name="object 155"/>
            <p:cNvSpPr/>
            <p:nvPr/>
          </p:nvSpPr>
          <p:spPr>
            <a:xfrm>
              <a:off x="5285231" y="2392679"/>
              <a:ext cx="1710055" cy="408940"/>
            </a:xfrm>
            <a:custGeom>
              <a:avLst/>
              <a:gdLst/>
              <a:ahLst/>
              <a:cxnLst/>
              <a:rect l="l" t="t" r="r" b="b"/>
              <a:pathLst>
                <a:path w="1710054" h="408939">
                  <a:moveTo>
                    <a:pt x="0" y="68072"/>
                  </a:moveTo>
                  <a:lnTo>
                    <a:pt x="5349" y="41576"/>
                  </a:lnTo>
                  <a:lnTo>
                    <a:pt x="19938" y="19938"/>
                  </a:lnTo>
                  <a:lnTo>
                    <a:pt x="41576" y="5349"/>
                  </a:lnTo>
                  <a:lnTo>
                    <a:pt x="68071" y="0"/>
                  </a:lnTo>
                  <a:lnTo>
                    <a:pt x="1641856" y="0"/>
                  </a:lnTo>
                  <a:lnTo>
                    <a:pt x="1668351" y="5349"/>
                  </a:lnTo>
                  <a:lnTo>
                    <a:pt x="1689989" y="19938"/>
                  </a:lnTo>
                  <a:lnTo>
                    <a:pt x="1704578" y="41576"/>
                  </a:lnTo>
                  <a:lnTo>
                    <a:pt x="1709927" y="68072"/>
                  </a:lnTo>
                  <a:lnTo>
                    <a:pt x="1709927" y="340360"/>
                  </a:lnTo>
                  <a:lnTo>
                    <a:pt x="1704578" y="366855"/>
                  </a:lnTo>
                  <a:lnTo>
                    <a:pt x="1689989" y="388493"/>
                  </a:lnTo>
                  <a:lnTo>
                    <a:pt x="1668351" y="403082"/>
                  </a:lnTo>
                  <a:lnTo>
                    <a:pt x="1641856" y="408432"/>
                  </a:lnTo>
                  <a:lnTo>
                    <a:pt x="68071" y="408432"/>
                  </a:lnTo>
                  <a:lnTo>
                    <a:pt x="41576" y="403082"/>
                  </a:lnTo>
                  <a:lnTo>
                    <a:pt x="19938" y="388493"/>
                  </a:lnTo>
                  <a:lnTo>
                    <a:pt x="5349" y="366855"/>
                  </a:lnTo>
                  <a:lnTo>
                    <a:pt x="0" y="340360"/>
                  </a:lnTo>
                  <a:lnTo>
                    <a:pt x="0" y="68072"/>
                  </a:lnTo>
                  <a:close/>
                </a:path>
              </a:pathLst>
            </a:custGeom>
            <a:ln w="12700">
              <a:solidFill>
                <a:srgbClr val="8197E9"/>
              </a:solidFill>
            </a:ln>
          </p:spPr>
          <p:txBody>
            <a:bodyPr wrap="square" lIns="0" tIns="0" rIns="0" bIns="0" rtlCol="0"/>
            <a:lstStyle/>
            <a:p>
              <a:endParaRPr/>
            </a:p>
          </p:txBody>
        </p:sp>
        <p:sp>
          <p:nvSpPr>
            <p:cNvPr id="156" name="object 156"/>
            <p:cNvSpPr/>
            <p:nvPr/>
          </p:nvSpPr>
          <p:spPr>
            <a:xfrm>
              <a:off x="5489447" y="2432316"/>
              <a:ext cx="1303781" cy="401561"/>
            </a:xfrm>
            <a:prstGeom prst="rect">
              <a:avLst/>
            </a:prstGeom>
            <a:blipFill>
              <a:blip r:embed="rId26" cstate="print"/>
              <a:stretch>
                <a:fillRect/>
              </a:stretch>
            </a:blipFill>
          </p:spPr>
          <p:txBody>
            <a:bodyPr wrap="square" lIns="0" tIns="0" rIns="0" bIns="0" rtlCol="0"/>
            <a:lstStyle/>
            <a:p>
              <a:endParaRPr/>
            </a:p>
          </p:txBody>
        </p:sp>
        <p:sp>
          <p:nvSpPr>
            <p:cNvPr id="157" name="object 157"/>
            <p:cNvSpPr/>
            <p:nvPr/>
          </p:nvSpPr>
          <p:spPr>
            <a:xfrm>
              <a:off x="5282183" y="6193535"/>
              <a:ext cx="2378075" cy="0"/>
            </a:xfrm>
            <a:custGeom>
              <a:avLst/>
              <a:gdLst/>
              <a:ahLst/>
              <a:cxnLst/>
              <a:rect l="l" t="t" r="r" b="b"/>
              <a:pathLst>
                <a:path w="2378075">
                  <a:moveTo>
                    <a:pt x="0" y="0"/>
                  </a:moveTo>
                  <a:lnTo>
                    <a:pt x="2377820" y="0"/>
                  </a:lnTo>
                </a:path>
              </a:pathLst>
            </a:custGeom>
            <a:ln w="6350">
              <a:solidFill>
                <a:srgbClr val="FFFFFF"/>
              </a:solidFill>
            </a:ln>
          </p:spPr>
          <p:txBody>
            <a:bodyPr wrap="square" lIns="0" tIns="0" rIns="0" bIns="0" rtlCol="0"/>
            <a:lstStyle/>
            <a:p>
              <a:endParaRPr/>
            </a:p>
          </p:txBody>
        </p:sp>
      </p:grpSp>
      <p:sp>
        <p:nvSpPr>
          <p:cNvPr id="158" name="object 158"/>
          <p:cNvSpPr txBox="1"/>
          <p:nvPr/>
        </p:nvSpPr>
        <p:spPr>
          <a:xfrm>
            <a:off x="4336541" y="3141675"/>
            <a:ext cx="549910" cy="208915"/>
          </a:xfrm>
          <a:prstGeom prst="rect">
            <a:avLst/>
          </a:prstGeom>
        </p:spPr>
        <p:txBody>
          <a:bodyPr vert="horz" wrap="square" lIns="0" tIns="12700" rIns="0" bIns="0" rtlCol="0">
            <a:spAutoFit/>
          </a:bodyPr>
          <a:lstStyle/>
          <a:p>
            <a:pPr marL="12700">
              <a:lnSpc>
                <a:spcPct val="100000"/>
              </a:lnSpc>
              <a:spcBef>
                <a:spcPts val="100"/>
              </a:spcBef>
            </a:pPr>
            <a:r>
              <a:rPr sz="1200" spc="-5" dirty="0">
                <a:solidFill>
                  <a:srgbClr val="FFFFFF"/>
                </a:solidFill>
                <a:latin typeface="Arial"/>
                <a:cs typeface="Arial"/>
              </a:rPr>
              <a:t>R</a:t>
            </a:r>
            <a:r>
              <a:rPr sz="1200" dirty="0">
                <a:solidFill>
                  <a:srgbClr val="FFFFFF"/>
                </a:solidFill>
                <a:latin typeface="Arial"/>
                <a:cs typeface="Arial"/>
              </a:rPr>
              <a:t>e</a:t>
            </a:r>
            <a:r>
              <a:rPr sz="1200" spc="-15" dirty="0">
                <a:solidFill>
                  <a:srgbClr val="FFFFFF"/>
                </a:solidFill>
                <a:latin typeface="Arial"/>
                <a:cs typeface="Arial"/>
              </a:rPr>
              <a:t>w</a:t>
            </a:r>
            <a:r>
              <a:rPr sz="1200" dirty="0">
                <a:solidFill>
                  <a:srgbClr val="FFFFFF"/>
                </a:solidFill>
                <a:latin typeface="Arial"/>
                <a:cs typeface="Arial"/>
              </a:rPr>
              <a:t>ard</a:t>
            </a:r>
            <a:endParaRPr sz="1200">
              <a:latin typeface="Arial"/>
              <a:cs typeface="Arial"/>
            </a:endParaRPr>
          </a:p>
        </p:txBody>
      </p:sp>
      <p:sp>
        <p:nvSpPr>
          <p:cNvPr id="159" name="object 159"/>
          <p:cNvSpPr/>
          <p:nvPr/>
        </p:nvSpPr>
        <p:spPr>
          <a:xfrm>
            <a:off x="5366004" y="3500627"/>
            <a:ext cx="1461770" cy="1557655"/>
          </a:xfrm>
          <a:custGeom>
            <a:avLst/>
            <a:gdLst/>
            <a:ahLst/>
            <a:cxnLst/>
            <a:rect l="l" t="t" r="r" b="b"/>
            <a:pathLst>
              <a:path w="1461770" h="1557654">
                <a:moveTo>
                  <a:pt x="728472" y="1133983"/>
                </a:moveTo>
                <a:lnTo>
                  <a:pt x="662432" y="1133983"/>
                </a:lnTo>
                <a:lnTo>
                  <a:pt x="624560" y="1122972"/>
                </a:lnTo>
                <a:lnTo>
                  <a:pt x="602310" y="1095629"/>
                </a:lnTo>
                <a:lnTo>
                  <a:pt x="598932" y="1060589"/>
                </a:lnTo>
                <a:lnTo>
                  <a:pt x="604799" y="1049909"/>
                </a:lnTo>
                <a:lnTo>
                  <a:pt x="617728" y="1026414"/>
                </a:lnTo>
                <a:lnTo>
                  <a:pt x="664464" y="979678"/>
                </a:lnTo>
                <a:lnTo>
                  <a:pt x="643737" y="958989"/>
                </a:lnTo>
                <a:lnTo>
                  <a:pt x="579247" y="894588"/>
                </a:lnTo>
                <a:lnTo>
                  <a:pt x="532384" y="941197"/>
                </a:lnTo>
                <a:lnTo>
                  <a:pt x="508762" y="953579"/>
                </a:lnTo>
                <a:lnTo>
                  <a:pt x="508762" y="1194054"/>
                </a:lnTo>
                <a:lnTo>
                  <a:pt x="501396" y="1239634"/>
                </a:lnTo>
                <a:lnTo>
                  <a:pt x="480898" y="1279194"/>
                </a:lnTo>
                <a:lnTo>
                  <a:pt x="449643" y="1310398"/>
                </a:lnTo>
                <a:lnTo>
                  <a:pt x="409994" y="1330858"/>
                </a:lnTo>
                <a:lnTo>
                  <a:pt x="364363" y="1338199"/>
                </a:lnTo>
                <a:lnTo>
                  <a:pt x="318719" y="1330858"/>
                </a:lnTo>
                <a:lnTo>
                  <a:pt x="279069" y="1310398"/>
                </a:lnTo>
                <a:lnTo>
                  <a:pt x="247815" y="1279194"/>
                </a:lnTo>
                <a:lnTo>
                  <a:pt x="227317" y="1239634"/>
                </a:lnTo>
                <a:lnTo>
                  <a:pt x="219964" y="1194054"/>
                </a:lnTo>
                <a:lnTo>
                  <a:pt x="227317" y="1148486"/>
                </a:lnTo>
                <a:lnTo>
                  <a:pt x="247815" y="1108925"/>
                </a:lnTo>
                <a:lnTo>
                  <a:pt x="279069" y="1077722"/>
                </a:lnTo>
                <a:lnTo>
                  <a:pt x="318719" y="1057262"/>
                </a:lnTo>
                <a:lnTo>
                  <a:pt x="364363" y="1049909"/>
                </a:lnTo>
                <a:lnTo>
                  <a:pt x="410006" y="1057262"/>
                </a:lnTo>
                <a:lnTo>
                  <a:pt x="449643" y="1077722"/>
                </a:lnTo>
                <a:lnTo>
                  <a:pt x="480898" y="1108925"/>
                </a:lnTo>
                <a:lnTo>
                  <a:pt x="501396" y="1148486"/>
                </a:lnTo>
                <a:lnTo>
                  <a:pt x="508762" y="1194054"/>
                </a:lnTo>
                <a:lnTo>
                  <a:pt x="508762" y="953579"/>
                </a:lnTo>
                <a:lnTo>
                  <a:pt x="498411" y="958989"/>
                </a:lnTo>
                <a:lnTo>
                  <a:pt x="487375" y="957567"/>
                </a:lnTo>
                <a:lnTo>
                  <a:pt x="463296" y="954443"/>
                </a:lnTo>
                <a:lnTo>
                  <a:pt x="435800" y="932129"/>
                </a:lnTo>
                <a:lnTo>
                  <a:pt x="424688" y="896620"/>
                </a:lnTo>
                <a:lnTo>
                  <a:pt x="424688" y="830580"/>
                </a:lnTo>
                <a:lnTo>
                  <a:pt x="304038" y="830580"/>
                </a:lnTo>
                <a:lnTo>
                  <a:pt x="304038" y="896620"/>
                </a:lnTo>
                <a:lnTo>
                  <a:pt x="292557" y="930846"/>
                </a:lnTo>
                <a:lnTo>
                  <a:pt x="264477" y="952627"/>
                </a:lnTo>
                <a:lnTo>
                  <a:pt x="229235" y="957567"/>
                </a:lnTo>
                <a:lnTo>
                  <a:pt x="196342" y="941197"/>
                </a:lnTo>
                <a:lnTo>
                  <a:pt x="149352" y="894334"/>
                </a:lnTo>
                <a:lnTo>
                  <a:pt x="64135" y="979551"/>
                </a:lnTo>
                <a:lnTo>
                  <a:pt x="110998" y="1026287"/>
                </a:lnTo>
                <a:lnTo>
                  <a:pt x="129273" y="1060221"/>
                </a:lnTo>
                <a:lnTo>
                  <a:pt x="125450" y="1095248"/>
                </a:lnTo>
                <a:lnTo>
                  <a:pt x="103225" y="1122667"/>
                </a:lnTo>
                <a:lnTo>
                  <a:pt x="66294" y="1133729"/>
                </a:lnTo>
                <a:lnTo>
                  <a:pt x="0" y="1133729"/>
                </a:lnTo>
                <a:lnTo>
                  <a:pt x="0" y="1254125"/>
                </a:lnTo>
                <a:lnTo>
                  <a:pt x="66294" y="1254125"/>
                </a:lnTo>
                <a:lnTo>
                  <a:pt x="105841" y="1264310"/>
                </a:lnTo>
                <a:lnTo>
                  <a:pt x="129298" y="1290231"/>
                </a:lnTo>
                <a:lnTo>
                  <a:pt x="132384" y="1324965"/>
                </a:lnTo>
                <a:lnTo>
                  <a:pt x="110871" y="1361567"/>
                </a:lnTo>
                <a:lnTo>
                  <a:pt x="64008" y="1408430"/>
                </a:lnTo>
                <a:lnTo>
                  <a:pt x="149225" y="1493520"/>
                </a:lnTo>
                <a:lnTo>
                  <a:pt x="196088" y="1446784"/>
                </a:lnTo>
                <a:lnTo>
                  <a:pt x="229031" y="1429804"/>
                </a:lnTo>
                <a:lnTo>
                  <a:pt x="264261" y="1433804"/>
                </a:lnTo>
                <a:lnTo>
                  <a:pt x="292328" y="1455470"/>
                </a:lnTo>
                <a:lnTo>
                  <a:pt x="303784" y="1491488"/>
                </a:lnTo>
                <a:lnTo>
                  <a:pt x="303784" y="1557528"/>
                </a:lnTo>
                <a:lnTo>
                  <a:pt x="424434" y="1557528"/>
                </a:lnTo>
                <a:lnTo>
                  <a:pt x="424434" y="1491488"/>
                </a:lnTo>
                <a:lnTo>
                  <a:pt x="434949" y="1453654"/>
                </a:lnTo>
                <a:lnTo>
                  <a:pt x="461479" y="1430591"/>
                </a:lnTo>
                <a:lnTo>
                  <a:pt x="468909" y="1429804"/>
                </a:lnTo>
                <a:lnTo>
                  <a:pt x="496443" y="1426883"/>
                </a:lnTo>
                <a:lnTo>
                  <a:pt x="532257" y="1447038"/>
                </a:lnTo>
                <a:lnTo>
                  <a:pt x="579120" y="1493774"/>
                </a:lnTo>
                <a:lnTo>
                  <a:pt x="646010" y="1426883"/>
                </a:lnTo>
                <a:lnTo>
                  <a:pt x="664337" y="1408557"/>
                </a:lnTo>
                <a:lnTo>
                  <a:pt x="617601" y="1361948"/>
                </a:lnTo>
                <a:lnTo>
                  <a:pt x="604024" y="1338199"/>
                </a:lnTo>
                <a:lnTo>
                  <a:pt x="597789" y="1327302"/>
                </a:lnTo>
                <a:lnTo>
                  <a:pt x="600227" y="1292313"/>
                </a:lnTo>
                <a:lnTo>
                  <a:pt x="622528" y="1265250"/>
                </a:lnTo>
                <a:lnTo>
                  <a:pt x="662305" y="1254379"/>
                </a:lnTo>
                <a:lnTo>
                  <a:pt x="728472" y="1254379"/>
                </a:lnTo>
                <a:lnTo>
                  <a:pt x="728472" y="1133983"/>
                </a:lnTo>
                <a:close/>
              </a:path>
              <a:path w="1461770" h="1557654">
                <a:moveTo>
                  <a:pt x="1173467" y="367665"/>
                </a:moveTo>
                <a:lnTo>
                  <a:pt x="1093597" y="367665"/>
                </a:lnTo>
                <a:lnTo>
                  <a:pt x="1055585" y="358902"/>
                </a:lnTo>
                <a:lnTo>
                  <a:pt x="1029169" y="336130"/>
                </a:lnTo>
                <a:lnTo>
                  <a:pt x="1016355" y="304711"/>
                </a:lnTo>
                <a:lnTo>
                  <a:pt x="1019162" y="269976"/>
                </a:lnTo>
                <a:lnTo>
                  <a:pt x="1021753" y="265811"/>
                </a:lnTo>
                <a:lnTo>
                  <a:pt x="1039622" y="237236"/>
                </a:lnTo>
                <a:lnTo>
                  <a:pt x="1096137" y="180721"/>
                </a:lnTo>
                <a:lnTo>
                  <a:pt x="1071105" y="155663"/>
                </a:lnTo>
                <a:lnTo>
                  <a:pt x="993013" y="77470"/>
                </a:lnTo>
                <a:lnTo>
                  <a:pt x="936371" y="134112"/>
                </a:lnTo>
                <a:lnTo>
                  <a:pt x="907796" y="149085"/>
                </a:lnTo>
                <a:lnTo>
                  <a:pt x="907796" y="440436"/>
                </a:lnTo>
                <a:lnTo>
                  <a:pt x="901560" y="486892"/>
                </a:lnTo>
                <a:lnTo>
                  <a:pt x="883970" y="528612"/>
                </a:lnTo>
                <a:lnTo>
                  <a:pt x="856665" y="563956"/>
                </a:lnTo>
                <a:lnTo>
                  <a:pt x="821334" y="591248"/>
                </a:lnTo>
                <a:lnTo>
                  <a:pt x="779614" y="608838"/>
                </a:lnTo>
                <a:lnTo>
                  <a:pt x="733171" y="615061"/>
                </a:lnTo>
                <a:lnTo>
                  <a:pt x="686765" y="608838"/>
                </a:lnTo>
                <a:lnTo>
                  <a:pt x="645045" y="591248"/>
                </a:lnTo>
                <a:lnTo>
                  <a:pt x="609701" y="563956"/>
                </a:lnTo>
                <a:lnTo>
                  <a:pt x="582396" y="528612"/>
                </a:lnTo>
                <a:lnTo>
                  <a:pt x="564781" y="486892"/>
                </a:lnTo>
                <a:lnTo>
                  <a:pt x="558546" y="440436"/>
                </a:lnTo>
                <a:lnTo>
                  <a:pt x="564781" y="393992"/>
                </a:lnTo>
                <a:lnTo>
                  <a:pt x="582396" y="352272"/>
                </a:lnTo>
                <a:lnTo>
                  <a:pt x="609701" y="316928"/>
                </a:lnTo>
                <a:lnTo>
                  <a:pt x="645045" y="289636"/>
                </a:lnTo>
                <a:lnTo>
                  <a:pt x="686765" y="272046"/>
                </a:lnTo>
                <a:lnTo>
                  <a:pt x="733171" y="265811"/>
                </a:lnTo>
                <a:lnTo>
                  <a:pt x="779614" y="272046"/>
                </a:lnTo>
                <a:lnTo>
                  <a:pt x="821334" y="289636"/>
                </a:lnTo>
                <a:lnTo>
                  <a:pt x="856665" y="316928"/>
                </a:lnTo>
                <a:lnTo>
                  <a:pt x="883970" y="352272"/>
                </a:lnTo>
                <a:lnTo>
                  <a:pt x="901560" y="393992"/>
                </a:lnTo>
                <a:lnTo>
                  <a:pt x="907796" y="440436"/>
                </a:lnTo>
                <a:lnTo>
                  <a:pt x="907796" y="149085"/>
                </a:lnTo>
                <a:lnTo>
                  <a:pt x="895223" y="155663"/>
                </a:lnTo>
                <a:lnTo>
                  <a:pt x="880999" y="153809"/>
                </a:lnTo>
                <a:lnTo>
                  <a:pt x="852741" y="150114"/>
                </a:lnTo>
                <a:lnTo>
                  <a:pt x="819492" y="123050"/>
                </a:lnTo>
                <a:lnTo>
                  <a:pt x="806069" y="80010"/>
                </a:lnTo>
                <a:lnTo>
                  <a:pt x="806069" y="0"/>
                </a:lnTo>
                <a:lnTo>
                  <a:pt x="660273" y="0"/>
                </a:lnTo>
                <a:lnTo>
                  <a:pt x="660273" y="80010"/>
                </a:lnTo>
                <a:lnTo>
                  <a:pt x="646404" y="121488"/>
                </a:lnTo>
                <a:lnTo>
                  <a:pt x="612457" y="147866"/>
                </a:lnTo>
                <a:lnTo>
                  <a:pt x="569823" y="153809"/>
                </a:lnTo>
                <a:lnTo>
                  <a:pt x="529971" y="133985"/>
                </a:lnTo>
                <a:lnTo>
                  <a:pt x="473329" y="77355"/>
                </a:lnTo>
                <a:lnTo>
                  <a:pt x="370078" y="180467"/>
                </a:lnTo>
                <a:lnTo>
                  <a:pt x="426847" y="237236"/>
                </a:lnTo>
                <a:lnTo>
                  <a:pt x="448932" y="278295"/>
                </a:lnTo>
                <a:lnTo>
                  <a:pt x="444284" y="320700"/>
                </a:lnTo>
                <a:lnTo>
                  <a:pt x="417423" y="353885"/>
                </a:lnTo>
                <a:lnTo>
                  <a:pt x="372872" y="367284"/>
                </a:lnTo>
                <a:lnTo>
                  <a:pt x="292608" y="367284"/>
                </a:lnTo>
                <a:lnTo>
                  <a:pt x="292608" y="513207"/>
                </a:lnTo>
                <a:lnTo>
                  <a:pt x="372745" y="513207"/>
                </a:lnTo>
                <a:lnTo>
                  <a:pt x="412445" y="521296"/>
                </a:lnTo>
                <a:lnTo>
                  <a:pt x="440334" y="542683"/>
                </a:lnTo>
                <a:lnTo>
                  <a:pt x="453758" y="573036"/>
                </a:lnTo>
                <a:lnTo>
                  <a:pt x="450100" y="608050"/>
                </a:lnTo>
                <a:lnTo>
                  <a:pt x="426720" y="643382"/>
                </a:lnTo>
                <a:lnTo>
                  <a:pt x="369951" y="700151"/>
                </a:lnTo>
                <a:lnTo>
                  <a:pt x="473075" y="803402"/>
                </a:lnTo>
                <a:lnTo>
                  <a:pt x="529717" y="746633"/>
                </a:lnTo>
                <a:lnTo>
                  <a:pt x="569493" y="726084"/>
                </a:lnTo>
                <a:lnTo>
                  <a:pt x="612089" y="730923"/>
                </a:lnTo>
                <a:lnTo>
                  <a:pt x="646023" y="757135"/>
                </a:lnTo>
                <a:lnTo>
                  <a:pt x="659892" y="800735"/>
                </a:lnTo>
                <a:lnTo>
                  <a:pt x="659892" y="880872"/>
                </a:lnTo>
                <a:lnTo>
                  <a:pt x="805815" y="880872"/>
                </a:lnTo>
                <a:lnTo>
                  <a:pt x="805840" y="800735"/>
                </a:lnTo>
                <a:lnTo>
                  <a:pt x="814158" y="762939"/>
                </a:lnTo>
                <a:lnTo>
                  <a:pt x="857897" y="726084"/>
                </a:lnTo>
                <a:lnTo>
                  <a:pt x="866838" y="722134"/>
                </a:lnTo>
                <a:lnTo>
                  <a:pt x="901801" y="724903"/>
                </a:lnTo>
                <a:lnTo>
                  <a:pt x="936244" y="746887"/>
                </a:lnTo>
                <a:lnTo>
                  <a:pt x="992886" y="803529"/>
                </a:lnTo>
                <a:lnTo>
                  <a:pt x="1074280" y="722134"/>
                </a:lnTo>
                <a:lnTo>
                  <a:pt x="1096010" y="700405"/>
                </a:lnTo>
                <a:lnTo>
                  <a:pt x="1039368" y="643890"/>
                </a:lnTo>
                <a:lnTo>
                  <a:pt x="1020813" y="615061"/>
                </a:lnTo>
                <a:lnTo>
                  <a:pt x="1017955" y="610628"/>
                </a:lnTo>
                <a:lnTo>
                  <a:pt x="1014171" y="575818"/>
                </a:lnTo>
                <a:lnTo>
                  <a:pt x="1026515" y="544601"/>
                </a:lnTo>
                <a:lnTo>
                  <a:pt x="1053490" y="522109"/>
                </a:lnTo>
                <a:lnTo>
                  <a:pt x="1093597" y="513461"/>
                </a:lnTo>
                <a:lnTo>
                  <a:pt x="1173467" y="513461"/>
                </a:lnTo>
                <a:lnTo>
                  <a:pt x="1173467" y="367665"/>
                </a:lnTo>
                <a:close/>
              </a:path>
              <a:path w="1461770" h="1557654">
                <a:moveTo>
                  <a:pt x="1461516" y="1145159"/>
                </a:moveTo>
                <a:lnTo>
                  <a:pt x="1407033" y="1145159"/>
                </a:lnTo>
                <a:lnTo>
                  <a:pt x="1375803" y="1136065"/>
                </a:lnTo>
                <a:lnTo>
                  <a:pt x="1357464" y="1113485"/>
                </a:lnTo>
                <a:lnTo>
                  <a:pt x="1354696" y="1084516"/>
                </a:lnTo>
                <a:lnTo>
                  <a:pt x="1359471" y="1075817"/>
                </a:lnTo>
                <a:lnTo>
                  <a:pt x="1370203" y="1056259"/>
                </a:lnTo>
                <a:lnTo>
                  <a:pt x="1408811" y="1017778"/>
                </a:lnTo>
                <a:lnTo>
                  <a:pt x="1391716" y="1000696"/>
                </a:lnTo>
                <a:lnTo>
                  <a:pt x="1338453" y="947420"/>
                </a:lnTo>
                <a:lnTo>
                  <a:pt x="1299972" y="986028"/>
                </a:lnTo>
                <a:lnTo>
                  <a:pt x="1280414" y="996251"/>
                </a:lnTo>
                <a:lnTo>
                  <a:pt x="1280414" y="1194816"/>
                </a:lnTo>
                <a:lnTo>
                  <a:pt x="1271041" y="1241171"/>
                </a:lnTo>
                <a:lnTo>
                  <a:pt x="1245527" y="1278991"/>
                </a:lnTo>
                <a:lnTo>
                  <a:pt x="1207706" y="1304480"/>
                </a:lnTo>
                <a:lnTo>
                  <a:pt x="1161415" y="1313815"/>
                </a:lnTo>
                <a:lnTo>
                  <a:pt x="1115047" y="1304480"/>
                </a:lnTo>
                <a:lnTo>
                  <a:pt x="1077175" y="1278991"/>
                </a:lnTo>
                <a:lnTo>
                  <a:pt x="1051648" y="1241171"/>
                </a:lnTo>
                <a:lnTo>
                  <a:pt x="1042289" y="1194816"/>
                </a:lnTo>
                <a:lnTo>
                  <a:pt x="1051648" y="1148473"/>
                </a:lnTo>
                <a:lnTo>
                  <a:pt x="1077175" y="1110653"/>
                </a:lnTo>
                <a:lnTo>
                  <a:pt x="1115047" y="1085164"/>
                </a:lnTo>
                <a:lnTo>
                  <a:pt x="1161415" y="1075817"/>
                </a:lnTo>
                <a:lnTo>
                  <a:pt x="1207706" y="1085164"/>
                </a:lnTo>
                <a:lnTo>
                  <a:pt x="1245527" y="1110653"/>
                </a:lnTo>
                <a:lnTo>
                  <a:pt x="1271041" y="1148473"/>
                </a:lnTo>
                <a:lnTo>
                  <a:pt x="1280414" y="1194816"/>
                </a:lnTo>
                <a:lnTo>
                  <a:pt x="1280414" y="996251"/>
                </a:lnTo>
                <a:lnTo>
                  <a:pt x="1271879" y="1000696"/>
                </a:lnTo>
                <a:lnTo>
                  <a:pt x="1262303" y="999439"/>
                </a:lnTo>
                <a:lnTo>
                  <a:pt x="1242898" y="996911"/>
                </a:lnTo>
                <a:lnTo>
                  <a:pt x="1220228" y="978484"/>
                </a:lnTo>
                <a:lnTo>
                  <a:pt x="1211072" y="949198"/>
                </a:lnTo>
                <a:lnTo>
                  <a:pt x="1211072" y="894588"/>
                </a:lnTo>
                <a:lnTo>
                  <a:pt x="1111631" y="894588"/>
                </a:lnTo>
                <a:lnTo>
                  <a:pt x="1111631" y="949198"/>
                </a:lnTo>
                <a:lnTo>
                  <a:pt x="1102182" y="977455"/>
                </a:lnTo>
                <a:lnTo>
                  <a:pt x="1079055" y="995413"/>
                </a:lnTo>
                <a:lnTo>
                  <a:pt x="1050010" y="999439"/>
                </a:lnTo>
                <a:lnTo>
                  <a:pt x="1022858" y="985901"/>
                </a:lnTo>
                <a:lnTo>
                  <a:pt x="984250" y="947293"/>
                </a:lnTo>
                <a:lnTo>
                  <a:pt x="913892" y="1017651"/>
                </a:lnTo>
                <a:lnTo>
                  <a:pt x="952500" y="1056259"/>
                </a:lnTo>
                <a:lnTo>
                  <a:pt x="967600" y="1084275"/>
                </a:lnTo>
                <a:lnTo>
                  <a:pt x="964476" y="1113231"/>
                </a:lnTo>
                <a:lnTo>
                  <a:pt x="946188" y="1135888"/>
                </a:lnTo>
                <a:lnTo>
                  <a:pt x="915797" y="1145032"/>
                </a:lnTo>
                <a:lnTo>
                  <a:pt x="861060" y="1145032"/>
                </a:lnTo>
                <a:lnTo>
                  <a:pt x="861060" y="1244473"/>
                </a:lnTo>
                <a:lnTo>
                  <a:pt x="915670" y="1244473"/>
                </a:lnTo>
                <a:lnTo>
                  <a:pt x="948296" y="1252880"/>
                </a:lnTo>
                <a:lnTo>
                  <a:pt x="967651" y="1274292"/>
                </a:lnTo>
                <a:lnTo>
                  <a:pt x="970229" y="1302981"/>
                </a:lnTo>
                <a:lnTo>
                  <a:pt x="952500" y="1333246"/>
                </a:lnTo>
                <a:lnTo>
                  <a:pt x="913765" y="1371854"/>
                </a:lnTo>
                <a:lnTo>
                  <a:pt x="984123" y="1442212"/>
                </a:lnTo>
                <a:lnTo>
                  <a:pt x="1022731" y="1403604"/>
                </a:lnTo>
                <a:lnTo>
                  <a:pt x="1049832" y="1389557"/>
                </a:lnTo>
                <a:lnTo>
                  <a:pt x="1078877" y="1392834"/>
                </a:lnTo>
                <a:lnTo>
                  <a:pt x="1102042" y="1410703"/>
                </a:lnTo>
                <a:lnTo>
                  <a:pt x="1111504" y="1440434"/>
                </a:lnTo>
                <a:lnTo>
                  <a:pt x="1111504" y="1495044"/>
                </a:lnTo>
                <a:lnTo>
                  <a:pt x="1210945" y="1495044"/>
                </a:lnTo>
                <a:lnTo>
                  <a:pt x="1210970" y="1440434"/>
                </a:lnTo>
                <a:lnTo>
                  <a:pt x="1219606" y="1409242"/>
                </a:lnTo>
                <a:lnTo>
                  <a:pt x="1241463" y="1390142"/>
                </a:lnTo>
                <a:lnTo>
                  <a:pt x="1246962" y="1389557"/>
                </a:lnTo>
                <a:lnTo>
                  <a:pt x="1270254" y="1387055"/>
                </a:lnTo>
                <a:lnTo>
                  <a:pt x="1299718" y="1403731"/>
                </a:lnTo>
                <a:lnTo>
                  <a:pt x="1338326" y="1442339"/>
                </a:lnTo>
                <a:lnTo>
                  <a:pt x="1393609" y="1387055"/>
                </a:lnTo>
                <a:lnTo>
                  <a:pt x="1408684" y="1371981"/>
                </a:lnTo>
                <a:lnTo>
                  <a:pt x="1370076" y="1333500"/>
                </a:lnTo>
                <a:lnTo>
                  <a:pt x="1358874" y="1313815"/>
                </a:lnTo>
                <a:lnTo>
                  <a:pt x="1353781" y="1304886"/>
                </a:lnTo>
                <a:lnTo>
                  <a:pt x="1355826" y="1275956"/>
                </a:lnTo>
                <a:lnTo>
                  <a:pt x="1374228" y="1253591"/>
                </a:lnTo>
                <a:lnTo>
                  <a:pt x="1407033" y="1244600"/>
                </a:lnTo>
                <a:lnTo>
                  <a:pt x="1461516" y="1244600"/>
                </a:lnTo>
                <a:lnTo>
                  <a:pt x="1461516" y="1145159"/>
                </a:lnTo>
                <a:close/>
              </a:path>
            </a:pathLst>
          </a:custGeom>
          <a:solidFill>
            <a:srgbClr val="00D9CE"/>
          </a:solidFill>
        </p:spPr>
        <p:txBody>
          <a:bodyPr wrap="square" lIns="0" tIns="0" rIns="0" bIns="0" rtlCol="0"/>
          <a:lstStyle/>
          <a:p>
            <a:endParaRPr/>
          </a:p>
        </p:txBody>
      </p:sp>
      <p:sp>
        <p:nvSpPr>
          <p:cNvPr id="160" name="object 160"/>
          <p:cNvSpPr/>
          <p:nvPr/>
        </p:nvSpPr>
        <p:spPr>
          <a:xfrm>
            <a:off x="4251959" y="5428488"/>
            <a:ext cx="566153" cy="345186"/>
          </a:xfrm>
          <a:prstGeom prst="rect">
            <a:avLst/>
          </a:prstGeom>
          <a:blipFill>
            <a:blip r:embed="rId27" cstate="print"/>
            <a:stretch>
              <a:fillRect/>
            </a:stretch>
          </a:blipFill>
        </p:spPr>
        <p:txBody>
          <a:bodyPr wrap="square" lIns="0" tIns="0" rIns="0" bIns="0" rtlCol="0"/>
          <a:lstStyle/>
          <a:p>
            <a:endParaRPr/>
          </a:p>
        </p:txBody>
      </p:sp>
      <p:sp>
        <p:nvSpPr>
          <p:cNvPr id="161" name="object 161"/>
          <p:cNvSpPr txBox="1"/>
          <p:nvPr/>
        </p:nvSpPr>
        <p:spPr>
          <a:xfrm>
            <a:off x="4336541" y="5465470"/>
            <a:ext cx="382905"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FFFFFF"/>
                </a:solidFill>
                <a:latin typeface="Arial"/>
                <a:cs typeface="Arial"/>
              </a:rPr>
              <a:t>St</a:t>
            </a:r>
            <a:r>
              <a:rPr sz="1200" spc="5" dirty="0">
                <a:solidFill>
                  <a:srgbClr val="FFFFFF"/>
                </a:solidFill>
                <a:latin typeface="Arial"/>
                <a:cs typeface="Arial"/>
              </a:rPr>
              <a:t>a</a:t>
            </a:r>
            <a:r>
              <a:rPr sz="1200" dirty="0">
                <a:solidFill>
                  <a:srgbClr val="FFFFFF"/>
                </a:solidFill>
                <a:latin typeface="Arial"/>
                <a:cs typeface="Arial"/>
              </a:rPr>
              <a:t>te</a:t>
            </a:r>
            <a:endParaRPr sz="1200">
              <a:latin typeface="Arial"/>
              <a:cs typeface="Arial"/>
            </a:endParaRPr>
          </a:p>
        </p:txBody>
      </p:sp>
      <p:grpSp>
        <p:nvGrpSpPr>
          <p:cNvPr id="162" name="object 162"/>
          <p:cNvGrpSpPr/>
          <p:nvPr/>
        </p:nvGrpSpPr>
        <p:grpSpPr>
          <a:xfrm>
            <a:off x="6955535" y="5337047"/>
            <a:ext cx="1003935" cy="528320"/>
            <a:chOff x="6955535" y="5337047"/>
            <a:chExt cx="1003935" cy="528320"/>
          </a:xfrm>
        </p:grpSpPr>
        <p:sp>
          <p:nvSpPr>
            <p:cNvPr id="163" name="object 163"/>
            <p:cNvSpPr/>
            <p:nvPr/>
          </p:nvSpPr>
          <p:spPr>
            <a:xfrm>
              <a:off x="6955535" y="5337047"/>
              <a:ext cx="1003553" cy="345185"/>
            </a:xfrm>
            <a:prstGeom prst="rect">
              <a:avLst/>
            </a:prstGeom>
            <a:blipFill>
              <a:blip r:embed="rId28" cstate="print"/>
              <a:stretch>
                <a:fillRect/>
              </a:stretch>
            </a:blipFill>
          </p:spPr>
          <p:txBody>
            <a:bodyPr wrap="square" lIns="0" tIns="0" rIns="0" bIns="0" rtlCol="0"/>
            <a:lstStyle/>
            <a:p>
              <a:endParaRPr/>
            </a:p>
          </p:txBody>
        </p:sp>
        <p:sp>
          <p:nvSpPr>
            <p:cNvPr id="164" name="object 164"/>
            <p:cNvSpPr/>
            <p:nvPr/>
          </p:nvSpPr>
          <p:spPr>
            <a:xfrm>
              <a:off x="7106411" y="5519927"/>
              <a:ext cx="852677" cy="345186"/>
            </a:xfrm>
            <a:prstGeom prst="rect">
              <a:avLst/>
            </a:prstGeom>
            <a:blipFill>
              <a:blip r:embed="rId29" cstate="print"/>
              <a:stretch>
                <a:fillRect/>
              </a:stretch>
            </a:blipFill>
          </p:spPr>
          <p:txBody>
            <a:bodyPr wrap="square" lIns="0" tIns="0" rIns="0" bIns="0" rtlCol="0"/>
            <a:lstStyle/>
            <a:p>
              <a:endParaRPr/>
            </a:p>
          </p:txBody>
        </p:sp>
      </p:grpSp>
      <p:sp>
        <p:nvSpPr>
          <p:cNvPr id="165" name="object 165"/>
          <p:cNvSpPr txBox="1"/>
          <p:nvPr/>
        </p:nvSpPr>
        <p:spPr>
          <a:xfrm>
            <a:off x="7041006" y="5374004"/>
            <a:ext cx="820419" cy="391795"/>
          </a:xfrm>
          <a:prstGeom prst="rect">
            <a:avLst/>
          </a:prstGeom>
        </p:spPr>
        <p:txBody>
          <a:bodyPr vert="horz" wrap="square" lIns="0" tIns="12700" rIns="0" bIns="0" rtlCol="0">
            <a:spAutoFit/>
          </a:bodyPr>
          <a:lstStyle/>
          <a:p>
            <a:pPr marL="163195" marR="5080" indent="-151130">
              <a:lnSpc>
                <a:spcPct val="100000"/>
              </a:lnSpc>
              <a:spcBef>
                <a:spcPts val="100"/>
              </a:spcBef>
            </a:pPr>
            <a:r>
              <a:rPr sz="1200" dirty="0">
                <a:solidFill>
                  <a:srgbClr val="FFFFFF"/>
                </a:solidFill>
                <a:latin typeface="Arial"/>
                <a:cs typeface="Arial"/>
              </a:rPr>
              <a:t>Selection</a:t>
            </a:r>
            <a:r>
              <a:rPr sz="1200" spc="-120" dirty="0">
                <a:solidFill>
                  <a:srgbClr val="FFFFFF"/>
                </a:solidFill>
                <a:latin typeface="Arial"/>
                <a:cs typeface="Arial"/>
              </a:rPr>
              <a:t> </a:t>
            </a:r>
            <a:r>
              <a:rPr sz="1200" dirty="0">
                <a:solidFill>
                  <a:srgbClr val="FFFFFF"/>
                </a:solidFill>
                <a:latin typeface="Arial"/>
                <a:cs typeface="Arial"/>
              </a:rPr>
              <a:t>of  A</a:t>
            </a:r>
            <a:r>
              <a:rPr sz="1200" spc="-5" dirty="0">
                <a:solidFill>
                  <a:srgbClr val="FFFFFF"/>
                </a:solidFill>
                <a:latin typeface="Arial"/>
                <a:cs typeface="Arial"/>
              </a:rPr>
              <a:t>l</a:t>
            </a:r>
            <a:r>
              <a:rPr sz="1200" spc="-15" dirty="0">
                <a:solidFill>
                  <a:srgbClr val="FFFFFF"/>
                </a:solidFill>
                <a:latin typeface="Arial"/>
                <a:cs typeface="Arial"/>
              </a:rPr>
              <a:t>g</a:t>
            </a:r>
            <a:r>
              <a:rPr sz="1200" spc="-5" dirty="0">
                <a:solidFill>
                  <a:srgbClr val="FFFFFF"/>
                </a:solidFill>
                <a:latin typeface="Arial"/>
                <a:cs typeface="Arial"/>
              </a:rPr>
              <a:t>or</a:t>
            </a:r>
            <a:r>
              <a:rPr sz="1200" spc="-15" dirty="0">
                <a:solidFill>
                  <a:srgbClr val="FFFFFF"/>
                </a:solidFill>
                <a:latin typeface="Arial"/>
                <a:cs typeface="Arial"/>
              </a:rPr>
              <a:t>i</a:t>
            </a:r>
            <a:r>
              <a:rPr sz="1200" dirty="0">
                <a:solidFill>
                  <a:srgbClr val="FFFFFF"/>
                </a:solidFill>
                <a:latin typeface="Arial"/>
                <a:cs typeface="Arial"/>
              </a:rPr>
              <a:t>t</a:t>
            </a:r>
            <a:r>
              <a:rPr sz="1200" spc="5" dirty="0">
                <a:solidFill>
                  <a:srgbClr val="FFFFFF"/>
                </a:solidFill>
                <a:latin typeface="Arial"/>
                <a:cs typeface="Arial"/>
              </a:rPr>
              <a:t>h</a:t>
            </a:r>
            <a:r>
              <a:rPr sz="1200" dirty="0">
                <a:solidFill>
                  <a:srgbClr val="FFFFFF"/>
                </a:solidFill>
                <a:latin typeface="Arial"/>
                <a:cs typeface="Arial"/>
              </a:rPr>
              <a:t>m</a:t>
            </a:r>
            <a:endParaRPr sz="1200">
              <a:latin typeface="Arial"/>
              <a:cs typeface="Arial"/>
            </a:endParaRPr>
          </a:p>
        </p:txBody>
      </p:sp>
      <p:sp>
        <p:nvSpPr>
          <p:cNvPr id="166" name="object 166"/>
          <p:cNvSpPr/>
          <p:nvPr/>
        </p:nvSpPr>
        <p:spPr>
          <a:xfrm>
            <a:off x="6984492" y="3217164"/>
            <a:ext cx="973074" cy="345186"/>
          </a:xfrm>
          <a:prstGeom prst="rect">
            <a:avLst/>
          </a:prstGeom>
          <a:blipFill>
            <a:blip r:embed="rId30" cstate="print"/>
            <a:stretch>
              <a:fillRect/>
            </a:stretch>
          </a:blipFill>
        </p:spPr>
        <p:txBody>
          <a:bodyPr wrap="square" lIns="0" tIns="0" rIns="0" bIns="0" rtlCol="0"/>
          <a:lstStyle/>
          <a:p>
            <a:endParaRPr/>
          </a:p>
        </p:txBody>
      </p:sp>
      <p:sp>
        <p:nvSpPr>
          <p:cNvPr id="167" name="object 167"/>
          <p:cNvSpPr txBox="1"/>
          <p:nvPr/>
        </p:nvSpPr>
        <p:spPr>
          <a:xfrm>
            <a:off x="7070597" y="3253485"/>
            <a:ext cx="789305"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FFFFFF"/>
                </a:solidFill>
                <a:latin typeface="Arial"/>
                <a:cs typeface="Arial"/>
              </a:rPr>
              <a:t>Best</a:t>
            </a:r>
            <a:r>
              <a:rPr sz="1200" spc="-140" dirty="0">
                <a:solidFill>
                  <a:srgbClr val="FFFFFF"/>
                </a:solidFill>
                <a:latin typeface="Arial"/>
                <a:cs typeface="Arial"/>
              </a:rPr>
              <a:t> </a:t>
            </a:r>
            <a:r>
              <a:rPr sz="1200" dirty="0">
                <a:solidFill>
                  <a:srgbClr val="FFFFFF"/>
                </a:solidFill>
                <a:latin typeface="Arial"/>
                <a:cs typeface="Arial"/>
              </a:rPr>
              <a:t>Action</a:t>
            </a:r>
            <a:endParaRPr sz="1200">
              <a:latin typeface="Arial"/>
              <a:cs typeface="Arial"/>
            </a:endParaRPr>
          </a:p>
        </p:txBody>
      </p:sp>
      <p:sp>
        <p:nvSpPr>
          <p:cNvPr id="168" name="object 168"/>
          <p:cNvSpPr/>
          <p:nvPr/>
        </p:nvSpPr>
        <p:spPr>
          <a:xfrm>
            <a:off x="7155180" y="6193535"/>
            <a:ext cx="836930" cy="0"/>
          </a:xfrm>
          <a:custGeom>
            <a:avLst/>
            <a:gdLst/>
            <a:ahLst/>
            <a:cxnLst/>
            <a:rect l="l" t="t" r="r" b="b"/>
            <a:pathLst>
              <a:path w="836929">
                <a:moveTo>
                  <a:pt x="0" y="0"/>
                </a:moveTo>
                <a:lnTo>
                  <a:pt x="836549" y="0"/>
                </a:lnTo>
              </a:path>
            </a:pathLst>
          </a:custGeom>
          <a:ln w="6350">
            <a:solidFill>
              <a:srgbClr val="FFFFFF"/>
            </a:solidFill>
            <a:prstDash val="sysDash"/>
          </a:ln>
        </p:spPr>
        <p:txBody>
          <a:bodyPr wrap="square" lIns="0" tIns="0" rIns="0" bIns="0" rtlCol="0"/>
          <a:lstStyle/>
          <a:p>
            <a:endParaRPr/>
          </a:p>
        </p:txBody>
      </p:sp>
      <p:grpSp>
        <p:nvGrpSpPr>
          <p:cNvPr id="169" name="object 169"/>
          <p:cNvGrpSpPr/>
          <p:nvPr/>
        </p:nvGrpSpPr>
        <p:grpSpPr>
          <a:xfrm>
            <a:off x="7982584" y="2593720"/>
            <a:ext cx="142875" cy="3600450"/>
            <a:chOff x="7982584" y="2593720"/>
            <a:chExt cx="142875" cy="3600450"/>
          </a:xfrm>
        </p:grpSpPr>
        <p:sp>
          <p:nvSpPr>
            <p:cNvPr id="170" name="object 170"/>
            <p:cNvSpPr/>
            <p:nvPr/>
          </p:nvSpPr>
          <p:spPr>
            <a:xfrm>
              <a:off x="8066531" y="5544311"/>
              <a:ext cx="0" cy="567055"/>
            </a:xfrm>
            <a:custGeom>
              <a:avLst/>
              <a:gdLst/>
              <a:ahLst/>
              <a:cxnLst/>
              <a:rect l="l" t="t" r="r" b="b"/>
              <a:pathLst>
                <a:path h="567054">
                  <a:moveTo>
                    <a:pt x="0" y="566928"/>
                  </a:moveTo>
                  <a:lnTo>
                    <a:pt x="0" y="0"/>
                  </a:lnTo>
                </a:path>
              </a:pathLst>
            </a:custGeom>
            <a:ln w="6350">
              <a:solidFill>
                <a:srgbClr val="FFFFFF"/>
              </a:solidFill>
              <a:prstDash val="sysDash"/>
            </a:ln>
          </p:spPr>
          <p:txBody>
            <a:bodyPr wrap="square" lIns="0" tIns="0" rIns="0" bIns="0" rtlCol="0"/>
            <a:lstStyle/>
            <a:p>
              <a:endParaRPr/>
            </a:p>
          </p:txBody>
        </p:sp>
        <p:sp>
          <p:nvSpPr>
            <p:cNvPr id="171" name="object 171"/>
            <p:cNvSpPr/>
            <p:nvPr/>
          </p:nvSpPr>
          <p:spPr>
            <a:xfrm>
              <a:off x="7988807" y="6112763"/>
              <a:ext cx="78105" cy="78105"/>
            </a:xfrm>
            <a:custGeom>
              <a:avLst/>
              <a:gdLst/>
              <a:ahLst/>
              <a:cxnLst/>
              <a:rect l="l" t="t" r="r" b="b"/>
              <a:pathLst>
                <a:path w="78104" h="78104">
                  <a:moveTo>
                    <a:pt x="0" y="77724"/>
                  </a:moveTo>
                  <a:lnTo>
                    <a:pt x="30253" y="71616"/>
                  </a:lnTo>
                  <a:lnTo>
                    <a:pt x="54959" y="54959"/>
                  </a:lnTo>
                  <a:lnTo>
                    <a:pt x="71616" y="30253"/>
                  </a:lnTo>
                  <a:lnTo>
                    <a:pt x="77724" y="0"/>
                  </a:lnTo>
                </a:path>
              </a:pathLst>
            </a:custGeom>
            <a:ln w="6350">
              <a:solidFill>
                <a:srgbClr val="FFFFFF"/>
              </a:solidFill>
              <a:prstDash val="sysDash"/>
            </a:ln>
          </p:spPr>
          <p:txBody>
            <a:bodyPr wrap="square" lIns="0" tIns="0" rIns="0" bIns="0" rtlCol="0"/>
            <a:lstStyle/>
            <a:p>
              <a:endParaRPr/>
            </a:p>
          </p:txBody>
        </p:sp>
        <p:sp>
          <p:nvSpPr>
            <p:cNvPr id="172" name="object 172"/>
            <p:cNvSpPr/>
            <p:nvPr/>
          </p:nvSpPr>
          <p:spPr>
            <a:xfrm>
              <a:off x="8066531" y="4607051"/>
              <a:ext cx="0" cy="1176655"/>
            </a:xfrm>
            <a:custGeom>
              <a:avLst/>
              <a:gdLst/>
              <a:ahLst/>
              <a:cxnLst/>
              <a:rect l="l" t="t" r="r" b="b"/>
              <a:pathLst>
                <a:path h="1176654">
                  <a:moveTo>
                    <a:pt x="0" y="0"/>
                  </a:moveTo>
                  <a:lnTo>
                    <a:pt x="0" y="1176616"/>
                  </a:lnTo>
                </a:path>
              </a:pathLst>
            </a:custGeom>
            <a:ln w="6350">
              <a:solidFill>
                <a:srgbClr val="FFFFFF"/>
              </a:solidFill>
            </a:ln>
          </p:spPr>
          <p:txBody>
            <a:bodyPr wrap="square" lIns="0" tIns="0" rIns="0" bIns="0" rtlCol="0"/>
            <a:lstStyle/>
            <a:p>
              <a:endParaRPr/>
            </a:p>
          </p:txBody>
        </p:sp>
        <p:sp>
          <p:nvSpPr>
            <p:cNvPr id="173" name="object 173"/>
            <p:cNvSpPr/>
            <p:nvPr/>
          </p:nvSpPr>
          <p:spPr>
            <a:xfrm>
              <a:off x="8005698" y="4500879"/>
              <a:ext cx="119506" cy="74040"/>
            </a:xfrm>
            <a:prstGeom prst="rect">
              <a:avLst/>
            </a:prstGeom>
            <a:blipFill>
              <a:blip r:embed="rId31" cstate="print"/>
              <a:stretch>
                <a:fillRect/>
              </a:stretch>
            </a:blipFill>
          </p:spPr>
          <p:txBody>
            <a:bodyPr wrap="square" lIns="0" tIns="0" rIns="0" bIns="0" rtlCol="0"/>
            <a:lstStyle/>
            <a:p>
              <a:endParaRPr/>
            </a:p>
          </p:txBody>
        </p:sp>
        <p:sp>
          <p:nvSpPr>
            <p:cNvPr id="174" name="object 174"/>
            <p:cNvSpPr/>
            <p:nvPr/>
          </p:nvSpPr>
          <p:spPr>
            <a:xfrm>
              <a:off x="8005698" y="4403344"/>
              <a:ext cx="119506" cy="75437"/>
            </a:xfrm>
            <a:prstGeom prst="rect">
              <a:avLst/>
            </a:prstGeom>
            <a:blipFill>
              <a:blip r:embed="rId32" cstate="print"/>
              <a:stretch>
                <a:fillRect/>
              </a:stretch>
            </a:blipFill>
          </p:spPr>
          <p:txBody>
            <a:bodyPr wrap="square" lIns="0" tIns="0" rIns="0" bIns="0" rtlCol="0"/>
            <a:lstStyle/>
            <a:p>
              <a:endParaRPr/>
            </a:p>
          </p:txBody>
        </p:sp>
        <p:sp>
          <p:nvSpPr>
            <p:cNvPr id="175" name="object 175"/>
            <p:cNvSpPr/>
            <p:nvPr/>
          </p:nvSpPr>
          <p:spPr>
            <a:xfrm>
              <a:off x="8005698" y="4307331"/>
              <a:ext cx="119506" cy="75437"/>
            </a:xfrm>
            <a:prstGeom prst="rect">
              <a:avLst/>
            </a:prstGeom>
            <a:blipFill>
              <a:blip r:embed="rId33" cstate="print"/>
              <a:stretch>
                <a:fillRect/>
              </a:stretch>
            </a:blipFill>
          </p:spPr>
          <p:txBody>
            <a:bodyPr wrap="square" lIns="0" tIns="0" rIns="0" bIns="0" rtlCol="0"/>
            <a:lstStyle/>
            <a:p>
              <a:endParaRPr/>
            </a:p>
          </p:txBody>
        </p:sp>
        <p:sp>
          <p:nvSpPr>
            <p:cNvPr id="176" name="object 176"/>
            <p:cNvSpPr/>
            <p:nvPr/>
          </p:nvSpPr>
          <p:spPr>
            <a:xfrm>
              <a:off x="7985759" y="2596895"/>
              <a:ext cx="78105" cy="76200"/>
            </a:xfrm>
            <a:custGeom>
              <a:avLst/>
              <a:gdLst/>
              <a:ahLst/>
              <a:cxnLst/>
              <a:rect l="l" t="t" r="r" b="b"/>
              <a:pathLst>
                <a:path w="78104" h="76200">
                  <a:moveTo>
                    <a:pt x="77724" y="76200"/>
                  </a:moveTo>
                  <a:lnTo>
                    <a:pt x="71616" y="46559"/>
                  </a:lnTo>
                  <a:lnTo>
                    <a:pt x="54959" y="22336"/>
                  </a:lnTo>
                  <a:lnTo>
                    <a:pt x="30253" y="5994"/>
                  </a:lnTo>
                  <a:lnTo>
                    <a:pt x="0" y="0"/>
                  </a:lnTo>
                </a:path>
              </a:pathLst>
            </a:custGeom>
            <a:ln w="6350">
              <a:solidFill>
                <a:srgbClr val="FFFFFF"/>
              </a:solidFill>
              <a:prstDash val="sysDash"/>
            </a:ln>
          </p:spPr>
          <p:txBody>
            <a:bodyPr wrap="square" lIns="0" tIns="0" rIns="0" bIns="0" rtlCol="0"/>
            <a:lstStyle/>
            <a:p>
              <a:endParaRPr/>
            </a:p>
          </p:txBody>
        </p:sp>
        <p:sp>
          <p:nvSpPr>
            <p:cNvPr id="177" name="object 177"/>
            <p:cNvSpPr/>
            <p:nvPr/>
          </p:nvSpPr>
          <p:spPr>
            <a:xfrm>
              <a:off x="8066531" y="2671571"/>
              <a:ext cx="0" cy="567055"/>
            </a:xfrm>
            <a:custGeom>
              <a:avLst/>
              <a:gdLst/>
              <a:ahLst/>
              <a:cxnLst/>
              <a:rect l="l" t="t" r="r" b="b"/>
              <a:pathLst>
                <a:path h="567055">
                  <a:moveTo>
                    <a:pt x="0" y="566927"/>
                  </a:moveTo>
                  <a:lnTo>
                    <a:pt x="0" y="0"/>
                  </a:lnTo>
                </a:path>
              </a:pathLst>
            </a:custGeom>
            <a:ln w="6350">
              <a:solidFill>
                <a:srgbClr val="FFFFFF"/>
              </a:solidFill>
              <a:prstDash val="sysDash"/>
            </a:ln>
          </p:spPr>
          <p:txBody>
            <a:bodyPr wrap="square" lIns="0" tIns="0" rIns="0" bIns="0" rtlCol="0"/>
            <a:lstStyle/>
            <a:p>
              <a:endParaRPr/>
            </a:p>
          </p:txBody>
        </p:sp>
        <p:sp>
          <p:nvSpPr>
            <p:cNvPr id="178" name="object 178"/>
            <p:cNvSpPr/>
            <p:nvPr/>
          </p:nvSpPr>
          <p:spPr>
            <a:xfrm>
              <a:off x="8066531" y="3006851"/>
              <a:ext cx="0" cy="1175385"/>
            </a:xfrm>
            <a:custGeom>
              <a:avLst/>
              <a:gdLst/>
              <a:ahLst/>
              <a:cxnLst/>
              <a:rect l="l" t="t" r="r" b="b"/>
              <a:pathLst>
                <a:path h="1175385">
                  <a:moveTo>
                    <a:pt x="0" y="0"/>
                  </a:moveTo>
                  <a:lnTo>
                    <a:pt x="0" y="1175004"/>
                  </a:lnTo>
                </a:path>
              </a:pathLst>
            </a:custGeom>
            <a:ln w="6350">
              <a:solidFill>
                <a:srgbClr val="FFFFFF"/>
              </a:solidFill>
            </a:ln>
          </p:spPr>
          <p:txBody>
            <a:bodyPr wrap="square" lIns="0" tIns="0" rIns="0" bIns="0" rtlCol="0"/>
            <a:lstStyle/>
            <a:p>
              <a:endParaRPr/>
            </a:p>
          </p:txBody>
        </p:sp>
        <p:sp>
          <p:nvSpPr>
            <p:cNvPr id="179" name="object 179"/>
            <p:cNvSpPr/>
            <p:nvPr/>
          </p:nvSpPr>
          <p:spPr>
            <a:xfrm>
              <a:off x="8005698" y="4211319"/>
              <a:ext cx="119506" cy="75437"/>
            </a:xfrm>
            <a:prstGeom prst="rect">
              <a:avLst/>
            </a:prstGeom>
            <a:blipFill>
              <a:blip r:embed="rId33" cstate="print"/>
              <a:stretch>
                <a:fillRect/>
              </a:stretch>
            </a:blipFill>
          </p:spPr>
          <p:txBody>
            <a:bodyPr wrap="square" lIns="0" tIns="0" rIns="0" bIns="0" rtlCol="0"/>
            <a:lstStyle/>
            <a:p>
              <a:endParaRPr/>
            </a:p>
          </p:txBody>
        </p:sp>
      </p:grpSp>
      <p:sp>
        <p:nvSpPr>
          <p:cNvPr id="180" name="object 180"/>
          <p:cNvSpPr txBox="1"/>
          <p:nvPr/>
        </p:nvSpPr>
        <p:spPr>
          <a:xfrm>
            <a:off x="5590794" y="2475102"/>
            <a:ext cx="1089660" cy="239395"/>
          </a:xfrm>
          <a:prstGeom prst="rect">
            <a:avLst/>
          </a:prstGeom>
        </p:spPr>
        <p:txBody>
          <a:bodyPr vert="horz" wrap="square" lIns="0" tIns="13335" rIns="0" bIns="0" rtlCol="0">
            <a:spAutoFit/>
          </a:bodyPr>
          <a:lstStyle/>
          <a:p>
            <a:pPr marL="12700">
              <a:lnSpc>
                <a:spcPct val="100000"/>
              </a:lnSpc>
              <a:spcBef>
                <a:spcPts val="105"/>
              </a:spcBef>
            </a:pPr>
            <a:r>
              <a:rPr sz="1400" b="1" spc="-5" dirty="0">
                <a:solidFill>
                  <a:srgbClr val="FFFFFF"/>
                </a:solidFill>
                <a:latin typeface="Gothic Uralic"/>
                <a:cs typeface="Gothic Uralic"/>
              </a:rPr>
              <a:t>Environment</a:t>
            </a:r>
            <a:endParaRPr sz="1400">
              <a:latin typeface="Gothic Uralic"/>
              <a:cs typeface="Gothic Uralic"/>
            </a:endParaRPr>
          </a:p>
        </p:txBody>
      </p:sp>
      <p:grpSp>
        <p:nvGrpSpPr>
          <p:cNvPr id="181" name="object 181"/>
          <p:cNvGrpSpPr/>
          <p:nvPr/>
        </p:nvGrpSpPr>
        <p:grpSpPr>
          <a:xfrm>
            <a:off x="4907534" y="5982970"/>
            <a:ext cx="2087880" cy="446405"/>
            <a:chOff x="4907534" y="5982970"/>
            <a:chExt cx="2087880" cy="446405"/>
          </a:xfrm>
        </p:grpSpPr>
        <p:sp>
          <p:nvSpPr>
            <p:cNvPr id="182" name="object 182"/>
            <p:cNvSpPr/>
            <p:nvPr/>
          </p:nvSpPr>
          <p:spPr>
            <a:xfrm>
              <a:off x="4907534" y="6136347"/>
              <a:ext cx="75437" cy="117957"/>
            </a:xfrm>
            <a:prstGeom prst="rect">
              <a:avLst/>
            </a:prstGeom>
            <a:blipFill>
              <a:blip r:embed="rId34" cstate="print"/>
              <a:stretch>
                <a:fillRect/>
              </a:stretch>
            </a:blipFill>
          </p:spPr>
          <p:txBody>
            <a:bodyPr wrap="square" lIns="0" tIns="0" rIns="0" bIns="0" rtlCol="0"/>
            <a:lstStyle/>
            <a:p>
              <a:endParaRPr/>
            </a:p>
          </p:txBody>
        </p:sp>
        <p:sp>
          <p:nvSpPr>
            <p:cNvPr id="183" name="object 183"/>
            <p:cNvSpPr/>
            <p:nvPr/>
          </p:nvSpPr>
          <p:spPr>
            <a:xfrm>
              <a:off x="5003546" y="6136347"/>
              <a:ext cx="75437" cy="117957"/>
            </a:xfrm>
            <a:prstGeom prst="rect">
              <a:avLst/>
            </a:prstGeom>
            <a:blipFill>
              <a:blip r:embed="rId35" cstate="print"/>
              <a:stretch>
                <a:fillRect/>
              </a:stretch>
            </a:blipFill>
          </p:spPr>
          <p:txBody>
            <a:bodyPr wrap="square" lIns="0" tIns="0" rIns="0" bIns="0" rtlCol="0"/>
            <a:lstStyle/>
            <a:p>
              <a:endParaRPr/>
            </a:p>
          </p:txBody>
        </p:sp>
        <p:sp>
          <p:nvSpPr>
            <p:cNvPr id="184" name="object 184"/>
            <p:cNvSpPr/>
            <p:nvPr/>
          </p:nvSpPr>
          <p:spPr>
            <a:xfrm>
              <a:off x="5099558" y="6136347"/>
              <a:ext cx="75437" cy="117957"/>
            </a:xfrm>
            <a:prstGeom prst="rect">
              <a:avLst/>
            </a:prstGeom>
            <a:blipFill>
              <a:blip r:embed="rId34" cstate="print"/>
              <a:stretch>
                <a:fillRect/>
              </a:stretch>
            </a:blipFill>
          </p:spPr>
          <p:txBody>
            <a:bodyPr wrap="square" lIns="0" tIns="0" rIns="0" bIns="0" rtlCol="0"/>
            <a:lstStyle/>
            <a:p>
              <a:endParaRPr/>
            </a:p>
          </p:txBody>
        </p:sp>
        <p:sp>
          <p:nvSpPr>
            <p:cNvPr id="185" name="object 185"/>
            <p:cNvSpPr/>
            <p:nvPr/>
          </p:nvSpPr>
          <p:spPr>
            <a:xfrm>
              <a:off x="5196967" y="6136347"/>
              <a:ext cx="74041" cy="117957"/>
            </a:xfrm>
            <a:prstGeom prst="rect">
              <a:avLst/>
            </a:prstGeom>
            <a:blipFill>
              <a:blip r:embed="rId36" cstate="print"/>
              <a:stretch>
                <a:fillRect/>
              </a:stretch>
            </a:blipFill>
          </p:spPr>
          <p:txBody>
            <a:bodyPr wrap="square" lIns="0" tIns="0" rIns="0" bIns="0" rtlCol="0"/>
            <a:lstStyle/>
            <a:p>
              <a:endParaRPr/>
            </a:p>
          </p:txBody>
        </p:sp>
        <p:sp>
          <p:nvSpPr>
            <p:cNvPr id="186" name="object 186"/>
            <p:cNvSpPr/>
            <p:nvPr/>
          </p:nvSpPr>
          <p:spPr>
            <a:xfrm>
              <a:off x="5279136" y="5989320"/>
              <a:ext cx="1710055" cy="407034"/>
            </a:xfrm>
            <a:custGeom>
              <a:avLst/>
              <a:gdLst/>
              <a:ahLst/>
              <a:cxnLst/>
              <a:rect l="l" t="t" r="r" b="b"/>
              <a:pathLst>
                <a:path w="1710054" h="407035">
                  <a:moveTo>
                    <a:pt x="1642110" y="0"/>
                  </a:moveTo>
                  <a:lnTo>
                    <a:pt x="67817" y="0"/>
                  </a:lnTo>
                  <a:lnTo>
                    <a:pt x="41415" y="5329"/>
                  </a:lnTo>
                  <a:lnTo>
                    <a:pt x="19859" y="19864"/>
                  </a:lnTo>
                  <a:lnTo>
                    <a:pt x="5328" y="41421"/>
                  </a:lnTo>
                  <a:lnTo>
                    <a:pt x="0" y="67817"/>
                  </a:lnTo>
                  <a:lnTo>
                    <a:pt x="0" y="339089"/>
                  </a:lnTo>
                  <a:lnTo>
                    <a:pt x="5328" y="365486"/>
                  </a:lnTo>
                  <a:lnTo>
                    <a:pt x="19859" y="387043"/>
                  </a:lnTo>
                  <a:lnTo>
                    <a:pt x="41415" y="401578"/>
                  </a:lnTo>
                  <a:lnTo>
                    <a:pt x="67817" y="406907"/>
                  </a:lnTo>
                  <a:lnTo>
                    <a:pt x="1642110" y="406907"/>
                  </a:lnTo>
                  <a:lnTo>
                    <a:pt x="1668512" y="401578"/>
                  </a:lnTo>
                  <a:lnTo>
                    <a:pt x="1690068" y="387043"/>
                  </a:lnTo>
                  <a:lnTo>
                    <a:pt x="1704599" y="365486"/>
                  </a:lnTo>
                  <a:lnTo>
                    <a:pt x="1709928" y="339089"/>
                  </a:lnTo>
                  <a:lnTo>
                    <a:pt x="1709928" y="67817"/>
                  </a:lnTo>
                  <a:lnTo>
                    <a:pt x="1704599" y="41421"/>
                  </a:lnTo>
                  <a:lnTo>
                    <a:pt x="1690068" y="19864"/>
                  </a:lnTo>
                  <a:lnTo>
                    <a:pt x="1668512" y="5329"/>
                  </a:lnTo>
                  <a:lnTo>
                    <a:pt x="1642110" y="0"/>
                  </a:lnTo>
                  <a:close/>
                </a:path>
              </a:pathLst>
            </a:custGeom>
            <a:solidFill>
              <a:srgbClr val="0F1F58"/>
            </a:solidFill>
          </p:spPr>
          <p:txBody>
            <a:bodyPr wrap="square" lIns="0" tIns="0" rIns="0" bIns="0" rtlCol="0"/>
            <a:lstStyle/>
            <a:p>
              <a:endParaRPr/>
            </a:p>
          </p:txBody>
        </p:sp>
        <p:sp>
          <p:nvSpPr>
            <p:cNvPr id="187" name="object 187"/>
            <p:cNvSpPr/>
            <p:nvPr/>
          </p:nvSpPr>
          <p:spPr>
            <a:xfrm>
              <a:off x="5279136" y="5989320"/>
              <a:ext cx="1710055" cy="407034"/>
            </a:xfrm>
            <a:custGeom>
              <a:avLst/>
              <a:gdLst/>
              <a:ahLst/>
              <a:cxnLst/>
              <a:rect l="l" t="t" r="r" b="b"/>
              <a:pathLst>
                <a:path w="1710054" h="407035">
                  <a:moveTo>
                    <a:pt x="0" y="67817"/>
                  </a:moveTo>
                  <a:lnTo>
                    <a:pt x="5328" y="41421"/>
                  </a:lnTo>
                  <a:lnTo>
                    <a:pt x="19859" y="19864"/>
                  </a:lnTo>
                  <a:lnTo>
                    <a:pt x="41415" y="5329"/>
                  </a:lnTo>
                  <a:lnTo>
                    <a:pt x="67817" y="0"/>
                  </a:lnTo>
                  <a:lnTo>
                    <a:pt x="1642110" y="0"/>
                  </a:lnTo>
                  <a:lnTo>
                    <a:pt x="1668512" y="5329"/>
                  </a:lnTo>
                  <a:lnTo>
                    <a:pt x="1690068" y="19864"/>
                  </a:lnTo>
                  <a:lnTo>
                    <a:pt x="1704599" y="41421"/>
                  </a:lnTo>
                  <a:lnTo>
                    <a:pt x="1709928" y="67817"/>
                  </a:lnTo>
                  <a:lnTo>
                    <a:pt x="1709928" y="339089"/>
                  </a:lnTo>
                  <a:lnTo>
                    <a:pt x="1704599" y="365486"/>
                  </a:lnTo>
                  <a:lnTo>
                    <a:pt x="1690068" y="387043"/>
                  </a:lnTo>
                  <a:lnTo>
                    <a:pt x="1668512" y="401578"/>
                  </a:lnTo>
                  <a:lnTo>
                    <a:pt x="1642110" y="406907"/>
                  </a:lnTo>
                  <a:lnTo>
                    <a:pt x="67817" y="406907"/>
                  </a:lnTo>
                  <a:lnTo>
                    <a:pt x="41415" y="401578"/>
                  </a:lnTo>
                  <a:lnTo>
                    <a:pt x="19859" y="387043"/>
                  </a:lnTo>
                  <a:lnTo>
                    <a:pt x="5328" y="365486"/>
                  </a:lnTo>
                  <a:lnTo>
                    <a:pt x="0" y="339089"/>
                  </a:lnTo>
                  <a:lnTo>
                    <a:pt x="0" y="67817"/>
                  </a:lnTo>
                  <a:close/>
                </a:path>
              </a:pathLst>
            </a:custGeom>
            <a:ln w="12700">
              <a:solidFill>
                <a:srgbClr val="8197E9"/>
              </a:solidFill>
            </a:ln>
          </p:spPr>
          <p:txBody>
            <a:bodyPr wrap="square" lIns="0" tIns="0" rIns="0" bIns="0" rtlCol="0"/>
            <a:lstStyle/>
            <a:p>
              <a:endParaRPr/>
            </a:p>
          </p:txBody>
        </p:sp>
        <p:sp>
          <p:nvSpPr>
            <p:cNvPr id="188" name="object 188"/>
            <p:cNvSpPr/>
            <p:nvPr/>
          </p:nvSpPr>
          <p:spPr>
            <a:xfrm>
              <a:off x="5759196" y="6027420"/>
              <a:ext cx="765809" cy="401561"/>
            </a:xfrm>
            <a:prstGeom prst="rect">
              <a:avLst/>
            </a:prstGeom>
            <a:blipFill>
              <a:blip r:embed="rId37" cstate="print"/>
              <a:stretch>
                <a:fillRect/>
              </a:stretch>
            </a:blipFill>
          </p:spPr>
          <p:txBody>
            <a:bodyPr wrap="square" lIns="0" tIns="0" rIns="0" bIns="0" rtlCol="0"/>
            <a:lstStyle/>
            <a:p>
              <a:endParaRPr/>
            </a:p>
          </p:txBody>
        </p:sp>
      </p:grpSp>
      <p:sp>
        <p:nvSpPr>
          <p:cNvPr id="189" name="object 189"/>
          <p:cNvSpPr txBox="1"/>
          <p:nvPr/>
        </p:nvSpPr>
        <p:spPr>
          <a:xfrm>
            <a:off x="7375652" y="2475102"/>
            <a:ext cx="655955" cy="239395"/>
          </a:xfrm>
          <a:prstGeom prst="rect">
            <a:avLst/>
          </a:prstGeom>
        </p:spPr>
        <p:txBody>
          <a:bodyPr vert="horz" wrap="square" lIns="0" tIns="13335" rIns="0" bIns="0" rtlCol="0">
            <a:spAutoFit/>
          </a:bodyPr>
          <a:lstStyle/>
          <a:p>
            <a:pPr marL="12700">
              <a:lnSpc>
                <a:spcPct val="100000"/>
              </a:lnSpc>
              <a:spcBef>
                <a:spcPts val="105"/>
              </a:spcBef>
              <a:tabLst>
                <a:tab pos="642620" algn="l"/>
              </a:tabLst>
            </a:pPr>
            <a:r>
              <a:rPr sz="1400" b="1" u="dash" dirty="0">
                <a:solidFill>
                  <a:srgbClr val="FFFFFF"/>
                </a:solidFill>
                <a:uFill>
                  <a:solidFill>
                    <a:srgbClr val="FFFFFF"/>
                  </a:solidFill>
                </a:uFill>
                <a:latin typeface="Gothic Uralic"/>
                <a:cs typeface="Gothic Uralic"/>
              </a:rPr>
              <a:t> 	</a:t>
            </a:r>
            <a:endParaRPr sz="1400">
              <a:latin typeface="Gothic Uralic"/>
              <a:cs typeface="Gothic Uralic"/>
            </a:endParaRPr>
          </a:p>
        </p:txBody>
      </p:sp>
      <p:sp>
        <p:nvSpPr>
          <p:cNvPr id="190" name="object 190"/>
          <p:cNvSpPr txBox="1"/>
          <p:nvPr/>
        </p:nvSpPr>
        <p:spPr>
          <a:xfrm>
            <a:off x="5859907" y="6072022"/>
            <a:ext cx="550545" cy="239395"/>
          </a:xfrm>
          <a:prstGeom prst="rect">
            <a:avLst/>
          </a:prstGeom>
        </p:spPr>
        <p:txBody>
          <a:bodyPr vert="horz" wrap="square" lIns="0" tIns="12700" rIns="0" bIns="0" rtlCol="0">
            <a:spAutoFit/>
          </a:bodyPr>
          <a:lstStyle/>
          <a:p>
            <a:pPr marL="12700">
              <a:lnSpc>
                <a:spcPct val="100000"/>
              </a:lnSpc>
              <a:spcBef>
                <a:spcPts val="100"/>
              </a:spcBef>
            </a:pPr>
            <a:r>
              <a:rPr sz="1400" b="1" spc="-5" dirty="0">
                <a:solidFill>
                  <a:srgbClr val="FFFFFF"/>
                </a:solidFill>
                <a:latin typeface="Gothic Uralic"/>
                <a:cs typeface="Gothic Uralic"/>
              </a:rPr>
              <a:t>Agent</a:t>
            </a:r>
            <a:endParaRPr sz="1400">
              <a:latin typeface="Gothic Uralic"/>
              <a:cs typeface="Gothic Uralic"/>
            </a:endParaRPr>
          </a:p>
        </p:txBody>
      </p:sp>
      <p:grpSp>
        <p:nvGrpSpPr>
          <p:cNvPr id="191" name="object 191"/>
          <p:cNvGrpSpPr/>
          <p:nvPr/>
        </p:nvGrpSpPr>
        <p:grpSpPr>
          <a:xfrm>
            <a:off x="8301228" y="3441953"/>
            <a:ext cx="2057400" cy="2466975"/>
            <a:chOff x="8301228" y="3441953"/>
            <a:chExt cx="2057400" cy="2466975"/>
          </a:xfrm>
        </p:grpSpPr>
        <p:sp>
          <p:nvSpPr>
            <p:cNvPr id="192" name="object 192"/>
            <p:cNvSpPr/>
            <p:nvPr/>
          </p:nvSpPr>
          <p:spPr>
            <a:xfrm>
              <a:off x="9994646" y="3441953"/>
              <a:ext cx="75437" cy="119507"/>
            </a:xfrm>
            <a:prstGeom prst="rect">
              <a:avLst/>
            </a:prstGeom>
            <a:blipFill>
              <a:blip r:embed="rId22" cstate="print"/>
              <a:stretch>
                <a:fillRect/>
              </a:stretch>
            </a:blipFill>
          </p:spPr>
          <p:txBody>
            <a:bodyPr wrap="square" lIns="0" tIns="0" rIns="0" bIns="0" rtlCol="0"/>
            <a:lstStyle/>
            <a:p>
              <a:endParaRPr/>
            </a:p>
          </p:txBody>
        </p:sp>
        <p:sp>
          <p:nvSpPr>
            <p:cNvPr id="193" name="object 193"/>
            <p:cNvSpPr/>
            <p:nvPr/>
          </p:nvSpPr>
          <p:spPr>
            <a:xfrm>
              <a:off x="10090658" y="3441953"/>
              <a:ext cx="75438" cy="119507"/>
            </a:xfrm>
            <a:prstGeom prst="rect">
              <a:avLst/>
            </a:prstGeom>
            <a:blipFill>
              <a:blip r:embed="rId21" cstate="print"/>
              <a:stretch>
                <a:fillRect/>
              </a:stretch>
            </a:blipFill>
          </p:spPr>
          <p:txBody>
            <a:bodyPr wrap="square" lIns="0" tIns="0" rIns="0" bIns="0" rtlCol="0"/>
            <a:lstStyle/>
            <a:p>
              <a:endParaRPr/>
            </a:p>
          </p:txBody>
        </p:sp>
        <p:sp>
          <p:nvSpPr>
            <p:cNvPr id="194" name="object 194"/>
            <p:cNvSpPr/>
            <p:nvPr/>
          </p:nvSpPr>
          <p:spPr>
            <a:xfrm>
              <a:off x="10186670" y="3441953"/>
              <a:ext cx="75437" cy="119507"/>
            </a:xfrm>
            <a:prstGeom prst="rect">
              <a:avLst/>
            </a:prstGeom>
            <a:blipFill>
              <a:blip r:embed="rId21" cstate="print"/>
              <a:stretch>
                <a:fillRect/>
              </a:stretch>
            </a:blipFill>
          </p:spPr>
          <p:txBody>
            <a:bodyPr wrap="square" lIns="0" tIns="0" rIns="0" bIns="0" rtlCol="0"/>
            <a:lstStyle/>
            <a:p>
              <a:endParaRPr/>
            </a:p>
          </p:txBody>
        </p:sp>
        <p:sp>
          <p:nvSpPr>
            <p:cNvPr id="195" name="object 195"/>
            <p:cNvSpPr/>
            <p:nvPr/>
          </p:nvSpPr>
          <p:spPr>
            <a:xfrm>
              <a:off x="10282682" y="3441953"/>
              <a:ext cx="75438" cy="119507"/>
            </a:xfrm>
            <a:prstGeom prst="rect">
              <a:avLst/>
            </a:prstGeom>
            <a:blipFill>
              <a:blip r:embed="rId21" cstate="print"/>
              <a:stretch>
                <a:fillRect/>
              </a:stretch>
            </a:blipFill>
          </p:spPr>
          <p:txBody>
            <a:bodyPr wrap="square" lIns="0" tIns="0" rIns="0" bIns="0" rtlCol="0"/>
            <a:lstStyle/>
            <a:p>
              <a:endParaRPr/>
            </a:p>
          </p:txBody>
        </p:sp>
        <p:sp>
          <p:nvSpPr>
            <p:cNvPr id="196" name="object 196"/>
            <p:cNvSpPr/>
            <p:nvPr/>
          </p:nvSpPr>
          <p:spPr>
            <a:xfrm>
              <a:off x="9442704" y="3499103"/>
              <a:ext cx="534670" cy="2345690"/>
            </a:xfrm>
            <a:custGeom>
              <a:avLst/>
              <a:gdLst/>
              <a:ahLst/>
              <a:cxnLst/>
              <a:rect l="l" t="t" r="r" b="b"/>
              <a:pathLst>
                <a:path w="534670" h="2345690">
                  <a:moveTo>
                    <a:pt x="1524" y="0"/>
                  </a:moveTo>
                  <a:lnTo>
                    <a:pt x="1524" y="2345626"/>
                  </a:lnTo>
                </a:path>
                <a:path w="534670" h="2345690">
                  <a:moveTo>
                    <a:pt x="0" y="3048"/>
                  </a:moveTo>
                  <a:lnTo>
                    <a:pt x="534162" y="3048"/>
                  </a:lnTo>
                </a:path>
              </a:pathLst>
            </a:custGeom>
            <a:ln w="6350">
              <a:solidFill>
                <a:srgbClr val="FFFFFF"/>
              </a:solidFill>
            </a:ln>
          </p:spPr>
          <p:txBody>
            <a:bodyPr wrap="square" lIns="0" tIns="0" rIns="0" bIns="0" rtlCol="0"/>
            <a:lstStyle/>
            <a:p>
              <a:endParaRPr/>
            </a:p>
          </p:txBody>
        </p:sp>
        <p:sp>
          <p:nvSpPr>
            <p:cNvPr id="197" name="object 197"/>
            <p:cNvSpPr/>
            <p:nvPr/>
          </p:nvSpPr>
          <p:spPr>
            <a:xfrm>
              <a:off x="9994646" y="5788875"/>
              <a:ext cx="75437" cy="119507"/>
            </a:xfrm>
            <a:prstGeom prst="rect">
              <a:avLst/>
            </a:prstGeom>
            <a:blipFill>
              <a:blip r:embed="rId38" cstate="print"/>
              <a:stretch>
                <a:fillRect/>
              </a:stretch>
            </a:blipFill>
          </p:spPr>
          <p:txBody>
            <a:bodyPr wrap="square" lIns="0" tIns="0" rIns="0" bIns="0" rtlCol="0"/>
            <a:lstStyle/>
            <a:p>
              <a:endParaRPr/>
            </a:p>
          </p:txBody>
        </p:sp>
        <p:sp>
          <p:nvSpPr>
            <p:cNvPr id="198" name="object 198"/>
            <p:cNvSpPr/>
            <p:nvPr/>
          </p:nvSpPr>
          <p:spPr>
            <a:xfrm>
              <a:off x="10090658" y="5788875"/>
              <a:ext cx="75438" cy="119507"/>
            </a:xfrm>
            <a:prstGeom prst="rect">
              <a:avLst/>
            </a:prstGeom>
            <a:blipFill>
              <a:blip r:embed="rId39" cstate="print"/>
              <a:stretch>
                <a:fillRect/>
              </a:stretch>
            </a:blipFill>
          </p:spPr>
          <p:txBody>
            <a:bodyPr wrap="square" lIns="0" tIns="0" rIns="0" bIns="0" rtlCol="0"/>
            <a:lstStyle/>
            <a:p>
              <a:endParaRPr/>
            </a:p>
          </p:txBody>
        </p:sp>
        <p:sp>
          <p:nvSpPr>
            <p:cNvPr id="199" name="object 199"/>
            <p:cNvSpPr/>
            <p:nvPr/>
          </p:nvSpPr>
          <p:spPr>
            <a:xfrm>
              <a:off x="10186670" y="5788875"/>
              <a:ext cx="75437" cy="119507"/>
            </a:xfrm>
            <a:prstGeom prst="rect">
              <a:avLst/>
            </a:prstGeom>
            <a:blipFill>
              <a:blip r:embed="rId39" cstate="print"/>
              <a:stretch>
                <a:fillRect/>
              </a:stretch>
            </a:blipFill>
          </p:spPr>
          <p:txBody>
            <a:bodyPr wrap="square" lIns="0" tIns="0" rIns="0" bIns="0" rtlCol="0"/>
            <a:lstStyle/>
            <a:p>
              <a:endParaRPr/>
            </a:p>
          </p:txBody>
        </p:sp>
        <p:sp>
          <p:nvSpPr>
            <p:cNvPr id="200" name="object 200"/>
            <p:cNvSpPr/>
            <p:nvPr/>
          </p:nvSpPr>
          <p:spPr>
            <a:xfrm>
              <a:off x="10282682" y="5788875"/>
              <a:ext cx="75438" cy="119507"/>
            </a:xfrm>
            <a:prstGeom prst="rect">
              <a:avLst/>
            </a:prstGeom>
            <a:blipFill>
              <a:blip r:embed="rId39" cstate="print"/>
              <a:stretch>
                <a:fillRect/>
              </a:stretch>
            </a:blipFill>
          </p:spPr>
          <p:txBody>
            <a:bodyPr wrap="square" lIns="0" tIns="0" rIns="0" bIns="0" rtlCol="0"/>
            <a:lstStyle/>
            <a:p>
              <a:endParaRPr/>
            </a:p>
          </p:txBody>
        </p:sp>
        <p:sp>
          <p:nvSpPr>
            <p:cNvPr id="201" name="object 201"/>
            <p:cNvSpPr/>
            <p:nvPr/>
          </p:nvSpPr>
          <p:spPr>
            <a:xfrm>
              <a:off x="8301228" y="4674107"/>
              <a:ext cx="1680210" cy="1173480"/>
            </a:xfrm>
            <a:custGeom>
              <a:avLst/>
              <a:gdLst/>
              <a:ahLst/>
              <a:cxnLst/>
              <a:rect l="l" t="t" r="r" b="b"/>
              <a:pathLst>
                <a:path w="1680209" h="1173479">
                  <a:moveTo>
                    <a:pt x="1141476" y="1173480"/>
                  </a:moveTo>
                  <a:lnTo>
                    <a:pt x="1675638" y="1173480"/>
                  </a:lnTo>
                </a:path>
                <a:path w="1680209" h="1173479">
                  <a:moveTo>
                    <a:pt x="0" y="0"/>
                  </a:moveTo>
                  <a:lnTo>
                    <a:pt x="798068" y="0"/>
                  </a:lnTo>
                </a:path>
                <a:path w="1680209" h="1173479">
                  <a:moveTo>
                    <a:pt x="822960" y="0"/>
                  </a:moveTo>
                  <a:lnTo>
                    <a:pt x="898525" y="0"/>
                  </a:lnTo>
                </a:path>
                <a:path w="1680209" h="1173479">
                  <a:moveTo>
                    <a:pt x="923544" y="0"/>
                  </a:moveTo>
                  <a:lnTo>
                    <a:pt x="999108" y="0"/>
                  </a:lnTo>
                </a:path>
                <a:path w="1680209" h="1173479">
                  <a:moveTo>
                    <a:pt x="1022603" y="0"/>
                  </a:moveTo>
                  <a:lnTo>
                    <a:pt x="1679828" y="1016"/>
                  </a:lnTo>
                </a:path>
              </a:pathLst>
            </a:custGeom>
            <a:ln w="6350">
              <a:solidFill>
                <a:srgbClr val="FFFFFF"/>
              </a:solidFill>
            </a:ln>
          </p:spPr>
          <p:txBody>
            <a:bodyPr wrap="square" lIns="0" tIns="0" rIns="0" bIns="0" rtlCol="0"/>
            <a:lstStyle/>
            <a:p>
              <a:endParaRPr/>
            </a:p>
          </p:txBody>
        </p:sp>
        <p:sp>
          <p:nvSpPr>
            <p:cNvPr id="202" name="object 202"/>
            <p:cNvSpPr/>
            <p:nvPr/>
          </p:nvSpPr>
          <p:spPr>
            <a:xfrm>
              <a:off x="9392158" y="4622037"/>
              <a:ext cx="105664" cy="104139"/>
            </a:xfrm>
            <a:prstGeom prst="rect">
              <a:avLst/>
            </a:prstGeom>
            <a:blipFill>
              <a:blip r:embed="rId40" cstate="print"/>
              <a:stretch>
                <a:fillRect/>
              </a:stretch>
            </a:blipFill>
          </p:spPr>
          <p:txBody>
            <a:bodyPr wrap="square" lIns="0" tIns="0" rIns="0" bIns="0" rtlCol="0"/>
            <a:lstStyle/>
            <a:p>
              <a:endParaRPr/>
            </a:p>
          </p:txBody>
        </p:sp>
        <p:sp>
          <p:nvSpPr>
            <p:cNvPr id="203" name="object 203"/>
            <p:cNvSpPr/>
            <p:nvPr/>
          </p:nvSpPr>
          <p:spPr>
            <a:xfrm>
              <a:off x="9994646" y="4615433"/>
              <a:ext cx="75437" cy="119507"/>
            </a:xfrm>
            <a:prstGeom prst="rect">
              <a:avLst/>
            </a:prstGeom>
            <a:blipFill>
              <a:blip r:embed="rId22" cstate="print"/>
              <a:stretch>
                <a:fillRect/>
              </a:stretch>
            </a:blipFill>
          </p:spPr>
          <p:txBody>
            <a:bodyPr wrap="square" lIns="0" tIns="0" rIns="0" bIns="0" rtlCol="0"/>
            <a:lstStyle/>
            <a:p>
              <a:endParaRPr/>
            </a:p>
          </p:txBody>
        </p:sp>
        <p:sp>
          <p:nvSpPr>
            <p:cNvPr id="204" name="object 204"/>
            <p:cNvSpPr/>
            <p:nvPr/>
          </p:nvSpPr>
          <p:spPr>
            <a:xfrm>
              <a:off x="10186670" y="4615433"/>
              <a:ext cx="75437" cy="119507"/>
            </a:xfrm>
            <a:prstGeom prst="rect">
              <a:avLst/>
            </a:prstGeom>
            <a:blipFill>
              <a:blip r:embed="rId21" cstate="print"/>
              <a:stretch>
                <a:fillRect/>
              </a:stretch>
            </a:blipFill>
          </p:spPr>
          <p:txBody>
            <a:bodyPr wrap="square" lIns="0" tIns="0" rIns="0" bIns="0" rtlCol="0"/>
            <a:lstStyle/>
            <a:p>
              <a:endParaRPr/>
            </a:p>
          </p:txBody>
        </p:sp>
        <p:sp>
          <p:nvSpPr>
            <p:cNvPr id="205" name="object 205"/>
            <p:cNvSpPr/>
            <p:nvPr/>
          </p:nvSpPr>
          <p:spPr>
            <a:xfrm>
              <a:off x="10090658" y="4615433"/>
              <a:ext cx="75438" cy="119507"/>
            </a:xfrm>
            <a:prstGeom prst="rect">
              <a:avLst/>
            </a:prstGeom>
            <a:blipFill>
              <a:blip r:embed="rId21" cstate="print"/>
              <a:stretch>
                <a:fillRect/>
              </a:stretch>
            </a:blipFill>
          </p:spPr>
          <p:txBody>
            <a:bodyPr wrap="square" lIns="0" tIns="0" rIns="0" bIns="0" rtlCol="0"/>
            <a:lstStyle/>
            <a:p>
              <a:endParaRPr/>
            </a:p>
          </p:txBody>
        </p:sp>
        <p:sp>
          <p:nvSpPr>
            <p:cNvPr id="206" name="object 206"/>
            <p:cNvSpPr/>
            <p:nvPr/>
          </p:nvSpPr>
          <p:spPr>
            <a:xfrm>
              <a:off x="10282682" y="4615433"/>
              <a:ext cx="75438" cy="119507"/>
            </a:xfrm>
            <a:prstGeom prst="rect">
              <a:avLst/>
            </a:prstGeom>
            <a:blipFill>
              <a:blip r:embed="rId21" cstate="print"/>
              <a:stretch>
                <a:fillRect/>
              </a:stretch>
            </a:blipFill>
          </p:spPr>
          <p:txBody>
            <a:bodyPr wrap="square" lIns="0" tIns="0" rIns="0" bIns="0" rtlCol="0"/>
            <a:lstStyle/>
            <a:p>
              <a:endParaRPr/>
            </a:p>
          </p:txBody>
        </p:sp>
      </p:grpSp>
      <p:grpSp>
        <p:nvGrpSpPr>
          <p:cNvPr id="207" name="object 207"/>
          <p:cNvGrpSpPr/>
          <p:nvPr/>
        </p:nvGrpSpPr>
        <p:grpSpPr>
          <a:xfrm>
            <a:off x="2336292" y="4615434"/>
            <a:ext cx="1578610" cy="120014"/>
            <a:chOff x="2336292" y="4615434"/>
            <a:chExt cx="1578610" cy="120014"/>
          </a:xfrm>
        </p:grpSpPr>
        <p:sp>
          <p:nvSpPr>
            <p:cNvPr id="208" name="object 208"/>
            <p:cNvSpPr/>
            <p:nvPr/>
          </p:nvSpPr>
          <p:spPr>
            <a:xfrm>
              <a:off x="2336292" y="4674108"/>
              <a:ext cx="1203325" cy="1270"/>
            </a:xfrm>
            <a:custGeom>
              <a:avLst/>
              <a:gdLst/>
              <a:ahLst/>
              <a:cxnLst/>
              <a:rect l="l" t="t" r="r" b="b"/>
              <a:pathLst>
                <a:path w="1203325" h="1270">
                  <a:moveTo>
                    <a:pt x="0" y="0"/>
                  </a:moveTo>
                  <a:lnTo>
                    <a:pt x="319405" y="0"/>
                  </a:lnTo>
                </a:path>
                <a:path w="1203325" h="1270">
                  <a:moveTo>
                    <a:pt x="344424" y="0"/>
                  </a:moveTo>
                  <a:lnTo>
                    <a:pt x="419988" y="0"/>
                  </a:lnTo>
                </a:path>
                <a:path w="1203325" h="1270">
                  <a:moveTo>
                    <a:pt x="445007" y="0"/>
                  </a:moveTo>
                  <a:lnTo>
                    <a:pt x="520572" y="0"/>
                  </a:lnTo>
                </a:path>
                <a:path w="1203325" h="1270">
                  <a:moveTo>
                    <a:pt x="545591" y="0"/>
                  </a:moveTo>
                  <a:lnTo>
                    <a:pt x="1202817" y="1016"/>
                  </a:lnTo>
                </a:path>
              </a:pathLst>
            </a:custGeom>
            <a:ln w="6350">
              <a:solidFill>
                <a:srgbClr val="FFFFFF"/>
              </a:solidFill>
            </a:ln>
          </p:spPr>
          <p:txBody>
            <a:bodyPr wrap="square" lIns="0" tIns="0" rIns="0" bIns="0" rtlCol="0"/>
            <a:lstStyle/>
            <a:p>
              <a:endParaRPr/>
            </a:p>
          </p:txBody>
        </p:sp>
        <p:sp>
          <p:nvSpPr>
            <p:cNvPr id="209" name="object 209"/>
            <p:cNvSpPr/>
            <p:nvPr/>
          </p:nvSpPr>
          <p:spPr>
            <a:xfrm>
              <a:off x="2948686" y="4622038"/>
              <a:ext cx="105663" cy="104139"/>
            </a:xfrm>
            <a:prstGeom prst="rect">
              <a:avLst/>
            </a:prstGeom>
            <a:blipFill>
              <a:blip r:embed="rId40" cstate="print"/>
              <a:stretch>
                <a:fillRect/>
              </a:stretch>
            </a:blipFill>
          </p:spPr>
          <p:txBody>
            <a:bodyPr wrap="square" lIns="0" tIns="0" rIns="0" bIns="0" rtlCol="0"/>
            <a:lstStyle/>
            <a:p>
              <a:endParaRPr/>
            </a:p>
          </p:txBody>
        </p:sp>
        <p:sp>
          <p:nvSpPr>
            <p:cNvPr id="210" name="object 210"/>
            <p:cNvSpPr/>
            <p:nvPr/>
          </p:nvSpPr>
          <p:spPr>
            <a:xfrm>
              <a:off x="3551174" y="4615434"/>
              <a:ext cx="75437" cy="119507"/>
            </a:xfrm>
            <a:prstGeom prst="rect">
              <a:avLst/>
            </a:prstGeom>
            <a:blipFill>
              <a:blip r:embed="rId22" cstate="print"/>
              <a:stretch>
                <a:fillRect/>
              </a:stretch>
            </a:blipFill>
          </p:spPr>
          <p:txBody>
            <a:bodyPr wrap="square" lIns="0" tIns="0" rIns="0" bIns="0" rtlCol="0"/>
            <a:lstStyle/>
            <a:p>
              <a:endParaRPr/>
            </a:p>
          </p:txBody>
        </p:sp>
        <p:sp>
          <p:nvSpPr>
            <p:cNvPr id="211" name="object 211"/>
            <p:cNvSpPr/>
            <p:nvPr/>
          </p:nvSpPr>
          <p:spPr>
            <a:xfrm>
              <a:off x="3647186" y="4615434"/>
              <a:ext cx="75437" cy="119507"/>
            </a:xfrm>
            <a:prstGeom prst="rect">
              <a:avLst/>
            </a:prstGeom>
            <a:blipFill>
              <a:blip r:embed="rId21" cstate="print"/>
              <a:stretch>
                <a:fillRect/>
              </a:stretch>
            </a:blipFill>
          </p:spPr>
          <p:txBody>
            <a:bodyPr wrap="square" lIns="0" tIns="0" rIns="0" bIns="0" rtlCol="0"/>
            <a:lstStyle/>
            <a:p>
              <a:endParaRPr/>
            </a:p>
          </p:txBody>
        </p:sp>
        <p:sp>
          <p:nvSpPr>
            <p:cNvPr id="212" name="object 212"/>
            <p:cNvSpPr/>
            <p:nvPr/>
          </p:nvSpPr>
          <p:spPr>
            <a:xfrm>
              <a:off x="3743198" y="4615434"/>
              <a:ext cx="75437" cy="119507"/>
            </a:xfrm>
            <a:prstGeom prst="rect">
              <a:avLst/>
            </a:prstGeom>
            <a:blipFill>
              <a:blip r:embed="rId21" cstate="print"/>
              <a:stretch>
                <a:fillRect/>
              </a:stretch>
            </a:blipFill>
          </p:spPr>
          <p:txBody>
            <a:bodyPr wrap="square" lIns="0" tIns="0" rIns="0" bIns="0" rtlCol="0"/>
            <a:lstStyle/>
            <a:p>
              <a:endParaRPr/>
            </a:p>
          </p:txBody>
        </p:sp>
        <p:sp>
          <p:nvSpPr>
            <p:cNvPr id="213" name="object 213"/>
            <p:cNvSpPr/>
            <p:nvPr/>
          </p:nvSpPr>
          <p:spPr>
            <a:xfrm>
              <a:off x="3840607" y="4615434"/>
              <a:ext cx="74040" cy="119507"/>
            </a:xfrm>
            <a:prstGeom prst="rect">
              <a:avLst/>
            </a:prstGeom>
            <a:blipFill>
              <a:blip r:embed="rId23" cstate="print"/>
              <a:stretch>
                <a:fillRect/>
              </a:stretch>
            </a:blipFill>
          </p:spPr>
          <p:txBody>
            <a:bodyPr wrap="square" lIns="0" tIns="0" rIns="0" bIns="0" rtlCol="0"/>
            <a:lstStyle/>
            <a:p>
              <a:endParaRPr/>
            </a:p>
          </p:txBody>
        </p:sp>
      </p:grpSp>
      <p:sp>
        <p:nvSpPr>
          <p:cNvPr id="214" name="object 214"/>
          <p:cNvSpPr/>
          <p:nvPr/>
        </p:nvSpPr>
        <p:spPr>
          <a:xfrm>
            <a:off x="0" y="0"/>
            <a:ext cx="12192000" cy="6858000"/>
          </a:xfrm>
          <a:prstGeom prst="rect">
            <a:avLst/>
          </a:prstGeom>
          <a:blipFill>
            <a:blip r:embed="rId41" cstate="print"/>
            <a:stretch>
              <a:fillRect/>
            </a:stretch>
          </a:blipFill>
        </p:spPr>
        <p:txBody>
          <a:bodyPr wrap="square" lIns="0" tIns="0" rIns="0" bIns="0" rtlCol="0"/>
          <a:lstStyle/>
          <a:p>
            <a:endParaRPr/>
          </a:p>
        </p:txBody>
      </p:sp>
      <p:sp>
        <p:nvSpPr>
          <p:cNvPr id="215" name="object 215"/>
          <p:cNvSpPr txBox="1">
            <a:spLocks noGrp="1"/>
          </p:cNvSpPr>
          <p:nvPr>
            <p:ph type="sldNum" sz="quarter" idx="7"/>
          </p:nvPr>
        </p:nvSpPr>
        <p:spPr>
          <a:prstGeom prst="rect">
            <a:avLst/>
          </a:prstGeom>
        </p:spPr>
        <p:txBody>
          <a:bodyPr vert="horz" wrap="square" lIns="0" tIns="3175" rIns="0" bIns="0" rtlCol="0">
            <a:spAutoFit/>
          </a:bodyPr>
          <a:lstStyle/>
          <a:p>
            <a:pPr marL="38100">
              <a:lnSpc>
                <a:spcPct val="100000"/>
              </a:lnSpc>
              <a:spcBef>
                <a:spcPts val="25"/>
              </a:spcBef>
            </a:pPr>
            <a:fld id="{81D60167-4931-47E6-BA6A-407CBD079E47}" type="slidenum">
              <a:rPr dirty="0"/>
              <a:pPr marL="38100">
                <a:lnSpc>
                  <a:spcPct val="100000"/>
                </a:lnSpc>
                <a:spcBef>
                  <a:spcPts val="25"/>
                </a:spcBef>
              </a:pPr>
              <a:t>38</a:t>
            </a:fld>
            <a:endParaRPr dirty="0"/>
          </a:p>
        </p:txBody>
      </p:sp>
      <p:sp>
        <p:nvSpPr>
          <p:cNvPr id="216" name="object 216"/>
          <p:cNvSpPr txBox="1">
            <a:spLocks noGrp="1"/>
          </p:cNvSpPr>
          <p:nvPr>
            <p:ph type="ftr" sz="quarter" idx="5"/>
          </p:nvPr>
        </p:nvSpPr>
        <p:spPr>
          <a:prstGeom prst="rect">
            <a:avLst/>
          </a:prstGeom>
        </p:spPr>
        <p:txBody>
          <a:bodyPr vert="horz" wrap="square" lIns="0" tIns="3175" rIns="0" bIns="0" rtlCol="0">
            <a:spAutoFit/>
          </a:bodyPr>
          <a:lstStyle/>
          <a:p>
            <a:pPr marL="12700">
              <a:lnSpc>
                <a:spcPct val="100000"/>
              </a:lnSpc>
              <a:spcBef>
                <a:spcPts val="25"/>
              </a:spcBef>
            </a:pPr>
            <a:r>
              <a:rPr dirty="0"/>
              <a:t>This slide</a:t>
            </a:r>
            <a:r>
              <a:rPr spc="65" dirty="0"/>
              <a:t> </a:t>
            </a:r>
            <a:r>
              <a:rPr dirty="0"/>
              <a:t>is </a:t>
            </a:r>
            <a:r>
              <a:rPr spc="-5" dirty="0"/>
              <a:t>100% editable. Adapt </a:t>
            </a:r>
            <a:r>
              <a:rPr dirty="0"/>
              <a:t>it to </a:t>
            </a:r>
            <a:r>
              <a:rPr spc="-5" dirty="0"/>
              <a:t>your needs and capture your audience's attention.</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22859" y="92964"/>
            <a:ext cx="8820150" cy="899921"/>
          </a:xfrm>
          <a:prstGeom prst="rect">
            <a:avLst/>
          </a:prstGeom>
          <a:blipFill>
            <a:blip r:embed="rId2" cstate="print"/>
            <a:stretch>
              <a:fillRect/>
            </a:stretch>
          </a:blipFill>
        </p:spPr>
        <p:txBody>
          <a:bodyPr wrap="square" lIns="0" tIns="0" rIns="0" bIns="0" rtlCol="0"/>
          <a:lstStyle/>
          <a:p>
            <a:endParaRPr/>
          </a:p>
        </p:txBody>
      </p:sp>
      <p:sp>
        <p:nvSpPr>
          <p:cNvPr id="3" name="object 3"/>
          <p:cNvSpPr txBox="1">
            <a:spLocks noGrp="1"/>
          </p:cNvSpPr>
          <p:nvPr>
            <p:ph type="title"/>
          </p:nvPr>
        </p:nvSpPr>
        <p:spPr>
          <a:xfrm>
            <a:off x="263753" y="204343"/>
            <a:ext cx="8310880" cy="513715"/>
          </a:xfrm>
          <a:prstGeom prst="rect">
            <a:avLst/>
          </a:prstGeom>
        </p:spPr>
        <p:txBody>
          <a:bodyPr vert="horz" wrap="square" lIns="0" tIns="12700" rIns="0" bIns="0" rtlCol="0">
            <a:spAutoFit/>
          </a:bodyPr>
          <a:lstStyle/>
          <a:p>
            <a:pPr marL="12700">
              <a:lnSpc>
                <a:spcPct val="100000"/>
              </a:lnSpc>
              <a:spcBef>
                <a:spcPts val="100"/>
              </a:spcBef>
            </a:pPr>
            <a:r>
              <a:rPr sz="3200" dirty="0"/>
              <a:t>AI VS </a:t>
            </a:r>
            <a:r>
              <a:rPr sz="3200" spc="-5" dirty="0"/>
              <a:t>Machine Learning </a:t>
            </a:r>
            <a:r>
              <a:rPr sz="3200" dirty="0"/>
              <a:t>VS </a:t>
            </a:r>
            <a:r>
              <a:rPr sz="3200" spc="-5" dirty="0"/>
              <a:t>Deep</a:t>
            </a:r>
            <a:r>
              <a:rPr sz="3200" spc="-10" dirty="0"/>
              <a:t> Learning</a:t>
            </a:r>
            <a:endParaRPr sz="3200"/>
          </a:p>
        </p:txBody>
      </p:sp>
      <p:sp>
        <p:nvSpPr>
          <p:cNvPr id="4" name="object 4"/>
          <p:cNvSpPr/>
          <p:nvPr/>
        </p:nvSpPr>
        <p:spPr>
          <a:xfrm>
            <a:off x="11778995" y="6621777"/>
            <a:ext cx="253746" cy="232397"/>
          </a:xfrm>
          <a:prstGeom prst="rect">
            <a:avLst/>
          </a:prstGeom>
          <a:blipFill>
            <a:blip r:embed="rId3" cstate="print"/>
            <a:stretch>
              <a:fillRect/>
            </a:stretch>
          </a:blipFill>
        </p:spPr>
        <p:txBody>
          <a:bodyPr wrap="square" lIns="0" tIns="0" rIns="0" bIns="0" rtlCol="0"/>
          <a:lstStyle/>
          <a:p>
            <a:endParaRPr/>
          </a:p>
        </p:txBody>
      </p:sp>
      <p:grpSp>
        <p:nvGrpSpPr>
          <p:cNvPr id="5" name="object 5"/>
          <p:cNvGrpSpPr/>
          <p:nvPr/>
        </p:nvGrpSpPr>
        <p:grpSpPr>
          <a:xfrm>
            <a:off x="281940" y="1746504"/>
            <a:ext cx="3728085" cy="4662170"/>
            <a:chOff x="281940" y="1746504"/>
            <a:chExt cx="3728085" cy="4662170"/>
          </a:xfrm>
        </p:grpSpPr>
        <p:sp>
          <p:nvSpPr>
            <p:cNvPr id="6" name="object 6"/>
            <p:cNvSpPr/>
            <p:nvPr/>
          </p:nvSpPr>
          <p:spPr>
            <a:xfrm>
              <a:off x="284988" y="1746504"/>
              <a:ext cx="3724910" cy="4662170"/>
            </a:xfrm>
            <a:custGeom>
              <a:avLst/>
              <a:gdLst/>
              <a:ahLst/>
              <a:cxnLst/>
              <a:rect l="l" t="t" r="r" b="b"/>
              <a:pathLst>
                <a:path w="3724910" h="4662170">
                  <a:moveTo>
                    <a:pt x="3724656" y="0"/>
                  </a:moveTo>
                  <a:lnTo>
                    <a:pt x="0" y="0"/>
                  </a:lnTo>
                  <a:lnTo>
                    <a:pt x="0" y="4422190"/>
                  </a:lnTo>
                  <a:lnTo>
                    <a:pt x="4870" y="4470504"/>
                  </a:lnTo>
                  <a:lnTo>
                    <a:pt x="18838" y="4515503"/>
                  </a:lnTo>
                  <a:lnTo>
                    <a:pt x="40940" y="4556223"/>
                  </a:lnTo>
                  <a:lnTo>
                    <a:pt x="70211" y="4591702"/>
                  </a:lnTo>
                  <a:lnTo>
                    <a:pt x="105689" y="4620974"/>
                  </a:lnTo>
                  <a:lnTo>
                    <a:pt x="146407" y="4643077"/>
                  </a:lnTo>
                  <a:lnTo>
                    <a:pt x="191403" y="4657045"/>
                  </a:lnTo>
                  <a:lnTo>
                    <a:pt x="239712" y="4661916"/>
                  </a:lnTo>
                  <a:lnTo>
                    <a:pt x="3484879" y="4661916"/>
                  </a:lnTo>
                  <a:lnTo>
                    <a:pt x="3533213" y="4657045"/>
                  </a:lnTo>
                  <a:lnTo>
                    <a:pt x="3578226" y="4643077"/>
                  </a:lnTo>
                  <a:lnTo>
                    <a:pt x="3618957" y="4620974"/>
                  </a:lnTo>
                  <a:lnTo>
                    <a:pt x="3654440" y="4591702"/>
                  </a:lnTo>
                  <a:lnTo>
                    <a:pt x="3683715" y="4556223"/>
                  </a:lnTo>
                  <a:lnTo>
                    <a:pt x="3705818" y="4515503"/>
                  </a:lnTo>
                  <a:lnTo>
                    <a:pt x="3719786" y="4470504"/>
                  </a:lnTo>
                  <a:lnTo>
                    <a:pt x="3724656" y="4422190"/>
                  </a:lnTo>
                  <a:lnTo>
                    <a:pt x="3724656" y="0"/>
                  </a:lnTo>
                  <a:close/>
                </a:path>
              </a:pathLst>
            </a:custGeom>
            <a:solidFill>
              <a:srgbClr val="00A29B"/>
            </a:solidFill>
          </p:spPr>
          <p:txBody>
            <a:bodyPr wrap="square" lIns="0" tIns="0" rIns="0" bIns="0" rtlCol="0"/>
            <a:lstStyle/>
            <a:p>
              <a:endParaRPr/>
            </a:p>
          </p:txBody>
        </p:sp>
        <p:sp>
          <p:nvSpPr>
            <p:cNvPr id="7" name="object 7"/>
            <p:cNvSpPr/>
            <p:nvPr/>
          </p:nvSpPr>
          <p:spPr>
            <a:xfrm>
              <a:off x="281940" y="2714231"/>
              <a:ext cx="336041" cy="380250"/>
            </a:xfrm>
            <a:prstGeom prst="rect">
              <a:avLst/>
            </a:prstGeom>
            <a:blipFill>
              <a:blip r:embed="rId4" cstate="print"/>
              <a:stretch>
                <a:fillRect/>
              </a:stretch>
            </a:blipFill>
          </p:spPr>
          <p:txBody>
            <a:bodyPr wrap="square" lIns="0" tIns="0" rIns="0" bIns="0" rtlCol="0"/>
            <a:lstStyle/>
            <a:p>
              <a:endParaRPr/>
            </a:p>
          </p:txBody>
        </p:sp>
        <p:sp>
          <p:nvSpPr>
            <p:cNvPr id="8" name="object 8"/>
            <p:cNvSpPr/>
            <p:nvPr/>
          </p:nvSpPr>
          <p:spPr>
            <a:xfrm>
              <a:off x="458724" y="2686824"/>
              <a:ext cx="3286505" cy="401561"/>
            </a:xfrm>
            <a:prstGeom prst="rect">
              <a:avLst/>
            </a:prstGeom>
            <a:blipFill>
              <a:blip r:embed="rId5" cstate="print"/>
              <a:stretch>
                <a:fillRect/>
              </a:stretch>
            </a:blipFill>
          </p:spPr>
          <p:txBody>
            <a:bodyPr wrap="square" lIns="0" tIns="0" rIns="0" bIns="0" rtlCol="0"/>
            <a:lstStyle/>
            <a:p>
              <a:endParaRPr/>
            </a:p>
          </p:txBody>
        </p:sp>
        <p:sp>
          <p:nvSpPr>
            <p:cNvPr id="9" name="object 9"/>
            <p:cNvSpPr/>
            <p:nvPr/>
          </p:nvSpPr>
          <p:spPr>
            <a:xfrm>
              <a:off x="458724" y="2900184"/>
              <a:ext cx="727709" cy="401561"/>
            </a:xfrm>
            <a:prstGeom prst="rect">
              <a:avLst/>
            </a:prstGeom>
            <a:blipFill>
              <a:blip r:embed="rId6" cstate="print"/>
              <a:stretch>
                <a:fillRect/>
              </a:stretch>
            </a:blipFill>
          </p:spPr>
          <p:txBody>
            <a:bodyPr wrap="square" lIns="0" tIns="0" rIns="0" bIns="0" rtlCol="0"/>
            <a:lstStyle/>
            <a:p>
              <a:endParaRPr/>
            </a:p>
          </p:txBody>
        </p:sp>
      </p:grpSp>
      <p:sp>
        <p:nvSpPr>
          <p:cNvPr id="10" name="object 10"/>
          <p:cNvSpPr txBox="1"/>
          <p:nvPr/>
        </p:nvSpPr>
        <p:spPr>
          <a:xfrm>
            <a:off x="376224" y="2727401"/>
            <a:ext cx="3207385" cy="454025"/>
          </a:xfrm>
          <a:prstGeom prst="rect">
            <a:avLst/>
          </a:prstGeom>
        </p:spPr>
        <p:txBody>
          <a:bodyPr vert="horz" wrap="square" lIns="0" tIns="13335" rIns="0" bIns="0" rtlCol="0">
            <a:spAutoFit/>
          </a:bodyPr>
          <a:lstStyle/>
          <a:p>
            <a:pPr marL="12700">
              <a:lnSpc>
                <a:spcPct val="100000"/>
              </a:lnSpc>
              <a:spcBef>
                <a:spcPts val="105"/>
              </a:spcBef>
            </a:pPr>
            <a:r>
              <a:rPr sz="1400" dirty="0">
                <a:solidFill>
                  <a:srgbClr val="FFFFFF"/>
                </a:solidFill>
                <a:latin typeface="Courier New"/>
                <a:cs typeface="Courier New"/>
              </a:rPr>
              <a:t>o</a:t>
            </a:r>
            <a:r>
              <a:rPr sz="1400" spc="-409" dirty="0">
                <a:solidFill>
                  <a:srgbClr val="FFFFFF"/>
                </a:solidFill>
                <a:latin typeface="Courier New"/>
                <a:cs typeface="Courier New"/>
              </a:rPr>
              <a:t> </a:t>
            </a:r>
            <a:r>
              <a:rPr sz="1400" dirty="0">
                <a:solidFill>
                  <a:srgbClr val="FFFFFF"/>
                </a:solidFill>
                <a:latin typeface="Arial"/>
                <a:cs typeface="Arial"/>
              </a:rPr>
              <a:t>Artificial Intelligence originated around</a:t>
            </a:r>
            <a:endParaRPr sz="1400">
              <a:latin typeface="Arial"/>
              <a:cs typeface="Arial"/>
            </a:endParaRPr>
          </a:p>
          <a:p>
            <a:pPr marL="195580">
              <a:lnSpc>
                <a:spcPct val="100000"/>
              </a:lnSpc>
              <a:spcBef>
                <a:spcPts val="5"/>
              </a:spcBef>
            </a:pPr>
            <a:r>
              <a:rPr sz="1400" spc="-5" dirty="0">
                <a:solidFill>
                  <a:srgbClr val="FFFFFF"/>
                </a:solidFill>
                <a:latin typeface="Arial"/>
                <a:cs typeface="Arial"/>
              </a:rPr>
              <a:t>1950s</a:t>
            </a:r>
            <a:endParaRPr sz="1400">
              <a:latin typeface="Arial"/>
              <a:cs typeface="Arial"/>
            </a:endParaRPr>
          </a:p>
        </p:txBody>
      </p:sp>
      <p:grpSp>
        <p:nvGrpSpPr>
          <p:cNvPr id="11" name="object 11"/>
          <p:cNvGrpSpPr/>
          <p:nvPr/>
        </p:nvGrpSpPr>
        <p:grpSpPr>
          <a:xfrm>
            <a:off x="281940" y="3342144"/>
            <a:ext cx="3355340" cy="615315"/>
            <a:chOff x="281940" y="3342144"/>
            <a:chExt cx="3355340" cy="615315"/>
          </a:xfrm>
        </p:grpSpPr>
        <p:sp>
          <p:nvSpPr>
            <p:cNvPr id="12" name="object 12"/>
            <p:cNvSpPr/>
            <p:nvPr/>
          </p:nvSpPr>
          <p:spPr>
            <a:xfrm>
              <a:off x="281940" y="3369551"/>
              <a:ext cx="336041" cy="380250"/>
            </a:xfrm>
            <a:prstGeom prst="rect">
              <a:avLst/>
            </a:prstGeom>
            <a:blipFill>
              <a:blip r:embed="rId4" cstate="print"/>
              <a:stretch>
                <a:fillRect/>
              </a:stretch>
            </a:blipFill>
          </p:spPr>
          <p:txBody>
            <a:bodyPr wrap="square" lIns="0" tIns="0" rIns="0" bIns="0" rtlCol="0"/>
            <a:lstStyle/>
            <a:p>
              <a:endParaRPr/>
            </a:p>
          </p:txBody>
        </p:sp>
        <p:sp>
          <p:nvSpPr>
            <p:cNvPr id="13" name="object 13"/>
            <p:cNvSpPr/>
            <p:nvPr/>
          </p:nvSpPr>
          <p:spPr>
            <a:xfrm>
              <a:off x="458724" y="3342144"/>
              <a:ext cx="3178302" cy="401561"/>
            </a:xfrm>
            <a:prstGeom prst="rect">
              <a:avLst/>
            </a:prstGeom>
            <a:blipFill>
              <a:blip r:embed="rId7" cstate="print"/>
              <a:stretch>
                <a:fillRect/>
              </a:stretch>
            </a:blipFill>
          </p:spPr>
          <p:txBody>
            <a:bodyPr wrap="square" lIns="0" tIns="0" rIns="0" bIns="0" rtlCol="0"/>
            <a:lstStyle/>
            <a:p>
              <a:endParaRPr/>
            </a:p>
          </p:txBody>
        </p:sp>
        <p:sp>
          <p:nvSpPr>
            <p:cNvPr id="14" name="object 14"/>
            <p:cNvSpPr/>
            <p:nvPr/>
          </p:nvSpPr>
          <p:spPr>
            <a:xfrm>
              <a:off x="458724" y="3555504"/>
              <a:ext cx="1005077" cy="401561"/>
            </a:xfrm>
            <a:prstGeom prst="rect">
              <a:avLst/>
            </a:prstGeom>
            <a:blipFill>
              <a:blip r:embed="rId8" cstate="print"/>
              <a:stretch>
                <a:fillRect/>
              </a:stretch>
            </a:blipFill>
          </p:spPr>
          <p:txBody>
            <a:bodyPr wrap="square" lIns="0" tIns="0" rIns="0" bIns="0" rtlCol="0"/>
            <a:lstStyle/>
            <a:p>
              <a:endParaRPr/>
            </a:p>
          </p:txBody>
        </p:sp>
      </p:grpSp>
      <p:sp>
        <p:nvSpPr>
          <p:cNvPr id="15" name="object 15"/>
          <p:cNvSpPr txBox="1"/>
          <p:nvPr/>
        </p:nvSpPr>
        <p:spPr>
          <a:xfrm>
            <a:off x="376224" y="3383407"/>
            <a:ext cx="3095625" cy="452755"/>
          </a:xfrm>
          <a:prstGeom prst="rect">
            <a:avLst/>
          </a:prstGeom>
        </p:spPr>
        <p:txBody>
          <a:bodyPr vert="horz" wrap="square" lIns="0" tIns="13335" rIns="0" bIns="0" rtlCol="0">
            <a:spAutoFit/>
          </a:bodyPr>
          <a:lstStyle/>
          <a:p>
            <a:pPr marL="195580" marR="5080" indent="-182880">
              <a:lnSpc>
                <a:spcPct val="100000"/>
              </a:lnSpc>
              <a:spcBef>
                <a:spcPts val="105"/>
              </a:spcBef>
            </a:pPr>
            <a:r>
              <a:rPr sz="1400" dirty="0">
                <a:solidFill>
                  <a:srgbClr val="FFFFFF"/>
                </a:solidFill>
                <a:latin typeface="Courier New"/>
                <a:cs typeface="Courier New"/>
              </a:rPr>
              <a:t>o</a:t>
            </a:r>
            <a:r>
              <a:rPr sz="1400" spc="-395" dirty="0">
                <a:solidFill>
                  <a:srgbClr val="FFFFFF"/>
                </a:solidFill>
                <a:latin typeface="Courier New"/>
                <a:cs typeface="Courier New"/>
              </a:rPr>
              <a:t> </a:t>
            </a:r>
            <a:r>
              <a:rPr sz="1400" dirty="0">
                <a:solidFill>
                  <a:srgbClr val="FFFFFF"/>
                </a:solidFill>
                <a:latin typeface="Arial"/>
                <a:cs typeface="Arial"/>
              </a:rPr>
              <a:t>AI </a:t>
            </a:r>
            <a:r>
              <a:rPr sz="1400" spc="-5" dirty="0">
                <a:solidFill>
                  <a:srgbClr val="FFFFFF"/>
                </a:solidFill>
                <a:latin typeface="Arial"/>
                <a:cs typeface="Arial"/>
              </a:rPr>
              <a:t>represents </a:t>
            </a:r>
            <a:r>
              <a:rPr sz="1400" dirty="0">
                <a:solidFill>
                  <a:srgbClr val="FFFFFF"/>
                </a:solidFill>
                <a:latin typeface="Arial"/>
                <a:cs typeface="Arial"/>
              </a:rPr>
              <a:t>simulate intelligence in  machines</a:t>
            </a:r>
            <a:endParaRPr sz="1400">
              <a:latin typeface="Arial"/>
              <a:cs typeface="Arial"/>
            </a:endParaRPr>
          </a:p>
        </p:txBody>
      </p:sp>
      <p:grpSp>
        <p:nvGrpSpPr>
          <p:cNvPr id="16" name="object 16"/>
          <p:cNvGrpSpPr/>
          <p:nvPr/>
        </p:nvGrpSpPr>
        <p:grpSpPr>
          <a:xfrm>
            <a:off x="281940" y="3997464"/>
            <a:ext cx="2774950" cy="407670"/>
            <a:chOff x="281940" y="3997464"/>
            <a:chExt cx="2774950" cy="407670"/>
          </a:xfrm>
        </p:grpSpPr>
        <p:sp>
          <p:nvSpPr>
            <p:cNvPr id="17" name="object 17"/>
            <p:cNvSpPr/>
            <p:nvPr/>
          </p:nvSpPr>
          <p:spPr>
            <a:xfrm>
              <a:off x="281940" y="4024871"/>
              <a:ext cx="336041" cy="380250"/>
            </a:xfrm>
            <a:prstGeom prst="rect">
              <a:avLst/>
            </a:prstGeom>
            <a:blipFill>
              <a:blip r:embed="rId4" cstate="print"/>
              <a:stretch>
                <a:fillRect/>
              </a:stretch>
            </a:blipFill>
          </p:spPr>
          <p:txBody>
            <a:bodyPr wrap="square" lIns="0" tIns="0" rIns="0" bIns="0" rtlCol="0"/>
            <a:lstStyle/>
            <a:p>
              <a:endParaRPr/>
            </a:p>
          </p:txBody>
        </p:sp>
        <p:sp>
          <p:nvSpPr>
            <p:cNvPr id="18" name="object 18"/>
            <p:cNvSpPr/>
            <p:nvPr/>
          </p:nvSpPr>
          <p:spPr>
            <a:xfrm>
              <a:off x="458724" y="3997464"/>
              <a:ext cx="2597658" cy="401561"/>
            </a:xfrm>
            <a:prstGeom prst="rect">
              <a:avLst/>
            </a:prstGeom>
            <a:blipFill>
              <a:blip r:embed="rId9" cstate="print"/>
              <a:stretch>
                <a:fillRect/>
              </a:stretch>
            </a:blipFill>
          </p:spPr>
          <p:txBody>
            <a:bodyPr wrap="square" lIns="0" tIns="0" rIns="0" bIns="0" rtlCol="0"/>
            <a:lstStyle/>
            <a:p>
              <a:endParaRPr/>
            </a:p>
          </p:txBody>
        </p:sp>
      </p:grpSp>
      <p:sp>
        <p:nvSpPr>
          <p:cNvPr id="19" name="object 19"/>
          <p:cNvSpPr txBox="1"/>
          <p:nvPr/>
        </p:nvSpPr>
        <p:spPr>
          <a:xfrm>
            <a:off x="376224" y="4038980"/>
            <a:ext cx="2519045" cy="239395"/>
          </a:xfrm>
          <a:prstGeom prst="rect">
            <a:avLst/>
          </a:prstGeom>
        </p:spPr>
        <p:txBody>
          <a:bodyPr vert="horz" wrap="square" lIns="0" tIns="12700" rIns="0" bIns="0" rtlCol="0">
            <a:spAutoFit/>
          </a:bodyPr>
          <a:lstStyle/>
          <a:p>
            <a:pPr marL="12700">
              <a:lnSpc>
                <a:spcPct val="100000"/>
              </a:lnSpc>
              <a:spcBef>
                <a:spcPts val="100"/>
              </a:spcBef>
            </a:pPr>
            <a:r>
              <a:rPr sz="1400" dirty="0">
                <a:solidFill>
                  <a:srgbClr val="FFFFFF"/>
                </a:solidFill>
                <a:latin typeface="Courier New"/>
                <a:cs typeface="Courier New"/>
              </a:rPr>
              <a:t>o</a:t>
            </a:r>
            <a:r>
              <a:rPr sz="1400" spc="-405" dirty="0">
                <a:solidFill>
                  <a:srgbClr val="FFFFFF"/>
                </a:solidFill>
                <a:latin typeface="Courier New"/>
                <a:cs typeface="Courier New"/>
              </a:rPr>
              <a:t> </a:t>
            </a:r>
            <a:r>
              <a:rPr sz="1400" dirty="0">
                <a:solidFill>
                  <a:srgbClr val="FFFFFF"/>
                </a:solidFill>
                <a:latin typeface="Arial"/>
                <a:cs typeface="Arial"/>
              </a:rPr>
              <a:t>AI is a subset of data science</a:t>
            </a:r>
            <a:endParaRPr sz="1400">
              <a:latin typeface="Arial"/>
              <a:cs typeface="Arial"/>
            </a:endParaRPr>
          </a:p>
        </p:txBody>
      </p:sp>
      <p:grpSp>
        <p:nvGrpSpPr>
          <p:cNvPr id="20" name="object 20"/>
          <p:cNvGrpSpPr/>
          <p:nvPr/>
        </p:nvGrpSpPr>
        <p:grpSpPr>
          <a:xfrm>
            <a:off x="281940" y="4439424"/>
            <a:ext cx="3188970" cy="615315"/>
            <a:chOff x="281940" y="4439424"/>
            <a:chExt cx="3188970" cy="615315"/>
          </a:xfrm>
        </p:grpSpPr>
        <p:sp>
          <p:nvSpPr>
            <p:cNvPr id="21" name="object 21"/>
            <p:cNvSpPr/>
            <p:nvPr/>
          </p:nvSpPr>
          <p:spPr>
            <a:xfrm>
              <a:off x="281940" y="4466831"/>
              <a:ext cx="336041" cy="380250"/>
            </a:xfrm>
            <a:prstGeom prst="rect">
              <a:avLst/>
            </a:prstGeom>
            <a:blipFill>
              <a:blip r:embed="rId4" cstate="print"/>
              <a:stretch>
                <a:fillRect/>
              </a:stretch>
            </a:blipFill>
          </p:spPr>
          <p:txBody>
            <a:bodyPr wrap="square" lIns="0" tIns="0" rIns="0" bIns="0" rtlCol="0"/>
            <a:lstStyle/>
            <a:p>
              <a:endParaRPr/>
            </a:p>
          </p:txBody>
        </p:sp>
        <p:sp>
          <p:nvSpPr>
            <p:cNvPr id="22" name="object 22"/>
            <p:cNvSpPr/>
            <p:nvPr/>
          </p:nvSpPr>
          <p:spPr>
            <a:xfrm>
              <a:off x="458724" y="4439424"/>
              <a:ext cx="3012186" cy="401561"/>
            </a:xfrm>
            <a:prstGeom prst="rect">
              <a:avLst/>
            </a:prstGeom>
            <a:blipFill>
              <a:blip r:embed="rId10" cstate="print"/>
              <a:stretch>
                <a:fillRect/>
              </a:stretch>
            </a:blipFill>
          </p:spPr>
          <p:txBody>
            <a:bodyPr wrap="square" lIns="0" tIns="0" rIns="0" bIns="0" rtlCol="0"/>
            <a:lstStyle/>
            <a:p>
              <a:endParaRPr/>
            </a:p>
          </p:txBody>
        </p:sp>
        <p:sp>
          <p:nvSpPr>
            <p:cNvPr id="23" name="object 23"/>
            <p:cNvSpPr/>
            <p:nvPr/>
          </p:nvSpPr>
          <p:spPr>
            <a:xfrm>
              <a:off x="458724" y="4652784"/>
              <a:ext cx="2814066" cy="401561"/>
            </a:xfrm>
            <a:prstGeom prst="rect">
              <a:avLst/>
            </a:prstGeom>
            <a:blipFill>
              <a:blip r:embed="rId11" cstate="print"/>
              <a:stretch>
                <a:fillRect/>
              </a:stretch>
            </a:blipFill>
          </p:spPr>
          <p:txBody>
            <a:bodyPr wrap="square" lIns="0" tIns="0" rIns="0" bIns="0" rtlCol="0"/>
            <a:lstStyle/>
            <a:p>
              <a:endParaRPr/>
            </a:p>
          </p:txBody>
        </p:sp>
      </p:grpSp>
      <p:sp>
        <p:nvSpPr>
          <p:cNvPr id="24" name="object 24"/>
          <p:cNvSpPr txBox="1"/>
          <p:nvPr/>
        </p:nvSpPr>
        <p:spPr>
          <a:xfrm>
            <a:off x="376224" y="4480940"/>
            <a:ext cx="2931160" cy="452755"/>
          </a:xfrm>
          <a:prstGeom prst="rect">
            <a:avLst/>
          </a:prstGeom>
        </p:spPr>
        <p:txBody>
          <a:bodyPr vert="horz" wrap="square" lIns="0" tIns="12700" rIns="0" bIns="0" rtlCol="0">
            <a:spAutoFit/>
          </a:bodyPr>
          <a:lstStyle/>
          <a:p>
            <a:pPr marL="195580" marR="5080" indent="-182880">
              <a:lnSpc>
                <a:spcPct val="100000"/>
              </a:lnSpc>
              <a:spcBef>
                <a:spcPts val="100"/>
              </a:spcBef>
            </a:pPr>
            <a:r>
              <a:rPr sz="1400" dirty="0">
                <a:solidFill>
                  <a:srgbClr val="FFFFFF"/>
                </a:solidFill>
                <a:latin typeface="Courier New"/>
                <a:cs typeface="Courier New"/>
              </a:rPr>
              <a:t>o</a:t>
            </a:r>
            <a:r>
              <a:rPr sz="1400" spc="-390" dirty="0">
                <a:solidFill>
                  <a:srgbClr val="FFFFFF"/>
                </a:solidFill>
                <a:latin typeface="Courier New"/>
                <a:cs typeface="Courier New"/>
              </a:rPr>
              <a:t> </a:t>
            </a:r>
            <a:r>
              <a:rPr sz="1400" dirty="0">
                <a:solidFill>
                  <a:srgbClr val="FFFFFF"/>
                </a:solidFill>
                <a:latin typeface="Arial"/>
                <a:cs typeface="Arial"/>
              </a:rPr>
              <a:t>Aim is to build machines </a:t>
            </a:r>
            <a:r>
              <a:rPr sz="1400" spc="-5" dirty="0">
                <a:solidFill>
                  <a:srgbClr val="FFFFFF"/>
                </a:solidFill>
                <a:latin typeface="Arial"/>
                <a:cs typeface="Arial"/>
              </a:rPr>
              <a:t>which </a:t>
            </a:r>
            <a:r>
              <a:rPr sz="1400" dirty="0">
                <a:solidFill>
                  <a:srgbClr val="FFFFFF"/>
                </a:solidFill>
                <a:latin typeface="Arial"/>
                <a:cs typeface="Arial"/>
              </a:rPr>
              <a:t>are  capable of thinking like</a:t>
            </a:r>
            <a:r>
              <a:rPr sz="1400" spc="-140" dirty="0">
                <a:solidFill>
                  <a:srgbClr val="FFFFFF"/>
                </a:solidFill>
                <a:latin typeface="Arial"/>
                <a:cs typeface="Arial"/>
              </a:rPr>
              <a:t> </a:t>
            </a:r>
            <a:r>
              <a:rPr sz="1400" dirty="0">
                <a:solidFill>
                  <a:srgbClr val="FFFFFF"/>
                </a:solidFill>
                <a:latin typeface="Arial"/>
                <a:cs typeface="Arial"/>
              </a:rPr>
              <a:t>humans</a:t>
            </a:r>
            <a:endParaRPr sz="1400">
              <a:latin typeface="Arial"/>
              <a:cs typeface="Arial"/>
            </a:endParaRPr>
          </a:p>
        </p:txBody>
      </p:sp>
      <p:grpSp>
        <p:nvGrpSpPr>
          <p:cNvPr id="25" name="object 25"/>
          <p:cNvGrpSpPr/>
          <p:nvPr/>
        </p:nvGrpSpPr>
        <p:grpSpPr>
          <a:xfrm>
            <a:off x="4233671" y="1746504"/>
            <a:ext cx="3728085" cy="4662170"/>
            <a:chOff x="4233671" y="1746504"/>
            <a:chExt cx="3728085" cy="4662170"/>
          </a:xfrm>
        </p:grpSpPr>
        <p:sp>
          <p:nvSpPr>
            <p:cNvPr id="26" name="object 26"/>
            <p:cNvSpPr/>
            <p:nvPr/>
          </p:nvSpPr>
          <p:spPr>
            <a:xfrm>
              <a:off x="4236719" y="1746504"/>
              <a:ext cx="3724910" cy="4662170"/>
            </a:xfrm>
            <a:custGeom>
              <a:avLst/>
              <a:gdLst/>
              <a:ahLst/>
              <a:cxnLst/>
              <a:rect l="l" t="t" r="r" b="b"/>
              <a:pathLst>
                <a:path w="3724909" h="4662170">
                  <a:moveTo>
                    <a:pt x="3724655" y="0"/>
                  </a:moveTo>
                  <a:lnTo>
                    <a:pt x="0" y="0"/>
                  </a:lnTo>
                  <a:lnTo>
                    <a:pt x="0" y="4422190"/>
                  </a:lnTo>
                  <a:lnTo>
                    <a:pt x="4869" y="4470504"/>
                  </a:lnTo>
                  <a:lnTo>
                    <a:pt x="18837" y="4515503"/>
                  </a:lnTo>
                  <a:lnTo>
                    <a:pt x="40940" y="4556223"/>
                  </a:lnTo>
                  <a:lnTo>
                    <a:pt x="70215" y="4591702"/>
                  </a:lnTo>
                  <a:lnTo>
                    <a:pt x="105698" y="4620974"/>
                  </a:lnTo>
                  <a:lnTo>
                    <a:pt x="146429" y="4643077"/>
                  </a:lnTo>
                  <a:lnTo>
                    <a:pt x="191442" y="4657045"/>
                  </a:lnTo>
                  <a:lnTo>
                    <a:pt x="239775" y="4661916"/>
                  </a:lnTo>
                  <a:lnTo>
                    <a:pt x="3484879" y="4661916"/>
                  </a:lnTo>
                  <a:lnTo>
                    <a:pt x="3533213" y="4657045"/>
                  </a:lnTo>
                  <a:lnTo>
                    <a:pt x="3578226" y="4643077"/>
                  </a:lnTo>
                  <a:lnTo>
                    <a:pt x="3618957" y="4620974"/>
                  </a:lnTo>
                  <a:lnTo>
                    <a:pt x="3654440" y="4591702"/>
                  </a:lnTo>
                  <a:lnTo>
                    <a:pt x="3683715" y="4556223"/>
                  </a:lnTo>
                  <a:lnTo>
                    <a:pt x="3705818" y="4515503"/>
                  </a:lnTo>
                  <a:lnTo>
                    <a:pt x="3719786" y="4470504"/>
                  </a:lnTo>
                  <a:lnTo>
                    <a:pt x="3724655" y="4422190"/>
                  </a:lnTo>
                  <a:lnTo>
                    <a:pt x="3724655" y="0"/>
                  </a:lnTo>
                  <a:close/>
                </a:path>
              </a:pathLst>
            </a:custGeom>
            <a:solidFill>
              <a:srgbClr val="FF8E01"/>
            </a:solidFill>
          </p:spPr>
          <p:txBody>
            <a:bodyPr wrap="square" lIns="0" tIns="0" rIns="0" bIns="0" rtlCol="0"/>
            <a:lstStyle/>
            <a:p>
              <a:endParaRPr/>
            </a:p>
          </p:txBody>
        </p:sp>
        <p:sp>
          <p:nvSpPr>
            <p:cNvPr id="27" name="object 27"/>
            <p:cNvSpPr/>
            <p:nvPr/>
          </p:nvSpPr>
          <p:spPr>
            <a:xfrm>
              <a:off x="4233671" y="2714231"/>
              <a:ext cx="336041" cy="380250"/>
            </a:xfrm>
            <a:prstGeom prst="rect">
              <a:avLst/>
            </a:prstGeom>
            <a:blipFill>
              <a:blip r:embed="rId12" cstate="print"/>
              <a:stretch>
                <a:fillRect/>
              </a:stretch>
            </a:blipFill>
          </p:spPr>
          <p:txBody>
            <a:bodyPr wrap="square" lIns="0" tIns="0" rIns="0" bIns="0" rtlCol="0"/>
            <a:lstStyle/>
            <a:p>
              <a:endParaRPr/>
            </a:p>
          </p:txBody>
        </p:sp>
        <p:sp>
          <p:nvSpPr>
            <p:cNvPr id="28" name="object 28"/>
            <p:cNvSpPr/>
            <p:nvPr/>
          </p:nvSpPr>
          <p:spPr>
            <a:xfrm>
              <a:off x="4410455" y="2686824"/>
              <a:ext cx="3126486" cy="401561"/>
            </a:xfrm>
            <a:prstGeom prst="rect">
              <a:avLst/>
            </a:prstGeom>
            <a:blipFill>
              <a:blip r:embed="rId13" cstate="print"/>
              <a:stretch>
                <a:fillRect/>
              </a:stretch>
            </a:blipFill>
          </p:spPr>
          <p:txBody>
            <a:bodyPr wrap="square" lIns="0" tIns="0" rIns="0" bIns="0" rtlCol="0"/>
            <a:lstStyle/>
            <a:p>
              <a:endParaRPr/>
            </a:p>
          </p:txBody>
        </p:sp>
        <p:sp>
          <p:nvSpPr>
            <p:cNvPr id="29" name="object 29"/>
            <p:cNvSpPr/>
            <p:nvPr/>
          </p:nvSpPr>
          <p:spPr>
            <a:xfrm>
              <a:off x="4410455" y="2900184"/>
              <a:ext cx="727710" cy="401561"/>
            </a:xfrm>
            <a:prstGeom prst="rect">
              <a:avLst/>
            </a:prstGeom>
            <a:blipFill>
              <a:blip r:embed="rId14" cstate="print"/>
              <a:stretch>
                <a:fillRect/>
              </a:stretch>
            </a:blipFill>
          </p:spPr>
          <p:txBody>
            <a:bodyPr wrap="square" lIns="0" tIns="0" rIns="0" bIns="0" rtlCol="0"/>
            <a:lstStyle/>
            <a:p>
              <a:endParaRPr/>
            </a:p>
          </p:txBody>
        </p:sp>
      </p:grpSp>
      <p:grpSp>
        <p:nvGrpSpPr>
          <p:cNvPr id="30" name="object 30"/>
          <p:cNvGrpSpPr/>
          <p:nvPr/>
        </p:nvGrpSpPr>
        <p:grpSpPr>
          <a:xfrm>
            <a:off x="284988" y="1084897"/>
            <a:ext cx="3724910" cy="4935220"/>
            <a:chOff x="284988" y="1084897"/>
            <a:chExt cx="3724910" cy="4935220"/>
          </a:xfrm>
        </p:grpSpPr>
        <p:sp>
          <p:nvSpPr>
            <p:cNvPr id="31" name="object 31"/>
            <p:cNvSpPr/>
            <p:nvPr/>
          </p:nvSpPr>
          <p:spPr>
            <a:xfrm>
              <a:off x="1471421" y="1114806"/>
              <a:ext cx="1351915" cy="1351915"/>
            </a:xfrm>
            <a:custGeom>
              <a:avLst/>
              <a:gdLst/>
              <a:ahLst/>
              <a:cxnLst/>
              <a:rect l="l" t="t" r="r" b="b"/>
              <a:pathLst>
                <a:path w="1351914" h="1351914">
                  <a:moveTo>
                    <a:pt x="675894" y="0"/>
                  </a:moveTo>
                  <a:lnTo>
                    <a:pt x="627628" y="1697"/>
                  </a:lnTo>
                  <a:lnTo>
                    <a:pt x="580277" y="6712"/>
                  </a:lnTo>
                  <a:lnTo>
                    <a:pt x="533957" y="14931"/>
                  </a:lnTo>
                  <a:lnTo>
                    <a:pt x="488780" y="26240"/>
                  </a:lnTo>
                  <a:lnTo>
                    <a:pt x="444863" y="40523"/>
                  </a:lnTo>
                  <a:lnTo>
                    <a:pt x="402318" y="57667"/>
                  </a:lnTo>
                  <a:lnTo>
                    <a:pt x="361260" y="77557"/>
                  </a:lnTo>
                  <a:lnTo>
                    <a:pt x="321805" y="100079"/>
                  </a:lnTo>
                  <a:lnTo>
                    <a:pt x="284065" y="125118"/>
                  </a:lnTo>
                  <a:lnTo>
                    <a:pt x="248157" y="152559"/>
                  </a:lnTo>
                  <a:lnTo>
                    <a:pt x="214193" y="182289"/>
                  </a:lnTo>
                  <a:lnTo>
                    <a:pt x="182289" y="214193"/>
                  </a:lnTo>
                  <a:lnTo>
                    <a:pt x="152559" y="248157"/>
                  </a:lnTo>
                  <a:lnTo>
                    <a:pt x="125118" y="284065"/>
                  </a:lnTo>
                  <a:lnTo>
                    <a:pt x="100079" y="321805"/>
                  </a:lnTo>
                  <a:lnTo>
                    <a:pt x="77557" y="361260"/>
                  </a:lnTo>
                  <a:lnTo>
                    <a:pt x="57667" y="402318"/>
                  </a:lnTo>
                  <a:lnTo>
                    <a:pt x="40523" y="444863"/>
                  </a:lnTo>
                  <a:lnTo>
                    <a:pt x="26240" y="488780"/>
                  </a:lnTo>
                  <a:lnTo>
                    <a:pt x="14931" y="533957"/>
                  </a:lnTo>
                  <a:lnTo>
                    <a:pt x="6712" y="580277"/>
                  </a:lnTo>
                  <a:lnTo>
                    <a:pt x="1697" y="627628"/>
                  </a:lnTo>
                  <a:lnTo>
                    <a:pt x="0" y="675894"/>
                  </a:lnTo>
                  <a:lnTo>
                    <a:pt x="1697" y="724159"/>
                  </a:lnTo>
                  <a:lnTo>
                    <a:pt x="6712" y="771510"/>
                  </a:lnTo>
                  <a:lnTo>
                    <a:pt x="14931" y="817830"/>
                  </a:lnTo>
                  <a:lnTo>
                    <a:pt x="26240" y="863007"/>
                  </a:lnTo>
                  <a:lnTo>
                    <a:pt x="40523" y="906924"/>
                  </a:lnTo>
                  <a:lnTo>
                    <a:pt x="57667" y="949469"/>
                  </a:lnTo>
                  <a:lnTo>
                    <a:pt x="77557" y="990527"/>
                  </a:lnTo>
                  <a:lnTo>
                    <a:pt x="100079" y="1029982"/>
                  </a:lnTo>
                  <a:lnTo>
                    <a:pt x="125118" y="1067722"/>
                  </a:lnTo>
                  <a:lnTo>
                    <a:pt x="152559" y="1103630"/>
                  </a:lnTo>
                  <a:lnTo>
                    <a:pt x="182289" y="1137594"/>
                  </a:lnTo>
                  <a:lnTo>
                    <a:pt x="214193" y="1169498"/>
                  </a:lnTo>
                  <a:lnTo>
                    <a:pt x="248157" y="1199228"/>
                  </a:lnTo>
                  <a:lnTo>
                    <a:pt x="284065" y="1226669"/>
                  </a:lnTo>
                  <a:lnTo>
                    <a:pt x="321805" y="1251708"/>
                  </a:lnTo>
                  <a:lnTo>
                    <a:pt x="361260" y="1274230"/>
                  </a:lnTo>
                  <a:lnTo>
                    <a:pt x="402318" y="1294120"/>
                  </a:lnTo>
                  <a:lnTo>
                    <a:pt x="444863" y="1311264"/>
                  </a:lnTo>
                  <a:lnTo>
                    <a:pt x="488780" y="1325547"/>
                  </a:lnTo>
                  <a:lnTo>
                    <a:pt x="533957" y="1336856"/>
                  </a:lnTo>
                  <a:lnTo>
                    <a:pt x="580277" y="1345075"/>
                  </a:lnTo>
                  <a:lnTo>
                    <a:pt x="627628" y="1350090"/>
                  </a:lnTo>
                  <a:lnTo>
                    <a:pt x="675894" y="1351788"/>
                  </a:lnTo>
                  <a:lnTo>
                    <a:pt x="724159" y="1350090"/>
                  </a:lnTo>
                  <a:lnTo>
                    <a:pt x="771510" y="1345075"/>
                  </a:lnTo>
                  <a:lnTo>
                    <a:pt x="817830" y="1336856"/>
                  </a:lnTo>
                  <a:lnTo>
                    <a:pt x="863007" y="1325547"/>
                  </a:lnTo>
                  <a:lnTo>
                    <a:pt x="906924" y="1311264"/>
                  </a:lnTo>
                  <a:lnTo>
                    <a:pt x="949469" y="1294120"/>
                  </a:lnTo>
                  <a:lnTo>
                    <a:pt x="990527" y="1274230"/>
                  </a:lnTo>
                  <a:lnTo>
                    <a:pt x="1029982" y="1251708"/>
                  </a:lnTo>
                  <a:lnTo>
                    <a:pt x="1067722" y="1226669"/>
                  </a:lnTo>
                  <a:lnTo>
                    <a:pt x="1103630" y="1199228"/>
                  </a:lnTo>
                  <a:lnTo>
                    <a:pt x="1137594" y="1169498"/>
                  </a:lnTo>
                  <a:lnTo>
                    <a:pt x="1169498" y="1137594"/>
                  </a:lnTo>
                  <a:lnTo>
                    <a:pt x="1199228" y="1103630"/>
                  </a:lnTo>
                  <a:lnTo>
                    <a:pt x="1226669" y="1067722"/>
                  </a:lnTo>
                  <a:lnTo>
                    <a:pt x="1251708" y="1029982"/>
                  </a:lnTo>
                  <a:lnTo>
                    <a:pt x="1274230" y="990527"/>
                  </a:lnTo>
                  <a:lnTo>
                    <a:pt x="1294120" y="949469"/>
                  </a:lnTo>
                  <a:lnTo>
                    <a:pt x="1311264" y="906924"/>
                  </a:lnTo>
                  <a:lnTo>
                    <a:pt x="1325547" y="863007"/>
                  </a:lnTo>
                  <a:lnTo>
                    <a:pt x="1336856" y="817830"/>
                  </a:lnTo>
                  <a:lnTo>
                    <a:pt x="1345075" y="771510"/>
                  </a:lnTo>
                  <a:lnTo>
                    <a:pt x="1350090" y="724159"/>
                  </a:lnTo>
                  <a:lnTo>
                    <a:pt x="1351788" y="675894"/>
                  </a:lnTo>
                  <a:lnTo>
                    <a:pt x="1350090" y="627628"/>
                  </a:lnTo>
                  <a:lnTo>
                    <a:pt x="1345075" y="580277"/>
                  </a:lnTo>
                  <a:lnTo>
                    <a:pt x="1336856" y="533957"/>
                  </a:lnTo>
                  <a:lnTo>
                    <a:pt x="1325547" y="488780"/>
                  </a:lnTo>
                  <a:lnTo>
                    <a:pt x="1311264" y="444863"/>
                  </a:lnTo>
                  <a:lnTo>
                    <a:pt x="1294120" y="402318"/>
                  </a:lnTo>
                  <a:lnTo>
                    <a:pt x="1274230" y="361260"/>
                  </a:lnTo>
                  <a:lnTo>
                    <a:pt x="1251708" y="321805"/>
                  </a:lnTo>
                  <a:lnTo>
                    <a:pt x="1226669" y="284065"/>
                  </a:lnTo>
                  <a:lnTo>
                    <a:pt x="1199228" y="248157"/>
                  </a:lnTo>
                  <a:lnTo>
                    <a:pt x="1169498" y="214193"/>
                  </a:lnTo>
                  <a:lnTo>
                    <a:pt x="1137594" y="182289"/>
                  </a:lnTo>
                  <a:lnTo>
                    <a:pt x="1103630" y="152559"/>
                  </a:lnTo>
                  <a:lnTo>
                    <a:pt x="1067722" y="125118"/>
                  </a:lnTo>
                  <a:lnTo>
                    <a:pt x="1029982" y="100079"/>
                  </a:lnTo>
                  <a:lnTo>
                    <a:pt x="990527" y="77557"/>
                  </a:lnTo>
                  <a:lnTo>
                    <a:pt x="949469" y="57667"/>
                  </a:lnTo>
                  <a:lnTo>
                    <a:pt x="906924" y="40523"/>
                  </a:lnTo>
                  <a:lnTo>
                    <a:pt x="863007" y="26240"/>
                  </a:lnTo>
                  <a:lnTo>
                    <a:pt x="817830" y="14931"/>
                  </a:lnTo>
                  <a:lnTo>
                    <a:pt x="771510" y="6712"/>
                  </a:lnTo>
                  <a:lnTo>
                    <a:pt x="724159" y="1697"/>
                  </a:lnTo>
                  <a:lnTo>
                    <a:pt x="675894" y="0"/>
                  </a:lnTo>
                  <a:close/>
                </a:path>
              </a:pathLst>
            </a:custGeom>
            <a:solidFill>
              <a:srgbClr val="152B77"/>
            </a:solidFill>
          </p:spPr>
          <p:txBody>
            <a:bodyPr wrap="square" lIns="0" tIns="0" rIns="0" bIns="0" rtlCol="0"/>
            <a:lstStyle/>
            <a:p>
              <a:endParaRPr/>
            </a:p>
          </p:txBody>
        </p:sp>
        <p:sp>
          <p:nvSpPr>
            <p:cNvPr id="32" name="object 32"/>
            <p:cNvSpPr/>
            <p:nvPr/>
          </p:nvSpPr>
          <p:spPr>
            <a:xfrm>
              <a:off x="1471421" y="1114806"/>
              <a:ext cx="1351915" cy="1351915"/>
            </a:xfrm>
            <a:custGeom>
              <a:avLst/>
              <a:gdLst/>
              <a:ahLst/>
              <a:cxnLst/>
              <a:rect l="l" t="t" r="r" b="b"/>
              <a:pathLst>
                <a:path w="1351914" h="1351914">
                  <a:moveTo>
                    <a:pt x="0" y="675894"/>
                  </a:moveTo>
                  <a:lnTo>
                    <a:pt x="1697" y="627628"/>
                  </a:lnTo>
                  <a:lnTo>
                    <a:pt x="6712" y="580277"/>
                  </a:lnTo>
                  <a:lnTo>
                    <a:pt x="14931" y="533957"/>
                  </a:lnTo>
                  <a:lnTo>
                    <a:pt x="26240" y="488780"/>
                  </a:lnTo>
                  <a:lnTo>
                    <a:pt x="40523" y="444863"/>
                  </a:lnTo>
                  <a:lnTo>
                    <a:pt x="57667" y="402318"/>
                  </a:lnTo>
                  <a:lnTo>
                    <a:pt x="77557" y="361260"/>
                  </a:lnTo>
                  <a:lnTo>
                    <a:pt x="100079" y="321805"/>
                  </a:lnTo>
                  <a:lnTo>
                    <a:pt x="125118" y="284065"/>
                  </a:lnTo>
                  <a:lnTo>
                    <a:pt x="152559" y="248157"/>
                  </a:lnTo>
                  <a:lnTo>
                    <a:pt x="182289" y="214193"/>
                  </a:lnTo>
                  <a:lnTo>
                    <a:pt x="214193" y="182289"/>
                  </a:lnTo>
                  <a:lnTo>
                    <a:pt x="248157" y="152559"/>
                  </a:lnTo>
                  <a:lnTo>
                    <a:pt x="284065" y="125118"/>
                  </a:lnTo>
                  <a:lnTo>
                    <a:pt x="321805" y="100079"/>
                  </a:lnTo>
                  <a:lnTo>
                    <a:pt x="361260" y="77557"/>
                  </a:lnTo>
                  <a:lnTo>
                    <a:pt x="402318" y="57667"/>
                  </a:lnTo>
                  <a:lnTo>
                    <a:pt x="444863" y="40523"/>
                  </a:lnTo>
                  <a:lnTo>
                    <a:pt x="488780" y="26240"/>
                  </a:lnTo>
                  <a:lnTo>
                    <a:pt x="533957" y="14931"/>
                  </a:lnTo>
                  <a:lnTo>
                    <a:pt x="580277" y="6712"/>
                  </a:lnTo>
                  <a:lnTo>
                    <a:pt x="627628" y="1697"/>
                  </a:lnTo>
                  <a:lnTo>
                    <a:pt x="675894" y="0"/>
                  </a:lnTo>
                  <a:lnTo>
                    <a:pt x="724159" y="1697"/>
                  </a:lnTo>
                  <a:lnTo>
                    <a:pt x="771510" y="6712"/>
                  </a:lnTo>
                  <a:lnTo>
                    <a:pt x="817830" y="14931"/>
                  </a:lnTo>
                  <a:lnTo>
                    <a:pt x="863007" y="26240"/>
                  </a:lnTo>
                  <a:lnTo>
                    <a:pt x="906924" y="40523"/>
                  </a:lnTo>
                  <a:lnTo>
                    <a:pt x="949469" y="57667"/>
                  </a:lnTo>
                  <a:lnTo>
                    <a:pt x="990527" y="77557"/>
                  </a:lnTo>
                  <a:lnTo>
                    <a:pt x="1029982" y="100079"/>
                  </a:lnTo>
                  <a:lnTo>
                    <a:pt x="1067722" y="125118"/>
                  </a:lnTo>
                  <a:lnTo>
                    <a:pt x="1103630" y="152559"/>
                  </a:lnTo>
                  <a:lnTo>
                    <a:pt x="1137594" y="182289"/>
                  </a:lnTo>
                  <a:lnTo>
                    <a:pt x="1169498" y="214193"/>
                  </a:lnTo>
                  <a:lnTo>
                    <a:pt x="1199228" y="248157"/>
                  </a:lnTo>
                  <a:lnTo>
                    <a:pt x="1226669" y="284065"/>
                  </a:lnTo>
                  <a:lnTo>
                    <a:pt x="1251708" y="321805"/>
                  </a:lnTo>
                  <a:lnTo>
                    <a:pt x="1274230" y="361260"/>
                  </a:lnTo>
                  <a:lnTo>
                    <a:pt x="1294120" y="402318"/>
                  </a:lnTo>
                  <a:lnTo>
                    <a:pt x="1311264" y="444863"/>
                  </a:lnTo>
                  <a:lnTo>
                    <a:pt x="1325547" y="488780"/>
                  </a:lnTo>
                  <a:lnTo>
                    <a:pt x="1336856" y="533957"/>
                  </a:lnTo>
                  <a:lnTo>
                    <a:pt x="1345075" y="580277"/>
                  </a:lnTo>
                  <a:lnTo>
                    <a:pt x="1350090" y="627628"/>
                  </a:lnTo>
                  <a:lnTo>
                    <a:pt x="1351788" y="675894"/>
                  </a:lnTo>
                  <a:lnTo>
                    <a:pt x="1350090" y="724159"/>
                  </a:lnTo>
                  <a:lnTo>
                    <a:pt x="1345075" y="771510"/>
                  </a:lnTo>
                  <a:lnTo>
                    <a:pt x="1336856" y="817830"/>
                  </a:lnTo>
                  <a:lnTo>
                    <a:pt x="1325547" y="863007"/>
                  </a:lnTo>
                  <a:lnTo>
                    <a:pt x="1311264" y="906924"/>
                  </a:lnTo>
                  <a:lnTo>
                    <a:pt x="1294120" y="949469"/>
                  </a:lnTo>
                  <a:lnTo>
                    <a:pt x="1274230" y="990527"/>
                  </a:lnTo>
                  <a:lnTo>
                    <a:pt x="1251708" y="1029982"/>
                  </a:lnTo>
                  <a:lnTo>
                    <a:pt x="1226669" y="1067722"/>
                  </a:lnTo>
                  <a:lnTo>
                    <a:pt x="1199228" y="1103630"/>
                  </a:lnTo>
                  <a:lnTo>
                    <a:pt x="1169498" y="1137594"/>
                  </a:lnTo>
                  <a:lnTo>
                    <a:pt x="1137594" y="1169498"/>
                  </a:lnTo>
                  <a:lnTo>
                    <a:pt x="1103630" y="1199228"/>
                  </a:lnTo>
                  <a:lnTo>
                    <a:pt x="1067722" y="1226669"/>
                  </a:lnTo>
                  <a:lnTo>
                    <a:pt x="1029982" y="1251708"/>
                  </a:lnTo>
                  <a:lnTo>
                    <a:pt x="990527" y="1274230"/>
                  </a:lnTo>
                  <a:lnTo>
                    <a:pt x="949469" y="1294120"/>
                  </a:lnTo>
                  <a:lnTo>
                    <a:pt x="906924" y="1311264"/>
                  </a:lnTo>
                  <a:lnTo>
                    <a:pt x="863007" y="1325547"/>
                  </a:lnTo>
                  <a:lnTo>
                    <a:pt x="817830" y="1336856"/>
                  </a:lnTo>
                  <a:lnTo>
                    <a:pt x="771510" y="1345075"/>
                  </a:lnTo>
                  <a:lnTo>
                    <a:pt x="724159" y="1350090"/>
                  </a:lnTo>
                  <a:lnTo>
                    <a:pt x="675894" y="1351788"/>
                  </a:lnTo>
                  <a:lnTo>
                    <a:pt x="627628" y="1350090"/>
                  </a:lnTo>
                  <a:lnTo>
                    <a:pt x="580277" y="1345075"/>
                  </a:lnTo>
                  <a:lnTo>
                    <a:pt x="533957" y="1336856"/>
                  </a:lnTo>
                  <a:lnTo>
                    <a:pt x="488780" y="1325547"/>
                  </a:lnTo>
                  <a:lnTo>
                    <a:pt x="444863" y="1311264"/>
                  </a:lnTo>
                  <a:lnTo>
                    <a:pt x="402318" y="1294120"/>
                  </a:lnTo>
                  <a:lnTo>
                    <a:pt x="361260" y="1274230"/>
                  </a:lnTo>
                  <a:lnTo>
                    <a:pt x="321805" y="1251708"/>
                  </a:lnTo>
                  <a:lnTo>
                    <a:pt x="284065" y="1226669"/>
                  </a:lnTo>
                  <a:lnTo>
                    <a:pt x="248157" y="1199228"/>
                  </a:lnTo>
                  <a:lnTo>
                    <a:pt x="214193" y="1169498"/>
                  </a:lnTo>
                  <a:lnTo>
                    <a:pt x="182289" y="1137594"/>
                  </a:lnTo>
                  <a:lnTo>
                    <a:pt x="152559" y="1103630"/>
                  </a:lnTo>
                  <a:lnTo>
                    <a:pt x="125118" y="1067722"/>
                  </a:lnTo>
                  <a:lnTo>
                    <a:pt x="100079" y="1029982"/>
                  </a:lnTo>
                  <a:lnTo>
                    <a:pt x="77557" y="990527"/>
                  </a:lnTo>
                  <a:lnTo>
                    <a:pt x="57667" y="949469"/>
                  </a:lnTo>
                  <a:lnTo>
                    <a:pt x="40523" y="906924"/>
                  </a:lnTo>
                  <a:lnTo>
                    <a:pt x="26240" y="863007"/>
                  </a:lnTo>
                  <a:lnTo>
                    <a:pt x="14931" y="817830"/>
                  </a:lnTo>
                  <a:lnTo>
                    <a:pt x="6712" y="771510"/>
                  </a:lnTo>
                  <a:lnTo>
                    <a:pt x="1697" y="724159"/>
                  </a:lnTo>
                  <a:lnTo>
                    <a:pt x="0" y="675894"/>
                  </a:lnTo>
                  <a:close/>
                </a:path>
              </a:pathLst>
            </a:custGeom>
            <a:ln w="3175">
              <a:solidFill>
                <a:srgbClr val="00D9CE"/>
              </a:solidFill>
            </a:ln>
          </p:spPr>
          <p:txBody>
            <a:bodyPr wrap="square" lIns="0" tIns="0" rIns="0" bIns="0" rtlCol="0"/>
            <a:lstStyle/>
            <a:p>
              <a:endParaRPr/>
            </a:p>
          </p:txBody>
        </p:sp>
        <p:sp>
          <p:nvSpPr>
            <p:cNvPr id="33" name="object 33"/>
            <p:cNvSpPr/>
            <p:nvPr/>
          </p:nvSpPr>
          <p:spPr>
            <a:xfrm>
              <a:off x="1533143" y="1176528"/>
              <a:ext cx="1228725" cy="1228725"/>
            </a:xfrm>
            <a:custGeom>
              <a:avLst/>
              <a:gdLst/>
              <a:ahLst/>
              <a:cxnLst/>
              <a:rect l="l" t="t" r="r" b="b"/>
              <a:pathLst>
                <a:path w="1228725" h="1228725">
                  <a:moveTo>
                    <a:pt x="614172" y="0"/>
                  </a:moveTo>
                  <a:lnTo>
                    <a:pt x="566172" y="1847"/>
                  </a:lnTo>
                  <a:lnTo>
                    <a:pt x="519183" y="7299"/>
                  </a:lnTo>
                  <a:lnTo>
                    <a:pt x="473341" y="16219"/>
                  </a:lnTo>
                  <a:lnTo>
                    <a:pt x="428784" y="28471"/>
                  </a:lnTo>
                  <a:lnTo>
                    <a:pt x="385646" y="43917"/>
                  </a:lnTo>
                  <a:lnTo>
                    <a:pt x="344066" y="62421"/>
                  </a:lnTo>
                  <a:lnTo>
                    <a:pt x="304179" y="83848"/>
                  </a:lnTo>
                  <a:lnTo>
                    <a:pt x="266121" y="108060"/>
                  </a:lnTo>
                  <a:lnTo>
                    <a:pt x="230030" y="134920"/>
                  </a:lnTo>
                  <a:lnTo>
                    <a:pt x="196042" y="164293"/>
                  </a:lnTo>
                  <a:lnTo>
                    <a:pt x="164293" y="196042"/>
                  </a:lnTo>
                  <a:lnTo>
                    <a:pt x="134920" y="230030"/>
                  </a:lnTo>
                  <a:lnTo>
                    <a:pt x="108060" y="266121"/>
                  </a:lnTo>
                  <a:lnTo>
                    <a:pt x="83848" y="304179"/>
                  </a:lnTo>
                  <a:lnTo>
                    <a:pt x="62421" y="344066"/>
                  </a:lnTo>
                  <a:lnTo>
                    <a:pt x="43917" y="385646"/>
                  </a:lnTo>
                  <a:lnTo>
                    <a:pt x="28471" y="428784"/>
                  </a:lnTo>
                  <a:lnTo>
                    <a:pt x="16219" y="473341"/>
                  </a:lnTo>
                  <a:lnTo>
                    <a:pt x="7299" y="519183"/>
                  </a:lnTo>
                  <a:lnTo>
                    <a:pt x="1847" y="566172"/>
                  </a:lnTo>
                  <a:lnTo>
                    <a:pt x="0" y="614172"/>
                  </a:lnTo>
                  <a:lnTo>
                    <a:pt x="1847" y="662171"/>
                  </a:lnTo>
                  <a:lnTo>
                    <a:pt x="7299" y="709160"/>
                  </a:lnTo>
                  <a:lnTo>
                    <a:pt x="16219" y="755002"/>
                  </a:lnTo>
                  <a:lnTo>
                    <a:pt x="28471" y="799559"/>
                  </a:lnTo>
                  <a:lnTo>
                    <a:pt x="43917" y="842697"/>
                  </a:lnTo>
                  <a:lnTo>
                    <a:pt x="62421" y="884277"/>
                  </a:lnTo>
                  <a:lnTo>
                    <a:pt x="83848" y="924164"/>
                  </a:lnTo>
                  <a:lnTo>
                    <a:pt x="108060" y="962222"/>
                  </a:lnTo>
                  <a:lnTo>
                    <a:pt x="134920" y="998313"/>
                  </a:lnTo>
                  <a:lnTo>
                    <a:pt x="164293" y="1032301"/>
                  </a:lnTo>
                  <a:lnTo>
                    <a:pt x="196042" y="1064050"/>
                  </a:lnTo>
                  <a:lnTo>
                    <a:pt x="230030" y="1093423"/>
                  </a:lnTo>
                  <a:lnTo>
                    <a:pt x="266121" y="1120283"/>
                  </a:lnTo>
                  <a:lnTo>
                    <a:pt x="304179" y="1144495"/>
                  </a:lnTo>
                  <a:lnTo>
                    <a:pt x="344066" y="1165922"/>
                  </a:lnTo>
                  <a:lnTo>
                    <a:pt x="385646" y="1184426"/>
                  </a:lnTo>
                  <a:lnTo>
                    <a:pt x="428784" y="1199872"/>
                  </a:lnTo>
                  <a:lnTo>
                    <a:pt x="473341" y="1212124"/>
                  </a:lnTo>
                  <a:lnTo>
                    <a:pt x="519183" y="1221044"/>
                  </a:lnTo>
                  <a:lnTo>
                    <a:pt x="566172" y="1226496"/>
                  </a:lnTo>
                  <a:lnTo>
                    <a:pt x="614172" y="1228344"/>
                  </a:lnTo>
                  <a:lnTo>
                    <a:pt x="662171" y="1226496"/>
                  </a:lnTo>
                  <a:lnTo>
                    <a:pt x="709160" y="1221044"/>
                  </a:lnTo>
                  <a:lnTo>
                    <a:pt x="755002" y="1212124"/>
                  </a:lnTo>
                  <a:lnTo>
                    <a:pt x="799559" y="1199872"/>
                  </a:lnTo>
                  <a:lnTo>
                    <a:pt x="842697" y="1184426"/>
                  </a:lnTo>
                  <a:lnTo>
                    <a:pt x="884277" y="1165922"/>
                  </a:lnTo>
                  <a:lnTo>
                    <a:pt x="924164" y="1144495"/>
                  </a:lnTo>
                  <a:lnTo>
                    <a:pt x="962222" y="1120283"/>
                  </a:lnTo>
                  <a:lnTo>
                    <a:pt x="998313" y="1093423"/>
                  </a:lnTo>
                  <a:lnTo>
                    <a:pt x="1032301" y="1064050"/>
                  </a:lnTo>
                  <a:lnTo>
                    <a:pt x="1064050" y="1032301"/>
                  </a:lnTo>
                  <a:lnTo>
                    <a:pt x="1093423" y="998313"/>
                  </a:lnTo>
                  <a:lnTo>
                    <a:pt x="1120283" y="962222"/>
                  </a:lnTo>
                  <a:lnTo>
                    <a:pt x="1144495" y="924164"/>
                  </a:lnTo>
                  <a:lnTo>
                    <a:pt x="1165922" y="884277"/>
                  </a:lnTo>
                  <a:lnTo>
                    <a:pt x="1184426" y="842697"/>
                  </a:lnTo>
                  <a:lnTo>
                    <a:pt x="1199872" y="799559"/>
                  </a:lnTo>
                  <a:lnTo>
                    <a:pt x="1212124" y="755002"/>
                  </a:lnTo>
                  <a:lnTo>
                    <a:pt x="1221044" y="709160"/>
                  </a:lnTo>
                  <a:lnTo>
                    <a:pt x="1226496" y="662171"/>
                  </a:lnTo>
                  <a:lnTo>
                    <a:pt x="1228344" y="614172"/>
                  </a:lnTo>
                  <a:lnTo>
                    <a:pt x="1226496" y="566172"/>
                  </a:lnTo>
                  <a:lnTo>
                    <a:pt x="1221044" y="519183"/>
                  </a:lnTo>
                  <a:lnTo>
                    <a:pt x="1212124" y="473341"/>
                  </a:lnTo>
                  <a:lnTo>
                    <a:pt x="1199872" y="428784"/>
                  </a:lnTo>
                  <a:lnTo>
                    <a:pt x="1184426" y="385646"/>
                  </a:lnTo>
                  <a:lnTo>
                    <a:pt x="1165922" y="344066"/>
                  </a:lnTo>
                  <a:lnTo>
                    <a:pt x="1144495" y="304179"/>
                  </a:lnTo>
                  <a:lnTo>
                    <a:pt x="1120283" y="266121"/>
                  </a:lnTo>
                  <a:lnTo>
                    <a:pt x="1093423" y="230030"/>
                  </a:lnTo>
                  <a:lnTo>
                    <a:pt x="1064050" y="196042"/>
                  </a:lnTo>
                  <a:lnTo>
                    <a:pt x="1032301" y="164293"/>
                  </a:lnTo>
                  <a:lnTo>
                    <a:pt x="998313" y="134920"/>
                  </a:lnTo>
                  <a:lnTo>
                    <a:pt x="962222" y="108060"/>
                  </a:lnTo>
                  <a:lnTo>
                    <a:pt x="924164" y="83848"/>
                  </a:lnTo>
                  <a:lnTo>
                    <a:pt x="884277" y="62421"/>
                  </a:lnTo>
                  <a:lnTo>
                    <a:pt x="842697" y="43917"/>
                  </a:lnTo>
                  <a:lnTo>
                    <a:pt x="799559" y="28471"/>
                  </a:lnTo>
                  <a:lnTo>
                    <a:pt x="755002" y="16219"/>
                  </a:lnTo>
                  <a:lnTo>
                    <a:pt x="709160" y="7299"/>
                  </a:lnTo>
                  <a:lnTo>
                    <a:pt x="662171" y="1847"/>
                  </a:lnTo>
                  <a:lnTo>
                    <a:pt x="614172" y="0"/>
                  </a:lnTo>
                  <a:close/>
                </a:path>
              </a:pathLst>
            </a:custGeom>
            <a:solidFill>
              <a:srgbClr val="152B77"/>
            </a:solidFill>
          </p:spPr>
          <p:txBody>
            <a:bodyPr wrap="square" lIns="0" tIns="0" rIns="0" bIns="0" rtlCol="0"/>
            <a:lstStyle/>
            <a:p>
              <a:endParaRPr/>
            </a:p>
          </p:txBody>
        </p:sp>
        <p:sp>
          <p:nvSpPr>
            <p:cNvPr id="34" name="object 34"/>
            <p:cNvSpPr/>
            <p:nvPr/>
          </p:nvSpPr>
          <p:spPr>
            <a:xfrm>
              <a:off x="1533143" y="1176528"/>
              <a:ext cx="1228725" cy="1228725"/>
            </a:xfrm>
            <a:custGeom>
              <a:avLst/>
              <a:gdLst/>
              <a:ahLst/>
              <a:cxnLst/>
              <a:rect l="l" t="t" r="r" b="b"/>
              <a:pathLst>
                <a:path w="1228725" h="1228725">
                  <a:moveTo>
                    <a:pt x="0" y="614172"/>
                  </a:moveTo>
                  <a:lnTo>
                    <a:pt x="1847" y="566172"/>
                  </a:lnTo>
                  <a:lnTo>
                    <a:pt x="7299" y="519183"/>
                  </a:lnTo>
                  <a:lnTo>
                    <a:pt x="16219" y="473341"/>
                  </a:lnTo>
                  <a:lnTo>
                    <a:pt x="28471" y="428784"/>
                  </a:lnTo>
                  <a:lnTo>
                    <a:pt x="43917" y="385646"/>
                  </a:lnTo>
                  <a:lnTo>
                    <a:pt x="62421" y="344066"/>
                  </a:lnTo>
                  <a:lnTo>
                    <a:pt x="83848" y="304179"/>
                  </a:lnTo>
                  <a:lnTo>
                    <a:pt x="108060" y="266121"/>
                  </a:lnTo>
                  <a:lnTo>
                    <a:pt x="134920" y="230030"/>
                  </a:lnTo>
                  <a:lnTo>
                    <a:pt x="164293" y="196042"/>
                  </a:lnTo>
                  <a:lnTo>
                    <a:pt x="196042" y="164293"/>
                  </a:lnTo>
                  <a:lnTo>
                    <a:pt x="230030" y="134920"/>
                  </a:lnTo>
                  <a:lnTo>
                    <a:pt x="266121" y="108060"/>
                  </a:lnTo>
                  <a:lnTo>
                    <a:pt x="304179" y="83848"/>
                  </a:lnTo>
                  <a:lnTo>
                    <a:pt x="344066" y="62421"/>
                  </a:lnTo>
                  <a:lnTo>
                    <a:pt x="385646" y="43917"/>
                  </a:lnTo>
                  <a:lnTo>
                    <a:pt x="428784" y="28471"/>
                  </a:lnTo>
                  <a:lnTo>
                    <a:pt x="473341" y="16219"/>
                  </a:lnTo>
                  <a:lnTo>
                    <a:pt x="519183" y="7299"/>
                  </a:lnTo>
                  <a:lnTo>
                    <a:pt x="566172" y="1847"/>
                  </a:lnTo>
                  <a:lnTo>
                    <a:pt x="614172" y="0"/>
                  </a:lnTo>
                  <a:lnTo>
                    <a:pt x="662171" y="1847"/>
                  </a:lnTo>
                  <a:lnTo>
                    <a:pt x="709160" y="7299"/>
                  </a:lnTo>
                  <a:lnTo>
                    <a:pt x="755002" y="16219"/>
                  </a:lnTo>
                  <a:lnTo>
                    <a:pt x="799559" y="28471"/>
                  </a:lnTo>
                  <a:lnTo>
                    <a:pt x="842697" y="43917"/>
                  </a:lnTo>
                  <a:lnTo>
                    <a:pt x="884277" y="62421"/>
                  </a:lnTo>
                  <a:lnTo>
                    <a:pt x="924164" y="83848"/>
                  </a:lnTo>
                  <a:lnTo>
                    <a:pt x="962222" y="108060"/>
                  </a:lnTo>
                  <a:lnTo>
                    <a:pt x="998313" y="134920"/>
                  </a:lnTo>
                  <a:lnTo>
                    <a:pt x="1032301" y="164293"/>
                  </a:lnTo>
                  <a:lnTo>
                    <a:pt x="1064050" y="196042"/>
                  </a:lnTo>
                  <a:lnTo>
                    <a:pt x="1093423" y="230030"/>
                  </a:lnTo>
                  <a:lnTo>
                    <a:pt x="1120283" y="266121"/>
                  </a:lnTo>
                  <a:lnTo>
                    <a:pt x="1144495" y="304179"/>
                  </a:lnTo>
                  <a:lnTo>
                    <a:pt x="1165922" y="344066"/>
                  </a:lnTo>
                  <a:lnTo>
                    <a:pt x="1184426" y="385646"/>
                  </a:lnTo>
                  <a:lnTo>
                    <a:pt x="1199872" y="428784"/>
                  </a:lnTo>
                  <a:lnTo>
                    <a:pt x="1212124" y="473341"/>
                  </a:lnTo>
                  <a:lnTo>
                    <a:pt x="1221044" y="519183"/>
                  </a:lnTo>
                  <a:lnTo>
                    <a:pt x="1226496" y="566172"/>
                  </a:lnTo>
                  <a:lnTo>
                    <a:pt x="1228344" y="614172"/>
                  </a:lnTo>
                  <a:lnTo>
                    <a:pt x="1226496" y="662171"/>
                  </a:lnTo>
                  <a:lnTo>
                    <a:pt x="1221044" y="709160"/>
                  </a:lnTo>
                  <a:lnTo>
                    <a:pt x="1212124" y="755002"/>
                  </a:lnTo>
                  <a:lnTo>
                    <a:pt x="1199872" y="799559"/>
                  </a:lnTo>
                  <a:lnTo>
                    <a:pt x="1184426" y="842697"/>
                  </a:lnTo>
                  <a:lnTo>
                    <a:pt x="1165922" y="884277"/>
                  </a:lnTo>
                  <a:lnTo>
                    <a:pt x="1144495" y="924164"/>
                  </a:lnTo>
                  <a:lnTo>
                    <a:pt x="1120283" y="962222"/>
                  </a:lnTo>
                  <a:lnTo>
                    <a:pt x="1093423" y="998313"/>
                  </a:lnTo>
                  <a:lnTo>
                    <a:pt x="1064050" y="1032301"/>
                  </a:lnTo>
                  <a:lnTo>
                    <a:pt x="1032301" y="1064050"/>
                  </a:lnTo>
                  <a:lnTo>
                    <a:pt x="998313" y="1093423"/>
                  </a:lnTo>
                  <a:lnTo>
                    <a:pt x="962222" y="1120283"/>
                  </a:lnTo>
                  <a:lnTo>
                    <a:pt x="924164" y="1144495"/>
                  </a:lnTo>
                  <a:lnTo>
                    <a:pt x="884277" y="1165922"/>
                  </a:lnTo>
                  <a:lnTo>
                    <a:pt x="842697" y="1184426"/>
                  </a:lnTo>
                  <a:lnTo>
                    <a:pt x="799559" y="1199872"/>
                  </a:lnTo>
                  <a:lnTo>
                    <a:pt x="755002" y="1212124"/>
                  </a:lnTo>
                  <a:lnTo>
                    <a:pt x="709160" y="1221044"/>
                  </a:lnTo>
                  <a:lnTo>
                    <a:pt x="662171" y="1226496"/>
                  </a:lnTo>
                  <a:lnTo>
                    <a:pt x="614172" y="1228344"/>
                  </a:lnTo>
                  <a:lnTo>
                    <a:pt x="566172" y="1226496"/>
                  </a:lnTo>
                  <a:lnTo>
                    <a:pt x="519183" y="1221044"/>
                  </a:lnTo>
                  <a:lnTo>
                    <a:pt x="473341" y="1212124"/>
                  </a:lnTo>
                  <a:lnTo>
                    <a:pt x="428784" y="1199872"/>
                  </a:lnTo>
                  <a:lnTo>
                    <a:pt x="385646" y="1184426"/>
                  </a:lnTo>
                  <a:lnTo>
                    <a:pt x="344066" y="1165922"/>
                  </a:lnTo>
                  <a:lnTo>
                    <a:pt x="304179" y="1144495"/>
                  </a:lnTo>
                  <a:lnTo>
                    <a:pt x="266121" y="1120283"/>
                  </a:lnTo>
                  <a:lnTo>
                    <a:pt x="230030" y="1093423"/>
                  </a:lnTo>
                  <a:lnTo>
                    <a:pt x="196042" y="1064050"/>
                  </a:lnTo>
                  <a:lnTo>
                    <a:pt x="164293" y="1032301"/>
                  </a:lnTo>
                  <a:lnTo>
                    <a:pt x="134920" y="998313"/>
                  </a:lnTo>
                  <a:lnTo>
                    <a:pt x="108060" y="962222"/>
                  </a:lnTo>
                  <a:lnTo>
                    <a:pt x="83848" y="924164"/>
                  </a:lnTo>
                  <a:lnTo>
                    <a:pt x="62421" y="884277"/>
                  </a:lnTo>
                  <a:lnTo>
                    <a:pt x="43917" y="842697"/>
                  </a:lnTo>
                  <a:lnTo>
                    <a:pt x="28471" y="799559"/>
                  </a:lnTo>
                  <a:lnTo>
                    <a:pt x="16219" y="755002"/>
                  </a:lnTo>
                  <a:lnTo>
                    <a:pt x="7299" y="709160"/>
                  </a:lnTo>
                  <a:lnTo>
                    <a:pt x="1847" y="662171"/>
                  </a:lnTo>
                  <a:lnTo>
                    <a:pt x="0" y="614172"/>
                  </a:lnTo>
                  <a:close/>
                </a:path>
              </a:pathLst>
            </a:custGeom>
            <a:ln w="12700">
              <a:solidFill>
                <a:srgbClr val="FFFFFF"/>
              </a:solidFill>
            </a:ln>
          </p:spPr>
          <p:txBody>
            <a:bodyPr wrap="square" lIns="0" tIns="0" rIns="0" bIns="0" rtlCol="0"/>
            <a:lstStyle/>
            <a:p>
              <a:endParaRPr/>
            </a:p>
          </p:txBody>
        </p:sp>
        <p:sp>
          <p:nvSpPr>
            <p:cNvPr id="35" name="object 35"/>
            <p:cNvSpPr/>
            <p:nvPr/>
          </p:nvSpPr>
          <p:spPr>
            <a:xfrm>
              <a:off x="2117598" y="1085850"/>
              <a:ext cx="60960" cy="60960"/>
            </a:xfrm>
            <a:custGeom>
              <a:avLst/>
              <a:gdLst/>
              <a:ahLst/>
              <a:cxnLst/>
              <a:rect l="l" t="t" r="r" b="b"/>
              <a:pathLst>
                <a:path w="60960" h="60959">
                  <a:moveTo>
                    <a:pt x="30479" y="0"/>
                  </a:moveTo>
                  <a:lnTo>
                    <a:pt x="18591" y="2387"/>
                  </a:lnTo>
                  <a:lnTo>
                    <a:pt x="8905" y="8905"/>
                  </a:lnTo>
                  <a:lnTo>
                    <a:pt x="2387" y="18591"/>
                  </a:lnTo>
                  <a:lnTo>
                    <a:pt x="0" y="30479"/>
                  </a:lnTo>
                  <a:lnTo>
                    <a:pt x="2387" y="42368"/>
                  </a:lnTo>
                  <a:lnTo>
                    <a:pt x="8905" y="52054"/>
                  </a:lnTo>
                  <a:lnTo>
                    <a:pt x="18591" y="58572"/>
                  </a:lnTo>
                  <a:lnTo>
                    <a:pt x="30479" y="60960"/>
                  </a:lnTo>
                  <a:lnTo>
                    <a:pt x="42368" y="58572"/>
                  </a:lnTo>
                  <a:lnTo>
                    <a:pt x="52054" y="52054"/>
                  </a:lnTo>
                  <a:lnTo>
                    <a:pt x="58572" y="42368"/>
                  </a:lnTo>
                  <a:lnTo>
                    <a:pt x="60959" y="30479"/>
                  </a:lnTo>
                  <a:lnTo>
                    <a:pt x="58572" y="18591"/>
                  </a:lnTo>
                  <a:lnTo>
                    <a:pt x="52054" y="8905"/>
                  </a:lnTo>
                  <a:lnTo>
                    <a:pt x="42368" y="2387"/>
                  </a:lnTo>
                  <a:lnTo>
                    <a:pt x="30479" y="0"/>
                  </a:lnTo>
                  <a:close/>
                </a:path>
              </a:pathLst>
            </a:custGeom>
            <a:solidFill>
              <a:srgbClr val="152B77"/>
            </a:solidFill>
          </p:spPr>
          <p:txBody>
            <a:bodyPr wrap="square" lIns="0" tIns="0" rIns="0" bIns="0" rtlCol="0"/>
            <a:lstStyle/>
            <a:p>
              <a:endParaRPr/>
            </a:p>
          </p:txBody>
        </p:sp>
        <p:sp>
          <p:nvSpPr>
            <p:cNvPr id="36" name="object 36"/>
            <p:cNvSpPr/>
            <p:nvPr/>
          </p:nvSpPr>
          <p:spPr>
            <a:xfrm>
              <a:off x="2117598" y="1085850"/>
              <a:ext cx="60960" cy="60960"/>
            </a:xfrm>
            <a:custGeom>
              <a:avLst/>
              <a:gdLst/>
              <a:ahLst/>
              <a:cxnLst/>
              <a:rect l="l" t="t" r="r" b="b"/>
              <a:pathLst>
                <a:path w="60960" h="60959">
                  <a:moveTo>
                    <a:pt x="0" y="30479"/>
                  </a:moveTo>
                  <a:lnTo>
                    <a:pt x="2387" y="18591"/>
                  </a:lnTo>
                  <a:lnTo>
                    <a:pt x="8905" y="8905"/>
                  </a:lnTo>
                  <a:lnTo>
                    <a:pt x="18591" y="2387"/>
                  </a:lnTo>
                  <a:lnTo>
                    <a:pt x="30479" y="0"/>
                  </a:lnTo>
                  <a:lnTo>
                    <a:pt x="42368" y="2387"/>
                  </a:lnTo>
                  <a:lnTo>
                    <a:pt x="52054" y="8905"/>
                  </a:lnTo>
                  <a:lnTo>
                    <a:pt x="58572" y="18591"/>
                  </a:lnTo>
                  <a:lnTo>
                    <a:pt x="60959" y="30479"/>
                  </a:lnTo>
                  <a:lnTo>
                    <a:pt x="58572" y="42368"/>
                  </a:lnTo>
                  <a:lnTo>
                    <a:pt x="52054" y="52054"/>
                  </a:lnTo>
                  <a:lnTo>
                    <a:pt x="42368" y="58572"/>
                  </a:lnTo>
                  <a:lnTo>
                    <a:pt x="30479" y="60960"/>
                  </a:lnTo>
                  <a:lnTo>
                    <a:pt x="18591" y="58572"/>
                  </a:lnTo>
                  <a:lnTo>
                    <a:pt x="8905" y="52054"/>
                  </a:lnTo>
                  <a:lnTo>
                    <a:pt x="2387" y="42368"/>
                  </a:lnTo>
                  <a:lnTo>
                    <a:pt x="0" y="30479"/>
                  </a:lnTo>
                  <a:close/>
                </a:path>
              </a:pathLst>
            </a:custGeom>
            <a:ln w="3175">
              <a:solidFill>
                <a:srgbClr val="00D9CE"/>
              </a:solidFill>
            </a:ln>
          </p:spPr>
          <p:txBody>
            <a:bodyPr wrap="square" lIns="0" tIns="0" rIns="0" bIns="0" rtlCol="0"/>
            <a:lstStyle/>
            <a:p>
              <a:endParaRPr/>
            </a:p>
          </p:txBody>
        </p:sp>
        <p:sp>
          <p:nvSpPr>
            <p:cNvPr id="37" name="object 37"/>
            <p:cNvSpPr/>
            <p:nvPr/>
          </p:nvSpPr>
          <p:spPr>
            <a:xfrm>
              <a:off x="284988" y="5623560"/>
              <a:ext cx="3724910" cy="396240"/>
            </a:xfrm>
            <a:custGeom>
              <a:avLst/>
              <a:gdLst/>
              <a:ahLst/>
              <a:cxnLst/>
              <a:rect l="l" t="t" r="r" b="b"/>
              <a:pathLst>
                <a:path w="3724910" h="396239">
                  <a:moveTo>
                    <a:pt x="3724655" y="0"/>
                  </a:moveTo>
                  <a:lnTo>
                    <a:pt x="0" y="0"/>
                  </a:lnTo>
                  <a:lnTo>
                    <a:pt x="0" y="396239"/>
                  </a:lnTo>
                  <a:lnTo>
                    <a:pt x="3724655" y="396239"/>
                  </a:lnTo>
                  <a:lnTo>
                    <a:pt x="3724655" y="0"/>
                  </a:lnTo>
                  <a:close/>
                </a:path>
              </a:pathLst>
            </a:custGeom>
            <a:solidFill>
              <a:srgbClr val="FFFFFF"/>
            </a:solidFill>
          </p:spPr>
          <p:txBody>
            <a:bodyPr wrap="square" lIns="0" tIns="0" rIns="0" bIns="0" rtlCol="0"/>
            <a:lstStyle/>
            <a:p>
              <a:endParaRPr/>
            </a:p>
          </p:txBody>
        </p:sp>
      </p:grpSp>
      <p:sp>
        <p:nvSpPr>
          <p:cNvPr id="38" name="object 38"/>
          <p:cNvSpPr txBox="1"/>
          <p:nvPr/>
        </p:nvSpPr>
        <p:spPr>
          <a:xfrm>
            <a:off x="4328921" y="2727401"/>
            <a:ext cx="3048635" cy="454025"/>
          </a:xfrm>
          <a:prstGeom prst="rect">
            <a:avLst/>
          </a:prstGeom>
        </p:spPr>
        <p:txBody>
          <a:bodyPr vert="horz" wrap="square" lIns="0" tIns="13335" rIns="0" bIns="0" rtlCol="0">
            <a:spAutoFit/>
          </a:bodyPr>
          <a:lstStyle/>
          <a:p>
            <a:pPr marL="12700">
              <a:lnSpc>
                <a:spcPct val="100000"/>
              </a:lnSpc>
              <a:spcBef>
                <a:spcPts val="105"/>
              </a:spcBef>
            </a:pPr>
            <a:r>
              <a:rPr sz="1400" dirty="0">
                <a:solidFill>
                  <a:srgbClr val="FFFFFF"/>
                </a:solidFill>
                <a:latin typeface="Courier New"/>
                <a:cs typeface="Courier New"/>
              </a:rPr>
              <a:t>o</a:t>
            </a:r>
            <a:r>
              <a:rPr sz="1400" spc="-409" dirty="0">
                <a:solidFill>
                  <a:srgbClr val="FFFFFF"/>
                </a:solidFill>
                <a:latin typeface="Courier New"/>
                <a:cs typeface="Courier New"/>
              </a:rPr>
              <a:t> </a:t>
            </a:r>
            <a:r>
              <a:rPr sz="1400" dirty="0">
                <a:solidFill>
                  <a:srgbClr val="FFFFFF"/>
                </a:solidFill>
                <a:latin typeface="Arial"/>
                <a:cs typeface="Arial"/>
              </a:rPr>
              <a:t>Machine Learning originated around</a:t>
            </a:r>
            <a:endParaRPr sz="1400">
              <a:latin typeface="Arial"/>
              <a:cs typeface="Arial"/>
            </a:endParaRPr>
          </a:p>
          <a:p>
            <a:pPr marL="194945">
              <a:lnSpc>
                <a:spcPct val="100000"/>
              </a:lnSpc>
              <a:spcBef>
                <a:spcPts val="5"/>
              </a:spcBef>
            </a:pPr>
            <a:r>
              <a:rPr sz="1400" spc="-5" dirty="0">
                <a:solidFill>
                  <a:srgbClr val="FFFFFF"/>
                </a:solidFill>
                <a:latin typeface="Arial"/>
                <a:cs typeface="Arial"/>
              </a:rPr>
              <a:t>1960s</a:t>
            </a:r>
            <a:endParaRPr sz="1400">
              <a:latin typeface="Arial"/>
              <a:cs typeface="Arial"/>
            </a:endParaRPr>
          </a:p>
        </p:txBody>
      </p:sp>
      <p:grpSp>
        <p:nvGrpSpPr>
          <p:cNvPr id="39" name="object 39"/>
          <p:cNvGrpSpPr/>
          <p:nvPr/>
        </p:nvGrpSpPr>
        <p:grpSpPr>
          <a:xfrm>
            <a:off x="4233671" y="3342144"/>
            <a:ext cx="3275965" cy="828675"/>
            <a:chOff x="4233671" y="3342144"/>
            <a:chExt cx="3275965" cy="828675"/>
          </a:xfrm>
        </p:grpSpPr>
        <p:sp>
          <p:nvSpPr>
            <p:cNvPr id="40" name="object 40"/>
            <p:cNvSpPr/>
            <p:nvPr/>
          </p:nvSpPr>
          <p:spPr>
            <a:xfrm>
              <a:off x="4233671" y="3369551"/>
              <a:ext cx="336041" cy="380250"/>
            </a:xfrm>
            <a:prstGeom prst="rect">
              <a:avLst/>
            </a:prstGeom>
            <a:blipFill>
              <a:blip r:embed="rId12" cstate="print"/>
              <a:stretch>
                <a:fillRect/>
              </a:stretch>
            </a:blipFill>
          </p:spPr>
          <p:txBody>
            <a:bodyPr wrap="square" lIns="0" tIns="0" rIns="0" bIns="0" rtlCol="0"/>
            <a:lstStyle/>
            <a:p>
              <a:endParaRPr/>
            </a:p>
          </p:txBody>
        </p:sp>
        <p:sp>
          <p:nvSpPr>
            <p:cNvPr id="41" name="object 41"/>
            <p:cNvSpPr/>
            <p:nvPr/>
          </p:nvSpPr>
          <p:spPr>
            <a:xfrm>
              <a:off x="4410455" y="3342144"/>
              <a:ext cx="2980181" cy="401561"/>
            </a:xfrm>
            <a:prstGeom prst="rect">
              <a:avLst/>
            </a:prstGeom>
            <a:blipFill>
              <a:blip r:embed="rId15" cstate="print"/>
              <a:stretch>
                <a:fillRect/>
              </a:stretch>
            </a:blipFill>
          </p:spPr>
          <p:txBody>
            <a:bodyPr wrap="square" lIns="0" tIns="0" rIns="0" bIns="0" rtlCol="0"/>
            <a:lstStyle/>
            <a:p>
              <a:endParaRPr/>
            </a:p>
          </p:txBody>
        </p:sp>
        <p:sp>
          <p:nvSpPr>
            <p:cNvPr id="42" name="object 42"/>
            <p:cNvSpPr/>
            <p:nvPr/>
          </p:nvSpPr>
          <p:spPr>
            <a:xfrm>
              <a:off x="4410455" y="3555504"/>
              <a:ext cx="3099054" cy="401561"/>
            </a:xfrm>
            <a:prstGeom prst="rect">
              <a:avLst/>
            </a:prstGeom>
            <a:blipFill>
              <a:blip r:embed="rId16" cstate="print"/>
              <a:stretch>
                <a:fillRect/>
              </a:stretch>
            </a:blipFill>
          </p:spPr>
          <p:txBody>
            <a:bodyPr wrap="square" lIns="0" tIns="0" rIns="0" bIns="0" rtlCol="0"/>
            <a:lstStyle/>
            <a:p>
              <a:endParaRPr/>
            </a:p>
          </p:txBody>
        </p:sp>
        <p:sp>
          <p:nvSpPr>
            <p:cNvPr id="43" name="object 43"/>
            <p:cNvSpPr/>
            <p:nvPr/>
          </p:nvSpPr>
          <p:spPr>
            <a:xfrm>
              <a:off x="4410455" y="3768864"/>
              <a:ext cx="2343150" cy="401561"/>
            </a:xfrm>
            <a:prstGeom prst="rect">
              <a:avLst/>
            </a:prstGeom>
            <a:blipFill>
              <a:blip r:embed="rId17" cstate="print"/>
              <a:stretch>
                <a:fillRect/>
              </a:stretch>
            </a:blipFill>
          </p:spPr>
          <p:txBody>
            <a:bodyPr wrap="square" lIns="0" tIns="0" rIns="0" bIns="0" rtlCol="0"/>
            <a:lstStyle/>
            <a:p>
              <a:endParaRPr/>
            </a:p>
          </p:txBody>
        </p:sp>
      </p:grpSp>
      <p:sp>
        <p:nvSpPr>
          <p:cNvPr id="44" name="object 44"/>
          <p:cNvSpPr txBox="1"/>
          <p:nvPr/>
        </p:nvSpPr>
        <p:spPr>
          <a:xfrm>
            <a:off x="4328921" y="3383407"/>
            <a:ext cx="3019425" cy="666115"/>
          </a:xfrm>
          <a:prstGeom prst="rect">
            <a:avLst/>
          </a:prstGeom>
        </p:spPr>
        <p:txBody>
          <a:bodyPr vert="horz" wrap="square" lIns="0" tIns="13335" rIns="0" bIns="0" rtlCol="0">
            <a:spAutoFit/>
          </a:bodyPr>
          <a:lstStyle/>
          <a:p>
            <a:pPr marL="194945" marR="5080" indent="-182880">
              <a:lnSpc>
                <a:spcPct val="100000"/>
              </a:lnSpc>
              <a:spcBef>
                <a:spcPts val="105"/>
              </a:spcBef>
            </a:pPr>
            <a:r>
              <a:rPr sz="1400" dirty="0">
                <a:solidFill>
                  <a:srgbClr val="FFFFFF"/>
                </a:solidFill>
                <a:latin typeface="Courier New"/>
                <a:cs typeface="Courier New"/>
              </a:rPr>
              <a:t>o </a:t>
            </a:r>
            <a:r>
              <a:rPr sz="1400" dirty="0">
                <a:solidFill>
                  <a:srgbClr val="FFFFFF"/>
                </a:solidFill>
                <a:latin typeface="Arial"/>
                <a:cs typeface="Arial"/>
              </a:rPr>
              <a:t>Machine learning is the practice of  getting machines to </a:t>
            </a:r>
            <a:r>
              <a:rPr sz="1400" spc="-5" dirty="0">
                <a:solidFill>
                  <a:srgbClr val="FFFFFF"/>
                </a:solidFill>
                <a:latin typeface="Arial"/>
                <a:cs typeface="Arial"/>
              </a:rPr>
              <a:t>make</a:t>
            </a:r>
            <a:r>
              <a:rPr sz="1400" spc="-170" dirty="0">
                <a:solidFill>
                  <a:srgbClr val="FFFFFF"/>
                </a:solidFill>
                <a:latin typeface="Arial"/>
                <a:cs typeface="Arial"/>
              </a:rPr>
              <a:t> </a:t>
            </a:r>
            <a:r>
              <a:rPr sz="1400" dirty="0">
                <a:solidFill>
                  <a:srgbClr val="FFFFFF"/>
                </a:solidFill>
                <a:latin typeface="Arial"/>
                <a:cs typeface="Arial"/>
              </a:rPr>
              <a:t>decisions  </a:t>
            </a:r>
            <a:r>
              <a:rPr sz="1400" spc="-5" dirty="0">
                <a:solidFill>
                  <a:srgbClr val="FFFFFF"/>
                </a:solidFill>
                <a:latin typeface="Arial"/>
                <a:cs typeface="Arial"/>
              </a:rPr>
              <a:t>without </a:t>
            </a:r>
            <a:r>
              <a:rPr sz="1400" dirty="0">
                <a:solidFill>
                  <a:srgbClr val="FFFFFF"/>
                </a:solidFill>
                <a:latin typeface="Arial"/>
                <a:cs typeface="Arial"/>
              </a:rPr>
              <a:t>being</a:t>
            </a:r>
            <a:r>
              <a:rPr sz="1400" spc="-35" dirty="0">
                <a:solidFill>
                  <a:srgbClr val="FFFFFF"/>
                </a:solidFill>
                <a:latin typeface="Arial"/>
                <a:cs typeface="Arial"/>
              </a:rPr>
              <a:t> </a:t>
            </a:r>
            <a:r>
              <a:rPr sz="1400" spc="-5" dirty="0">
                <a:solidFill>
                  <a:srgbClr val="FFFFFF"/>
                </a:solidFill>
                <a:latin typeface="Arial"/>
                <a:cs typeface="Arial"/>
              </a:rPr>
              <a:t>programmed</a:t>
            </a:r>
            <a:endParaRPr sz="1400">
              <a:latin typeface="Arial"/>
              <a:cs typeface="Arial"/>
            </a:endParaRPr>
          </a:p>
        </p:txBody>
      </p:sp>
      <p:grpSp>
        <p:nvGrpSpPr>
          <p:cNvPr id="45" name="object 45"/>
          <p:cNvGrpSpPr/>
          <p:nvPr/>
        </p:nvGrpSpPr>
        <p:grpSpPr>
          <a:xfrm>
            <a:off x="4233671" y="4210824"/>
            <a:ext cx="3286760" cy="615315"/>
            <a:chOff x="4233671" y="4210824"/>
            <a:chExt cx="3286760" cy="615315"/>
          </a:xfrm>
        </p:grpSpPr>
        <p:sp>
          <p:nvSpPr>
            <p:cNvPr id="46" name="object 46"/>
            <p:cNvSpPr/>
            <p:nvPr/>
          </p:nvSpPr>
          <p:spPr>
            <a:xfrm>
              <a:off x="4233671" y="4238231"/>
              <a:ext cx="336041" cy="380250"/>
            </a:xfrm>
            <a:prstGeom prst="rect">
              <a:avLst/>
            </a:prstGeom>
            <a:blipFill>
              <a:blip r:embed="rId12" cstate="print"/>
              <a:stretch>
                <a:fillRect/>
              </a:stretch>
            </a:blipFill>
          </p:spPr>
          <p:txBody>
            <a:bodyPr wrap="square" lIns="0" tIns="0" rIns="0" bIns="0" rtlCol="0"/>
            <a:lstStyle/>
            <a:p>
              <a:endParaRPr/>
            </a:p>
          </p:txBody>
        </p:sp>
        <p:sp>
          <p:nvSpPr>
            <p:cNvPr id="47" name="object 47"/>
            <p:cNvSpPr/>
            <p:nvPr/>
          </p:nvSpPr>
          <p:spPr>
            <a:xfrm>
              <a:off x="4410455" y="4210824"/>
              <a:ext cx="1817370" cy="401561"/>
            </a:xfrm>
            <a:prstGeom prst="rect">
              <a:avLst/>
            </a:prstGeom>
            <a:blipFill>
              <a:blip r:embed="rId18" cstate="print"/>
              <a:stretch>
                <a:fillRect/>
              </a:stretch>
            </a:blipFill>
          </p:spPr>
          <p:txBody>
            <a:bodyPr wrap="square" lIns="0" tIns="0" rIns="0" bIns="0" rtlCol="0"/>
            <a:lstStyle/>
            <a:p>
              <a:endParaRPr/>
            </a:p>
          </p:txBody>
        </p:sp>
        <p:sp>
          <p:nvSpPr>
            <p:cNvPr id="48" name="object 48"/>
            <p:cNvSpPr/>
            <p:nvPr/>
          </p:nvSpPr>
          <p:spPr>
            <a:xfrm>
              <a:off x="5986271" y="4210824"/>
              <a:ext cx="340613" cy="401561"/>
            </a:xfrm>
            <a:prstGeom prst="rect">
              <a:avLst/>
            </a:prstGeom>
            <a:blipFill>
              <a:blip r:embed="rId19" cstate="print"/>
              <a:stretch>
                <a:fillRect/>
              </a:stretch>
            </a:blipFill>
          </p:spPr>
          <p:txBody>
            <a:bodyPr wrap="square" lIns="0" tIns="0" rIns="0" bIns="0" rtlCol="0"/>
            <a:lstStyle/>
            <a:p>
              <a:endParaRPr/>
            </a:p>
          </p:txBody>
        </p:sp>
        <p:sp>
          <p:nvSpPr>
            <p:cNvPr id="49" name="object 49"/>
            <p:cNvSpPr/>
            <p:nvPr/>
          </p:nvSpPr>
          <p:spPr>
            <a:xfrm>
              <a:off x="6134099" y="4210824"/>
              <a:ext cx="1386077" cy="401561"/>
            </a:xfrm>
            <a:prstGeom prst="rect">
              <a:avLst/>
            </a:prstGeom>
            <a:blipFill>
              <a:blip r:embed="rId20" cstate="print"/>
              <a:stretch>
                <a:fillRect/>
              </a:stretch>
            </a:blipFill>
          </p:spPr>
          <p:txBody>
            <a:bodyPr wrap="square" lIns="0" tIns="0" rIns="0" bIns="0" rtlCol="0"/>
            <a:lstStyle/>
            <a:p>
              <a:endParaRPr/>
            </a:p>
          </p:txBody>
        </p:sp>
        <p:sp>
          <p:nvSpPr>
            <p:cNvPr id="50" name="object 50"/>
            <p:cNvSpPr/>
            <p:nvPr/>
          </p:nvSpPr>
          <p:spPr>
            <a:xfrm>
              <a:off x="4410455" y="4424184"/>
              <a:ext cx="1300734" cy="401561"/>
            </a:xfrm>
            <a:prstGeom prst="rect">
              <a:avLst/>
            </a:prstGeom>
            <a:blipFill>
              <a:blip r:embed="rId21" cstate="print"/>
              <a:stretch>
                <a:fillRect/>
              </a:stretch>
            </a:blipFill>
          </p:spPr>
          <p:txBody>
            <a:bodyPr wrap="square" lIns="0" tIns="0" rIns="0" bIns="0" rtlCol="0"/>
            <a:lstStyle/>
            <a:p>
              <a:endParaRPr/>
            </a:p>
          </p:txBody>
        </p:sp>
      </p:grpSp>
      <p:sp>
        <p:nvSpPr>
          <p:cNvPr id="51" name="object 51"/>
          <p:cNvSpPr txBox="1"/>
          <p:nvPr/>
        </p:nvSpPr>
        <p:spPr>
          <a:xfrm>
            <a:off x="4328921" y="4252340"/>
            <a:ext cx="3027680" cy="452755"/>
          </a:xfrm>
          <a:prstGeom prst="rect">
            <a:avLst/>
          </a:prstGeom>
        </p:spPr>
        <p:txBody>
          <a:bodyPr vert="horz" wrap="square" lIns="0" tIns="12700" rIns="0" bIns="0" rtlCol="0">
            <a:spAutoFit/>
          </a:bodyPr>
          <a:lstStyle/>
          <a:p>
            <a:pPr marL="194945" marR="5080" indent="-182880">
              <a:lnSpc>
                <a:spcPct val="100000"/>
              </a:lnSpc>
              <a:spcBef>
                <a:spcPts val="100"/>
              </a:spcBef>
            </a:pPr>
            <a:r>
              <a:rPr sz="1400" dirty="0">
                <a:solidFill>
                  <a:srgbClr val="FFFFFF"/>
                </a:solidFill>
                <a:latin typeface="Courier New"/>
                <a:cs typeface="Courier New"/>
              </a:rPr>
              <a:t>o</a:t>
            </a:r>
            <a:r>
              <a:rPr sz="1400" spc="-515" dirty="0">
                <a:solidFill>
                  <a:srgbClr val="FFFFFF"/>
                </a:solidFill>
                <a:latin typeface="Courier New"/>
                <a:cs typeface="Courier New"/>
              </a:rPr>
              <a:t> </a:t>
            </a:r>
            <a:r>
              <a:rPr sz="1400" dirty="0">
                <a:solidFill>
                  <a:srgbClr val="FFFFFF"/>
                </a:solidFill>
                <a:latin typeface="Arial"/>
                <a:cs typeface="Arial"/>
              </a:rPr>
              <a:t>Machine learning is a subset of AI &amp;  </a:t>
            </a:r>
            <a:r>
              <a:rPr sz="1400" spc="-5" dirty="0">
                <a:solidFill>
                  <a:srgbClr val="FFFFFF"/>
                </a:solidFill>
                <a:latin typeface="Arial"/>
                <a:cs typeface="Arial"/>
              </a:rPr>
              <a:t>Data</a:t>
            </a:r>
            <a:r>
              <a:rPr sz="1400" spc="-25" dirty="0">
                <a:solidFill>
                  <a:srgbClr val="FFFFFF"/>
                </a:solidFill>
                <a:latin typeface="Arial"/>
                <a:cs typeface="Arial"/>
              </a:rPr>
              <a:t> </a:t>
            </a:r>
            <a:r>
              <a:rPr sz="1400" dirty="0">
                <a:solidFill>
                  <a:srgbClr val="FFFFFF"/>
                </a:solidFill>
                <a:latin typeface="Arial"/>
                <a:cs typeface="Arial"/>
              </a:rPr>
              <a:t>Science</a:t>
            </a:r>
            <a:endParaRPr sz="1400">
              <a:latin typeface="Arial"/>
              <a:cs typeface="Arial"/>
            </a:endParaRPr>
          </a:p>
        </p:txBody>
      </p:sp>
      <p:grpSp>
        <p:nvGrpSpPr>
          <p:cNvPr id="52" name="object 52"/>
          <p:cNvGrpSpPr/>
          <p:nvPr/>
        </p:nvGrpSpPr>
        <p:grpSpPr>
          <a:xfrm>
            <a:off x="4233671" y="4866144"/>
            <a:ext cx="3531870" cy="615315"/>
            <a:chOff x="4233671" y="4866144"/>
            <a:chExt cx="3531870" cy="615315"/>
          </a:xfrm>
        </p:grpSpPr>
        <p:sp>
          <p:nvSpPr>
            <p:cNvPr id="53" name="object 53"/>
            <p:cNvSpPr/>
            <p:nvPr/>
          </p:nvSpPr>
          <p:spPr>
            <a:xfrm>
              <a:off x="4233671" y="4893551"/>
              <a:ext cx="336041" cy="380250"/>
            </a:xfrm>
            <a:prstGeom prst="rect">
              <a:avLst/>
            </a:prstGeom>
            <a:blipFill>
              <a:blip r:embed="rId12" cstate="print"/>
              <a:stretch>
                <a:fillRect/>
              </a:stretch>
            </a:blipFill>
          </p:spPr>
          <p:txBody>
            <a:bodyPr wrap="square" lIns="0" tIns="0" rIns="0" bIns="0" rtlCol="0"/>
            <a:lstStyle/>
            <a:p>
              <a:endParaRPr/>
            </a:p>
          </p:txBody>
        </p:sp>
        <p:sp>
          <p:nvSpPr>
            <p:cNvPr id="54" name="object 54"/>
            <p:cNvSpPr/>
            <p:nvPr/>
          </p:nvSpPr>
          <p:spPr>
            <a:xfrm>
              <a:off x="4410455" y="4866144"/>
              <a:ext cx="3355086" cy="401561"/>
            </a:xfrm>
            <a:prstGeom prst="rect">
              <a:avLst/>
            </a:prstGeom>
            <a:blipFill>
              <a:blip r:embed="rId22" cstate="print"/>
              <a:stretch>
                <a:fillRect/>
              </a:stretch>
            </a:blipFill>
          </p:spPr>
          <p:txBody>
            <a:bodyPr wrap="square" lIns="0" tIns="0" rIns="0" bIns="0" rtlCol="0"/>
            <a:lstStyle/>
            <a:p>
              <a:endParaRPr/>
            </a:p>
          </p:txBody>
        </p:sp>
        <p:sp>
          <p:nvSpPr>
            <p:cNvPr id="55" name="object 55"/>
            <p:cNvSpPr/>
            <p:nvPr/>
          </p:nvSpPr>
          <p:spPr>
            <a:xfrm>
              <a:off x="4410455" y="5079504"/>
              <a:ext cx="3132581" cy="401561"/>
            </a:xfrm>
            <a:prstGeom prst="rect">
              <a:avLst/>
            </a:prstGeom>
            <a:blipFill>
              <a:blip r:embed="rId23" cstate="print"/>
              <a:stretch>
                <a:fillRect/>
              </a:stretch>
            </a:blipFill>
          </p:spPr>
          <p:txBody>
            <a:bodyPr wrap="square" lIns="0" tIns="0" rIns="0" bIns="0" rtlCol="0"/>
            <a:lstStyle/>
            <a:p>
              <a:endParaRPr/>
            </a:p>
          </p:txBody>
        </p:sp>
      </p:grpSp>
      <p:sp>
        <p:nvSpPr>
          <p:cNvPr id="56" name="object 56"/>
          <p:cNvSpPr txBox="1"/>
          <p:nvPr/>
        </p:nvSpPr>
        <p:spPr>
          <a:xfrm>
            <a:off x="4328921" y="4907660"/>
            <a:ext cx="3277235" cy="453390"/>
          </a:xfrm>
          <a:prstGeom prst="rect">
            <a:avLst/>
          </a:prstGeom>
        </p:spPr>
        <p:txBody>
          <a:bodyPr vert="horz" wrap="square" lIns="0" tIns="12700" rIns="0" bIns="0" rtlCol="0">
            <a:spAutoFit/>
          </a:bodyPr>
          <a:lstStyle/>
          <a:p>
            <a:pPr algn="ctr">
              <a:lnSpc>
                <a:spcPct val="100000"/>
              </a:lnSpc>
              <a:spcBef>
                <a:spcPts val="100"/>
              </a:spcBef>
            </a:pPr>
            <a:r>
              <a:rPr sz="1400" dirty="0">
                <a:solidFill>
                  <a:srgbClr val="FFFFFF"/>
                </a:solidFill>
                <a:latin typeface="Courier New"/>
                <a:cs typeface="Courier New"/>
              </a:rPr>
              <a:t>o</a:t>
            </a:r>
            <a:r>
              <a:rPr sz="1400" spc="-395" dirty="0">
                <a:solidFill>
                  <a:srgbClr val="FFFFFF"/>
                </a:solidFill>
                <a:latin typeface="Courier New"/>
                <a:cs typeface="Courier New"/>
              </a:rPr>
              <a:t> </a:t>
            </a:r>
            <a:r>
              <a:rPr sz="1400" dirty="0">
                <a:solidFill>
                  <a:srgbClr val="FFFFFF"/>
                </a:solidFill>
                <a:latin typeface="Arial"/>
                <a:cs typeface="Arial"/>
              </a:rPr>
              <a:t>Aim is to </a:t>
            </a:r>
            <a:r>
              <a:rPr sz="1400" spc="-5" dirty="0">
                <a:solidFill>
                  <a:srgbClr val="FFFFFF"/>
                </a:solidFill>
                <a:latin typeface="Arial"/>
                <a:cs typeface="Arial"/>
              </a:rPr>
              <a:t>make </a:t>
            </a:r>
            <a:r>
              <a:rPr sz="1400" dirty="0">
                <a:solidFill>
                  <a:srgbClr val="FFFFFF"/>
                </a:solidFill>
                <a:latin typeface="Arial"/>
                <a:cs typeface="Arial"/>
              </a:rPr>
              <a:t>machines learn through</a:t>
            </a:r>
            <a:endParaRPr sz="1400">
              <a:latin typeface="Arial"/>
              <a:cs typeface="Arial"/>
            </a:endParaRPr>
          </a:p>
          <a:p>
            <a:pPr marL="3175" algn="ctr">
              <a:lnSpc>
                <a:spcPct val="100000"/>
              </a:lnSpc>
            </a:pPr>
            <a:r>
              <a:rPr sz="1400" dirty="0">
                <a:solidFill>
                  <a:srgbClr val="FFFFFF"/>
                </a:solidFill>
                <a:latin typeface="Arial"/>
                <a:cs typeface="Arial"/>
              </a:rPr>
              <a:t>data so that they can </a:t>
            </a:r>
            <a:r>
              <a:rPr sz="1400" spc="-5" dirty="0">
                <a:solidFill>
                  <a:srgbClr val="FFFFFF"/>
                </a:solidFill>
                <a:latin typeface="Arial"/>
                <a:cs typeface="Arial"/>
              </a:rPr>
              <a:t>solve</a:t>
            </a:r>
            <a:r>
              <a:rPr sz="1400" spc="-160" dirty="0">
                <a:solidFill>
                  <a:srgbClr val="FFFFFF"/>
                </a:solidFill>
                <a:latin typeface="Arial"/>
                <a:cs typeface="Arial"/>
              </a:rPr>
              <a:t> </a:t>
            </a:r>
            <a:r>
              <a:rPr sz="1400" dirty="0">
                <a:solidFill>
                  <a:srgbClr val="FFFFFF"/>
                </a:solidFill>
                <a:latin typeface="Arial"/>
                <a:cs typeface="Arial"/>
              </a:rPr>
              <a:t>problems</a:t>
            </a:r>
            <a:endParaRPr sz="1400">
              <a:latin typeface="Arial"/>
              <a:cs typeface="Arial"/>
            </a:endParaRPr>
          </a:p>
        </p:txBody>
      </p:sp>
      <p:grpSp>
        <p:nvGrpSpPr>
          <p:cNvPr id="57" name="object 57"/>
          <p:cNvGrpSpPr/>
          <p:nvPr/>
        </p:nvGrpSpPr>
        <p:grpSpPr>
          <a:xfrm>
            <a:off x="4236720" y="1084897"/>
            <a:ext cx="3724910" cy="4935220"/>
            <a:chOff x="4236720" y="1084897"/>
            <a:chExt cx="3724910" cy="4935220"/>
          </a:xfrm>
        </p:grpSpPr>
        <p:sp>
          <p:nvSpPr>
            <p:cNvPr id="58" name="object 58"/>
            <p:cNvSpPr/>
            <p:nvPr/>
          </p:nvSpPr>
          <p:spPr>
            <a:xfrm>
              <a:off x="5424678" y="1114806"/>
              <a:ext cx="1350645" cy="1351915"/>
            </a:xfrm>
            <a:custGeom>
              <a:avLst/>
              <a:gdLst/>
              <a:ahLst/>
              <a:cxnLst/>
              <a:rect l="l" t="t" r="r" b="b"/>
              <a:pathLst>
                <a:path w="1350645" h="1351914">
                  <a:moveTo>
                    <a:pt x="675132" y="0"/>
                  </a:moveTo>
                  <a:lnTo>
                    <a:pt x="626916" y="1697"/>
                  </a:lnTo>
                  <a:lnTo>
                    <a:pt x="579615" y="6712"/>
                  </a:lnTo>
                  <a:lnTo>
                    <a:pt x="533343" y="14931"/>
                  </a:lnTo>
                  <a:lnTo>
                    <a:pt x="488215" y="26240"/>
                  </a:lnTo>
                  <a:lnTo>
                    <a:pt x="444345" y="40523"/>
                  </a:lnTo>
                  <a:lnTo>
                    <a:pt x="401847" y="57667"/>
                  </a:lnTo>
                  <a:lnTo>
                    <a:pt x="360835" y="77557"/>
                  </a:lnTo>
                  <a:lnTo>
                    <a:pt x="321424" y="100079"/>
                  </a:lnTo>
                  <a:lnTo>
                    <a:pt x="283728" y="125118"/>
                  </a:lnTo>
                  <a:lnTo>
                    <a:pt x="247860" y="152559"/>
                  </a:lnTo>
                  <a:lnTo>
                    <a:pt x="213936" y="182289"/>
                  </a:lnTo>
                  <a:lnTo>
                    <a:pt x="182069" y="214193"/>
                  </a:lnTo>
                  <a:lnTo>
                    <a:pt x="152374" y="248157"/>
                  </a:lnTo>
                  <a:lnTo>
                    <a:pt x="124965" y="284065"/>
                  </a:lnTo>
                  <a:lnTo>
                    <a:pt x="99956" y="321805"/>
                  </a:lnTo>
                  <a:lnTo>
                    <a:pt x="77462" y="361260"/>
                  </a:lnTo>
                  <a:lnTo>
                    <a:pt x="57596" y="402318"/>
                  </a:lnTo>
                  <a:lnTo>
                    <a:pt x="40473" y="444863"/>
                  </a:lnTo>
                  <a:lnTo>
                    <a:pt x="26207" y="488780"/>
                  </a:lnTo>
                  <a:lnTo>
                    <a:pt x="14913" y="533957"/>
                  </a:lnTo>
                  <a:lnTo>
                    <a:pt x="6704" y="580277"/>
                  </a:lnTo>
                  <a:lnTo>
                    <a:pt x="1695" y="627628"/>
                  </a:lnTo>
                  <a:lnTo>
                    <a:pt x="0" y="675894"/>
                  </a:lnTo>
                  <a:lnTo>
                    <a:pt x="1695" y="724159"/>
                  </a:lnTo>
                  <a:lnTo>
                    <a:pt x="6704" y="771510"/>
                  </a:lnTo>
                  <a:lnTo>
                    <a:pt x="14913" y="817830"/>
                  </a:lnTo>
                  <a:lnTo>
                    <a:pt x="26207" y="863007"/>
                  </a:lnTo>
                  <a:lnTo>
                    <a:pt x="40473" y="906924"/>
                  </a:lnTo>
                  <a:lnTo>
                    <a:pt x="57596" y="949469"/>
                  </a:lnTo>
                  <a:lnTo>
                    <a:pt x="77462" y="990527"/>
                  </a:lnTo>
                  <a:lnTo>
                    <a:pt x="99956" y="1029982"/>
                  </a:lnTo>
                  <a:lnTo>
                    <a:pt x="124965" y="1067722"/>
                  </a:lnTo>
                  <a:lnTo>
                    <a:pt x="152374" y="1103630"/>
                  </a:lnTo>
                  <a:lnTo>
                    <a:pt x="182069" y="1137594"/>
                  </a:lnTo>
                  <a:lnTo>
                    <a:pt x="213936" y="1169498"/>
                  </a:lnTo>
                  <a:lnTo>
                    <a:pt x="247860" y="1199228"/>
                  </a:lnTo>
                  <a:lnTo>
                    <a:pt x="283728" y="1226669"/>
                  </a:lnTo>
                  <a:lnTo>
                    <a:pt x="321424" y="1251708"/>
                  </a:lnTo>
                  <a:lnTo>
                    <a:pt x="360835" y="1274230"/>
                  </a:lnTo>
                  <a:lnTo>
                    <a:pt x="401847" y="1294120"/>
                  </a:lnTo>
                  <a:lnTo>
                    <a:pt x="444345" y="1311264"/>
                  </a:lnTo>
                  <a:lnTo>
                    <a:pt x="488215" y="1325547"/>
                  </a:lnTo>
                  <a:lnTo>
                    <a:pt x="533343" y="1336856"/>
                  </a:lnTo>
                  <a:lnTo>
                    <a:pt x="579615" y="1345075"/>
                  </a:lnTo>
                  <a:lnTo>
                    <a:pt x="626916" y="1350090"/>
                  </a:lnTo>
                  <a:lnTo>
                    <a:pt x="675132" y="1351788"/>
                  </a:lnTo>
                  <a:lnTo>
                    <a:pt x="723347" y="1350090"/>
                  </a:lnTo>
                  <a:lnTo>
                    <a:pt x="770648" y="1345075"/>
                  </a:lnTo>
                  <a:lnTo>
                    <a:pt x="816920" y="1336856"/>
                  </a:lnTo>
                  <a:lnTo>
                    <a:pt x="862048" y="1325547"/>
                  </a:lnTo>
                  <a:lnTo>
                    <a:pt x="905918" y="1311264"/>
                  </a:lnTo>
                  <a:lnTo>
                    <a:pt x="948416" y="1294120"/>
                  </a:lnTo>
                  <a:lnTo>
                    <a:pt x="989428" y="1274230"/>
                  </a:lnTo>
                  <a:lnTo>
                    <a:pt x="1028839" y="1251708"/>
                  </a:lnTo>
                  <a:lnTo>
                    <a:pt x="1066535" y="1226669"/>
                  </a:lnTo>
                  <a:lnTo>
                    <a:pt x="1102403" y="1199228"/>
                  </a:lnTo>
                  <a:lnTo>
                    <a:pt x="1136327" y="1169498"/>
                  </a:lnTo>
                  <a:lnTo>
                    <a:pt x="1168194" y="1137594"/>
                  </a:lnTo>
                  <a:lnTo>
                    <a:pt x="1197889" y="1103630"/>
                  </a:lnTo>
                  <a:lnTo>
                    <a:pt x="1225298" y="1067722"/>
                  </a:lnTo>
                  <a:lnTo>
                    <a:pt x="1250307" y="1029982"/>
                  </a:lnTo>
                  <a:lnTo>
                    <a:pt x="1272801" y="990527"/>
                  </a:lnTo>
                  <a:lnTo>
                    <a:pt x="1292667" y="949469"/>
                  </a:lnTo>
                  <a:lnTo>
                    <a:pt x="1309790" y="906924"/>
                  </a:lnTo>
                  <a:lnTo>
                    <a:pt x="1324056" y="863007"/>
                  </a:lnTo>
                  <a:lnTo>
                    <a:pt x="1335350" y="817830"/>
                  </a:lnTo>
                  <a:lnTo>
                    <a:pt x="1343559" y="771510"/>
                  </a:lnTo>
                  <a:lnTo>
                    <a:pt x="1348568" y="724159"/>
                  </a:lnTo>
                  <a:lnTo>
                    <a:pt x="1350264" y="675894"/>
                  </a:lnTo>
                  <a:lnTo>
                    <a:pt x="1348568" y="627628"/>
                  </a:lnTo>
                  <a:lnTo>
                    <a:pt x="1343559" y="580277"/>
                  </a:lnTo>
                  <a:lnTo>
                    <a:pt x="1335350" y="533957"/>
                  </a:lnTo>
                  <a:lnTo>
                    <a:pt x="1324056" y="488780"/>
                  </a:lnTo>
                  <a:lnTo>
                    <a:pt x="1309790" y="444863"/>
                  </a:lnTo>
                  <a:lnTo>
                    <a:pt x="1292667" y="402318"/>
                  </a:lnTo>
                  <a:lnTo>
                    <a:pt x="1272801" y="361260"/>
                  </a:lnTo>
                  <a:lnTo>
                    <a:pt x="1250307" y="321805"/>
                  </a:lnTo>
                  <a:lnTo>
                    <a:pt x="1225298" y="284065"/>
                  </a:lnTo>
                  <a:lnTo>
                    <a:pt x="1197889" y="248157"/>
                  </a:lnTo>
                  <a:lnTo>
                    <a:pt x="1168194" y="214193"/>
                  </a:lnTo>
                  <a:lnTo>
                    <a:pt x="1136327" y="182289"/>
                  </a:lnTo>
                  <a:lnTo>
                    <a:pt x="1102403" y="152559"/>
                  </a:lnTo>
                  <a:lnTo>
                    <a:pt x="1066535" y="125118"/>
                  </a:lnTo>
                  <a:lnTo>
                    <a:pt x="1028839" y="100079"/>
                  </a:lnTo>
                  <a:lnTo>
                    <a:pt x="989428" y="77557"/>
                  </a:lnTo>
                  <a:lnTo>
                    <a:pt x="948416" y="57667"/>
                  </a:lnTo>
                  <a:lnTo>
                    <a:pt x="905918" y="40523"/>
                  </a:lnTo>
                  <a:lnTo>
                    <a:pt x="862048" y="26240"/>
                  </a:lnTo>
                  <a:lnTo>
                    <a:pt x="816920" y="14931"/>
                  </a:lnTo>
                  <a:lnTo>
                    <a:pt x="770648" y="6712"/>
                  </a:lnTo>
                  <a:lnTo>
                    <a:pt x="723347" y="1697"/>
                  </a:lnTo>
                  <a:lnTo>
                    <a:pt x="675132" y="0"/>
                  </a:lnTo>
                  <a:close/>
                </a:path>
              </a:pathLst>
            </a:custGeom>
            <a:solidFill>
              <a:srgbClr val="152B77"/>
            </a:solidFill>
          </p:spPr>
          <p:txBody>
            <a:bodyPr wrap="square" lIns="0" tIns="0" rIns="0" bIns="0" rtlCol="0"/>
            <a:lstStyle/>
            <a:p>
              <a:endParaRPr/>
            </a:p>
          </p:txBody>
        </p:sp>
        <p:sp>
          <p:nvSpPr>
            <p:cNvPr id="59" name="object 59"/>
            <p:cNvSpPr/>
            <p:nvPr/>
          </p:nvSpPr>
          <p:spPr>
            <a:xfrm>
              <a:off x="5424678" y="1114806"/>
              <a:ext cx="1350645" cy="1351915"/>
            </a:xfrm>
            <a:custGeom>
              <a:avLst/>
              <a:gdLst/>
              <a:ahLst/>
              <a:cxnLst/>
              <a:rect l="l" t="t" r="r" b="b"/>
              <a:pathLst>
                <a:path w="1350645" h="1351914">
                  <a:moveTo>
                    <a:pt x="0" y="675894"/>
                  </a:moveTo>
                  <a:lnTo>
                    <a:pt x="1695" y="627628"/>
                  </a:lnTo>
                  <a:lnTo>
                    <a:pt x="6704" y="580277"/>
                  </a:lnTo>
                  <a:lnTo>
                    <a:pt x="14913" y="533957"/>
                  </a:lnTo>
                  <a:lnTo>
                    <a:pt x="26207" y="488780"/>
                  </a:lnTo>
                  <a:lnTo>
                    <a:pt x="40473" y="444863"/>
                  </a:lnTo>
                  <a:lnTo>
                    <a:pt x="57596" y="402318"/>
                  </a:lnTo>
                  <a:lnTo>
                    <a:pt x="77462" y="361260"/>
                  </a:lnTo>
                  <a:lnTo>
                    <a:pt x="99956" y="321805"/>
                  </a:lnTo>
                  <a:lnTo>
                    <a:pt x="124965" y="284065"/>
                  </a:lnTo>
                  <a:lnTo>
                    <a:pt x="152374" y="248157"/>
                  </a:lnTo>
                  <a:lnTo>
                    <a:pt x="182069" y="214193"/>
                  </a:lnTo>
                  <a:lnTo>
                    <a:pt x="213936" y="182289"/>
                  </a:lnTo>
                  <a:lnTo>
                    <a:pt x="247860" y="152559"/>
                  </a:lnTo>
                  <a:lnTo>
                    <a:pt x="283728" y="125118"/>
                  </a:lnTo>
                  <a:lnTo>
                    <a:pt x="321424" y="100079"/>
                  </a:lnTo>
                  <a:lnTo>
                    <a:pt x="360835" y="77557"/>
                  </a:lnTo>
                  <a:lnTo>
                    <a:pt x="401847" y="57667"/>
                  </a:lnTo>
                  <a:lnTo>
                    <a:pt x="444345" y="40523"/>
                  </a:lnTo>
                  <a:lnTo>
                    <a:pt x="488215" y="26240"/>
                  </a:lnTo>
                  <a:lnTo>
                    <a:pt x="533343" y="14931"/>
                  </a:lnTo>
                  <a:lnTo>
                    <a:pt x="579615" y="6712"/>
                  </a:lnTo>
                  <a:lnTo>
                    <a:pt x="626916" y="1697"/>
                  </a:lnTo>
                  <a:lnTo>
                    <a:pt x="675132" y="0"/>
                  </a:lnTo>
                  <a:lnTo>
                    <a:pt x="723347" y="1697"/>
                  </a:lnTo>
                  <a:lnTo>
                    <a:pt x="770648" y="6712"/>
                  </a:lnTo>
                  <a:lnTo>
                    <a:pt x="816920" y="14931"/>
                  </a:lnTo>
                  <a:lnTo>
                    <a:pt x="862048" y="26240"/>
                  </a:lnTo>
                  <a:lnTo>
                    <a:pt x="905918" y="40523"/>
                  </a:lnTo>
                  <a:lnTo>
                    <a:pt x="948416" y="57667"/>
                  </a:lnTo>
                  <a:lnTo>
                    <a:pt x="989428" y="77557"/>
                  </a:lnTo>
                  <a:lnTo>
                    <a:pt x="1028839" y="100079"/>
                  </a:lnTo>
                  <a:lnTo>
                    <a:pt x="1066535" y="125118"/>
                  </a:lnTo>
                  <a:lnTo>
                    <a:pt x="1102403" y="152559"/>
                  </a:lnTo>
                  <a:lnTo>
                    <a:pt x="1136327" y="182289"/>
                  </a:lnTo>
                  <a:lnTo>
                    <a:pt x="1168194" y="214193"/>
                  </a:lnTo>
                  <a:lnTo>
                    <a:pt x="1197889" y="248157"/>
                  </a:lnTo>
                  <a:lnTo>
                    <a:pt x="1225298" y="284065"/>
                  </a:lnTo>
                  <a:lnTo>
                    <a:pt x="1250307" y="321805"/>
                  </a:lnTo>
                  <a:lnTo>
                    <a:pt x="1272801" y="361260"/>
                  </a:lnTo>
                  <a:lnTo>
                    <a:pt x="1292667" y="402318"/>
                  </a:lnTo>
                  <a:lnTo>
                    <a:pt x="1309790" y="444863"/>
                  </a:lnTo>
                  <a:lnTo>
                    <a:pt x="1324056" y="488780"/>
                  </a:lnTo>
                  <a:lnTo>
                    <a:pt x="1335350" y="533957"/>
                  </a:lnTo>
                  <a:lnTo>
                    <a:pt x="1343559" y="580277"/>
                  </a:lnTo>
                  <a:lnTo>
                    <a:pt x="1348568" y="627628"/>
                  </a:lnTo>
                  <a:lnTo>
                    <a:pt x="1350264" y="675894"/>
                  </a:lnTo>
                  <a:lnTo>
                    <a:pt x="1348568" y="724159"/>
                  </a:lnTo>
                  <a:lnTo>
                    <a:pt x="1343559" y="771510"/>
                  </a:lnTo>
                  <a:lnTo>
                    <a:pt x="1335350" y="817830"/>
                  </a:lnTo>
                  <a:lnTo>
                    <a:pt x="1324056" y="863007"/>
                  </a:lnTo>
                  <a:lnTo>
                    <a:pt x="1309790" y="906924"/>
                  </a:lnTo>
                  <a:lnTo>
                    <a:pt x="1292667" y="949469"/>
                  </a:lnTo>
                  <a:lnTo>
                    <a:pt x="1272801" y="990527"/>
                  </a:lnTo>
                  <a:lnTo>
                    <a:pt x="1250307" y="1029982"/>
                  </a:lnTo>
                  <a:lnTo>
                    <a:pt x="1225298" y="1067722"/>
                  </a:lnTo>
                  <a:lnTo>
                    <a:pt x="1197889" y="1103630"/>
                  </a:lnTo>
                  <a:lnTo>
                    <a:pt x="1168194" y="1137594"/>
                  </a:lnTo>
                  <a:lnTo>
                    <a:pt x="1136327" y="1169498"/>
                  </a:lnTo>
                  <a:lnTo>
                    <a:pt x="1102403" y="1199228"/>
                  </a:lnTo>
                  <a:lnTo>
                    <a:pt x="1066535" y="1226669"/>
                  </a:lnTo>
                  <a:lnTo>
                    <a:pt x="1028839" y="1251708"/>
                  </a:lnTo>
                  <a:lnTo>
                    <a:pt x="989428" y="1274230"/>
                  </a:lnTo>
                  <a:lnTo>
                    <a:pt x="948416" y="1294120"/>
                  </a:lnTo>
                  <a:lnTo>
                    <a:pt x="905918" y="1311264"/>
                  </a:lnTo>
                  <a:lnTo>
                    <a:pt x="862048" y="1325547"/>
                  </a:lnTo>
                  <a:lnTo>
                    <a:pt x="816920" y="1336856"/>
                  </a:lnTo>
                  <a:lnTo>
                    <a:pt x="770648" y="1345075"/>
                  </a:lnTo>
                  <a:lnTo>
                    <a:pt x="723347" y="1350090"/>
                  </a:lnTo>
                  <a:lnTo>
                    <a:pt x="675132" y="1351788"/>
                  </a:lnTo>
                  <a:lnTo>
                    <a:pt x="626916" y="1350090"/>
                  </a:lnTo>
                  <a:lnTo>
                    <a:pt x="579615" y="1345075"/>
                  </a:lnTo>
                  <a:lnTo>
                    <a:pt x="533343" y="1336856"/>
                  </a:lnTo>
                  <a:lnTo>
                    <a:pt x="488215" y="1325547"/>
                  </a:lnTo>
                  <a:lnTo>
                    <a:pt x="444345" y="1311264"/>
                  </a:lnTo>
                  <a:lnTo>
                    <a:pt x="401847" y="1294120"/>
                  </a:lnTo>
                  <a:lnTo>
                    <a:pt x="360835" y="1274230"/>
                  </a:lnTo>
                  <a:lnTo>
                    <a:pt x="321424" y="1251708"/>
                  </a:lnTo>
                  <a:lnTo>
                    <a:pt x="283728" y="1226669"/>
                  </a:lnTo>
                  <a:lnTo>
                    <a:pt x="247860" y="1199228"/>
                  </a:lnTo>
                  <a:lnTo>
                    <a:pt x="213936" y="1169498"/>
                  </a:lnTo>
                  <a:lnTo>
                    <a:pt x="182069" y="1137594"/>
                  </a:lnTo>
                  <a:lnTo>
                    <a:pt x="152374" y="1103630"/>
                  </a:lnTo>
                  <a:lnTo>
                    <a:pt x="124965" y="1067722"/>
                  </a:lnTo>
                  <a:lnTo>
                    <a:pt x="99956" y="1029982"/>
                  </a:lnTo>
                  <a:lnTo>
                    <a:pt x="77462" y="990527"/>
                  </a:lnTo>
                  <a:lnTo>
                    <a:pt x="57596" y="949469"/>
                  </a:lnTo>
                  <a:lnTo>
                    <a:pt x="40473" y="906924"/>
                  </a:lnTo>
                  <a:lnTo>
                    <a:pt x="26207" y="863007"/>
                  </a:lnTo>
                  <a:lnTo>
                    <a:pt x="14913" y="817830"/>
                  </a:lnTo>
                  <a:lnTo>
                    <a:pt x="6704" y="771510"/>
                  </a:lnTo>
                  <a:lnTo>
                    <a:pt x="1695" y="724159"/>
                  </a:lnTo>
                  <a:lnTo>
                    <a:pt x="0" y="675894"/>
                  </a:lnTo>
                  <a:close/>
                </a:path>
              </a:pathLst>
            </a:custGeom>
            <a:ln w="3175">
              <a:solidFill>
                <a:srgbClr val="FF8E01"/>
              </a:solidFill>
            </a:ln>
          </p:spPr>
          <p:txBody>
            <a:bodyPr wrap="square" lIns="0" tIns="0" rIns="0" bIns="0" rtlCol="0"/>
            <a:lstStyle/>
            <a:p>
              <a:endParaRPr/>
            </a:p>
          </p:txBody>
        </p:sp>
        <p:sp>
          <p:nvSpPr>
            <p:cNvPr id="60" name="object 60"/>
            <p:cNvSpPr/>
            <p:nvPr/>
          </p:nvSpPr>
          <p:spPr>
            <a:xfrm>
              <a:off x="5484876" y="1176528"/>
              <a:ext cx="1228725" cy="1228725"/>
            </a:xfrm>
            <a:custGeom>
              <a:avLst/>
              <a:gdLst/>
              <a:ahLst/>
              <a:cxnLst/>
              <a:rect l="l" t="t" r="r" b="b"/>
              <a:pathLst>
                <a:path w="1228725" h="1228725">
                  <a:moveTo>
                    <a:pt x="614172" y="0"/>
                  </a:moveTo>
                  <a:lnTo>
                    <a:pt x="566172" y="1847"/>
                  </a:lnTo>
                  <a:lnTo>
                    <a:pt x="519183" y="7299"/>
                  </a:lnTo>
                  <a:lnTo>
                    <a:pt x="473341" y="16219"/>
                  </a:lnTo>
                  <a:lnTo>
                    <a:pt x="428784" y="28471"/>
                  </a:lnTo>
                  <a:lnTo>
                    <a:pt x="385646" y="43917"/>
                  </a:lnTo>
                  <a:lnTo>
                    <a:pt x="344066" y="62421"/>
                  </a:lnTo>
                  <a:lnTo>
                    <a:pt x="304179" y="83848"/>
                  </a:lnTo>
                  <a:lnTo>
                    <a:pt x="266121" y="108060"/>
                  </a:lnTo>
                  <a:lnTo>
                    <a:pt x="230030" y="134920"/>
                  </a:lnTo>
                  <a:lnTo>
                    <a:pt x="196042" y="164293"/>
                  </a:lnTo>
                  <a:lnTo>
                    <a:pt x="164293" y="196042"/>
                  </a:lnTo>
                  <a:lnTo>
                    <a:pt x="134920" y="230030"/>
                  </a:lnTo>
                  <a:lnTo>
                    <a:pt x="108060" y="266121"/>
                  </a:lnTo>
                  <a:lnTo>
                    <a:pt x="83848" y="304179"/>
                  </a:lnTo>
                  <a:lnTo>
                    <a:pt x="62421" y="344066"/>
                  </a:lnTo>
                  <a:lnTo>
                    <a:pt x="43917" y="385646"/>
                  </a:lnTo>
                  <a:lnTo>
                    <a:pt x="28471" y="428784"/>
                  </a:lnTo>
                  <a:lnTo>
                    <a:pt x="16219" y="473341"/>
                  </a:lnTo>
                  <a:lnTo>
                    <a:pt x="7299" y="519183"/>
                  </a:lnTo>
                  <a:lnTo>
                    <a:pt x="1847" y="566172"/>
                  </a:lnTo>
                  <a:lnTo>
                    <a:pt x="0" y="614172"/>
                  </a:lnTo>
                  <a:lnTo>
                    <a:pt x="1847" y="662171"/>
                  </a:lnTo>
                  <a:lnTo>
                    <a:pt x="7299" y="709160"/>
                  </a:lnTo>
                  <a:lnTo>
                    <a:pt x="16219" y="755002"/>
                  </a:lnTo>
                  <a:lnTo>
                    <a:pt x="28471" y="799559"/>
                  </a:lnTo>
                  <a:lnTo>
                    <a:pt x="43917" y="842697"/>
                  </a:lnTo>
                  <a:lnTo>
                    <a:pt x="62421" y="884277"/>
                  </a:lnTo>
                  <a:lnTo>
                    <a:pt x="83848" y="924164"/>
                  </a:lnTo>
                  <a:lnTo>
                    <a:pt x="108060" y="962222"/>
                  </a:lnTo>
                  <a:lnTo>
                    <a:pt x="134920" y="998313"/>
                  </a:lnTo>
                  <a:lnTo>
                    <a:pt x="164293" y="1032301"/>
                  </a:lnTo>
                  <a:lnTo>
                    <a:pt x="196042" y="1064050"/>
                  </a:lnTo>
                  <a:lnTo>
                    <a:pt x="230030" y="1093423"/>
                  </a:lnTo>
                  <a:lnTo>
                    <a:pt x="266121" y="1120283"/>
                  </a:lnTo>
                  <a:lnTo>
                    <a:pt x="304179" y="1144495"/>
                  </a:lnTo>
                  <a:lnTo>
                    <a:pt x="344066" y="1165922"/>
                  </a:lnTo>
                  <a:lnTo>
                    <a:pt x="385646" y="1184426"/>
                  </a:lnTo>
                  <a:lnTo>
                    <a:pt x="428784" y="1199872"/>
                  </a:lnTo>
                  <a:lnTo>
                    <a:pt x="473341" y="1212124"/>
                  </a:lnTo>
                  <a:lnTo>
                    <a:pt x="519183" y="1221044"/>
                  </a:lnTo>
                  <a:lnTo>
                    <a:pt x="566172" y="1226496"/>
                  </a:lnTo>
                  <a:lnTo>
                    <a:pt x="614172" y="1228344"/>
                  </a:lnTo>
                  <a:lnTo>
                    <a:pt x="662171" y="1226496"/>
                  </a:lnTo>
                  <a:lnTo>
                    <a:pt x="709160" y="1221044"/>
                  </a:lnTo>
                  <a:lnTo>
                    <a:pt x="755002" y="1212124"/>
                  </a:lnTo>
                  <a:lnTo>
                    <a:pt x="799559" y="1199872"/>
                  </a:lnTo>
                  <a:lnTo>
                    <a:pt x="842697" y="1184426"/>
                  </a:lnTo>
                  <a:lnTo>
                    <a:pt x="884277" y="1165922"/>
                  </a:lnTo>
                  <a:lnTo>
                    <a:pt x="924164" y="1144495"/>
                  </a:lnTo>
                  <a:lnTo>
                    <a:pt x="962222" y="1120283"/>
                  </a:lnTo>
                  <a:lnTo>
                    <a:pt x="998313" y="1093423"/>
                  </a:lnTo>
                  <a:lnTo>
                    <a:pt x="1032301" y="1064050"/>
                  </a:lnTo>
                  <a:lnTo>
                    <a:pt x="1064050" y="1032301"/>
                  </a:lnTo>
                  <a:lnTo>
                    <a:pt x="1093423" y="998313"/>
                  </a:lnTo>
                  <a:lnTo>
                    <a:pt x="1120283" y="962222"/>
                  </a:lnTo>
                  <a:lnTo>
                    <a:pt x="1144495" y="924164"/>
                  </a:lnTo>
                  <a:lnTo>
                    <a:pt x="1165922" y="884277"/>
                  </a:lnTo>
                  <a:lnTo>
                    <a:pt x="1184426" y="842697"/>
                  </a:lnTo>
                  <a:lnTo>
                    <a:pt x="1199872" y="799559"/>
                  </a:lnTo>
                  <a:lnTo>
                    <a:pt x="1212124" y="755002"/>
                  </a:lnTo>
                  <a:lnTo>
                    <a:pt x="1221044" y="709160"/>
                  </a:lnTo>
                  <a:lnTo>
                    <a:pt x="1226496" y="662171"/>
                  </a:lnTo>
                  <a:lnTo>
                    <a:pt x="1228344" y="614172"/>
                  </a:lnTo>
                  <a:lnTo>
                    <a:pt x="1226496" y="566172"/>
                  </a:lnTo>
                  <a:lnTo>
                    <a:pt x="1221044" y="519183"/>
                  </a:lnTo>
                  <a:lnTo>
                    <a:pt x="1212124" y="473341"/>
                  </a:lnTo>
                  <a:lnTo>
                    <a:pt x="1199872" y="428784"/>
                  </a:lnTo>
                  <a:lnTo>
                    <a:pt x="1184426" y="385646"/>
                  </a:lnTo>
                  <a:lnTo>
                    <a:pt x="1165922" y="344066"/>
                  </a:lnTo>
                  <a:lnTo>
                    <a:pt x="1144495" y="304179"/>
                  </a:lnTo>
                  <a:lnTo>
                    <a:pt x="1120283" y="266121"/>
                  </a:lnTo>
                  <a:lnTo>
                    <a:pt x="1093423" y="230030"/>
                  </a:lnTo>
                  <a:lnTo>
                    <a:pt x="1064050" y="196042"/>
                  </a:lnTo>
                  <a:lnTo>
                    <a:pt x="1032301" y="164293"/>
                  </a:lnTo>
                  <a:lnTo>
                    <a:pt x="998313" y="134920"/>
                  </a:lnTo>
                  <a:lnTo>
                    <a:pt x="962222" y="108060"/>
                  </a:lnTo>
                  <a:lnTo>
                    <a:pt x="924164" y="83848"/>
                  </a:lnTo>
                  <a:lnTo>
                    <a:pt x="884277" y="62421"/>
                  </a:lnTo>
                  <a:lnTo>
                    <a:pt x="842697" y="43917"/>
                  </a:lnTo>
                  <a:lnTo>
                    <a:pt x="799559" y="28471"/>
                  </a:lnTo>
                  <a:lnTo>
                    <a:pt x="755002" y="16219"/>
                  </a:lnTo>
                  <a:lnTo>
                    <a:pt x="709160" y="7299"/>
                  </a:lnTo>
                  <a:lnTo>
                    <a:pt x="662171" y="1847"/>
                  </a:lnTo>
                  <a:lnTo>
                    <a:pt x="614172" y="0"/>
                  </a:lnTo>
                  <a:close/>
                </a:path>
              </a:pathLst>
            </a:custGeom>
            <a:solidFill>
              <a:srgbClr val="152B77"/>
            </a:solidFill>
          </p:spPr>
          <p:txBody>
            <a:bodyPr wrap="square" lIns="0" tIns="0" rIns="0" bIns="0" rtlCol="0"/>
            <a:lstStyle/>
            <a:p>
              <a:endParaRPr/>
            </a:p>
          </p:txBody>
        </p:sp>
        <p:sp>
          <p:nvSpPr>
            <p:cNvPr id="61" name="object 61"/>
            <p:cNvSpPr/>
            <p:nvPr/>
          </p:nvSpPr>
          <p:spPr>
            <a:xfrm>
              <a:off x="5484876" y="1176528"/>
              <a:ext cx="1228725" cy="1228725"/>
            </a:xfrm>
            <a:custGeom>
              <a:avLst/>
              <a:gdLst/>
              <a:ahLst/>
              <a:cxnLst/>
              <a:rect l="l" t="t" r="r" b="b"/>
              <a:pathLst>
                <a:path w="1228725" h="1228725">
                  <a:moveTo>
                    <a:pt x="0" y="614172"/>
                  </a:moveTo>
                  <a:lnTo>
                    <a:pt x="1847" y="566172"/>
                  </a:lnTo>
                  <a:lnTo>
                    <a:pt x="7299" y="519183"/>
                  </a:lnTo>
                  <a:lnTo>
                    <a:pt x="16219" y="473341"/>
                  </a:lnTo>
                  <a:lnTo>
                    <a:pt x="28471" y="428784"/>
                  </a:lnTo>
                  <a:lnTo>
                    <a:pt x="43917" y="385646"/>
                  </a:lnTo>
                  <a:lnTo>
                    <a:pt x="62421" y="344066"/>
                  </a:lnTo>
                  <a:lnTo>
                    <a:pt x="83848" y="304179"/>
                  </a:lnTo>
                  <a:lnTo>
                    <a:pt x="108060" y="266121"/>
                  </a:lnTo>
                  <a:lnTo>
                    <a:pt x="134920" y="230030"/>
                  </a:lnTo>
                  <a:lnTo>
                    <a:pt x="164293" y="196042"/>
                  </a:lnTo>
                  <a:lnTo>
                    <a:pt x="196042" y="164293"/>
                  </a:lnTo>
                  <a:lnTo>
                    <a:pt x="230030" y="134920"/>
                  </a:lnTo>
                  <a:lnTo>
                    <a:pt x="266121" y="108060"/>
                  </a:lnTo>
                  <a:lnTo>
                    <a:pt x="304179" y="83848"/>
                  </a:lnTo>
                  <a:lnTo>
                    <a:pt x="344066" y="62421"/>
                  </a:lnTo>
                  <a:lnTo>
                    <a:pt x="385646" y="43917"/>
                  </a:lnTo>
                  <a:lnTo>
                    <a:pt x="428784" y="28471"/>
                  </a:lnTo>
                  <a:lnTo>
                    <a:pt x="473341" y="16219"/>
                  </a:lnTo>
                  <a:lnTo>
                    <a:pt x="519183" y="7299"/>
                  </a:lnTo>
                  <a:lnTo>
                    <a:pt x="566172" y="1847"/>
                  </a:lnTo>
                  <a:lnTo>
                    <a:pt x="614172" y="0"/>
                  </a:lnTo>
                  <a:lnTo>
                    <a:pt x="662171" y="1847"/>
                  </a:lnTo>
                  <a:lnTo>
                    <a:pt x="709160" y="7299"/>
                  </a:lnTo>
                  <a:lnTo>
                    <a:pt x="755002" y="16219"/>
                  </a:lnTo>
                  <a:lnTo>
                    <a:pt x="799559" y="28471"/>
                  </a:lnTo>
                  <a:lnTo>
                    <a:pt x="842697" y="43917"/>
                  </a:lnTo>
                  <a:lnTo>
                    <a:pt x="884277" y="62421"/>
                  </a:lnTo>
                  <a:lnTo>
                    <a:pt x="924164" y="83848"/>
                  </a:lnTo>
                  <a:lnTo>
                    <a:pt x="962222" y="108060"/>
                  </a:lnTo>
                  <a:lnTo>
                    <a:pt x="998313" y="134920"/>
                  </a:lnTo>
                  <a:lnTo>
                    <a:pt x="1032301" y="164293"/>
                  </a:lnTo>
                  <a:lnTo>
                    <a:pt x="1064050" y="196042"/>
                  </a:lnTo>
                  <a:lnTo>
                    <a:pt x="1093423" y="230030"/>
                  </a:lnTo>
                  <a:lnTo>
                    <a:pt x="1120283" y="266121"/>
                  </a:lnTo>
                  <a:lnTo>
                    <a:pt x="1144495" y="304179"/>
                  </a:lnTo>
                  <a:lnTo>
                    <a:pt x="1165922" y="344066"/>
                  </a:lnTo>
                  <a:lnTo>
                    <a:pt x="1184426" y="385646"/>
                  </a:lnTo>
                  <a:lnTo>
                    <a:pt x="1199872" y="428784"/>
                  </a:lnTo>
                  <a:lnTo>
                    <a:pt x="1212124" y="473341"/>
                  </a:lnTo>
                  <a:lnTo>
                    <a:pt x="1221044" y="519183"/>
                  </a:lnTo>
                  <a:lnTo>
                    <a:pt x="1226496" y="566172"/>
                  </a:lnTo>
                  <a:lnTo>
                    <a:pt x="1228344" y="614172"/>
                  </a:lnTo>
                  <a:lnTo>
                    <a:pt x="1226496" y="662171"/>
                  </a:lnTo>
                  <a:lnTo>
                    <a:pt x="1221044" y="709160"/>
                  </a:lnTo>
                  <a:lnTo>
                    <a:pt x="1212124" y="755002"/>
                  </a:lnTo>
                  <a:lnTo>
                    <a:pt x="1199872" y="799559"/>
                  </a:lnTo>
                  <a:lnTo>
                    <a:pt x="1184426" y="842697"/>
                  </a:lnTo>
                  <a:lnTo>
                    <a:pt x="1165922" y="884277"/>
                  </a:lnTo>
                  <a:lnTo>
                    <a:pt x="1144495" y="924164"/>
                  </a:lnTo>
                  <a:lnTo>
                    <a:pt x="1120283" y="962222"/>
                  </a:lnTo>
                  <a:lnTo>
                    <a:pt x="1093423" y="998313"/>
                  </a:lnTo>
                  <a:lnTo>
                    <a:pt x="1064050" y="1032301"/>
                  </a:lnTo>
                  <a:lnTo>
                    <a:pt x="1032301" y="1064050"/>
                  </a:lnTo>
                  <a:lnTo>
                    <a:pt x="998313" y="1093423"/>
                  </a:lnTo>
                  <a:lnTo>
                    <a:pt x="962222" y="1120283"/>
                  </a:lnTo>
                  <a:lnTo>
                    <a:pt x="924164" y="1144495"/>
                  </a:lnTo>
                  <a:lnTo>
                    <a:pt x="884277" y="1165922"/>
                  </a:lnTo>
                  <a:lnTo>
                    <a:pt x="842697" y="1184426"/>
                  </a:lnTo>
                  <a:lnTo>
                    <a:pt x="799559" y="1199872"/>
                  </a:lnTo>
                  <a:lnTo>
                    <a:pt x="755002" y="1212124"/>
                  </a:lnTo>
                  <a:lnTo>
                    <a:pt x="709160" y="1221044"/>
                  </a:lnTo>
                  <a:lnTo>
                    <a:pt x="662171" y="1226496"/>
                  </a:lnTo>
                  <a:lnTo>
                    <a:pt x="614172" y="1228344"/>
                  </a:lnTo>
                  <a:lnTo>
                    <a:pt x="566172" y="1226496"/>
                  </a:lnTo>
                  <a:lnTo>
                    <a:pt x="519183" y="1221044"/>
                  </a:lnTo>
                  <a:lnTo>
                    <a:pt x="473341" y="1212124"/>
                  </a:lnTo>
                  <a:lnTo>
                    <a:pt x="428784" y="1199872"/>
                  </a:lnTo>
                  <a:lnTo>
                    <a:pt x="385646" y="1184426"/>
                  </a:lnTo>
                  <a:lnTo>
                    <a:pt x="344066" y="1165922"/>
                  </a:lnTo>
                  <a:lnTo>
                    <a:pt x="304179" y="1144495"/>
                  </a:lnTo>
                  <a:lnTo>
                    <a:pt x="266121" y="1120283"/>
                  </a:lnTo>
                  <a:lnTo>
                    <a:pt x="230030" y="1093423"/>
                  </a:lnTo>
                  <a:lnTo>
                    <a:pt x="196042" y="1064050"/>
                  </a:lnTo>
                  <a:lnTo>
                    <a:pt x="164293" y="1032301"/>
                  </a:lnTo>
                  <a:lnTo>
                    <a:pt x="134920" y="998313"/>
                  </a:lnTo>
                  <a:lnTo>
                    <a:pt x="108060" y="962222"/>
                  </a:lnTo>
                  <a:lnTo>
                    <a:pt x="83848" y="924164"/>
                  </a:lnTo>
                  <a:lnTo>
                    <a:pt x="62421" y="884277"/>
                  </a:lnTo>
                  <a:lnTo>
                    <a:pt x="43917" y="842697"/>
                  </a:lnTo>
                  <a:lnTo>
                    <a:pt x="28471" y="799559"/>
                  </a:lnTo>
                  <a:lnTo>
                    <a:pt x="16219" y="755002"/>
                  </a:lnTo>
                  <a:lnTo>
                    <a:pt x="7299" y="709160"/>
                  </a:lnTo>
                  <a:lnTo>
                    <a:pt x="1847" y="662171"/>
                  </a:lnTo>
                  <a:lnTo>
                    <a:pt x="0" y="614172"/>
                  </a:lnTo>
                  <a:close/>
                </a:path>
              </a:pathLst>
            </a:custGeom>
            <a:ln w="12700">
              <a:solidFill>
                <a:srgbClr val="FFFFFF"/>
              </a:solidFill>
            </a:ln>
          </p:spPr>
          <p:txBody>
            <a:bodyPr wrap="square" lIns="0" tIns="0" rIns="0" bIns="0" rtlCol="0"/>
            <a:lstStyle/>
            <a:p>
              <a:endParaRPr/>
            </a:p>
          </p:txBody>
        </p:sp>
        <p:sp>
          <p:nvSpPr>
            <p:cNvPr id="62" name="object 62"/>
            <p:cNvSpPr/>
            <p:nvPr/>
          </p:nvSpPr>
          <p:spPr>
            <a:xfrm>
              <a:off x="6069330" y="1085850"/>
              <a:ext cx="60960" cy="60960"/>
            </a:xfrm>
            <a:custGeom>
              <a:avLst/>
              <a:gdLst/>
              <a:ahLst/>
              <a:cxnLst/>
              <a:rect l="l" t="t" r="r" b="b"/>
              <a:pathLst>
                <a:path w="60960" h="60959">
                  <a:moveTo>
                    <a:pt x="30480" y="0"/>
                  </a:moveTo>
                  <a:lnTo>
                    <a:pt x="18591" y="2387"/>
                  </a:lnTo>
                  <a:lnTo>
                    <a:pt x="8905" y="8905"/>
                  </a:lnTo>
                  <a:lnTo>
                    <a:pt x="2387" y="18591"/>
                  </a:lnTo>
                  <a:lnTo>
                    <a:pt x="0" y="30479"/>
                  </a:lnTo>
                  <a:lnTo>
                    <a:pt x="2387" y="42368"/>
                  </a:lnTo>
                  <a:lnTo>
                    <a:pt x="8905" y="52054"/>
                  </a:lnTo>
                  <a:lnTo>
                    <a:pt x="18591" y="58572"/>
                  </a:lnTo>
                  <a:lnTo>
                    <a:pt x="30480" y="60960"/>
                  </a:lnTo>
                  <a:lnTo>
                    <a:pt x="42368" y="58572"/>
                  </a:lnTo>
                  <a:lnTo>
                    <a:pt x="52054" y="52054"/>
                  </a:lnTo>
                  <a:lnTo>
                    <a:pt x="58572" y="42368"/>
                  </a:lnTo>
                  <a:lnTo>
                    <a:pt x="60960" y="30479"/>
                  </a:lnTo>
                  <a:lnTo>
                    <a:pt x="58572" y="18591"/>
                  </a:lnTo>
                  <a:lnTo>
                    <a:pt x="52054" y="8905"/>
                  </a:lnTo>
                  <a:lnTo>
                    <a:pt x="42368" y="2387"/>
                  </a:lnTo>
                  <a:lnTo>
                    <a:pt x="30480" y="0"/>
                  </a:lnTo>
                  <a:close/>
                </a:path>
              </a:pathLst>
            </a:custGeom>
            <a:solidFill>
              <a:srgbClr val="152B77"/>
            </a:solidFill>
          </p:spPr>
          <p:txBody>
            <a:bodyPr wrap="square" lIns="0" tIns="0" rIns="0" bIns="0" rtlCol="0"/>
            <a:lstStyle/>
            <a:p>
              <a:endParaRPr/>
            </a:p>
          </p:txBody>
        </p:sp>
        <p:sp>
          <p:nvSpPr>
            <p:cNvPr id="63" name="object 63"/>
            <p:cNvSpPr/>
            <p:nvPr/>
          </p:nvSpPr>
          <p:spPr>
            <a:xfrm>
              <a:off x="6069330" y="1085850"/>
              <a:ext cx="60960" cy="60960"/>
            </a:xfrm>
            <a:custGeom>
              <a:avLst/>
              <a:gdLst/>
              <a:ahLst/>
              <a:cxnLst/>
              <a:rect l="l" t="t" r="r" b="b"/>
              <a:pathLst>
                <a:path w="60960" h="60959">
                  <a:moveTo>
                    <a:pt x="0" y="30479"/>
                  </a:moveTo>
                  <a:lnTo>
                    <a:pt x="2387" y="18591"/>
                  </a:lnTo>
                  <a:lnTo>
                    <a:pt x="8905" y="8905"/>
                  </a:lnTo>
                  <a:lnTo>
                    <a:pt x="18591" y="2387"/>
                  </a:lnTo>
                  <a:lnTo>
                    <a:pt x="30480" y="0"/>
                  </a:lnTo>
                  <a:lnTo>
                    <a:pt x="42368" y="2387"/>
                  </a:lnTo>
                  <a:lnTo>
                    <a:pt x="52054" y="8905"/>
                  </a:lnTo>
                  <a:lnTo>
                    <a:pt x="58572" y="18591"/>
                  </a:lnTo>
                  <a:lnTo>
                    <a:pt x="60960" y="30479"/>
                  </a:lnTo>
                  <a:lnTo>
                    <a:pt x="58572" y="42368"/>
                  </a:lnTo>
                  <a:lnTo>
                    <a:pt x="52054" y="52054"/>
                  </a:lnTo>
                  <a:lnTo>
                    <a:pt x="42368" y="58572"/>
                  </a:lnTo>
                  <a:lnTo>
                    <a:pt x="30480" y="60960"/>
                  </a:lnTo>
                  <a:lnTo>
                    <a:pt x="18591" y="58572"/>
                  </a:lnTo>
                  <a:lnTo>
                    <a:pt x="8905" y="52054"/>
                  </a:lnTo>
                  <a:lnTo>
                    <a:pt x="2387" y="42368"/>
                  </a:lnTo>
                  <a:lnTo>
                    <a:pt x="0" y="30479"/>
                  </a:lnTo>
                  <a:close/>
                </a:path>
              </a:pathLst>
            </a:custGeom>
            <a:ln w="3175">
              <a:solidFill>
                <a:srgbClr val="FF8E01"/>
              </a:solidFill>
            </a:ln>
          </p:spPr>
          <p:txBody>
            <a:bodyPr wrap="square" lIns="0" tIns="0" rIns="0" bIns="0" rtlCol="0"/>
            <a:lstStyle/>
            <a:p>
              <a:endParaRPr/>
            </a:p>
          </p:txBody>
        </p:sp>
        <p:sp>
          <p:nvSpPr>
            <p:cNvPr id="64" name="object 64"/>
            <p:cNvSpPr/>
            <p:nvPr/>
          </p:nvSpPr>
          <p:spPr>
            <a:xfrm>
              <a:off x="4236720" y="5623560"/>
              <a:ext cx="3724910" cy="396240"/>
            </a:xfrm>
            <a:custGeom>
              <a:avLst/>
              <a:gdLst/>
              <a:ahLst/>
              <a:cxnLst/>
              <a:rect l="l" t="t" r="r" b="b"/>
              <a:pathLst>
                <a:path w="3724909" h="396239">
                  <a:moveTo>
                    <a:pt x="3724655" y="0"/>
                  </a:moveTo>
                  <a:lnTo>
                    <a:pt x="0" y="0"/>
                  </a:lnTo>
                  <a:lnTo>
                    <a:pt x="0" y="396239"/>
                  </a:lnTo>
                  <a:lnTo>
                    <a:pt x="3724655" y="396239"/>
                  </a:lnTo>
                  <a:lnTo>
                    <a:pt x="3724655" y="0"/>
                  </a:lnTo>
                  <a:close/>
                </a:path>
              </a:pathLst>
            </a:custGeom>
            <a:solidFill>
              <a:srgbClr val="FFFFFF"/>
            </a:solidFill>
          </p:spPr>
          <p:txBody>
            <a:bodyPr wrap="square" lIns="0" tIns="0" rIns="0" bIns="0" rtlCol="0"/>
            <a:lstStyle/>
            <a:p>
              <a:endParaRPr/>
            </a:p>
          </p:txBody>
        </p:sp>
      </p:grpSp>
      <p:grpSp>
        <p:nvGrpSpPr>
          <p:cNvPr id="65" name="object 65"/>
          <p:cNvGrpSpPr/>
          <p:nvPr/>
        </p:nvGrpSpPr>
        <p:grpSpPr>
          <a:xfrm>
            <a:off x="8189976" y="1746504"/>
            <a:ext cx="3723640" cy="4662170"/>
            <a:chOff x="8189976" y="1746504"/>
            <a:chExt cx="3723640" cy="4662170"/>
          </a:xfrm>
        </p:grpSpPr>
        <p:sp>
          <p:nvSpPr>
            <p:cNvPr id="66" name="object 66"/>
            <p:cNvSpPr/>
            <p:nvPr/>
          </p:nvSpPr>
          <p:spPr>
            <a:xfrm>
              <a:off x="8189976" y="1746504"/>
              <a:ext cx="3723640" cy="4662170"/>
            </a:xfrm>
            <a:custGeom>
              <a:avLst/>
              <a:gdLst/>
              <a:ahLst/>
              <a:cxnLst/>
              <a:rect l="l" t="t" r="r" b="b"/>
              <a:pathLst>
                <a:path w="3723640" h="4662170">
                  <a:moveTo>
                    <a:pt x="3723131" y="0"/>
                  </a:moveTo>
                  <a:lnTo>
                    <a:pt x="0" y="0"/>
                  </a:lnTo>
                  <a:lnTo>
                    <a:pt x="0" y="4422292"/>
                  </a:lnTo>
                  <a:lnTo>
                    <a:pt x="4869" y="4470586"/>
                  </a:lnTo>
                  <a:lnTo>
                    <a:pt x="18835" y="4515567"/>
                  </a:lnTo>
                  <a:lnTo>
                    <a:pt x="40933" y="4556270"/>
                  </a:lnTo>
                  <a:lnTo>
                    <a:pt x="70199" y="4591734"/>
                  </a:lnTo>
                  <a:lnTo>
                    <a:pt x="105667" y="4620993"/>
                  </a:lnTo>
                  <a:lnTo>
                    <a:pt x="146375" y="4643086"/>
                  </a:lnTo>
                  <a:lnTo>
                    <a:pt x="191357" y="4657047"/>
                  </a:lnTo>
                  <a:lnTo>
                    <a:pt x="239649" y="4661916"/>
                  </a:lnTo>
                  <a:lnTo>
                    <a:pt x="3483482" y="4661916"/>
                  </a:lnTo>
                  <a:lnTo>
                    <a:pt x="3531774" y="4657047"/>
                  </a:lnTo>
                  <a:lnTo>
                    <a:pt x="3576756" y="4643086"/>
                  </a:lnTo>
                  <a:lnTo>
                    <a:pt x="3617464" y="4620993"/>
                  </a:lnTo>
                  <a:lnTo>
                    <a:pt x="3652932" y="4591734"/>
                  </a:lnTo>
                  <a:lnTo>
                    <a:pt x="3682198" y="4556270"/>
                  </a:lnTo>
                  <a:lnTo>
                    <a:pt x="3704296" y="4515567"/>
                  </a:lnTo>
                  <a:lnTo>
                    <a:pt x="3718262" y="4470586"/>
                  </a:lnTo>
                  <a:lnTo>
                    <a:pt x="3723131" y="4422292"/>
                  </a:lnTo>
                  <a:lnTo>
                    <a:pt x="3723131" y="0"/>
                  </a:lnTo>
                  <a:close/>
                </a:path>
              </a:pathLst>
            </a:custGeom>
            <a:solidFill>
              <a:srgbClr val="4264DE"/>
            </a:solidFill>
          </p:spPr>
          <p:txBody>
            <a:bodyPr wrap="square" lIns="0" tIns="0" rIns="0" bIns="0" rtlCol="0"/>
            <a:lstStyle/>
            <a:p>
              <a:endParaRPr/>
            </a:p>
          </p:txBody>
        </p:sp>
        <p:sp>
          <p:nvSpPr>
            <p:cNvPr id="67" name="object 67"/>
            <p:cNvSpPr/>
            <p:nvPr/>
          </p:nvSpPr>
          <p:spPr>
            <a:xfrm>
              <a:off x="8189976" y="5623560"/>
              <a:ext cx="3723640" cy="396240"/>
            </a:xfrm>
            <a:custGeom>
              <a:avLst/>
              <a:gdLst/>
              <a:ahLst/>
              <a:cxnLst/>
              <a:rect l="l" t="t" r="r" b="b"/>
              <a:pathLst>
                <a:path w="3723640" h="396239">
                  <a:moveTo>
                    <a:pt x="3723131" y="0"/>
                  </a:moveTo>
                  <a:lnTo>
                    <a:pt x="0" y="0"/>
                  </a:lnTo>
                  <a:lnTo>
                    <a:pt x="0" y="396239"/>
                  </a:lnTo>
                  <a:lnTo>
                    <a:pt x="3723131" y="396239"/>
                  </a:lnTo>
                  <a:lnTo>
                    <a:pt x="3723131" y="0"/>
                  </a:lnTo>
                  <a:close/>
                </a:path>
              </a:pathLst>
            </a:custGeom>
            <a:solidFill>
              <a:srgbClr val="FFFFFF"/>
            </a:solidFill>
          </p:spPr>
          <p:txBody>
            <a:bodyPr wrap="square" lIns="0" tIns="0" rIns="0" bIns="0" rtlCol="0"/>
            <a:lstStyle/>
            <a:p>
              <a:endParaRPr/>
            </a:p>
          </p:txBody>
        </p:sp>
      </p:grpSp>
      <p:sp>
        <p:nvSpPr>
          <p:cNvPr id="68" name="object 68"/>
          <p:cNvSpPr txBox="1"/>
          <p:nvPr/>
        </p:nvSpPr>
        <p:spPr>
          <a:xfrm>
            <a:off x="1129080" y="5685535"/>
            <a:ext cx="2037714" cy="269240"/>
          </a:xfrm>
          <a:prstGeom prst="rect">
            <a:avLst/>
          </a:prstGeom>
        </p:spPr>
        <p:txBody>
          <a:bodyPr vert="horz" wrap="square" lIns="0" tIns="12065" rIns="0" bIns="0" rtlCol="0">
            <a:spAutoFit/>
          </a:bodyPr>
          <a:lstStyle/>
          <a:p>
            <a:pPr marL="12700">
              <a:lnSpc>
                <a:spcPct val="100000"/>
              </a:lnSpc>
              <a:spcBef>
                <a:spcPts val="95"/>
              </a:spcBef>
            </a:pPr>
            <a:r>
              <a:rPr sz="1600" b="1" spc="-5" dirty="0">
                <a:solidFill>
                  <a:srgbClr val="00A29B"/>
                </a:solidFill>
                <a:latin typeface="Gothic Uralic"/>
                <a:cs typeface="Gothic Uralic"/>
              </a:rPr>
              <a:t>Artificial</a:t>
            </a:r>
            <a:r>
              <a:rPr sz="1600" b="1" spc="-15" dirty="0">
                <a:solidFill>
                  <a:srgbClr val="00A29B"/>
                </a:solidFill>
                <a:latin typeface="Gothic Uralic"/>
                <a:cs typeface="Gothic Uralic"/>
              </a:rPr>
              <a:t> </a:t>
            </a:r>
            <a:r>
              <a:rPr sz="1600" b="1" spc="-5" dirty="0">
                <a:solidFill>
                  <a:srgbClr val="00A29B"/>
                </a:solidFill>
                <a:latin typeface="Gothic Uralic"/>
                <a:cs typeface="Gothic Uralic"/>
              </a:rPr>
              <a:t>Intelligence</a:t>
            </a:r>
            <a:endParaRPr sz="1600">
              <a:latin typeface="Gothic Uralic"/>
              <a:cs typeface="Gothic Uralic"/>
            </a:endParaRPr>
          </a:p>
        </p:txBody>
      </p:sp>
      <p:sp>
        <p:nvSpPr>
          <p:cNvPr id="69" name="object 69"/>
          <p:cNvSpPr txBox="1"/>
          <p:nvPr/>
        </p:nvSpPr>
        <p:spPr>
          <a:xfrm>
            <a:off x="5200015" y="5685535"/>
            <a:ext cx="1798320" cy="269240"/>
          </a:xfrm>
          <a:prstGeom prst="rect">
            <a:avLst/>
          </a:prstGeom>
        </p:spPr>
        <p:txBody>
          <a:bodyPr vert="horz" wrap="square" lIns="0" tIns="12065" rIns="0" bIns="0" rtlCol="0">
            <a:spAutoFit/>
          </a:bodyPr>
          <a:lstStyle/>
          <a:p>
            <a:pPr marL="12700">
              <a:lnSpc>
                <a:spcPct val="100000"/>
              </a:lnSpc>
              <a:spcBef>
                <a:spcPts val="95"/>
              </a:spcBef>
            </a:pPr>
            <a:r>
              <a:rPr sz="1600" b="1" spc="-10" dirty="0">
                <a:solidFill>
                  <a:srgbClr val="FF8E01"/>
                </a:solidFill>
                <a:latin typeface="Gothic Uralic"/>
                <a:cs typeface="Gothic Uralic"/>
              </a:rPr>
              <a:t>Machine</a:t>
            </a:r>
            <a:r>
              <a:rPr sz="1600" b="1" spc="-30" dirty="0">
                <a:solidFill>
                  <a:srgbClr val="FF8E01"/>
                </a:solidFill>
                <a:latin typeface="Gothic Uralic"/>
                <a:cs typeface="Gothic Uralic"/>
              </a:rPr>
              <a:t> </a:t>
            </a:r>
            <a:r>
              <a:rPr sz="1600" b="1" spc="-5" dirty="0">
                <a:solidFill>
                  <a:srgbClr val="FF8E01"/>
                </a:solidFill>
                <a:latin typeface="Gothic Uralic"/>
                <a:cs typeface="Gothic Uralic"/>
              </a:rPr>
              <a:t>Learning</a:t>
            </a:r>
            <a:endParaRPr sz="1600">
              <a:latin typeface="Gothic Uralic"/>
              <a:cs typeface="Gothic Uralic"/>
            </a:endParaRPr>
          </a:p>
        </p:txBody>
      </p:sp>
      <p:sp>
        <p:nvSpPr>
          <p:cNvPr id="70" name="object 70"/>
          <p:cNvSpPr txBox="1"/>
          <p:nvPr/>
        </p:nvSpPr>
        <p:spPr>
          <a:xfrm>
            <a:off x="9318117" y="5685535"/>
            <a:ext cx="1466215" cy="269240"/>
          </a:xfrm>
          <a:prstGeom prst="rect">
            <a:avLst/>
          </a:prstGeom>
        </p:spPr>
        <p:txBody>
          <a:bodyPr vert="horz" wrap="square" lIns="0" tIns="12065" rIns="0" bIns="0" rtlCol="0">
            <a:spAutoFit/>
          </a:bodyPr>
          <a:lstStyle/>
          <a:p>
            <a:pPr marL="12700">
              <a:lnSpc>
                <a:spcPct val="100000"/>
              </a:lnSpc>
              <a:spcBef>
                <a:spcPts val="95"/>
              </a:spcBef>
            </a:pPr>
            <a:r>
              <a:rPr sz="1600" b="1" spc="-10" dirty="0">
                <a:solidFill>
                  <a:srgbClr val="4264DE"/>
                </a:solidFill>
                <a:latin typeface="Gothic Uralic"/>
                <a:cs typeface="Gothic Uralic"/>
              </a:rPr>
              <a:t>Deep</a:t>
            </a:r>
            <a:r>
              <a:rPr sz="1600" b="1" spc="-40" dirty="0">
                <a:solidFill>
                  <a:srgbClr val="4264DE"/>
                </a:solidFill>
                <a:latin typeface="Gothic Uralic"/>
                <a:cs typeface="Gothic Uralic"/>
              </a:rPr>
              <a:t> </a:t>
            </a:r>
            <a:r>
              <a:rPr sz="1600" b="1" spc="-5" dirty="0">
                <a:solidFill>
                  <a:srgbClr val="4264DE"/>
                </a:solidFill>
                <a:latin typeface="Gothic Uralic"/>
                <a:cs typeface="Gothic Uralic"/>
              </a:rPr>
              <a:t>Learning</a:t>
            </a:r>
            <a:endParaRPr sz="1600">
              <a:latin typeface="Gothic Uralic"/>
              <a:cs typeface="Gothic Uralic"/>
            </a:endParaRPr>
          </a:p>
        </p:txBody>
      </p:sp>
      <p:grpSp>
        <p:nvGrpSpPr>
          <p:cNvPr id="71" name="object 71"/>
          <p:cNvGrpSpPr/>
          <p:nvPr/>
        </p:nvGrpSpPr>
        <p:grpSpPr>
          <a:xfrm>
            <a:off x="8185404" y="2686824"/>
            <a:ext cx="3542665" cy="407670"/>
            <a:chOff x="8185404" y="2686824"/>
            <a:chExt cx="3542665" cy="407670"/>
          </a:xfrm>
        </p:grpSpPr>
        <p:sp>
          <p:nvSpPr>
            <p:cNvPr id="72" name="object 72"/>
            <p:cNvSpPr/>
            <p:nvPr/>
          </p:nvSpPr>
          <p:spPr>
            <a:xfrm>
              <a:off x="8185404" y="2714231"/>
              <a:ext cx="336042" cy="380250"/>
            </a:xfrm>
            <a:prstGeom prst="rect">
              <a:avLst/>
            </a:prstGeom>
            <a:blipFill>
              <a:blip r:embed="rId24" cstate="print"/>
              <a:stretch>
                <a:fillRect/>
              </a:stretch>
            </a:blipFill>
          </p:spPr>
          <p:txBody>
            <a:bodyPr wrap="square" lIns="0" tIns="0" rIns="0" bIns="0" rtlCol="0"/>
            <a:lstStyle/>
            <a:p>
              <a:endParaRPr/>
            </a:p>
          </p:txBody>
        </p:sp>
        <p:sp>
          <p:nvSpPr>
            <p:cNvPr id="73" name="object 73"/>
            <p:cNvSpPr/>
            <p:nvPr/>
          </p:nvSpPr>
          <p:spPr>
            <a:xfrm>
              <a:off x="8362188" y="2686824"/>
              <a:ext cx="3365754" cy="401561"/>
            </a:xfrm>
            <a:prstGeom prst="rect">
              <a:avLst/>
            </a:prstGeom>
            <a:blipFill>
              <a:blip r:embed="rId25" cstate="print"/>
              <a:stretch>
                <a:fillRect/>
              </a:stretch>
            </a:blipFill>
          </p:spPr>
          <p:txBody>
            <a:bodyPr wrap="square" lIns="0" tIns="0" rIns="0" bIns="0" rtlCol="0"/>
            <a:lstStyle/>
            <a:p>
              <a:endParaRPr/>
            </a:p>
          </p:txBody>
        </p:sp>
      </p:grpSp>
      <p:sp>
        <p:nvSpPr>
          <p:cNvPr id="74" name="object 74"/>
          <p:cNvSpPr txBox="1"/>
          <p:nvPr/>
        </p:nvSpPr>
        <p:spPr>
          <a:xfrm>
            <a:off x="8281543" y="2727401"/>
            <a:ext cx="3332479" cy="240029"/>
          </a:xfrm>
          <a:prstGeom prst="rect">
            <a:avLst/>
          </a:prstGeom>
        </p:spPr>
        <p:txBody>
          <a:bodyPr vert="horz" wrap="square" lIns="0" tIns="13335" rIns="0" bIns="0" rtlCol="0">
            <a:spAutoFit/>
          </a:bodyPr>
          <a:lstStyle/>
          <a:p>
            <a:pPr marL="12700">
              <a:lnSpc>
                <a:spcPct val="100000"/>
              </a:lnSpc>
              <a:spcBef>
                <a:spcPts val="105"/>
              </a:spcBef>
            </a:pPr>
            <a:r>
              <a:rPr sz="1400" dirty="0">
                <a:solidFill>
                  <a:srgbClr val="FFFFFF"/>
                </a:solidFill>
                <a:latin typeface="Courier New"/>
                <a:cs typeface="Courier New"/>
              </a:rPr>
              <a:t>o</a:t>
            </a:r>
            <a:r>
              <a:rPr sz="1400" spc="-440" dirty="0">
                <a:solidFill>
                  <a:srgbClr val="FFFFFF"/>
                </a:solidFill>
                <a:latin typeface="Courier New"/>
                <a:cs typeface="Courier New"/>
              </a:rPr>
              <a:t> </a:t>
            </a:r>
            <a:r>
              <a:rPr sz="1400" dirty="0">
                <a:solidFill>
                  <a:srgbClr val="FFFFFF"/>
                </a:solidFill>
                <a:latin typeface="Arial"/>
                <a:cs typeface="Arial"/>
              </a:rPr>
              <a:t>Deep Learning originated around 1970s</a:t>
            </a:r>
            <a:endParaRPr sz="1400">
              <a:latin typeface="Arial"/>
              <a:cs typeface="Arial"/>
            </a:endParaRPr>
          </a:p>
        </p:txBody>
      </p:sp>
      <p:grpSp>
        <p:nvGrpSpPr>
          <p:cNvPr id="75" name="object 75"/>
          <p:cNvGrpSpPr/>
          <p:nvPr/>
        </p:nvGrpSpPr>
        <p:grpSpPr>
          <a:xfrm>
            <a:off x="8185404" y="3128784"/>
            <a:ext cx="3739515" cy="828675"/>
            <a:chOff x="8185404" y="3128784"/>
            <a:chExt cx="3739515" cy="828675"/>
          </a:xfrm>
        </p:grpSpPr>
        <p:sp>
          <p:nvSpPr>
            <p:cNvPr id="76" name="object 76"/>
            <p:cNvSpPr/>
            <p:nvPr/>
          </p:nvSpPr>
          <p:spPr>
            <a:xfrm>
              <a:off x="8185404" y="3156191"/>
              <a:ext cx="336042" cy="380250"/>
            </a:xfrm>
            <a:prstGeom prst="rect">
              <a:avLst/>
            </a:prstGeom>
            <a:blipFill>
              <a:blip r:embed="rId24" cstate="print"/>
              <a:stretch>
                <a:fillRect/>
              </a:stretch>
            </a:blipFill>
          </p:spPr>
          <p:txBody>
            <a:bodyPr wrap="square" lIns="0" tIns="0" rIns="0" bIns="0" rtlCol="0"/>
            <a:lstStyle/>
            <a:p>
              <a:endParaRPr/>
            </a:p>
          </p:txBody>
        </p:sp>
        <p:sp>
          <p:nvSpPr>
            <p:cNvPr id="77" name="object 77"/>
            <p:cNvSpPr/>
            <p:nvPr/>
          </p:nvSpPr>
          <p:spPr>
            <a:xfrm>
              <a:off x="8362188" y="3128784"/>
              <a:ext cx="3265170" cy="401561"/>
            </a:xfrm>
            <a:prstGeom prst="rect">
              <a:avLst/>
            </a:prstGeom>
            <a:blipFill>
              <a:blip r:embed="rId26" cstate="print"/>
              <a:stretch>
                <a:fillRect/>
              </a:stretch>
            </a:blipFill>
          </p:spPr>
          <p:txBody>
            <a:bodyPr wrap="square" lIns="0" tIns="0" rIns="0" bIns="0" rtlCol="0"/>
            <a:lstStyle/>
            <a:p>
              <a:endParaRPr/>
            </a:p>
          </p:txBody>
        </p:sp>
        <p:sp>
          <p:nvSpPr>
            <p:cNvPr id="78" name="object 78"/>
            <p:cNvSpPr/>
            <p:nvPr/>
          </p:nvSpPr>
          <p:spPr>
            <a:xfrm>
              <a:off x="8362188" y="3342144"/>
              <a:ext cx="3562350" cy="401561"/>
            </a:xfrm>
            <a:prstGeom prst="rect">
              <a:avLst/>
            </a:prstGeom>
            <a:blipFill>
              <a:blip r:embed="rId27" cstate="print"/>
              <a:stretch>
                <a:fillRect/>
              </a:stretch>
            </a:blipFill>
          </p:spPr>
          <p:txBody>
            <a:bodyPr wrap="square" lIns="0" tIns="0" rIns="0" bIns="0" rtlCol="0"/>
            <a:lstStyle/>
            <a:p>
              <a:endParaRPr/>
            </a:p>
          </p:txBody>
        </p:sp>
        <p:sp>
          <p:nvSpPr>
            <p:cNvPr id="79" name="object 79"/>
            <p:cNvSpPr/>
            <p:nvPr/>
          </p:nvSpPr>
          <p:spPr>
            <a:xfrm>
              <a:off x="8362188" y="3555504"/>
              <a:ext cx="974598" cy="401561"/>
            </a:xfrm>
            <a:prstGeom prst="rect">
              <a:avLst/>
            </a:prstGeom>
            <a:blipFill>
              <a:blip r:embed="rId28" cstate="print"/>
              <a:stretch>
                <a:fillRect/>
              </a:stretch>
            </a:blipFill>
          </p:spPr>
          <p:txBody>
            <a:bodyPr wrap="square" lIns="0" tIns="0" rIns="0" bIns="0" rtlCol="0"/>
            <a:lstStyle/>
            <a:p>
              <a:endParaRPr/>
            </a:p>
          </p:txBody>
        </p:sp>
      </p:grpSp>
      <p:sp>
        <p:nvSpPr>
          <p:cNvPr id="80" name="object 80"/>
          <p:cNvSpPr txBox="1"/>
          <p:nvPr/>
        </p:nvSpPr>
        <p:spPr>
          <a:xfrm>
            <a:off x="8281543" y="3170047"/>
            <a:ext cx="3482340" cy="666115"/>
          </a:xfrm>
          <a:prstGeom prst="rect">
            <a:avLst/>
          </a:prstGeom>
        </p:spPr>
        <p:txBody>
          <a:bodyPr vert="horz" wrap="square" lIns="0" tIns="13335" rIns="0" bIns="0" rtlCol="0">
            <a:spAutoFit/>
          </a:bodyPr>
          <a:lstStyle/>
          <a:p>
            <a:pPr marL="194945" marR="5080" indent="-182880">
              <a:lnSpc>
                <a:spcPct val="100000"/>
              </a:lnSpc>
              <a:spcBef>
                <a:spcPts val="105"/>
              </a:spcBef>
            </a:pPr>
            <a:r>
              <a:rPr sz="1400" dirty="0">
                <a:solidFill>
                  <a:srgbClr val="FFFFFF"/>
                </a:solidFill>
                <a:latin typeface="Courier New"/>
                <a:cs typeface="Courier New"/>
              </a:rPr>
              <a:t>o </a:t>
            </a:r>
            <a:r>
              <a:rPr sz="1400" spc="-5" dirty="0">
                <a:solidFill>
                  <a:srgbClr val="FFFFFF"/>
                </a:solidFill>
                <a:latin typeface="Arial"/>
                <a:cs typeface="Arial"/>
              </a:rPr>
              <a:t>Deep </a:t>
            </a:r>
            <a:r>
              <a:rPr sz="1400" dirty="0">
                <a:solidFill>
                  <a:srgbClr val="FFFFFF"/>
                </a:solidFill>
                <a:latin typeface="Arial"/>
                <a:cs typeface="Arial"/>
              </a:rPr>
              <a:t>Learning is the process of using  artificial neural </a:t>
            </a:r>
            <a:r>
              <a:rPr sz="1400" spc="-5" dirty="0">
                <a:solidFill>
                  <a:srgbClr val="FFFFFF"/>
                </a:solidFill>
                <a:latin typeface="Arial"/>
                <a:cs typeface="Arial"/>
              </a:rPr>
              <a:t>networks </a:t>
            </a:r>
            <a:r>
              <a:rPr sz="1400" dirty="0">
                <a:solidFill>
                  <a:srgbClr val="FFFFFF"/>
                </a:solidFill>
                <a:latin typeface="Arial"/>
                <a:cs typeface="Arial"/>
              </a:rPr>
              <a:t>to </a:t>
            </a:r>
            <a:r>
              <a:rPr sz="1400" spc="-5" dirty="0">
                <a:solidFill>
                  <a:srgbClr val="FFFFFF"/>
                </a:solidFill>
                <a:latin typeface="Arial"/>
                <a:cs typeface="Arial"/>
              </a:rPr>
              <a:t>solve</a:t>
            </a:r>
            <a:r>
              <a:rPr sz="1400" spc="-145" dirty="0">
                <a:solidFill>
                  <a:srgbClr val="FFFFFF"/>
                </a:solidFill>
                <a:latin typeface="Arial"/>
                <a:cs typeface="Arial"/>
              </a:rPr>
              <a:t> </a:t>
            </a:r>
            <a:r>
              <a:rPr sz="1400" dirty="0">
                <a:solidFill>
                  <a:srgbClr val="FFFFFF"/>
                </a:solidFill>
                <a:latin typeface="Arial"/>
                <a:cs typeface="Arial"/>
              </a:rPr>
              <a:t>complex  problems</a:t>
            </a:r>
            <a:endParaRPr sz="1400">
              <a:latin typeface="Arial"/>
              <a:cs typeface="Arial"/>
            </a:endParaRPr>
          </a:p>
        </p:txBody>
      </p:sp>
      <p:grpSp>
        <p:nvGrpSpPr>
          <p:cNvPr id="81" name="object 81"/>
          <p:cNvGrpSpPr/>
          <p:nvPr/>
        </p:nvGrpSpPr>
        <p:grpSpPr>
          <a:xfrm>
            <a:off x="8185404" y="3997464"/>
            <a:ext cx="3442335" cy="615315"/>
            <a:chOff x="8185404" y="3997464"/>
            <a:chExt cx="3442335" cy="615315"/>
          </a:xfrm>
        </p:grpSpPr>
        <p:sp>
          <p:nvSpPr>
            <p:cNvPr id="82" name="object 82"/>
            <p:cNvSpPr/>
            <p:nvPr/>
          </p:nvSpPr>
          <p:spPr>
            <a:xfrm>
              <a:off x="8185404" y="4024871"/>
              <a:ext cx="336042" cy="380250"/>
            </a:xfrm>
            <a:prstGeom prst="rect">
              <a:avLst/>
            </a:prstGeom>
            <a:blipFill>
              <a:blip r:embed="rId24" cstate="print"/>
              <a:stretch>
                <a:fillRect/>
              </a:stretch>
            </a:blipFill>
          </p:spPr>
          <p:txBody>
            <a:bodyPr wrap="square" lIns="0" tIns="0" rIns="0" bIns="0" rtlCol="0"/>
            <a:lstStyle/>
            <a:p>
              <a:endParaRPr/>
            </a:p>
          </p:txBody>
        </p:sp>
        <p:sp>
          <p:nvSpPr>
            <p:cNvPr id="83" name="object 83"/>
            <p:cNvSpPr/>
            <p:nvPr/>
          </p:nvSpPr>
          <p:spPr>
            <a:xfrm>
              <a:off x="8362188" y="3997464"/>
              <a:ext cx="3265170" cy="401561"/>
            </a:xfrm>
            <a:prstGeom prst="rect">
              <a:avLst/>
            </a:prstGeom>
            <a:blipFill>
              <a:blip r:embed="rId29" cstate="print"/>
              <a:stretch>
                <a:fillRect/>
              </a:stretch>
            </a:blipFill>
          </p:spPr>
          <p:txBody>
            <a:bodyPr wrap="square" lIns="0" tIns="0" rIns="0" bIns="0" rtlCol="0"/>
            <a:lstStyle/>
            <a:p>
              <a:endParaRPr/>
            </a:p>
          </p:txBody>
        </p:sp>
        <p:sp>
          <p:nvSpPr>
            <p:cNvPr id="84" name="object 84"/>
            <p:cNvSpPr/>
            <p:nvPr/>
          </p:nvSpPr>
          <p:spPr>
            <a:xfrm>
              <a:off x="8362188" y="4210824"/>
              <a:ext cx="340614" cy="401561"/>
            </a:xfrm>
            <a:prstGeom prst="rect">
              <a:avLst/>
            </a:prstGeom>
            <a:blipFill>
              <a:blip r:embed="rId30" cstate="print"/>
              <a:stretch>
                <a:fillRect/>
              </a:stretch>
            </a:blipFill>
          </p:spPr>
          <p:txBody>
            <a:bodyPr wrap="square" lIns="0" tIns="0" rIns="0" bIns="0" rtlCol="0"/>
            <a:lstStyle/>
            <a:p>
              <a:endParaRPr/>
            </a:p>
          </p:txBody>
        </p:sp>
        <p:sp>
          <p:nvSpPr>
            <p:cNvPr id="85" name="object 85"/>
            <p:cNvSpPr/>
            <p:nvPr/>
          </p:nvSpPr>
          <p:spPr>
            <a:xfrm>
              <a:off x="8461248" y="4210824"/>
              <a:ext cx="2366009" cy="401561"/>
            </a:xfrm>
            <a:prstGeom prst="rect">
              <a:avLst/>
            </a:prstGeom>
            <a:blipFill>
              <a:blip r:embed="rId31" cstate="print"/>
              <a:stretch>
                <a:fillRect/>
              </a:stretch>
            </a:blipFill>
          </p:spPr>
          <p:txBody>
            <a:bodyPr wrap="square" lIns="0" tIns="0" rIns="0" bIns="0" rtlCol="0"/>
            <a:lstStyle/>
            <a:p>
              <a:endParaRPr/>
            </a:p>
          </p:txBody>
        </p:sp>
      </p:grpSp>
      <p:sp>
        <p:nvSpPr>
          <p:cNvPr id="86" name="object 86"/>
          <p:cNvSpPr txBox="1"/>
          <p:nvPr/>
        </p:nvSpPr>
        <p:spPr>
          <a:xfrm>
            <a:off x="8281543" y="4038980"/>
            <a:ext cx="3187065" cy="452755"/>
          </a:xfrm>
          <a:prstGeom prst="rect">
            <a:avLst/>
          </a:prstGeom>
        </p:spPr>
        <p:txBody>
          <a:bodyPr vert="horz" wrap="square" lIns="0" tIns="12700" rIns="0" bIns="0" rtlCol="0">
            <a:spAutoFit/>
          </a:bodyPr>
          <a:lstStyle/>
          <a:p>
            <a:pPr marL="194945" marR="5080" indent="-182880">
              <a:lnSpc>
                <a:spcPct val="100000"/>
              </a:lnSpc>
              <a:spcBef>
                <a:spcPts val="100"/>
              </a:spcBef>
            </a:pPr>
            <a:r>
              <a:rPr sz="1400" dirty="0">
                <a:solidFill>
                  <a:srgbClr val="FFFFFF"/>
                </a:solidFill>
                <a:latin typeface="Courier New"/>
                <a:cs typeface="Courier New"/>
              </a:rPr>
              <a:t>o</a:t>
            </a:r>
            <a:r>
              <a:rPr sz="1400" spc="-409" dirty="0">
                <a:solidFill>
                  <a:srgbClr val="FFFFFF"/>
                </a:solidFill>
                <a:latin typeface="Courier New"/>
                <a:cs typeface="Courier New"/>
              </a:rPr>
              <a:t> </a:t>
            </a:r>
            <a:r>
              <a:rPr sz="1400" spc="-5" dirty="0">
                <a:solidFill>
                  <a:srgbClr val="FFFFFF"/>
                </a:solidFill>
                <a:latin typeface="Arial"/>
                <a:cs typeface="Arial"/>
              </a:rPr>
              <a:t>Deep </a:t>
            </a:r>
            <a:r>
              <a:rPr sz="1400" dirty="0">
                <a:solidFill>
                  <a:srgbClr val="FFFFFF"/>
                </a:solidFill>
                <a:latin typeface="Arial"/>
                <a:cs typeface="Arial"/>
              </a:rPr>
              <a:t>Learning is a subset of Machine  Learning, AI &amp; </a:t>
            </a:r>
            <a:r>
              <a:rPr sz="1400" spc="-5" dirty="0">
                <a:solidFill>
                  <a:srgbClr val="FFFFFF"/>
                </a:solidFill>
                <a:latin typeface="Arial"/>
                <a:cs typeface="Arial"/>
              </a:rPr>
              <a:t>Data</a:t>
            </a:r>
            <a:r>
              <a:rPr sz="1400" spc="-160" dirty="0">
                <a:solidFill>
                  <a:srgbClr val="FFFFFF"/>
                </a:solidFill>
                <a:latin typeface="Arial"/>
                <a:cs typeface="Arial"/>
              </a:rPr>
              <a:t> </a:t>
            </a:r>
            <a:r>
              <a:rPr sz="1400" dirty="0">
                <a:solidFill>
                  <a:srgbClr val="FFFFFF"/>
                </a:solidFill>
                <a:latin typeface="Arial"/>
                <a:cs typeface="Arial"/>
              </a:rPr>
              <a:t>Science</a:t>
            </a:r>
            <a:endParaRPr sz="1400">
              <a:latin typeface="Arial"/>
              <a:cs typeface="Arial"/>
            </a:endParaRPr>
          </a:p>
        </p:txBody>
      </p:sp>
      <p:grpSp>
        <p:nvGrpSpPr>
          <p:cNvPr id="87" name="object 87"/>
          <p:cNvGrpSpPr/>
          <p:nvPr/>
        </p:nvGrpSpPr>
        <p:grpSpPr>
          <a:xfrm>
            <a:off x="8185404" y="4652784"/>
            <a:ext cx="3216910" cy="828675"/>
            <a:chOff x="8185404" y="4652784"/>
            <a:chExt cx="3216910" cy="828675"/>
          </a:xfrm>
        </p:grpSpPr>
        <p:sp>
          <p:nvSpPr>
            <p:cNvPr id="88" name="object 88"/>
            <p:cNvSpPr/>
            <p:nvPr/>
          </p:nvSpPr>
          <p:spPr>
            <a:xfrm>
              <a:off x="8185404" y="4680191"/>
              <a:ext cx="336042" cy="380250"/>
            </a:xfrm>
            <a:prstGeom prst="rect">
              <a:avLst/>
            </a:prstGeom>
            <a:blipFill>
              <a:blip r:embed="rId24" cstate="print"/>
              <a:stretch>
                <a:fillRect/>
              </a:stretch>
            </a:blipFill>
          </p:spPr>
          <p:txBody>
            <a:bodyPr wrap="square" lIns="0" tIns="0" rIns="0" bIns="0" rtlCol="0"/>
            <a:lstStyle/>
            <a:p>
              <a:endParaRPr/>
            </a:p>
          </p:txBody>
        </p:sp>
        <p:sp>
          <p:nvSpPr>
            <p:cNvPr id="89" name="object 89"/>
            <p:cNvSpPr/>
            <p:nvPr/>
          </p:nvSpPr>
          <p:spPr>
            <a:xfrm>
              <a:off x="8362188" y="4652784"/>
              <a:ext cx="3039618" cy="401561"/>
            </a:xfrm>
            <a:prstGeom prst="rect">
              <a:avLst/>
            </a:prstGeom>
            <a:blipFill>
              <a:blip r:embed="rId32" cstate="print"/>
              <a:stretch>
                <a:fillRect/>
              </a:stretch>
            </a:blipFill>
          </p:spPr>
          <p:txBody>
            <a:bodyPr wrap="square" lIns="0" tIns="0" rIns="0" bIns="0" rtlCol="0"/>
            <a:lstStyle/>
            <a:p>
              <a:endParaRPr/>
            </a:p>
          </p:txBody>
        </p:sp>
        <p:sp>
          <p:nvSpPr>
            <p:cNvPr id="90" name="object 90"/>
            <p:cNvSpPr/>
            <p:nvPr/>
          </p:nvSpPr>
          <p:spPr>
            <a:xfrm>
              <a:off x="8362188" y="4866144"/>
              <a:ext cx="3028950" cy="401561"/>
            </a:xfrm>
            <a:prstGeom prst="rect">
              <a:avLst/>
            </a:prstGeom>
            <a:blipFill>
              <a:blip r:embed="rId33" cstate="print"/>
              <a:stretch>
                <a:fillRect/>
              </a:stretch>
            </a:blipFill>
          </p:spPr>
          <p:txBody>
            <a:bodyPr wrap="square" lIns="0" tIns="0" rIns="0" bIns="0" rtlCol="0"/>
            <a:lstStyle/>
            <a:p>
              <a:endParaRPr/>
            </a:p>
          </p:txBody>
        </p:sp>
        <p:sp>
          <p:nvSpPr>
            <p:cNvPr id="91" name="object 91"/>
            <p:cNvSpPr/>
            <p:nvPr/>
          </p:nvSpPr>
          <p:spPr>
            <a:xfrm>
              <a:off x="8362188" y="5079504"/>
              <a:ext cx="1565909" cy="401561"/>
            </a:xfrm>
            <a:prstGeom prst="rect">
              <a:avLst/>
            </a:prstGeom>
            <a:blipFill>
              <a:blip r:embed="rId34" cstate="print"/>
              <a:stretch>
                <a:fillRect/>
              </a:stretch>
            </a:blipFill>
          </p:spPr>
          <p:txBody>
            <a:bodyPr wrap="square" lIns="0" tIns="0" rIns="0" bIns="0" rtlCol="0"/>
            <a:lstStyle/>
            <a:p>
              <a:endParaRPr/>
            </a:p>
          </p:txBody>
        </p:sp>
      </p:grpSp>
      <p:sp>
        <p:nvSpPr>
          <p:cNvPr id="92" name="object 92"/>
          <p:cNvSpPr txBox="1"/>
          <p:nvPr/>
        </p:nvSpPr>
        <p:spPr>
          <a:xfrm>
            <a:off x="8281543" y="4694301"/>
            <a:ext cx="2959100" cy="666750"/>
          </a:xfrm>
          <a:prstGeom prst="rect">
            <a:avLst/>
          </a:prstGeom>
        </p:spPr>
        <p:txBody>
          <a:bodyPr vert="horz" wrap="square" lIns="0" tIns="12700" rIns="0" bIns="0" rtlCol="0">
            <a:spAutoFit/>
          </a:bodyPr>
          <a:lstStyle/>
          <a:p>
            <a:pPr marL="194945" marR="5080" indent="-182880" algn="just">
              <a:lnSpc>
                <a:spcPct val="100000"/>
              </a:lnSpc>
              <a:spcBef>
                <a:spcPts val="100"/>
              </a:spcBef>
            </a:pPr>
            <a:r>
              <a:rPr sz="1400" dirty="0">
                <a:solidFill>
                  <a:srgbClr val="FFFFFF"/>
                </a:solidFill>
                <a:latin typeface="Courier New"/>
                <a:cs typeface="Courier New"/>
              </a:rPr>
              <a:t>o</a:t>
            </a:r>
            <a:r>
              <a:rPr sz="1400" spc="-385" dirty="0">
                <a:solidFill>
                  <a:srgbClr val="FFFFFF"/>
                </a:solidFill>
                <a:latin typeface="Courier New"/>
                <a:cs typeface="Courier New"/>
              </a:rPr>
              <a:t> </a:t>
            </a:r>
            <a:r>
              <a:rPr sz="1400" dirty="0">
                <a:solidFill>
                  <a:srgbClr val="FFFFFF"/>
                </a:solidFill>
                <a:latin typeface="Arial"/>
                <a:cs typeface="Arial"/>
              </a:rPr>
              <a:t>Aim is to build neural </a:t>
            </a:r>
            <a:r>
              <a:rPr sz="1400" spc="-5" dirty="0">
                <a:solidFill>
                  <a:srgbClr val="FFFFFF"/>
                </a:solidFill>
                <a:latin typeface="Arial"/>
                <a:cs typeface="Arial"/>
              </a:rPr>
              <a:t>networks </a:t>
            </a:r>
            <a:r>
              <a:rPr sz="1400" dirty="0">
                <a:solidFill>
                  <a:srgbClr val="FFFFFF"/>
                </a:solidFill>
                <a:latin typeface="Arial"/>
                <a:cs typeface="Arial"/>
              </a:rPr>
              <a:t>that  au6tonetically </a:t>
            </a:r>
            <a:r>
              <a:rPr sz="1400" spc="-5" dirty="0">
                <a:solidFill>
                  <a:srgbClr val="FFFFFF"/>
                </a:solidFill>
                <a:latin typeface="Arial"/>
                <a:cs typeface="Arial"/>
              </a:rPr>
              <a:t>discover </a:t>
            </a:r>
            <a:r>
              <a:rPr sz="1400" dirty="0">
                <a:solidFill>
                  <a:srgbClr val="FFFFFF"/>
                </a:solidFill>
                <a:latin typeface="Arial"/>
                <a:cs typeface="Arial"/>
              </a:rPr>
              <a:t>patterns</a:t>
            </a:r>
            <a:r>
              <a:rPr sz="1400" spc="-150" dirty="0">
                <a:solidFill>
                  <a:srgbClr val="FFFFFF"/>
                </a:solidFill>
                <a:latin typeface="Arial"/>
                <a:cs typeface="Arial"/>
              </a:rPr>
              <a:t> </a:t>
            </a:r>
            <a:r>
              <a:rPr sz="1400" dirty="0">
                <a:solidFill>
                  <a:srgbClr val="FFFFFF"/>
                </a:solidFill>
                <a:latin typeface="Arial"/>
                <a:cs typeface="Arial"/>
              </a:rPr>
              <a:t>for  feature</a:t>
            </a:r>
            <a:r>
              <a:rPr sz="1400" spc="-50" dirty="0">
                <a:solidFill>
                  <a:srgbClr val="FFFFFF"/>
                </a:solidFill>
                <a:latin typeface="Arial"/>
                <a:cs typeface="Arial"/>
              </a:rPr>
              <a:t> </a:t>
            </a:r>
            <a:r>
              <a:rPr sz="1400" dirty="0">
                <a:solidFill>
                  <a:srgbClr val="FFFFFF"/>
                </a:solidFill>
                <a:latin typeface="Arial"/>
                <a:cs typeface="Arial"/>
              </a:rPr>
              <a:t>detection</a:t>
            </a:r>
            <a:endParaRPr sz="1400">
              <a:latin typeface="Arial"/>
              <a:cs typeface="Arial"/>
            </a:endParaRPr>
          </a:p>
        </p:txBody>
      </p:sp>
      <p:grpSp>
        <p:nvGrpSpPr>
          <p:cNvPr id="93" name="object 93"/>
          <p:cNvGrpSpPr/>
          <p:nvPr/>
        </p:nvGrpSpPr>
        <p:grpSpPr>
          <a:xfrm>
            <a:off x="1769491" y="1391411"/>
            <a:ext cx="754380" cy="768350"/>
            <a:chOff x="1769491" y="1391411"/>
            <a:chExt cx="754380" cy="768350"/>
          </a:xfrm>
        </p:grpSpPr>
        <p:sp>
          <p:nvSpPr>
            <p:cNvPr id="94" name="object 94"/>
            <p:cNvSpPr/>
            <p:nvPr/>
          </p:nvSpPr>
          <p:spPr>
            <a:xfrm>
              <a:off x="1933956" y="1459991"/>
              <a:ext cx="337185" cy="699770"/>
            </a:xfrm>
            <a:custGeom>
              <a:avLst/>
              <a:gdLst/>
              <a:ahLst/>
              <a:cxnLst/>
              <a:rect l="l" t="t" r="r" b="b"/>
              <a:pathLst>
                <a:path w="337185" h="699769">
                  <a:moveTo>
                    <a:pt x="185928" y="397764"/>
                  </a:moveTo>
                  <a:lnTo>
                    <a:pt x="158496" y="397764"/>
                  </a:lnTo>
                  <a:lnTo>
                    <a:pt x="158496" y="452628"/>
                  </a:lnTo>
                  <a:lnTo>
                    <a:pt x="158496" y="480060"/>
                  </a:lnTo>
                  <a:lnTo>
                    <a:pt x="158496" y="507492"/>
                  </a:lnTo>
                  <a:lnTo>
                    <a:pt x="158496" y="534924"/>
                  </a:lnTo>
                  <a:lnTo>
                    <a:pt x="131191" y="534924"/>
                  </a:lnTo>
                  <a:lnTo>
                    <a:pt x="131191" y="507492"/>
                  </a:lnTo>
                  <a:lnTo>
                    <a:pt x="158496" y="507492"/>
                  </a:lnTo>
                  <a:lnTo>
                    <a:pt x="158496" y="480060"/>
                  </a:lnTo>
                  <a:lnTo>
                    <a:pt x="131191" y="480060"/>
                  </a:lnTo>
                  <a:lnTo>
                    <a:pt x="131191" y="452628"/>
                  </a:lnTo>
                  <a:lnTo>
                    <a:pt x="158496" y="452628"/>
                  </a:lnTo>
                  <a:lnTo>
                    <a:pt x="158496" y="397764"/>
                  </a:lnTo>
                  <a:lnTo>
                    <a:pt x="103759" y="397764"/>
                  </a:lnTo>
                  <a:lnTo>
                    <a:pt x="103759" y="593471"/>
                  </a:lnTo>
                  <a:lnTo>
                    <a:pt x="102362" y="596900"/>
                  </a:lnTo>
                  <a:lnTo>
                    <a:pt x="0" y="699516"/>
                  </a:lnTo>
                  <a:lnTo>
                    <a:pt x="97663" y="699516"/>
                  </a:lnTo>
                  <a:lnTo>
                    <a:pt x="131191" y="661162"/>
                  </a:lnTo>
                  <a:lnTo>
                    <a:pt x="131191" y="562356"/>
                  </a:lnTo>
                  <a:lnTo>
                    <a:pt x="158496" y="562356"/>
                  </a:lnTo>
                  <a:lnTo>
                    <a:pt x="158496" y="629666"/>
                  </a:lnTo>
                  <a:lnTo>
                    <a:pt x="185928" y="598297"/>
                  </a:lnTo>
                  <a:lnTo>
                    <a:pt x="185928" y="562356"/>
                  </a:lnTo>
                  <a:lnTo>
                    <a:pt x="185928" y="534924"/>
                  </a:lnTo>
                  <a:lnTo>
                    <a:pt x="185928" y="507492"/>
                  </a:lnTo>
                  <a:lnTo>
                    <a:pt x="185928" y="480060"/>
                  </a:lnTo>
                  <a:lnTo>
                    <a:pt x="185928" y="452628"/>
                  </a:lnTo>
                  <a:lnTo>
                    <a:pt x="185928" y="397764"/>
                  </a:lnTo>
                  <a:close/>
                </a:path>
                <a:path w="337185" h="699769">
                  <a:moveTo>
                    <a:pt x="277368" y="82296"/>
                  </a:moveTo>
                  <a:lnTo>
                    <a:pt x="273062" y="74803"/>
                  </a:lnTo>
                  <a:lnTo>
                    <a:pt x="261620" y="54864"/>
                  </a:lnTo>
                  <a:lnTo>
                    <a:pt x="208534" y="74803"/>
                  </a:lnTo>
                  <a:lnTo>
                    <a:pt x="205613" y="74345"/>
                  </a:lnTo>
                  <a:lnTo>
                    <a:pt x="205613" y="137160"/>
                  </a:lnTo>
                  <a:lnTo>
                    <a:pt x="201307" y="158546"/>
                  </a:lnTo>
                  <a:lnTo>
                    <a:pt x="189572" y="175983"/>
                  </a:lnTo>
                  <a:lnTo>
                    <a:pt x="172173" y="187731"/>
                  </a:lnTo>
                  <a:lnTo>
                    <a:pt x="150876" y="192024"/>
                  </a:lnTo>
                  <a:lnTo>
                    <a:pt x="129565" y="187731"/>
                  </a:lnTo>
                  <a:lnTo>
                    <a:pt x="112166" y="175983"/>
                  </a:lnTo>
                  <a:lnTo>
                    <a:pt x="100431" y="158546"/>
                  </a:lnTo>
                  <a:lnTo>
                    <a:pt x="96139" y="137160"/>
                  </a:lnTo>
                  <a:lnTo>
                    <a:pt x="100431" y="115785"/>
                  </a:lnTo>
                  <a:lnTo>
                    <a:pt x="112166" y="98348"/>
                  </a:lnTo>
                  <a:lnTo>
                    <a:pt x="129565" y="86601"/>
                  </a:lnTo>
                  <a:lnTo>
                    <a:pt x="150876" y="82296"/>
                  </a:lnTo>
                  <a:lnTo>
                    <a:pt x="172173" y="86601"/>
                  </a:lnTo>
                  <a:lnTo>
                    <a:pt x="189572" y="98348"/>
                  </a:lnTo>
                  <a:lnTo>
                    <a:pt x="201307" y="115785"/>
                  </a:lnTo>
                  <a:lnTo>
                    <a:pt x="205613" y="137160"/>
                  </a:lnTo>
                  <a:lnTo>
                    <a:pt x="205613" y="74345"/>
                  </a:lnTo>
                  <a:lnTo>
                    <a:pt x="203708" y="74041"/>
                  </a:lnTo>
                  <a:lnTo>
                    <a:pt x="200025" y="71247"/>
                  </a:lnTo>
                  <a:lnTo>
                    <a:pt x="194818" y="67437"/>
                  </a:lnTo>
                  <a:lnTo>
                    <a:pt x="189230" y="64135"/>
                  </a:lnTo>
                  <a:lnTo>
                    <a:pt x="183261" y="61468"/>
                  </a:lnTo>
                  <a:lnTo>
                    <a:pt x="179070" y="59690"/>
                  </a:lnTo>
                  <a:lnTo>
                    <a:pt x="175895" y="55753"/>
                  </a:lnTo>
                  <a:lnTo>
                    <a:pt x="166624" y="0"/>
                  </a:lnTo>
                  <a:lnTo>
                    <a:pt x="135128" y="0"/>
                  </a:lnTo>
                  <a:lnTo>
                    <a:pt x="125857" y="55753"/>
                  </a:lnTo>
                  <a:lnTo>
                    <a:pt x="122809" y="59690"/>
                  </a:lnTo>
                  <a:lnTo>
                    <a:pt x="118491" y="61595"/>
                  </a:lnTo>
                  <a:lnTo>
                    <a:pt x="112522" y="64135"/>
                  </a:lnTo>
                  <a:lnTo>
                    <a:pt x="106934" y="67437"/>
                  </a:lnTo>
                  <a:lnTo>
                    <a:pt x="101854" y="71247"/>
                  </a:lnTo>
                  <a:lnTo>
                    <a:pt x="98044" y="74041"/>
                  </a:lnTo>
                  <a:lnTo>
                    <a:pt x="93218" y="74803"/>
                  </a:lnTo>
                  <a:lnTo>
                    <a:pt x="40132" y="54864"/>
                  </a:lnTo>
                  <a:lnTo>
                    <a:pt x="24384" y="82296"/>
                  </a:lnTo>
                  <a:lnTo>
                    <a:pt x="64389" y="115316"/>
                  </a:lnTo>
                  <a:lnTo>
                    <a:pt x="68072" y="118237"/>
                  </a:lnTo>
                  <a:lnTo>
                    <a:pt x="69850" y="122936"/>
                  </a:lnTo>
                  <a:lnTo>
                    <a:pt x="69342" y="127508"/>
                  </a:lnTo>
                  <a:lnTo>
                    <a:pt x="68465" y="133858"/>
                  </a:lnTo>
                  <a:lnTo>
                    <a:pt x="68453" y="140462"/>
                  </a:lnTo>
                  <a:lnTo>
                    <a:pt x="69342" y="146812"/>
                  </a:lnTo>
                  <a:lnTo>
                    <a:pt x="69342" y="150495"/>
                  </a:lnTo>
                  <a:lnTo>
                    <a:pt x="68961" y="152019"/>
                  </a:lnTo>
                  <a:lnTo>
                    <a:pt x="68453" y="153543"/>
                  </a:lnTo>
                  <a:lnTo>
                    <a:pt x="68326" y="153670"/>
                  </a:lnTo>
                  <a:lnTo>
                    <a:pt x="67691" y="155067"/>
                  </a:lnTo>
                  <a:lnTo>
                    <a:pt x="66929" y="156337"/>
                  </a:lnTo>
                  <a:lnTo>
                    <a:pt x="65913" y="157480"/>
                  </a:lnTo>
                  <a:lnTo>
                    <a:pt x="64389" y="159004"/>
                  </a:lnTo>
                  <a:lnTo>
                    <a:pt x="24384" y="192024"/>
                  </a:lnTo>
                  <a:lnTo>
                    <a:pt x="40132" y="219456"/>
                  </a:lnTo>
                  <a:lnTo>
                    <a:pt x="93218" y="199517"/>
                  </a:lnTo>
                  <a:lnTo>
                    <a:pt x="98044" y="200279"/>
                  </a:lnTo>
                  <a:lnTo>
                    <a:pt x="101854" y="203073"/>
                  </a:lnTo>
                  <a:lnTo>
                    <a:pt x="106934" y="206883"/>
                  </a:lnTo>
                  <a:lnTo>
                    <a:pt x="112522" y="210185"/>
                  </a:lnTo>
                  <a:lnTo>
                    <a:pt x="118491" y="212852"/>
                  </a:lnTo>
                  <a:lnTo>
                    <a:pt x="122809" y="214630"/>
                  </a:lnTo>
                  <a:lnTo>
                    <a:pt x="125857" y="218567"/>
                  </a:lnTo>
                  <a:lnTo>
                    <a:pt x="135128" y="274320"/>
                  </a:lnTo>
                  <a:lnTo>
                    <a:pt x="166624" y="274320"/>
                  </a:lnTo>
                  <a:lnTo>
                    <a:pt x="175895" y="218567"/>
                  </a:lnTo>
                  <a:lnTo>
                    <a:pt x="179070" y="214630"/>
                  </a:lnTo>
                  <a:lnTo>
                    <a:pt x="183261" y="212725"/>
                  </a:lnTo>
                  <a:lnTo>
                    <a:pt x="189230" y="210185"/>
                  </a:lnTo>
                  <a:lnTo>
                    <a:pt x="194818" y="206883"/>
                  </a:lnTo>
                  <a:lnTo>
                    <a:pt x="200025" y="203073"/>
                  </a:lnTo>
                  <a:lnTo>
                    <a:pt x="203708" y="200279"/>
                  </a:lnTo>
                  <a:lnTo>
                    <a:pt x="208534" y="199517"/>
                  </a:lnTo>
                  <a:lnTo>
                    <a:pt x="261620" y="219456"/>
                  </a:lnTo>
                  <a:lnTo>
                    <a:pt x="273062" y="199517"/>
                  </a:lnTo>
                  <a:lnTo>
                    <a:pt x="277368" y="192024"/>
                  </a:lnTo>
                  <a:lnTo>
                    <a:pt x="237363" y="159004"/>
                  </a:lnTo>
                  <a:lnTo>
                    <a:pt x="233680" y="156083"/>
                  </a:lnTo>
                  <a:lnTo>
                    <a:pt x="231902" y="151384"/>
                  </a:lnTo>
                  <a:lnTo>
                    <a:pt x="232410" y="146812"/>
                  </a:lnTo>
                  <a:lnTo>
                    <a:pt x="233273" y="140462"/>
                  </a:lnTo>
                  <a:lnTo>
                    <a:pt x="233299" y="133858"/>
                  </a:lnTo>
                  <a:lnTo>
                    <a:pt x="232410" y="127508"/>
                  </a:lnTo>
                  <a:lnTo>
                    <a:pt x="231902" y="122809"/>
                  </a:lnTo>
                  <a:lnTo>
                    <a:pt x="233680" y="118237"/>
                  </a:lnTo>
                  <a:lnTo>
                    <a:pt x="237363" y="115316"/>
                  </a:lnTo>
                  <a:lnTo>
                    <a:pt x="277368" y="82296"/>
                  </a:lnTo>
                  <a:close/>
                </a:path>
                <a:path w="337185" h="699769">
                  <a:moveTo>
                    <a:pt x="336804" y="150876"/>
                  </a:moveTo>
                  <a:lnTo>
                    <a:pt x="271272" y="150876"/>
                  </a:lnTo>
                  <a:lnTo>
                    <a:pt x="309626" y="182626"/>
                  </a:lnTo>
                  <a:lnTo>
                    <a:pt x="310896" y="189992"/>
                  </a:lnTo>
                  <a:lnTo>
                    <a:pt x="301879" y="205740"/>
                  </a:lnTo>
                  <a:lnTo>
                    <a:pt x="336804" y="205740"/>
                  </a:lnTo>
                  <a:lnTo>
                    <a:pt x="336804" y="150876"/>
                  </a:lnTo>
                  <a:close/>
                </a:path>
                <a:path w="337185" h="699769">
                  <a:moveTo>
                    <a:pt x="336804" y="68580"/>
                  </a:moveTo>
                  <a:lnTo>
                    <a:pt x="301879" y="68580"/>
                  </a:lnTo>
                  <a:lnTo>
                    <a:pt x="310896" y="84455"/>
                  </a:lnTo>
                  <a:lnTo>
                    <a:pt x="309626" y="91694"/>
                  </a:lnTo>
                  <a:lnTo>
                    <a:pt x="271272" y="123444"/>
                  </a:lnTo>
                  <a:lnTo>
                    <a:pt x="336804" y="123444"/>
                  </a:lnTo>
                  <a:lnTo>
                    <a:pt x="336804" y="68580"/>
                  </a:lnTo>
                  <a:close/>
                </a:path>
              </a:pathLst>
            </a:custGeom>
            <a:solidFill>
              <a:srgbClr val="00D9CE"/>
            </a:solidFill>
          </p:spPr>
          <p:txBody>
            <a:bodyPr wrap="square" lIns="0" tIns="0" rIns="0" bIns="0" rtlCol="0"/>
            <a:lstStyle/>
            <a:p>
              <a:endParaRPr/>
            </a:p>
          </p:txBody>
        </p:sp>
        <p:sp>
          <p:nvSpPr>
            <p:cNvPr id="95" name="object 95"/>
            <p:cNvSpPr/>
            <p:nvPr/>
          </p:nvSpPr>
          <p:spPr>
            <a:xfrm>
              <a:off x="2106168" y="1391411"/>
              <a:ext cx="210312" cy="114300"/>
            </a:xfrm>
            <a:prstGeom prst="rect">
              <a:avLst/>
            </a:prstGeom>
            <a:blipFill>
              <a:blip r:embed="rId35" cstate="print"/>
              <a:stretch>
                <a:fillRect/>
              </a:stretch>
            </a:blipFill>
          </p:spPr>
          <p:txBody>
            <a:bodyPr wrap="square" lIns="0" tIns="0" rIns="0" bIns="0" rtlCol="0"/>
            <a:lstStyle/>
            <a:p>
              <a:endParaRPr/>
            </a:p>
          </p:txBody>
        </p:sp>
        <p:sp>
          <p:nvSpPr>
            <p:cNvPr id="96" name="object 96"/>
            <p:cNvSpPr/>
            <p:nvPr/>
          </p:nvSpPr>
          <p:spPr>
            <a:xfrm>
              <a:off x="2057400" y="1423415"/>
              <a:ext cx="466725" cy="544195"/>
            </a:xfrm>
            <a:custGeom>
              <a:avLst/>
              <a:gdLst/>
              <a:ahLst/>
              <a:cxnLst/>
              <a:rect l="l" t="t" r="r" b="b"/>
              <a:pathLst>
                <a:path w="466725" h="544194">
                  <a:moveTo>
                    <a:pt x="54864" y="173736"/>
                  </a:moveTo>
                  <a:lnTo>
                    <a:pt x="52692" y="163080"/>
                  </a:lnTo>
                  <a:lnTo>
                    <a:pt x="46812" y="154355"/>
                  </a:lnTo>
                  <a:lnTo>
                    <a:pt x="38087" y="148475"/>
                  </a:lnTo>
                  <a:lnTo>
                    <a:pt x="27432" y="146304"/>
                  </a:lnTo>
                  <a:lnTo>
                    <a:pt x="16764" y="148475"/>
                  </a:lnTo>
                  <a:lnTo>
                    <a:pt x="8039" y="154355"/>
                  </a:lnTo>
                  <a:lnTo>
                    <a:pt x="2159" y="163080"/>
                  </a:lnTo>
                  <a:lnTo>
                    <a:pt x="0" y="173736"/>
                  </a:lnTo>
                  <a:lnTo>
                    <a:pt x="2159" y="184404"/>
                  </a:lnTo>
                  <a:lnTo>
                    <a:pt x="8039" y="193128"/>
                  </a:lnTo>
                  <a:lnTo>
                    <a:pt x="16764" y="199009"/>
                  </a:lnTo>
                  <a:lnTo>
                    <a:pt x="27432" y="201168"/>
                  </a:lnTo>
                  <a:lnTo>
                    <a:pt x="38087" y="199009"/>
                  </a:lnTo>
                  <a:lnTo>
                    <a:pt x="46812" y="193128"/>
                  </a:lnTo>
                  <a:lnTo>
                    <a:pt x="52692" y="184404"/>
                  </a:lnTo>
                  <a:lnTo>
                    <a:pt x="54864" y="173736"/>
                  </a:lnTo>
                  <a:close/>
                </a:path>
                <a:path w="466725" h="544194">
                  <a:moveTo>
                    <a:pt x="466344" y="379730"/>
                  </a:moveTo>
                  <a:lnTo>
                    <a:pt x="423722" y="283845"/>
                  </a:lnTo>
                  <a:lnTo>
                    <a:pt x="420116" y="275717"/>
                  </a:lnTo>
                  <a:lnTo>
                    <a:pt x="417830" y="270510"/>
                  </a:lnTo>
                  <a:lnTo>
                    <a:pt x="418973" y="264414"/>
                  </a:lnTo>
                  <a:lnTo>
                    <a:pt x="422910" y="260477"/>
                  </a:lnTo>
                  <a:lnTo>
                    <a:pt x="432943" y="248310"/>
                  </a:lnTo>
                  <a:lnTo>
                    <a:pt x="440309" y="234556"/>
                  </a:lnTo>
                  <a:lnTo>
                    <a:pt x="444804" y="219633"/>
                  </a:lnTo>
                  <a:lnTo>
                    <a:pt x="445198" y="215392"/>
                  </a:lnTo>
                  <a:lnTo>
                    <a:pt x="446278" y="203962"/>
                  </a:lnTo>
                  <a:lnTo>
                    <a:pt x="444512" y="187960"/>
                  </a:lnTo>
                  <a:lnTo>
                    <a:pt x="441502" y="160528"/>
                  </a:lnTo>
                  <a:lnTo>
                    <a:pt x="441109" y="156883"/>
                  </a:lnTo>
                  <a:lnTo>
                    <a:pt x="432930" y="133223"/>
                  </a:lnTo>
                  <a:lnTo>
                    <a:pt x="425907" y="112915"/>
                  </a:lnTo>
                  <a:lnTo>
                    <a:pt x="405257" y="79514"/>
                  </a:lnTo>
                  <a:lnTo>
                    <a:pt x="405257" y="221488"/>
                  </a:lnTo>
                  <a:lnTo>
                    <a:pt x="405257" y="277622"/>
                  </a:lnTo>
                  <a:lnTo>
                    <a:pt x="399034" y="283845"/>
                  </a:lnTo>
                  <a:lnTo>
                    <a:pt x="342773" y="283845"/>
                  </a:lnTo>
                  <a:lnTo>
                    <a:pt x="336677" y="277622"/>
                  </a:lnTo>
                  <a:lnTo>
                    <a:pt x="336677" y="262509"/>
                  </a:lnTo>
                  <a:lnTo>
                    <a:pt x="342773" y="256413"/>
                  </a:lnTo>
                  <a:lnTo>
                    <a:pt x="377825" y="256413"/>
                  </a:lnTo>
                  <a:lnTo>
                    <a:pt x="377825" y="242697"/>
                  </a:lnTo>
                  <a:lnTo>
                    <a:pt x="377825" y="221488"/>
                  </a:lnTo>
                  <a:lnTo>
                    <a:pt x="383921" y="215392"/>
                  </a:lnTo>
                  <a:lnTo>
                    <a:pt x="399034" y="215392"/>
                  </a:lnTo>
                  <a:lnTo>
                    <a:pt x="405257" y="221488"/>
                  </a:lnTo>
                  <a:lnTo>
                    <a:pt x="405257" y="79514"/>
                  </a:lnTo>
                  <a:lnTo>
                    <a:pt x="369036" y="40297"/>
                  </a:lnTo>
                  <a:lnTo>
                    <a:pt x="329184" y="14605"/>
                  </a:lnTo>
                  <a:lnTo>
                    <a:pt x="299974" y="0"/>
                  </a:lnTo>
                  <a:lnTo>
                    <a:pt x="295529" y="6223"/>
                  </a:lnTo>
                  <a:lnTo>
                    <a:pt x="295529" y="78359"/>
                  </a:lnTo>
                  <a:lnTo>
                    <a:pt x="295529" y="133223"/>
                  </a:lnTo>
                  <a:lnTo>
                    <a:pt x="295529" y="160528"/>
                  </a:lnTo>
                  <a:lnTo>
                    <a:pt x="295529" y="187960"/>
                  </a:lnTo>
                  <a:lnTo>
                    <a:pt x="295529" y="215392"/>
                  </a:lnTo>
                  <a:lnTo>
                    <a:pt x="295529" y="242697"/>
                  </a:lnTo>
                  <a:lnTo>
                    <a:pt x="268224" y="242697"/>
                  </a:lnTo>
                  <a:lnTo>
                    <a:pt x="268224" y="215392"/>
                  </a:lnTo>
                  <a:lnTo>
                    <a:pt x="295529" y="215392"/>
                  </a:lnTo>
                  <a:lnTo>
                    <a:pt x="295529" y="187960"/>
                  </a:lnTo>
                  <a:lnTo>
                    <a:pt x="268224" y="187960"/>
                  </a:lnTo>
                  <a:lnTo>
                    <a:pt x="268224" y="160528"/>
                  </a:lnTo>
                  <a:lnTo>
                    <a:pt x="295529" y="160528"/>
                  </a:lnTo>
                  <a:lnTo>
                    <a:pt x="295529" y="133223"/>
                  </a:lnTo>
                  <a:lnTo>
                    <a:pt x="268224" y="133223"/>
                  </a:lnTo>
                  <a:lnTo>
                    <a:pt x="268224" y="78359"/>
                  </a:lnTo>
                  <a:lnTo>
                    <a:pt x="295529" y="78359"/>
                  </a:lnTo>
                  <a:lnTo>
                    <a:pt x="295529" y="6223"/>
                  </a:lnTo>
                  <a:lnTo>
                    <a:pt x="240792" y="82804"/>
                  </a:lnTo>
                  <a:lnTo>
                    <a:pt x="240792" y="238125"/>
                  </a:lnTo>
                  <a:lnTo>
                    <a:pt x="279146" y="289306"/>
                  </a:lnTo>
                  <a:lnTo>
                    <a:pt x="280924" y="291719"/>
                  </a:lnTo>
                  <a:lnTo>
                    <a:pt x="281940" y="294513"/>
                  </a:lnTo>
                  <a:lnTo>
                    <a:pt x="281940" y="357886"/>
                  </a:lnTo>
                  <a:lnTo>
                    <a:pt x="278511" y="362966"/>
                  </a:lnTo>
                  <a:lnTo>
                    <a:pt x="213360" y="388874"/>
                  </a:lnTo>
                  <a:lnTo>
                    <a:pt x="213360" y="481584"/>
                  </a:lnTo>
                  <a:lnTo>
                    <a:pt x="226187" y="489585"/>
                  </a:lnTo>
                  <a:lnTo>
                    <a:pt x="232664" y="493522"/>
                  </a:lnTo>
                  <a:lnTo>
                    <a:pt x="232791" y="493522"/>
                  </a:lnTo>
                  <a:lnTo>
                    <a:pt x="254952" y="507403"/>
                  </a:lnTo>
                  <a:lnTo>
                    <a:pt x="277596" y="520471"/>
                  </a:lnTo>
                  <a:lnTo>
                    <a:pt x="300697" y="532688"/>
                  </a:lnTo>
                  <a:lnTo>
                    <a:pt x="324231" y="544068"/>
                  </a:lnTo>
                  <a:lnTo>
                    <a:pt x="391541" y="543941"/>
                  </a:lnTo>
                  <a:lnTo>
                    <a:pt x="391541" y="471932"/>
                  </a:lnTo>
                  <a:lnTo>
                    <a:pt x="392938" y="468376"/>
                  </a:lnTo>
                  <a:lnTo>
                    <a:pt x="400812" y="460502"/>
                  </a:lnTo>
                  <a:lnTo>
                    <a:pt x="384111" y="456755"/>
                  </a:lnTo>
                  <a:lnTo>
                    <a:pt x="368338" y="450367"/>
                  </a:lnTo>
                  <a:lnTo>
                    <a:pt x="353783" y="441528"/>
                  </a:lnTo>
                  <a:lnTo>
                    <a:pt x="340741" y="430403"/>
                  </a:lnTo>
                  <a:lnTo>
                    <a:pt x="335534" y="425069"/>
                  </a:lnTo>
                  <a:lnTo>
                    <a:pt x="335534" y="416560"/>
                  </a:lnTo>
                  <a:lnTo>
                    <a:pt x="346202" y="405892"/>
                  </a:lnTo>
                  <a:lnTo>
                    <a:pt x="354711" y="405892"/>
                  </a:lnTo>
                  <a:lnTo>
                    <a:pt x="360045" y="411099"/>
                  </a:lnTo>
                  <a:lnTo>
                    <a:pt x="372211" y="421081"/>
                  </a:lnTo>
                  <a:lnTo>
                    <a:pt x="385965" y="428409"/>
                  </a:lnTo>
                  <a:lnTo>
                    <a:pt x="400888" y="432930"/>
                  </a:lnTo>
                  <a:lnTo>
                    <a:pt x="416560" y="434467"/>
                  </a:lnTo>
                  <a:lnTo>
                    <a:pt x="418973" y="434467"/>
                  </a:lnTo>
                  <a:lnTo>
                    <a:pt x="418973" y="405892"/>
                  </a:lnTo>
                  <a:lnTo>
                    <a:pt x="418973" y="385826"/>
                  </a:lnTo>
                  <a:lnTo>
                    <a:pt x="425069" y="379730"/>
                  </a:lnTo>
                  <a:lnTo>
                    <a:pt x="466344" y="379730"/>
                  </a:lnTo>
                  <a:close/>
                </a:path>
              </a:pathLst>
            </a:custGeom>
            <a:solidFill>
              <a:srgbClr val="00D9CE"/>
            </a:solidFill>
          </p:spPr>
          <p:txBody>
            <a:bodyPr wrap="square" lIns="0" tIns="0" rIns="0" bIns="0" rtlCol="0"/>
            <a:lstStyle/>
            <a:p>
              <a:endParaRPr/>
            </a:p>
          </p:txBody>
        </p:sp>
        <p:sp>
          <p:nvSpPr>
            <p:cNvPr id="97" name="object 97"/>
            <p:cNvSpPr/>
            <p:nvPr/>
          </p:nvSpPr>
          <p:spPr>
            <a:xfrm>
              <a:off x="2092452" y="1690115"/>
              <a:ext cx="219456" cy="140208"/>
            </a:xfrm>
            <a:prstGeom prst="rect">
              <a:avLst/>
            </a:prstGeom>
            <a:blipFill>
              <a:blip r:embed="rId36" cstate="print"/>
              <a:stretch>
                <a:fillRect/>
              </a:stretch>
            </a:blipFill>
          </p:spPr>
          <p:txBody>
            <a:bodyPr wrap="square" lIns="0" tIns="0" rIns="0" bIns="0" rtlCol="0"/>
            <a:lstStyle/>
            <a:p>
              <a:endParaRPr/>
            </a:p>
          </p:txBody>
        </p:sp>
        <p:sp>
          <p:nvSpPr>
            <p:cNvPr id="98" name="object 98"/>
            <p:cNvSpPr/>
            <p:nvPr/>
          </p:nvSpPr>
          <p:spPr>
            <a:xfrm>
              <a:off x="2202180" y="1857755"/>
              <a:ext cx="104139" cy="302260"/>
            </a:xfrm>
            <a:custGeom>
              <a:avLst/>
              <a:gdLst/>
              <a:ahLst/>
              <a:cxnLst/>
              <a:rect l="l" t="t" r="r" b="b"/>
              <a:pathLst>
                <a:path w="104139" h="302260">
                  <a:moveTo>
                    <a:pt x="62484" y="75946"/>
                  </a:moveTo>
                  <a:lnTo>
                    <a:pt x="43815" y="64389"/>
                  </a:lnTo>
                  <a:lnTo>
                    <a:pt x="41402" y="59944"/>
                  </a:lnTo>
                  <a:lnTo>
                    <a:pt x="41402" y="0"/>
                  </a:lnTo>
                  <a:lnTo>
                    <a:pt x="0" y="0"/>
                  </a:lnTo>
                  <a:lnTo>
                    <a:pt x="0" y="77089"/>
                  </a:lnTo>
                  <a:lnTo>
                    <a:pt x="38608" y="115824"/>
                  </a:lnTo>
                  <a:lnTo>
                    <a:pt x="62484" y="75946"/>
                  </a:lnTo>
                  <a:close/>
                </a:path>
                <a:path w="104139" h="302260">
                  <a:moveTo>
                    <a:pt x="103632" y="301752"/>
                  </a:moveTo>
                  <a:lnTo>
                    <a:pt x="28702" y="226568"/>
                  </a:lnTo>
                  <a:lnTo>
                    <a:pt x="27305" y="223139"/>
                  </a:lnTo>
                  <a:lnTo>
                    <a:pt x="27305" y="178308"/>
                  </a:lnTo>
                  <a:lnTo>
                    <a:pt x="0" y="178308"/>
                  </a:lnTo>
                  <a:lnTo>
                    <a:pt x="0" y="301752"/>
                  </a:lnTo>
                  <a:lnTo>
                    <a:pt x="103632" y="301752"/>
                  </a:lnTo>
                  <a:close/>
                </a:path>
              </a:pathLst>
            </a:custGeom>
            <a:solidFill>
              <a:srgbClr val="00D9CE"/>
            </a:solidFill>
          </p:spPr>
          <p:txBody>
            <a:bodyPr wrap="square" lIns="0" tIns="0" rIns="0" bIns="0" rtlCol="0"/>
            <a:lstStyle/>
            <a:p>
              <a:endParaRPr/>
            </a:p>
          </p:txBody>
        </p:sp>
        <p:sp>
          <p:nvSpPr>
            <p:cNvPr id="99" name="object 99"/>
            <p:cNvSpPr/>
            <p:nvPr/>
          </p:nvSpPr>
          <p:spPr>
            <a:xfrm>
              <a:off x="2068068" y="2036063"/>
              <a:ext cx="106680" cy="123444"/>
            </a:xfrm>
            <a:prstGeom prst="rect">
              <a:avLst/>
            </a:prstGeom>
            <a:blipFill>
              <a:blip r:embed="rId37" cstate="print"/>
              <a:stretch>
                <a:fillRect/>
              </a:stretch>
            </a:blipFill>
          </p:spPr>
          <p:txBody>
            <a:bodyPr wrap="square" lIns="0" tIns="0" rIns="0" bIns="0" rtlCol="0"/>
            <a:lstStyle/>
            <a:p>
              <a:endParaRPr/>
            </a:p>
          </p:txBody>
        </p:sp>
        <p:sp>
          <p:nvSpPr>
            <p:cNvPr id="100" name="object 100"/>
            <p:cNvSpPr/>
            <p:nvPr/>
          </p:nvSpPr>
          <p:spPr>
            <a:xfrm>
              <a:off x="2147316" y="1857755"/>
              <a:ext cx="82550" cy="151130"/>
            </a:xfrm>
            <a:custGeom>
              <a:avLst/>
              <a:gdLst/>
              <a:ahLst/>
              <a:cxnLst/>
              <a:rect l="l" t="t" r="r" b="b"/>
              <a:pathLst>
                <a:path w="82550" h="151130">
                  <a:moveTo>
                    <a:pt x="27431" y="0"/>
                  </a:moveTo>
                  <a:lnTo>
                    <a:pt x="0" y="0"/>
                  </a:lnTo>
                  <a:lnTo>
                    <a:pt x="0" y="150876"/>
                  </a:lnTo>
                  <a:lnTo>
                    <a:pt x="82295" y="150876"/>
                  </a:lnTo>
                  <a:lnTo>
                    <a:pt x="82295" y="142875"/>
                  </a:lnTo>
                  <a:lnTo>
                    <a:pt x="28828" y="89408"/>
                  </a:lnTo>
                  <a:lnTo>
                    <a:pt x="27431" y="85979"/>
                  </a:lnTo>
                  <a:lnTo>
                    <a:pt x="27431" y="0"/>
                  </a:lnTo>
                  <a:close/>
                </a:path>
              </a:pathLst>
            </a:custGeom>
            <a:solidFill>
              <a:srgbClr val="00D9CE"/>
            </a:solidFill>
          </p:spPr>
          <p:txBody>
            <a:bodyPr wrap="square" lIns="0" tIns="0" rIns="0" bIns="0" rtlCol="0"/>
            <a:lstStyle/>
            <a:p>
              <a:endParaRPr/>
            </a:p>
          </p:txBody>
        </p:sp>
        <p:sp>
          <p:nvSpPr>
            <p:cNvPr id="101" name="object 101"/>
            <p:cNvSpPr/>
            <p:nvPr/>
          </p:nvSpPr>
          <p:spPr>
            <a:xfrm>
              <a:off x="1810512" y="1706879"/>
              <a:ext cx="172212" cy="103308"/>
            </a:xfrm>
            <a:prstGeom prst="rect">
              <a:avLst/>
            </a:prstGeom>
            <a:blipFill>
              <a:blip r:embed="rId38" cstate="print"/>
              <a:stretch>
                <a:fillRect/>
              </a:stretch>
            </a:blipFill>
          </p:spPr>
          <p:txBody>
            <a:bodyPr wrap="square" lIns="0" tIns="0" rIns="0" bIns="0" rtlCol="0"/>
            <a:lstStyle/>
            <a:p>
              <a:endParaRPr/>
            </a:p>
          </p:txBody>
        </p:sp>
        <p:sp>
          <p:nvSpPr>
            <p:cNvPr id="102" name="object 102"/>
            <p:cNvSpPr/>
            <p:nvPr/>
          </p:nvSpPr>
          <p:spPr>
            <a:xfrm>
              <a:off x="1810835" y="1399031"/>
              <a:ext cx="117024" cy="143255"/>
            </a:xfrm>
            <a:prstGeom prst="rect">
              <a:avLst/>
            </a:prstGeom>
            <a:blipFill>
              <a:blip r:embed="rId39" cstate="print"/>
              <a:stretch>
                <a:fillRect/>
              </a:stretch>
            </a:blipFill>
          </p:spPr>
          <p:txBody>
            <a:bodyPr wrap="square" lIns="0" tIns="0" rIns="0" bIns="0" rtlCol="0"/>
            <a:lstStyle/>
            <a:p>
              <a:endParaRPr/>
            </a:p>
          </p:txBody>
        </p:sp>
        <p:sp>
          <p:nvSpPr>
            <p:cNvPr id="103" name="object 103"/>
            <p:cNvSpPr/>
            <p:nvPr/>
          </p:nvSpPr>
          <p:spPr>
            <a:xfrm>
              <a:off x="1769491" y="1577593"/>
              <a:ext cx="185800" cy="68236"/>
            </a:xfrm>
            <a:prstGeom prst="rect">
              <a:avLst/>
            </a:prstGeom>
            <a:blipFill>
              <a:blip r:embed="rId40" cstate="print"/>
              <a:stretch>
                <a:fillRect/>
              </a:stretch>
            </a:blipFill>
          </p:spPr>
          <p:txBody>
            <a:bodyPr wrap="square" lIns="0" tIns="0" rIns="0" bIns="0" rtlCol="0"/>
            <a:lstStyle/>
            <a:p>
              <a:endParaRPr/>
            </a:p>
          </p:txBody>
        </p:sp>
      </p:grpSp>
      <p:grpSp>
        <p:nvGrpSpPr>
          <p:cNvPr id="104" name="object 104"/>
          <p:cNvGrpSpPr/>
          <p:nvPr/>
        </p:nvGrpSpPr>
        <p:grpSpPr>
          <a:xfrm>
            <a:off x="5769864" y="1446275"/>
            <a:ext cx="658495" cy="658495"/>
            <a:chOff x="5769864" y="1446275"/>
            <a:chExt cx="658495" cy="658495"/>
          </a:xfrm>
        </p:grpSpPr>
        <p:sp>
          <p:nvSpPr>
            <p:cNvPr id="105" name="object 105"/>
            <p:cNvSpPr/>
            <p:nvPr/>
          </p:nvSpPr>
          <p:spPr>
            <a:xfrm>
              <a:off x="5996940" y="1537715"/>
              <a:ext cx="204215" cy="204216"/>
            </a:xfrm>
            <a:prstGeom prst="rect">
              <a:avLst/>
            </a:prstGeom>
            <a:blipFill>
              <a:blip r:embed="rId41" cstate="print"/>
              <a:stretch>
                <a:fillRect/>
              </a:stretch>
            </a:blipFill>
          </p:spPr>
          <p:txBody>
            <a:bodyPr wrap="square" lIns="0" tIns="0" rIns="0" bIns="0" rtlCol="0"/>
            <a:lstStyle/>
            <a:p>
              <a:endParaRPr/>
            </a:p>
          </p:txBody>
        </p:sp>
        <p:sp>
          <p:nvSpPr>
            <p:cNvPr id="106" name="object 106"/>
            <p:cNvSpPr/>
            <p:nvPr/>
          </p:nvSpPr>
          <p:spPr>
            <a:xfrm>
              <a:off x="5769864" y="1446275"/>
              <a:ext cx="658495" cy="658495"/>
            </a:xfrm>
            <a:custGeom>
              <a:avLst/>
              <a:gdLst/>
              <a:ahLst/>
              <a:cxnLst/>
              <a:rect l="l" t="t" r="r" b="b"/>
              <a:pathLst>
                <a:path w="658495" h="658494">
                  <a:moveTo>
                    <a:pt x="477012" y="45466"/>
                  </a:moveTo>
                  <a:lnTo>
                    <a:pt x="454279" y="45466"/>
                  </a:lnTo>
                  <a:lnTo>
                    <a:pt x="454279" y="162433"/>
                  </a:lnTo>
                  <a:lnTo>
                    <a:pt x="454279" y="224409"/>
                  </a:lnTo>
                  <a:lnTo>
                    <a:pt x="426339" y="233680"/>
                  </a:lnTo>
                  <a:lnTo>
                    <a:pt x="439547" y="260096"/>
                  </a:lnTo>
                  <a:lnTo>
                    <a:pt x="395732" y="303911"/>
                  </a:lnTo>
                  <a:lnTo>
                    <a:pt x="369443" y="290703"/>
                  </a:lnTo>
                  <a:lnTo>
                    <a:pt x="360172" y="318643"/>
                  </a:lnTo>
                  <a:lnTo>
                    <a:pt x="298196" y="318643"/>
                  </a:lnTo>
                  <a:lnTo>
                    <a:pt x="293306" y="303911"/>
                  </a:lnTo>
                  <a:lnTo>
                    <a:pt x="288925" y="290703"/>
                  </a:lnTo>
                  <a:lnTo>
                    <a:pt x="262636" y="303911"/>
                  </a:lnTo>
                  <a:lnTo>
                    <a:pt x="218821" y="260096"/>
                  </a:lnTo>
                  <a:lnTo>
                    <a:pt x="232029" y="233680"/>
                  </a:lnTo>
                  <a:lnTo>
                    <a:pt x="204089" y="224409"/>
                  </a:lnTo>
                  <a:lnTo>
                    <a:pt x="204089" y="162433"/>
                  </a:lnTo>
                  <a:lnTo>
                    <a:pt x="232029" y="153162"/>
                  </a:lnTo>
                  <a:lnTo>
                    <a:pt x="218821" y="126873"/>
                  </a:lnTo>
                  <a:lnTo>
                    <a:pt x="262636" y="83058"/>
                  </a:lnTo>
                  <a:lnTo>
                    <a:pt x="288925" y="96266"/>
                  </a:lnTo>
                  <a:lnTo>
                    <a:pt x="293306" y="83058"/>
                  </a:lnTo>
                  <a:lnTo>
                    <a:pt x="298196" y="68326"/>
                  </a:lnTo>
                  <a:lnTo>
                    <a:pt x="360172" y="68326"/>
                  </a:lnTo>
                  <a:lnTo>
                    <a:pt x="369443" y="96266"/>
                  </a:lnTo>
                  <a:lnTo>
                    <a:pt x="395732" y="83058"/>
                  </a:lnTo>
                  <a:lnTo>
                    <a:pt x="439547" y="126873"/>
                  </a:lnTo>
                  <a:lnTo>
                    <a:pt x="426339" y="153162"/>
                  </a:lnTo>
                  <a:lnTo>
                    <a:pt x="454279" y="162433"/>
                  </a:lnTo>
                  <a:lnTo>
                    <a:pt x="454279" y="45466"/>
                  </a:lnTo>
                  <a:lnTo>
                    <a:pt x="442849" y="45466"/>
                  </a:lnTo>
                  <a:lnTo>
                    <a:pt x="442849" y="0"/>
                  </a:lnTo>
                  <a:lnTo>
                    <a:pt x="420116" y="0"/>
                  </a:lnTo>
                  <a:lnTo>
                    <a:pt x="420116" y="45466"/>
                  </a:lnTo>
                  <a:lnTo>
                    <a:pt x="374650" y="45466"/>
                  </a:lnTo>
                  <a:lnTo>
                    <a:pt x="374650" y="0"/>
                  </a:lnTo>
                  <a:lnTo>
                    <a:pt x="351917" y="0"/>
                  </a:lnTo>
                  <a:lnTo>
                    <a:pt x="351917" y="45466"/>
                  </a:lnTo>
                  <a:lnTo>
                    <a:pt x="306451" y="45466"/>
                  </a:lnTo>
                  <a:lnTo>
                    <a:pt x="306451" y="0"/>
                  </a:lnTo>
                  <a:lnTo>
                    <a:pt x="283718" y="0"/>
                  </a:lnTo>
                  <a:lnTo>
                    <a:pt x="283718" y="45466"/>
                  </a:lnTo>
                  <a:lnTo>
                    <a:pt x="238252" y="45466"/>
                  </a:lnTo>
                  <a:lnTo>
                    <a:pt x="238252" y="0"/>
                  </a:lnTo>
                  <a:lnTo>
                    <a:pt x="215519" y="0"/>
                  </a:lnTo>
                  <a:lnTo>
                    <a:pt x="215519" y="50165"/>
                  </a:lnTo>
                  <a:lnTo>
                    <a:pt x="181356" y="84328"/>
                  </a:lnTo>
                  <a:lnTo>
                    <a:pt x="181356" y="341376"/>
                  </a:lnTo>
                  <a:lnTo>
                    <a:pt x="477012" y="341376"/>
                  </a:lnTo>
                  <a:lnTo>
                    <a:pt x="477012" y="318643"/>
                  </a:lnTo>
                  <a:lnTo>
                    <a:pt x="477012" y="303911"/>
                  </a:lnTo>
                  <a:lnTo>
                    <a:pt x="477012" y="83058"/>
                  </a:lnTo>
                  <a:lnTo>
                    <a:pt x="477012" y="68326"/>
                  </a:lnTo>
                  <a:lnTo>
                    <a:pt x="477012" y="45466"/>
                  </a:lnTo>
                  <a:close/>
                </a:path>
                <a:path w="658495" h="658494">
                  <a:moveTo>
                    <a:pt x="612648" y="101854"/>
                  </a:moveTo>
                  <a:lnTo>
                    <a:pt x="499237" y="101854"/>
                  </a:lnTo>
                  <a:lnTo>
                    <a:pt x="499237" y="147574"/>
                  </a:lnTo>
                  <a:lnTo>
                    <a:pt x="544576" y="147574"/>
                  </a:lnTo>
                  <a:lnTo>
                    <a:pt x="544576" y="170434"/>
                  </a:lnTo>
                  <a:lnTo>
                    <a:pt x="499237" y="170434"/>
                  </a:lnTo>
                  <a:lnTo>
                    <a:pt x="499237" y="216154"/>
                  </a:lnTo>
                  <a:lnTo>
                    <a:pt x="544576" y="216154"/>
                  </a:lnTo>
                  <a:lnTo>
                    <a:pt x="544576" y="239014"/>
                  </a:lnTo>
                  <a:lnTo>
                    <a:pt x="499237" y="239014"/>
                  </a:lnTo>
                  <a:lnTo>
                    <a:pt x="499237" y="284734"/>
                  </a:lnTo>
                  <a:lnTo>
                    <a:pt x="544576" y="284734"/>
                  </a:lnTo>
                  <a:lnTo>
                    <a:pt x="544576" y="306324"/>
                  </a:lnTo>
                  <a:lnTo>
                    <a:pt x="499237" y="306324"/>
                  </a:lnTo>
                  <a:lnTo>
                    <a:pt x="499237" y="363474"/>
                  </a:lnTo>
                  <a:lnTo>
                    <a:pt x="442595" y="363474"/>
                  </a:lnTo>
                  <a:lnTo>
                    <a:pt x="442595" y="409194"/>
                  </a:lnTo>
                  <a:lnTo>
                    <a:pt x="419862" y="409194"/>
                  </a:lnTo>
                  <a:lnTo>
                    <a:pt x="419862" y="363728"/>
                  </a:lnTo>
                  <a:lnTo>
                    <a:pt x="374523" y="363728"/>
                  </a:lnTo>
                  <a:lnTo>
                    <a:pt x="374523" y="409194"/>
                  </a:lnTo>
                  <a:lnTo>
                    <a:pt x="351917" y="409194"/>
                  </a:lnTo>
                  <a:lnTo>
                    <a:pt x="351917" y="363728"/>
                  </a:lnTo>
                  <a:lnTo>
                    <a:pt x="306451" y="363728"/>
                  </a:lnTo>
                  <a:lnTo>
                    <a:pt x="306451" y="409194"/>
                  </a:lnTo>
                  <a:lnTo>
                    <a:pt x="283845" y="409194"/>
                  </a:lnTo>
                  <a:lnTo>
                    <a:pt x="283845" y="363728"/>
                  </a:lnTo>
                  <a:lnTo>
                    <a:pt x="238506" y="363728"/>
                  </a:lnTo>
                  <a:lnTo>
                    <a:pt x="238506" y="409194"/>
                  </a:lnTo>
                  <a:lnTo>
                    <a:pt x="215773" y="409194"/>
                  </a:lnTo>
                  <a:lnTo>
                    <a:pt x="215773" y="363474"/>
                  </a:lnTo>
                  <a:lnTo>
                    <a:pt x="159131" y="363474"/>
                  </a:lnTo>
                  <a:lnTo>
                    <a:pt x="159131" y="306324"/>
                  </a:lnTo>
                  <a:lnTo>
                    <a:pt x="113792" y="306324"/>
                  </a:lnTo>
                  <a:lnTo>
                    <a:pt x="113792" y="284734"/>
                  </a:lnTo>
                  <a:lnTo>
                    <a:pt x="159131" y="284734"/>
                  </a:lnTo>
                  <a:lnTo>
                    <a:pt x="159131" y="239014"/>
                  </a:lnTo>
                  <a:lnTo>
                    <a:pt x="113792" y="239014"/>
                  </a:lnTo>
                  <a:lnTo>
                    <a:pt x="113792" y="216154"/>
                  </a:lnTo>
                  <a:lnTo>
                    <a:pt x="159131" y="216154"/>
                  </a:lnTo>
                  <a:lnTo>
                    <a:pt x="159131" y="170434"/>
                  </a:lnTo>
                  <a:lnTo>
                    <a:pt x="113792" y="170434"/>
                  </a:lnTo>
                  <a:lnTo>
                    <a:pt x="113792" y="147574"/>
                  </a:lnTo>
                  <a:lnTo>
                    <a:pt x="159131" y="147574"/>
                  </a:lnTo>
                  <a:lnTo>
                    <a:pt x="159131" y="101854"/>
                  </a:lnTo>
                  <a:lnTo>
                    <a:pt x="45720" y="101854"/>
                  </a:lnTo>
                  <a:lnTo>
                    <a:pt x="45720" y="147574"/>
                  </a:lnTo>
                  <a:lnTo>
                    <a:pt x="45720" y="170434"/>
                  </a:lnTo>
                  <a:lnTo>
                    <a:pt x="45720" y="567944"/>
                  </a:lnTo>
                  <a:lnTo>
                    <a:pt x="317881" y="567944"/>
                  </a:lnTo>
                  <a:lnTo>
                    <a:pt x="317881" y="546354"/>
                  </a:lnTo>
                  <a:lnTo>
                    <a:pt x="68453" y="546354"/>
                  </a:lnTo>
                  <a:lnTo>
                    <a:pt x="68453" y="523494"/>
                  </a:lnTo>
                  <a:lnTo>
                    <a:pt x="295148" y="523494"/>
                  </a:lnTo>
                  <a:lnTo>
                    <a:pt x="295148" y="545719"/>
                  </a:lnTo>
                  <a:lnTo>
                    <a:pt x="317881" y="545719"/>
                  </a:lnTo>
                  <a:lnTo>
                    <a:pt x="317881" y="523494"/>
                  </a:lnTo>
                  <a:lnTo>
                    <a:pt x="317881" y="522986"/>
                  </a:lnTo>
                  <a:lnTo>
                    <a:pt x="317881" y="500634"/>
                  </a:lnTo>
                  <a:lnTo>
                    <a:pt x="68453" y="500634"/>
                  </a:lnTo>
                  <a:lnTo>
                    <a:pt x="68453" y="477774"/>
                  </a:lnTo>
                  <a:lnTo>
                    <a:pt x="295148" y="477774"/>
                  </a:lnTo>
                  <a:lnTo>
                    <a:pt x="295148" y="500253"/>
                  </a:lnTo>
                  <a:lnTo>
                    <a:pt x="317881" y="500253"/>
                  </a:lnTo>
                  <a:lnTo>
                    <a:pt x="317881" y="477774"/>
                  </a:lnTo>
                  <a:lnTo>
                    <a:pt x="317881" y="477520"/>
                  </a:lnTo>
                  <a:lnTo>
                    <a:pt x="317881" y="454914"/>
                  </a:lnTo>
                  <a:lnTo>
                    <a:pt x="68453" y="454914"/>
                  </a:lnTo>
                  <a:lnTo>
                    <a:pt x="68453" y="432054"/>
                  </a:lnTo>
                  <a:lnTo>
                    <a:pt x="295148" y="432054"/>
                  </a:lnTo>
                  <a:lnTo>
                    <a:pt x="295148" y="454660"/>
                  </a:lnTo>
                  <a:lnTo>
                    <a:pt x="317881" y="454660"/>
                  </a:lnTo>
                  <a:lnTo>
                    <a:pt x="317881" y="432054"/>
                  </a:lnTo>
                  <a:lnTo>
                    <a:pt x="340487" y="432054"/>
                  </a:lnTo>
                  <a:lnTo>
                    <a:pt x="340487" y="454914"/>
                  </a:lnTo>
                  <a:lnTo>
                    <a:pt x="340487" y="477774"/>
                  </a:lnTo>
                  <a:lnTo>
                    <a:pt x="340487" y="500634"/>
                  </a:lnTo>
                  <a:lnTo>
                    <a:pt x="340487" y="523494"/>
                  </a:lnTo>
                  <a:lnTo>
                    <a:pt x="340487" y="546354"/>
                  </a:lnTo>
                  <a:lnTo>
                    <a:pt x="340487" y="567944"/>
                  </a:lnTo>
                  <a:lnTo>
                    <a:pt x="612648" y="567944"/>
                  </a:lnTo>
                  <a:lnTo>
                    <a:pt x="612648" y="546354"/>
                  </a:lnTo>
                  <a:lnTo>
                    <a:pt x="363220" y="546354"/>
                  </a:lnTo>
                  <a:lnTo>
                    <a:pt x="363220" y="523494"/>
                  </a:lnTo>
                  <a:lnTo>
                    <a:pt x="589915" y="523494"/>
                  </a:lnTo>
                  <a:lnTo>
                    <a:pt x="589915" y="545719"/>
                  </a:lnTo>
                  <a:lnTo>
                    <a:pt x="612648" y="545719"/>
                  </a:lnTo>
                  <a:lnTo>
                    <a:pt x="612648" y="523494"/>
                  </a:lnTo>
                  <a:lnTo>
                    <a:pt x="612648" y="522986"/>
                  </a:lnTo>
                  <a:lnTo>
                    <a:pt x="612648" y="500634"/>
                  </a:lnTo>
                  <a:lnTo>
                    <a:pt x="363220" y="500634"/>
                  </a:lnTo>
                  <a:lnTo>
                    <a:pt x="363220" y="477774"/>
                  </a:lnTo>
                  <a:lnTo>
                    <a:pt x="589915" y="477774"/>
                  </a:lnTo>
                  <a:lnTo>
                    <a:pt x="589915" y="500253"/>
                  </a:lnTo>
                  <a:lnTo>
                    <a:pt x="612648" y="500253"/>
                  </a:lnTo>
                  <a:lnTo>
                    <a:pt x="612648" y="477774"/>
                  </a:lnTo>
                  <a:lnTo>
                    <a:pt x="612648" y="477520"/>
                  </a:lnTo>
                  <a:lnTo>
                    <a:pt x="612648" y="454914"/>
                  </a:lnTo>
                  <a:lnTo>
                    <a:pt x="363220" y="454914"/>
                  </a:lnTo>
                  <a:lnTo>
                    <a:pt x="363220" y="432054"/>
                  </a:lnTo>
                  <a:lnTo>
                    <a:pt x="589915" y="432054"/>
                  </a:lnTo>
                  <a:lnTo>
                    <a:pt x="589915" y="454660"/>
                  </a:lnTo>
                  <a:lnTo>
                    <a:pt x="612648" y="454660"/>
                  </a:lnTo>
                  <a:lnTo>
                    <a:pt x="612648" y="147574"/>
                  </a:lnTo>
                  <a:lnTo>
                    <a:pt x="612648" y="101854"/>
                  </a:lnTo>
                  <a:close/>
                </a:path>
                <a:path w="658495" h="658494">
                  <a:moveTo>
                    <a:pt x="658368" y="170688"/>
                  </a:moveTo>
                  <a:lnTo>
                    <a:pt x="635635" y="170688"/>
                  </a:lnTo>
                  <a:lnTo>
                    <a:pt x="635635" y="590296"/>
                  </a:lnTo>
                  <a:lnTo>
                    <a:pt x="22733" y="590296"/>
                  </a:lnTo>
                  <a:lnTo>
                    <a:pt x="22733" y="170688"/>
                  </a:lnTo>
                  <a:lnTo>
                    <a:pt x="0" y="170688"/>
                  </a:lnTo>
                  <a:lnTo>
                    <a:pt x="0" y="613029"/>
                  </a:lnTo>
                  <a:lnTo>
                    <a:pt x="295148" y="613029"/>
                  </a:lnTo>
                  <a:lnTo>
                    <a:pt x="295148" y="624332"/>
                  </a:lnTo>
                  <a:lnTo>
                    <a:pt x="297815" y="637590"/>
                  </a:lnTo>
                  <a:lnTo>
                    <a:pt x="305104" y="648398"/>
                  </a:lnTo>
                  <a:lnTo>
                    <a:pt x="315925" y="655701"/>
                  </a:lnTo>
                  <a:lnTo>
                    <a:pt x="329184" y="658368"/>
                  </a:lnTo>
                  <a:lnTo>
                    <a:pt x="342430" y="655701"/>
                  </a:lnTo>
                  <a:lnTo>
                    <a:pt x="353250" y="648398"/>
                  </a:lnTo>
                  <a:lnTo>
                    <a:pt x="360540" y="637590"/>
                  </a:lnTo>
                  <a:lnTo>
                    <a:pt x="363220" y="624332"/>
                  </a:lnTo>
                  <a:lnTo>
                    <a:pt x="363220" y="613029"/>
                  </a:lnTo>
                  <a:lnTo>
                    <a:pt x="658368" y="613029"/>
                  </a:lnTo>
                  <a:lnTo>
                    <a:pt x="658368" y="170688"/>
                  </a:lnTo>
                  <a:close/>
                </a:path>
              </a:pathLst>
            </a:custGeom>
            <a:solidFill>
              <a:srgbClr val="FF8E01"/>
            </a:solidFill>
          </p:spPr>
          <p:txBody>
            <a:bodyPr wrap="square" lIns="0" tIns="0" rIns="0" bIns="0" rtlCol="0"/>
            <a:lstStyle/>
            <a:p>
              <a:endParaRPr/>
            </a:p>
          </p:txBody>
        </p:sp>
      </p:grpSp>
      <p:sp>
        <p:nvSpPr>
          <p:cNvPr id="107" name="object 107"/>
          <p:cNvSpPr/>
          <p:nvPr/>
        </p:nvSpPr>
        <p:spPr>
          <a:xfrm>
            <a:off x="9375520" y="1084961"/>
            <a:ext cx="1353566" cy="1382522"/>
          </a:xfrm>
          <a:prstGeom prst="rect">
            <a:avLst/>
          </a:prstGeom>
          <a:blipFill>
            <a:blip r:embed="rId42" cstate="print"/>
            <a:stretch>
              <a:fillRect/>
            </a:stretch>
          </a:blipFill>
        </p:spPr>
        <p:txBody>
          <a:bodyPr wrap="square" lIns="0" tIns="0" rIns="0" bIns="0" rtlCol="0"/>
          <a:lstStyle/>
          <a:p>
            <a:endParaRPr/>
          </a:p>
        </p:txBody>
      </p:sp>
      <p:sp>
        <p:nvSpPr>
          <p:cNvPr id="108" name="object 108"/>
          <p:cNvSpPr/>
          <p:nvPr/>
        </p:nvSpPr>
        <p:spPr>
          <a:xfrm>
            <a:off x="0" y="0"/>
            <a:ext cx="12192000" cy="6858000"/>
          </a:xfrm>
          <a:prstGeom prst="rect">
            <a:avLst/>
          </a:prstGeom>
          <a:blipFill>
            <a:blip r:embed="rId43" cstate="print"/>
            <a:stretch>
              <a:fillRect/>
            </a:stretch>
          </a:blipFill>
        </p:spPr>
        <p:txBody>
          <a:bodyPr wrap="square" lIns="0" tIns="0" rIns="0" bIns="0" rtlCol="0"/>
          <a:lstStyle/>
          <a:p>
            <a:endParaRPr/>
          </a:p>
        </p:txBody>
      </p:sp>
      <p:sp>
        <p:nvSpPr>
          <p:cNvPr id="109" name="object 109"/>
          <p:cNvSpPr txBox="1">
            <a:spLocks noGrp="1"/>
          </p:cNvSpPr>
          <p:nvPr>
            <p:ph type="sldNum" sz="quarter" idx="7"/>
          </p:nvPr>
        </p:nvSpPr>
        <p:spPr>
          <a:prstGeom prst="rect">
            <a:avLst/>
          </a:prstGeom>
        </p:spPr>
        <p:txBody>
          <a:bodyPr vert="horz" wrap="square" lIns="0" tIns="3175" rIns="0" bIns="0" rtlCol="0">
            <a:spAutoFit/>
          </a:bodyPr>
          <a:lstStyle/>
          <a:p>
            <a:pPr marL="38100">
              <a:lnSpc>
                <a:spcPct val="100000"/>
              </a:lnSpc>
              <a:spcBef>
                <a:spcPts val="25"/>
              </a:spcBef>
            </a:pPr>
            <a:fld id="{81D60167-4931-47E6-BA6A-407CBD079E47}" type="slidenum">
              <a:rPr dirty="0"/>
              <a:pPr marL="38100">
                <a:lnSpc>
                  <a:spcPct val="100000"/>
                </a:lnSpc>
                <a:spcBef>
                  <a:spcPts val="25"/>
                </a:spcBef>
              </a:pPr>
              <a:t>39</a:t>
            </a:fld>
            <a:endParaRPr dirty="0"/>
          </a:p>
        </p:txBody>
      </p:sp>
      <p:sp>
        <p:nvSpPr>
          <p:cNvPr id="110" name="object 110"/>
          <p:cNvSpPr txBox="1">
            <a:spLocks noGrp="1"/>
          </p:cNvSpPr>
          <p:nvPr>
            <p:ph type="ftr" sz="quarter" idx="5"/>
          </p:nvPr>
        </p:nvSpPr>
        <p:spPr>
          <a:prstGeom prst="rect">
            <a:avLst/>
          </a:prstGeom>
        </p:spPr>
        <p:txBody>
          <a:bodyPr vert="horz" wrap="square" lIns="0" tIns="3175" rIns="0" bIns="0" rtlCol="0">
            <a:spAutoFit/>
          </a:bodyPr>
          <a:lstStyle/>
          <a:p>
            <a:pPr marL="12700">
              <a:lnSpc>
                <a:spcPct val="100000"/>
              </a:lnSpc>
              <a:spcBef>
                <a:spcPts val="25"/>
              </a:spcBef>
            </a:pPr>
            <a:r>
              <a:rPr dirty="0"/>
              <a:t>This slide</a:t>
            </a:r>
            <a:r>
              <a:rPr spc="65" dirty="0"/>
              <a:t> </a:t>
            </a:r>
            <a:r>
              <a:rPr dirty="0"/>
              <a:t>is </a:t>
            </a:r>
            <a:r>
              <a:rPr spc="-5" dirty="0"/>
              <a:t>100% editable. Adapt </a:t>
            </a:r>
            <a:r>
              <a:rPr dirty="0"/>
              <a:t>it to </a:t>
            </a:r>
            <a:r>
              <a:rPr spc="-5" dirty="0"/>
              <a:t>your needs and capture your audience's attention.</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914400" y="2438400"/>
            <a:ext cx="9677400" cy="1107996"/>
          </a:xfrm>
          <a:prstGeom prst="rect">
            <a:avLst/>
          </a:prstGeom>
          <a:noFill/>
        </p:spPr>
        <p:txBody>
          <a:bodyPr wrap="square" lIns="91440" tIns="45720" rIns="91440" bIns="45720">
            <a:spAutoFit/>
          </a:bodyPr>
          <a:lstStyle/>
          <a:p>
            <a:pPr algn="ctr"/>
            <a:r>
              <a:rPr lang="en-IN" sz="6600" b="1" dirty="0">
                <a:ln w="31550" cmpd="sng">
                  <a:gradFill>
                    <a:gsLst>
                      <a:gs pos="25000">
                        <a:schemeClr val="accent1">
                          <a:shade val="25000"/>
                          <a:satMod val="190000"/>
                        </a:schemeClr>
                      </a:gs>
                      <a:gs pos="80000">
                        <a:schemeClr val="accent1">
                          <a:tint val="75000"/>
                          <a:satMod val="190000"/>
                        </a:schemeClr>
                      </a:gs>
                    </a:gsLst>
                    <a:lin ang="5400000"/>
                  </a:gradFill>
                  <a:prstDash val="solid"/>
                </a:ln>
                <a:solidFill>
                  <a:srgbClr val="FFFFFF"/>
                </a:solidFill>
                <a:effectLst>
                  <a:outerShdw blurRad="41275" dist="12700" dir="12000000" algn="tl" rotWithShape="0">
                    <a:srgbClr val="000000">
                      <a:alpha val="40000"/>
                    </a:srgbClr>
                  </a:outerShdw>
                </a:effectLst>
              </a:rPr>
              <a:t>THANK YOU ! </a:t>
            </a:r>
            <a:endParaRPr lang="en-US" sz="6600" b="1" cap="none" spc="0" dirty="0">
              <a:ln w="31550" cmpd="sng">
                <a:gradFill>
                  <a:gsLst>
                    <a:gs pos="25000">
                      <a:schemeClr val="accent1">
                        <a:shade val="25000"/>
                        <a:satMod val="190000"/>
                      </a:schemeClr>
                    </a:gs>
                    <a:gs pos="80000">
                      <a:schemeClr val="accent1">
                        <a:tint val="75000"/>
                        <a:satMod val="190000"/>
                      </a:schemeClr>
                    </a:gs>
                  </a:gsLst>
                  <a:lin ang="5400000"/>
                </a:gradFill>
                <a:prstDash val="solid"/>
              </a:ln>
              <a:solidFill>
                <a:srgbClr val="FFFFFF"/>
              </a:solidFill>
              <a:effectLst>
                <a:outerShdw blurRad="41275" dist="12700" dir="12000000" algn="tl" rotWithShape="0">
                  <a:srgbClr val="000000">
                    <a:alpha val="40000"/>
                  </a:srgbClr>
                </a:outerShdw>
              </a:effectLst>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FFFF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539</TotalTime>
  <Words>2033</Words>
  <Application>Microsoft Office PowerPoint</Application>
  <PresentationFormat>Widescreen</PresentationFormat>
  <Paragraphs>391</Paragraphs>
  <Slides>40</Slides>
  <Notes>1</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40</vt:i4>
      </vt:variant>
    </vt:vector>
  </HeadingPairs>
  <TitlesOfParts>
    <vt:vector size="52" baseType="lpstr">
      <vt:lpstr>Arial</vt:lpstr>
      <vt:lpstr>Calibri</vt:lpstr>
      <vt:lpstr>Carlito</vt:lpstr>
      <vt:lpstr>Courier New</vt:lpstr>
      <vt:lpstr>Georgia</vt:lpstr>
      <vt:lpstr>Google Sans</vt:lpstr>
      <vt:lpstr>Gothic Uralic</vt:lpstr>
      <vt:lpstr>Times New Roman</vt:lpstr>
      <vt:lpstr>URW Gothic</vt:lpstr>
      <vt:lpstr>Verdana</vt:lpstr>
      <vt:lpstr>Wingdings</vt:lpstr>
      <vt:lpstr>Office Theme</vt:lpstr>
      <vt:lpstr>Introduction to Artificial Intelligence (AI)</vt:lpstr>
      <vt:lpstr>PowerPoint Presentation</vt:lpstr>
      <vt:lpstr>Definition : AI</vt:lpstr>
      <vt:lpstr>Types of Artificial Intelligence</vt:lpstr>
      <vt:lpstr>Where is AI used?</vt:lpstr>
      <vt:lpstr>PowerPoint Presentation</vt:lpstr>
      <vt:lpstr>PowerPoint Presentation</vt:lpstr>
      <vt:lpstr>PowerPoint Presentation</vt:lpstr>
      <vt:lpstr>Machine Learning</vt:lpstr>
      <vt:lpstr>Type of Machine Learning</vt:lpstr>
      <vt:lpstr>Examples of ML frameworks and algorithms</vt:lpstr>
      <vt:lpstr>PowerPoint Presentation</vt:lpstr>
      <vt:lpstr>What is Supervised Machine Learning?</vt:lpstr>
      <vt:lpstr>Types of Supervised Machine Learning Algorithms</vt:lpstr>
      <vt:lpstr>What is Unsupervised Learning?</vt:lpstr>
      <vt:lpstr>PowerPoint Presentation</vt:lpstr>
      <vt:lpstr>What Is NLP?</vt:lpstr>
      <vt:lpstr>Why NLP?</vt:lpstr>
      <vt:lpstr>Basic Terms In NLP</vt:lpstr>
      <vt:lpstr>PowerPoint Presentation</vt:lpstr>
      <vt:lpstr>Approaches To NLP</vt:lpstr>
      <vt:lpstr>Components Of NLP</vt:lpstr>
      <vt:lpstr>Stages In NLP</vt:lpstr>
      <vt:lpstr> Some Applications Of NLP</vt:lpstr>
      <vt:lpstr>Machine Translation</vt:lpstr>
      <vt:lpstr>Information Retrieval</vt:lpstr>
      <vt:lpstr>Sentiment Analysis</vt:lpstr>
      <vt:lpstr>Information Extraction</vt:lpstr>
      <vt:lpstr>Question Answering</vt:lpstr>
      <vt:lpstr>Deep Learning</vt:lpstr>
      <vt:lpstr>What is Deep Learning?</vt:lpstr>
      <vt:lpstr>Types of Deep Learning Networks</vt:lpstr>
      <vt:lpstr>Examples of Deep Learning Applications</vt:lpstr>
      <vt:lpstr>Limitations of Deep Learning</vt:lpstr>
      <vt:lpstr>Reinforcement Learning</vt:lpstr>
      <vt:lpstr>What is Reinforcement Learning?</vt:lpstr>
      <vt:lpstr>Types of Reinforcement Learning</vt:lpstr>
      <vt:lpstr>How Reinforcement Learning Works?</vt:lpstr>
      <vt:lpstr>AI VS Machine Learning VS Deep Learning</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slide53</dc:creator>
  <cp:lastModifiedBy>harish kumar</cp:lastModifiedBy>
  <cp:revision>26</cp:revision>
  <dcterms:created xsi:type="dcterms:W3CDTF">2022-10-20T17:43:10Z</dcterms:created>
  <dcterms:modified xsi:type="dcterms:W3CDTF">2026-04-06T04:14:40Z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2021-06-26T00:00:00Z</vt:filetime>
  </property>
  <property fmtid="{D5CDD505-2E9C-101B-9397-08002B2CF9AE}" pid="3" name="Creator">
    <vt:lpwstr>Microsoft® PowerPoint® for Microsoft 365</vt:lpwstr>
  </property>
  <property fmtid="{D5CDD505-2E9C-101B-9397-08002B2CF9AE}" pid="4" name="LastSaved">
    <vt:filetime>2022-10-20T00:00:00Z</vt:filetime>
  </property>
</Properties>
</file>